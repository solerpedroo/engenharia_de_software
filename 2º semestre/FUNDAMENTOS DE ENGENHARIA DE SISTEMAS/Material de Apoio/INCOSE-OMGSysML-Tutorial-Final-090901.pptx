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154"/>
            <a:ext cx="1160526" cy="7239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107186" y="1051559"/>
            <a:ext cx="6365875" cy="5328920"/>
          </a:xfrm>
          <a:custGeom>
            <a:avLst/>
            <a:gdLst/>
            <a:ahLst/>
            <a:cxnLst/>
            <a:rect l="l" t="t" r="r" b="b"/>
            <a:pathLst>
              <a:path w="6365875" h="5328920">
                <a:moveTo>
                  <a:pt x="6365748" y="0"/>
                </a:moveTo>
                <a:lnTo>
                  <a:pt x="6355842" y="0"/>
                </a:lnTo>
                <a:lnTo>
                  <a:pt x="6355842" y="9144"/>
                </a:lnTo>
                <a:lnTo>
                  <a:pt x="6355842" y="5319522"/>
                </a:lnTo>
                <a:lnTo>
                  <a:pt x="9131" y="5319522"/>
                </a:lnTo>
                <a:lnTo>
                  <a:pt x="9131" y="217182"/>
                </a:lnTo>
                <a:lnTo>
                  <a:pt x="1917179" y="217182"/>
                </a:lnTo>
                <a:lnTo>
                  <a:pt x="1919465" y="217182"/>
                </a:lnTo>
                <a:lnTo>
                  <a:pt x="1921751" y="216420"/>
                </a:lnTo>
                <a:lnTo>
                  <a:pt x="2003285" y="122720"/>
                </a:lnTo>
                <a:lnTo>
                  <a:pt x="2004047" y="121843"/>
                </a:lnTo>
                <a:lnTo>
                  <a:pt x="2006333" y="119214"/>
                </a:lnTo>
                <a:lnTo>
                  <a:pt x="2008619" y="116598"/>
                </a:lnTo>
                <a:lnTo>
                  <a:pt x="2009381" y="114312"/>
                </a:lnTo>
                <a:lnTo>
                  <a:pt x="2009381" y="9144"/>
                </a:lnTo>
                <a:lnTo>
                  <a:pt x="6355842" y="9144"/>
                </a:lnTo>
                <a:lnTo>
                  <a:pt x="6355842" y="0"/>
                </a:lnTo>
                <a:lnTo>
                  <a:pt x="2003285" y="0"/>
                </a:lnTo>
                <a:lnTo>
                  <a:pt x="2003285" y="9144"/>
                </a:lnTo>
                <a:lnTo>
                  <a:pt x="2003285" y="112890"/>
                </a:lnTo>
                <a:lnTo>
                  <a:pt x="1917852" y="211086"/>
                </a:lnTo>
                <a:lnTo>
                  <a:pt x="9131" y="211086"/>
                </a:lnTo>
                <a:lnTo>
                  <a:pt x="9131" y="9144"/>
                </a:lnTo>
                <a:lnTo>
                  <a:pt x="2003285" y="9144"/>
                </a:lnTo>
                <a:lnTo>
                  <a:pt x="2003285" y="0"/>
                </a:lnTo>
                <a:lnTo>
                  <a:pt x="0" y="0"/>
                </a:lnTo>
                <a:lnTo>
                  <a:pt x="0" y="5328666"/>
                </a:lnTo>
                <a:lnTo>
                  <a:pt x="4572" y="5328666"/>
                </a:lnTo>
                <a:lnTo>
                  <a:pt x="9144" y="5328666"/>
                </a:lnTo>
                <a:lnTo>
                  <a:pt x="6355842" y="5328666"/>
                </a:lnTo>
                <a:lnTo>
                  <a:pt x="6360414" y="5328666"/>
                </a:lnTo>
                <a:lnTo>
                  <a:pt x="6365748" y="5328666"/>
                </a:lnTo>
                <a:lnTo>
                  <a:pt x="6365748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78177" y="198374"/>
            <a:ext cx="5482590" cy="879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154"/>
            <a:ext cx="1160526" cy="7239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154"/>
            <a:ext cx="1160526" cy="7239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9154"/>
            <a:ext cx="1160526" cy="723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1750" y="199136"/>
            <a:ext cx="6540500" cy="879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0851" y="2045207"/>
            <a:ext cx="7623809" cy="1735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64540" y="6500168"/>
            <a:ext cx="814705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86777" y="6500168"/>
            <a:ext cx="4334509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029888" y="6500168"/>
            <a:ext cx="374650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://www.omgsysml.org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png"/><Relationship Id="rId25" Type="http://schemas.openxmlformats.org/officeDocument/2006/relationships/image" Target="../media/image28.png"/><Relationship Id="rId26" Type="http://schemas.openxmlformats.org/officeDocument/2006/relationships/image" Target="../media/image29.png"/><Relationship Id="rId27" Type="http://schemas.openxmlformats.org/officeDocument/2006/relationships/image" Target="../media/image30.png"/><Relationship Id="rId28" Type="http://schemas.openxmlformats.org/officeDocument/2006/relationships/image" Target="../media/image3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2.jp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61.png"/><Relationship Id="rId20" Type="http://schemas.openxmlformats.org/officeDocument/2006/relationships/image" Target="../media/image62.png"/><Relationship Id="rId21" Type="http://schemas.openxmlformats.org/officeDocument/2006/relationships/image" Target="../media/image63.png"/><Relationship Id="rId22" Type="http://schemas.openxmlformats.org/officeDocument/2006/relationships/image" Target="../media/image64.png"/><Relationship Id="rId23" Type="http://schemas.openxmlformats.org/officeDocument/2006/relationships/image" Target="../media/image65.png"/><Relationship Id="rId24" Type="http://schemas.openxmlformats.org/officeDocument/2006/relationships/image" Target="../media/image66.png"/><Relationship Id="rId25" Type="http://schemas.openxmlformats.org/officeDocument/2006/relationships/image" Target="../media/image67.png"/><Relationship Id="rId26" Type="http://schemas.openxmlformats.org/officeDocument/2006/relationships/image" Target="../media/image68.png"/><Relationship Id="rId27" Type="http://schemas.openxmlformats.org/officeDocument/2006/relationships/image" Target="../media/image69.png"/><Relationship Id="rId28" Type="http://schemas.openxmlformats.org/officeDocument/2006/relationships/image" Target="../media/image70.png"/><Relationship Id="rId29" Type="http://schemas.openxmlformats.org/officeDocument/2006/relationships/image" Target="../media/image71.png"/><Relationship Id="rId30" Type="http://schemas.openxmlformats.org/officeDocument/2006/relationships/image" Target="../media/image72.png"/><Relationship Id="rId31" Type="http://schemas.openxmlformats.org/officeDocument/2006/relationships/image" Target="../media/image73.png"/><Relationship Id="rId32" Type="http://schemas.openxmlformats.org/officeDocument/2006/relationships/image" Target="../media/image74.png"/><Relationship Id="rId33" Type="http://schemas.openxmlformats.org/officeDocument/2006/relationships/image" Target="../media/image75.png"/><Relationship Id="rId34" Type="http://schemas.openxmlformats.org/officeDocument/2006/relationships/image" Target="../media/image76.png"/><Relationship Id="rId35" Type="http://schemas.openxmlformats.org/officeDocument/2006/relationships/image" Target="../media/image77.png"/><Relationship Id="rId36" Type="http://schemas.openxmlformats.org/officeDocument/2006/relationships/image" Target="../media/image78.png"/><Relationship Id="rId37" Type="http://schemas.openxmlformats.org/officeDocument/2006/relationships/image" Target="../media/image79.png"/><Relationship Id="rId38" Type="http://schemas.openxmlformats.org/officeDocument/2006/relationships/image" Target="../media/image80.png"/><Relationship Id="rId39" Type="http://schemas.openxmlformats.org/officeDocument/2006/relationships/image" Target="../media/image81.png"/><Relationship Id="rId40" Type="http://schemas.openxmlformats.org/officeDocument/2006/relationships/image" Target="../media/image82.png"/><Relationship Id="rId41" Type="http://schemas.openxmlformats.org/officeDocument/2006/relationships/image" Target="../media/image83.png"/><Relationship Id="rId42" Type="http://schemas.openxmlformats.org/officeDocument/2006/relationships/image" Target="../media/image84.png"/><Relationship Id="rId43" Type="http://schemas.openxmlformats.org/officeDocument/2006/relationships/image" Target="../media/image85.png"/><Relationship Id="rId44" Type="http://schemas.openxmlformats.org/officeDocument/2006/relationships/image" Target="../media/image86.png"/><Relationship Id="rId45" Type="http://schemas.openxmlformats.org/officeDocument/2006/relationships/image" Target="../media/image87.png"/><Relationship Id="rId46" Type="http://schemas.openxmlformats.org/officeDocument/2006/relationships/image" Target="../media/image88.png"/><Relationship Id="rId47" Type="http://schemas.openxmlformats.org/officeDocument/2006/relationships/image" Target="../media/image89.png"/><Relationship Id="rId48" Type="http://schemas.openxmlformats.org/officeDocument/2006/relationships/image" Target="../media/image9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Relationship Id="rId9" Type="http://schemas.openxmlformats.org/officeDocument/2006/relationships/image" Target="../media/image114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image" Target="../media/image133.png"/><Relationship Id="rId11" Type="http://schemas.openxmlformats.org/officeDocument/2006/relationships/image" Target="../media/image134.png"/><Relationship Id="rId12" Type="http://schemas.openxmlformats.org/officeDocument/2006/relationships/image" Target="../media/image135.png"/><Relationship Id="rId13" Type="http://schemas.openxmlformats.org/officeDocument/2006/relationships/image" Target="../media/image136.png"/><Relationship Id="rId14" Type="http://schemas.openxmlformats.org/officeDocument/2006/relationships/image" Target="../media/image13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Relationship Id="rId5" Type="http://schemas.openxmlformats.org/officeDocument/2006/relationships/image" Target="../media/image148.png"/><Relationship Id="rId6" Type="http://schemas.openxmlformats.org/officeDocument/2006/relationships/image" Target="../media/image149.png"/><Relationship Id="rId7" Type="http://schemas.openxmlformats.org/officeDocument/2006/relationships/image" Target="../media/image150.png"/><Relationship Id="rId8" Type="http://schemas.openxmlformats.org/officeDocument/2006/relationships/image" Target="../media/image151.png"/><Relationship Id="rId9" Type="http://schemas.openxmlformats.org/officeDocument/2006/relationships/image" Target="../media/image152.png"/><Relationship Id="rId10" Type="http://schemas.openxmlformats.org/officeDocument/2006/relationships/image" Target="../media/image153.png"/><Relationship Id="rId11" Type="http://schemas.openxmlformats.org/officeDocument/2006/relationships/image" Target="../media/image154.png"/><Relationship Id="rId12" Type="http://schemas.openxmlformats.org/officeDocument/2006/relationships/image" Target="../media/image155.png"/><Relationship Id="rId13" Type="http://schemas.openxmlformats.org/officeDocument/2006/relationships/image" Target="../media/image156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7.png"/><Relationship Id="rId4" Type="http://schemas.openxmlformats.org/officeDocument/2006/relationships/image" Target="../media/image158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Relationship Id="rId8" Type="http://schemas.openxmlformats.org/officeDocument/2006/relationships/image" Target="../media/image164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59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Relationship Id="rId8" Type="http://schemas.openxmlformats.org/officeDocument/2006/relationships/image" Target="../media/image169.png"/><Relationship Id="rId9" Type="http://schemas.openxmlformats.org/officeDocument/2006/relationships/image" Target="../media/image170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71.png"/><Relationship Id="rId4" Type="http://schemas.openxmlformats.org/officeDocument/2006/relationships/image" Target="../media/image172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7" Type="http://schemas.openxmlformats.org/officeDocument/2006/relationships/image" Target="../media/image175.png"/><Relationship Id="rId8" Type="http://schemas.openxmlformats.org/officeDocument/2006/relationships/image" Target="../media/image176.png"/><Relationship Id="rId9" Type="http://schemas.openxmlformats.org/officeDocument/2006/relationships/image" Target="../media/image177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78.png"/><Relationship Id="rId4" Type="http://schemas.openxmlformats.org/officeDocument/2006/relationships/image" Target="../media/image179.png"/><Relationship Id="rId5" Type="http://schemas.openxmlformats.org/officeDocument/2006/relationships/image" Target="../media/image180.png"/><Relationship Id="rId6" Type="http://schemas.openxmlformats.org/officeDocument/2006/relationships/image" Target="../media/image181.png"/><Relationship Id="rId7" Type="http://schemas.openxmlformats.org/officeDocument/2006/relationships/image" Target="../media/image182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Relationship Id="rId5" Type="http://schemas.openxmlformats.org/officeDocument/2006/relationships/image" Target="../media/image185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86.jp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191.png"/><Relationship Id="rId9" Type="http://schemas.openxmlformats.org/officeDocument/2006/relationships/image" Target="../media/image192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93.jpg"/><Relationship Id="rId4" Type="http://schemas.openxmlformats.org/officeDocument/2006/relationships/image" Target="../media/image194.png"/><Relationship Id="rId5" Type="http://schemas.openxmlformats.org/officeDocument/2006/relationships/image" Target="../media/image195.png"/><Relationship Id="rId6" Type="http://schemas.openxmlformats.org/officeDocument/2006/relationships/image" Target="../media/image196.png"/><Relationship Id="rId7" Type="http://schemas.openxmlformats.org/officeDocument/2006/relationships/image" Target="../media/image197.png"/><Relationship Id="rId8" Type="http://schemas.openxmlformats.org/officeDocument/2006/relationships/image" Target="../media/image198.png"/><Relationship Id="rId9" Type="http://schemas.openxmlformats.org/officeDocument/2006/relationships/image" Target="../media/image199.png"/><Relationship Id="rId10" Type="http://schemas.openxmlformats.org/officeDocument/2006/relationships/image" Target="../media/image200.png"/><Relationship Id="rId11" Type="http://schemas.openxmlformats.org/officeDocument/2006/relationships/image" Target="../media/image201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02.jpg"/><Relationship Id="rId4" Type="http://schemas.openxmlformats.org/officeDocument/2006/relationships/image" Target="../media/image203.jpg"/><Relationship Id="rId5" Type="http://schemas.openxmlformats.org/officeDocument/2006/relationships/image" Target="../media/image204.jpg"/><Relationship Id="rId6" Type="http://schemas.openxmlformats.org/officeDocument/2006/relationships/image" Target="../media/image205.jpg"/><Relationship Id="rId7" Type="http://schemas.openxmlformats.org/officeDocument/2006/relationships/image" Target="../media/image206.png"/><Relationship Id="rId8" Type="http://schemas.openxmlformats.org/officeDocument/2006/relationships/image" Target="../media/image207.png"/><Relationship Id="rId9" Type="http://schemas.openxmlformats.org/officeDocument/2006/relationships/image" Target="../media/image193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08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Relationship Id="rId8" Type="http://schemas.openxmlformats.org/officeDocument/2006/relationships/image" Target="../media/image213.png"/><Relationship Id="rId9" Type="http://schemas.openxmlformats.org/officeDocument/2006/relationships/image" Target="../media/image214.png"/><Relationship Id="rId10" Type="http://schemas.openxmlformats.org/officeDocument/2006/relationships/image" Target="../media/image215.png"/><Relationship Id="rId11" Type="http://schemas.openxmlformats.org/officeDocument/2006/relationships/image" Target="../media/image216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17.png"/><Relationship Id="rId4" Type="http://schemas.openxmlformats.org/officeDocument/2006/relationships/image" Target="../media/image218.png"/><Relationship Id="rId5" Type="http://schemas.openxmlformats.org/officeDocument/2006/relationships/image" Target="../media/image219.png"/><Relationship Id="rId6" Type="http://schemas.openxmlformats.org/officeDocument/2006/relationships/image" Target="../media/image220.png"/><Relationship Id="rId7" Type="http://schemas.openxmlformats.org/officeDocument/2006/relationships/image" Target="../media/image221.png"/><Relationship Id="rId8" Type="http://schemas.openxmlformats.org/officeDocument/2006/relationships/image" Target="../media/image222.png"/><Relationship Id="rId9" Type="http://schemas.openxmlformats.org/officeDocument/2006/relationships/image" Target="../media/image223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24.png"/><Relationship Id="rId4" Type="http://schemas.openxmlformats.org/officeDocument/2006/relationships/image" Target="../media/image225.png"/><Relationship Id="rId5" Type="http://schemas.openxmlformats.org/officeDocument/2006/relationships/image" Target="../media/image226.png"/><Relationship Id="rId6" Type="http://schemas.openxmlformats.org/officeDocument/2006/relationships/image" Target="../media/image227.png"/><Relationship Id="rId7" Type="http://schemas.openxmlformats.org/officeDocument/2006/relationships/image" Target="../media/image228.png"/><Relationship Id="rId8" Type="http://schemas.openxmlformats.org/officeDocument/2006/relationships/image" Target="../media/image218.png"/><Relationship Id="rId9" Type="http://schemas.openxmlformats.org/officeDocument/2006/relationships/image" Target="../media/image229.png"/><Relationship Id="rId10" Type="http://schemas.openxmlformats.org/officeDocument/2006/relationships/image" Target="../media/image230.png"/><Relationship Id="rId11" Type="http://schemas.openxmlformats.org/officeDocument/2006/relationships/image" Target="../media/image231.png"/><Relationship Id="rId12" Type="http://schemas.openxmlformats.org/officeDocument/2006/relationships/image" Target="../media/image232.png"/><Relationship Id="rId13" Type="http://schemas.openxmlformats.org/officeDocument/2006/relationships/image" Target="../media/image233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6.png"/><Relationship Id="rId3" Type="http://schemas.openxmlformats.org/officeDocument/2006/relationships/image" Target="../media/image237.png"/><Relationship Id="rId4" Type="http://schemas.openxmlformats.org/officeDocument/2006/relationships/image" Target="../media/image238.png"/><Relationship Id="rId5" Type="http://schemas.openxmlformats.org/officeDocument/2006/relationships/image" Target="../media/image239.png"/><Relationship Id="rId6" Type="http://schemas.openxmlformats.org/officeDocument/2006/relationships/image" Target="../media/image240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1.png"/><Relationship Id="rId4" Type="http://schemas.openxmlformats.org/officeDocument/2006/relationships/image" Target="../media/image242.png"/><Relationship Id="rId5" Type="http://schemas.openxmlformats.org/officeDocument/2006/relationships/image" Target="../media/image243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Relationship Id="rId6" Type="http://schemas.openxmlformats.org/officeDocument/2006/relationships/image" Target="../media/image247.png"/><Relationship Id="rId7" Type="http://schemas.openxmlformats.org/officeDocument/2006/relationships/image" Target="../media/image248.png"/><Relationship Id="rId8" Type="http://schemas.openxmlformats.org/officeDocument/2006/relationships/image" Target="../media/image249.png"/><Relationship Id="rId9" Type="http://schemas.openxmlformats.org/officeDocument/2006/relationships/image" Target="../media/image250.png"/><Relationship Id="rId10" Type="http://schemas.openxmlformats.org/officeDocument/2006/relationships/image" Target="../media/image251.png"/><Relationship Id="rId11" Type="http://schemas.openxmlformats.org/officeDocument/2006/relationships/image" Target="../media/image252.png"/><Relationship Id="rId12" Type="http://schemas.openxmlformats.org/officeDocument/2006/relationships/image" Target="../media/image253.png"/><Relationship Id="rId13" Type="http://schemas.openxmlformats.org/officeDocument/2006/relationships/image" Target="../media/image254.png"/><Relationship Id="rId14" Type="http://schemas.openxmlformats.org/officeDocument/2006/relationships/image" Target="../media/image255.png"/><Relationship Id="rId15" Type="http://schemas.openxmlformats.org/officeDocument/2006/relationships/image" Target="../media/image256.png"/><Relationship Id="rId16" Type="http://schemas.openxmlformats.org/officeDocument/2006/relationships/image" Target="../media/image257.png"/><Relationship Id="rId17" Type="http://schemas.openxmlformats.org/officeDocument/2006/relationships/image" Target="../media/image258.png"/><Relationship Id="rId18" Type="http://schemas.openxmlformats.org/officeDocument/2006/relationships/image" Target="../media/image259.png"/><Relationship Id="rId19" Type="http://schemas.openxmlformats.org/officeDocument/2006/relationships/image" Target="../media/image260.png"/><Relationship Id="rId20" Type="http://schemas.openxmlformats.org/officeDocument/2006/relationships/image" Target="../media/image261.png"/><Relationship Id="rId21" Type="http://schemas.openxmlformats.org/officeDocument/2006/relationships/image" Target="../media/image262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134.png"/><Relationship Id="rId7" Type="http://schemas.openxmlformats.org/officeDocument/2006/relationships/image" Target="../media/image266.png"/><Relationship Id="rId8" Type="http://schemas.openxmlformats.org/officeDocument/2006/relationships/image" Target="../media/image267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68.png"/><Relationship Id="rId4" Type="http://schemas.openxmlformats.org/officeDocument/2006/relationships/image" Target="../media/image269.png"/><Relationship Id="rId5" Type="http://schemas.openxmlformats.org/officeDocument/2006/relationships/image" Target="../media/image270.png"/><Relationship Id="rId6" Type="http://schemas.openxmlformats.org/officeDocument/2006/relationships/image" Target="../media/image271.png"/><Relationship Id="rId7" Type="http://schemas.openxmlformats.org/officeDocument/2006/relationships/image" Target="../media/image272.png"/><Relationship Id="rId8" Type="http://schemas.openxmlformats.org/officeDocument/2006/relationships/image" Target="../media/image273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74.png"/><Relationship Id="rId4" Type="http://schemas.openxmlformats.org/officeDocument/2006/relationships/image" Target="../media/image275.png"/><Relationship Id="rId5" Type="http://schemas.openxmlformats.org/officeDocument/2006/relationships/image" Target="../media/image276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77.png"/><Relationship Id="rId4" Type="http://schemas.openxmlformats.org/officeDocument/2006/relationships/image" Target="../media/image278.png"/><Relationship Id="rId5" Type="http://schemas.openxmlformats.org/officeDocument/2006/relationships/image" Target="../media/image279.png"/><Relationship Id="rId6" Type="http://schemas.openxmlformats.org/officeDocument/2006/relationships/image" Target="../media/image280.png"/><Relationship Id="rId7" Type="http://schemas.openxmlformats.org/officeDocument/2006/relationships/image" Target="../media/image281.png"/><Relationship Id="rId8" Type="http://schemas.openxmlformats.org/officeDocument/2006/relationships/image" Target="../media/image282.png"/><Relationship Id="rId9" Type="http://schemas.openxmlformats.org/officeDocument/2006/relationships/image" Target="../media/image283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4.png"/><Relationship Id="rId3" Type="http://schemas.openxmlformats.org/officeDocument/2006/relationships/image" Target="../media/image285.png"/><Relationship Id="rId4" Type="http://schemas.openxmlformats.org/officeDocument/2006/relationships/image" Target="../media/image286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87.png"/><Relationship Id="rId4" Type="http://schemas.openxmlformats.org/officeDocument/2006/relationships/image" Target="../media/image288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89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90.png"/><Relationship Id="rId4" Type="http://schemas.openxmlformats.org/officeDocument/2006/relationships/image" Target="../media/image291.png"/><Relationship Id="rId5" Type="http://schemas.openxmlformats.org/officeDocument/2006/relationships/image" Target="../media/image292.png"/><Relationship Id="rId6" Type="http://schemas.openxmlformats.org/officeDocument/2006/relationships/image" Target="../media/image293.png"/><Relationship Id="rId7" Type="http://schemas.openxmlformats.org/officeDocument/2006/relationships/image" Target="../media/image294.png"/><Relationship Id="rId8" Type="http://schemas.openxmlformats.org/officeDocument/2006/relationships/image" Target="../media/image295.png"/><Relationship Id="rId9" Type="http://schemas.openxmlformats.org/officeDocument/2006/relationships/image" Target="../media/image296.png"/><Relationship Id="rId10" Type="http://schemas.openxmlformats.org/officeDocument/2006/relationships/image" Target="../media/image297.png"/><Relationship Id="rId11" Type="http://schemas.openxmlformats.org/officeDocument/2006/relationships/image" Target="../media/image298.png"/><Relationship Id="rId12" Type="http://schemas.openxmlformats.org/officeDocument/2006/relationships/image" Target="../media/image299.png"/><Relationship Id="rId13" Type="http://schemas.openxmlformats.org/officeDocument/2006/relationships/image" Target="../media/image300.png"/><Relationship Id="rId14" Type="http://schemas.openxmlformats.org/officeDocument/2006/relationships/image" Target="../media/image301.png"/><Relationship Id="rId15" Type="http://schemas.openxmlformats.org/officeDocument/2006/relationships/image" Target="../media/image302.png"/><Relationship Id="rId16" Type="http://schemas.openxmlformats.org/officeDocument/2006/relationships/image" Target="../media/image303.png"/><Relationship Id="rId17" Type="http://schemas.openxmlformats.org/officeDocument/2006/relationships/image" Target="../media/image304.png"/><Relationship Id="rId18" Type="http://schemas.openxmlformats.org/officeDocument/2006/relationships/image" Target="../media/image305.png"/><Relationship Id="rId19" Type="http://schemas.openxmlformats.org/officeDocument/2006/relationships/image" Target="../media/image306.png"/><Relationship Id="rId20" Type="http://schemas.openxmlformats.org/officeDocument/2006/relationships/image" Target="../media/image307.png"/><Relationship Id="rId21" Type="http://schemas.openxmlformats.org/officeDocument/2006/relationships/image" Target="../media/image308.png"/><Relationship Id="rId22" Type="http://schemas.openxmlformats.org/officeDocument/2006/relationships/image" Target="../media/image309.png"/><Relationship Id="rId23" Type="http://schemas.openxmlformats.org/officeDocument/2006/relationships/image" Target="../media/image310.png"/><Relationship Id="rId24" Type="http://schemas.openxmlformats.org/officeDocument/2006/relationships/image" Target="../media/image311.png"/><Relationship Id="rId25" Type="http://schemas.openxmlformats.org/officeDocument/2006/relationships/image" Target="../media/image312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313.png"/><Relationship Id="rId4" Type="http://schemas.openxmlformats.org/officeDocument/2006/relationships/image" Target="../media/image314.png"/><Relationship Id="rId5" Type="http://schemas.openxmlformats.org/officeDocument/2006/relationships/image" Target="../media/image315.png"/><Relationship Id="rId6" Type="http://schemas.openxmlformats.org/officeDocument/2006/relationships/image" Target="../media/image316.png"/><Relationship Id="rId7" Type="http://schemas.openxmlformats.org/officeDocument/2006/relationships/image" Target="../media/image317.png"/><Relationship Id="rId8" Type="http://schemas.openxmlformats.org/officeDocument/2006/relationships/image" Target="../media/image318.png"/><Relationship Id="rId9" Type="http://schemas.openxmlformats.org/officeDocument/2006/relationships/image" Target="../media/image319.png"/><Relationship Id="rId10" Type="http://schemas.openxmlformats.org/officeDocument/2006/relationships/image" Target="../media/image320.png"/><Relationship Id="rId11" Type="http://schemas.openxmlformats.org/officeDocument/2006/relationships/image" Target="../media/image321.png"/><Relationship Id="rId12" Type="http://schemas.openxmlformats.org/officeDocument/2006/relationships/image" Target="../media/image322.png"/><Relationship Id="rId13" Type="http://schemas.openxmlformats.org/officeDocument/2006/relationships/image" Target="../media/image323.png"/><Relationship Id="rId14" Type="http://schemas.openxmlformats.org/officeDocument/2006/relationships/image" Target="../media/image324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325.png"/><Relationship Id="rId4" Type="http://schemas.openxmlformats.org/officeDocument/2006/relationships/image" Target="../media/image326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327.png"/><Relationship Id="rId4" Type="http://schemas.openxmlformats.org/officeDocument/2006/relationships/image" Target="../media/image328.png"/><Relationship Id="rId5" Type="http://schemas.openxmlformats.org/officeDocument/2006/relationships/image" Target="../media/image173.png"/><Relationship Id="rId6" Type="http://schemas.openxmlformats.org/officeDocument/2006/relationships/image" Target="../media/image329.png"/><Relationship Id="rId7" Type="http://schemas.openxmlformats.org/officeDocument/2006/relationships/image" Target="../media/image330.png"/><Relationship Id="rId8" Type="http://schemas.openxmlformats.org/officeDocument/2006/relationships/image" Target="../media/image331.png"/><Relationship Id="rId9" Type="http://schemas.openxmlformats.org/officeDocument/2006/relationships/image" Target="../media/image332.png"/><Relationship Id="rId10" Type="http://schemas.openxmlformats.org/officeDocument/2006/relationships/image" Target="../media/image333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34.png"/><Relationship Id="rId4" Type="http://schemas.openxmlformats.org/officeDocument/2006/relationships/image" Target="../media/image335.png"/><Relationship Id="rId5" Type="http://schemas.openxmlformats.org/officeDocument/2006/relationships/image" Target="../media/image336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37.jpg"/><Relationship Id="rId4" Type="http://schemas.openxmlformats.org/officeDocument/2006/relationships/image" Target="../media/image338.png"/><Relationship Id="rId5" Type="http://schemas.openxmlformats.org/officeDocument/2006/relationships/image" Target="../media/image339.jpg"/><Relationship Id="rId6" Type="http://schemas.openxmlformats.org/officeDocument/2006/relationships/image" Target="../media/image340.png"/><Relationship Id="rId7" Type="http://schemas.openxmlformats.org/officeDocument/2006/relationships/image" Target="../media/image341.jpg"/><Relationship Id="rId8" Type="http://schemas.openxmlformats.org/officeDocument/2006/relationships/image" Target="../media/image342.jpg"/><Relationship Id="rId9" Type="http://schemas.openxmlformats.org/officeDocument/2006/relationships/image" Target="../media/image343.jpg"/><Relationship Id="rId10" Type="http://schemas.openxmlformats.org/officeDocument/2006/relationships/image" Target="../media/image344.png"/><Relationship Id="rId11" Type="http://schemas.openxmlformats.org/officeDocument/2006/relationships/image" Target="../media/image345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46.png"/><Relationship Id="rId4" Type="http://schemas.openxmlformats.org/officeDocument/2006/relationships/image" Target="../media/image347.png"/><Relationship Id="rId5" Type="http://schemas.openxmlformats.org/officeDocument/2006/relationships/image" Target="../media/image348.png"/><Relationship Id="rId6" Type="http://schemas.openxmlformats.org/officeDocument/2006/relationships/image" Target="../media/image349.png"/><Relationship Id="rId7" Type="http://schemas.openxmlformats.org/officeDocument/2006/relationships/image" Target="../media/image350.png"/><Relationship Id="rId8" Type="http://schemas.openxmlformats.org/officeDocument/2006/relationships/image" Target="../media/image351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52.jpg"/><Relationship Id="rId4" Type="http://schemas.openxmlformats.org/officeDocument/2006/relationships/image" Target="../media/image353.jpg"/><Relationship Id="rId5" Type="http://schemas.openxmlformats.org/officeDocument/2006/relationships/image" Target="../media/image354.jpg"/><Relationship Id="rId6" Type="http://schemas.openxmlformats.org/officeDocument/2006/relationships/image" Target="../media/image355.pn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6.png"/><Relationship Id="rId3" Type="http://schemas.openxmlformats.org/officeDocument/2006/relationships/image" Target="../media/image357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8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59.pn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60.jpg"/><Relationship Id="rId4" Type="http://schemas.openxmlformats.org/officeDocument/2006/relationships/slide" Target="slide85.xml"/><Relationship Id="rId5" Type="http://schemas.openxmlformats.org/officeDocument/2006/relationships/image" Target="../media/image361.png"/><Relationship Id="rId6" Type="http://schemas.openxmlformats.org/officeDocument/2006/relationships/image" Target="../media/image362.png"/><Relationship Id="rId7" Type="http://schemas.openxmlformats.org/officeDocument/2006/relationships/image" Target="../media/image363.png"/><Relationship Id="rId8" Type="http://schemas.openxmlformats.org/officeDocument/2006/relationships/image" Target="../media/image364.png"/><Relationship Id="rId9" Type="http://schemas.openxmlformats.org/officeDocument/2006/relationships/image" Target="../media/image365.png"/><Relationship Id="rId10" Type="http://schemas.openxmlformats.org/officeDocument/2006/relationships/image" Target="../media/image366.png"/><Relationship Id="rId11" Type="http://schemas.openxmlformats.org/officeDocument/2006/relationships/image" Target="../media/image367.png"/><Relationship Id="rId12" Type="http://schemas.openxmlformats.org/officeDocument/2006/relationships/image" Target="../media/image368.png"/><Relationship Id="rId13" Type="http://schemas.openxmlformats.org/officeDocument/2006/relationships/image" Target="../media/image369.png"/><Relationship Id="rId14" Type="http://schemas.openxmlformats.org/officeDocument/2006/relationships/image" Target="../media/image370.png"/><Relationship Id="rId15" Type="http://schemas.openxmlformats.org/officeDocument/2006/relationships/image" Target="../media/image371.png"/><Relationship Id="rId16" Type="http://schemas.openxmlformats.org/officeDocument/2006/relationships/image" Target="../media/image372.png"/><Relationship Id="rId17" Type="http://schemas.openxmlformats.org/officeDocument/2006/relationships/image" Target="../media/image373.png"/><Relationship Id="rId18" Type="http://schemas.openxmlformats.org/officeDocument/2006/relationships/image" Target="../media/image374.png"/><Relationship Id="rId19" Type="http://schemas.openxmlformats.org/officeDocument/2006/relationships/image" Target="../media/image375.png"/><Relationship Id="rId20" Type="http://schemas.openxmlformats.org/officeDocument/2006/relationships/image" Target="../media/image376.png"/><Relationship Id="rId21" Type="http://schemas.openxmlformats.org/officeDocument/2006/relationships/image" Target="../media/image377.png"/><Relationship Id="rId22" Type="http://schemas.openxmlformats.org/officeDocument/2006/relationships/image" Target="../media/image378.png"/><Relationship Id="rId23" Type="http://schemas.openxmlformats.org/officeDocument/2006/relationships/image" Target="../media/image379.png"/><Relationship Id="rId24" Type="http://schemas.openxmlformats.org/officeDocument/2006/relationships/image" Target="../media/image380.pn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81.png"/><Relationship Id="rId4" Type="http://schemas.openxmlformats.org/officeDocument/2006/relationships/image" Target="../media/image382.pn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83.pn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84.png"/><Relationship Id="rId4" Type="http://schemas.openxmlformats.org/officeDocument/2006/relationships/image" Target="../media/image354.jpg"/><Relationship Id="rId5" Type="http://schemas.openxmlformats.org/officeDocument/2006/relationships/slide" Target="slide82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5.pn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86.png"/><Relationship Id="rId4" Type="http://schemas.openxmlformats.org/officeDocument/2006/relationships/slide" Target="slide88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7.pn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8.png"/><Relationship Id="rId3" Type="http://schemas.openxmlformats.org/officeDocument/2006/relationships/image" Target="../media/image389.png"/><Relationship Id="rId4" Type="http://schemas.openxmlformats.org/officeDocument/2006/relationships/image" Target="../media/image390.png"/><Relationship Id="rId5" Type="http://schemas.openxmlformats.org/officeDocument/2006/relationships/image" Target="../media/image391.png"/><Relationship Id="rId6" Type="http://schemas.openxmlformats.org/officeDocument/2006/relationships/image" Target="../media/image392.png"/><Relationship Id="rId7" Type="http://schemas.openxmlformats.org/officeDocument/2006/relationships/image" Target="../media/image393.png"/><Relationship Id="rId8" Type="http://schemas.openxmlformats.org/officeDocument/2006/relationships/image" Target="../media/image394.png"/><Relationship Id="rId9" Type="http://schemas.openxmlformats.org/officeDocument/2006/relationships/image" Target="../media/image395.png"/><Relationship Id="rId10" Type="http://schemas.openxmlformats.org/officeDocument/2006/relationships/image" Target="../media/image396.png"/><Relationship Id="rId11" Type="http://schemas.openxmlformats.org/officeDocument/2006/relationships/image" Target="../media/image397.pn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8.png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slide" Target="slide92.xml"/><Relationship Id="rId4" Type="http://schemas.openxmlformats.org/officeDocument/2006/relationships/image" Target="../media/image399.png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0.pn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01.png"/><Relationship Id="rId4" Type="http://schemas.openxmlformats.org/officeDocument/2006/relationships/image" Target="../media/image402.png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3.png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4.png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05.png"/><Relationship Id="rId4" Type="http://schemas.openxmlformats.org/officeDocument/2006/relationships/image" Target="../media/image406.png"/><Relationship Id="rId5" Type="http://schemas.openxmlformats.org/officeDocument/2006/relationships/image" Target="../media/image407.png"/><Relationship Id="rId6" Type="http://schemas.openxmlformats.org/officeDocument/2006/relationships/image" Target="../media/image408.png"/><Relationship Id="rId7" Type="http://schemas.openxmlformats.org/officeDocument/2006/relationships/image" Target="../media/image409.png"/><Relationship Id="rId8" Type="http://schemas.openxmlformats.org/officeDocument/2006/relationships/image" Target="../media/image410.png"/><Relationship Id="rId9" Type="http://schemas.openxmlformats.org/officeDocument/2006/relationships/image" Target="../media/image411.png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12.png"/><Relationship Id="rId4" Type="http://schemas.openxmlformats.org/officeDocument/2006/relationships/image" Target="../media/image413.png"/><Relationship Id="rId5" Type="http://schemas.openxmlformats.org/officeDocument/2006/relationships/image" Target="../media/image414.png"/><Relationship Id="rId6" Type="http://schemas.openxmlformats.org/officeDocument/2006/relationships/image" Target="../media/image415.png"/><Relationship Id="rId7" Type="http://schemas.openxmlformats.org/officeDocument/2006/relationships/image" Target="../media/image416.png"/><Relationship Id="rId8" Type="http://schemas.openxmlformats.org/officeDocument/2006/relationships/image" Target="../media/image417.png"/><Relationship Id="rId9" Type="http://schemas.openxmlformats.org/officeDocument/2006/relationships/image" Target="../media/image418.png"/><Relationship Id="rId10" Type="http://schemas.openxmlformats.org/officeDocument/2006/relationships/image" Target="../media/image419.png"/><Relationship Id="rId11" Type="http://schemas.openxmlformats.org/officeDocument/2006/relationships/image" Target="../media/image420.png"/><Relationship Id="rId12" Type="http://schemas.openxmlformats.org/officeDocument/2006/relationships/image" Target="../media/image421.png"/><Relationship Id="rId13" Type="http://schemas.openxmlformats.org/officeDocument/2006/relationships/image" Target="../media/image422.png"/><Relationship Id="rId14" Type="http://schemas.openxmlformats.org/officeDocument/2006/relationships/image" Target="../media/image423.png"/><Relationship Id="rId15" Type="http://schemas.openxmlformats.org/officeDocument/2006/relationships/image" Target="../media/image424.png"/><Relationship Id="rId16" Type="http://schemas.openxmlformats.org/officeDocument/2006/relationships/image" Target="../media/image425.png"/><Relationship Id="rId17" Type="http://schemas.openxmlformats.org/officeDocument/2006/relationships/image" Target="../media/image426.png"/><Relationship Id="rId18" Type="http://schemas.openxmlformats.org/officeDocument/2006/relationships/image" Target="../media/image427.png"/><Relationship Id="rId19" Type="http://schemas.openxmlformats.org/officeDocument/2006/relationships/image" Target="../media/image428.png"/><Relationship Id="rId20" Type="http://schemas.openxmlformats.org/officeDocument/2006/relationships/image" Target="../media/image429.png"/><Relationship Id="rId21" Type="http://schemas.openxmlformats.org/officeDocument/2006/relationships/image" Target="../media/image430.png"/><Relationship Id="rId22" Type="http://schemas.openxmlformats.org/officeDocument/2006/relationships/image" Target="../media/image431.png"/><Relationship Id="rId23" Type="http://schemas.openxmlformats.org/officeDocument/2006/relationships/image" Target="../media/image432.png"/><Relationship Id="rId24" Type="http://schemas.openxmlformats.org/officeDocument/2006/relationships/image" Target="../media/image433.png"/><Relationship Id="rId25" Type="http://schemas.openxmlformats.org/officeDocument/2006/relationships/image" Target="../media/image434.png"/><Relationship Id="rId26" Type="http://schemas.openxmlformats.org/officeDocument/2006/relationships/image" Target="../media/image435.png"/><Relationship Id="rId27" Type="http://schemas.openxmlformats.org/officeDocument/2006/relationships/image" Target="../media/image436.png"/><Relationship Id="rId28" Type="http://schemas.openxmlformats.org/officeDocument/2006/relationships/image" Target="../media/image437.png"/><Relationship Id="rId29" Type="http://schemas.openxmlformats.org/officeDocument/2006/relationships/image" Target="../media/image438.png"/><Relationship Id="rId30" Type="http://schemas.openxmlformats.org/officeDocument/2006/relationships/image" Target="../media/image439.png"/><Relationship Id="rId31" Type="http://schemas.openxmlformats.org/officeDocument/2006/relationships/image" Target="../media/image440.png"/><Relationship Id="rId32" Type="http://schemas.openxmlformats.org/officeDocument/2006/relationships/image" Target="../media/image441.png"/><Relationship Id="rId33" Type="http://schemas.openxmlformats.org/officeDocument/2006/relationships/image" Target="../media/image442.png"/><Relationship Id="rId34" Type="http://schemas.openxmlformats.org/officeDocument/2006/relationships/image" Target="../media/image443.png"/><Relationship Id="rId35" Type="http://schemas.openxmlformats.org/officeDocument/2006/relationships/image" Target="../media/image444.png"/><Relationship Id="rId36" Type="http://schemas.openxmlformats.org/officeDocument/2006/relationships/image" Target="../media/image445.png"/><Relationship Id="rId37" Type="http://schemas.openxmlformats.org/officeDocument/2006/relationships/image" Target="../media/image446.png"/><Relationship Id="rId38" Type="http://schemas.openxmlformats.org/officeDocument/2006/relationships/image" Target="../media/image447.png"/><Relationship Id="rId39" Type="http://schemas.openxmlformats.org/officeDocument/2006/relationships/image" Target="../media/image448.png"/><Relationship Id="rId40" Type="http://schemas.openxmlformats.org/officeDocument/2006/relationships/image" Target="../media/image449.png"/><Relationship Id="rId41" Type="http://schemas.openxmlformats.org/officeDocument/2006/relationships/image" Target="../media/image450.png"/><Relationship Id="rId42" Type="http://schemas.openxmlformats.org/officeDocument/2006/relationships/image" Target="../media/image451.png"/><Relationship Id="rId43" Type="http://schemas.openxmlformats.org/officeDocument/2006/relationships/image" Target="../media/image452.png"/><Relationship Id="rId44" Type="http://schemas.openxmlformats.org/officeDocument/2006/relationships/image" Target="../media/image453.png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54.png"/><Relationship Id="rId4" Type="http://schemas.openxmlformats.org/officeDocument/2006/relationships/image" Target="../media/image455.png"/><Relationship Id="rId5" Type="http://schemas.openxmlformats.org/officeDocument/2006/relationships/image" Target="../media/image456.png"/><Relationship Id="rId6" Type="http://schemas.openxmlformats.org/officeDocument/2006/relationships/image" Target="../media/image457.png"/><Relationship Id="rId7" Type="http://schemas.openxmlformats.org/officeDocument/2006/relationships/image" Target="../media/image458.png"/><Relationship Id="rId8" Type="http://schemas.openxmlformats.org/officeDocument/2006/relationships/image" Target="../media/image459.png"/><Relationship Id="rId9" Type="http://schemas.openxmlformats.org/officeDocument/2006/relationships/image" Target="../media/image460.png"/><Relationship Id="rId10" Type="http://schemas.openxmlformats.org/officeDocument/2006/relationships/image" Target="../media/image461.png"/><Relationship Id="rId11" Type="http://schemas.openxmlformats.org/officeDocument/2006/relationships/image" Target="../media/image462.png"/><Relationship Id="rId12" Type="http://schemas.openxmlformats.org/officeDocument/2006/relationships/image" Target="../media/image463.png"/><Relationship Id="rId13" Type="http://schemas.openxmlformats.org/officeDocument/2006/relationships/image" Target="../media/image464.png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65.png"/><Relationship Id="rId4" Type="http://schemas.openxmlformats.org/officeDocument/2006/relationships/image" Target="../media/image466.png"/><Relationship Id="rId5" Type="http://schemas.openxmlformats.org/officeDocument/2006/relationships/image" Target="../media/image467.png"/><Relationship Id="rId6" Type="http://schemas.openxmlformats.org/officeDocument/2006/relationships/image" Target="../media/image468.png"/><Relationship Id="rId7" Type="http://schemas.openxmlformats.org/officeDocument/2006/relationships/image" Target="../media/image469.png"/><Relationship Id="rId8" Type="http://schemas.openxmlformats.org/officeDocument/2006/relationships/image" Target="../media/image470.png"/><Relationship Id="rId9" Type="http://schemas.openxmlformats.org/officeDocument/2006/relationships/image" Target="../media/image471.png"/><Relationship Id="rId10" Type="http://schemas.openxmlformats.org/officeDocument/2006/relationships/image" Target="../media/image472.png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3.png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4.png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75.png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6.png"/><Relationship Id="rId3" Type="http://schemas.openxmlformats.org/officeDocument/2006/relationships/image" Target="../media/image477.png"/><Relationship Id="rId4" Type="http://schemas.openxmlformats.org/officeDocument/2006/relationships/image" Target="../media/image478.png"/><Relationship Id="rId5" Type="http://schemas.openxmlformats.org/officeDocument/2006/relationships/image" Target="../media/image479.png"/><Relationship Id="rId6" Type="http://schemas.openxmlformats.org/officeDocument/2006/relationships/image" Target="../media/image480.png"/><Relationship Id="rId7" Type="http://schemas.openxmlformats.org/officeDocument/2006/relationships/image" Target="../media/image481.png"/><Relationship Id="rId8" Type="http://schemas.openxmlformats.org/officeDocument/2006/relationships/image" Target="../media/image482.png"/><Relationship Id="rId9" Type="http://schemas.openxmlformats.org/officeDocument/2006/relationships/image" Target="../media/image483.png"/><Relationship Id="rId10" Type="http://schemas.openxmlformats.org/officeDocument/2006/relationships/image" Target="../media/image484.png"/><Relationship Id="rId11" Type="http://schemas.openxmlformats.org/officeDocument/2006/relationships/image" Target="../media/image485.png"/><Relationship Id="rId12" Type="http://schemas.openxmlformats.org/officeDocument/2006/relationships/image" Target="../media/image486.png"/><Relationship Id="rId13" Type="http://schemas.openxmlformats.org/officeDocument/2006/relationships/image" Target="../media/image487.png"/><Relationship Id="rId14" Type="http://schemas.openxmlformats.org/officeDocument/2006/relationships/image" Target="../media/image488.png"/><Relationship Id="rId15" Type="http://schemas.openxmlformats.org/officeDocument/2006/relationships/image" Target="../media/image489.png"/><Relationship Id="rId16" Type="http://schemas.openxmlformats.org/officeDocument/2006/relationships/image" Target="../media/image490.png"/><Relationship Id="rId17" Type="http://schemas.openxmlformats.org/officeDocument/2006/relationships/image" Target="../media/image491.png"/><Relationship Id="rId18" Type="http://schemas.openxmlformats.org/officeDocument/2006/relationships/image" Target="../media/image492.png"/><Relationship Id="rId19" Type="http://schemas.openxmlformats.org/officeDocument/2006/relationships/image" Target="../media/image493.png"/><Relationship Id="rId20" Type="http://schemas.openxmlformats.org/officeDocument/2006/relationships/image" Target="../media/image494.png"/><Relationship Id="rId21" Type="http://schemas.openxmlformats.org/officeDocument/2006/relationships/image" Target="../media/image495.png"/><Relationship Id="rId22" Type="http://schemas.openxmlformats.org/officeDocument/2006/relationships/image" Target="../media/image496.png"/><Relationship Id="rId23" Type="http://schemas.openxmlformats.org/officeDocument/2006/relationships/image" Target="../media/image497.png"/><Relationship Id="rId24" Type="http://schemas.openxmlformats.org/officeDocument/2006/relationships/image" Target="../media/image498.png"/><Relationship Id="rId25" Type="http://schemas.openxmlformats.org/officeDocument/2006/relationships/image" Target="../media/image499.png"/><Relationship Id="rId26" Type="http://schemas.openxmlformats.org/officeDocument/2006/relationships/image" Target="../media/image500.png"/><Relationship Id="rId27" Type="http://schemas.openxmlformats.org/officeDocument/2006/relationships/image" Target="../media/image501.png"/><Relationship Id="rId28" Type="http://schemas.openxmlformats.org/officeDocument/2006/relationships/image" Target="../media/image502.png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03.png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04.png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05.png"/><Relationship Id="rId4" Type="http://schemas.openxmlformats.org/officeDocument/2006/relationships/image" Target="../media/image506.png"/><Relationship Id="rId5" Type="http://schemas.openxmlformats.org/officeDocument/2006/relationships/image" Target="../media/image507.png"/><Relationship Id="rId6" Type="http://schemas.openxmlformats.org/officeDocument/2006/relationships/image" Target="../media/image508.png"/><Relationship Id="rId7" Type="http://schemas.openxmlformats.org/officeDocument/2006/relationships/image" Target="../media/image509.png"/><Relationship Id="rId8" Type="http://schemas.openxmlformats.org/officeDocument/2006/relationships/image" Target="../media/image510.png"/><Relationship Id="rId9" Type="http://schemas.openxmlformats.org/officeDocument/2006/relationships/image" Target="../media/image511.png"/><Relationship Id="rId10" Type="http://schemas.openxmlformats.org/officeDocument/2006/relationships/image" Target="../media/image512.png"/><Relationship Id="rId11" Type="http://schemas.openxmlformats.org/officeDocument/2006/relationships/image" Target="../media/image513.png"/><Relationship Id="rId12" Type="http://schemas.openxmlformats.org/officeDocument/2006/relationships/image" Target="../media/image514.png"/><Relationship Id="rId13" Type="http://schemas.openxmlformats.org/officeDocument/2006/relationships/image" Target="../media/image515.png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16.png"/><Relationship Id="rId4" Type="http://schemas.openxmlformats.org/officeDocument/2006/relationships/image" Target="../media/image517.png"/><Relationship Id="rId5" Type="http://schemas.openxmlformats.org/officeDocument/2006/relationships/image" Target="../media/image518.png"/><Relationship Id="rId6" Type="http://schemas.openxmlformats.org/officeDocument/2006/relationships/image" Target="../media/image519.png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0.png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21.png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2.png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3.png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24.png"/><Relationship Id="rId4" Type="http://schemas.openxmlformats.org/officeDocument/2006/relationships/image" Target="../media/image525.png"/><Relationship Id="rId5" Type="http://schemas.openxmlformats.org/officeDocument/2006/relationships/image" Target="../media/image526.png"/><Relationship Id="rId6" Type="http://schemas.openxmlformats.org/officeDocument/2006/relationships/image" Target="../media/image527.png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8.png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529.png"/><Relationship Id="rId4" Type="http://schemas.openxmlformats.org/officeDocument/2006/relationships/image" Target="../media/image530.png"/><Relationship Id="rId5" Type="http://schemas.openxmlformats.org/officeDocument/2006/relationships/image" Target="../media/image531.png"/><Relationship Id="rId6" Type="http://schemas.openxmlformats.org/officeDocument/2006/relationships/image" Target="../media/image532.png"/><Relationship Id="rId7" Type="http://schemas.openxmlformats.org/officeDocument/2006/relationships/image" Target="../media/image533.png"/><Relationship Id="rId8" Type="http://schemas.openxmlformats.org/officeDocument/2006/relationships/image" Target="../media/image534.png"/><Relationship Id="rId9" Type="http://schemas.openxmlformats.org/officeDocument/2006/relationships/image" Target="../media/image535.png"/><Relationship Id="rId10" Type="http://schemas.openxmlformats.org/officeDocument/2006/relationships/image" Target="../media/image536.png"/><Relationship Id="rId11" Type="http://schemas.openxmlformats.org/officeDocument/2006/relationships/image" Target="../media/image537.png"/><Relationship Id="rId12" Type="http://schemas.openxmlformats.org/officeDocument/2006/relationships/image" Target="../media/image538.png"/><Relationship Id="rId13" Type="http://schemas.openxmlformats.org/officeDocument/2006/relationships/image" Target="../media/image539.png"/><Relationship Id="rId14" Type="http://schemas.openxmlformats.org/officeDocument/2006/relationships/image" Target="../media/image540.png"/><Relationship Id="rId15" Type="http://schemas.openxmlformats.org/officeDocument/2006/relationships/image" Target="../media/image541.png"/><Relationship Id="rId16" Type="http://schemas.openxmlformats.org/officeDocument/2006/relationships/image" Target="../media/image542.png"/><Relationship Id="rId17" Type="http://schemas.openxmlformats.org/officeDocument/2006/relationships/image" Target="../media/image543.png"/><Relationship Id="rId18" Type="http://schemas.openxmlformats.org/officeDocument/2006/relationships/image" Target="../media/image544.png"/><Relationship Id="rId19" Type="http://schemas.openxmlformats.org/officeDocument/2006/relationships/image" Target="../media/image545.png"/><Relationship Id="rId20" Type="http://schemas.openxmlformats.org/officeDocument/2006/relationships/image" Target="../media/image546.png"/><Relationship Id="rId21" Type="http://schemas.openxmlformats.org/officeDocument/2006/relationships/image" Target="../media/image547.png"/><Relationship Id="rId22" Type="http://schemas.openxmlformats.org/officeDocument/2006/relationships/image" Target="../media/image548.png"/><Relationship Id="rId23" Type="http://schemas.openxmlformats.org/officeDocument/2006/relationships/image" Target="../media/image549.png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550.png"/><Relationship Id="rId4" Type="http://schemas.openxmlformats.org/officeDocument/2006/relationships/image" Target="../media/image551.png"/><Relationship Id="rId5" Type="http://schemas.openxmlformats.org/officeDocument/2006/relationships/image" Target="../media/image552.png"/><Relationship Id="rId6" Type="http://schemas.openxmlformats.org/officeDocument/2006/relationships/image" Target="../media/image553.png"/><Relationship Id="rId7" Type="http://schemas.openxmlformats.org/officeDocument/2006/relationships/image" Target="../media/image554.png"/><Relationship Id="rId8" Type="http://schemas.openxmlformats.org/officeDocument/2006/relationships/image" Target="../media/image555.png"/><Relationship Id="rId9" Type="http://schemas.openxmlformats.org/officeDocument/2006/relationships/image" Target="../media/image556.png"/><Relationship Id="rId10" Type="http://schemas.openxmlformats.org/officeDocument/2006/relationships/image" Target="../media/image557.png"/><Relationship Id="rId11" Type="http://schemas.openxmlformats.org/officeDocument/2006/relationships/image" Target="../media/image558.png"/><Relationship Id="rId12" Type="http://schemas.openxmlformats.org/officeDocument/2006/relationships/image" Target="../media/image559.png"/><Relationship Id="rId13" Type="http://schemas.openxmlformats.org/officeDocument/2006/relationships/image" Target="../media/image560.png"/><Relationship Id="rId14" Type="http://schemas.openxmlformats.org/officeDocument/2006/relationships/image" Target="../media/image561.png"/><Relationship Id="rId15" Type="http://schemas.openxmlformats.org/officeDocument/2006/relationships/image" Target="../media/image562.png"/><Relationship Id="rId16" Type="http://schemas.openxmlformats.org/officeDocument/2006/relationships/image" Target="../media/image563.png"/><Relationship Id="rId17" Type="http://schemas.openxmlformats.org/officeDocument/2006/relationships/image" Target="../media/image564.png"/><Relationship Id="rId18" Type="http://schemas.openxmlformats.org/officeDocument/2006/relationships/image" Target="../media/image565.png"/><Relationship Id="rId19" Type="http://schemas.openxmlformats.org/officeDocument/2006/relationships/image" Target="../media/image566.png"/><Relationship Id="rId20" Type="http://schemas.openxmlformats.org/officeDocument/2006/relationships/image" Target="../media/image567.png"/><Relationship Id="rId21" Type="http://schemas.openxmlformats.org/officeDocument/2006/relationships/image" Target="../media/image568.png"/><Relationship Id="rId22" Type="http://schemas.openxmlformats.org/officeDocument/2006/relationships/image" Target="../media/image569.png"/><Relationship Id="rId23" Type="http://schemas.openxmlformats.org/officeDocument/2006/relationships/image" Target="../media/image570.png"/><Relationship Id="rId24" Type="http://schemas.openxmlformats.org/officeDocument/2006/relationships/image" Target="../media/image571.png"/><Relationship Id="rId25" Type="http://schemas.openxmlformats.org/officeDocument/2006/relationships/image" Target="../media/image572.png"/><Relationship Id="rId26" Type="http://schemas.openxmlformats.org/officeDocument/2006/relationships/image" Target="../media/image573.png"/><Relationship Id="rId27" Type="http://schemas.openxmlformats.org/officeDocument/2006/relationships/image" Target="../media/image574.png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575.png"/><Relationship Id="rId4" Type="http://schemas.openxmlformats.org/officeDocument/2006/relationships/image" Target="../media/image576.png"/><Relationship Id="rId5" Type="http://schemas.openxmlformats.org/officeDocument/2006/relationships/image" Target="../media/image577.png"/><Relationship Id="rId6" Type="http://schemas.openxmlformats.org/officeDocument/2006/relationships/image" Target="../media/image578.png"/><Relationship Id="rId7" Type="http://schemas.openxmlformats.org/officeDocument/2006/relationships/image" Target="../media/image579.png"/><Relationship Id="rId8" Type="http://schemas.openxmlformats.org/officeDocument/2006/relationships/image" Target="../media/image580.png"/><Relationship Id="rId9" Type="http://schemas.openxmlformats.org/officeDocument/2006/relationships/image" Target="../media/image581.png"/><Relationship Id="rId10" Type="http://schemas.openxmlformats.org/officeDocument/2006/relationships/image" Target="../media/image582.png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3.png"/><Relationship Id="rId3" Type="http://schemas.openxmlformats.org/officeDocument/2006/relationships/image" Target="../media/image584.png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://www.omgsysml.org/" TargetMode="External"/><Relationship Id="rId4" Type="http://schemas.openxmlformats.org/officeDocument/2006/relationships/hyperlink" Target="http://elsevierconnect.com/companion.jsp?ISBN=9780123743794" TargetMode="External"/><Relationship Id="rId5" Type="http://schemas.openxmlformats.org/officeDocument/2006/relationships/hyperlink" Target="http://www.omg.org/news/meetings/tc/santa_clara/special-events/SysML_Agenda.htm" TargetMode="External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236982"/>
            <a:ext cx="1433322" cy="895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7" y="300227"/>
            <a:ext cx="1334192" cy="855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87955" y="2648203"/>
            <a:ext cx="476821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OMG </a:t>
            </a:r>
            <a:r>
              <a:rPr dirty="0" sz="2400" spc="-5"/>
              <a:t>Systems Modeling Language </a:t>
            </a:r>
            <a:r>
              <a:rPr dirty="0" sz="2400" spc="-655"/>
              <a:t> </a:t>
            </a:r>
            <a:r>
              <a:rPr dirty="0" sz="2400" spc="-5"/>
              <a:t>(OMG</a:t>
            </a:r>
            <a:r>
              <a:rPr dirty="0" sz="2400" spc="-20"/>
              <a:t> </a:t>
            </a:r>
            <a:r>
              <a:rPr dirty="0" sz="2400" spc="-5"/>
              <a:t>SysML™)</a:t>
            </a:r>
            <a:endParaRPr sz="2400"/>
          </a:p>
          <a:p>
            <a:pPr algn="ctr">
              <a:lnSpc>
                <a:spcPct val="100000"/>
              </a:lnSpc>
            </a:pPr>
            <a:r>
              <a:rPr dirty="0" sz="2400" spc="-5"/>
              <a:t>Tutorial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3391001" y="4118864"/>
            <a:ext cx="2362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 MT"/>
                <a:cs typeface="Arial MT"/>
              </a:rPr>
              <a:t>September,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2009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0805" y="4957064"/>
            <a:ext cx="6887845" cy="1708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80435" marR="874394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latin typeface="Tahoma"/>
                <a:cs typeface="Tahoma"/>
              </a:rPr>
              <a:t>Sanford Friedenthal </a:t>
            </a:r>
            <a:r>
              <a:rPr dirty="0" sz="2000" spc="-575" b="1">
                <a:latin typeface="Tahoma"/>
                <a:cs typeface="Tahoma"/>
              </a:rPr>
              <a:t> </a:t>
            </a:r>
            <a:r>
              <a:rPr dirty="0" sz="2000" spc="-5" b="1">
                <a:latin typeface="Tahoma"/>
                <a:cs typeface="Tahoma"/>
              </a:rPr>
              <a:t>Alan</a:t>
            </a:r>
            <a:r>
              <a:rPr dirty="0" sz="2000" b="1">
                <a:latin typeface="Tahoma"/>
                <a:cs typeface="Tahoma"/>
              </a:rPr>
              <a:t> </a:t>
            </a:r>
            <a:r>
              <a:rPr dirty="0" sz="2000" spc="-5" b="1">
                <a:latin typeface="Tahoma"/>
                <a:cs typeface="Tahoma"/>
              </a:rPr>
              <a:t>Moore</a:t>
            </a:r>
            <a:endParaRPr sz="2000">
              <a:latin typeface="Tahoma"/>
              <a:cs typeface="Tahoma"/>
            </a:endParaRPr>
          </a:p>
          <a:p>
            <a:pPr marL="3480435">
              <a:lnSpc>
                <a:spcPct val="100000"/>
              </a:lnSpc>
            </a:pPr>
            <a:r>
              <a:rPr dirty="0" sz="2000" spc="-5" b="1">
                <a:latin typeface="Tahoma"/>
                <a:cs typeface="Tahoma"/>
              </a:rPr>
              <a:t>Rick</a:t>
            </a:r>
            <a:r>
              <a:rPr dirty="0" sz="2000" spc="-50" b="1">
                <a:latin typeface="Tahoma"/>
                <a:cs typeface="Tahoma"/>
              </a:rPr>
              <a:t> </a:t>
            </a:r>
            <a:r>
              <a:rPr dirty="0" sz="2000" spc="-5" b="1">
                <a:latin typeface="Tahoma"/>
                <a:cs typeface="Tahoma"/>
              </a:rPr>
              <a:t>Steiner</a:t>
            </a:r>
            <a:endParaRPr sz="2000">
              <a:latin typeface="Tahoma"/>
              <a:cs typeface="Tahoma"/>
            </a:endParaRPr>
          </a:p>
          <a:p>
            <a:pPr marL="3480435">
              <a:lnSpc>
                <a:spcPct val="100000"/>
              </a:lnSpc>
            </a:pPr>
            <a:r>
              <a:rPr dirty="0" sz="1400" spc="-10" b="1">
                <a:solidFill>
                  <a:srgbClr val="3333FF"/>
                </a:solidFill>
                <a:latin typeface="Tahoma"/>
                <a:cs typeface="Tahoma"/>
              </a:rPr>
              <a:t>(emails</a:t>
            </a:r>
            <a:r>
              <a:rPr dirty="0" sz="1400" spc="30" b="1">
                <a:solidFill>
                  <a:srgbClr val="3333FF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3333FF"/>
                </a:solidFill>
                <a:latin typeface="Tahoma"/>
                <a:cs typeface="Tahoma"/>
              </a:rPr>
              <a:t>included</a:t>
            </a:r>
            <a:r>
              <a:rPr dirty="0" sz="1400" spc="20" b="1">
                <a:solidFill>
                  <a:srgbClr val="3333FF"/>
                </a:solidFill>
                <a:latin typeface="Tahoma"/>
                <a:cs typeface="Tahoma"/>
              </a:rPr>
              <a:t> </a:t>
            </a:r>
            <a:r>
              <a:rPr dirty="0" sz="1400" spc="-5" b="1">
                <a:solidFill>
                  <a:srgbClr val="3333FF"/>
                </a:solidFill>
                <a:latin typeface="Tahoma"/>
                <a:cs typeface="Tahoma"/>
              </a:rPr>
              <a:t>in</a:t>
            </a:r>
            <a:r>
              <a:rPr dirty="0" sz="1400" spc="20" b="1">
                <a:solidFill>
                  <a:srgbClr val="3333FF"/>
                </a:solidFill>
                <a:latin typeface="Tahoma"/>
                <a:cs typeface="Tahoma"/>
              </a:rPr>
              <a:t> </a:t>
            </a:r>
            <a:r>
              <a:rPr dirty="0" sz="1400" spc="-5" b="1">
                <a:solidFill>
                  <a:srgbClr val="3333FF"/>
                </a:solidFill>
                <a:latin typeface="Tahoma"/>
                <a:cs typeface="Tahoma"/>
              </a:rPr>
              <a:t>references</a:t>
            </a:r>
            <a:r>
              <a:rPr dirty="0" sz="1400" spc="25" b="1">
                <a:solidFill>
                  <a:srgbClr val="3333FF"/>
                </a:solidFill>
                <a:latin typeface="Tahoma"/>
                <a:cs typeface="Tahoma"/>
              </a:rPr>
              <a:t> </a:t>
            </a:r>
            <a:r>
              <a:rPr dirty="0" sz="1400" spc="-5" b="1">
                <a:solidFill>
                  <a:srgbClr val="3333FF"/>
                </a:solidFill>
                <a:latin typeface="Tahoma"/>
                <a:cs typeface="Tahoma"/>
              </a:rPr>
              <a:t>at</a:t>
            </a:r>
            <a:r>
              <a:rPr dirty="0" sz="1400" spc="20" b="1">
                <a:solidFill>
                  <a:srgbClr val="3333FF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3333FF"/>
                </a:solidFill>
                <a:latin typeface="Tahoma"/>
                <a:cs typeface="Tahoma"/>
              </a:rPr>
              <a:t>end)</a:t>
            </a:r>
            <a:endParaRPr sz="1400">
              <a:latin typeface="Tahoma"/>
              <a:cs typeface="Tahoma"/>
            </a:endParaRPr>
          </a:p>
          <a:p>
            <a:pPr algn="ctr" marR="2026920">
              <a:lnSpc>
                <a:spcPct val="100000"/>
              </a:lnSpc>
              <a:spcBef>
                <a:spcPts val="1490"/>
              </a:spcBef>
            </a:pPr>
            <a:r>
              <a:rPr dirty="0" sz="1200" spc="-5">
                <a:latin typeface="Arial MT"/>
                <a:cs typeface="Arial MT"/>
              </a:rPr>
              <a:t>Copyright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©</a:t>
            </a:r>
            <a:r>
              <a:rPr dirty="0" sz="1200" spc="-5">
                <a:latin typeface="Arial MT"/>
                <a:cs typeface="Arial MT"/>
              </a:rPr>
              <a:t> 2006-2009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Group.</a:t>
            </a:r>
            <a:endParaRPr sz="1200">
              <a:latin typeface="Arial MT"/>
              <a:cs typeface="Arial MT"/>
            </a:endParaRPr>
          </a:p>
          <a:p>
            <a:pPr algn="ctr" marR="2025650">
              <a:lnSpc>
                <a:spcPct val="100000"/>
              </a:lnSpc>
            </a:pPr>
            <a:r>
              <a:rPr dirty="0" sz="1200" spc="-5">
                <a:latin typeface="Arial MT"/>
                <a:cs typeface="Arial MT"/>
              </a:rPr>
              <a:t>Published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INCOSE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affiliated </a:t>
            </a:r>
            <a:r>
              <a:rPr dirty="0" sz="1200" spc="-5">
                <a:latin typeface="Arial MT"/>
                <a:cs typeface="Arial MT"/>
              </a:rPr>
              <a:t>societies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permission.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2142" y="411734"/>
            <a:ext cx="453326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OMG</a:t>
            </a:r>
            <a:r>
              <a:rPr dirty="0" spc="-50"/>
              <a:t> </a:t>
            </a:r>
            <a:r>
              <a:rPr dirty="0"/>
              <a:t>SysML™</a:t>
            </a:r>
            <a:r>
              <a:rPr dirty="0" spc="-45"/>
              <a:t> </a:t>
            </a:r>
            <a:r>
              <a:rPr dirty="0"/>
              <a:t>Specification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28030" y="6500168"/>
            <a:ext cx="17526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2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4009" y="1157732"/>
            <a:ext cx="7695565" cy="4872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6235" algn="l"/>
              </a:tabLst>
            </a:pPr>
            <a:r>
              <a:rPr dirty="0" sz="2400" spc="-5">
                <a:latin typeface="Arial MT"/>
                <a:cs typeface="Arial MT"/>
              </a:rPr>
              <a:t>Specification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status</a:t>
            </a:r>
            <a:endParaRPr sz="24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10"/>
              </a:spcBef>
              <a:buClr>
                <a:srgbClr val="010000"/>
              </a:buClr>
              <a:buChar char="–"/>
              <a:tabLst>
                <a:tab pos="755015" algn="l"/>
                <a:tab pos="756285" algn="l"/>
              </a:tabLst>
            </a:pPr>
            <a:r>
              <a:rPr dirty="0" sz="2000" spc="-10">
                <a:latin typeface="Arial MT"/>
                <a:cs typeface="Arial MT"/>
              </a:rPr>
              <a:t>Adopted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OMG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May</a:t>
            </a:r>
            <a:r>
              <a:rPr dirty="0" sz="2000" spc="-10">
                <a:latin typeface="Arial MT"/>
                <a:cs typeface="Arial MT"/>
              </a:rPr>
              <a:t> ’06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buClr>
                <a:srgbClr val="010000"/>
              </a:buClr>
              <a:buChar char="–"/>
              <a:tabLst>
                <a:tab pos="755015" algn="l"/>
                <a:tab pos="756285" algn="l"/>
              </a:tabLst>
            </a:pPr>
            <a:r>
              <a:rPr dirty="0" sz="2000" spc="-10">
                <a:latin typeface="Arial MT"/>
                <a:cs typeface="Arial MT"/>
              </a:rPr>
              <a:t>Available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Specification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v1.0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Sept </a:t>
            </a:r>
            <a:r>
              <a:rPr dirty="0" sz="2000" spc="-10">
                <a:latin typeface="Arial MT"/>
                <a:cs typeface="Arial MT"/>
              </a:rPr>
              <a:t>’07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buClr>
                <a:srgbClr val="010000"/>
              </a:buClr>
              <a:buChar char="–"/>
              <a:tabLst>
                <a:tab pos="755015" algn="l"/>
                <a:tab pos="756285" algn="l"/>
              </a:tabLst>
            </a:pPr>
            <a:r>
              <a:rPr dirty="0" sz="2000" spc="-5">
                <a:latin typeface="Arial MT"/>
                <a:cs typeface="Arial MT"/>
              </a:rPr>
              <a:t>Available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Specification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v1.1 in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Nov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‘08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buClr>
                <a:srgbClr val="010000"/>
              </a:buClr>
              <a:buChar char="–"/>
              <a:tabLst>
                <a:tab pos="755015" algn="l"/>
                <a:tab pos="756285" algn="l"/>
              </a:tabLst>
            </a:pPr>
            <a:r>
              <a:rPr dirty="0" sz="2000" spc="-10">
                <a:latin typeface="Arial MT"/>
                <a:cs typeface="Arial MT"/>
              </a:rPr>
              <a:t>Revision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task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force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for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v1.2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process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010000"/>
              </a:buClr>
              <a:buFont typeface="Arial MT"/>
              <a:buChar char="–"/>
            </a:pPr>
            <a:endParaRPr sz="185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Multiple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vendor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implementations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available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•"/>
            </a:pPr>
            <a:endParaRPr sz="2450">
              <a:latin typeface="Arial MT"/>
              <a:cs typeface="Arial MT"/>
            </a:endParaRPr>
          </a:p>
          <a:p>
            <a:pPr marL="354965" marR="167005" indent="-342900">
              <a:lnSpc>
                <a:spcPts val="192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This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tutorial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based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OMG SysML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available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specification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(formal/2007-09-01)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•"/>
            </a:pPr>
            <a:endParaRPr sz="2900">
              <a:latin typeface="Arial MT"/>
              <a:cs typeface="Arial MT"/>
            </a:endParaRPr>
          </a:p>
          <a:p>
            <a:pPr marL="354965" marR="160655" indent="-342900">
              <a:lnSpc>
                <a:spcPts val="192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This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tutorial,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 specifications,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papers,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vendor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info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can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be </a:t>
            </a:r>
            <a:r>
              <a:rPr dirty="0" sz="2000" spc="-5">
                <a:latin typeface="Arial MT"/>
                <a:cs typeface="Arial MT"/>
              </a:rPr>
              <a:t> found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OMG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SysML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Website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at</a:t>
            </a:r>
            <a:r>
              <a:rPr dirty="0" sz="2000" spc="-10">
                <a:solidFill>
                  <a:srgbClr val="009A9A"/>
                </a:solidFill>
                <a:latin typeface="Arial MT"/>
                <a:cs typeface="Arial MT"/>
              </a:rPr>
              <a:t> </a:t>
            </a:r>
            <a:r>
              <a:rPr dirty="0" u="heavy" sz="2000" spc="-10">
                <a:solidFill>
                  <a:srgbClr val="009A9A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http://www.omgsysml.org/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har char="•"/>
            </a:pPr>
            <a:endParaRPr sz="2900">
              <a:latin typeface="Arial MT"/>
              <a:cs typeface="Arial MT"/>
            </a:endParaRPr>
          </a:p>
          <a:p>
            <a:pPr marL="354965" marR="5080" indent="-342900">
              <a:lnSpc>
                <a:spcPts val="192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Refer to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“A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Practical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Guide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 </a:t>
            </a:r>
            <a:r>
              <a:rPr dirty="0" sz="2000" spc="-10">
                <a:latin typeface="Arial MT"/>
                <a:cs typeface="Arial MT"/>
              </a:rPr>
              <a:t>SysML”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by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Friedenthal,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Moore,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and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Steiner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for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language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details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 </a:t>
            </a:r>
            <a:r>
              <a:rPr dirty="0" sz="2000" spc="-10">
                <a:latin typeface="Arial MT"/>
                <a:cs typeface="Arial MT"/>
              </a:rPr>
              <a:t>reference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74011" y="411734"/>
            <a:ext cx="509270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Objectives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/>
              <a:t>Intended</a:t>
            </a:r>
            <a:r>
              <a:rPr dirty="0" spc="-20"/>
              <a:t> </a:t>
            </a:r>
            <a:r>
              <a:rPr dirty="0"/>
              <a:t>Audience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28030" y="6500168"/>
            <a:ext cx="17526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2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4870" y="1139982"/>
            <a:ext cx="7353934" cy="337883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000" spc="-5" b="1">
                <a:latin typeface="Arial"/>
                <a:cs typeface="Arial"/>
              </a:rPr>
              <a:t>At the end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of this </a:t>
            </a:r>
            <a:r>
              <a:rPr dirty="0" sz="2000" spc="-10" b="1">
                <a:latin typeface="Arial"/>
                <a:cs typeface="Arial"/>
              </a:rPr>
              <a:t>tutorial,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you</a:t>
            </a:r>
            <a:r>
              <a:rPr dirty="0" sz="2000" spc="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should</a:t>
            </a:r>
            <a:r>
              <a:rPr dirty="0" sz="2000" spc="1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have</a:t>
            </a:r>
            <a:r>
              <a:rPr dirty="0" sz="2000" spc="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an </a:t>
            </a:r>
            <a:r>
              <a:rPr dirty="0" sz="2000" spc="-10" b="1">
                <a:latin typeface="Arial"/>
                <a:cs typeface="Arial"/>
              </a:rPr>
              <a:t>awareness</a:t>
            </a:r>
            <a:r>
              <a:rPr dirty="0" sz="2000" spc="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of:</a:t>
            </a:r>
            <a:endParaRPr sz="2000">
              <a:latin typeface="Arial"/>
              <a:cs typeface="Arial"/>
            </a:endParaRPr>
          </a:p>
          <a:p>
            <a:pPr marL="621665" indent="-60960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621665" algn="l"/>
                <a:tab pos="622300" algn="l"/>
              </a:tabLst>
            </a:pPr>
            <a:r>
              <a:rPr dirty="0" sz="2000" spc="-5">
                <a:latin typeface="Arial MT"/>
                <a:cs typeface="Arial MT"/>
              </a:rPr>
              <a:t>Motivation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model-based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systems</a:t>
            </a:r>
            <a:r>
              <a:rPr dirty="0" sz="2000" spc="-10">
                <a:latin typeface="Arial MT"/>
                <a:cs typeface="Arial MT"/>
              </a:rPr>
              <a:t> engineering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approach</a:t>
            </a:r>
            <a:endParaRPr sz="2000">
              <a:latin typeface="Arial MT"/>
              <a:cs typeface="Arial MT"/>
            </a:endParaRPr>
          </a:p>
          <a:p>
            <a:pPr marL="621665" indent="-609600">
              <a:lnSpc>
                <a:spcPct val="100000"/>
              </a:lnSpc>
              <a:spcBef>
                <a:spcPts val="235"/>
              </a:spcBef>
              <a:buClr>
                <a:srgbClr val="010000"/>
              </a:buClr>
              <a:buChar char="•"/>
              <a:tabLst>
                <a:tab pos="621665" algn="l"/>
                <a:tab pos="622300" algn="l"/>
              </a:tabLst>
            </a:pPr>
            <a:r>
              <a:rPr dirty="0" sz="2000" spc="-10">
                <a:latin typeface="Arial MT"/>
                <a:cs typeface="Arial MT"/>
              </a:rPr>
              <a:t>SysML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language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concepts</a:t>
            </a:r>
            <a:endParaRPr sz="2000">
              <a:latin typeface="Arial MT"/>
              <a:cs typeface="Arial MT"/>
            </a:endParaRPr>
          </a:p>
          <a:p>
            <a:pPr marL="621665" indent="-60960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621665" algn="l"/>
                <a:tab pos="622300" algn="l"/>
              </a:tabLst>
            </a:pPr>
            <a:r>
              <a:rPr dirty="0" sz="2000" spc="-5">
                <a:latin typeface="Arial MT"/>
                <a:cs typeface="Arial MT"/>
              </a:rPr>
              <a:t>How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 apply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SysML</a:t>
            </a:r>
            <a:r>
              <a:rPr dirty="0" sz="2000" spc="-5">
                <a:latin typeface="Arial MT"/>
                <a:cs typeface="Arial MT"/>
              </a:rPr>
              <a:t> as part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 </a:t>
            </a:r>
            <a:r>
              <a:rPr dirty="0" sz="2000" spc="-10">
                <a:latin typeface="Arial MT"/>
                <a:cs typeface="Arial MT"/>
              </a:rPr>
              <a:t>model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based</a:t>
            </a:r>
            <a:r>
              <a:rPr dirty="0" sz="2000" spc="-5">
                <a:latin typeface="Arial MT"/>
                <a:cs typeface="Arial MT"/>
              </a:rPr>
              <a:t> SE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process</a:t>
            </a:r>
            <a:endParaRPr sz="2000">
              <a:latin typeface="Arial MT"/>
              <a:cs typeface="Arial MT"/>
            </a:endParaRPr>
          </a:p>
          <a:p>
            <a:pPr marL="621665" indent="-60960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621665" algn="l"/>
                <a:tab pos="622300" algn="l"/>
              </a:tabLst>
            </a:pPr>
            <a:r>
              <a:rPr dirty="0" sz="2000" spc="-5">
                <a:latin typeface="Arial MT"/>
                <a:cs typeface="Arial MT"/>
              </a:rPr>
              <a:t>Basic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considerations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for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transitioning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SysML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Arial MT"/>
              <a:cs typeface="Arial MT"/>
            </a:endParaRPr>
          </a:p>
          <a:p>
            <a:pPr algn="ctr" marL="576580">
              <a:lnSpc>
                <a:spcPct val="100000"/>
              </a:lnSpc>
            </a:pPr>
            <a:r>
              <a:rPr dirty="0" sz="2000" spc="-5" i="1">
                <a:latin typeface="Arial"/>
                <a:cs typeface="Arial"/>
              </a:rPr>
              <a:t>This</a:t>
            </a:r>
            <a:r>
              <a:rPr dirty="0" sz="200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course</a:t>
            </a:r>
            <a:r>
              <a:rPr dirty="0" sz="2000" spc="5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is</a:t>
            </a:r>
            <a:r>
              <a:rPr dirty="0" sz="2000" i="1">
                <a:latin typeface="Arial"/>
                <a:cs typeface="Arial"/>
              </a:rPr>
              <a:t> </a:t>
            </a:r>
            <a:r>
              <a:rPr dirty="0" u="heavy" sz="2000" spc="-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not</a:t>
            </a:r>
            <a:r>
              <a:rPr dirty="0" sz="2000" spc="5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intended</a:t>
            </a:r>
            <a:r>
              <a:rPr dirty="0" sz="2000" spc="15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to</a:t>
            </a:r>
            <a:r>
              <a:rPr dirty="0" sz="200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make</a:t>
            </a:r>
            <a:r>
              <a:rPr dirty="0" sz="2000" spc="5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you</a:t>
            </a:r>
            <a:r>
              <a:rPr dirty="0" sz="2000" spc="5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a</a:t>
            </a:r>
            <a:r>
              <a:rPr dirty="0" sz="200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systems modeler!</a:t>
            </a:r>
            <a:endParaRPr sz="2000">
              <a:latin typeface="Arial"/>
              <a:cs typeface="Arial"/>
            </a:endParaRPr>
          </a:p>
          <a:p>
            <a:pPr algn="ctr" marL="575310">
              <a:lnSpc>
                <a:spcPct val="100000"/>
              </a:lnSpc>
              <a:spcBef>
                <a:spcPts val="240"/>
              </a:spcBef>
            </a:pPr>
            <a:r>
              <a:rPr dirty="0" sz="2000" spc="-5" i="1">
                <a:latin typeface="Arial"/>
                <a:cs typeface="Arial"/>
              </a:rPr>
              <a:t>You</a:t>
            </a:r>
            <a:r>
              <a:rPr dirty="0" sz="2000" spc="-25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must</a:t>
            </a:r>
            <a:r>
              <a:rPr dirty="0" sz="2000" spc="-20" i="1">
                <a:latin typeface="Arial"/>
                <a:cs typeface="Arial"/>
              </a:rPr>
              <a:t> </a:t>
            </a:r>
            <a:r>
              <a:rPr dirty="0" u="heavy" sz="2000" spc="-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</a:t>
            </a:r>
            <a:r>
              <a:rPr dirty="0" sz="2000" spc="-15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the</a:t>
            </a:r>
            <a:r>
              <a:rPr dirty="0" sz="2000" spc="-25" i="1">
                <a:latin typeface="Arial"/>
                <a:cs typeface="Arial"/>
              </a:rPr>
              <a:t> </a:t>
            </a:r>
            <a:r>
              <a:rPr dirty="0" sz="2000" spc="-10" i="1">
                <a:latin typeface="Arial"/>
                <a:cs typeface="Arial"/>
              </a:rPr>
              <a:t>language.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Arial"/>
                <a:cs typeface="Arial"/>
              </a:rPr>
              <a:t>Intended Audience: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4870" y="5468191"/>
            <a:ext cx="1143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010000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870" y="4492791"/>
            <a:ext cx="7432675" cy="13055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621665" indent="-609600">
              <a:lnSpc>
                <a:spcPct val="100000"/>
              </a:lnSpc>
              <a:spcBef>
                <a:spcPts val="340"/>
              </a:spcBef>
              <a:buClr>
                <a:srgbClr val="010000"/>
              </a:buClr>
              <a:buChar char="•"/>
              <a:tabLst>
                <a:tab pos="621665" algn="l"/>
                <a:tab pos="622300" algn="l"/>
              </a:tabLst>
            </a:pPr>
            <a:r>
              <a:rPr dirty="0" sz="2000" spc="-5">
                <a:latin typeface="Arial MT"/>
                <a:cs typeface="Arial MT"/>
              </a:rPr>
              <a:t>Practicing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Systems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Engineers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interested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system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modeling</a:t>
            </a:r>
            <a:endParaRPr sz="2000">
              <a:latin typeface="Arial MT"/>
              <a:cs typeface="Arial MT"/>
            </a:endParaRPr>
          </a:p>
          <a:p>
            <a:pPr marL="621665" marR="288925" indent="-609600">
              <a:lnSpc>
                <a:spcPts val="2160"/>
              </a:lnSpc>
              <a:spcBef>
                <a:spcPts val="509"/>
              </a:spcBef>
              <a:buClr>
                <a:srgbClr val="010000"/>
              </a:buClr>
              <a:buChar char="•"/>
              <a:tabLst>
                <a:tab pos="621665" algn="l"/>
                <a:tab pos="622300" algn="l"/>
              </a:tabLst>
            </a:pPr>
            <a:r>
              <a:rPr dirty="0" sz="2000" spc="-10">
                <a:latin typeface="Arial MT"/>
                <a:cs typeface="Arial MT"/>
              </a:rPr>
              <a:t>Software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Engineers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who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want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 better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understand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how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integrate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software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system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models</a:t>
            </a:r>
            <a:endParaRPr sz="2000">
              <a:latin typeface="Arial MT"/>
              <a:cs typeface="Arial MT"/>
            </a:endParaRPr>
          </a:p>
          <a:p>
            <a:pPr marL="621665">
              <a:lnSpc>
                <a:spcPct val="100000"/>
              </a:lnSpc>
              <a:spcBef>
                <a:spcPts val="204"/>
              </a:spcBef>
            </a:pPr>
            <a:r>
              <a:rPr dirty="0" sz="2000" spc="-5">
                <a:latin typeface="Arial MT"/>
                <a:cs typeface="Arial MT"/>
              </a:rPr>
              <a:t>Familiarity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with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UML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not </a:t>
            </a:r>
            <a:r>
              <a:rPr dirty="0" sz="2000" spc="-10">
                <a:latin typeface="Arial MT"/>
                <a:cs typeface="Arial MT"/>
              </a:rPr>
              <a:t>required,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but it</a:t>
            </a:r>
            <a:r>
              <a:rPr dirty="0" sz="2000" spc="-10">
                <a:latin typeface="Arial MT"/>
                <a:cs typeface="Arial MT"/>
              </a:rPr>
              <a:t> helps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1882" y="411734"/>
            <a:ext cx="107569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Topics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28030" y="6500168"/>
            <a:ext cx="17526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2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3213" y="1126489"/>
            <a:ext cx="6284595" cy="426847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Motivation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&amp;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Background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Diagram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Overview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and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Language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Concepts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SysML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Modeling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Part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Process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Structured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Analysis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–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Distiller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Example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OOSEM –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Enhanced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Security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Example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SysML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Standards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Framework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Transitioning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SysML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Summary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Font typeface="Arial MT"/>
              <a:buChar char="•"/>
            </a:pPr>
            <a:endParaRPr sz="35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Class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Exercise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236982"/>
            <a:ext cx="1433322" cy="895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7" y="300227"/>
            <a:ext cx="1334192" cy="855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70479" y="2898139"/>
            <a:ext cx="3983354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/>
              <a:t>Background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010400" y="1981200"/>
            <a:ext cx="1981200" cy="2209800"/>
            <a:chOff x="7010400" y="1981200"/>
            <a:chExt cx="1981200" cy="2209800"/>
          </a:xfrm>
        </p:grpSpPr>
        <p:sp>
          <p:nvSpPr>
            <p:cNvPr id="4" name="object 4"/>
            <p:cNvSpPr/>
            <p:nvPr/>
          </p:nvSpPr>
          <p:spPr>
            <a:xfrm>
              <a:off x="7010400" y="1981200"/>
              <a:ext cx="1981200" cy="2209800"/>
            </a:xfrm>
            <a:custGeom>
              <a:avLst/>
              <a:gdLst/>
              <a:ahLst/>
              <a:cxnLst/>
              <a:rect l="l" t="t" r="r" b="b"/>
              <a:pathLst>
                <a:path w="1981200" h="2209800">
                  <a:moveTo>
                    <a:pt x="1981200" y="2209800"/>
                  </a:moveTo>
                  <a:lnTo>
                    <a:pt x="1981200" y="0"/>
                  </a:lnTo>
                  <a:lnTo>
                    <a:pt x="0" y="0"/>
                  </a:lnTo>
                  <a:lnTo>
                    <a:pt x="0" y="2209800"/>
                  </a:lnTo>
                  <a:lnTo>
                    <a:pt x="1981200" y="2209800"/>
                  </a:lnTo>
                  <a:close/>
                </a:path>
              </a:pathLst>
            </a:custGeom>
            <a:solidFill>
              <a:srgbClr val="FFD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209026" y="2141981"/>
              <a:ext cx="518159" cy="1954530"/>
            </a:xfrm>
            <a:custGeom>
              <a:avLst/>
              <a:gdLst/>
              <a:ahLst/>
              <a:cxnLst/>
              <a:rect l="l" t="t" r="r" b="b"/>
              <a:pathLst>
                <a:path w="518159" h="1954529">
                  <a:moveTo>
                    <a:pt x="0" y="0"/>
                  </a:moveTo>
                  <a:lnTo>
                    <a:pt x="0" y="1954530"/>
                  </a:lnTo>
                  <a:lnTo>
                    <a:pt x="518159" y="1954530"/>
                  </a:lnTo>
                  <a:lnTo>
                    <a:pt x="518159" y="0"/>
                  </a:lnTo>
                  <a:lnTo>
                    <a:pt x="0" y="0"/>
                  </a:lnTo>
                  <a:close/>
                </a:path>
              </a:pathLst>
            </a:custGeom>
            <a:ln w="39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45423" y="2175510"/>
              <a:ext cx="243840" cy="3657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71182" y="2141981"/>
              <a:ext cx="519430" cy="1954530"/>
            </a:xfrm>
            <a:custGeom>
              <a:avLst/>
              <a:gdLst/>
              <a:ahLst/>
              <a:cxnLst/>
              <a:rect l="l" t="t" r="r" b="b"/>
              <a:pathLst>
                <a:path w="519429" h="1954529">
                  <a:moveTo>
                    <a:pt x="0" y="0"/>
                  </a:moveTo>
                  <a:lnTo>
                    <a:pt x="0" y="1954530"/>
                  </a:lnTo>
                  <a:lnTo>
                    <a:pt x="518922" y="1954530"/>
                  </a:lnTo>
                  <a:lnTo>
                    <a:pt x="518921" y="0"/>
                  </a:lnTo>
                  <a:lnTo>
                    <a:pt x="0" y="0"/>
                  </a:lnTo>
                  <a:close/>
                </a:path>
              </a:pathLst>
            </a:custGeom>
            <a:ln w="39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3967" y="2174748"/>
              <a:ext cx="134111" cy="2971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90104" y="2141981"/>
              <a:ext cx="519430" cy="1954530"/>
            </a:xfrm>
            <a:custGeom>
              <a:avLst/>
              <a:gdLst/>
              <a:ahLst/>
              <a:cxnLst/>
              <a:rect l="l" t="t" r="r" b="b"/>
              <a:pathLst>
                <a:path w="519429" h="1954529">
                  <a:moveTo>
                    <a:pt x="0" y="0"/>
                  </a:moveTo>
                  <a:lnTo>
                    <a:pt x="0" y="1954530"/>
                  </a:lnTo>
                  <a:lnTo>
                    <a:pt x="518922" y="1954530"/>
                  </a:lnTo>
                  <a:lnTo>
                    <a:pt x="518921" y="0"/>
                  </a:lnTo>
                  <a:lnTo>
                    <a:pt x="0" y="0"/>
                  </a:lnTo>
                  <a:close/>
                </a:path>
              </a:pathLst>
            </a:custGeom>
            <a:ln w="39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9748" y="2175510"/>
              <a:ext cx="128016" cy="2926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2398" y="2469838"/>
              <a:ext cx="433946" cy="29926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89488" y="2689294"/>
              <a:ext cx="302120" cy="24897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328659" y="3059430"/>
              <a:ext cx="299085" cy="139700"/>
            </a:xfrm>
            <a:custGeom>
              <a:avLst/>
              <a:gdLst/>
              <a:ahLst/>
              <a:cxnLst/>
              <a:rect l="l" t="t" r="r" b="b"/>
              <a:pathLst>
                <a:path w="299084" h="139700">
                  <a:moveTo>
                    <a:pt x="298703" y="89916"/>
                  </a:moveTo>
                  <a:lnTo>
                    <a:pt x="298703" y="50292"/>
                  </a:lnTo>
                  <a:lnTo>
                    <a:pt x="294822" y="30539"/>
                  </a:lnTo>
                  <a:lnTo>
                    <a:pt x="284225" y="14573"/>
                  </a:lnTo>
                  <a:lnTo>
                    <a:pt x="268485" y="3893"/>
                  </a:lnTo>
                  <a:lnTo>
                    <a:pt x="249173" y="0"/>
                  </a:lnTo>
                  <a:lnTo>
                    <a:pt x="49529" y="0"/>
                  </a:lnTo>
                  <a:lnTo>
                    <a:pt x="30218" y="3893"/>
                  </a:lnTo>
                  <a:lnTo>
                    <a:pt x="14477" y="14573"/>
                  </a:lnTo>
                  <a:lnTo>
                    <a:pt x="3881" y="30539"/>
                  </a:lnTo>
                  <a:lnTo>
                    <a:pt x="0" y="50292"/>
                  </a:lnTo>
                  <a:lnTo>
                    <a:pt x="0" y="89916"/>
                  </a:lnTo>
                  <a:lnTo>
                    <a:pt x="3881" y="109227"/>
                  </a:lnTo>
                  <a:lnTo>
                    <a:pt x="14477" y="124968"/>
                  </a:lnTo>
                  <a:lnTo>
                    <a:pt x="30218" y="135564"/>
                  </a:lnTo>
                  <a:lnTo>
                    <a:pt x="49529" y="139446"/>
                  </a:lnTo>
                  <a:lnTo>
                    <a:pt x="249173" y="139446"/>
                  </a:lnTo>
                  <a:lnTo>
                    <a:pt x="268485" y="135564"/>
                  </a:lnTo>
                  <a:lnTo>
                    <a:pt x="284225" y="124968"/>
                  </a:lnTo>
                  <a:lnTo>
                    <a:pt x="294822" y="109227"/>
                  </a:lnTo>
                  <a:lnTo>
                    <a:pt x="298703" y="89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328659" y="3059430"/>
              <a:ext cx="299085" cy="139700"/>
            </a:xfrm>
            <a:custGeom>
              <a:avLst/>
              <a:gdLst/>
              <a:ahLst/>
              <a:cxnLst/>
              <a:rect l="l" t="t" r="r" b="b"/>
              <a:pathLst>
                <a:path w="299084" h="139700">
                  <a:moveTo>
                    <a:pt x="49529" y="139446"/>
                  </a:moveTo>
                  <a:lnTo>
                    <a:pt x="249173" y="139446"/>
                  </a:lnTo>
                  <a:lnTo>
                    <a:pt x="294822" y="109227"/>
                  </a:lnTo>
                  <a:lnTo>
                    <a:pt x="298703" y="89916"/>
                  </a:lnTo>
                  <a:lnTo>
                    <a:pt x="298703" y="50292"/>
                  </a:lnTo>
                  <a:lnTo>
                    <a:pt x="294822" y="30539"/>
                  </a:lnTo>
                  <a:lnTo>
                    <a:pt x="284225" y="14573"/>
                  </a:lnTo>
                  <a:lnTo>
                    <a:pt x="268485" y="3893"/>
                  </a:lnTo>
                  <a:lnTo>
                    <a:pt x="249173" y="0"/>
                  </a:lnTo>
                  <a:lnTo>
                    <a:pt x="49529" y="0"/>
                  </a:lnTo>
                  <a:lnTo>
                    <a:pt x="30218" y="3893"/>
                  </a:lnTo>
                  <a:lnTo>
                    <a:pt x="14477" y="14573"/>
                  </a:lnTo>
                  <a:lnTo>
                    <a:pt x="3881" y="30539"/>
                  </a:lnTo>
                  <a:lnTo>
                    <a:pt x="0" y="50292"/>
                  </a:lnTo>
                  <a:lnTo>
                    <a:pt x="0" y="89916"/>
                  </a:lnTo>
                  <a:lnTo>
                    <a:pt x="3881" y="109227"/>
                  </a:lnTo>
                  <a:lnTo>
                    <a:pt x="14477" y="124968"/>
                  </a:lnTo>
                  <a:lnTo>
                    <a:pt x="30218" y="135564"/>
                  </a:lnTo>
                  <a:lnTo>
                    <a:pt x="49529" y="139446"/>
                  </a:lnTo>
                  <a:close/>
                </a:path>
              </a:pathLst>
            </a:custGeom>
            <a:ln w="39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6572" y="3110483"/>
              <a:ext cx="188976" cy="2468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1450" y="2857792"/>
              <a:ext cx="375843" cy="2999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88060" y="3376714"/>
              <a:ext cx="324027" cy="29993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68120" y="3217456"/>
              <a:ext cx="318693" cy="30298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98472" y="3695992"/>
              <a:ext cx="350697" cy="24888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88598" y="3536638"/>
              <a:ext cx="301358" cy="24897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929372" y="2371344"/>
              <a:ext cx="0" cy="100330"/>
            </a:xfrm>
            <a:custGeom>
              <a:avLst/>
              <a:gdLst/>
              <a:ahLst/>
              <a:cxnLst/>
              <a:rect l="l" t="t" r="r" b="b"/>
              <a:pathLst>
                <a:path w="0" h="100330">
                  <a:moveTo>
                    <a:pt x="0" y="0"/>
                  </a:moveTo>
                  <a:lnTo>
                    <a:pt x="0" y="998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904988" y="2422398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4">
                  <a:moveTo>
                    <a:pt x="0" y="0"/>
                  </a:moveTo>
                  <a:lnTo>
                    <a:pt x="24384" y="48768"/>
                  </a:lnTo>
                  <a:lnTo>
                    <a:pt x="4876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571231" y="2610611"/>
              <a:ext cx="358140" cy="104139"/>
            </a:xfrm>
            <a:custGeom>
              <a:avLst/>
              <a:gdLst/>
              <a:ahLst/>
              <a:cxnLst/>
              <a:rect l="l" t="t" r="r" b="b"/>
              <a:pathLst>
                <a:path w="358140" h="104139">
                  <a:moveTo>
                    <a:pt x="358140" y="0"/>
                  </a:moveTo>
                  <a:lnTo>
                    <a:pt x="0" y="1036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571231" y="2676905"/>
              <a:ext cx="54610" cy="47625"/>
            </a:xfrm>
            <a:custGeom>
              <a:avLst/>
              <a:gdLst/>
              <a:ahLst/>
              <a:cxnLst/>
              <a:rect l="l" t="t" r="r" b="b"/>
              <a:pathLst>
                <a:path w="54609" h="47625">
                  <a:moveTo>
                    <a:pt x="40385" y="0"/>
                  </a:moveTo>
                  <a:lnTo>
                    <a:pt x="0" y="37338"/>
                  </a:lnTo>
                  <a:lnTo>
                    <a:pt x="54101" y="47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571232" y="2806445"/>
              <a:ext cx="358140" cy="53340"/>
            </a:xfrm>
            <a:custGeom>
              <a:avLst/>
              <a:gdLst/>
              <a:ahLst/>
              <a:cxnLst/>
              <a:rect l="l" t="t" r="r" b="b"/>
              <a:pathLst>
                <a:path w="358140" h="53339">
                  <a:moveTo>
                    <a:pt x="0" y="0"/>
                  </a:moveTo>
                  <a:lnTo>
                    <a:pt x="358140" y="533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876794" y="2828544"/>
              <a:ext cx="52705" cy="48895"/>
            </a:xfrm>
            <a:custGeom>
              <a:avLst/>
              <a:gdLst/>
              <a:ahLst/>
              <a:cxnLst/>
              <a:rect l="l" t="t" r="r" b="b"/>
              <a:pathLst>
                <a:path w="52704" h="48894">
                  <a:moveTo>
                    <a:pt x="0" y="48767"/>
                  </a:moveTo>
                  <a:lnTo>
                    <a:pt x="52577" y="31241"/>
                  </a:lnTo>
                  <a:lnTo>
                    <a:pt x="7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929372" y="2999994"/>
              <a:ext cx="399415" cy="94615"/>
            </a:xfrm>
            <a:custGeom>
              <a:avLst/>
              <a:gdLst/>
              <a:ahLst/>
              <a:cxnLst/>
              <a:rect l="l" t="t" r="r" b="b"/>
              <a:pathLst>
                <a:path w="399415" h="94614">
                  <a:moveTo>
                    <a:pt x="0" y="0"/>
                  </a:moveTo>
                  <a:lnTo>
                    <a:pt x="399288" y="944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274557" y="3059429"/>
              <a:ext cx="54610" cy="47625"/>
            </a:xfrm>
            <a:custGeom>
              <a:avLst/>
              <a:gdLst/>
              <a:ahLst/>
              <a:cxnLst/>
              <a:rect l="l" t="t" r="r" b="b"/>
              <a:pathLst>
                <a:path w="54609" h="47625">
                  <a:moveTo>
                    <a:pt x="0" y="47244"/>
                  </a:moveTo>
                  <a:lnTo>
                    <a:pt x="54102" y="35052"/>
                  </a:lnTo>
                  <a:lnTo>
                    <a:pt x="114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084820" y="3164585"/>
              <a:ext cx="243840" cy="89535"/>
            </a:xfrm>
            <a:custGeom>
              <a:avLst/>
              <a:gdLst/>
              <a:ahLst/>
              <a:cxnLst/>
              <a:rect l="l" t="t" r="r" b="b"/>
              <a:pathLst>
                <a:path w="243840" h="89535">
                  <a:moveTo>
                    <a:pt x="243840" y="0"/>
                  </a:moveTo>
                  <a:lnTo>
                    <a:pt x="0" y="891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084820" y="3214116"/>
              <a:ext cx="55244" cy="45720"/>
            </a:xfrm>
            <a:custGeom>
              <a:avLst/>
              <a:gdLst/>
              <a:ahLst/>
              <a:cxnLst/>
              <a:rect l="l" t="t" r="r" b="b"/>
              <a:pathLst>
                <a:path w="55245" h="45720">
                  <a:moveTo>
                    <a:pt x="38100" y="0"/>
                  </a:moveTo>
                  <a:lnTo>
                    <a:pt x="0" y="39624"/>
                  </a:lnTo>
                  <a:lnTo>
                    <a:pt x="54864" y="457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610094" y="3323844"/>
              <a:ext cx="160020" cy="90170"/>
            </a:xfrm>
            <a:custGeom>
              <a:avLst/>
              <a:gdLst/>
              <a:ahLst/>
              <a:cxnLst/>
              <a:rect l="l" t="t" r="r" b="b"/>
              <a:pathLst>
                <a:path w="160020" h="90170">
                  <a:moveTo>
                    <a:pt x="160020" y="0"/>
                  </a:moveTo>
                  <a:lnTo>
                    <a:pt x="0" y="899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610093" y="3368039"/>
              <a:ext cx="55244" cy="45720"/>
            </a:xfrm>
            <a:custGeom>
              <a:avLst/>
              <a:gdLst/>
              <a:ahLst/>
              <a:cxnLst/>
              <a:rect l="l" t="t" r="r" b="b"/>
              <a:pathLst>
                <a:path w="55245" h="45720">
                  <a:moveTo>
                    <a:pt x="31242" y="0"/>
                  </a:moveTo>
                  <a:lnTo>
                    <a:pt x="0" y="45720"/>
                  </a:lnTo>
                  <a:lnTo>
                    <a:pt x="54864" y="426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610094" y="3483101"/>
              <a:ext cx="198120" cy="79375"/>
            </a:xfrm>
            <a:custGeom>
              <a:avLst/>
              <a:gdLst/>
              <a:ahLst/>
              <a:cxnLst/>
              <a:rect l="l" t="t" r="r" b="b"/>
              <a:pathLst>
                <a:path w="198120" h="79375">
                  <a:moveTo>
                    <a:pt x="0" y="0"/>
                  </a:moveTo>
                  <a:lnTo>
                    <a:pt x="198120" y="7924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753350" y="3521202"/>
              <a:ext cx="55244" cy="45720"/>
            </a:xfrm>
            <a:custGeom>
              <a:avLst/>
              <a:gdLst/>
              <a:ahLst/>
              <a:cxnLst/>
              <a:rect l="l" t="t" r="r" b="b"/>
              <a:pathLst>
                <a:path w="55245" h="45720">
                  <a:moveTo>
                    <a:pt x="0" y="45720"/>
                  </a:moveTo>
                  <a:lnTo>
                    <a:pt x="54864" y="41148"/>
                  </a:lnTo>
                  <a:lnTo>
                    <a:pt x="1828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070342" y="3653789"/>
              <a:ext cx="230504" cy="78740"/>
            </a:xfrm>
            <a:custGeom>
              <a:avLst/>
              <a:gdLst/>
              <a:ahLst/>
              <a:cxnLst/>
              <a:rect l="l" t="t" r="r" b="b"/>
              <a:pathLst>
                <a:path w="230504" h="78739">
                  <a:moveTo>
                    <a:pt x="0" y="0"/>
                  </a:moveTo>
                  <a:lnTo>
                    <a:pt x="230124" y="784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245601" y="3693413"/>
              <a:ext cx="55244" cy="46990"/>
            </a:xfrm>
            <a:custGeom>
              <a:avLst/>
              <a:gdLst/>
              <a:ahLst/>
              <a:cxnLst/>
              <a:rect l="l" t="t" r="r" b="b"/>
              <a:pathLst>
                <a:path w="55245" h="46989">
                  <a:moveTo>
                    <a:pt x="0" y="46482"/>
                  </a:moveTo>
                  <a:lnTo>
                    <a:pt x="54864" y="38862"/>
                  </a:lnTo>
                  <a:lnTo>
                    <a:pt x="16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448294" y="3947160"/>
              <a:ext cx="79375" cy="80010"/>
            </a:xfrm>
            <a:custGeom>
              <a:avLst/>
              <a:gdLst/>
              <a:ahLst/>
              <a:cxnLst/>
              <a:rect l="l" t="t" r="r" b="b"/>
              <a:pathLst>
                <a:path w="79375" h="80010">
                  <a:moveTo>
                    <a:pt x="79248" y="39624"/>
                  </a:moveTo>
                  <a:lnTo>
                    <a:pt x="76164" y="24110"/>
                  </a:lnTo>
                  <a:lnTo>
                    <a:pt x="67722" y="11525"/>
                  </a:lnTo>
                  <a:lnTo>
                    <a:pt x="55137" y="3083"/>
                  </a:lnTo>
                  <a:lnTo>
                    <a:pt x="39624" y="0"/>
                  </a:lnTo>
                  <a:lnTo>
                    <a:pt x="24110" y="3083"/>
                  </a:lnTo>
                  <a:lnTo>
                    <a:pt x="11525" y="11525"/>
                  </a:lnTo>
                  <a:lnTo>
                    <a:pt x="3083" y="24110"/>
                  </a:lnTo>
                  <a:lnTo>
                    <a:pt x="0" y="39624"/>
                  </a:lnTo>
                  <a:lnTo>
                    <a:pt x="3083" y="55256"/>
                  </a:lnTo>
                  <a:lnTo>
                    <a:pt x="11525" y="68103"/>
                  </a:lnTo>
                  <a:lnTo>
                    <a:pt x="24110" y="76807"/>
                  </a:lnTo>
                  <a:lnTo>
                    <a:pt x="39624" y="80010"/>
                  </a:lnTo>
                  <a:lnTo>
                    <a:pt x="55137" y="76807"/>
                  </a:lnTo>
                  <a:lnTo>
                    <a:pt x="67722" y="68103"/>
                  </a:lnTo>
                  <a:lnTo>
                    <a:pt x="76164" y="55256"/>
                  </a:lnTo>
                  <a:lnTo>
                    <a:pt x="79248" y="39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448294" y="3947160"/>
              <a:ext cx="79375" cy="80010"/>
            </a:xfrm>
            <a:custGeom>
              <a:avLst/>
              <a:gdLst/>
              <a:ahLst/>
              <a:cxnLst/>
              <a:rect l="l" t="t" r="r" b="b"/>
              <a:pathLst>
                <a:path w="79375" h="80010">
                  <a:moveTo>
                    <a:pt x="0" y="39624"/>
                  </a:moveTo>
                  <a:lnTo>
                    <a:pt x="3083" y="24110"/>
                  </a:lnTo>
                  <a:lnTo>
                    <a:pt x="11525" y="11525"/>
                  </a:lnTo>
                  <a:lnTo>
                    <a:pt x="24110" y="3083"/>
                  </a:lnTo>
                  <a:lnTo>
                    <a:pt x="39624" y="0"/>
                  </a:lnTo>
                  <a:lnTo>
                    <a:pt x="55137" y="3083"/>
                  </a:lnTo>
                  <a:lnTo>
                    <a:pt x="67722" y="11525"/>
                  </a:lnTo>
                  <a:lnTo>
                    <a:pt x="76164" y="24110"/>
                  </a:lnTo>
                  <a:lnTo>
                    <a:pt x="79248" y="39624"/>
                  </a:lnTo>
                  <a:lnTo>
                    <a:pt x="76164" y="55256"/>
                  </a:lnTo>
                  <a:lnTo>
                    <a:pt x="67722" y="68103"/>
                  </a:lnTo>
                  <a:lnTo>
                    <a:pt x="55137" y="76807"/>
                  </a:lnTo>
                  <a:lnTo>
                    <a:pt x="39624" y="80010"/>
                  </a:lnTo>
                  <a:lnTo>
                    <a:pt x="24110" y="76807"/>
                  </a:lnTo>
                  <a:lnTo>
                    <a:pt x="11525" y="68103"/>
                  </a:lnTo>
                  <a:lnTo>
                    <a:pt x="3083" y="55256"/>
                  </a:lnTo>
                  <a:lnTo>
                    <a:pt x="0" y="39624"/>
                  </a:lnTo>
                </a:path>
              </a:pathLst>
            </a:custGeom>
            <a:ln w="39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438388" y="3937254"/>
              <a:ext cx="100330" cy="100330"/>
            </a:xfrm>
            <a:custGeom>
              <a:avLst/>
              <a:gdLst/>
              <a:ahLst/>
              <a:cxnLst/>
              <a:rect l="l" t="t" r="r" b="b"/>
              <a:pathLst>
                <a:path w="100329" h="100329">
                  <a:moveTo>
                    <a:pt x="0" y="49530"/>
                  </a:moveTo>
                  <a:lnTo>
                    <a:pt x="3881" y="30218"/>
                  </a:lnTo>
                  <a:lnTo>
                    <a:pt x="14477" y="14478"/>
                  </a:lnTo>
                  <a:lnTo>
                    <a:pt x="30218" y="3881"/>
                  </a:lnTo>
                  <a:lnTo>
                    <a:pt x="49529" y="0"/>
                  </a:lnTo>
                  <a:lnTo>
                    <a:pt x="68961" y="3881"/>
                  </a:lnTo>
                  <a:lnTo>
                    <a:pt x="84963" y="14478"/>
                  </a:lnTo>
                  <a:lnTo>
                    <a:pt x="95821" y="30218"/>
                  </a:lnTo>
                  <a:lnTo>
                    <a:pt x="99822" y="49530"/>
                  </a:lnTo>
                  <a:lnTo>
                    <a:pt x="95821" y="68961"/>
                  </a:lnTo>
                  <a:lnTo>
                    <a:pt x="84963" y="84963"/>
                  </a:lnTo>
                  <a:lnTo>
                    <a:pt x="68961" y="95821"/>
                  </a:lnTo>
                  <a:lnTo>
                    <a:pt x="49530" y="99822"/>
                  </a:lnTo>
                  <a:lnTo>
                    <a:pt x="30218" y="95821"/>
                  </a:lnTo>
                  <a:lnTo>
                    <a:pt x="14477" y="84963"/>
                  </a:lnTo>
                  <a:lnTo>
                    <a:pt x="3881" y="68961"/>
                  </a:lnTo>
                  <a:lnTo>
                    <a:pt x="0" y="49530"/>
                  </a:lnTo>
                </a:path>
              </a:pathLst>
            </a:custGeom>
            <a:ln w="39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79175" y="2270855"/>
              <a:ext cx="101155" cy="10115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487917" y="3837432"/>
              <a:ext cx="0" cy="100330"/>
            </a:xfrm>
            <a:custGeom>
              <a:avLst/>
              <a:gdLst/>
              <a:ahLst/>
              <a:cxnLst/>
              <a:rect l="l" t="t" r="r" b="b"/>
              <a:pathLst>
                <a:path w="0" h="100329">
                  <a:moveTo>
                    <a:pt x="0" y="0"/>
                  </a:moveTo>
                  <a:lnTo>
                    <a:pt x="0" y="998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463533" y="3887723"/>
              <a:ext cx="48895" cy="49530"/>
            </a:xfrm>
            <a:custGeom>
              <a:avLst/>
              <a:gdLst/>
              <a:ahLst/>
              <a:cxnLst/>
              <a:rect l="l" t="t" r="r" b="b"/>
              <a:pathLst>
                <a:path w="48895" h="49529">
                  <a:moveTo>
                    <a:pt x="0" y="0"/>
                  </a:moveTo>
                  <a:lnTo>
                    <a:pt x="24384" y="49530"/>
                  </a:lnTo>
                  <a:lnTo>
                    <a:pt x="4876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2889504" y="1365503"/>
            <a:ext cx="3518535" cy="3289935"/>
            <a:chOff x="2889504" y="1365503"/>
            <a:chExt cx="3518535" cy="3289935"/>
          </a:xfrm>
        </p:grpSpPr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95600" y="1371599"/>
              <a:ext cx="3505200" cy="3276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889504" y="1365503"/>
              <a:ext cx="3518535" cy="3289935"/>
            </a:xfrm>
            <a:custGeom>
              <a:avLst/>
              <a:gdLst/>
              <a:ahLst/>
              <a:cxnLst/>
              <a:rect l="l" t="t" r="r" b="b"/>
              <a:pathLst>
                <a:path w="3518535" h="3289935">
                  <a:moveTo>
                    <a:pt x="3518154" y="3289554"/>
                  </a:moveTo>
                  <a:lnTo>
                    <a:pt x="3518154" y="0"/>
                  </a:lnTo>
                  <a:lnTo>
                    <a:pt x="0" y="0"/>
                  </a:lnTo>
                  <a:lnTo>
                    <a:pt x="0" y="3289554"/>
                  </a:lnTo>
                  <a:lnTo>
                    <a:pt x="6096" y="3289554"/>
                  </a:lnTo>
                  <a:lnTo>
                    <a:pt x="6096" y="12953"/>
                  </a:lnTo>
                  <a:lnTo>
                    <a:pt x="12954" y="6095"/>
                  </a:lnTo>
                  <a:lnTo>
                    <a:pt x="12954" y="12953"/>
                  </a:lnTo>
                  <a:lnTo>
                    <a:pt x="3505200" y="12953"/>
                  </a:lnTo>
                  <a:lnTo>
                    <a:pt x="3505200" y="6095"/>
                  </a:lnTo>
                  <a:lnTo>
                    <a:pt x="3511296" y="12953"/>
                  </a:lnTo>
                  <a:lnTo>
                    <a:pt x="3511296" y="3289554"/>
                  </a:lnTo>
                  <a:lnTo>
                    <a:pt x="3518154" y="3289554"/>
                  </a:lnTo>
                  <a:close/>
                </a:path>
                <a:path w="3518535" h="3289935">
                  <a:moveTo>
                    <a:pt x="12954" y="12953"/>
                  </a:moveTo>
                  <a:lnTo>
                    <a:pt x="12954" y="6095"/>
                  </a:lnTo>
                  <a:lnTo>
                    <a:pt x="6096" y="12953"/>
                  </a:lnTo>
                  <a:lnTo>
                    <a:pt x="12954" y="12953"/>
                  </a:lnTo>
                  <a:close/>
                </a:path>
                <a:path w="3518535" h="3289935">
                  <a:moveTo>
                    <a:pt x="12954" y="3276600"/>
                  </a:moveTo>
                  <a:lnTo>
                    <a:pt x="12954" y="12953"/>
                  </a:lnTo>
                  <a:lnTo>
                    <a:pt x="6096" y="12953"/>
                  </a:lnTo>
                  <a:lnTo>
                    <a:pt x="6096" y="3276600"/>
                  </a:lnTo>
                  <a:lnTo>
                    <a:pt x="12954" y="3276600"/>
                  </a:lnTo>
                  <a:close/>
                </a:path>
                <a:path w="3518535" h="3289935">
                  <a:moveTo>
                    <a:pt x="3511296" y="3276599"/>
                  </a:moveTo>
                  <a:lnTo>
                    <a:pt x="6096" y="3276600"/>
                  </a:lnTo>
                  <a:lnTo>
                    <a:pt x="12954" y="3282696"/>
                  </a:lnTo>
                  <a:lnTo>
                    <a:pt x="12954" y="3289554"/>
                  </a:lnTo>
                  <a:lnTo>
                    <a:pt x="3505200" y="3289554"/>
                  </a:lnTo>
                  <a:lnTo>
                    <a:pt x="3505200" y="3282695"/>
                  </a:lnTo>
                  <a:lnTo>
                    <a:pt x="3511296" y="3276599"/>
                  </a:lnTo>
                  <a:close/>
                </a:path>
                <a:path w="3518535" h="3289935">
                  <a:moveTo>
                    <a:pt x="12954" y="3289554"/>
                  </a:moveTo>
                  <a:lnTo>
                    <a:pt x="12954" y="3282696"/>
                  </a:lnTo>
                  <a:lnTo>
                    <a:pt x="6096" y="3276600"/>
                  </a:lnTo>
                  <a:lnTo>
                    <a:pt x="6096" y="3289554"/>
                  </a:lnTo>
                  <a:lnTo>
                    <a:pt x="12954" y="3289554"/>
                  </a:lnTo>
                  <a:close/>
                </a:path>
                <a:path w="3518535" h="3289935">
                  <a:moveTo>
                    <a:pt x="3511296" y="12953"/>
                  </a:moveTo>
                  <a:lnTo>
                    <a:pt x="3505200" y="6095"/>
                  </a:lnTo>
                  <a:lnTo>
                    <a:pt x="3505200" y="12953"/>
                  </a:lnTo>
                  <a:lnTo>
                    <a:pt x="3511296" y="12953"/>
                  </a:lnTo>
                  <a:close/>
                </a:path>
                <a:path w="3518535" h="3289935">
                  <a:moveTo>
                    <a:pt x="3511296" y="3276599"/>
                  </a:moveTo>
                  <a:lnTo>
                    <a:pt x="3511296" y="12953"/>
                  </a:lnTo>
                  <a:lnTo>
                    <a:pt x="3505200" y="12953"/>
                  </a:lnTo>
                  <a:lnTo>
                    <a:pt x="3505200" y="3276599"/>
                  </a:lnTo>
                  <a:lnTo>
                    <a:pt x="3511296" y="3276599"/>
                  </a:lnTo>
                  <a:close/>
                </a:path>
                <a:path w="3518535" h="3289935">
                  <a:moveTo>
                    <a:pt x="3511296" y="3289554"/>
                  </a:moveTo>
                  <a:lnTo>
                    <a:pt x="3511296" y="3276599"/>
                  </a:lnTo>
                  <a:lnTo>
                    <a:pt x="3505200" y="3282695"/>
                  </a:lnTo>
                  <a:lnTo>
                    <a:pt x="3505200" y="3289554"/>
                  </a:lnTo>
                  <a:lnTo>
                    <a:pt x="3511296" y="3289554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1966976" y="621284"/>
            <a:ext cx="582041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</a:t>
            </a:r>
            <a:r>
              <a:rPr dirty="0" spc="-35"/>
              <a:t> </a:t>
            </a:r>
            <a:r>
              <a:rPr dirty="0"/>
              <a:t>Practices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Describing</a:t>
            </a:r>
            <a:r>
              <a:rPr dirty="0" spc="-15"/>
              <a:t> </a:t>
            </a:r>
            <a:r>
              <a:rPr dirty="0"/>
              <a:t>Systems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3082544" y="1472438"/>
            <a:ext cx="2834640" cy="3011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2000" spc="-10" b="1">
                <a:latin typeface="Arial"/>
                <a:cs typeface="Arial"/>
              </a:rPr>
              <a:t>Specifications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10000"/>
              </a:buClr>
              <a:buFont typeface="Arial MT"/>
              <a:buChar char="•"/>
            </a:pPr>
            <a:endParaRPr sz="2450">
              <a:latin typeface="Arial"/>
              <a:cs typeface="Arial"/>
            </a:endParaRPr>
          </a:p>
          <a:p>
            <a:pPr marL="354965" marR="863600" indent="-342900">
              <a:lnSpc>
                <a:spcPts val="1920"/>
              </a:lnSpc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2000" spc="-10" b="1">
                <a:latin typeface="Arial"/>
                <a:cs typeface="Arial"/>
              </a:rPr>
              <a:t>Interface </a:t>
            </a:r>
            <a:r>
              <a:rPr dirty="0" sz="2000" spc="-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requirements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10000"/>
              </a:buClr>
              <a:buFont typeface="Arial MT"/>
              <a:buChar char="•"/>
            </a:pPr>
            <a:endParaRPr sz="21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2000" spc="-10" b="1">
                <a:latin typeface="Arial"/>
                <a:cs typeface="Arial"/>
              </a:rPr>
              <a:t>System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design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10000"/>
              </a:buClr>
              <a:buFont typeface="Arial MT"/>
              <a:buChar char="•"/>
            </a:pPr>
            <a:endParaRPr sz="205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2000" spc="-10" b="1">
                <a:latin typeface="Arial"/>
                <a:cs typeface="Arial"/>
              </a:rPr>
              <a:t>Analysis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&amp;</a:t>
            </a:r>
            <a:r>
              <a:rPr dirty="0" sz="2000" spc="-10" b="1">
                <a:latin typeface="Arial"/>
                <a:cs typeface="Arial"/>
              </a:rPr>
              <a:t> Trade-off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10000"/>
              </a:buClr>
              <a:buFont typeface="Arial MT"/>
              <a:buChar char="•"/>
            </a:pPr>
            <a:endParaRPr sz="205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2000" spc="-5" b="1">
                <a:latin typeface="Arial"/>
                <a:cs typeface="Arial"/>
              </a:rPr>
              <a:t>Test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plans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81000" y="2220468"/>
            <a:ext cx="2124710" cy="1838960"/>
            <a:chOff x="381000" y="2220468"/>
            <a:chExt cx="2124710" cy="1838960"/>
          </a:xfrm>
        </p:grpSpPr>
        <p:sp>
          <p:nvSpPr>
            <p:cNvPr id="49" name="object 49"/>
            <p:cNvSpPr/>
            <p:nvPr/>
          </p:nvSpPr>
          <p:spPr>
            <a:xfrm>
              <a:off x="770382" y="3297936"/>
              <a:ext cx="1735455" cy="761365"/>
            </a:xfrm>
            <a:custGeom>
              <a:avLst/>
              <a:gdLst/>
              <a:ahLst/>
              <a:cxnLst/>
              <a:rect l="l" t="t" r="r" b="b"/>
              <a:pathLst>
                <a:path w="1735455" h="761364">
                  <a:moveTo>
                    <a:pt x="1735074" y="289560"/>
                  </a:moveTo>
                  <a:lnTo>
                    <a:pt x="1728216" y="251460"/>
                  </a:lnTo>
                  <a:lnTo>
                    <a:pt x="1495806" y="150876"/>
                  </a:lnTo>
                  <a:lnTo>
                    <a:pt x="1495806" y="70104"/>
                  </a:lnTo>
                  <a:lnTo>
                    <a:pt x="1269492" y="0"/>
                  </a:lnTo>
                  <a:lnTo>
                    <a:pt x="131826" y="541020"/>
                  </a:lnTo>
                  <a:lnTo>
                    <a:pt x="18287" y="653796"/>
                  </a:lnTo>
                  <a:lnTo>
                    <a:pt x="0" y="691134"/>
                  </a:lnTo>
                  <a:lnTo>
                    <a:pt x="68580" y="723138"/>
                  </a:lnTo>
                  <a:lnTo>
                    <a:pt x="854963" y="691134"/>
                  </a:lnTo>
                  <a:lnTo>
                    <a:pt x="1087374" y="761238"/>
                  </a:lnTo>
                  <a:lnTo>
                    <a:pt x="1181862" y="748284"/>
                  </a:lnTo>
                  <a:lnTo>
                    <a:pt x="1735074" y="289560"/>
                  </a:lnTo>
                  <a:close/>
                </a:path>
              </a:pathLst>
            </a:custGeom>
            <a:solidFill>
              <a:srgbClr val="A38C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17397" y="2421636"/>
              <a:ext cx="1412875" cy="1506855"/>
            </a:xfrm>
            <a:custGeom>
              <a:avLst/>
              <a:gdLst/>
              <a:ahLst/>
              <a:cxnLst/>
              <a:rect l="l" t="t" r="r" b="b"/>
              <a:pathLst>
                <a:path w="1412875" h="1506854">
                  <a:moveTo>
                    <a:pt x="1412748" y="1034796"/>
                  </a:moveTo>
                  <a:lnTo>
                    <a:pt x="976884" y="121919"/>
                  </a:lnTo>
                  <a:lnTo>
                    <a:pt x="51053" y="0"/>
                  </a:lnTo>
                  <a:lnTo>
                    <a:pt x="51815" y="169164"/>
                  </a:lnTo>
                  <a:lnTo>
                    <a:pt x="5333" y="291846"/>
                  </a:lnTo>
                  <a:lnTo>
                    <a:pt x="200405" y="449580"/>
                  </a:lnTo>
                  <a:lnTo>
                    <a:pt x="0" y="875538"/>
                  </a:lnTo>
                  <a:lnTo>
                    <a:pt x="308610" y="1506474"/>
                  </a:lnTo>
                  <a:lnTo>
                    <a:pt x="963167" y="1422654"/>
                  </a:lnTo>
                  <a:lnTo>
                    <a:pt x="1412748" y="10347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27469" y="2932188"/>
              <a:ext cx="795655" cy="1019810"/>
            </a:xfrm>
            <a:custGeom>
              <a:avLst/>
              <a:gdLst/>
              <a:ahLst/>
              <a:cxnLst/>
              <a:rect l="l" t="t" r="r" b="b"/>
              <a:pathLst>
                <a:path w="795655" h="1019810">
                  <a:moveTo>
                    <a:pt x="361200" y="537972"/>
                  </a:moveTo>
                  <a:lnTo>
                    <a:pt x="227850" y="70104"/>
                  </a:lnTo>
                  <a:lnTo>
                    <a:pt x="205752" y="0"/>
                  </a:lnTo>
                  <a:lnTo>
                    <a:pt x="41160" y="26670"/>
                  </a:lnTo>
                  <a:lnTo>
                    <a:pt x="60972" y="74676"/>
                  </a:lnTo>
                  <a:lnTo>
                    <a:pt x="361200" y="537972"/>
                  </a:lnTo>
                  <a:close/>
                </a:path>
                <a:path w="795655" h="1019810">
                  <a:moveTo>
                    <a:pt x="795528" y="995921"/>
                  </a:moveTo>
                  <a:lnTo>
                    <a:pt x="396240" y="914387"/>
                  </a:lnTo>
                  <a:lnTo>
                    <a:pt x="112014" y="350507"/>
                  </a:lnTo>
                  <a:lnTo>
                    <a:pt x="135636" y="264401"/>
                  </a:lnTo>
                  <a:lnTo>
                    <a:pt x="0" y="315455"/>
                  </a:lnTo>
                  <a:lnTo>
                    <a:pt x="361188" y="1019543"/>
                  </a:lnTo>
                  <a:lnTo>
                    <a:pt x="795528" y="995921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99288" y="2236482"/>
              <a:ext cx="1016000" cy="848994"/>
            </a:xfrm>
            <a:custGeom>
              <a:avLst/>
              <a:gdLst/>
              <a:ahLst/>
              <a:cxnLst/>
              <a:rect l="l" t="t" r="r" b="b"/>
              <a:pathLst>
                <a:path w="1016000" h="848994">
                  <a:moveTo>
                    <a:pt x="931926" y="401574"/>
                  </a:moveTo>
                  <a:lnTo>
                    <a:pt x="464820" y="249174"/>
                  </a:lnTo>
                  <a:lnTo>
                    <a:pt x="830580" y="41148"/>
                  </a:lnTo>
                  <a:lnTo>
                    <a:pt x="805434" y="0"/>
                  </a:lnTo>
                  <a:lnTo>
                    <a:pt x="10668" y="150876"/>
                  </a:lnTo>
                  <a:lnTo>
                    <a:pt x="0" y="183642"/>
                  </a:lnTo>
                  <a:lnTo>
                    <a:pt x="764286" y="469392"/>
                  </a:lnTo>
                  <a:lnTo>
                    <a:pt x="931926" y="401574"/>
                  </a:lnTo>
                  <a:close/>
                </a:path>
                <a:path w="1016000" h="848994">
                  <a:moveTo>
                    <a:pt x="1015733" y="713232"/>
                  </a:moveTo>
                  <a:lnTo>
                    <a:pt x="887717" y="703326"/>
                  </a:lnTo>
                  <a:lnTo>
                    <a:pt x="761225" y="749808"/>
                  </a:lnTo>
                  <a:lnTo>
                    <a:pt x="135623" y="470916"/>
                  </a:lnTo>
                  <a:lnTo>
                    <a:pt x="154673" y="400050"/>
                  </a:lnTo>
                  <a:lnTo>
                    <a:pt x="22085" y="455676"/>
                  </a:lnTo>
                  <a:lnTo>
                    <a:pt x="22085" y="494538"/>
                  </a:lnTo>
                  <a:lnTo>
                    <a:pt x="764273" y="848868"/>
                  </a:lnTo>
                  <a:lnTo>
                    <a:pt x="1001255" y="778002"/>
                  </a:lnTo>
                  <a:lnTo>
                    <a:pt x="1015733" y="713232"/>
                  </a:lnTo>
                  <a:close/>
                </a:path>
              </a:pathLst>
            </a:custGeom>
            <a:solidFill>
              <a:srgbClr val="F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96646" y="2849118"/>
              <a:ext cx="748665" cy="594360"/>
            </a:xfrm>
            <a:custGeom>
              <a:avLst/>
              <a:gdLst/>
              <a:ahLst/>
              <a:cxnLst/>
              <a:rect l="l" t="t" r="r" b="b"/>
              <a:pathLst>
                <a:path w="748665" h="594360">
                  <a:moveTo>
                    <a:pt x="748284" y="256031"/>
                  </a:moveTo>
                  <a:lnTo>
                    <a:pt x="591312" y="247649"/>
                  </a:lnTo>
                  <a:lnTo>
                    <a:pt x="27432" y="0"/>
                  </a:lnTo>
                  <a:lnTo>
                    <a:pt x="3048" y="32765"/>
                  </a:lnTo>
                  <a:lnTo>
                    <a:pt x="0" y="99059"/>
                  </a:lnTo>
                  <a:lnTo>
                    <a:pt x="6096" y="172973"/>
                  </a:lnTo>
                  <a:lnTo>
                    <a:pt x="43434" y="211073"/>
                  </a:lnTo>
                  <a:lnTo>
                    <a:pt x="124206" y="230885"/>
                  </a:lnTo>
                  <a:lnTo>
                    <a:pt x="442722" y="464057"/>
                  </a:lnTo>
                  <a:lnTo>
                    <a:pt x="583692" y="572261"/>
                  </a:lnTo>
                  <a:lnTo>
                    <a:pt x="685038" y="594359"/>
                  </a:lnTo>
                  <a:lnTo>
                    <a:pt x="671322" y="459485"/>
                  </a:lnTo>
                  <a:lnTo>
                    <a:pt x="748284" y="256031"/>
                  </a:lnTo>
                  <a:close/>
                </a:path>
              </a:pathLst>
            </a:custGeom>
            <a:solidFill>
              <a:srgbClr val="F7A8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052322" y="2343150"/>
              <a:ext cx="906144" cy="214629"/>
            </a:xfrm>
            <a:custGeom>
              <a:avLst/>
              <a:gdLst/>
              <a:ahLst/>
              <a:cxnLst/>
              <a:rect l="l" t="t" r="r" b="b"/>
              <a:pathLst>
                <a:path w="906144" h="214630">
                  <a:moveTo>
                    <a:pt x="906018" y="41148"/>
                  </a:moveTo>
                  <a:lnTo>
                    <a:pt x="661416" y="0"/>
                  </a:lnTo>
                  <a:lnTo>
                    <a:pt x="633222" y="6858"/>
                  </a:lnTo>
                  <a:lnTo>
                    <a:pt x="431667" y="52800"/>
                  </a:lnTo>
                  <a:lnTo>
                    <a:pt x="280521" y="87989"/>
                  </a:lnTo>
                  <a:lnTo>
                    <a:pt x="179967" y="112187"/>
                  </a:lnTo>
                  <a:lnTo>
                    <a:pt x="79705" y="137219"/>
                  </a:lnTo>
                  <a:lnTo>
                    <a:pt x="29718" y="150114"/>
                  </a:lnTo>
                  <a:lnTo>
                    <a:pt x="0" y="160782"/>
                  </a:lnTo>
                  <a:lnTo>
                    <a:pt x="86868" y="214122"/>
                  </a:lnTo>
                  <a:lnTo>
                    <a:pt x="906018" y="41148"/>
                  </a:lnTo>
                  <a:close/>
                </a:path>
              </a:pathLst>
            </a:custGeom>
            <a:solidFill>
              <a:srgbClr val="F0EAB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35735" y="3121152"/>
              <a:ext cx="246888" cy="36347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72489" y="3497580"/>
              <a:ext cx="1308735" cy="413384"/>
            </a:xfrm>
            <a:custGeom>
              <a:avLst/>
              <a:gdLst/>
              <a:ahLst/>
              <a:cxnLst/>
              <a:rect l="l" t="t" r="r" b="b"/>
              <a:pathLst>
                <a:path w="1308735" h="413385">
                  <a:moveTo>
                    <a:pt x="1308354" y="102107"/>
                  </a:moveTo>
                  <a:lnTo>
                    <a:pt x="1220724" y="0"/>
                  </a:lnTo>
                  <a:lnTo>
                    <a:pt x="791718" y="76961"/>
                  </a:lnTo>
                  <a:lnTo>
                    <a:pt x="85343" y="165353"/>
                  </a:lnTo>
                  <a:lnTo>
                    <a:pt x="70865" y="247649"/>
                  </a:lnTo>
                  <a:lnTo>
                    <a:pt x="0" y="329945"/>
                  </a:lnTo>
                  <a:lnTo>
                    <a:pt x="310134" y="413003"/>
                  </a:lnTo>
                  <a:lnTo>
                    <a:pt x="926591" y="355091"/>
                  </a:lnTo>
                  <a:lnTo>
                    <a:pt x="970788" y="338327"/>
                  </a:lnTo>
                  <a:lnTo>
                    <a:pt x="1053084" y="355091"/>
                  </a:lnTo>
                  <a:lnTo>
                    <a:pt x="1123950" y="346709"/>
                  </a:lnTo>
                  <a:lnTo>
                    <a:pt x="1203960" y="333755"/>
                  </a:lnTo>
                  <a:lnTo>
                    <a:pt x="1252728" y="293369"/>
                  </a:lnTo>
                  <a:lnTo>
                    <a:pt x="1292352" y="259079"/>
                  </a:lnTo>
                  <a:lnTo>
                    <a:pt x="1308354" y="102107"/>
                  </a:lnTo>
                  <a:close/>
                </a:path>
              </a:pathLst>
            </a:custGeom>
            <a:solidFill>
              <a:srgbClr val="D1BA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14350" y="2970276"/>
              <a:ext cx="1686560" cy="951230"/>
            </a:xfrm>
            <a:custGeom>
              <a:avLst/>
              <a:gdLst/>
              <a:ahLst/>
              <a:cxnLst/>
              <a:rect l="l" t="t" r="r" b="b"/>
              <a:pathLst>
                <a:path w="1686560" h="951229">
                  <a:moveTo>
                    <a:pt x="1686306" y="533399"/>
                  </a:moveTo>
                  <a:lnTo>
                    <a:pt x="1587245" y="401573"/>
                  </a:lnTo>
                  <a:lnTo>
                    <a:pt x="1351026" y="387857"/>
                  </a:lnTo>
                  <a:lnTo>
                    <a:pt x="877823" y="538733"/>
                  </a:lnTo>
                  <a:lnTo>
                    <a:pt x="707136" y="486917"/>
                  </a:lnTo>
                  <a:lnTo>
                    <a:pt x="445769" y="514349"/>
                  </a:lnTo>
                  <a:lnTo>
                    <a:pt x="368045" y="374141"/>
                  </a:lnTo>
                  <a:lnTo>
                    <a:pt x="484631" y="346709"/>
                  </a:lnTo>
                  <a:lnTo>
                    <a:pt x="168401" y="116585"/>
                  </a:lnTo>
                  <a:lnTo>
                    <a:pt x="113537" y="101345"/>
                  </a:lnTo>
                  <a:lnTo>
                    <a:pt x="73913" y="0"/>
                  </a:lnTo>
                  <a:lnTo>
                    <a:pt x="8381" y="16001"/>
                  </a:lnTo>
                  <a:lnTo>
                    <a:pt x="252984" y="390143"/>
                  </a:lnTo>
                  <a:lnTo>
                    <a:pt x="0" y="65531"/>
                  </a:lnTo>
                  <a:lnTo>
                    <a:pt x="387096" y="679703"/>
                  </a:lnTo>
                  <a:lnTo>
                    <a:pt x="432053" y="667511"/>
                  </a:lnTo>
                  <a:lnTo>
                    <a:pt x="1265682" y="572261"/>
                  </a:lnTo>
                  <a:lnTo>
                    <a:pt x="1306068" y="565403"/>
                  </a:lnTo>
                  <a:lnTo>
                    <a:pt x="1395984" y="553211"/>
                  </a:lnTo>
                  <a:lnTo>
                    <a:pt x="1535430" y="538733"/>
                  </a:lnTo>
                  <a:lnTo>
                    <a:pt x="1549908" y="556259"/>
                  </a:lnTo>
                  <a:lnTo>
                    <a:pt x="1572006" y="590549"/>
                  </a:lnTo>
                  <a:lnTo>
                    <a:pt x="1591818" y="623315"/>
                  </a:lnTo>
                  <a:lnTo>
                    <a:pt x="1600962" y="637793"/>
                  </a:lnTo>
                  <a:lnTo>
                    <a:pt x="1546098" y="766571"/>
                  </a:lnTo>
                  <a:lnTo>
                    <a:pt x="1405890" y="774953"/>
                  </a:lnTo>
                  <a:lnTo>
                    <a:pt x="531114" y="843533"/>
                  </a:lnTo>
                  <a:lnTo>
                    <a:pt x="309372" y="876299"/>
                  </a:lnTo>
                  <a:lnTo>
                    <a:pt x="613410" y="950976"/>
                  </a:lnTo>
                  <a:lnTo>
                    <a:pt x="1248918" y="890777"/>
                  </a:lnTo>
                  <a:lnTo>
                    <a:pt x="1315212" y="868679"/>
                  </a:lnTo>
                  <a:lnTo>
                    <a:pt x="1396745" y="887729"/>
                  </a:lnTo>
                  <a:lnTo>
                    <a:pt x="1573530" y="854963"/>
                  </a:lnTo>
                  <a:lnTo>
                    <a:pt x="1659636" y="784859"/>
                  </a:lnTo>
                  <a:lnTo>
                    <a:pt x="1686306" y="533399"/>
                  </a:lnTo>
                  <a:close/>
                </a:path>
              </a:pathLst>
            </a:custGeom>
            <a:solidFill>
              <a:srgbClr val="7A7A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669542" y="3342132"/>
              <a:ext cx="326390" cy="97790"/>
            </a:xfrm>
            <a:custGeom>
              <a:avLst/>
              <a:gdLst/>
              <a:ahLst/>
              <a:cxnLst/>
              <a:rect l="l" t="t" r="r" b="b"/>
              <a:pathLst>
                <a:path w="326389" h="97789">
                  <a:moveTo>
                    <a:pt x="326136" y="77724"/>
                  </a:moveTo>
                  <a:lnTo>
                    <a:pt x="285750" y="37338"/>
                  </a:lnTo>
                  <a:lnTo>
                    <a:pt x="300228" y="0"/>
                  </a:lnTo>
                  <a:lnTo>
                    <a:pt x="209550" y="16002"/>
                  </a:lnTo>
                  <a:lnTo>
                    <a:pt x="85344" y="67818"/>
                  </a:lnTo>
                  <a:lnTo>
                    <a:pt x="0" y="97536"/>
                  </a:lnTo>
                  <a:lnTo>
                    <a:pt x="233172" y="88392"/>
                  </a:lnTo>
                  <a:lnTo>
                    <a:pt x="326136" y="77724"/>
                  </a:lnTo>
                  <a:close/>
                </a:path>
              </a:pathLst>
            </a:custGeom>
            <a:solidFill>
              <a:srgbClr val="948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82383" y="2331732"/>
              <a:ext cx="927735" cy="1153160"/>
            </a:xfrm>
            <a:custGeom>
              <a:avLst/>
              <a:gdLst/>
              <a:ahLst/>
              <a:cxnLst/>
              <a:rect l="l" t="t" r="r" b="b"/>
              <a:pathLst>
                <a:path w="927735" h="1153160">
                  <a:moveTo>
                    <a:pt x="284226" y="800862"/>
                  </a:moveTo>
                  <a:lnTo>
                    <a:pt x="198882" y="755904"/>
                  </a:lnTo>
                  <a:lnTo>
                    <a:pt x="170688" y="809244"/>
                  </a:lnTo>
                  <a:lnTo>
                    <a:pt x="138684" y="902208"/>
                  </a:lnTo>
                  <a:lnTo>
                    <a:pt x="143256" y="987552"/>
                  </a:lnTo>
                  <a:lnTo>
                    <a:pt x="217932" y="1018032"/>
                  </a:lnTo>
                  <a:lnTo>
                    <a:pt x="179070" y="957072"/>
                  </a:lnTo>
                  <a:lnTo>
                    <a:pt x="179070" y="890778"/>
                  </a:lnTo>
                  <a:lnTo>
                    <a:pt x="204216" y="828294"/>
                  </a:lnTo>
                  <a:lnTo>
                    <a:pt x="256032" y="814578"/>
                  </a:lnTo>
                  <a:lnTo>
                    <a:pt x="284226" y="800862"/>
                  </a:lnTo>
                  <a:close/>
                </a:path>
                <a:path w="927735" h="1153160">
                  <a:moveTo>
                    <a:pt x="327660" y="1126223"/>
                  </a:moveTo>
                  <a:lnTo>
                    <a:pt x="236220" y="1060691"/>
                  </a:lnTo>
                  <a:lnTo>
                    <a:pt x="103632" y="988301"/>
                  </a:lnTo>
                  <a:lnTo>
                    <a:pt x="0" y="1012685"/>
                  </a:lnTo>
                  <a:lnTo>
                    <a:pt x="77724" y="1152893"/>
                  </a:lnTo>
                  <a:lnTo>
                    <a:pt x="85344" y="1040117"/>
                  </a:lnTo>
                  <a:lnTo>
                    <a:pt x="160020" y="1048499"/>
                  </a:lnTo>
                  <a:lnTo>
                    <a:pt x="206502" y="1094219"/>
                  </a:lnTo>
                  <a:lnTo>
                    <a:pt x="269748" y="1136129"/>
                  </a:lnTo>
                  <a:lnTo>
                    <a:pt x="327660" y="1126223"/>
                  </a:lnTo>
                  <a:close/>
                </a:path>
                <a:path w="927735" h="1153160">
                  <a:moveTo>
                    <a:pt x="927366" y="66294"/>
                  </a:moveTo>
                  <a:lnTo>
                    <a:pt x="313194" y="169926"/>
                  </a:lnTo>
                  <a:lnTo>
                    <a:pt x="855738" y="17526"/>
                  </a:lnTo>
                  <a:lnTo>
                    <a:pt x="776490" y="0"/>
                  </a:lnTo>
                  <a:lnTo>
                    <a:pt x="165366" y="163068"/>
                  </a:lnTo>
                  <a:lnTo>
                    <a:pt x="325386" y="272796"/>
                  </a:lnTo>
                  <a:lnTo>
                    <a:pt x="927366" y="66294"/>
                  </a:lnTo>
                  <a:close/>
                </a:path>
              </a:pathLst>
            </a:custGeom>
            <a:solidFill>
              <a:srgbClr val="B8AD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393698" y="2705862"/>
              <a:ext cx="248920" cy="666115"/>
            </a:xfrm>
            <a:custGeom>
              <a:avLst/>
              <a:gdLst/>
              <a:ahLst/>
              <a:cxnLst/>
              <a:rect l="l" t="t" r="r" b="b"/>
              <a:pathLst>
                <a:path w="248919" h="666114">
                  <a:moveTo>
                    <a:pt x="248412" y="60959"/>
                  </a:moveTo>
                  <a:lnTo>
                    <a:pt x="198882" y="0"/>
                  </a:lnTo>
                  <a:lnTo>
                    <a:pt x="38862" y="52577"/>
                  </a:lnTo>
                  <a:lnTo>
                    <a:pt x="20574" y="66293"/>
                  </a:lnTo>
                  <a:lnTo>
                    <a:pt x="42672" y="167639"/>
                  </a:lnTo>
                  <a:lnTo>
                    <a:pt x="33528" y="210311"/>
                  </a:lnTo>
                  <a:lnTo>
                    <a:pt x="16002" y="301751"/>
                  </a:lnTo>
                  <a:lnTo>
                    <a:pt x="2286" y="393191"/>
                  </a:lnTo>
                  <a:lnTo>
                    <a:pt x="0" y="424433"/>
                  </a:lnTo>
                  <a:lnTo>
                    <a:pt x="2286" y="436625"/>
                  </a:lnTo>
                  <a:lnTo>
                    <a:pt x="14478" y="462533"/>
                  </a:lnTo>
                  <a:lnTo>
                    <a:pt x="26670" y="517397"/>
                  </a:lnTo>
                  <a:lnTo>
                    <a:pt x="38862" y="597407"/>
                  </a:lnTo>
                  <a:lnTo>
                    <a:pt x="99822" y="665987"/>
                  </a:lnTo>
                  <a:lnTo>
                    <a:pt x="102870" y="492251"/>
                  </a:lnTo>
                  <a:lnTo>
                    <a:pt x="177546" y="426719"/>
                  </a:lnTo>
                  <a:lnTo>
                    <a:pt x="248412" y="60959"/>
                  </a:lnTo>
                  <a:close/>
                </a:path>
              </a:pathLst>
            </a:custGeom>
            <a:solidFill>
              <a:srgbClr val="FFB2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421892" y="2679192"/>
              <a:ext cx="261620" cy="708660"/>
            </a:xfrm>
            <a:custGeom>
              <a:avLst/>
              <a:gdLst/>
              <a:ahLst/>
              <a:cxnLst/>
              <a:rect l="l" t="t" r="r" b="b"/>
              <a:pathLst>
                <a:path w="261619" h="708660">
                  <a:moveTo>
                    <a:pt x="261365" y="117348"/>
                  </a:moveTo>
                  <a:lnTo>
                    <a:pt x="203454" y="0"/>
                  </a:lnTo>
                  <a:lnTo>
                    <a:pt x="0" y="60198"/>
                  </a:lnTo>
                  <a:lnTo>
                    <a:pt x="14478" y="106680"/>
                  </a:lnTo>
                  <a:lnTo>
                    <a:pt x="109728" y="54102"/>
                  </a:lnTo>
                  <a:lnTo>
                    <a:pt x="99822" y="81534"/>
                  </a:lnTo>
                  <a:lnTo>
                    <a:pt x="167640" y="92964"/>
                  </a:lnTo>
                  <a:lnTo>
                    <a:pt x="156972" y="164592"/>
                  </a:lnTo>
                  <a:lnTo>
                    <a:pt x="187452" y="172974"/>
                  </a:lnTo>
                  <a:lnTo>
                    <a:pt x="143256" y="265938"/>
                  </a:lnTo>
                  <a:lnTo>
                    <a:pt x="143256" y="304800"/>
                  </a:lnTo>
                  <a:lnTo>
                    <a:pt x="118110" y="431292"/>
                  </a:lnTo>
                  <a:lnTo>
                    <a:pt x="64008" y="494538"/>
                  </a:lnTo>
                  <a:lnTo>
                    <a:pt x="105156" y="370332"/>
                  </a:lnTo>
                  <a:lnTo>
                    <a:pt x="64008" y="378714"/>
                  </a:lnTo>
                  <a:lnTo>
                    <a:pt x="145542" y="214122"/>
                  </a:lnTo>
                  <a:lnTo>
                    <a:pt x="105155" y="186690"/>
                  </a:lnTo>
                  <a:lnTo>
                    <a:pt x="127254" y="133350"/>
                  </a:lnTo>
                  <a:lnTo>
                    <a:pt x="68580" y="117348"/>
                  </a:lnTo>
                  <a:lnTo>
                    <a:pt x="19050" y="166878"/>
                  </a:lnTo>
                  <a:lnTo>
                    <a:pt x="50292" y="279654"/>
                  </a:lnTo>
                  <a:lnTo>
                    <a:pt x="8382" y="428244"/>
                  </a:lnTo>
                  <a:lnTo>
                    <a:pt x="32004" y="563880"/>
                  </a:lnTo>
                  <a:lnTo>
                    <a:pt x="77724" y="708660"/>
                  </a:lnTo>
                  <a:lnTo>
                    <a:pt x="127254" y="527304"/>
                  </a:lnTo>
                  <a:lnTo>
                    <a:pt x="239268" y="552450"/>
                  </a:lnTo>
                  <a:lnTo>
                    <a:pt x="170688" y="378714"/>
                  </a:lnTo>
                  <a:lnTo>
                    <a:pt x="261365" y="117348"/>
                  </a:lnTo>
                  <a:close/>
                </a:path>
              </a:pathLst>
            </a:custGeom>
            <a:solidFill>
              <a:srgbClr val="FF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06539" y="2802648"/>
              <a:ext cx="1755775" cy="706755"/>
            </a:xfrm>
            <a:custGeom>
              <a:avLst/>
              <a:gdLst/>
              <a:ahLst/>
              <a:cxnLst/>
              <a:rect l="l" t="t" r="r" b="b"/>
              <a:pathLst>
                <a:path w="1755775" h="706754">
                  <a:moveTo>
                    <a:pt x="446532" y="338328"/>
                  </a:moveTo>
                  <a:lnTo>
                    <a:pt x="369570" y="406908"/>
                  </a:lnTo>
                  <a:lnTo>
                    <a:pt x="201930" y="310134"/>
                  </a:lnTo>
                  <a:lnTo>
                    <a:pt x="89154" y="203454"/>
                  </a:lnTo>
                  <a:lnTo>
                    <a:pt x="83820" y="150876"/>
                  </a:lnTo>
                  <a:lnTo>
                    <a:pt x="42672" y="172212"/>
                  </a:lnTo>
                  <a:lnTo>
                    <a:pt x="9906" y="225552"/>
                  </a:lnTo>
                  <a:lnTo>
                    <a:pt x="21336" y="268986"/>
                  </a:lnTo>
                  <a:lnTo>
                    <a:pt x="64770" y="277368"/>
                  </a:lnTo>
                  <a:lnTo>
                    <a:pt x="403098" y="528066"/>
                  </a:lnTo>
                  <a:lnTo>
                    <a:pt x="446532" y="338328"/>
                  </a:lnTo>
                  <a:close/>
                </a:path>
                <a:path w="1755775" h="706754">
                  <a:moveTo>
                    <a:pt x="496062" y="291071"/>
                  </a:moveTo>
                  <a:lnTo>
                    <a:pt x="51054" y="51803"/>
                  </a:lnTo>
                  <a:lnTo>
                    <a:pt x="17526" y="73901"/>
                  </a:lnTo>
                  <a:lnTo>
                    <a:pt x="0" y="107429"/>
                  </a:lnTo>
                  <a:lnTo>
                    <a:pt x="78486" y="118097"/>
                  </a:lnTo>
                  <a:lnTo>
                    <a:pt x="422148" y="296405"/>
                  </a:lnTo>
                  <a:lnTo>
                    <a:pt x="446532" y="338315"/>
                  </a:lnTo>
                  <a:lnTo>
                    <a:pt x="496062" y="291071"/>
                  </a:lnTo>
                  <a:close/>
                </a:path>
                <a:path w="1755775" h="706754">
                  <a:moveTo>
                    <a:pt x="1718322" y="92964"/>
                  </a:moveTo>
                  <a:lnTo>
                    <a:pt x="1329702" y="0"/>
                  </a:lnTo>
                  <a:lnTo>
                    <a:pt x="1035570" y="115062"/>
                  </a:lnTo>
                  <a:lnTo>
                    <a:pt x="980706" y="239268"/>
                  </a:lnTo>
                  <a:lnTo>
                    <a:pt x="989088" y="321564"/>
                  </a:lnTo>
                  <a:lnTo>
                    <a:pt x="1645932" y="140208"/>
                  </a:lnTo>
                  <a:lnTo>
                    <a:pt x="1718322" y="92964"/>
                  </a:lnTo>
                  <a:close/>
                </a:path>
                <a:path w="1755775" h="706754">
                  <a:moveTo>
                    <a:pt x="1755648" y="376415"/>
                  </a:moveTo>
                  <a:lnTo>
                    <a:pt x="1492758" y="266687"/>
                  </a:lnTo>
                  <a:lnTo>
                    <a:pt x="1549908" y="379463"/>
                  </a:lnTo>
                  <a:lnTo>
                    <a:pt x="777240" y="613397"/>
                  </a:lnTo>
                  <a:lnTo>
                    <a:pt x="726948" y="508241"/>
                  </a:lnTo>
                  <a:lnTo>
                    <a:pt x="752856" y="367271"/>
                  </a:lnTo>
                  <a:lnTo>
                    <a:pt x="789432" y="339839"/>
                  </a:lnTo>
                  <a:lnTo>
                    <a:pt x="794004" y="211823"/>
                  </a:lnTo>
                  <a:lnTo>
                    <a:pt x="592836" y="313169"/>
                  </a:lnTo>
                  <a:lnTo>
                    <a:pt x="589788" y="384797"/>
                  </a:lnTo>
                  <a:lnTo>
                    <a:pt x="598170" y="419849"/>
                  </a:lnTo>
                  <a:lnTo>
                    <a:pt x="623316" y="401561"/>
                  </a:lnTo>
                  <a:lnTo>
                    <a:pt x="688848" y="368033"/>
                  </a:lnTo>
                  <a:lnTo>
                    <a:pt x="639318" y="492239"/>
                  </a:lnTo>
                  <a:lnTo>
                    <a:pt x="637032" y="601967"/>
                  </a:lnTo>
                  <a:lnTo>
                    <a:pt x="562356" y="571487"/>
                  </a:lnTo>
                  <a:lnTo>
                    <a:pt x="518160" y="494525"/>
                  </a:lnTo>
                  <a:lnTo>
                    <a:pt x="512826" y="541769"/>
                  </a:lnTo>
                  <a:lnTo>
                    <a:pt x="537972" y="618731"/>
                  </a:lnTo>
                  <a:lnTo>
                    <a:pt x="704088" y="686549"/>
                  </a:lnTo>
                  <a:lnTo>
                    <a:pt x="785622" y="706361"/>
                  </a:lnTo>
                  <a:lnTo>
                    <a:pt x="1712214" y="406895"/>
                  </a:lnTo>
                  <a:lnTo>
                    <a:pt x="1755648" y="376415"/>
                  </a:lnTo>
                  <a:close/>
                </a:path>
              </a:pathLst>
            </a:custGeom>
            <a:solidFill>
              <a:srgbClr val="B56C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35864" y="2708910"/>
              <a:ext cx="763905" cy="424180"/>
            </a:xfrm>
            <a:custGeom>
              <a:avLst/>
              <a:gdLst/>
              <a:ahLst/>
              <a:cxnLst/>
              <a:rect l="l" t="t" r="r" b="b"/>
              <a:pathLst>
                <a:path w="763905" h="424180">
                  <a:moveTo>
                    <a:pt x="763524" y="362712"/>
                  </a:moveTo>
                  <a:lnTo>
                    <a:pt x="12953" y="0"/>
                  </a:lnTo>
                  <a:lnTo>
                    <a:pt x="0" y="25146"/>
                  </a:lnTo>
                  <a:lnTo>
                    <a:pt x="746760" y="423672"/>
                  </a:lnTo>
                  <a:lnTo>
                    <a:pt x="763524" y="362712"/>
                  </a:lnTo>
                  <a:close/>
                </a:path>
              </a:pathLst>
            </a:custGeom>
            <a:solidFill>
              <a:srgbClr val="AE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63880" y="2436876"/>
              <a:ext cx="1537970" cy="520065"/>
            </a:xfrm>
            <a:custGeom>
              <a:avLst/>
              <a:gdLst/>
              <a:ahLst/>
              <a:cxnLst/>
              <a:rect l="l" t="t" r="r" b="b"/>
              <a:pathLst>
                <a:path w="1537970" h="520064">
                  <a:moveTo>
                    <a:pt x="1537716" y="169925"/>
                  </a:moveTo>
                  <a:lnTo>
                    <a:pt x="1529334" y="57911"/>
                  </a:lnTo>
                  <a:lnTo>
                    <a:pt x="1424940" y="0"/>
                  </a:lnTo>
                  <a:lnTo>
                    <a:pt x="657606" y="239268"/>
                  </a:lnTo>
                  <a:lnTo>
                    <a:pt x="599694" y="268986"/>
                  </a:lnTo>
                  <a:lnTo>
                    <a:pt x="0" y="63246"/>
                  </a:lnTo>
                  <a:lnTo>
                    <a:pt x="5334" y="153924"/>
                  </a:lnTo>
                  <a:lnTo>
                    <a:pt x="671322" y="393192"/>
                  </a:lnTo>
                  <a:lnTo>
                    <a:pt x="643890" y="519684"/>
                  </a:lnTo>
                  <a:lnTo>
                    <a:pt x="789432" y="470153"/>
                  </a:lnTo>
                  <a:lnTo>
                    <a:pt x="872490" y="436626"/>
                  </a:lnTo>
                  <a:lnTo>
                    <a:pt x="850392" y="323850"/>
                  </a:lnTo>
                  <a:lnTo>
                    <a:pt x="1061466" y="242315"/>
                  </a:lnTo>
                  <a:lnTo>
                    <a:pt x="1102614" y="321564"/>
                  </a:lnTo>
                  <a:lnTo>
                    <a:pt x="1078230" y="458724"/>
                  </a:lnTo>
                  <a:lnTo>
                    <a:pt x="1375410" y="315467"/>
                  </a:lnTo>
                  <a:lnTo>
                    <a:pt x="1457706" y="321563"/>
                  </a:lnTo>
                  <a:lnTo>
                    <a:pt x="1537716" y="169925"/>
                  </a:lnTo>
                  <a:close/>
                </a:path>
              </a:pathLst>
            </a:custGeom>
            <a:solidFill>
              <a:srgbClr val="D1BA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67867" y="2232660"/>
              <a:ext cx="1642110" cy="696595"/>
            </a:xfrm>
            <a:custGeom>
              <a:avLst/>
              <a:gdLst/>
              <a:ahLst/>
              <a:cxnLst/>
              <a:rect l="l" t="t" r="r" b="b"/>
              <a:pathLst>
                <a:path w="1642110" h="696594">
                  <a:moveTo>
                    <a:pt x="1642110" y="407670"/>
                  </a:moveTo>
                  <a:lnTo>
                    <a:pt x="1639062" y="231647"/>
                  </a:lnTo>
                  <a:lnTo>
                    <a:pt x="1597914" y="168402"/>
                  </a:lnTo>
                  <a:lnTo>
                    <a:pt x="1502664" y="117347"/>
                  </a:lnTo>
                  <a:lnTo>
                    <a:pt x="1429512" y="146304"/>
                  </a:lnTo>
                  <a:lnTo>
                    <a:pt x="710184" y="322326"/>
                  </a:lnTo>
                  <a:lnTo>
                    <a:pt x="544830" y="264414"/>
                  </a:lnTo>
                  <a:lnTo>
                    <a:pt x="1256538" y="93726"/>
                  </a:lnTo>
                  <a:lnTo>
                    <a:pt x="819150" y="0"/>
                  </a:lnTo>
                  <a:lnTo>
                    <a:pt x="0" y="173736"/>
                  </a:lnTo>
                  <a:lnTo>
                    <a:pt x="755904" y="432816"/>
                  </a:lnTo>
                  <a:lnTo>
                    <a:pt x="1518666" y="221742"/>
                  </a:lnTo>
                  <a:lnTo>
                    <a:pt x="1559814" y="245364"/>
                  </a:lnTo>
                  <a:lnTo>
                    <a:pt x="1575816" y="371856"/>
                  </a:lnTo>
                  <a:lnTo>
                    <a:pt x="1518666" y="443484"/>
                  </a:lnTo>
                  <a:lnTo>
                    <a:pt x="1215390" y="563880"/>
                  </a:lnTo>
                  <a:lnTo>
                    <a:pt x="1174242" y="662940"/>
                  </a:lnTo>
                  <a:lnTo>
                    <a:pt x="1165860" y="696468"/>
                  </a:lnTo>
                  <a:lnTo>
                    <a:pt x="1292352" y="630936"/>
                  </a:lnTo>
                  <a:lnTo>
                    <a:pt x="1383792" y="602742"/>
                  </a:lnTo>
                  <a:lnTo>
                    <a:pt x="1457706" y="566928"/>
                  </a:lnTo>
                  <a:lnTo>
                    <a:pt x="1471422" y="531876"/>
                  </a:lnTo>
                  <a:lnTo>
                    <a:pt x="1553718" y="525780"/>
                  </a:lnTo>
                  <a:lnTo>
                    <a:pt x="1642110" y="407670"/>
                  </a:lnTo>
                  <a:close/>
                </a:path>
              </a:pathLst>
            </a:custGeom>
            <a:solidFill>
              <a:srgbClr val="AE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328927" y="3003042"/>
              <a:ext cx="844550" cy="429259"/>
            </a:xfrm>
            <a:custGeom>
              <a:avLst/>
              <a:gdLst/>
              <a:ahLst/>
              <a:cxnLst/>
              <a:rect l="l" t="t" r="r" b="b"/>
              <a:pathLst>
                <a:path w="844550" h="429260">
                  <a:moveTo>
                    <a:pt x="844295" y="181355"/>
                  </a:moveTo>
                  <a:lnTo>
                    <a:pt x="783336" y="137921"/>
                  </a:lnTo>
                  <a:lnTo>
                    <a:pt x="774954" y="75437"/>
                  </a:lnTo>
                  <a:lnTo>
                    <a:pt x="781050" y="0"/>
                  </a:lnTo>
                  <a:lnTo>
                    <a:pt x="280416" y="129539"/>
                  </a:lnTo>
                  <a:lnTo>
                    <a:pt x="317754" y="212597"/>
                  </a:lnTo>
                  <a:lnTo>
                    <a:pt x="224790" y="181355"/>
                  </a:lnTo>
                  <a:lnTo>
                    <a:pt x="178308" y="225551"/>
                  </a:lnTo>
                  <a:lnTo>
                    <a:pt x="173736" y="355853"/>
                  </a:lnTo>
                  <a:lnTo>
                    <a:pt x="134874" y="321563"/>
                  </a:lnTo>
                  <a:lnTo>
                    <a:pt x="60197" y="172973"/>
                  </a:lnTo>
                  <a:lnTo>
                    <a:pt x="29718" y="189737"/>
                  </a:lnTo>
                  <a:lnTo>
                    <a:pt x="0" y="335279"/>
                  </a:lnTo>
                  <a:lnTo>
                    <a:pt x="22097" y="406907"/>
                  </a:lnTo>
                  <a:lnTo>
                    <a:pt x="63245" y="429005"/>
                  </a:lnTo>
                  <a:lnTo>
                    <a:pt x="844295" y="181355"/>
                  </a:lnTo>
                  <a:close/>
                </a:path>
              </a:pathLst>
            </a:custGeom>
            <a:solidFill>
              <a:srgbClr val="D1BA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185672" y="2863596"/>
              <a:ext cx="257810" cy="144780"/>
            </a:xfrm>
            <a:custGeom>
              <a:avLst/>
              <a:gdLst/>
              <a:ahLst/>
              <a:cxnLst/>
              <a:rect l="l" t="t" r="r" b="b"/>
              <a:pathLst>
                <a:path w="257809" h="144780">
                  <a:moveTo>
                    <a:pt x="257556" y="0"/>
                  </a:moveTo>
                  <a:lnTo>
                    <a:pt x="0" y="125729"/>
                  </a:lnTo>
                  <a:lnTo>
                    <a:pt x="170688" y="108965"/>
                  </a:lnTo>
                  <a:lnTo>
                    <a:pt x="161544" y="144779"/>
                  </a:lnTo>
                  <a:lnTo>
                    <a:pt x="239268" y="115061"/>
                  </a:lnTo>
                  <a:lnTo>
                    <a:pt x="257556" y="0"/>
                  </a:lnTo>
                  <a:close/>
                </a:path>
              </a:pathLst>
            </a:custGeom>
            <a:solidFill>
              <a:srgbClr val="AE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80987" y="2220480"/>
              <a:ext cx="1689735" cy="1138555"/>
            </a:xfrm>
            <a:custGeom>
              <a:avLst/>
              <a:gdLst/>
              <a:ahLst/>
              <a:cxnLst/>
              <a:rect l="l" t="t" r="r" b="b"/>
              <a:pathLst>
                <a:path w="1689735" h="1138554">
                  <a:moveTo>
                    <a:pt x="1689354" y="364998"/>
                  </a:moveTo>
                  <a:lnTo>
                    <a:pt x="1680972" y="271272"/>
                  </a:lnTo>
                  <a:lnTo>
                    <a:pt x="1638300" y="220218"/>
                  </a:lnTo>
                  <a:lnTo>
                    <a:pt x="1628394" y="215722"/>
                  </a:lnTo>
                  <a:lnTo>
                    <a:pt x="1628394" y="304800"/>
                  </a:lnTo>
                  <a:lnTo>
                    <a:pt x="1628394" y="384048"/>
                  </a:lnTo>
                  <a:lnTo>
                    <a:pt x="1572768" y="453390"/>
                  </a:lnTo>
                  <a:lnTo>
                    <a:pt x="1307604" y="562940"/>
                  </a:lnTo>
                  <a:lnTo>
                    <a:pt x="1307604" y="525767"/>
                  </a:lnTo>
                  <a:lnTo>
                    <a:pt x="1262646" y="470903"/>
                  </a:lnTo>
                  <a:lnTo>
                    <a:pt x="1527822" y="336029"/>
                  </a:lnTo>
                  <a:lnTo>
                    <a:pt x="1143774" y="476237"/>
                  </a:lnTo>
                  <a:lnTo>
                    <a:pt x="917460" y="544055"/>
                  </a:lnTo>
                  <a:lnTo>
                    <a:pt x="999756" y="550151"/>
                  </a:lnTo>
                  <a:lnTo>
                    <a:pt x="1046238" y="638543"/>
                  </a:lnTo>
                  <a:lnTo>
                    <a:pt x="1044714" y="649820"/>
                  </a:lnTo>
                  <a:lnTo>
                    <a:pt x="1041387" y="651103"/>
                  </a:lnTo>
                  <a:lnTo>
                    <a:pt x="1041387" y="674560"/>
                  </a:lnTo>
                  <a:lnTo>
                    <a:pt x="1034046" y="729221"/>
                  </a:lnTo>
                  <a:lnTo>
                    <a:pt x="1029563" y="748830"/>
                  </a:lnTo>
                  <a:lnTo>
                    <a:pt x="804672" y="836676"/>
                  </a:lnTo>
                  <a:lnTo>
                    <a:pt x="252984" y="583692"/>
                  </a:lnTo>
                  <a:lnTo>
                    <a:pt x="777240" y="854202"/>
                  </a:lnTo>
                  <a:lnTo>
                    <a:pt x="789432" y="894588"/>
                  </a:lnTo>
                  <a:lnTo>
                    <a:pt x="54864" y="513588"/>
                  </a:lnTo>
                  <a:lnTo>
                    <a:pt x="48006" y="480060"/>
                  </a:lnTo>
                  <a:lnTo>
                    <a:pt x="168706" y="431927"/>
                  </a:lnTo>
                  <a:lnTo>
                    <a:pt x="153924" y="486918"/>
                  </a:lnTo>
                  <a:lnTo>
                    <a:pt x="201168" y="425958"/>
                  </a:lnTo>
                  <a:lnTo>
                    <a:pt x="224790" y="355854"/>
                  </a:lnTo>
                  <a:lnTo>
                    <a:pt x="219456" y="304800"/>
                  </a:lnTo>
                  <a:lnTo>
                    <a:pt x="790956" y="505968"/>
                  </a:lnTo>
                  <a:lnTo>
                    <a:pt x="805510" y="501103"/>
                  </a:lnTo>
                  <a:lnTo>
                    <a:pt x="832116" y="552437"/>
                  </a:lnTo>
                  <a:lnTo>
                    <a:pt x="554748" y="458711"/>
                  </a:lnTo>
                  <a:lnTo>
                    <a:pt x="832116" y="595871"/>
                  </a:lnTo>
                  <a:lnTo>
                    <a:pt x="840498" y="637019"/>
                  </a:lnTo>
                  <a:lnTo>
                    <a:pt x="818400" y="688073"/>
                  </a:lnTo>
                  <a:lnTo>
                    <a:pt x="387108" y="519671"/>
                  </a:lnTo>
                  <a:lnTo>
                    <a:pt x="816114" y="714743"/>
                  </a:lnTo>
                  <a:lnTo>
                    <a:pt x="786396" y="755129"/>
                  </a:lnTo>
                  <a:lnTo>
                    <a:pt x="190512" y="503669"/>
                  </a:lnTo>
                  <a:lnTo>
                    <a:pt x="786396" y="779513"/>
                  </a:lnTo>
                  <a:lnTo>
                    <a:pt x="1041387" y="674560"/>
                  </a:lnTo>
                  <a:lnTo>
                    <a:pt x="1041387" y="651103"/>
                  </a:lnTo>
                  <a:lnTo>
                    <a:pt x="851166" y="723887"/>
                  </a:lnTo>
                  <a:lnTo>
                    <a:pt x="880884" y="656831"/>
                  </a:lnTo>
                  <a:lnTo>
                    <a:pt x="987564" y="613397"/>
                  </a:lnTo>
                  <a:lnTo>
                    <a:pt x="872502" y="626351"/>
                  </a:lnTo>
                  <a:lnTo>
                    <a:pt x="865644" y="552437"/>
                  </a:lnTo>
                  <a:lnTo>
                    <a:pt x="836269" y="490842"/>
                  </a:lnTo>
                  <a:lnTo>
                    <a:pt x="1605534" y="233934"/>
                  </a:lnTo>
                  <a:lnTo>
                    <a:pt x="1628394" y="304800"/>
                  </a:lnTo>
                  <a:lnTo>
                    <a:pt x="1628394" y="215722"/>
                  </a:lnTo>
                  <a:lnTo>
                    <a:pt x="1596390" y="201168"/>
                  </a:lnTo>
                  <a:lnTo>
                    <a:pt x="1484376" y="252222"/>
                  </a:lnTo>
                  <a:lnTo>
                    <a:pt x="810006" y="411480"/>
                  </a:lnTo>
                  <a:lnTo>
                    <a:pt x="155448" y="209550"/>
                  </a:lnTo>
                  <a:lnTo>
                    <a:pt x="772668" y="445008"/>
                  </a:lnTo>
                  <a:lnTo>
                    <a:pt x="772668" y="468630"/>
                  </a:lnTo>
                  <a:lnTo>
                    <a:pt x="28194" y="196596"/>
                  </a:lnTo>
                  <a:lnTo>
                    <a:pt x="51816" y="172974"/>
                  </a:lnTo>
                  <a:lnTo>
                    <a:pt x="879348" y="23622"/>
                  </a:lnTo>
                  <a:lnTo>
                    <a:pt x="1284732" y="98298"/>
                  </a:lnTo>
                  <a:lnTo>
                    <a:pt x="856488" y="0"/>
                  </a:lnTo>
                  <a:lnTo>
                    <a:pt x="14478" y="154686"/>
                  </a:lnTo>
                  <a:lnTo>
                    <a:pt x="0" y="211074"/>
                  </a:lnTo>
                  <a:lnTo>
                    <a:pt x="150114" y="285750"/>
                  </a:lnTo>
                  <a:lnTo>
                    <a:pt x="168402" y="355854"/>
                  </a:lnTo>
                  <a:lnTo>
                    <a:pt x="171856" y="401459"/>
                  </a:lnTo>
                  <a:lnTo>
                    <a:pt x="21336" y="455676"/>
                  </a:lnTo>
                  <a:lnTo>
                    <a:pt x="6096" y="513588"/>
                  </a:lnTo>
                  <a:lnTo>
                    <a:pt x="799338" y="925068"/>
                  </a:lnTo>
                  <a:lnTo>
                    <a:pt x="1013802" y="817841"/>
                  </a:lnTo>
                  <a:lnTo>
                    <a:pt x="999756" y="879335"/>
                  </a:lnTo>
                  <a:lnTo>
                    <a:pt x="1009662" y="995159"/>
                  </a:lnTo>
                  <a:lnTo>
                    <a:pt x="1055382" y="1098791"/>
                  </a:lnTo>
                  <a:lnTo>
                    <a:pt x="1121676" y="1138415"/>
                  </a:lnTo>
                  <a:lnTo>
                    <a:pt x="1058430" y="1040879"/>
                  </a:lnTo>
                  <a:lnTo>
                    <a:pt x="1030998" y="946391"/>
                  </a:lnTo>
                  <a:lnTo>
                    <a:pt x="1039380" y="848855"/>
                  </a:lnTo>
                  <a:lnTo>
                    <a:pt x="1063764" y="753605"/>
                  </a:lnTo>
                  <a:lnTo>
                    <a:pt x="1079766" y="656831"/>
                  </a:lnTo>
                  <a:lnTo>
                    <a:pt x="1067574" y="571487"/>
                  </a:lnTo>
                  <a:lnTo>
                    <a:pt x="1051572" y="537959"/>
                  </a:lnTo>
                  <a:lnTo>
                    <a:pt x="1219974" y="473951"/>
                  </a:lnTo>
                  <a:lnTo>
                    <a:pt x="1280934" y="583679"/>
                  </a:lnTo>
                  <a:lnTo>
                    <a:pt x="1241310" y="687311"/>
                  </a:lnTo>
                  <a:lnTo>
                    <a:pt x="1189494" y="829805"/>
                  </a:lnTo>
                  <a:lnTo>
                    <a:pt x="1197876" y="915911"/>
                  </a:lnTo>
                  <a:lnTo>
                    <a:pt x="1265694" y="995159"/>
                  </a:lnTo>
                  <a:lnTo>
                    <a:pt x="1219974" y="894575"/>
                  </a:lnTo>
                  <a:lnTo>
                    <a:pt x="1222260" y="827519"/>
                  </a:lnTo>
                  <a:lnTo>
                    <a:pt x="1271028" y="704837"/>
                  </a:lnTo>
                  <a:lnTo>
                    <a:pt x="1307604" y="592061"/>
                  </a:lnTo>
                  <a:lnTo>
                    <a:pt x="1307604" y="589013"/>
                  </a:lnTo>
                  <a:lnTo>
                    <a:pt x="1600962" y="477012"/>
                  </a:lnTo>
                  <a:lnTo>
                    <a:pt x="1661922" y="435102"/>
                  </a:lnTo>
                  <a:lnTo>
                    <a:pt x="1689354" y="364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88186" y="3169920"/>
              <a:ext cx="158496" cy="18897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82155" y="2358402"/>
              <a:ext cx="1793239" cy="1177290"/>
            </a:xfrm>
            <a:custGeom>
              <a:avLst/>
              <a:gdLst/>
              <a:ahLst/>
              <a:cxnLst/>
              <a:rect l="l" t="t" r="r" b="b"/>
              <a:pathLst>
                <a:path w="1793239" h="1177289">
                  <a:moveTo>
                    <a:pt x="1540002" y="204978"/>
                  </a:moveTo>
                  <a:lnTo>
                    <a:pt x="1524762" y="83058"/>
                  </a:lnTo>
                  <a:lnTo>
                    <a:pt x="1469898" y="22098"/>
                  </a:lnTo>
                  <a:lnTo>
                    <a:pt x="1404366" y="0"/>
                  </a:lnTo>
                  <a:lnTo>
                    <a:pt x="1303020" y="68580"/>
                  </a:lnTo>
                  <a:lnTo>
                    <a:pt x="1424940" y="28956"/>
                  </a:lnTo>
                  <a:lnTo>
                    <a:pt x="1494282" y="88392"/>
                  </a:lnTo>
                  <a:lnTo>
                    <a:pt x="1512570" y="235458"/>
                  </a:lnTo>
                  <a:lnTo>
                    <a:pt x="1469898" y="342138"/>
                  </a:lnTo>
                  <a:lnTo>
                    <a:pt x="1422654" y="386334"/>
                  </a:lnTo>
                  <a:lnTo>
                    <a:pt x="1357122" y="393954"/>
                  </a:lnTo>
                  <a:lnTo>
                    <a:pt x="1076706" y="521970"/>
                  </a:lnTo>
                  <a:lnTo>
                    <a:pt x="1040130" y="595122"/>
                  </a:lnTo>
                  <a:lnTo>
                    <a:pt x="1372362" y="418338"/>
                  </a:lnTo>
                  <a:lnTo>
                    <a:pt x="1439418" y="420624"/>
                  </a:lnTo>
                  <a:lnTo>
                    <a:pt x="1477518" y="397764"/>
                  </a:lnTo>
                  <a:lnTo>
                    <a:pt x="1533906" y="289560"/>
                  </a:lnTo>
                  <a:lnTo>
                    <a:pt x="1540002" y="204978"/>
                  </a:lnTo>
                  <a:close/>
                </a:path>
                <a:path w="1793239" h="1177289">
                  <a:moveTo>
                    <a:pt x="1792986" y="869429"/>
                  </a:moveTo>
                  <a:lnTo>
                    <a:pt x="1784604" y="802373"/>
                  </a:lnTo>
                  <a:lnTo>
                    <a:pt x="1521714" y="720077"/>
                  </a:lnTo>
                  <a:lnTo>
                    <a:pt x="1765554" y="826757"/>
                  </a:lnTo>
                  <a:lnTo>
                    <a:pt x="796290" y="1130795"/>
                  </a:lnTo>
                  <a:lnTo>
                    <a:pt x="734568" y="1076693"/>
                  </a:lnTo>
                  <a:lnTo>
                    <a:pt x="704088" y="997445"/>
                  </a:lnTo>
                  <a:lnTo>
                    <a:pt x="728472" y="841235"/>
                  </a:lnTo>
                  <a:lnTo>
                    <a:pt x="685800" y="917435"/>
                  </a:lnTo>
                  <a:lnTo>
                    <a:pt x="676656" y="997445"/>
                  </a:lnTo>
                  <a:lnTo>
                    <a:pt x="704088" y="1098029"/>
                  </a:lnTo>
                  <a:lnTo>
                    <a:pt x="728472" y="1130795"/>
                  </a:lnTo>
                  <a:lnTo>
                    <a:pt x="585978" y="1061453"/>
                  </a:lnTo>
                  <a:lnTo>
                    <a:pt x="557784" y="993635"/>
                  </a:lnTo>
                  <a:lnTo>
                    <a:pt x="551688" y="893051"/>
                  </a:lnTo>
                  <a:lnTo>
                    <a:pt x="569976" y="823709"/>
                  </a:lnTo>
                  <a:lnTo>
                    <a:pt x="536448" y="875525"/>
                  </a:lnTo>
                  <a:lnTo>
                    <a:pt x="524256" y="948677"/>
                  </a:lnTo>
                  <a:lnTo>
                    <a:pt x="518160" y="991349"/>
                  </a:lnTo>
                  <a:lnTo>
                    <a:pt x="466344" y="957821"/>
                  </a:lnTo>
                  <a:lnTo>
                    <a:pt x="457200" y="869429"/>
                  </a:lnTo>
                  <a:lnTo>
                    <a:pt x="484632" y="765797"/>
                  </a:lnTo>
                  <a:lnTo>
                    <a:pt x="451866" y="811517"/>
                  </a:lnTo>
                  <a:lnTo>
                    <a:pt x="427482" y="881621"/>
                  </a:lnTo>
                  <a:lnTo>
                    <a:pt x="427482" y="954011"/>
                  </a:lnTo>
                  <a:lnTo>
                    <a:pt x="100584" y="728459"/>
                  </a:lnTo>
                  <a:lnTo>
                    <a:pt x="97536" y="662165"/>
                  </a:lnTo>
                  <a:lnTo>
                    <a:pt x="100584" y="607301"/>
                  </a:lnTo>
                  <a:lnTo>
                    <a:pt x="73152" y="643877"/>
                  </a:lnTo>
                  <a:lnTo>
                    <a:pt x="57912" y="701789"/>
                  </a:lnTo>
                  <a:lnTo>
                    <a:pt x="24384" y="640067"/>
                  </a:lnTo>
                  <a:lnTo>
                    <a:pt x="24384" y="551675"/>
                  </a:lnTo>
                  <a:lnTo>
                    <a:pt x="82296" y="515099"/>
                  </a:lnTo>
                  <a:lnTo>
                    <a:pt x="24384" y="485381"/>
                  </a:lnTo>
                  <a:lnTo>
                    <a:pt x="0" y="539483"/>
                  </a:lnTo>
                  <a:lnTo>
                    <a:pt x="3048" y="662165"/>
                  </a:lnTo>
                  <a:lnTo>
                    <a:pt x="36576" y="732269"/>
                  </a:lnTo>
                  <a:lnTo>
                    <a:pt x="91440" y="750557"/>
                  </a:lnTo>
                  <a:lnTo>
                    <a:pt x="185928" y="829043"/>
                  </a:lnTo>
                  <a:lnTo>
                    <a:pt x="417576" y="988301"/>
                  </a:lnTo>
                  <a:lnTo>
                    <a:pt x="469392" y="997445"/>
                  </a:lnTo>
                  <a:lnTo>
                    <a:pt x="536448" y="1034021"/>
                  </a:lnTo>
                  <a:lnTo>
                    <a:pt x="557784" y="1076693"/>
                  </a:lnTo>
                  <a:lnTo>
                    <a:pt x="734568" y="1168133"/>
                  </a:lnTo>
                  <a:lnTo>
                    <a:pt x="808482" y="1177277"/>
                  </a:lnTo>
                  <a:lnTo>
                    <a:pt x="1792986" y="8694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16736" y="3142488"/>
              <a:ext cx="164591" cy="249936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21386" y="2324099"/>
              <a:ext cx="1804035" cy="1664970"/>
            </a:xfrm>
            <a:custGeom>
              <a:avLst/>
              <a:gdLst/>
              <a:ahLst/>
              <a:cxnLst/>
              <a:rect l="l" t="t" r="r" b="b"/>
              <a:pathLst>
                <a:path w="1804035" h="1664970">
                  <a:moveTo>
                    <a:pt x="821423" y="1155954"/>
                  </a:moveTo>
                  <a:lnTo>
                    <a:pt x="788657" y="1133856"/>
                  </a:lnTo>
                  <a:lnTo>
                    <a:pt x="547103" y="1142238"/>
                  </a:lnTo>
                  <a:lnTo>
                    <a:pt x="483095" y="1034796"/>
                  </a:lnTo>
                  <a:lnTo>
                    <a:pt x="601967" y="1006602"/>
                  </a:lnTo>
                  <a:lnTo>
                    <a:pt x="564629" y="995934"/>
                  </a:lnTo>
                  <a:lnTo>
                    <a:pt x="403847" y="1004316"/>
                  </a:lnTo>
                  <a:lnTo>
                    <a:pt x="525767" y="1178052"/>
                  </a:lnTo>
                  <a:lnTo>
                    <a:pt x="821423" y="1155954"/>
                  </a:lnTo>
                  <a:close/>
                </a:path>
                <a:path w="1804035" h="1664970">
                  <a:moveTo>
                    <a:pt x="1338059" y="922032"/>
                  </a:moveTo>
                  <a:lnTo>
                    <a:pt x="1084313" y="976134"/>
                  </a:lnTo>
                  <a:lnTo>
                    <a:pt x="1078979" y="1010424"/>
                  </a:lnTo>
                  <a:lnTo>
                    <a:pt x="1338059" y="922032"/>
                  </a:lnTo>
                  <a:close/>
                </a:path>
                <a:path w="1804035" h="1664970">
                  <a:moveTo>
                    <a:pt x="1481328" y="1106436"/>
                  </a:moveTo>
                  <a:lnTo>
                    <a:pt x="1210056" y="1115580"/>
                  </a:lnTo>
                  <a:lnTo>
                    <a:pt x="1119378" y="1152156"/>
                  </a:lnTo>
                  <a:lnTo>
                    <a:pt x="1181100" y="1145298"/>
                  </a:lnTo>
                  <a:lnTo>
                    <a:pt x="1304544" y="1130058"/>
                  </a:lnTo>
                  <a:lnTo>
                    <a:pt x="1426464" y="1113294"/>
                  </a:lnTo>
                  <a:lnTo>
                    <a:pt x="1481328" y="1106436"/>
                  </a:lnTo>
                  <a:close/>
                </a:path>
                <a:path w="1804035" h="1664970">
                  <a:moveTo>
                    <a:pt x="1497330" y="53340"/>
                  </a:moveTo>
                  <a:lnTo>
                    <a:pt x="1333500" y="25908"/>
                  </a:lnTo>
                  <a:lnTo>
                    <a:pt x="1303020" y="2286"/>
                  </a:lnTo>
                  <a:lnTo>
                    <a:pt x="1258824" y="0"/>
                  </a:lnTo>
                  <a:lnTo>
                    <a:pt x="493014" y="169164"/>
                  </a:lnTo>
                  <a:lnTo>
                    <a:pt x="740664" y="247650"/>
                  </a:lnTo>
                  <a:lnTo>
                    <a:pt x="1389126" y="83820"/>
                  </a:lnTo>
                  <a:lnTo>
                    <a:pt x="730758" y="211074"/>
                  </a:lnTo>
                  <a:lnTo>
                    <a:pt x="663702" y="167640"/>
                  </a:lnTo>
                  <a:lnTo>
                    <a:pt x="1263396" y="22860"/>
                  </a:lnTo>
                  <a:lnTo>
                    <a:pt x="1305306" y="34290"/>
                  </a:lnTo>
                  <a:lnTo>
                    <a:pt x="1497330" y="53340"/>
                  </a:lnTo>
                  <a:close/>
                </a:path>
                <a:path w="1804035" h="1664970">
                  <a:moveTo>
                    <a:pt x="1803654" y="1247394"/>
                  </a:moveTo>
                  <a:lnTo>
                    <a:pt x="1773936" y="1109472"/>
                  </a:lnTo>
                  <a:lnTo>
                    <a:pt x="1641348" y="993648"/>
                  </a:lnTo>
                  <a:lnTo>
                    <a:pt x="1382268" y="1058418"/>
                  </a:lnTo>
                  <a:lnTo>
                    <a:pt x="1614678" y="1062990"/>
                  </a:lnTo>
                  <a:lnTo>
                    <a:pt x="1714500" y="1139190"/>
                  </a:lnTo>
                  <a:lnTo>
                    <a:pt x="1758696" y="1206246"/>
                  </a:lnTo>
                  <a:lnTo>
                    <a:pt x="1762506" y="1305306"/>
                  </a:lnTo>
                  <a:lnTo>
                    <a:pt x="1725168" y="1423416"/>
                  </a:lnTo>
                  <a:lnTo>
                    <a:pt x="1677162" y="1476756"/>
                  </a:lnTo>
                  <a:lnTo>
                    <a:pt x="1524000" y="1497330"/>
                  </a:lnTo>
                  <a:lnTo>
                    <a:pt x="1456182" y="1475232"/>
                  </a:lnTo>
                  <a:lnTo>
                    <a:pt x="1363218" y="1521714"/>
                  </a:lnTo>
                  <a:lnTo>
                    <a:pt x="378714" y="1607058"/>
                  </a:lnTo>
                  <a:lnTo>
                    <a:pt x="28956" y="918210"/>
                  </a:lnTo>
                  <a:lnTo>
                    <a:pt x="128333" y="887831"/>
                  </a:lnTo>
                  <a:lnTo>
                    <a:pt x="127254" y="893064"/>
                  </a:lnTo>
                  <a:lnTo>
                    <a:pt x="112014" y="922020"/>
                  </a:lnTo>
                  <a:lnTo>
                    <a:pt x="90678" y="937260"/>
                  </a:lnTo>
                  <a:lnTo>
                    <a:pt x="169926" y="1086612"/>
                  </a:lnTo>
                  <a:lnTo>
                    <a:pt x="392430" y="1501140"/>
                  </a:lnTo>
                  <a:lnTo>
                    <a:pt x="227838" y="1129284"/>
                  </a:lnTo>
                  <a:lnTo>
                    <a:pt x="127254" y="937260"/>
                  </a:lnTo>
                  <a:lnTo>
                    <a:pt x="224790" y="1052322"/>
                  </a:lnTo>
                  <a:lnTo>
                    <a:pt x="148590" y="900684"/>
                  </a:lnTo>
                  <a:lnTo>
                    <a:pt x="163601" y="862063"/>
                  </a:lnTo>
                  <a:lnTo>
                    <a:pt x="470916" y="1349502"/>
                  </a:lnTo>
                  <a:lnTo>
                    <a:pt x="502678" y="1345933"/>
                  </a:lnTo>
                  <a:lnTo>
                    <a:pt x="508254" y="1394472"/>
                  </a:lnTo>
                  <a:lnTo>
                    <a:pt x="475488" y="1454670"/>
                  </a:lnTo>
                  <a:lnTo>
                    <a:pt x="402336" y="1522488"/>
                  </a:lnTo>
                  <a:lnTo>
                    <a:pt x="1313688" y="1434096"/>
                  </a:lnTo>
                  <a:lnTo>
                    <a:pt x="480822" y="1479054"/>
                  </a:lnTo>
                  <a:lnTo>
                    <a:pt x="505206" y="1464576"/>
                  </a:lnTo>
                  <a:lnTo>
                    <a:pt x="529590" y="1440192"/>
                  </a:lnTo>
                  <a:lnTo>
                    <a:pt x="969264" y="1376184"/>
                  </a:lnTo>
                  <a:lnTo>
                    <a:pt x="538734" y="1400568"/>
                  </a:lnTo>
                  <a:lnTo>
                    <a:pt x="560832" y="1339608"/>
                  </a:lnTo>
                  <a:lnTo>
                    <a:pt x="564921" y="1338910"/>
                  </a:lnTo>
                  <a:lnTo>
                    <a:pt x="1593342" y="1223010"/>
                  </a:lnTo>
                  <a:lnTo>
                    <a:pt x="1645158" y="1247394"/>
                  </a:lnTo>
                  <a:lnTo>
                    <a:pt x="1674876" y="1294638"/>
                  </a:lnTo>
                  <a:lnTo>
                    <a:pt x="1639062" y="1394460"/>
                  </a:lnTo>
                  <a:lnTo>
                    <a:pt x="1452372" y="1428750"/>
                  </a:lnTo>
                  <a:lnTo>
                    <a:pt x="1646682" y="1428750"/>
                  </a:lnTo>
                  <a:lnTo>
                    <a:pt x="1727454" y="1306830"/>
                  </a:lnTo>
                  <a:lnTo>
                    <a:pt x="1722120" y="1207008"/>
                  </a:lnTo>
                  <a:lnTo>
                    <a:pt x="1687830" y="1160526"/>
                  </a:lnTo>
                  <a:lnTo>
                    <a:pt x="1492758" y="1186434"/>
                  </a:lnTo>
                  <a:lnTo>
                    <a:pt x="1456944" y="1201674"/>
                  </a:lnTo>
                  <a:lnTo>
                    <a:pt x="1414272" y="1186434"/>
                  </a:lnTo>
                  <a:lnTo>
                    <a:pt x="531876" y="1290066"/>
                  </a:lnTo>
                  <a:lnTo>
                    <a:pt x="258318" y="906780"/>
                  </a:lnTo>
                  <a:lnTo>
                    <a:pt x="502158" y="1293876"/>
                  </a:lnTo>
                  <a:lnTo>
                    <a:pt x="480060" y="1325880"/>
                  </a:lnTo>
                  <a:lnTo>
                    <a:pt x="64008" y="653034"/>
                  </a:lnTo>
                  <a:lnTo>
                    <a:pt x="170688" y="634746"/>
                  </a:lnTo>
                  <a:lnTo>
                    <a:pt x="181356" y="614934"/>
                  </a:lnTo>
                  <a:lnTo>
                    <a:pt x="47244" y="634746"/>
                  </a:lnTo>
                  <a:lnTo>
                    <a:pt x="51054" y="683514"/>
                  </a:lnTo>
                  <a:lnTo>
                    <a:pt x="131368" y="810933"/>
                  </a:lnTo>
                  <a:lnTo>
                    <a:pt x="136398" y="848868"/>
                  </a:lnTo>
                  <a:lnTo>
                    <a:pt x="133731" y="861758"/>
                  </a:lnTo>
                  <a:lnTo>
                    <a:pt x="65532" y="893064"/>
                  </a:lnTo>
                  <a:lnTo>
                    <a:pt x="6096" y="906018"/>
                  </a:lnTo>
                  <a:lnTo>
                    <a:pt x="0" y="945642"/>
                  </a:lnTo>
                  <a:lnTo>
                    <a:pt x="244602" y="1404366"/>
                  </a:lnTo>
                  <a:lnTo>
                    <a:pt x="348996" y="1664970"/>
                  </a:lnTo>
                  <a:lnTo>
                    <a:pt x="1392174" y="1536954"/>
                  </a:lnTo>
                  <a:lnTo>
                    <a:pt x="1431798" y="1524000"/>
                  </a:lnTo>
                  <a:lnTo>
                    <a:pt x="1486662" y="1542288"/>
                  </a:lnTo>
                  <a:lnTo>
                    <a:pt x="1676400" y="1517142"/>
                  </a:lnTo>
                  <a:lnTo>
                    <a:pt x="1760982" y="1439418"/>
                  </a:lnTo>
                  <a:lnTo>
                    <a:pt x="1803654" y="12473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658873" y="2833878"/>
              <a:ext cx="520065" cy="210820"/>
            </a:xfrm>
            <a:custGeom>
              <a:avLst/>
              <a:gdLst/>
              <a:ahLst/>
              <a:cxnLst/>
              <a:rect l="l" t="t" r="r" b="b"/>
              <a:pathLst>
                <a:path w="520064" h="210819">
                  <a:moveTo>
                    <a:pt x="519684" y="64769"/>
                  </a:moveTo>
                  <a:lnTo>
                    <a:pt x="364998" y="0"/>
                  </a:lnTo>
                  <a:lnTo>
                    <a:pt x="149352" y="64770"/>
                  </a:lnTo>
                  <a:lnTo>
                    <a:pt x="0" y="210312"/>
                  </a:lnTo>
                  <a:lnTo>
                    <a:pt x="519684" y="64769"/>
                  </a:lnTo>
                  <a:close/>
                </a:path>
              </a:pathLst>
            </a:custGeom>
            <a:solidFill>
              <a:srgbClr val="F7A8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404353" y="2785122"/>
              <a:ext cx="925830" cy="653415"/>
            </a:xfrm>
            <a:custGeom>
              <a:avLst/>
              <a:gdLst/>
              <a:ahLst/>
              <a:cxnLst/>
              <a:rect l="l" t="t" r="r" b="b"/>
              <a:pathLst>
                <a:path w="925830" h="653414">
                  <a:moveTo>
                    <a:pt x="610362" y="641604"/>
                  </a:moveTo>
                  <a:lnTo>
                    <a:pt x="554736" y="575310"/>
                  </a:lnTo>
                  <a:lnTo>
                    <a:pt x="517398" y="582930"/>
                  </a:lnTo>
                  <a:lnTo>
                    <a:pt x="539496" y="624078"/>
                  </a:lnTo>
                  <a:lnTo>
                    <a:pt x="447294" y="653034"/>
                  </a:lnTo>
                  <a:lnTo>
                    <a:pt x="610362" y="641604"/>
                  </a:lnTo>
                  <a:close/>
                </a:path>
                <a:path w="925830" h="653414">
                  <a:moveTo>
                    <a:pt x="925830" y="164592"/>
                  </a:moveTo>
                  <a:lnTo>
                    <a:pt x="906780" y="104394"/>
                  </a:lnTo>
                  <a:lnTo>
                    <a:pt x="516636" y="0"/>
                  </a:lnTo>
                  <a:lnTo>
                    <a:pt x="260604" y="129540"/>
                  </a:lnTo>
                  <a:lnTo>
                    <a:pt x="540258" y="37338"/>
                  </a:lnTo>
                  <a:lnTo>
                    <a:pt x="903732" y="124206"/>
                  </a:lnTo>
                  <a:lnTo>
                    <a:pt x="190500" y="314706"/>
                  </a:lnTo>
                  <a:lnTo>
                    <a:pt x="202692" y="365760"/>
                  </a:lnTo>
                  <a:lnTo>
                    <a:pt x="684276" y="259842"/>
                  </a:lnTo>
                  <a:lnTo>
                    <a:pt x="681228" y="329946"/>
                  </a:lnTo>
                  <a:lnTo>
                    <a:pt x="455676" y="414528"/>
                  </a:lnTo>
                  <a:lnTo>
                    <a:pt x="693420" y="363474"/>
                  </a:lnTo>
                  <a:lnTo>
                    <a:pt x="742188" y="393954"/>
                  </a:lnTo>
                  <a:lnTo>
                    <a:pt x="0" y="645414"/>
                  </a:lnTo>
                  <a:lnTo>
                    <a:pt x="806196" y="402336"/>
                  </a:lnTo>
                  <a:lnTo>
                    <a:pt x="751332" y="372618"/>
                  </a:lnTo>
                  <a:lnTo>
                    <a:pt x="723900" y="332994"/>
                  </a:lnTo>
                  <a:lnTo>
                    <a:pt x="711708" y="277368"/>
                  </a:lnTo>
                  <a:lnTo>
                    <a:pt x="736092" y="229362"/>
                  </a:lnTo>
                  <a:lnTo>
                    <a:pt x="925830" y="164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/>
          <p:cNvGrpSpPr/>
          <p:nvPr/>
        </p:nvGrpSpPr>
        <p:grpSpPr>
          <a:xfrm>
            <a:off x="228600" y="5791200"/>
            <a:ext cx="8686800" cy="685800"/>
            <a:chOff x="228600" y="5791200"/>
            <a:chExt cx="8686800" cy="685800"/>
          </a:xfrm>
        </p:grpSpPr>
        <p:pic>
          <p:nvPicPr>
            <p:cNvPr id="76" name="object 7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4131" y="5856731"/>
              <a:ext cx="8556498" cy="55549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28600" y="5791200"/>
              <a:ext cx="8686800" cy="65531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0123" y="6412230"/>
              <a:ext cx="8684514" cy="6477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8600" y="5791961"/>
              <a:ext cx="65531" cy="68503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850630" y="5792723"/>
              <a:ext cx="64770" cy="684276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53311" y="6010655"/>
              <a:ext cx="6406895" cy="341376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1332230" y="5930898"/>
            <a:ext cx="6396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Moving from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Document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centric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Model centric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62000" y="1444751"/>
            <a:ext cx="8236584" cy="4201160"/>
            <a:chOff x="762000" y="1444751"/>
            <a:chExt cx="8236584" cy="4201160"/>
          </a:xfrm>
        </p:grpSpPr>
        <p:pic>
          <p:nvPicPr>
            <p:cNvPr id="84" name="object 8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34890" y="4344161"/>
              <a:ext cx="4131563" cy="12954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71600" y="4343400"/>
              <a:ext cx="3302046" cy="129540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1365503" y="4337304"/>
              <a:ext cx="7632700" cy="1308735"/>
            </a:xfrm>
            <a:custGeom>
              <a:avLst/>
              <a:gdLst/>
              <a:ahLst/>
              <a:cxnLst/>
              <a:rect l="l" t="t" r="r" b="b"/>
              <a:pathLst>
                <a:path w="7632700" h="1308735">
                  <a:moveTo>
                    <a:pt x="584200" y="12954"/>
                  </a:moveTo>
                  <a:lnTo>
                    <a:pt x="584200" y="0"/>
                  </a:lnTo>
                  <a:lnTo>
                    <a:pt x="0" y="0"/>
                  </a:lnTo>
                  <a:lnTo>
                    <a:pt x="0" y="12954"/>
                  </a:lnTo>
                  <a:lnTo>
                    <a:pt x="12700" y="6096"/>
                  </a:lnTo>
                  <a:lnTo>
                    <a:pt x="12700" y="12954"/>
                  </a:lnTo>
                  <a:lnTo>
                    <a:pt x="571500" y="12954"/>
                  </a:lnTo>
                  <a:lnTo>
                    <a:pt x="571500" y="6858"/>
                  </a:lnTo>
                  <a:lnTo>
                    <a:pt x="584200" y="12954"/>
                  </a:lnTo>
                  <a:close/>
                </a:path>
                <a:path w="7632700" h="1308735">
                  <a:moveTo>
                    <a:pt x="12700" y="12954"/>
                  </a:moveTo>
                  <a:lnTo>
                    <a:pt x="12700" y="6096"/>
                  </a:lnTo>
                  <a:lnTo>
                    <a:pt x="0" y="12954"/>
                  </a:lnTo>
                  <a:lnTo>
                    <a:pt x="12700" y="12954"/>
                  </a:lnTo>
                  <a:close/>
                </a:path>
                <a:path w="7632700" h="1308735">
                  <a:moveTo>
                    <a:pt x="3746500" y="1308354"/>
                  </a:moveTo>
                  <a:lnTo>
                    <a:pt x="3594100" y="1306830"/>
                  </a:lnTo>
                  <a:lnTo>
                    <a:pt x="3543300" y="1305450"/>
                  </a:lnTo>
                  <a:lnTo>
                    <a:pt x="3492500" y="1303784"/>
                  </a:lnTo>
                  <a:lnTo>
                    <a:pt x="3469579" y="1302900"/>
                  </a:lnTo>
                  <a:lnTo>
                    <a:pt x="3467100" y="1303020"/>
                  </a:lnTo>
                  <a:lnTo>
                    <a:pt x="3467100" y="1302805"/>
                  </a:lnTo>
                  <a:lnTo>
                    <a:pt x="3441700" y="1301826"/>
                  </a:lnTo>
                  <a:lnTo>
                    <a:pt x="3390900" y="1299569"/>
                  </a:lnTo>
                  <a:lnTo>
                    <a:pt x="3340100" y="1297009"/>
                  </a:lnTo>
                  <a:lnTo>
                    <a:pt x="3311635" y="1295400"/>
                  </a:lnTo>
                  <a:lnTo>
                    <a:pt x="3098800" y="1295400"/>
                  </a:lnTo>
                  <a:lnTo>
                    <a:pt x="3009900" y="1293876"/>
                  </a:lnTo>
                  <a:lnTo>
                    <a:pt x="2933700" y="1291590"/>
                  </a:lnTo>
                  <a:lnTo>
                    <a:pt x="2844800" y="1288542"/>
                  </a:lnTo>
                  <a:lnTo>
                    <a:pt x="2692400" y="1280922"/>
                  </a:lnTo>
                  <a:lnTo>
                    <a:pt x="2641600" y="1277518"/>
                  </a:lnTo>
                  <a:lnTo>
                    <a:pt x="2590800" y="1273749"/>
                  </a:lnTo>
                  <a:lnTo>
                    <a:pt x="2540000" y="1269612"/>
                  </a:lnTo>
                  <a:lnTo>
                    <a:pt x="2489200" y="1265105"/>
                  </a:lnTo>
                  <a:lnTo>
                    <a:pt x="2438400" y="1260224"/>
                  </a:lnTo>
                  <a:lnTo>
                    <a:pt x="2387600" y="1254966"/>
                  </a:lnTo>
                  <a:lnTo>
                    <a:pt x="2324100" y="1249330"/>
                  </a:lnTo>
                  <a:lnTo>
                    <a:pt x="2273300" y="1243312"/>
                  </a:lnTo>
                  <a:lnTo>
                    <a:pt x="2222500" y="1236910"/>
                  </a:lnTo>
                  <a:lnTo>
                    <a:pt x="2171700" y="1230120"/>
                  </a:lnTo>
                  <a:lnTo>
                    <a:pt x="2120900" y="1222941"/>
                  </a:lnTo>
                  <a:lnTo>
                    <a:pt x="2070100" y="1215369"/>
                  </a:lnTo>
                  <a:lnTo>
                    <a:pt x="2019300" y="1207401"/>
                  </a:lnTo>
                  <a:lnTo>
                    <a:pt x="1968500" y="1199036"/>
                  </a:lnTo>
                  <a:lnTo>
                    <a:pt x="1917700" y="1190269"/>
                  </a:lnTo>
                  <a:lnTo>
                    <a:pt x="1866900" y="1181100"/>
                  </a:lnTo>
                  <a:lnTo>
                    <a:pt x="1803400" y="1168146"/>
                  </a:lnTo>
                  <a:lnTo>
                    <a:pt x="1727200" y="1153668"/>
                  </a:lnTo>
                  <a:lnTo>
                    <a:pt x="1663700" y="1139190"/>
                  </a:lnTo>
                  <a:lnTo>
                    <a:pt x="1612900" y="1127784"/>
                  </a:lnTo>
                  <a:lnTo>
                    <a:pt x="1562100" y="1115916"/>
                  </a:lnTo>
                  <a:lnTo>
                    <a:pt x="1511300" y="1103570"/>
                  </a:lnTo>
                  <a:lnTo>
                    <a:pt x="1460500" y="1090729"/>
                  </a:lnTo>
                  <a:lnTo>
                    <a:pt x="1409700" y="1077379"/>
                  </a:lnTo>
                  <a:lnTo>
                    <a:pt x="1358900" y="1063503"/>
                  </a:lnTo>
                  <a:lnTo>
                    <a:pt x="1308100" y="1049087"/>
                  </a:lnTo>
                  <a:lnTo>
                    <a:pt x="1257300" y="1034114"/>
                  </a:lnTo>
                  <a:lnTo>
                    <a:pt x="1219200" y="1018568"/>
                  </a:lnTo>
                  <a:lnTo>
                    <a:pt x="1168400" y="1002435"/>
                  </a:lnTo>
                  <a:lnTo>
                    <a:pt x="1117600" y="985698"/>
                  </a:lnTo>
                  <a:lnTo>
                    <a:pt x="1066800" y="968342"/>
                  </a:lnTo>
                  <a:lnTo>
                    <a:pt x="1016000" y="950351"/>
                  </a:lnTo>
                  <a:lnTo>
                    <a:pt x="965200" y="931710"/>
                  </a:lnTo>
                  <a:lnTo>
                    <a:pt x="927100" y="912403"/>
                  </a:lnTo>
                  <a:lnTo>
                    <a:pt x="876300" y="892414"/>
                  </a:lnTo>
                  <a:lnTo>
                    <a:pt x="825500" y="871728"/>
                  </a:lnTo>
                  <a:lnTo>
                    <a:pt x="774700" y="848106"/>
                  </a:lnTo>
                  <a:lnTo>
                    <a:pt x="774700" y="848868"/>
                  </a:lnTo>
                  <a:lnTo>
                    <a:pt x="723900" y="824484"/>
                  </a:lnTo>
                  <a:lnTo>
                    <a:pt x="685800" y="802079"/>
                  </a:lnTo>
                  <a:lnTo>
                    <a:pt x="635000" y="778806"/>
                  </a:lnTo>
                  <a:lnTo>
                    <a:pt x="596900" y="754627"/>
                  </a:lnTo>
                  <a:lnTo>
                    <a:pt x="546100" y="729500"/>
                  </a:lnTo>
                  <a:lnTo>
                    <a:pt x="508000" y="703388"/>
                  </a:lnTo>
                  <a:lnTo>
                    <a:pt x="469900" y="676251"/>
                  </a:lnTo>
                  <a:lnTo>
                    <a:pt x="431800" y="648049"/>
                  </a:lnTo>
                  <a:lnTo>
                    <a:pt x="381000" y="618744"/>
                  </a:lnTo>
                  <a:lnTo>
                    <a:pt x="355600" y="591312"/>
                  </a:lnTo>
                  <a:lnTo>
                    <a:pt x="279400" y="534924"/>
                  </a:lnTo>
                  <a:lnTo>
                    <a:pt x="228600" y="477012"/>
                  </a:lnTo>
                  <a:lnTo>
                    <a:pt x="203200" y="447294"/>
                  </a:lnTo>
                  <a:lnTo>
                    <a:pt x="203200" y="448056"/>
                  </a:lnTo>
                  <a:lnTo>
                    <a:pt x="177800" y="417576"/>
                  </a:lnTo>
                  <a:lnTo>
                    <a:pt x="177800" y="418338"/>
                  </a:lnTo>
                  <a:lnTo>
                    <a:pt x="101600" y="326898"/>
                  </a:lnTo>
                  <a:lnTo>
                    <a:pt x="76200" y="264414"/>
                  </a:lnTo>
                  <a:lnTo>
                    <a:pt x="76200" y="265176"/>
                  </a:lnTo>
                  <a:lnTo>
                    <a:pt x="50800" y="233172"/>
                  </a:lnTo>
                  <a:lnTo>
                    <a:pt x="38100" y="201168"/>
                  </a:lnTo>
                  <a:lnTo>
                    <a:pt x="38100" y="169926"/>
                  </a:lnTo>
                  <a:lnTo>
                    <a:pt x="25400" y="137160"/>
                  </a:lnTo>
                  <a:lnTo>
                    <a:pt x="25400" y="137922"/>
                  </a:lnTo>
                  <a:lnTo>
                    <a:pt x="12700" y="105156"/>
                  </a:lnTo>
                  <a:lnTo>
                    <a:pt x="12700" y="12954"/>
                  </a:lnTo>
                  <a:lnTo>
                    <a:pt x="0" y="12954"/>
                  </a:lnTo>
                  <a:lnTo>
                    <a:pt x="0" y="107442"/>
                  </a:lnTo>
                  <a:lnTo>
                    <a:pt x="25400" y="198876"/>
                  </a:lnTo>
                  <a:lnTo>
                    <a:pt x="50800" y="242681"/>
                  </a:lnTo>
                  <a:lnTo>
                    <a:pt x="63500" y="285220"/>
                  </a:lnTo>
                  <a:lnTo>
                    <a:pt x="88900" y="326497"/>
                  </a:lnTo>
                  <a:lnTo>
                    <a:pt x="114300" y="366519"/>
                  </a:lnTo>
                  <a:lnTo>
                    <a:pt x="139700" y="405291"/>
                  </a:lnTo>
                  <a:lnTo>
                    <a:pt x="177800" y="442819"/>
                  </a:lnTo>
                  <a:lnTo>
                    <a:pt x="203200" y="479109"/>
                  </a:lnTo>
                  <a:lnTo>
                    <a:pt x="241300" y="514165"/>
                  </a:lnTo>
                  <a:lnTo>
                    <a:pt x="279400" y="547995"/>
                  </a:lnTo>
                  <a:lnTo>
                    <a:pt x="317500" y="580603"/>
                  </a:lnTo>
                  <a:lnTo>
                    <a:pt x="355600" y="611995"/>
                  </a:lnTo>
                  <a:lnTo>
                    <a:pt x="393700" y="642177"/>
                  </a:lnTo>
                  <a:lnTo>
                    <a:pt x="431800" y="671155"/>
                  </a:lnTo>
                  <a:lnTo>
                    <a:pt x="482600" y="698934"/>
                  </a:lnTo>
                  <a:lnTo>
                    <a:pt x="520700" y="725520"/>
                  </a:lnTo>
                  <a:lnTo>
                    <a:pt x="558800" y="750918"/>
                  </a:lnTo>
                  <a:lnTo>
                    <a:pt x="609600" y="775135"/>
                  </a:lnTo>
                  <a:lnTo>
                    <a:pt x="647700" y="798175"/>
                  </a:lnTo>
                  <a:lnTo>
                    <a:pt x="685800" y="820046"/>
                  </a:lnTo>
                  <a:lnTo>
                    <a:pt x="736600" y="840751"/>
                  </a:lnTo>
                  <a:lnTo>
                    <a:pt x="774700" y="860298"/>
                  </a:lnTo>
                  <a:lnTo>
                    <a:pt x="876300" y="906018"/>
                  </a:lnTo>
                  <a:lnTo>
                    <a:pt x="914400" y="925074"/>
                  </a:lnTo>
                  <a:lnTo>
                    <a:pt x="965200" y="943564"/>
                  </a:lnTo>
                  <a:lnTo>
                    <a:pt x="1016000" y="961497"/>
                  </a:lnTo>
                  <a:lnTo>
                    <a:pt x="1054100" y="978879"/>
                  </a:lnTo>
                  <a:lnTo>
                    <a:pt x="1104900" y="995719"/>
                  </a:lnTo>
                  <a:lnTo>
                    <a:pt x="1155700" y="1012023"/>
                  </a:lnTo>
                  <a:lnTo>
                    <a:pt x="1206500" y="1027799"/>
                  </a:lnTo>
                  <a:lnTo>
                    <a:pt x="1244600" y="1043055"/>
                  </a:lnTo>
                  <a:lnTo>
                    <a:pt x="1295400" y="1057798"/>
                  </a:lnTo>
                  <a:lnTo>
                    <a:pt x="1346200" y="1072036"/>
                  </a:lnTo>
                  <a:lnTo>
                    <a:pt x="1397000" y="1085776"/>
                  </a:lnTo>
                  <a:lnTo>
                    <a:pt x="1447800" y="1099026"/>
                  </a:lnTo>
                  <a:lnTo>
                    <a:pt x="1485900" y="1111792"/>
                  </a:lnTo>
                  <a:lnTo>
                    <a:pt x="1536700" y="1124084"/>
                  </a:lnTo>
                  <a:lnTo>
                    <a:pt x="1587500" y="1135908"/>
                  </a:lnTo>
                  <a:lnTo>
                    <a:pt x="1638300" y="1147271"/>
                  </a:lnTo>
                  <a:lnTo>
                    <a:pt x="1689100" y="1158182"/>
                  </a:lnTo>
                  <a:lnTo>
                    <a:pt x="1739900" y="1168648"/>
                  </a:lnTo>
                  <a:lnTo>
                    <a:pt x="1790700" y="1178676"/>
                  </a:lnTo>
                  <a:lnTo>
                    <a:pt x="1841500" y="1188274"/>
                  </a:lnTo>
                  <a:lnTo>
                    <a:pt x="1892300" y="1197449"/>
                  </a:lnTo>
                  <a:lnTo>
                    <a:pt x="1943100" y="1206209"/>
                  </a:lnTo>
                  <a:lnTo>
                    <a:pt x="1981200" y="1214562"/>
                  </a:lnTo>
                  <a:lnTo>
                    <a:pt x="2032000" y="1222514"/>
                  </a:lnTo>
                  <a:lnTo>
                    <a:pt x="2082800" y="1230073"/>
                  </a:lnTo>
                  <a:lnTo>
                    <a:pt x="2133600" y="1237248"/>
                  </a:lnTo>
                  <a:lnTo>
                    <a:pt x="2184400" y="1244045"/>
                  </a:lnTo>
                  <a:lnTo>
                    <a:pt x="2235200" y="1250472"/>
                  </a:lnTo>
                  <a:lnTo>
                    <a:pt x="2286000" y="1256537"/>
                  </a:lnTo>
                  <a:lnTo>
                    <a:pt x="2336800" y="1262246"/>
                  </a:lnTo>
                  <a:lnTo>
                    <a:pt x="2387600" y="1267608"/>
                  </a:lnTo>
                  <a:lnTo>
                    <a:pt x="2438400" y="1272630"/>
                  </a:lnTo>
                  <a:lnTo>
                    <a:pt x="2489200" y="1277319"/>
                  </a:lnTo>
                  <a:lnTo>
                    <a:pt x="2540000" y="1281684"/>
                  </a:lnTo>
                  <a:lnTo>
                    <a:pt x="2616200" y="1287780"/>
                  </a:lnTo>
                  <a:lnTo>
                    <a:pt x="2692400" y="1293114"/>
                  </a:lnTo>
                  <a:lnTo>
                    <a:pt x="2768600" y="1297686"/>
                  </a:lnTo>
                  <a:lnTo>
                    <a:pt x="2844800" y="1301496"/>
                  </a:lnTo>
                  <a:lnTo>
                    <a:pt x="2933700" y="1304544"/>
                  </a:lnTo>
                  <a:lnTo>
                    <a:pt x="3009900" y="1306830"/>
                  </a:lnTo>
                  <a:lnTo>
                    <a:pt x="3175000" y="1308354"/>
                  </a:lnTo>
                  <a:lnTo>
                    <a:pt x="3467100" y="1308354"/>
                  </a:lnTo>
                  <a:lnTo>
                    <a:pt x="3467100" y="1303020"/>
                  </a:lnTo>
                  <a:lnTo>
                    <a:pt x="3469579" y="1302900"/>
                  </a:lnTo>
                  <a:lnTo>
                    <a:pt x="3469579" y="1308354"/>
                  </a:lnTo>
                  <a:lnTo>
                    <a:pt x="3746500" y="1308354"/>
                  </a:lnTo>
                  <a:close/>
                </a:path>
                <a:path w="7632700" h="1308735">
                  <a:moveTo>
                    <a:pt x="584200" y="12954"/>
                  </a:moveTo>
                  <a:lnTo>
                    <a:pt x="571500" y="6858"/>
                  </a:lnTo>
                  <a:lnTo>
                    <a:pt x="571500" y="12954"/>
                  </a:lnTo>
                  <a:lnTo>
                    <a:pt x="584200" y="12954"/>
                  </a:lnTo>
                  <a:close/>
                </a:path>
                <a:path w="7632700" h="1308735">
                  <a:moveTo>
                    <a:pt x="3639183" y="1294777"/>
                  </a:moveTo>
                  <a:lnTo>
                    <a:pt x="3594100" y="1293876"/>
                  </a:lnTo>
                  <a:lnTo>
                    <a:pt x="3505200" y="1291590"/>
                  </a:lnTo>
                  <a:lnTo>
                    <a:pt x="3429000" y="1288542"/>
                  </a:lnTo>
                  <a:lnTo>
                    <a:pt x="3378200" y="1286758"/>
                  </a:lnTo>
                  <a:lnTo>
                    <a:pt x="3327400" y="1284467"/>
                  </a:lnTo>
                  <a:lnTo>
                    <a:pt x="3276600" y="1281714"/>
                  </a:lnTo>
                  <a:lnTo>
                    <a:pt x="3225800" y="1278545"/>
                  </a:lnTo>
                  <a:lnTo>
                    <a:pt x="3187700" y="1275007"/>
                  </a:lnTo>
                  <a:lnTo>
                    <a:pt x="3136900" y="1271145"/>
                  </a:lnTo>
                  <a:lnTo>
                    <a:pt x="3086100" y="1267005"/>
                  </a:lnTo>
                  <a:lnTo>
                    <a:pt x="3035300" y="1262634"/>
                  </a:lnTo>
                  <a:lnTo>
                    <a:pt x="2959100" y="1255014"/>
                  </a:lnTo>
                  <a:lnTo>
                    <a:pt x="2882900" y="1246632"/>
                  </a:lnTo>
                  <a:lnTo>
                    <a:pt x="2806700" y="1237488"/>
                  </a:lnTo>
                  <a:lnTo>
                    <a:pt x="2730500" y="1227582"/>
                  </a:lnTo>
                  <a:lnTo>
                    <a:pt x="2667000" y="1216914"/>
                  </a:lnTo>
                  <a:lnTo>
                    <a:pt x="2514600" y="1194054"/>
                  </a:lnTo>
                  <a:lnTo>
                    <a:pt x="2463800" y="1184835"/>
                  </a:lnTo>
                  <a:lnTo>
                    <a:pt x="2413000" y="1175209"/>
                  </a:lnTo>
                  <a:lnTo>
                    <a:pt x="2362200" y="1165159"/>
                  </a:lnTo>
                  <a:lnTo>
                    <a:pt x="2311400" y="1154668"/>
                  </a:lnTo>
                  <a:lnTo>
                    <a:pt x="2260600" y="1143718"/>
                  </a:lnTo>
                  <a:lnTo>
                    <a:pt x="2209800" y="1132292"/>
                  </a:lnTo>
                  <a:lnTo>
                    <a:pt x="2159000" y="1120374"/>
                  </a:lnTo>
                  <a:lnTo>
                    <a:pt x="2044700" y="1091946"/>
                  </a:lnTo>
                  <a:lnTo>
                    <a:pt x="1917700" y="1056894"/>
                  </a:lnTo>
                  <a:lnTo>
                    <a:pt x="1854200" y="1038606"/>
                  </a:lnTo>
                  <a:lnTo>
                    <a:pt x="1803400" y="1022988"/>
                  </a:lnTo>
                  <a:lnTo>
                    <a:pt x="1752600" y="1006755"/>
                  </a:lnTo>
                  <a:lnTo>
                    <a:pt x="1701800" y="989914"/>
                  </a:lnTo>
                  <a:lnTo>
                    <a:pt x="1651000" y="972477"/>
                  </a:lnTo>
                  <a:lnTo>
                    <a:pt x="1612900" y="954453"/>
                  </a:lnTo>
                  <a:lnTo>
                    <a:pt x="1562100" y="935853"/>
                  </a:lnTo>
                  <a:lnTo>
                    <a:pt x="1511300" y="916686"/>
                  </a:lnTo>
                  <a:lnTo>
                    <a:pt x="1460500" y="894588"/>
                  </a:lnTo>
                  <a:lnTo>
                    <a:pt x="1409700" y="871728"/>
                  </a:lnTo>
                  <a:lnTo>
                    <a:pt x="1358900" y="848106"/>
                  </a:lnTo>
                  <a:lnTo>
                    <a:pt x="1358900" y="848868"/>
                  </a:lnTo>
                  <a:lnTo>
                    <a:pt x="1308100" y="824484"/>
                  </a:lnTo>
                  <a:lnTo>
                    <a:pt x="1257300" y="800862"/>
                  </a:lnTo>
                  <a:lnTo>
                    <a:pt x="1206500" y="775716"/>
                  </a:lnTo>
                  <a:lnTo>
                    <a:pt x="1168400" y="750570"/>
                  </a:lnTo>
                  <a:lnTo>
                    <a:pt x="1130300" y="727035"/>
                  </a:lnTo>
                  <a:lnTo>
                    <a:pt x="1092200" y="702298"/>
                  </a:lnTo>
                  <a:lnTo>
                    <a:pt x="1041400" y="676431"/>
                  </a:lnTo>
                  <a:lnTo>
                    <a:pt x="1003300" y="649507"/>
                  </a:lnTo>
                  <a:lnTo>
                    <a:pt x="965200" y="621598"/>
                  </a:lnTo>
                  <a:lnTo>
                    <a:pt x="927100" y="592778"/>
                  </a:lnTo>
                  <a:lnTo>
                    <a:pt x="889000" y="563118"/>
                  </a:lnTo>
                  <a:lnTo>
                    <a:pt x="838200" y="505968"/>
                  </a:lnTo>
                  <a:lnTo>
                    <a:pt x="800100" y="477012"/>
                  </a:lnTo>
                  <a:lnTo>
                    <a:pt x="774700" y="447294"/>
                  </a:lnTo>
                  <a:lnTo>
                    <a:pt x="774700" y="448056"/>
                  </a:lnTo>
                  <a:lnTo>
                    <a:pt x="749300" y="417576"/>
                  </a:lnTo>
                  <a:lnTo>
                    <a:pt x="749300" y="418338"/>
                  </a:lnTo>
                  <a:lnTo>
                    <a:pt x="698500" y="357378"/>
                  </a:lnTo>
                  <a:lnTo>
                    <a:pt x="685800" y="326898"/>
                  </a:lnTo>
                  <a:lnTo>
                    <a:pt x="660400" y="295656"/>
                  </a:lnTo>
                  <a:lnTo>
                    <a:pt x="647700" y="264414"/>
                  </a:lnTo>
                  <a:lnTo>
                    <a:pt x="647700" y="265176"/>
                  </a:lnTo>
                  <a:lnTo>
                    <a:pt x="622300" y="201168"/>
                  </a:lnTo>
                  <a:lnTo>
                    <a:pt x="622300" y="201930"/>
                  </a:lnTo>
                  <a:lnTo>
                    <a:pt x="609600" y="169164"/>
                  </a:lnTo>
                  <a:lnTo>
                    <a:pt x="609600" y="169926"/>
                  </a:lnTo>
                  <a:lnTo>
                    <a:pt x="596900" y="137160"/>
                  </a:lnTo>
                  <a:lnTo>
                    <a:pt x="596900" y="105156"/>
                  </a:lnTo>
                  <a:lnTo>
                    <a:pt x="584200" y="72390"/>
                  </a:lnTo>
                  <a:lnTo>
                    <a:pt x="584200" y="12954"/>
                  </a:lnTo>
                  <a:lnTo>
                    <a:pt x="571500" y="12954"/>
                  </a:lnTo>
                  <a:lnTo>
                    <a:pt x="571500" y="73914"/>
                  </a:lnTo>
                  <a:lnTo>
                    <a:pt x="596900" y="165777"/>
                  </a:lnTo>
                  <a:lnTo>
                    <a:pt x="622300" y="253066"/>
                  </a:lnTo>
                  <a:lnTo>
                    <a:pt x="647700" y="294989"/>
                  </a:lnTo>
                  <a:lnTo>
                    <a:pt x="673100" y="335761"/>
                  </a:lnTo>
                  <a:lnTo>
                    <a:pt x="698500" y="375380"/>
                  </a:lnTo>
                  <a:lnTo>
                    <a:pt x="723900" y="413844"/>
                  </a:lnTo>
                  <a:lnTo>
                    <a:pt x="762000" y="451150"/>
                  </a:lnTo>
                  <a:lnTo>
                    <a:pt x="800100" y="487297"/>
                  </a:lnTo>
                  <a:lnTo>
                    <a:pt x="825500" y="522281"/>
                  </a:lnTo>
                  <a:lnTo>
                    <a:pt x="863600" y="556101"/>
                  </a:lnTo>
                  <a:lnTo>
                    <a:pt x="901700" y="588754"/>
                  </a:lnTo>
                  <a:lnTo>
                    <a:pt x="939800" y="620238"/>
                  </a:lnTo>
                  <a:lnTo>
                    <a:pt x="990600" y="650550"/>
                  </a:lnTo>
                  <a:lnTo>
                    <a:pt x="1028700" y="679689"/>
                  </a:lnTo>
                  <a:lnTo>
                    <a:pt x="1066800" y="707652"/>
                  </a:lnTo>
                  <a:lnTo>
                    <a:pt x="1117600" y="734437"/>
                  </a:lnTo>
                  <a:lnTo>
                    <a:pt x="1155700" y="760041"/>
                  </a:lnTo>
                  <a:lnTo>
                    <a:pt x="1206500" y="784462"/>
                  </a:lnTo>
                  <a:lnTo>
                    <a:pt x="1244600" y="807697"/>
                  </a:lnTo>
                  <a:lnTo>
                    <a:pt x="1282700" y="829746"/>
                  </a:lnTo>
                  <a:lnTo>
                    <a:pt x="1333500" y="850604"/>
                  </a:lnTo>
                  <a:lnTo>
                    <a:pt x="1371600" y="870270"/>
                  </a:lnTo>
                  <a:lnTo>
                    <a:pt x="1409700" y="888742"/>
                  </a:lnTo>
                  <a:lnTo>
                    <a:pt x="1447800" y="906018"/>
                  </a:lnTo>
                  <a:lnTo>
                    <a:pt x="1511300" y="928116"/>
                  </a:lnTo>
                  <a:lnTo>
                    <a:pt x="1562100" y="950214"/>
                  </a:lnTo>
                  <a:lnTo>
                    <a:pt x="1612900" y="967826"/>
                  </a:lnTo>
                  <a:lnTo>
                    <a:pt x="1651000" y="984913"/>
                  </a:lnTo>
                  <a:lnTo>
                    <a:pt x="1701800" y="1001480"/>
                  </a:lnTo>
                  <a:lnTo>
                    <a:pt x="1752600" y="1017535"/>
                  </a:lnTo>
                  <a:lnTo>
                    <a:pt x="1790700" y="1033082"/>
                  </a:lnTo>
                  <a:lnTo>
                    <a:pt x="1841500" y="1048128"/>
                  </a:lnTo>
                  <a:lnTo>
                    <a:pt x="1892300" y="1062679"/>
                  </a:lnTo>
                  <a:lnTo>
                    <a:pt x="1943100" y="1076742"/>
                  </a:lnTo>
                  <a:lnTo>
                    <a:pt x="1993900" y="1090322"/>
                  </a:lnTo>
                  <a:lnTo>
                    <a:pt x="2032000" y="1103426"/>
                  </a:lnTo>
                  <a:lnTo>
                    <a:pt x="2082800" y="1116059"/>
                  </a:lnTo>
                  <a:lnTo>
                    <a:pt x="2133600" y="1128228"/>
                  </a:lnTo>
                  <a:lnTo>
                    <a:pt x="2184400" y="1139939"/>
                  </a:lnTo>
                  <a:lnTo>
                    <a:pt x="2235200" y="1151199"/>
                  </a:lnTo>
                  <a:lnTo>
                    <a:pt x="2286000" y="1162012"/>
                  </a:lnTo>
                  <a:lnTo>
                    <a:pt x="2336800" y="1172386"/>
                  </a:lnTo>
                  <a:lnTo>
                    <a:pt x="2387600" y="1182327"/>
                  </a:lnTo>
                  <a:lnTo>
                    <a:pt x="2438400" y="1191840"/>
                  </a:lnTo>
                  <a:lnTo>
                    <a:pt x="2489200" y="1200932"/>
                  </a:lnTo>
                  <a:lnTo>
                    <a:pt x="2540000" y="1209609"/>
                  </a:lnTo>
                  <a:lnTo>
                    <a:pt x="2578100" y="1217877"/>
                  </a:lnTo>
                  <a:lnTo>
                    <a:pt x="2628900" y="1225743"/>
                  </a:lnTo>
                  <a:lnTo>
                    <a:pt x="2679700" y="1233212"/>
                  </a:lnTo>
                  <a:lnTo>
                    <a:pt x="2730500" y="1240290"/>
                  </a:lnTo>
                  <a:lnTo>
                    <a:pt x="2781300" y="1246984"/>
                  </a:lnTo>
                  <a:lnTo>
                    <a:pt x="2832100" y="1253300"/>
                  </a:lnTo>
                  <a:lnTo>
                    <a:pt x="2882900" y="1259244"/>
                  </a:lnTo>
                  <a:lnTo>
                    <a:pt x="2933700" y="1264822"/>
                  </a:lnTo>
                  <a:lnTo>
                    <a:pt x="2984500" y="1270040"/>
                  </a:lnTo>
                  <a:lnTo>
                    <a:pt x="3035300" y="1274904"/>
                  </a:lnTo>
                  <a:lnTo>
                    <a:pt x="3086100" y="1279421"/>
                  </a:lnTo>
                  <a:lnTo>
                    <a:pt x="3136900" y="1283597"/>
                  </a:lnTo>
                  <a:lnTo>
                    <a:pt x="3187700" y="1287437"/>
                  </a:lnTo>
                  <a:lnTo>
                    <a:pt x="3238500" y="1290949"/>
                  </a:lnTo>
                  <a:lnTo>
                    <a:pt x="3289300" y="1294137"/>
                  </a:lnTo>
                  <a:lnTo>
                    <a:pt x="3311635" y="1295400"/>
                  </a:lnTo>
                  <a:lnTo>
                    <a:pt x="3627085" y="1295400"/>
                  </a:lnTo>
                  <a:lnTo>
                    <a:pt x="3632200" y="1295163"/>
                  </a:lnTo>
                  <a:lnTo>
                    <a:pt x="3639183" y="1294777"/>
                  </a:lnTo>
                  <a:close/>
                </a:path>
                <a:path w="7632700" h="1308735">
                  <a:moveTo>
                    <a:pt x="3627085" y="1295400"/>
                  </a:moveTo>
                  <a:lnTo>
                    <a:pt x="3311635" y="1295400"/>
                  </a:lnTo>
                  <a:lnTo>
                    <a:pt x="3340100" y="1297009"/>
                  </a:lnTo>
                  <a:lnTo>
                    <a:pt x="3390900" y="1299569"/>
                  </a:lnTo>
                  <a:lnTo>
                    <a:pt x="3441700" y="1301826"/>
                  </a:lnTo>
                  <a:lnTo>
                    <a:pt x="3469579" y="1302900"/>
                  </a:lnTo>
                  <a:lnTo>
                    <a:pt x="3594100" y="1296924"/>
                  </a:lnTo>
                  <a:lnTo>
                    <a:pt x="3627085" y="1295400"/>
                  </a:lnTo>
                  <a:close/>
                </a:path>
                <a:path w="7632700" h="1308735">
                  <a:moveTo>
                    <a:pt x="5537200" y="877241"/>
                  </a:moveTo>
                  <a:lnTo>
                    <a:pt x="5537200" y="867156"/>
                  </a:lnTo>
                  <a:lnTo>
                    <a:pt x="5486400" y="885444"/>
                  </a:lnTo>
                  <a:lnTo>
                    <a:pt x="5410200" y="920496"/>
                  </a:lnTo>
                  <a:lnTo>
                    <a:pt x="5359400" y="938022"/>
                  </a:lnTo>
                  <a:lnTo>
                    <a:pt x="5321300" y="955699"/>
                  </a:lnTo>
                  <a:lnTo>
                    <a:pt x="5270500" y="972788"/>
                  </a:lnTo>
                  <a:lnTo>
                    <a:pt x="5219700" y="989298"/>
                  </a:lnTo>
                  <a:lnTo>
                    <a:pt x="5181600" y="1005241"/>
                  </a:lnTo>
                  <a:lnTo>
                    <a:pt x="5130800" y="1020626"/>
                  </a:lnTo>
                  <a:lnTo>
                    <a:pt x="5080000" y="1035466"/>
                  </a:lnTo>
                  <a:lnTo>
                    <a:pt x="5029200" y="1049770"/>
                  </a:lnTo>
                  <a:lnTo>
                    <a:pt x="4991100" y="1063550"/>
                  </a:lnTo>
                  <a:lnTo>
                    <a:pt x="4940300" y="1076816"/>
                  </a:lnTo>
                  <a:lnTo>
                    <a:pt x="4889500" y="1089580"/>
                  </a:lnTo>
                  <a:lnTo>
                    <a:pt x="4838700" y="1101852"/>
                  </a:lnTo>
                  <a:lnTo>
                    <a:pt x="4737100" y="1126998"/>
                  </a:lnTo>
                  <a:lnTo>
                    <a:pt x="4635500" y="1150620"/>
                  </a:lnTo>
                  <a:lnTo>
                    <a:pt x="4521200" y="1172718"/>
                  </a:lnTo>
                  <a:lnTo>
                    <a:pt x="4419600" y="1192530"/>
                  </a:lnTo>
                  <a:lnTo>
                    <a:pt x="4305300" y="1210818"/>
                  </a:lnTo>
                  <a:lnTo>
                    <a:pt x="4191000" y="1227582"/>
                  </a:lnTo>
                  <a:lnTo>
                    <a:pt x="4076700" y="1242822"/>
                  </a:lnTo>
                  <a:lnTo>
                    <a:pt x="3949700" y="1255776"/>
                  </a:lnTo>
                  <a:lnTo>
                    <a:pt x="3835400" y="1267206"/>
                  </a:lnTo>
                  <a:lnTo>
                    <a:pt x="3708400" y="1277112"/>
                  </a:lnTo>
                  <a:lnTo>
                    <a:pt x="3594100" y="1284732"/>
                  </a:lnTo>
                  <a:lnTo>
                    <a:pt x="3467100" y="1290066"/>
                  </a:lnTo>
                  <a:lnTo>
                    <a:pt x="3505200" y="1291590"/>
                  </a:lnTo>
                  <a:lnTo>
                    <a:pt x="3594100" y="1293876"/>
                  </a:lnTo>
                  <a:lnTo>
                    <a:pt x="3639183" y="1294777"/>
                  </a:lnTo>
                  <a:lnTo>
                    <a:pt x="3670300" y="1293057"/>
                  </a:lnTo>
                  <a:lnTo>
                    <a:pt x="3708400" y="1290597"/>
                  </a:lnTo>
                  <a:lnTo>
                    <a:pt x="3746500" y="1287777"/>
                  </a:lnTo>
                  <a:lnTo>
                    <a:pt x="3784600" y="1284588"/>
                  </a:lnTo>
                  <a:lnTo>
                    <a:pt x="3835400" y="1281023"/>
                  </a:lnTo>
                  <a:lnTo>
                    <a:pt x="3873500" y="1277075"/>
                  </a:lnTo>
                  <a:lnTo>
                    <a:pt x="3924300" y="1272736"/>
                  </a:lnTo>
                  <a:lnTo>
                    <a:pt x="3962400" y="1267999"/>
                  </a:lnTo>
                  <a:lnTo>
                    <a:pt x="4013200" y="1262855"/>
                  </a:lnTo>
                  <a:lnTo>
                    <a:pt x="4064000" y="1257299"/>
                  </a:lnTo>
                  <a:lnTo>
                    <a:pt x="4102100" y="1251321"/>
                  </a:lnTo>
                  <a:lnTo>
                    <a:pt x="4152900" y="1244915"/>
                  </a:lnTo>
                  <a:lnTo>
                    <a:pt x="4203700" y="1238073"/>
                  </a:lnTo>
                  <a:lnTo>
                    <a:pt x="4254500" y="1230788"/>
                  </a:lnTo>
                  <a:lnTo>
                    <a:pt x="4305300" y="1223052"/>
                  </a:lnTo>
                  <a:lnTo>
                    <a:pt x="4356100" y="1214857"/>
                  </a:lnTo>
                  <a:lnTo>
                    <a:pt x="4406900" y="1206196"/>
                  </a:lnTo>
                  <a:lnTo>
                    <a:pt x="4457700" y="1197062"/>
                  </a:lnTo>
                  <a:lnTo>
                    <a:pt x="4508500" y="1187447"/>
                  </a:lnTo>
                  <a:lnTo>
                    <a:pt x="4559300" y="1177344"/>
                  </a:lnTo>
                  <a:lnTo>
                    <a:pt x="4610100" y="1166745"/>
                  </a:lnTo>
                  <a:lnTo>
                    <a:pt x="4660900" y="1155642"/>
                  </a:lnTo>
                  <a:lnTo>
                    <a:pt x="4724400" y="1144029"/>
                  </a:lnTo>
                  <a:lnTo>
                    <a:pt x="4775200" y="1131897"/>
                  </a:lnTo>
                  <a:lnTo>
                    <a:pt x="4826000" y="1119239"/>
                  </a:lnTo>
                  <a:lnTo>
                    <a:pt x="4876800" y="1106047"/>
                  </a:lnTo>
                  <a:lnTo>
                    <a:pt x="4927600" y="1092315"/>
                  </a:lnTo>
                  <a:lnTo>
                    <a:pt x="4978400" y="1078034"/>
                  </a:lnTo>
                  <a:lnTo>
                    <a:pt x="5029200" y="1063197"/>
                  </a:lnTo>
                  <a:lnTo>
                    <a:pt x="5080000" y="1047797"/>
                  </a:lnTo>
                  <a:lnTo>
                    <a:pt x="5130800" y="1031826"/>
                  </a:lnTo>
                  <a:lnTo>
                    <a:pt x="5181600" y="1015277"/>
                  </a:lnTo>
                  <a:lnTo>
                    <a:pt x="5232400" y="998141"/>
                  </a:lnTo>
                  <a:lnTo>
                    <a:pt x="5283200" y="980412"/>
                  </a:lnTo>
                  <a:lnTo>
                    <a:pt x="5334000" y="962082"/>
                  </a:lnTo>
                  <a:lnTo>
                    <a:pt x="5384800" y="943144"/>
                  </a:lnTo>
                  <a:lnTo>
                    <a:pt x="5435600" y="923590"/>
                  </a:lnTo>
                  <a:lnTo>
                    <a:pt x="5486400" y="903412"/>
                  </a:lnTo>
                  <a:lnTo>
                    <a:pt x="5524500" y="882603"/>
                  </a:lnTo>
                  <a:lnTo>
                    <a:pt x="5537200" y="877241"/>
                  </a:lnTo>
                  <a:close/>
                </a:path>
                <a:path w="7632700" h="1308735">
                  <a:moveTo>
                    <a:pt x="7594600" y="335280"/>
                  </a:moveTo>
                  <a:lnTo>
                    <a:pt x="7594600" y="334518"/>
                  </a:lnTo>
                  <a:lnTo>
                    <a:pt x="7558571" y="322326"/>
                  </a:lnTo>
                  <a:lnTo>
                    <a:pt x="6819900" y="322326"/>
                  </a:lnTo>
                  <a:lnTo>
                    <a:pt x="6807200" y="352044"/>
                  </a:lnTo>
                  <a:lnTo>
                    <a:pt x="6781800" y="378714"/>
                  </a:lnTo>
                  <a:lnTo>
                    <a:pt x="6781800" y="377952"/>
                  </a:lnTo>
                  <a:lnTo>
                    <a:pt x="6769100" y="404622"/>
                  </a:lnTo>
                  <a:lnTo>
                    <a:pt x="6769100" y="403860"/>
                  </a:lnTo>
                  <a:lnTo>
                    <a:pt x="6718300" y="455676"/>
                  </a:lnTo>
                  <a:lnTo>
                    <a:pt x="6667500" y="505968"/>
                  </a:lnTo>
                  <a:lnTo>
                    <a:pt x="6591300" y="579120"/>
                  </a:lnTo>
                  <a:lnTo>
                    <a:pt x="6553200" y="608271"/>
                  </a:lnTo>
                  <a:lnTo>
                    <a:pt x="6515100" y="636303"/>
                  </a:lnTo>
                  <a:lnTo>
                    <a:pt x="6477000" y="663311"/>
                  </a:lnTo>
                  <a:lnTo>
                    <a:pt x="6438900" y="689389"/>
                  </a:lnTo>
                  <a:lnTo>
                    <a:pt x="6400800" y="714634"/>
                  </a:lnTo>
                  <a:lnTo>
                    <a:pt x="6362700" y="739140"/>
                  </a:lnTo>
                  <a:lnTo>
                    <a:pt x="6286500" y="781812"/>
                  </a:lnTo>
                  <a:lnTo>
                    <a:pt x="6235700" y="804984"/>
                  </a:lnTo>
                  <a:lnTo>
                    <a:pt x="6197600" y="827369"/>
                  </a:lnTo>
                  <a:lnTo>
                    <a:pt x="6146800" y="848989"/>
                  </a:lnTo>
                  <a:lnTo>
                    <a:pt x="6108700" y="869865"/>
                  </a:lnTo>
                  <a:lnTo>
                    <a:pt x="6057900" y="890020"/>
                  </a:lnTo>
                  <a:lnTo>
                    <a:pt x="6007100" y="909478"/>
                  </a:lnTo>
                  <a:lnTo>
                    <a:pt x="5969000" y="928260"/>
                  </a:lnTo>
                  <a:lnTo>
                    <a:pt x="5918200" y="946389"/>
                  </a:lnTo>
                  <a:lnTo>
                    <a:pt x="5867400" y="963888"/>
                  </a:lnTo>
                  <a:lnTo>
                    <a:pt x="5829300" y="980778"/>
                  </a:lnTo>
                  <a:lnTo>
                    <a:pt x="5778500" y="997083"/>
                  </a:lnTo>
                  <a:lnTo>
                    <a:pt x="5727700" y="1012824"/>
                  </a:lnTo>
                  <a:lnTo>
                    <a:pt x="5689600" y="1028025"/>
                  </a:lnTo>
                  <a:lnTo>
                    <a:pt x="5638800" y="1042708"/>
                  </a:lnTo>
                  <a:lnTo>
                    <a:pt x="5588000" y="1056895"/>
                  </a:lnTo>
                  <a:lnTo>
                    <a:pt x="5537200" y="1070610"/>
                  </a:lnTo>
                  <a:lnTo>
                    <a:pt x="5486400" y="1085088"/>
                  </a:lnTo>
                  <a:lnTo>
                    <a:pt x="5372100" y="1112520"/>
                  </a:lnTo>
                  <a:lnTo>
                    <a:pt x="5270500" y="1138428"/>
                  </a:lnTo>
                  <a:lnTo>
                    <a:pt x="5156200" y="1162812"/>
                  </a:lnTo>
                  <a:lnTo>
                    <a:pt x="5029200" y="1184910"/>
                  </a:lnTo>
                  <a:lnTo>
                    <a:pt x="4914900" y="1205484"/>
                  </a:lnTo>
                  <a:lnTo>
                    <a:pt x="4787900" y="1223772"/>
                  </a:lnTo>
                  <a:lnTo>
                    <a:pt x="4673600" y="1240536"/>
                  </a:lnTo>
                  <a:lnTo>
                    <a:pt x="4546600" y="1255014"/>
                  </a:lnTo>
                  <a:lnTo>
                    <a:pt x="4419600" y="1267206"/>
                  </a:lnTo>
                  <a:lnTo>
                    <a:pt x="4279900" y="1277112"/>
                  </a:lnTo>
                  <a:lnTo>
                    <a:pt x="4152900" y="1285494"/>
                  </a:lnTo>
                  <a:lnTo>
                    <a:pt x="4025900" y="1290828"/>
                  </a:lnTo>
                  <a:lnTo>
                    <a:pt x="3886200" y="1294638"/>
                  </a:lnTo>
                  <a:lnTo>
                    <a:pt x="3746500" y="1295400"/>
                  </a:lnTo>
                  <a:lnTo>
                    <a:pt x="3627085" y="1295400"/>
                  </a:lnTo>
                  <a:lnTo>
                    <a:pt x="3594100" y="1296924"/>
                  </a:lnTo>
                  <a:lnTo>
                    <a:pt x="3469579" y="1302900"/>
                  </a:lnTo>
                  <a:lnTo>
                    <a:pt x="3492500" y="1303784"/>
                  </a:lnTo>
                  <a:lnTo>
                    <a:pt x="3543300" y="1305450"/>
                  </a:lnTo>
                  <a:lnTo>
                    <a:pt x="3594100" y="1306830"/>
                  </a:lnTo>
                  <a:lnTo>
                    <a:pt x="3746500" y="1308354"/>
                  </a:lnTo>
                  <a:lnTo>
                    <a:pt x="3886200" y="1306830"/>
                  </a:lnTo>
                  <a:lnTo>
                    <a:pt x="4025900" y="1303782"/>
                  </a:lnTo>
                  <a:lnTo>
                    <a:pt x="4152900" y="1297686"/>
                  </a:lnTo>
                  <a:lnTo>
                    <a:pt x="4279900" y="1290066"/>
                  </a:lnTo>
                  <a:lnTo>
                    <a:pt x="4419600" y="1279398"/>
                  </a:lnTo>
                  <a:lnTo>
                    <a:pt x="4546600" y="1267206"/>
                  </a:lnTo>
                  <a:lnTo>
                    <a:pt x="4673600" y="1252728"/>
                  </a:lnTo>
                  <a:lnTo>
                    <a:pt x="4800600" y="1236726"/>
                  </a:lnTo>
                  <a:lnTo>
                    <a:pt x="4914900" y="1218438"/>
                  </a:lnTo>
                  <a:lnTo>
                    <a:pt x="4965700" y="1210186"/>
                  </a:lnTo>
                  <a:lnTo>
                    <a:pt x="5016500" y="1201563"/>
                  </a:lnTo>
                  <a:lnTo>
                    <a:pt x="5067300" y="1192558"/>
                  </a:lnTo>
                  <a:lnTo>
                    <a:pt x="5118100" y="1183158"/>
                  </a:lnTo>
                  <a:lnTo>
                    <a:pt x="5168900" y="1173352"/>
                  </a:lnTo>
                  <a:lnTo>
                    <a:pt x="5219700" y="1163126"/>
                  </a:lnTo>
                  <a:lnTo>
                    <a:pt x="5257800" y="1152470"/>
                  </a:lnTo>
                  <a:lnTo>
                    <a:pt x="5308600" y="1141370"/>
                  </a:lnTo>
                  <a:lnTo>
                    <a:pt x="5359400" y="1129816"/>
                  </a:lnTo>
                  <a:lnTo>
                    <a:pt x="5410200" y="1117795"/>
                  </a:lnTo>
                  <a:lnTo>
                    <a:pt x="5461000" y="1105294"/>
                  </a:lnTo>
                  <a:lnTo>
                    <a:pt x="5511800" y="1092303"/>
                  </a:lnTo>
                  <a:lnTo>
                    <a:pt x="5562600" y="1078808"/>
                  </a:lnTo>
                  <a:lnTo>
                    <a:pt x="5600700" y="1064798"/>
                  </a:lnTo>
                  <a:lnTo>
                    <a:pt x="5651500" y="1050260"/>
                  </a:lnTo>
                  <a:lnTo>
                    <a:pt x="5702300" y="1035184"/>
                  </a:lnTo>
                  <a:lnTo>
                    <a:pt x="5753100" y="1019556"/>
                  </a:lnTo>
                  <a:lnTo>
                    <a:pt x="5854700" y="986028"/>
                  </a:lnTo>
                  <a:lnTo>
                    <a:pt x="5892800" y="968502"/>
                  </a:lnTo>
                  <a:lnTo>
                    <a:pt x="5943600" y="951299"/>
                  </a:lnTo>
                  <a:lnTo>
                    <a:pt x="5981700" y="933305"/>
                  </a:lnTo>
                  <a:lnTo>
                    <a:pt x="6032500" y="914496"/>
                  </a:lnTo>
                  <a:lnTo>
                    <a:pt x="6083300" y="894852"/>
                  </a:lnTo>
                  <a:lnTo>
                    <a:pt x="6121400" y="874351"/>
                  </a:lnTo>
                  <a:lnTo>
                    <a:pt x="6172200" y="852972"/>
                  </a:lnTo>
                  <a:lnTo>
                    <a:pt x="6210300" y="830692"/>
                  </a:lnTo>
                  <a:lnTo>
                    <a:pt x="6261100" y="807491"/>
                  </a:lnTo>
                  <a:lnTo>
                    <a:pt x="6311900" y="783347"/>
                  </a:lnTo>
                  <a:lnTo>
                    <a:pt x="6350000" y="758239"/>
                  </a:lnTo>
                  <a:lnTo>
                    <a:pt x="6400800" y="732145"/>
                  </a:lnTo>
                  <a:lnTo>
                    <a:pt x="6438900" y="705043"/>
                  </a:lnTo>
                  <a:lnTo>
                    <a:pt x="6477000" y="676912"/>
                  </a:lnTo>
                  <a:lnTo>
                    <a:pt x="6527800" y="647731"/>
                  </a:lnTo>
                  <a:lnTo>
                    <a:pt x="6565900" y="617477"/>
                  </a:lnTo>
                  <a:lnTo>
                    <a:pt x="6604000" y="586130"/>
                  </a:lnTo>
                  <a:lnTo>
                    <a:pt x="6642100" y="553669"/>
                  </a:lnTo>
                  <a:lnTo>
                    <a:pt x="6680200" y="520070"/>
                  </a:lnTo>
                  <a:lnTo>
                    <a:pt x="6705600" y="485314"/>
                  </a:lnTo>
                  <a:lnTo>
                    <a:pt x="6743700" y="449378"/>
                  </a:lnTo>
                  <a:lnTo>
                    <a:pt x="6781800" y="412242"/>
                  </a:lnTo>
                  <a:lnTo>
                    <a:pt x="6794500" y="385572"/>
                  </a:lnTo>
                  <a:lnTo>
                    <a:pt x="6819900" y="358902"/>
                  </a:lnTo>
                  <a:lnTo>
                    <a:pt x="6832600" y="332232"/>
                  </a:lnTo>
                  <a:lnTo>
                    <a:pt x="6832600" y="335280"/>
                  </a:lnTo>
                  <a:lnTo>
                    <a:pt x="7594600" y="335280"/>
                  </a:lnTo>
                  <a:close/>
                </a:path>
                <a:path w="7632700" h="1308735">
                  <a:moveTo>
                    <a:pt x="3670300" y="1295400"/>
                  </a:moveTo>
                  <a:lnTo>
                    <a:pt x="3639183" y="1294777"/>
                  </a:lnTo>
                  <a:lnTo>
                    <a:pt x="3632200" y="1295163"/>
                  </a:lnTo>
                  <a:lnTo>
                    <a:pt x="3627085" y="1295400"/>
                  </a:lnTo>
                  <a:lnTo>
                    <a:pt x="3670300" y="1295400"/>
                  </a:lnTo>
                  <a:close/>
                </a:path>
                <a:path w="7632700" h="1308735">
                  <a:moveTo>
                    <a:pt x="5486400" y="335280"/>
                  </a:moveTo>
                  <a:lnTo>
                    <a:pt x="5475523" y="324185"/>
                  </a:lnTo>
                  <a:lnTo>
                    <a:pt x="5435600" y="335280"/>
                  </a:lnTo>
                  <a:lnTo>
                    <a:pt x="5486400" y="335280"/>
                  </a:lnTo>
                  <a:close/>
                </a:path>
                <a:path w="7632700" h="1308735">
                  <a:moveTo>
                    <a:pt x="5482214" y="322326"/>
                  </a:moveTo>
                  <a:lnTo>
                    <a:pt x="5473700" y="322326"/>
                  </a:lnTo>
                  <a:lnTo>
                    <a:pt x="5475523" y="324185"/>
                  </a:lnTo>
                  <a:lnTo>
                    <a:pt x="5482214" y="322326"/>
                  </a:lnTo>
                  <a:close/>
                </a:path>
                <a:path w="7632700" h="1308735">
                  <a:moveTo>
                    <a:pt x="5532737" y="322326"/>
                  </a:moveTo>
                  <a:lnTo>
                    <a:pt x="5482214" y="322326"/>
                  </a:lnTo>
                  <a:lnTo>
                    <a:pt x="5475523" y="324185"/>
                  </a:lnTo>
                  <a:lnTo>
                    <a:pt x="5486400" y="335280"/>
                  </a:lnTo>
                  <a:lnTo>
                    <a:pt x="5532737" y="322326"/>
                  </a:lnTo>
                  <a:close/>
                </a:path>
                <a:path w="7632700" h="1308735">
                  <a:moveTo>
                    <a:pt x="7594426" y="322326"/>
                  </a:moveTo>
                  <a:lnTo>
                    <a:pt x="6642100" y="0"/>
                  </a:lnTo>
                  <a:lnTo>
                    <a:pt x="5482214" y="322326"/>
                  </a:lnTo>
                  <a:lnTo>
                    <a:pt x="5532737" y="322326"/>
                  </a:lnTo>
                  <a:lnTo>
                    <a:pt x="6642100" y="12192"/>
                  </a:lnTo>
                  <a:lnTo>
                    <a:pt x="7558571" y="322326"/>
                  </a:lnTo>
                  <a:lnTo>
                    <a:pt x="7594426" y="322326"/>
                  </a:lnTo>
                  <a:close/>
                </a:path>
                <a:path w="7632700" h="1308735">
                  <a:moveTo>
                    <a:pt x="6261100" y="322326"/>
                  </a:moveTo>
                  <a:lnTo>
                    <a:pt x="5532737" y="322326"/>
                  </a:lnTo>
                  <a:lnTo>
                    <a:pt x="5486400" y="335280"/>
                  </a:lnTo>
                  <a:lnTo>
                    <a:pt x="6238081" y="335280"/>
                  </a:lnTo>
                  <a:lnTo>
                    <a:pt x="6248400" y="325374"/>
                  </a:lnTo>
                  <a:lnTo>
                    <a:pt x="6248400" y="339852"/>
                  </a:lnTo>
                  <a:lnTo>
                    <a:pt x="6261100" y="322326"/>
                  </a:lnTo>
                  <a:close/>
                </a:path>
                <a:path w="7632700" h="1308735">
                  <a:moveTo>
                    <a:pt x="6248400" y="339852"/>
                  </a:moveTo>
                  <a:lnTo>
                    <a:pt x="6248400" y="335280"/>
                  </a:lnTo>
                  <a:lnTo>
                    <a:pt x="6238081" y="335280"/>
                  </a:lnTo>
                  <a:lnTo>
                    <a:pt x="6223000" y="349758"/>
                  </a:lnTo>
                  <a:lnTo>
                    <a:pt x="6197600" y="398526"/>
                  </a:lnTo>
                  <a:lnTo>
                    <a:pt x="6172200" y="422910"/>
                  </a:lnTo>
                  <a:lnTo>
                    <a:pt x="6172200" y="422148"/>
                  </a:lnTo>
                  <a:lnTo>
                    <a:pt x="6146800" y="446532"/>
                  </a:lnTo>
                  <a:lnTo>
                    <a:pt x="6146800" y="445770"/>
                  </a:lnTo>
                  <a:lnTo>
                    <a:pt x="6134100" y="470154"/>
                  </a:lnTo>
                  <a:lnTo>
                    <a:pt x="6134100" y="469392"/>
                  </a:lnTo>
                  <a:lnTo>
                    <a:pt x="6108700" y="493014"/>
                  </a:lnTo>
                  <a:lnTo>
                    <a:pt x="6083300" y="515874"/>
                  </a:lnTo>
                  <a:lnTo>
                    <a:pt x="6045200" y="552580"/>
                  </a:lnTo>
                  <a:lnTo>
                    <a:pt x="6007100" y="587470"/>
                  </a:lnTo>
                  <a:lnTo>
                    <a:pt x="5956300" y="620725"/>
                  </a:lnTo>
                  <a:lnTo>
                    <a:pt x="5918200" y="652523"/>
                  </a:lnTo>
                  <a:lnTo>
                    <a:pt x="5867400" y="683044"/>
                  </a:lnTo>
                  <a:lnTo>
                    <a:pt x="5829300" y="712470"/>
                  </a:lnTo>
                  <a:lnTo>
                    <a:pt x="5791200" y="733044"/>
                  </a:lnTo>
                  <a:lnTo>
                    <a:pt x="5791200" y="732282"/>
                  </a:lnTo>
                  <a:lnTo>
                    <a:pt x="5753100" y="752856"/>
                  </a:lnTo>
                  <a:lnTo>
                    <a:pt x="5715000" y="778294"/>
                  </a:lnTo>
                  <a:lnTo>
                    <a:pt x="5664200" y="802890"/>
                  </a:lnTo>
                  <a:lnTo>
                    <a:pt x="5613400" y="826472"/>
                  </a:lnTo>
                  <a:lnTo>
                    <a:pt x="5575300" y="848868"/>
                  </a:lnTo>
                  <a:lnTo>
                    <a:pt x="5524500" y="867918"/>
                  </a:lnTo>
                  <a:lnTo>
                    <a:pt x="5537200" y="867156"/>
                  </a:lnTo>
                  <a:lnTo>
                    <a:pt x="5537200" y="877241"/>
                  </a:lnTo>
                  <a:lnTo>
                    <a:pt x="5575300" y="861156"/>
                  </a:lnTo>
                  <a:lnTo>
                    <a:pt x="5626100" y="839063"/>
                  </a:lnTo>
                  <a:lnTo>
                    <a:pt x="5664200" y="816316"/>
                  </a:lnTo>
                  <a:lnTo>
                    <a:pt x="5715000" y="792909"/>
                  </a:lnTo>
                  <a:lnTo>
                    <a:pt x="5753100" y="768833"/>
                  </a:lnTo>
                  <a:lnTo>
                    <a:pt x="5791200" y="744081"/>
                  </a:lnTo>
                  <a:lnTo>
                    <a:pt x="5842000" y="718645"/>
                  </a:lnTo>
                  <a:lnTo>
                    <a:pt x="5880100" y="692519"/>
                  </a:lnTo>
                  <a:lnTo>
                    <a:pt x="5918200" y="665694"/>
                  </a:lnTo>
                  <a:lnTo>
                    <a:pt x="5956300" y="638163"/>
                  </a:lnTo>
                  <a:lnTo>
                    <a:pt x="5994400" y="609918"/>
                  </a:lnTo>
                  <a:lnTo>
                    <a:pt x="6032500" y="580953"/>
                  </a:lnTo>
                  <a:lnTo>
                    <a:pt x="6057900" y="551259"/>
                  </a:lnTo>
                  <a:lnTo>
                    <a:pt x="6096000" y="520829"/>
                  </a:lnTo>
                  <a:lnTo>
                    <a:pt x="6121400" y="489656"/>
                  </a:lnTo>
                  <a:lnTo>
                    <a:pt x="6159500" y="457732"/>
                  </a:lnTo>
                  <a:lnTo>
                    <a:pt x="6184900" y="425049"/>
                  </a:lnTo>
                  <a:lnTo>
                    <a:pt x="6210300" y="391600"/>
                  </a:lnTo>
                  <a:lnTo>
                    <a:pt x="6235700" y="357378"/>
                  </a:lnTo>
                  <a:lnTo>
                    <a:pt x="6248400" y="339852"/>
                  </a:lnTo>
                  <a:close/>
                </a:path>
                <a:path w="7632700" h="1308735">
                  <a:moveTo>
                    <a:pt x="6248400" y="335280"/>
                  </a:moveTo>
                  <a:lnTo>
                    <a:pt x="6248400" y="325374"/>
                  </a:lnTo>
                  <a:lnTo>
                    <a:pt x="6238081" y="335280"/>
                  </a:lnTo>
                  <a:lnTo>
                    <a:pt x="6248400" y="335280"/>
                  </a:lnTo>
                  <a:close/>
                </a:path>
                <a:path w="7632700" h="1308735">
                  <a:moveTo>
                    <a:pt x="7632700" y="335280"/>
                  </a:moveTo>
                  <a:lnTo>
                    <a:pt x="7594600" y="322384"/>
                  </a:lnTo>
                  <a:lnTo>
                    <a:pt x="7558571" y="322326"/>
                  </a:lnTo>
                  <a:lnTo>
                    <a:pt x="7594600" y="334518"/>
                  </a:lnTo>
                  <a:lnTo>
                    <a:pt x="7594600" y="335280"/>
                  </a:lnTo>
                  <a:lnTo>
                    <a:pt x="7632700" y="335280"/>
                  </a:lnTo>
                  <a:close/>
                </a:path>
                <a:path w="7632700" h="1308735">
                  <a:moveTo>
                    <a:pt x="7594600" y="322384"/>
                  </a:moveTo>
                  <a:lnTo>
                    <a:pt x="7594426" y="322326"/>
                  </a:lnTo>
                  <a:lnTo>
                    <a:pt x="7594600" y="322384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2000" y="1444751"/>
              <a:ext cx="707135" cy="286511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749300" y="1360423"/>
            <a:ext cx="668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 i="1">
                <a:latin typeface="Arial"/>
                <a:cs typeface="Arial"/>
              </a:rPr>
              <a:t>Past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89" name="object 8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632192" y="1359407"/>
            <a:ext cx="999744" cy="280416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7623302" y="1272794"/>
            <a:ext cx="973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Arial"/>
                <a:cs typeface="Arial"/>
              </a:rPr>
              <a:t>Future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09777" y="928877"/>
            <a:ext cx="8239759" cy="4753610"/>
            <a:chOff x="509777" y="928877"/>
            <a:chExt cx="8239759" cy="4753610"/>
          </a:xfrm>
        </p:grpSpPr>
        <p:sp>
          <p:nvSpPr>
            <p:cNvPr id="4" name="object 4"/>
            <p:cNvSpPr/>
            <p:nvPr/>
          </p:nvSpPr>
          <p:spPr>
            <a:xfrm>
              <a:off x="514349" y="933449"/>
              <a:ext cx="8229600" cy="4743450"/>
            </a:xfrm>
            <a:custGeom>
              <a:avLst/>
              <a:gdLst/>
              <a:ahLst/>
              <a:cxnLst/>
              <a:rect l="l" t="t" r="r" b="b"/>
              <a:pathLst>
                <a:path w="8229600" h="4743450">
                  <a:moveTo>
                    <a:pt x="8229600" y="4743450"/>
                  </a:moveTo>
                  <a:lnTo>
                    <a:pt x="8229600" y="0"/>
                  </a:lnTo>
                  <a:lnTo>
                    <a:pt x="0" y="0"/>
                  </a:lnTo>
                  <a:lnTo>
                    <a:pt x="0" y="4743450"/>
                  </a:lnTo>
                  <a:lnTo>
                    <a:pt x="8229600" y="474345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09777" y="928877"/>
              <a:ext cx="8239759" cy="4753610"/>
            </a:xfrm>
            <a:custGeom>
              <a:avLst/>
              <a:gdLst/>
              <a:ahLst/>
              <a:cxnLst/>
              <a:rect l="l" t="t" r="r" b="b"/>
              <a:pathLst>
                <a:path w="8239759" h="4753610">
                  <a:moveTo>
                    <a:pt x="8239506" y="4753356"/>
                  </a:moveTo>
                  <a:lnTo>
                    <a:pt x="8239506" y="0"/>
                  </a:lnTo>
                  <a:lnTo>
                    <a:pt x="0" y="0"/>
                  </a:lnTo>
                  <a:lnTo>
                    <a:pt x="0" y="4753356"/>
                  </a:lnTo>
                  <a:lnTo>
                    <a:pt x="4572" y="4753356"/>
                  </a:lnTo>
                  <a:lnTo>
                    <a:pt x="4571" y="9906"/>
                  </a:lnTo>
                  <a:lnTo>
                    <a:pt x="9906" y="4572"/>
                  </a:lnTo>
                  <a:lnTo>
                    <a:pt x="9905" y="9906"/>
                  </a:lnTo>
                  <a:lnTo>
                    <a:pt x="8229600" y="9905"/>
                  </a:lnTo>
                  <a:lnTo>
                    <a:pt x="8229600" y="4571"/>
                  </a:lnTo>
                  <a:lnTo>
                    <a:pt x="8234172" y="9905"/>
                  </a:lnTo>
                  <a:lnTo>
                    <a:pt x="8234172" y="4753356"/>
                  </a:lnTo>
                  <a:lnTo>
                    <a:pt x="8239506" y="4753356"/>
                  </a:lnTo>
                  <a:close/>
                </a:path>
                <a:path w="8239759" h="4753610">
                  <a:moveTo>
                    <a:pt x="9906" y="9906"/>
                  </a:moveTo>
                  <a:lnTo>
                    <a:pt x="9906" y="4572"/>
                  </a:lnTo>
                  <a:lnTo>
                    <a:pt x="4571" y="9906"/>
                  </a:lnTo>
                  <a:lnTo>
                    <a:pt x="9906" y="9906"/>
                  </a:lnTo>
                  <a:close/>
                </a:path>
                <a:path w="8239759" h="4753610">
                  <a:moveTo>
                    <a:pt x="9906" y="4743450"/>
                  </a:moveTo>
                  <a:lnTo>
                    <a:pt x="9906" y="9906"/>
                  </a:lnTo>
                  <a:lnTo>
                    <a:pt x="4571" y="9906"/>
                  </a:lnTo>
                  <a:lnTo>
                    <a:pt x="4572" y="4743450"/>
                  </a:lnTo>
                  <a:lnTo>
                    <a:pt x="9906" y="4743450"/>
                  </a:lnTo>
                  <a:close/>
                </a:path>
                <a:path w="8239759" h="4753610">
                  <a:moveTo>
                    <a:pt x="8234172" y="4743449"/>
                  </a:moveTo>
                  <a:lnTo>
                    <a:pt x="4572" y="4743450"/>
                  </a:lnTo>
                  <a:lnTo>
                    <a:pt x="9906" y="4748022"/>
                  </a:lnTo>
                  <a:lnTo>
                    <a:pt x="9905" y="4753356"/>
                  </a:lnTo>
                  <a:lnTo>
                    <a:pt x="8229600" y="4753356"/>
                  </a:lnTo>
                  <a:lnTo>
                    <a:pt x="8229600" y="4748021"/>
                  </a:lnTo>
                  <a:lnTo>
                    <a:pt x="8234172" y="4743449"/>
                  </a:lnTo>
                  <a:close/>
                </a:path>
                <a:path w="8239759" h="4753610">
                  <a:moveTo>
                    <a:pt x="9905" y="4753356"/>
                  </a:moveTo>
                  <a:lnTo>
                    <a:pt x="9906" y="4748022"/>
                  </a:lnTo>
                  <a:lnTo>
                    <a:pt x="4572" y="4743450"/>
                  </a:lnTo>
                  <a:lnTo>
                    <a:pt x="4572" y="4753356"/>
                  </a:lnTo>
                  <a:lnTo>
                    <a:pt x="9905" y="4753356"/>
                  </a:lnTo>
                  <a:close/>
                </a:path>
                <a:path w="8239759" h="4753610">
                  <a:moveTo>
                    <a:pt x="8234172" y="9905"/>
                  </a:moveTo>
                  <a:lnTo>
                    <a:pt x="8229600" y="4571"/>
                  </a:lnTo>
                  <a:lnTo>
                    <a:pt x="8229600" y="9905"/>
                  </a:lnTo>
                  <a:lnTo>
                    <a:pt x="8234172" y="9905"/>
                  </a:lnTo>
                  <a:close/>
                </a:path>
                <a:path w="8239759" h="4753610">
                  <a:moveTo>
                    <a:pt x="8234172" y="4743449"/>
                  </a:moveTo>
                  <a:lnTo>
                    <a:pt x="8234172" y="9905"/>
                  </a:lnTo>
                  <a:lnTo>
                    <a:pt x="8229600" y="9905"/>
                  </a:lnTo>
                  <a:lnTo>
                    <a:pt x="8229600" y="4743449"/>
                  </a:lnTo>
                  <a:lnTo>
                    <a:pt x="8234172" y="4743449"/>
                  </a:lnTo>
                  <a:close/>
                </a:path>
                <a:path w="8239759" h="4753610">
                  <a:moveTo>
                    <a:pt x="8234172" y="4753356"/>
                  </a:moveTo>
                  <a:lnTo>
                    <a:pt x="8234172" y="4743449"/>
                  </a:lnTo>
                  <a:lnTo>
                    <a:pt x="8229600" y="4748021"/>
                  </a:lnTo>
                  <a:lnTo>
                    <a:pt x="8229600" y="4753356"/>
                  </a:lnTo>
                  <a:lnTo>
                    <a:pt x="8234172" y="4753356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42920" y="412495"/>
            <a:ext cx="275399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100"/>
              <a:t> </a:t>
            </a:r>
            <a:r>
              <a:rPr dirty="0"/>
              <a:t>Modeling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3335" y="2249423"/>
            <a:ext cx="565150" cy="37655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825"/>
              </a:spcBef>
            </a:pPr>
            <a:r>
              <a:rPr dirty="0" sz="950" spc="10">
                <a:latin typeface="Arial MT"/>
                <a:cs typeface="Arial MT"/>
              </a:rPr>
              <a:t>Start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6954" y="2249423"/>
            <a:ext cx="565150" cy="37655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825"/>
              </a:spcBef>
            </a:pPr>
            <a:r>
              <a:rPr dirty="0" sz="950" spc="10">
                <a:latin typeface="Arial MT"/>
                <a:cs typeface="Arial MT"/>
              </a:rPr>
              <a:t>Shift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0572" y="2249423"/>
            <a:ext cx="821690" cy="37655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825"/>
              </a:spcBef>
            </a:pPr>
            <a:r>
              <a:rPr dirty="0" sz="950" spc="15">
                <a:latin typeface="Arial MT"/>
                <a:cs typeface="Arial MT"/>
              </a:rPr>
              <a:t>Accelerate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92601" y="2249423"/>
            <a:ext cx="821690" cy="37655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825"/>
              </a:spcBef>
            </a:pPr>
            <a:r>
              <a:rPr dirty="0" sz="950" spc="15">
                <a:latin typeface="Arial MT"/>
                <a:cs typeface="Arial MT"/>
              </a:rPr>
              <a:t>Brake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46708" y="2408682"/>
            <a:ext cx="1946275" cy="58419"/>
            <a:chOff x="1346708" y="2408682"/>
            <a:chExt cx="1946275" cy="58419"/>
          </a:xfrm>
        </p:grpSpPr>
        <p:sp>
          <p:nvSpPr>
            <p:cNvPr id="12" name="object 12"/>
            <p:cNvSpPr/>
            <p:nvPr/>
          </p:nvSpPr>
          <p:spPr>
            <a:xfrm>
              <a:off x="1347978" y="2437638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30" h="0">
                  <a:moveTo>
                    <a:pt x="0" y="0"/>
                  </a:moveTo>
                  <a:lnTo>
                    <a:pt x="13792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79042" y="2408682"/>
              <a:ext cx="58419" cy="58419"/>
            </a:xfrm>
            <a:custGeom>
              <a:avLst/>
              <a:gdLst/>
              <a:ahLst/>
              <a:cxnLst/>
              <a:rect l="l" t="t" r="r" b="b"/>
              <a:pathLst>
                <a:path w="58419" h="58419">
                  <a:moveTo>
                    <a:pt x="57912" y="28955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57912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101595" y="2437638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30" h="0">
                  <a:moveTo>
                    <a:pt x="0" y="0"/>
                  </a:moveTo>
                  <a:lnTo>
                    <a:pt x="13792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232660" y="2408682"/>
              <a:ext cx="58419" cy="58419"/>
            </a:xfrm>
            <a:custGeom>
              <a:avLst/>
              <a:gdLst/>
              <a:ahLst/>
              <a:cxnLst/>
              <a:rect l="l" t="t" r="r" b="b"/>
              <a:pathLst>
                <a:path w="58419" h="58419">
                  <a:moveTo>
                    <a:pt x="57912" y="28955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57912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112008" y="2437638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10" h="0">
                  <a:moveTo>
                    <a:pt x="0" y="0"/>
                  </a:moveTo>
                  <a:lnTo>
                    <a:pt x="13030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34690" y="2408682"/>
              <a:ext cx="58419" cy="58419"/>
            </a:xfrm>
            <a:custGeom>
              <a:avLst/>
              <a:gdLst/>
              <a:ahLst/>
              <a:cxnLst/>
              <a:rect l="l" t="t" r="r" b="b"/>
              <a:pathLst>
                <a:path w="58420" h="58419">
                  <a:moveTo>
                    <a:pt x="57912" y="28955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57912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70292" y="4524260"/>
          <a:ext cx="2830195" cy="379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/>
                <a:gridCol w="187959"/>
                <a:gridCol w="941704"/>
                <a:gridCol w="187960"/>
                <a:gridCol w="942339"/>
              </a:tblGrid>
              <a:tr h="188976">
                <a:tc rowSpan="2"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Engine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054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699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Transmission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054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699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Transaxle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054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821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54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6699F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54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6699F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541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5116829" y="2264664"/>
            <a:ext cx="565150" cy="37719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wrap="square" lIns="0" tIns="24130" rIns="0" bIns="0" rtlCol="0" vert="horz">
            <a:spAutoFit/>
          </a:bodyPr>
          <a:lstStyle/>
          <a:p>
            <a:pPr marL="142240" marR="72390" indent="-63500">
              <a:lnSpc>
                <a:spcPct val="104200"/>
              </a:lnSpc>
              <a:spcBef>
                <a:spcPts val="190"/>
              </a:spcBef>
            </a:pPr>
            <a:r>
              <a:rPr dirty="0" sz="950" spc="20">
                <a:latin typeface="Arial MT"/>
                <a:cs typeface="Arial MT"/>
              </a:rPr>
              <a:t>Con</a:t>
            </a:r>
            <a:r>
              <a:rPr dirty="0" sz="950">
                <a:latin typeface="Arial MT"/>
                <a:cs typeface="Arial MT"/>
              </a:rPr>
              <a:t>t</a:t>
            </a:r>
            <a:r>
              <a:rPr dirty="0" sz="950" spc="10">
                <a:latin typeface="Arial MT"/>
                <a:cs typeface="Arial MT"/>
              </a:rPr>
              <a:t>rol  </a:t>
            </a:r>
            <a:r>
              <a:rPr dirty="0" sz="950" spc="10">
                <a:latin typeface="Arial MT"/>
                <a:cs typeface="Arial MT"/>
              </a:rPr>
              <a:t>Input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58661" y="2264664"/>
            <a:ext cx="942340" cy="377190"/>
          </a:xfrm>
          <a:custGeom>
            <a:avLst/>
            <a:gdLst/>
            <a:ahLst/>
            <a:cxnLst/>
            <a:rect l="l" t="t" r="r" b="b"/>
            <a:pathLst>
              <a:path w="942340" h="377189">
                <a:moveTo>
                  <a:pt x="941831" y="377190"/>
                </a:moveTo>
                <a:lnTo>
                  <a:pt x="941831" y="0"/>
                </a:lnTo>
                <a:lnTo>
                  <a:pt x="0" y="0"/>
                </a:lnTo>
                <a:lnTo>
                  <a:pt x="0" y="377190"/>
                </a:lnTo>
                <a:lnTo>
                  <a:pt x="941831" y="3771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058661" y="2264664"/>
            <a:ext cx="942340" cy="3771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24130" rIns="0" bIns="0" rtlCol="0" vert="horz">
            <a:spAutoFit/>
          </a:bodyPr>
          <a:lstStyle/>
          <a:p>
            <a:pPr marL="191135" marR="183515" indent="100965">
              <a:lnSpc>
                <a:spcPct val="104200"/>
              </a:lnSpc>
              <a:spcBef>
                <a:spcPts val="190"/>
              </a:spcBef>
            </a:pPr>
            <a:r>
              <a:rPr dirty="0" sz="950" spc="15">
                <a:latin typeface="Arial MT"/>
                <a:cs typeface="Arial MT"/>
              </a:rPr>
              <a:t>Power 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20">
                <a:latin typeface="Arial MT"/>
                <a:cs typeface="Arial MT"/>
              </a:rPr>
              <a:t>Eq</a:t>
            </a:r>
            <a:r>
              <a:rPr dirty="0" sz="950" spc="15">
                <a:latin typeface="Arial MT"/>
                <a:cs typeface="Arial MT"/>
              </a:rPr>
              <a:t>u</a:t>
            </a:r>
            <a:r>
              <a:rPr dirty="0" sz="950" spc="15">
                <a:latin typeface="Arial MT"/>
                <a:cs typeface="Arial MT"/>
              </a:rPr>
              <a:t>at</a:t>
            </a:r>
            <a:r>
              <a:rPr dirty="0" sz="950">
                <a:latin typeface="Arial MT"/>
                <a:cs typeface="Arial MT"/>
              </a:rPr>
              <a:t>i</a:t>
            </a:r>
            <a:r>
              <a:rPr dirty="0" sz="950" spc="20">
                <a:latin typeface="Arial MT"/>
                <a:cs typeface="Arial MT"/>
              </a:rPr>
              <a:t>ons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88707" y="2264664"/>
            <a:ext cx="942975" cy="377190"/>
          </a:xfrm>
          <a:custGeom>
            <a:avLst/>
            <a:gdLst/>
            <a:ahLst/>
            <a:cxnLst/>
            <a:rect l="l" t="t" r="r" b="b"/>
            <a:pathLst>
              <a:path w="942975" h="377189">
                <a:moveTo>
                  <a:pt x="942594" y="377190"/>
                </a:moveTo>
                <a:lnTo>
                  <a:pt x="942594" y="0"/>
                </a:lnTo>
                <a:lnTo>
                  <a:pt x="0" y="0"/>
                </a:lnTo>
                <a:lnTo>
                  <a:pt x="0" y="377190"/>
                </a:lnTo>
                <a:lnTo>
                  <a:pt x="942594" y="3771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188707" y="2264664"/>
            <a:ext cx="942975" cy="3771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24130" rIns="0" bIns="0" rtlCol="0" vert="horz">
            <a:spAutoFit/>
          </a:bodyPr>
          <a:lstStyle/>
          <a:p>
            <a:pPr marL="194945" marR="188595" indent="69850">
              <a:lnSpc>
                <a:spcPct val="104200"/>
              </a:lnSpc>
              <a:spcBef>
                <a:spcPts val="190"/>
              </a:spcBef>
            </a:pPr>
            <a:r>
              <a:rPr dirty="0" sz="950" spc="10">
                <a:latin typeface="Arial MT"/>
                <a:cs typeface="Arial MT"/>
              </a:rPr>
              <a:t>Vehicle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Dynamics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82979" y="1890522"/>
            <a:ext cx="7572375" cy="3435985"/>
            <a:chOff x="982979" y="1890522"/>
            <a:chExt cx="7572375" cy="3435985"/>
          </a:xfrm>
        </p:grpSpPr>
        <p:sp>
          <p:nvSpPr>
            <p:cNvPr id="25" name="object 25"/>
            <p:cNvSpPr/>
            <p:nvPr/>
          </p:nvSpPr>
          <p:spPr>
            <a:xfrm>
              <a:off x="5681471" y="2453640"/>
              <a:ext cx="377190" cy="0"/>
            </a:xfrm>
            <a:custGeom>
              <a:avLst/>
              <a:gdLst/>
              <a:ahLst/>
              <a:cxnLst/>
              <a:rect l="l" t="t" r="r" b="b"/>
              <a:pathLst>
                <a:path w="377189" h="0">
                  <a:moveTo>
                    <a:pt x="0" y="0"/>
                  </a:moveTo>
                  <a:lnTo>
                    <a:pt x="37719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4702" y="2381516"/>
              <a:ext cx="143484" cy="14348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272272" y="2382774"/>
              <a:ext cx="142240" cy="140970"/>
            </a:xfrm>
            <a:custGeom>
              <a:avLst/>
              <a:gdLst/>
              <a:ahLst/>
              <a:cxnLst/>
              <a:rect l="l" t="t" r="r" b="b"/>
              <a:pathLst>
                <a:path w="142240" h="140969">
                  <a:moveTo>
                    <a:pt x="141732" y="70865"/>
                  </a:moveTo>
                  <a:lnTo>
                    <a:pt x="136124" y="43398"/>
                  </a:lnTo>
                  <a:lnTo>
                    <a:pt x="120872" y="20859"/>
                  </a:lnTo>
                  <a:lnTo>
                    <a:pt x="98333" y="5607"/>
                  </a:lnTo>
                  <a:lnTo>
                    <a:pt x="70866" y="0"/>
                  </a:lnTo>
                  <a:lnTo>
                    <a:pt x="43398" y="5607"/>
                  </a:lnTo>
                  <a:lnTo>
                    <a:pt x="20859" y="20859"/>
                  </a:lnTo>
                  <a:lnTo>
                    <a:pt x="5607" y="43398"/>
                  </a:lnTo>
                  <a:lnTo>
                    <a:pt x="0" y="70865"/>
                  </a:lnTo>
                  <a:lnTo>
                    <a:pt x="5607" y="98214"/>
                  </a:lnTo>
                  <a:lnTo>
                    <a:pt x="20859" y="120491"/>
                  </a:lnTo>
                  <a:lnTo>
                    <a:pt x="43398" y="135481"/>
                  </a:lnTo>
                  <a:lnTo>
                    <a:pt x="70866" y="140969"/>
                  </a:lnTo>
                  <a:lnTo>
                    <a:pt x="98333" y="135481"/>
                  </a:lnTo>
                  <a:lnTo>
                    <a:pt x="120872" y="120491"/>
                  </a:lnTo>
                  <a:lnTo>
                    <a:pt x="136124" y="98214"/>
                  </a:lnTo>
                  <a:lnTo>
                    <a:pt x="141732" y="708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272272" y="2382774"/>
              <a:ext cx="142240" cy="140970"/>
            </a:xfrm>
            <a:custGeom>
              <a:avLst/>
              <a:gdLst/>
              <a:ahLst/>
              <a:cxnLst/>
              <a:rect l="l" t="t" r="r" b="b"/>
              <a:pathLst>
                <a:path w="142240" h="140969">
                  <a:moveTo>
                    <a:pt x="0" y="70865"/>
                  </a:moveTo>
                  <a:lnTo>
                    <a:pt x="5607" y="43398"/>
                  </a:lnTo>
                  <a:lnTo>
                    <a:pt x="20859" y="20859"/>
                  </a:lnTo>
                  <a:lnTo>
                    <a:pt x="43398" y="5607"/>
                  </a:lnTo>
                  <a:lnTo>
                    <a:pt x="70866" y="0"/>
                  </a:lnTo>
                  <a:lnTo>
                    <a:pt x="98333" y="5607"/>
                  </a:lnTo>
                  <a:lnTo>
                    <a:pt x="120872" y="20859"/>
                  </a:lnTo>
                  <a:lnTo>
                    <a:pt x="136124" y="43398"/>
                  </a:lnTo>
                  <a:lnTo>
                    <a:pt x="141732" y="70865"/>
                  </a:lnTo>
                  <a:lnTo>
                    <a:pt x="136124" y="98214"/>
                  </a:lnTo>
                  <a:lnTo>
                    <a:pt x="120872" y="120491"/>
                  </a:lnTo>
                  <a:lnTo>
                    <a:pt x="98333" y="135481"/>
                  </a:lnTo>
                  <a:lnTo>
                    <a:pt x="70866" y="140969"/>
                  </a:lnTo>
                  <a:lnTo>
                    <a:pt x="43398" y="135481"/>
                  </a:lnTo>
                  <a:lnTo>
                    <a:pt x="20859" y="120491"/>
                  </a:lnTo>
                  <a:lnTo>
                    <a:pt x="5607" y="98214"/>
                  </a:lnTo>
                  <a:lnTo>
                    <a:pt x="0" y="7086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000494" y="2453640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 h="0">
                  <a:moveTo>
                    <a:pt x="0" y="0"/>
                  </a:moveTo>
                  <a:lnTo>
                    <a:pt x="13792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131558" y="2424684"/>
              <a:ext cx="57150" cy="58419"/>
            </a:xfrm>
            <a:custGeom>
              <a:avLst/>
              <a:gdLst/>
              <a:ahLst/>
              <a:cxnLst/>
              <a:rect l="l" t="t" r="r" b="b"/>
              <a:pathLst>
                <a:path w="57150" h="58419">
                  <a:moveTo>
                    <a:pt x="57150" y="28955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57150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131301" y="2453640"/>
              <a:ext cx="90805" cy="0"/>
            </a:xfrm>
            <a:custGeom>
              <a:avLst/>
              <a:gdLst/>
              <a:ahLst/>
              <a:cxnLst/>
              <a:rect l="l" t="t" r="r" b="b"/>
              <a:pathLst>
                <a:path w="90804" h="0">
                  <a:moveTo>
                    <a:pt x="0" y="0"/>
                  </a:moveTo>
                  <a:lnTo>
                    <a:pt x="906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214360" y="2424684"/>
              <a:ext cx="58419" cy="58419"/>
            </a:xfrm>
            <a:custGeom>
              <a:avLst/>
              <a:gdLst/>
              <a:ahLst/>
              <a:cxnLst/>
              <a:rect l="l" t="t" r="r" b="b"/>
              <a:pathLst>
                <a:path w="58420" h="58419">
                  <a:moveTo>
                    <a:pt x="57912" y="28955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57912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846826" y="2523744"/>
              <a:ext cx="2496820" cy="325120"/>
            </a:xfrm>
            <a:custGeom>
              <a:avLst/>
              <a:gdLst/>
              <a:ahLst/>
              <a:cxnLst/>
              <a:rect l="l" t="t" r="r" b="b"/>
              <a:pathLst>
                <a:path w="2496820" h="325119">
                  <a:moveTo>
                    <a:pt x="2496312" y="0"/>
                  </a:moveTo>
                  <a:lnTo>
                    <a:pt x="2496312" y="324612"/>
                  </a:lnTo>
                  <a:lnTo>
                    <a:pt x="0" y="324612"/>
                  </a:lnTo>
                  <a:lnTo>
                    <a:pt x="0" y="510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817870" y="2523744"/>
              <a:ext cx="58419" cy="58419"/>
            </a:xfrm>
            <a:custGeom>
              <a:avLst/>
              <a:gdLst/>
              <a:ahLst/>
              <a:cxnLst/>
              <a:rect l="l" t="t" r="r" b="b"/>
              <a:pathLst>
                <a:path w="58420" h="58419">
                  <a:moveTo>
                    <a:pt x="57912" y="57912"/>
                  </a:moveTo>
                  <a:lnTo>
                    <a:pt x="28955" y="0"/>
                  </a:lnTo>
                  <a:lnTo>
                    <a:pt x="0" y="57912"/>
                  </a:lnTo>
                  <a:lnTo>
                    <a:pt x="57912" y="57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927854" y="2439924"/>
              <a:ext cx="138430" cy="13970"/>
            </a:xfrm>
            <a:custGeom>
              <a:avLst/>
              <a:gdLst/>
              <a:ahLst/>
              <a:cxnLst/>
              <a:rect l="l" t="t" r="r" b="b"/>
              <a:pathLst>
                <a:path w="138429" h="13969">
                  <a:moveTo>
                    <a:pt x="0" y="0"/>
                  </a:moveTo>
                  <a:lnTo>
                    <a:pt x="0" y="13716"/>
                  </a:lnTo>
                  <a:lnTo>
                    <a:pt x="137922" y="137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058917" y="2424684"/>
              <a:ext cx="58419" cy="58419"/>
            </a:xfrm>
            <a:custGeom>
              <a:avLst/>
              <a:gdLst/>
              <a:ahLst/>
              <a:cxnLst/>
              <a:rect l="l" t="t" r="r" b="b"/>
              <a:pathLst>
                <a:path w="58420" h="58419">
                  <a:moveTo>
                    <a:pt x="57912" y="28955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57912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414003" y="2453640"/>
              <a:ext cx="90805" cy="0"/>
            </a:xfrm>
            <a:custGeom>
              <a:avLst/>
              <a:gdLst/>
              <a:ahLst/>
              <a:cxnLst/>
              <a:rect l="l" t="t" r="r" b="b"/>
              <a:pathLst>
                <a:path w="90804" h="0">
                  <a:moveTo>
                    <a:pt x="0" y="0"/>
                  </a:moveTo>
                  <a:lnTo>
                    <a:pt x="906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497062" y="2424684"/>
              <a:ext cx="58419" cy="58419"/>
            </a:xfrm>
            <a:custGeom>
              <a:avLst/>
              <a:gdLst/>
              <a:ahLst/>
              <a:cxnLst/>
              <a:rect l="l" t="t" r="r" b="b"/>
              <a:pathLst>
                <a:path w="58420" h="58419">
                  <a:moveTo>
                    <a:pt x="57912" y="28955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57912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3083" y="1890522"/>
              <a:ext cx="3131820" cy="18592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2979" y="5093208"/>
              <a:ext cx="3168396" cy="23317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7360" y="1890522"/>
              <a:ext cx="2154935" cy="18592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058661" y="3536442"/>
              <a:ext cx="753745" cy="565785"/>
            </a:xfrm>
            <a:custGeom>
              <a:avLst/>
              <a:gdLst/>
              <a:ahLst/>
              <a:cxnLst/>
              <a:rect l="l" t="t" r="r" b="b"/>
              <a:pathLst>
                <a:path w="753745" h="565785">
                  <a:moveTo>
                    <a:pt x="753618" y="565403"/>
                  </a:moveTo>
                  <a:lnTo>
                    <a:pt x="753618" y="0"/>
                  </a:lnTo>
                  <a:lnTo>
                    <a:pt x="0" y="0"/>
                  </a:lnTo>
                  <a:lnTo>
                    <a:pt x="0" y="565403"/>
                  </a:lnTo>
                  <a:lnTo>
                    <a:pt x="753618" y="565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058661" y="3536442"/>
              <a:ext cx="753745" cy="565785"/>
            </a:xfrm>
            <a:custGeom>
              <a:avLst/>
              <a:gdLst/>
              <a:ahLst/>
              <a:cxnLst/>
              <a:rect l="l" t="t" r="r" b="b"/>
              <a:pathLst>
                <a:path w="753745" h="565785">
                  <a:moveTo>
                    <a:pt x="0" y="0"/>
                  </a:moveTo>
                  <a:lnTo>
                    <a:pt x="0" y="565404"/>
                  </a:lnTo>
                  <a:lnTo>
                    <a:pt x="753618" y="565404"/>
                  </a:lnTo>
                  <a:lnTo>
                    <a:pt x="75361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272276" y="3567176"/>
            <a:ext cx="325120" cy="176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 spc="15">
                <a:latin typeface="Arial MT"/>
                <a:cs typeface="Arial MT"/>
              </a:rPr>
              <a:t>Mass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35858" y="3718052"/>
            <a:ext cx="151765" cy="176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 spc="20">
                <a:latin typeface="Arial MT"/>
                <a:cs typeface="Arial MT"/>
              </a:rPr>
              <a:t>Pr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74517" y="3742661"/>
            <a:ext cx="447040" cy="291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085"/>
              </a:lnSpc>
            </a:pPr>
            <a:r>
              <a:rPr dirty="0" sz="950" spc="20">
                <a:latin typeface="Arial MT"/>
                <a:cs typeface="Arial MT"/>
              </a:rPr>
              <a:t>o</a:t>
            </a:r>
            <a:r>
              <a:rPr dirty="0" sz="950" spc="15">
                <a:latin typeface="Arial MT"/>
                <a:cs typeface="Arial MT"/>
              </a:rPr>
              <a:t>p</a:t>
            </a:r>
            <a:r>
              <a:rPr dirty="0" sz="950" spc="15">
                <a:latin typeface="Arial MT"/>
                <a:cs typeface="Arial MT"/>
              </a:rPr>
              <a:t>ert</a:t>
            </a:r>
            <a:r>
              <a:rPr dirty="0" sz="950">
                <a:latin typeface="Arial MT"/>
                <a:cs typeface="Arial MT"/>
              </a:rPr>
              <a:t>i</a:t>
            </a:r>
            <a:r>
              <a:rPr dirty="0" sz="950" spc="20">
                <a:latin typeface="Arial MT"/>
                <a:cs typeface="Arial MT"/>
              </a:rPr>
              <a:t>es</a:t>
            </a:r>
            <a:endParaRPr sz="950">
              <a:latin typeface="Arial MT"/>
              <a:cs typeface="Arial MT"/>
            </a:endParaRPr>
          </a:p>
          <a:p>
            <a:pPr algn="ctr" marR="12700">
              <a:lnSpc>
                <a:spcPct val="100000"/>
              </a:lnSpc>
              <a:spcBef>
                <a:spcPts val="45"/>
              </a:spcBef>
            </a:pPr>
            <a:r>
              <a:rPr dirty="0" sz="950" spc="15">
                <a:latin typeface="Arial MT"/>
                <a:cs typeface="Arial MT"/>
              </a:rPr>
              <a:t>odel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05803" y="3784345"/>
            <a:ext cx="756285" cy="567690"/>
            <a:chOff x="6305803" y="3784345"/>
            <a:chExt cx="756285" cy="567690"/>
          </a:xfrm>
        </p:grpSpPr>
        <p:sp>
          <p:nvSpPr>
            <p:cNvPr id="48" name="object 48"/>
            <p:cNvSpPr/>
            <p:nvPr/>
          </p:nvSpPr>
          <p:spPr>
            <a:xfrm>
              <a:off x="6307073" y="3785615"/>
              <a:ext cx="753745" cy="565150"/>
            </a:xfrm>
            <a:custGeom>
              <a:avLst/>
              <a:gdLst/>
              <a:ahLst/>
              <a:cxnLst/>
              <a:rect l="l" t="t" r="r" b="b"/>
              <a:pathLst>
                <a:path w="753745" h="565150">
                  <a:moveTo>
                    <a:pt x="753618" y="564641"/>
                  </a:moveTo>
                  <a:lnTo>
                    <a:pt x="753618" y="0"/>
                  </a:lnTo>
                  <a:lnTo>
                    <a:pt x="0" y="0"/>
                  </a:lnTo>
                  <a:lnTo>
                    <a:pt x="0" y="564641"/>
                  </a:lnTo>
                  <a:lnTo>
                    <a:pt x="753618" y="5646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307073" y="3785615"/>
              <a:ext cx="753745" cy="565150"/>
            </a:xfrm>
            <a:custGeom>
              <a:avLst/>
              <a:gdLst/>
              <a:ahLst/>
              <a:cxnLst/>
              <a:rect l="l" t="t" r="r" b="b"/>
              <a:pathLst>
                <a:path w="753745" h="565150">
                  <a:moveTo>
                    <a:pt x="0" y="0"/>
                  </a:moveTo>
                  <a:lnTo>
                    <a:pt x="0" y="564641"/>
                  </a:lnTo>
                  <a:lnTo>
                    <a:pt x="753618" y="564641"/>
                  </a:lnTo>
                  <a:lnTo>
                    <a:pt x="75361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6808469" y="3785615"/>
            <a:ext cx="252729" cy="29273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wrap="square" lIns="0" tIns="12382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975"/>
              </a:spcBef>
            </a:pPr>
            <a:r>
              <a:rPr dirty="0" sz="950" spc="10">
                <a:latin typeface="Arial MT"/>
                <a:cs typeface="Arial MT"/>
              </a:rPr>
              <a:t>al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07073" y="3785615"/>
            <a:ext cx="552450" cy="29273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wrap="square" lIns="0" tIns="1238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75"/>
              </a:spcBef>
            </a:pPr>
            <a:r>
              <a:rPr dirty="0" baseline="11695" sz="1425" spc="44">
                <a:latin typeface="Arial MT"/>
                <a:cs typeface="Arial MT"/>
              </a:rPr>
              <a:t>M</a:t>
            </a:r>
            <a:r>
              <a:rPr dirty="0" baseline="11695" sz="1425" spc="89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Structur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500144" y="4041909"/>
            <a:ext cx="130175" cy="1765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 spc="25">
                <a:latin typeface="Arial MT"/>
                <a:cs typeface="Arial MT"/>
              </a:rPr>
              <a:t>M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17439" y="4066519"/>
            <a:ext cx="237490" cy="140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85"/>
              </a:lnSpc>
            </a:pPr>
            <a:r>
              <a:rPr dirty="0" sz="950" spc="10">
                <a:latin typeface="Arial MT"/>
                <a:cs typeface="Arial MT"/>
              </a:rPr>
              <a:t>odel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554978" y="4053332"/>
            <a:ext cx="756285" cy="568325"/>
            <a:chOff x="6554978" y="4053332"/>
            <a:chExt cx="756285" cy="568325"/>
          </a:xfrm>
        </p:grpSpPr>
        <p:sp>
          <p:nvSpPr>
            <p:cNvPr id="55" name="object 55"/>
            <p:cNvSpPr/>
            <p:nvPr/>
          </p:nvSpPr>
          <p:spPr>
            <a:xfrm>
              <a:off x="6556248" y="4054602"/>
              <a:ext cx="753745" cy="565785"/>
            </a:xfrm>
            <a:custGeom>
              <a:avLst/>
              <a:gdLst/>
              <a:ahLst/>
              <a:cxnLst/>
              <a:rect l="l" t="t" r="r" b="b"/>
              <a:pathLst>
                <a:path w="753745" h="565785">
                  <a:moveTo>
                    <a:pt x="753618" y="565403"/>
                  </a:moveTo>
                  <a:lnTo>
                    <a:pt x="753618" y="0"/>
                  </a:lnTo>
                  <a:lnTo>
                    <a:pt x="0" y="0"/>
                  </a:lnTo>
                  <a:lnTo>
                    <a:pt x="0" y="565403"/>
                  </a:lnTo>
                  <a:lnTo>
                    <a:pt x="753618" y="565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556248" y="4054602"/>
              <a:ext cx="753745" cy="565785"/>
            </a:xfrm>
            <a:custGeom>
              <a:avLst/>
              <a:gdLst/>
              <a:ahLst/>
              <a:cxnLst/>
              <a:rect l="l" t="t" r="r" b="b"/>
              <a:pathLst>
                <a:path w="753745" h="565785">
                  <a:moveTo>
                    <a:pt x="0" y="0"/>
                  </a:moveTo>
                  <a:lnTo>
                    <a:pt x="0" y="565403"/>
                  </a:lnTo>
                  <a:lnTo>
                    <a:pt x="753618" y="565403"/>
                  </a:lnTo>
                  <a:lnTo>
                    <a:pt x="75361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7060692" y="4078223"/>
            <a:ext cx="249554" cy="26606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wrap="square" lIns="0" tIns="1003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r>
              <a:rPr dirty="0" sz="950" spc="10">
                <a:latin typeface="Arial MT"/>
                <a:cs typeface="Arial MT"/>
              </a:rPr>
              <a:t>ty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741668" y="4160773"/>
            <a:ext cx="284480" cy="3276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050" marR="5080" indent="-6985">
              <a:lnSpc>
                <a:spcPct val="104200"/>
              </a:lnSpc>
              <a:spcBef>
                <a:spcPts val="90"/>
              </a:spcBef>
            </a:pPr>
            <a:r>
              <a:rPr dirty="0" sz="950" spc="10">
                <a:latin typeface="Arial MT"/>
                <a:cs typeface="Arial MT"/>
              </a:rPr>
              <a:t>Safe  </a:t>
            </a:r>
            <a:r>
              <a:rPr dirty="0" sz="950" spc="30">
                <a:latin typeface="Arial MT"/>
                <a:cs typeface="Arial MT"/>
              </a:rPr>
              <a:t>M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866066" y="4336260"/>
            <a:ext cx="237490" cy="140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85"/>
              </a:lnSpc>
            </a:pPr>
            <a:r>
              <a:rPr dirty="0" sz="950" spc="20">
                <a:latin typeface="Arial MT"/>
                <a:cs typeface="Arial MT"/>
              </a:rPr>
              <a:t>od</a:t>
            </a:r>
            <a:r>
              <a:rPr dirty="0" sz="950" spc="15">
                <a:latin typeface="Arial MT"/>
                <a:cs typeface="Arial MT"/>
              </a:rPr>
              <a:t>e</a:t>
            </a:r>
            <a:r>
              <a:rPr dirty="0" sz="950" spc="5">
                <a:latin typeface="Arial MT"/>
                <a:cs typeface="Arial MT"/>
              </a:rPr>
              <a:t>l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629655" y="4336033"/>
            <a:ext cx="2010410" cy="1254125"/>
            <a:chOff x="5629655" y="4336033"/>
            <a:chExt cx="2010410" cy="1254125"/>
          </a:xfrm>
        </p:grpSpPr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29655" y="5052821"/>
              <a:ext cx="2010156" cy="23545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8716" y="5356859"/>
              <a:ext cx="1805939" cy="23317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804660" y="4337303"/>
              <a:ext cx="753745" cy="565785"/>
            </a:xfrm>
            <a:custGeom>
              <a:avLst/>
              <a:gdLst/>
              <a:ahLst/>
              <a:cxnLst/>
              <a:rect l="l" t="t" r="r" b="b"/>
              <a:pathLst>
                <a:path w="753745" h="565785">
                  <a:moveTo>
                    <a:pt x="753618" y="565403"/>
                  </a:moveTo>
                  <a:lnTo>
                    <a:pt x="753618" y="0"/>
                  </a:lnTo>
                  <a:lnTo>
                    <a:pt x="0" y="0"/>
                  </a:lnTo>
                  <a:lnTo>
                    <a:pt x="0" y="565403"/>
                  </a:lnTo>
                  <a:lnTo>
                    <a:pt x="753618" y="565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804660" y="4337303"/>
              <a:ext cx="753745" cy="565785"/>
            </a:xfrm>
            <a:custGeom>
              <a:avLst/>
              <a:gdLst/>
              <a:ahLst/>
              <a:cxnLst/>
              <a:rect l="l" t="t" r="r" b="b"/>
              <a:pathLst>
                <a:path w="753745" h="565785">
                  <a:moveTo>
                    <a:pt x="0" y="0"/>
                  </a:moveTo>
                  <a:lnTo>
                    <a:pt x="0" y="565404"/>
                  </a:lnTo>
                  <a:lnTo>
                    <a:pt x="753618" y="565404"/>
                  </a:lnTo>
                  <a:lnTo>
                    <a:pt x="75361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6997741" y="4443476"/>
            <a:ext cx="367665" cy="3276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1275">
              <a:lnSpc>
                <a:spcPct val="104200"/>
              </a:lnSpc>
              <a:spcBef>
                <a:spcPts val="90"/>
              </a:spcBef>
            </a:pPr>
            <a:r>
              <a:rPr dirty="0" sz="950" spc="15">
                <a:latin typeface="Arial MT"/>
                <a:cs typeface="Arial MT"/>
              </a:rPr>
              <a:t>Cost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Model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231146" y="1367027"/>
            <a:ext cx="2289810" cy="3018790"/>
            <a:chOff x="3231146" y="1367027"/>
            <a:chExt cx="2289810" cy="3018790"/>
          </a:xfrm>
        </p:grpSpPr>
        <p:pic>
          <p:nvPicPr>
            <p:cNvPr id="67" name="object 6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50029" y="3150870"/>
              <a:ext cx="810005" cy="42976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271010" y="3568826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4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76066" y="3644728"/>
              <a:ext cx="1562100" cy="23537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232404" y="4008120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376427" y="0"/>
                  </a:moveTo>
                  <a:lnTo>
                    <a:pt x="0" y="376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232404" y="2924555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376428" y="37642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116829" y="4008120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0" y="0"/>
                  </a:moveTo>
                  <a:lnTo>
                    <a:pt x="376428" y="376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142738" y="2924555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376427" y="0"/>
                  </a:moveTo>
                  <a:lnTo>
                    <a:pt x="0" y="376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324350" y="1371600"/>
              <a:ext cx="318135" cy="552450"/>
            </a:xfrm>
            <a:custGeom>
              <a:avLst/>
              <a:gdLst/>
              <a:ahLst/>
              <a:cxnLst/>
              <a:rect l="l" t="t" r="r" b="b"/>
              <a:pathLst>
                <a:path w="318135" h="552450">
                  <a:moveTo>
                    <a:pt x="317754" y="414527"/>
                  </a:moveTo>
                  <a:lnTo>
                    <a:pt x="238506" y="414527"/>
                  </a:lnTo>
                  <a:lnTo>
                    <a:pt x="238505" y="0"/>
                  </a:lnTo>
                  <a:lnTo>
                    <a:pt x="80009" y="0"/>
                  </a:lnTo>
                  <a:lnTo>
                    <a:pt x="80010" y="414527"/>
                  </a:lnTo>
                  <a:lnTo>
                    <a:pt x="0" y="414527"/>
                  </a:lnTo>
                  <a:lnTo>
                    <a:pt x="159258" y="552449"/>
                  </a:lnTo>
                  <a:lnTo>
                    <a:pt x="317754" y="414527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312157" y="1367027"/>
              <a:ext cx="342900" cy="563880"/>
            </a:xfrm>
            <a:custGeom>
              <a:avLst/>
              <a:gdLst/>
              <a:ahLst/>
              <a:cxnLst/>
              <a:rect l="l" t="t" r="r" b="b"/>
              <a:pathLst>
                <a:path w="342900" h="563880">
                  <a:moveTo>
                    <a:pt x="92202" y="414527"/>
                  </a:moveTo>
                  <a:lnTo>
                    <a:pt x="0" y="414527"/>
                  </a:lnTo>
                  <a:lnTo>
                    <a:pt x="12191" y="425148"/>
                  </a:lnTo>
                  <a:lnTo>
                    <a:pt x="12192" y="423671"/>
                  </a:lnTo>
                  <a:lnTo>
                    <a:pt x="16002" y="416051"/>
                  </a:lnTo>
                  <a:lnTo>
                    <a:pt x="24758" y="423671"/>
                  </a:lnTo>
                  <a:lnTo>
                    <a:pt x="86868" y="423671"/>
                  </a:lnTo>
                  <a:lnTo>
                    <a:pt x="86868" y="419099"/>
                  </a:lnTo>
                  <a:lnTo>
                    <a:pt x="92202" y="414527"/>
                  </a:lnTo>
                  <a:close/>
                </a:path>
                <a:path w="342900" h="563880">
                  <a:moveTo>
                    <a:pt x="24758" y="423671"/>
                  </a:moveTo>
                  <a:lnTo>
                    <a:pt x="16002" y="416051"/>
                  </a:lnTo>
                  <a:lnTo>
                    <a:pt x="12192" y="423671"/>
                  </a:lnTo>
                  <a:lnTo>
                    <a:pt x="24758" y="423671"/>
                  </a:lnTo>
                  <a:close/>
                </a:path>
                <a:path w="342900" h="563880">
                  <a:moveTo>
                    <a:pt x="171450" y="551321"/>
                  </a:moveTo>
                  <a:lnTo>
                    <a:pt x="24758" y="423671"/>
                  </a:lnTo>
                  <a:lnTo>
                    <a:pt x="12192" y="423671"/>
                  </a:lnTo>
                  <a:lnTo>
                    <a:pt x="12191" y="425148"/>
                  </a:lnTo>
                  <a:lnTo>
                    <a:pt x="168402" y="561224"/>
                  </a:lnTo>
                  <a:lnTo>
                    <a:pt x="168402" y="553973"/>
                  </a:lnTo>
                  <a:lnTo>
                    <a:pt x="171450" y="551321"/>
                  </a:lnTo>
                  <a:close/>
                </a:path>
                <a:path w="342900" h="563880">
                  <a:moveTo>
                    <a:pt x="255270" y="414527"/>
                  </a:moveTo>
                  <a:lnTo>
                    <a:pt x="255269" y="0"/>
                  </a:lnTo>
                  <a:lnTo>
                    <a:pt x="86867" y="0"/>
                  </a:lnTo>
                  <a:lnTo>
                    <a:pt x="86868" y="414527"/>
                  </a:lnTo>
                  <a:lnTo>
                    <a:pt x="92202" y="414527"/>
                  </a:lnTo>
                  <a:lnTo>
                    <a:pt x="92201" y="9905"/>
                  </a:lnTo>
                  <a:lnTo>
                    <a:pt x="96773" y="4571"/>
                  </a:lnTo>
                  <a:lnTo>
                    <a:pt x="96773" y="9905"/>
                  </a:lnTo>
                  <a:lnTo>
                    <a:pt x="246125" y="9905"/>
                  </a:lnTo>
                  <a:lnTo>
                    <a:pt x="246125" y="4571"/>
                  </a:lnTo>
                  <a:lnTo>
                    <a:pt x="250697" y="9905"/>
                  </a:lnTo>
                  <a:lnTo>
                    <a:pt x="250697" y="414527"/>
                  </a:lnTo>
                  <a:lnTo>
                    <a:pt x="255270" y="414527"/>
                  </a:lnTo>
                  <a:close/>
                </a:path>
                <a:path w="342900" h="563880">
                  <a:moveTo>
                    <a:pt x="96774" y="423671"/>
                  </a:moveTo>
                  <a:lnTo>
                    <a:pt x="96773" y="9905"/>
                  </a:lnTo>
                  <a:lnTo>
                    <a:pt x="92201" y="9905"/>
                  </a:lnTo>
                  <a:lnTo>
                    <a:pt x="92202" y="414527"/>
                  </a:lnTo>
                  <a:lnTo>
                    <a:pt x="86868" y="419099"/>
                  </a:lnTo>
                  <a:lnTo>
                    <a:pt x="86868" y="423671"/>
                  </a:lnTo>
                  <a:lnTo>
                    <a:pt x="96774" y="423671"/>
                  </a:lnTo>
                  <a:close/>
                </a:path>
                <a:path w="342900" h="563880">
                  <a:moveTo>
                    <a:pt x="96773" y="9905"/>
                  </a:moveTo>
                  <a:lnTo>
                    <a:pt x="96773" y="4571"/>
                  </a:lnTo>
                  <a:lnTo>
                    <a:pt x="92201" y="9905"/>
                  </a:lnTo>
                  <a:lnTo>
                    <a:pt x="96773" y="9905"/>
                  </a:lnTo>
                  <a:close/>
                </a:path>
                <a:path w="342900" h="563880">
                  <a:moveTo>
                    <a:pt x="174498" y="553973"/>
                  </a:moveTo>
                  <a:lnTo>
                    <a:pt x="171450" y="551321"/>
                  </a:lnTo>
                  <a:lnTo>
                    <a:pt x="168402" y="553973"/>
                  </a:lnTo>
                  <a:lnTo>
                    <a:pt x="174498" y="553973"/>
                  </a:lnTo>
                  <a:close/>
                </a:path>
                <a:path w="342900" h="563880">
                  <a:moveTo>
                    <a:pt x="174497" y="561224"/>
                  </a:moveTo>
                  <a:lnTo>
                    <a:pt x="174498" y="553973"/>
                  </a:lnTo>
                  <a:lnTo>
                    <a:pt x="168402" y="553973"/>
                  </a:lnTo>
                  <a:lnTo>
                    <a:pt x="168402" y="561224"/>
                  </a:lnTo>
                  <a:lnTo>
                    <a:pt x="171450" y="563879"/>
                  </a:lnTo>
                  <a:lnTo>
                    <a:pt x="174497" y="561224"/>
                  </a:lnTo>
                  <a:close/>
                </a:path>
                <a:path w="342900" h="563880">
                  <a:moveTo>
                    <a:pt x="329946" y="425812"/>
                  </a:moveTo>
                  <a:lnTo>
                    <a:pt x="329946" y="423671"/>
                  </a:lnTo>
                  <a:lnTo>
                    <a:pt x="318141" y="423671"/>
                  </a:lnTo>
                  <a:lnTo>
                    <a:pt x="171450" y="551321"/>
                  </a:lnTo>
                  <a:lnTo>
                    <a:pt x="174498" y="553973"/>
                  </a:lnTo>
                  <a:lnTo>
                    <a:pt x="174497" y="561224"/>
                  </a:lnTo>
                  <a:lnTo>
                    <a:pt x="329946" y="425812"/>
                  </a:lnTo>
                  <a:close/>
                </a:path>
                <a:path w="342900" h="563880">
                  <a:moveTo>
                    <a:pt x="250697" y="9905"/>
                  </a:moveTo>
                  <a:lnTo>
                    <a:pt x="246125" y="4571"/>
                  </a:lnTo>
                  <a:lnTo>
                    <a:pt x="246125" y="9905"/>
                  </a:lnTo>
                  <a:lnTo>
                    <a:pt x="250697" y="9905"/>
                  </a:lnTo>
                  <a:close/>
                </a:path>
                <a:path w="342900" h="563880">
                  <a:moveTo>
                    <a:pt x="255270" y="423671"/>
                  </a:moveTo>
                  <a:lnTo>
                    <a:pt x="255270" y="419099"/>
                  </a:lnTo>
                  <a:lnTo>
                    <a:pt x="250697" y="414527"/>
                  </a:lnTo>
                  <a:lnTo>
                    <a:pt x="250697" y="9905"/>
                  </a:lnTo>
                  <a:lnTo>
                    <a:pt x="246125" y="9905"/>
                  </a:lnTo>
                  <a:lnTo>
                    <a:pt x="246126" y="423671"/>
                  </a:lnTo>
                  <a:lnTo>
                    <a:pt x="255270" y="423671"/>
                  </a:lnTo>
                  <a:close/>
                </a:path>
                <a:path w="342900" h="563880">
                  <a:moveTo>
                    <a:pt x="342900" y="414527"/>
                  </a:moveTo>
                  <a:lnTo>
                    <a:pt x="250697" y="414527"/>
                  </a:lnTo>
                  <a:lnTo>
                    <a:pt x="255270" y="419099"/>
                  </a:lnTo>
                  <a:lnTo>
                    <a:pt x="255270" y="423671"/>
                  </a:lnTo>
                  <a:lnTo>
                    <a:pt x="318141" y="423671"/>
                  </a:lnTo>
                  <a:lnTo>
                    <a:pt x="326898" y="416051"/>
                  </a:lnTo>
                  <a:lnTo>
                    <a:pt x="329946" y="423671"/>
                  </a:lnTo>
                  <a:lnTo>
                    <a:pt x="329946" y="425812"/>
                  </a:lnTo>
                  <a:lnTo>
                    <a:pt x="342900" y="414527"/>
                  </a:lnTo>
                  <a:close/>
                </a:path>
                <a:path w="342900" h="563880">
                  <a:moveTo>
                    <a:pt x="329946" y="423671"/>
                  </a:moveTo>
                  <a:lnTo>
                    <a:pt x="326898" y="416051"/>
                  </a:lnTo>
                  <a:lnTo>
                    <a:pt x="318141" y="423671"/>
                  </a:lnTo>
                  <a:lnTo>
                    <a:pt x="329946" y="423671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3565652" y="922273"/>
            <a:ext cx="19215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 MT"/>
                <a:cs typeface="Arial MT"/>
              </a:rPr>
              <a:t>Requirements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381000" y="5780532"/>
            <a:ext cx="8439150" cy="664210"/>
            <a:chOff x="381000" y="5780532"/>
            <a:chExt cx="8439150" cy="664210"/>
          </a:xfrm>
        </p:grpSpPr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5780532"/>
              <a:ext cx="8439150" cy="66370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9600" y="6010656"/>
              <a:ext cx="7949183" cy="286511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7857743" y="6281928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 h="0">
                  <a:moveTo>
                    <a:pt x="0" y="0"/>
                  </a:moveTo>
                  <a:lnTo>
                    <a:pt x="42672" y="0"/>
                  </a:lnTo>
                </a:path>
              </a:pathLst>
            </a:custGeom>
            <a:ln w="6095">
              <a:solidFill>
                <a:srgbClr val="8F1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593851" y="5948426"/>
            <a:ext cx="7947659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Integrated</a:t>
            </a:r>
            <a:r>
              <a:rPr dirty="0" sz="19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9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9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Must</a:t>
            </a:r>
            <a:r>
              <a:rPr dirty="0" sz="19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Address</a:t>
            </a:r>
            <a:r>
              <a:rPr dirty="0" sz="19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dirty="0" sz="19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Aspects</a:t>
            </a:r>
            <a:r>
              <a:rPr dirty="0" sz="19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9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9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900">
              <a:latin typeface="Arial"/>
              <a:cs typeface="Arial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84" name="object 8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2690" marR="5080" indent="-2126615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dirty="0" spc="-25"/>
              <a:t> </a:t>
            </a:r>
            <a:r>
              <a:rPr dirty="0"/>
              <a:t>Based</a:t>
            </a:r>
            <a:r>
              <a:rPr dirty="0" spc="-25"/>
              <a:t> </a:t>
            </a:r>
            <a:r>
              <a:rPr dirty="0"/>
              <a:t>Systems</a:t>
            </a:r>
            <a:r>
              <a:rPr dirty="0" spc="-35"/>
              <a:t> </a:t>
            </a:r>
            <a:r>
              <a:rPr dirty="0"/>
              <a:t>Engineering </a:t>
            </a:r>
            <a:r>
              <a:rPr dirty="0" spc="-765"/>
              <a:t> </a:t>
            </a:r>
            <a:r>
              <a:rPr dirty="0"/>
              <a:t>Benefits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595376" y="1139982"/>
            <a:ext cx="7893050" cy="505396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340"/>
              </a:spcBef>
              <a:buClr>
                <a:srgbClr val="010000"/>
              </a:buClr>
              <a:buChar char="•"/>
              <a:tabLst>
                <a:tab pos="355600" algn="l"/>
                <a:tab pos="356870" algn="l"/>
              </a:tabLst>
            </a:pPr>
            <a:r>
              <a:rPr dirty="0" sz="2000" spc="-10">
                <a:latin typeface="Arial MT"/>
                <a:cs typeface="Arial MT"/>
              </a:rPr>
              <a:t>Shared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understanding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requirements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design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2000" spc="-10">
                <a:latin typeface="Arial MT"/>
                <a:cs typeface="Arial MT"/>
              </a:rPr>
              <a:t>Validation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requirements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235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2000" spc="-10">
                <a:latin typeface="Arial MT"/>
                <a:cs typeface="Arial MT"/>
              </a:rPr>
              <a:t>Common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basis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design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2000" spc="-5">
                <a:latin typeface="Arial MT"/>
                <a:cs typeface="Arial MT"/>
              </a:rPr>
              <a:t>Facilitates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identification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risks</a:t>
            </a: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2000" spc="-5">
                <a:latin typeface="Arial MT"/>
                <a:cs typeface="Arial MT"/>
              </a:rPr>
              <a:t>Assists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managing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complex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system</a:t>
            </a:r>
            <a:r>
              <a:rPr dirty="0" sz="2000" spc="-10">
                <a:latin typeface="Arial MT"/>
                <a:cs typeface="Arial MT"/>
              </a:rPr>
              <a:t> development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2000" spc="-10">
                <a:latin typeface="Arial MT"/>
                <a:cs typeface="Arial MT"/>
              </a:rPr>
              <a:t>Separation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concerns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via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multiple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views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 spc="-10">
                <a:latin typeface="Arial MT"/>
                <a:cs typeface="Arial MT"/>
              </a:rPr>
              <a:t> integrated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2000" spc="-5">
                <a:latin typeface="Arial MT"/>
                <a:cs typeface="Arial MT"/>
              </a:rPr>
              <a:t>Supports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traceability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through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hierarchical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system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models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2000" spc="-5">
                <a:latin typeface="Arial MT"/>
                <a:cs typeface="Arial MT"/>
              </a:rPr>
              <a:t>Facilitates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impact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requirements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design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changes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2000" spc="-5">
                <a:latin typeface="Arial MT"/>
                <a:cs typeface="Arial MT"/>
              </a:rPr>
              <a:t>Supports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incremental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development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&amp;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evolutionary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acquisition</a:t>
            </a: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235"/>
              </a:spcBef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2000" spc="-5">
                <a:latin typeface="Arial MT"/>
                <a:cs typeface="Arial MT"/>
              </a:rPr>
              <a:t>Improved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design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quality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015" algn="l"/>
                <a:tab pos="756285" algn="l"/>
              </a:tabLst>
            </a:pPr>
            <a:r>
              <a:rPr dirty="0" sz="2000" spc="-10">
                <a:latin typeface="Arial MT"/>
                <a:cs typeface="Arial MT"/>
              </a:rPr>
              <a:t>Reduced</a:t>
            </a:r>
            <a:r>
              <a:rPr dirty="0" sz="2000" spc="-5">
                <a:latin typeface="Arial MT"/>
                <a:cs typeface="Arial MT"/>
              </a:rPr>
              <a:t> errors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ambiguity</a:t>
            </a:r>
            <a:endParaRPr sz="20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015" algn="l"/>
                <a:tab pos="756285" algn="l"/>
              </a:tabLst>
            </a:pPr>
            <a:r>
              <a:rPr dirty="0" sz="2000" spc="-5">
                <a:latin typeface="Arial MT"/>
                <a:cs typeface="Arial MT"/>
              </a:rPr>
              <a:t>More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complete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representation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Supports</a:t>
            </a:r>
            <a:r>
              <a:rPr dirty="0" sz="2000" spc="-5">
                <a:latin typeface="Arial MT"/>
                <a:cs typeface="Arial MT"/>
              </a:rPr>
              <a:t> early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on-going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verification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&amp;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validation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reduce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risk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Provides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value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through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life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cycle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(e.g.,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training)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Enhances knowledge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capture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04544" y="38100"/>
            <a:ext cx="7738109" cy="5450205"/>
            <a:chOff x="1304544" y="38100"/>
            <a:chExt cx="7738109" cy="5450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35" y="38100"/>
              <a:ext cx="1325117" cy="8275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544" y="870965"/>
              <a:ext cx="6599682" cy="461695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63850" y="412495"/>
            <a:ext cx="311213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System-of-Systems</a:t>
            </a:r>
          </a:p>
        </p:txBody>
      </p:sp>
      <p:sp>
        <p:nvSpPr>
          <p:cNvPr id="6" name="object 6"/>
          <p:cNvSpPr/>
          <p:nvPr/>
        </p:nvSpPr>
        <p:spPr>
          <a:xfrm>
            <a:off x="2597658" y="984503"/>
            <a:ext cx="2084070" cy="4056379"/>
          </a:xfrm>
          <a:custGeom>
            <a:avLst/>
            <a:gdLst/>
            <a:ahLst/>
            <a:cxnLst/>
            <a:rect l="l" t="t" r="r" b="b"/>
            <a:pathLst>
              <a:path w="2084070" h="4056379">
                <a:moveTo>
                  <a:pt x="115062" y="1559826"/>
                </a:moveTo>
                <a:lnTo>
                  <a:pt x="85128" y="1536484"/>
                </a:lnTo>
                <a:lnTo>
                  <a:pt x="96774" y="1520964"/>
                </a:lnTo>
                <a:lnTo>
                  <a:pt x="67056" y="1498104"/>
                </a:lnTo>
                <a:lnTo>
                  <a:pt x="55130" y="1513090"/>
                </a:lnTo>
                <a:lnTo>
                  <a:pt x="25146" y="1489722"/>
                </a:lnTo>
                <a:lnTo>
                  <a:pt x="0" y="1614690"/>
                </a:lnTo>
                <a:lnTo>
                  <a:pt x="43434" y="1593977"/>
                </a:lnTo>
                <a:lnTo>
                  <a:pt x="115062" y="1559826"/>
                </a:lnTo>
                <a:close/>
              </a:path>
              <a:path w="2084070" h="4056379">
                <a:moveTo>
                  <a:pt x="144018" y="1461528"/>
                </a:moveTo>
                <a:lnTo>
                  <a:pt x="114300" y="1437906"/>
                </a:lnTo>
                <a:lnTo>
                  <a:pt x="90678" y="1467624"/>
                </a:lnTo>
                <a:lnTo>
                  <a:pt x="120396" y="1491246"/>
                </a:lnTo>
                <a:lnTo>
                  <a:pt x="144018" y="1461528"/>
                </a:lnTo>
                <a:close/>
              </a:path>
              <a:path w="2084070" h="4056379">
                <a:moveTo>
                  <a:pt x="174498" y="3004566"/>
                </a:moveTo>
                <a:lnTo>
                  <a:pt x="47244" y="2992374"/>
                </a:lnTo>
                <a:lnTo>
                  <a:pt x="114300" y="3101340"/>
                </a:lnTo>
                <a:lnTo>
                  <a:pt x="118110" y="3095218"/>
                </a:lnTo>
                <a:lnTo>
                  <a:pt x="134277" y="3069221"/>
                </a:lnTo>
                <a:lnTo>
                  <a:pt x="150876" y="3079242"/>
                </a:lnTo>
                <a:lnTo>
                  <a:pt x="170688" y="3047238"/>
                </a:lnTo>
                <a:lnTo>
                  <a:pt x="154444" y="3036798"/>
                </a:lnTo>
                <a:lnTo>
                  <a:pt x="174498" y="3004566"/>
                </a:lnTo>
                <a:close/>
              </a:path>
              <a:path w="2084070" h="4056379">
                <a:moveTo>
                  <a:pt x="191262" y="1401330"/>
                </a:moveTo>
                <a:lnTo>
                  <a:pt x="160782" y="1377708"/>
                </a:lnTo>
                <a:lnTo>
                  <a:pt x="137160" y="1408188"/>
                </a:lnTo>
                <a:lnTo>
                  <a:pt x="167640" y="1431048"/>
                </a:lnTo>
                <a:lnTo>
                  <a:pt x="191262" y="1401330"/>
                </a:lnTo>
                <a:close/>
              </a:path>
              <a:path w="2084070" h="4056379">
                <a:moveTo>
                  <a:pt x="235458" y="3086862"/>
                </a:moveTo>
                <a:lnTo>
                  <a:pt x="203454" y="3067050"/>
                </a:lnTo>
                <a:lnTo>
                  <a:pt x="182880" y="3099054"/>
                </a:lnTo>
                <a:lnTo>
                  <a:pt x="215646" y="3119628"/>
                </a:lnTo>
                <a:lnTo>
                  <a:pt x="235458" y="3086862"/>
                </a:lnTo>
                <a:close/>
              </a:path>
              <a:path w="2084070" h="4056379">
                <a:moveTo>
                  <a:pt x="237744" y="1341132"/>
                </a:moveTo>
                <a:lnTo>
                  <a:pt x="208026" y="1317510"/>
                </a:lnTo>
                <a:lnTo>
                  <a:pt x="184404" y="1347990"/>
                </a:lnTo>
                <a:lnTo>
                  <a:pt x="214122" y="1371612"/>
                </a:lnTo>
                <a:lnTo>
                  <a:pt x="237744" y="1341132"/>
                </a:lnTo>
                <a:close/>
              </a:path>
              <a:path w="2084070" h="4056379">
                <a:moveTo>
                  <a:pt x="284988" y="1280934"/>
                </a:moveTo>
                <a:lnTo>
                  <a:pt x="254508" y="1258074"/>
                </a:lnTo>
                <a:lnTo>
                  <a:pt x="231648" y="1287792"/>
                </a:lnTo>
                <a:lnTo>
                  <a:pt x="261366" y="1311414"/>
                </a:lnTo>
                <a:lnTo>
                  <a:pt x="284988" y="1280934"/>
                </a:lnTo>
                <a:close/>
              </a:path>
              <a:path w="2084070" h="4056379">
                <a:moveTo>
                  <a:pt x="300228" y="3127248"/>
                </a:moveTo>
                <a:lnTo>
                  <a:pt x="267462" y="3107436"/>
                </a:lnTo>
                <a:lnTo>
                  <a:pt x="247650" y="3139440"/>
                </a:lnTo>
                <a:lnTo>
                  <a:pt x="279654" y="3160014"/>
                </a:lnTo>
                <a:lnTo>
                  <a:pt x="300228" y="3127248"/>
                </a:lnTo>
                <a:close/>
              </a:path>
              <a:path w="2084070" h="4056379">
                <a:moveTo>
                  <a:pt x="331470" y="1221498"/>
                </a:moveTo>
                <a:lnTo>
                  <a:pt x="301752" y="1197876"/>
                </a:lnTo>
                <a:lnTo>
                  <a:pt x="278130" y="1227594"/>
                </a:lnTo>
                <a:lnTo>
                  <a:pt x="308610" y="1251216"/>
                </a:lnTo>
                <a:lnTo>
                  <a:pt x="331470" y="1221498"/>
                </a:lnTo>
                <a:close/>
              </a:path>
              <a:path w="2084070" h="4056379">
                <a:moveTo>
                  <a:pt x="364998" y="3167634"/>
                </a:moveTo>
                <a:lnTo>
                  <a:pt x="332232" y="3147822"/>
                </a:lnTo>
                <a:lnTo>
                  <a:pt x="312420" y="3179826"/>
                </a:lnTo>
                <a:lnTo>
                  <a:pt x="344424" y="3200400"/>
                </a:lnTo>
                <a:lnTo>
                  <a:pt x="364998" y="3167634"/>
                </a:lnTo>
                <a:close/>
              </a:path>
              <a:path w="2084070" h="4056379">
                <a:moveTo>
                  <a:pt x="378714" y="1161300"/>
                </a:moveTo>
                <a:lnTo>
                  <a:pt x="348996" y="1137678"/>
                </a:lnTo>
                <a:lnTo>
                  <a:pt x="325374" y="1167396"/>
                </a:lnTo>
                <a:lnTo>
                  <a:pt x="355092" y="1191018"/>
                </a:lnTo>
                <a:lnTo>
                  <a:pt x="378714" y="1161300"/>
                </a:lnTo>
                <a:close/>
              </a:path>
              <a:path w="2084070" h="4056379">
                <a:moveTo>
                  <a:pt x="425958" y="1101102"/>
                </a:moveTo>
                <a:lnTo>
                  <a:pt x="395478" y="1077480"/>
                </a:lnTo>
                <a:lnTo>
                  <a:pt x="371856" y="1107960"/>
                </a:lnTo>
                <a:lnTo>
                  <a:pt x="402336" y="1130820"/>
                </a:lnTo>
                <a:lnTo>
                  <a:pt x="425958" y="1101102"/>
                </a:lnTo>
                <a:close/>
              </a:path>
              <a:path w="2084070" h="4056379">
                <a:moveTo>
                  <a:pt x="429768" y="3208020"/>
                </a:moveTo>
                <a:lnTo>
                  <a:pt x="397002" y="3188208"/>
                </a:lnTo>
                <a:lnTo>
                  <a:pt x="377190" y="3220212"/>
                </a:lnTo>
                <a:lnTo>
                  <a:pt x="409194" y="3240024"/>
                </a:lnTo>
                <a:lnTo>
                  <a:pt x="429768" y="3208020"/>
                </a:lnTo>
                <a:close/>
              </a:path>
              <a:path w="2084070" h="4056379">
                <a:moveTo>
                  <a:pt x="472440" y="1040904"/>
                </a:moveTo>
                <a:lnTo>
                  <a:pt x="442722" y="1018044"/>
                </a:lnTo>
                <a:lnTo>
                  <a:pt x="419100" y="1047762"/>
                </a:lnTo>
                <a:lnTo>
                  <a:pt x="448818" y="1071384"/>
                </a:lnTo>
                <a:lnTo>
                  <a:pt x="472440" y="1040904"/>
                </a:lnTo>
                <a:close/>
              </a:path>
              <a:path w="2084070" h="4056379">
                <a:moveTo>
                  <a:pt x="493776" y="3248406"/>
                </a:moveTo>
                <a:lnTo>
                  <a:pt x="461772" y="3227832"/>
                </a:lnTo>
                <a:lnTo>
                  <a:pt x="441960" y="3260598"/>
                </a:lnTo>
                <a:lnTo>
                  <a:pt x="473964" y="3280410"/>
                </a:lnTo>
                <a:lnTo>
                  <a:pt x="493776" y="3248406"/>
                </a:lnTo>
                <a:close/>
              </a:path>
              <a:path w="2084070" h="4056379">
                <a:moveTo>
                  <a:pt x="519684" y="981468"/>
                </a:moveTo>
                <a:lnTo>
                  <a:pt x="489204" y="957846"/>
                </a:lnTo>
                <a:lnTo>
                  <a:pt x="466344" y="987564"/>
                </a:lnTo>
                <a:lnTo>
                  <a:pt x="496062" y="1011186"/>
                </a:lnTo>
                <a:lnTo>
                  <a:pt x="519684" y="981468"/>
                </a:lnTo>
                <a:close/>
              </a:path>
              <a:path w="2084070" h="4056379">
                <a:moveTo>
                  <a:pt x="558546" y="3288792"/>
                </a:moveTo>
                <a:lnTo>
                  <a:pt x="526542" y="3268218"/>
                </a:lnTo>
                <a:lnTo>
                  <a:pt x="506730" y="3300984"/>
                </a:lnTo>
                <a:lnTo>
                  <a:pt x="538734" y="3320796"/>
                </a:lnTo>
                <a:lnTo>
                  <a:pt x="558546" y="3288792"/>
                </a:lnTo>
                <a:close/>
              </a:path>
              <a:path w="2084070" h="4056379">
                <a:moveTo>
                  <a:pt x="566166" y="921270"/>
                </a:moveTo>
                <a:lnTo>
                  <a:pt x="536448" y="897648"/>
                </a:lnTo>
                <a:lnTo>
                  <a:pt x="512826" y="927366"/>
                </a:lnTo>
                <a:lnTo>
                  <a:pt x="543306" y="950988"/>
                </a:lnTo>
                <a:lnTo>
                  <a:pt x="566166" y="921270"/>
                </a:lnTo>
                <a:close/>
              </a:path>
              <a:path w="2084070" h="4056379">
                <a:moveTo>
                  <a:pt x="613410" y="861072"/>
                </a:moveTo>
                <a:lnTo>
                  <a:pt x="583692" y="837450"/>
                </a:lnTo>
                <a:lnTo>
                  <a:pt x="560070" y="867930"/>
                </a:lnTo>
                <a:lnTo>
                  <a:pt x="589788" y="890790"/>
                </a:lnTo>
                <a:lnTo>
                  <a:pt x="613410" y="861072"/>
                </a:lnTo>
                <a:close/>
              </a:path>
              <a:path w="2084070" h="4056379">
                <a:moveTo>
                  <a:pt x="623316" y="3329178"/>
                </a:moveTo>
                <a:lnTo>
                  <a:pt x="591312" y="3308604"/>
                </a:lnTo>
                <a:lnTo>
                  <a:pt x="570738" y="3341370"/>
                </a:lnTo>
                <a:lnTo>
                  <a:pt x="603504" y="3361182"/>
                </a:lnTo>
                <a:lnTo>
                  <a:pt x="623316" y="3329178"/>
                </a:lnTo>
                <a:close/>
              </a:path>
              <a:path w="2084070" h="4056379">
                <a:moveTo>
                  <a:pt x="660654" y="800874"/>
                </a:moveTo>
                <a:lnTo>
                  <a:pt x="630174" y="777252"/>
                </a:lnTo>
                <a:lnTo>
                  <a:pt x="607314" y="807732"/>
                </a:lnTo>
                <a:lnTo>
                  <a:pt x="637032" y="831354"/>
                </a:lnTo>
                <a:lnTo>
                  <a:pt x="660654" y="800874"/>
                </a:lnTo>
                <a:close/>
              </a:path>
              <a:path w="2084070" h="4056379">
                <a:moveTo>
                  <a:pt x="688086" y="3368802"/>
                </a:moveTo>
                <a:lnTo>
                  <a:pt x="656082" y="3348990"/>
                </a:lnTo>
                <a:lnTo>
                  <a:pt x="635508" y="3380994"/>
                </a:lnTo>
                <a:lnTo>
                  <a:pt x="668274" y="3401568"/>
                </a:lnTo>
                <a:lnTo>
                  <a:pt x="688086" y="3368802"/>
                </a:lnTo>
                <a:close/>
              </a:path>
              <a:path w="2084070" h="4056379">
                <a:moveTo>
                  <a:pt x="707136" y="741438"/>
                </a:moveTo>
                <a:lnTo>
                  <a:pt x="677418" y="717816"/>
                </a:lnTo>
                <a:lnTo>
                  <a:pt x="653796" y="747534"/>
                </a:lnTo>
                <a:lnTo>
                  <a:pt x="683514" y="771156"/>
                </a:lnTo>
                <a:lnTo>
                  <a:pt x="707136" y="741438"/>
                </a:lnTo>
                <a:close/>
              </a:path>
              <a:path w="2084070" h="4056379">
                <a:moveTo>
                  <a:pt x="752856" y="3409188"/>
                </a:moveTo>
                <a:lnTo>
                  <a:pt x="720852" y="3389376"/>
                </a:lnTo>
                <a:lnTo>
                  <a:pt x="700278" y="3421380"/>
                </a:lnTo>
                <a:lnTo>
                  <a:pt x="733044" y="3441954"/>
                </a:lnTo>
                <a:lnTo>
                  <a:pt x="752856" y="3409188"/>
                </a:lnTo>
                <a:close/>
              </a:path>
              <a:path w="2084070" h="4056379">
                <a:moveTo>
                  <a:pt x="754380" y="681240"/>
                </a:moveTo>
                <a:lnTo>
                  <a:pt x="724662" y="657618"/>
                </a:lnTo>
                <a:lnTo>
                  <a:pt x="701040" y="687336"/>
                </a:lnTo>
                <a:lnTo>
                  <a:pt x="730758" y="710958"/>
                </a:lnTo>
                <a:lnTo>
                  <a:pt x="754380" y="681240"/>
                </a:lnTo>
                <a:close/>
              </a:path>
              <a:path w="2084070" h="4056379">
                <a:moveTo>
                  <a:pt x="801624" y="621042"/>
                </a:moveTo>
                <a:lnTo>
                  <a:pt x="771144" y="597420"/>
                </a:lnTo>
                <a:lnTo>
                  <a:pt x="747522" y="627900"/>
                </a:lnTo>
                <a:lnTo>
                  <a:pt x="778002" y="650760"/>
                </a:lnTo>
                <a:lnTo>
                  <a:pt x="801624" y="621042"/>
                </a:lnTo>
                <a:close/>
              </a:path>
              <a:path w="2084070" h="4056379">
                <a:moveTo>
                  <a:pt x="817626" y="3449574"/>
                </a:moveTo>
                <a:lnTo>
                  <a:pt x="784860" y="3429762"/>
                </a:lnTo>
                <a:lnTo>
                  <a:pt x="765048" y="3461766"/>
                </a:lnTo>
                <a:lnTo>
                  <a:pt x="797814" y="3482340"/>
                </a:lnTo>
                <a:lnTo>
                  <a:pt x="817626" y="3449574"/>
                </a:lnTo>
                <a:close/>
              </a:path>
              <a:path w="2084070" h="4056379">
                <a:moveTo>
                  <a:pt x="848106" y="560844"/>
                </a:moveTo>
                <a:lnTo>
                  <a:pt x="818388" y="537222"/>
                </a:lnTo>
                <a:lnTo>
                  <a:pt x="794766" y="567702"/>
                </a:lnTo>
                <a:lnTo>
                  <a:pt x="824484" y="591324"/>
                </a:lnTo>
                <a:lnTo>
                  <a:pt x="848106" y="560844"/>
                </a:lnTo>
                <a:close/>
              </a:path>
              <a:path w="2084070" h="4056379">
                <a:moveTo>
                  <a:pt x="882396" y="3489960"/>
                </a:moveTo>
                <a:lnTo>
                  <a:pt x="849630" y="3470148"/>
                </a:lnTo>
                <a:lnTo>
                  <a:pt x="829818" y="3502152"/>
                </a:lnTo>
                <a:lnTo>
                  <a:pt x="861822" y="3521964"/>
                </a:lnTo>
                <a:lnTo>
                  <a:pt x="882396" y="3489960"/>
                </a:lnTo>
                <a:close/>
              </a:path>
              <a:path w="2084070" h="4056379">
                <a:moveTo>
                  <a:pt x="895350" y="500646"/>
                </a:moveTo>
                <a:lnTo>
                  <a:pt x="864870" y="477786"/>
                </a:lnTo>
                <a:lnTo>
                  <a:pt x="842010" y="507504"/>
                </a:lnTo>
                <a:lnTo>
                  <a:pt x="871728" y="531126"/>
                </a:lnTo>
                <a:lnTo>
                  <a:pt x="895350" y="500646"/>
                </a:lnTo>
                <a:close/>
              </a:path>
              <a:path w="2084070" h="4056379">
                <a:moveTo>
                  <a:pt x="941832" y="441210"/>
                </a:moveTo>
                <a:lnTo>
                  <a:pt x="912114" y="417588"/>
                </a:lnTo>
                <a:lnTo>
                  <a:pt x="888492" y="447306"/>
                </a:lnTo>
                <a:lnTo>
                  <a:pt x="918972" y="470928"/>
                </a:lnTo>
                <a:lnTo>
                  <a:pt x="941832" y="441210"/>
                </a:lnTo>
                <a:close/>
              </a:path>
              <a:path w="2084070" h="4056379">
                <a:moveTo>
                  <a:pt x="947166" y="3530346"/>
                </a:moveTo>
                <a:lnTo>
                  <a:pt x="914400" y="3509772"/>
                </a:lnTo>
                <a:lnTo>
                  <a:pt x="894588" y="3542538"/>
                </a:lnTo>
                <a:lnTo>
                  <a:pt x="926592" y="3562350"/>
                </a:lnTo>
                <a:lnTo>
                  <a:pt x="947166" y="3530346"/>
                </a:lnTo>
                <a:close/>
              </a:path>
              <a:path w="2084070" h="4056379">
                <a:moveTo>
                  <a:pt x="1011936" y="3570732"/>
                </a:moveTo>
                <a:lnTo>
                  <a:pt x="979170" y="3550158"/>
                </a:lnTo>
                <a:lnTo>
                  <a:pt x="959358" y="3582924"/>
                </a:lnTo>
                <a:lnTo>
                  <a:pt x="991362" y="3602736"/>
                </a:lnTo>
                <a:lnTo>
                  <a:pt x="1011936" y="3570732"/>
                </a:lnTo>
                <a:close/>
              </a:path>
              <a:path w="2084070" h="4056379">
                <a:moveTo>
                  <a:pt x="1075944" y="3611118"/>
                </a:moveTo>
                <a:lnTo>
                  <a:pt x="1043940" y="3590544"/>
                </a:lnTo>
                <a:lnTo>
                  <a:pt x="1024128" y="3623310"/>
                </a:lnTo>
                <a:lnTo>
                  <a:pt x="1056132" y="3643122"/>
                </a:lnTo>
                <a:lnTo>
                  <a:pt x="1075944" y="3611118"/>
                </a:lnTo>
                <a:close/>
              </a:path>
              <a:path w="2084070" h="4056379">
                <a:moveTo>
                  <a:pt x="1140714" y="3650742"/>
                </a:moveTo>
                <a:lnTo>
                  <a:pt x="1108710" y="3630930"/>
                </a:lnTo>
                <a:lnTo>
                  <a:pt x="1088136" y="3662934"/>
                </a:lnTo>
                <a:lnTo>
                  <a:pt x="1120902" y="3683508"/>
                </a:lnTo>
                <a:lnTo>
                  <a:pt x="1140714" y="3650742"/>
                </a:lnTo>
                <a:close/>
              </a:path>
              <a:path w="2084070" h="4056379">
                <a:moveTo>
                  <a:pt x="1310627" y="3736860"/>
                </a:moveTo>
                <a:lnTo>
                  <a:pt x="1286243" y="3707142"/>
                </a:lnTo>
                <a:lnTo>
                  <a:pt x="1261999" y="3726408"/>
                </a:lnTo>
                <a:lnTo>
                  <a:pt x="1238250" y="3711702"/>
                </a:lnTo>
                <a:lnTo>
                  <a:pt x="1217676" y="3743706"/>
                </a:lnTo>
                <a:lnTo>
                  <a:pt x="1250442" y="3764280"/>
                </a:lnTo>
                <a:lnTo>
                  <a:pt x="1264678" y="3740721"/>
                </a:lnTo>
                <a:lnTo>
                  <a:pt x="1280909" y="3760482"/>
                </a:lnTo>
                <a:lnTo>
                  <a:pt x="1310627" y="3736860"/>
                </a:lnTo>
                <a:close/>
              </a:path>
              <a:path w="2084070" h="4056379">
                <a:moveTo>
                  <a:pt x="1428737" y="3640848"/>
                </a:moveTo>
                <a:lnTo>
                  <a:pt x="1405115" y="3611130"/>
                </a:lnTo>
                <a:lnTo>
                  <a:pt x="1375397" y="3634752"/>
                </a:lnTo>
                <a:lnTo>
                  <a:pt x="1399019" y="3664470"/>
                </a:lnTo>
                <a:lnTo>
                  <a:pt x="1428737" y="3640848"/>
                </a:lnTo>
                <a:close/>
              </a:path>
              <a:path w="2084070" h="4056379">
                <a:moveTo>
                  <a:pt x="1471422" y="0"/>
                </a:moveTo>
                <a:lnTo>
                  <a:pt x="1458468" y="0"/>
                </a:lnTo>
                <a:lnTo>
                  <a:pt x="1458468" y="12954"/>
                </a:lnTo>
                <a:lnTo>
                  <a:pt x="1458468" y="348996"/>
                </a:lnTo>
                <a:lnTo>
                  <a:pt x="121920" y="348996"/>
                </a:lnTo>
                <a:lnTo>
                  <a:pt x="121920" y="12954"/>
                </a:lnTo>
                <a:lnTo>
                  <a:pt x="1458468" y="12954"/>
                </a:lnTo>
                <a:lnTo>
                  <a:pt x="1458468" y="0"/>
                </a:lnTo>
                <a:lnTo>
                  <a:pt x="109728" y="0"/>
                </a:lnTo>
                <a:lnTo>
                  <a:pt x="109728" y="361950"/>
                </a:lnTo>
                <a:lnTo>
                  <a:pt x="115811" y="361950"/>
                </a:lnTo>
                <a:lnTo>
                  <a:pt x="115824" y="12954"/>
                </a:lnTo>
                <a:lnTo>
                  <a:pt x="115824" y="348996"/>
                </a:lnTo>
                <a:lnTo>
                  <a:pt x="115811" y="361950"/>
                </a:lnTo>
                <a:lnTo>
                  <a:pt x="121920" y="361950"/>
                </a:lnTo>
                <a:lnTo>
                  <a:pt x="955814" y="361950"/>
                </a:lnTo>
                <a:lnTo>
                  <a:pt x="935736" y="387870"/>
                </a:lnTo>
                <a:lnTo>
                  <a:pt x="965454" y="410730"/>
                </a:lnTo>
                <a:lnTo>
                  <a:pt x="989076" y="381012"/>
                </a:lnTo>
                <a:lnTo>
                  <a:pt x="965085" y="361950"/>
                </a:lnTo>
                <a:lnTo>
                  <a:pt x="1458468" y="361950"/>
                </a:lnTo>
                <a:lnTo>
                  <a:pt x="1465326" y="361950"/>
                </a:lnTo>
                <a:lnTo>
                  <a:pt x="1471422" y="361950"/>
                </a:lnTo>
                <a:lnTo>
                  <a:pt x="1471422" y="0"/>
                </a:lnTo>
                <a:close/>
              </a:path>
              <a:path w="2084070" h="4056379">
                <a:moveTo>
                  <a:pt x="1488173" y="3592842"/>
                </a:moveTo>
                <a:lnTo>
                  <a:pt x="1464551" y="3563124"/>
                </a:lnTo>
                <a:lnTo>
                  <a:pt x="1434833" y="3587508"/>
                </a:lnTo>
                <a:lnTo>
                  <a:pt x="1458455" y="3617226"/>
                </a:lnTo>
                <a:lnTo>
                  <a:pt x="1488173" y="3592842"/>
                </a:lnTo>
                <a:close/>
              </a:path>
              <a:path w="2084070" h="4056379">
                <a:moveTo>
                  <a:pt x="1547609" y="3544836"/>
                </a:moveTo>
                <a:lnTo>
                  <a:pt x="1523987" y="3515118"/>
                </a:lnTo>
                <a:lnTo>
                  <a:pt x="1494269" y="3539502"/>
                </a:lnTo>
                <a:lnTo>
                  <a:pt x="1517891" y="3569220"/>
                </a:lnTo>
                <a:lnTo>
                  <a:pt x="1547609" y="3544836"/>
                </a:lnTo>
                <a:close/>
              </a:path>
              <a:path w="2084070" h="4056379">
                <a:moveTo>
                  <a:pt x="1607045" y="3497592"/>
                </a:moveTo>
                <a:lnTo>
                  <a:pt x="1582661" y="3467874"/>
                </a:lnTo>
                <a:lnTo>
                  <a:pt x="1552943" y="3491496"/>
                </a:lnTo>
                <a:lnTo>
                  <a:pt x="1577327" y="3521214"/>
                </a:lnTo>
                <a:lnTo>
                  <a:pt x="1607045" y="3497592"/>
                </a:lnTo>
                <a:close/>
              </a:path>
              <a:path w="2084070" h="4056379">
                <a:moveTo>
                  <a:pt x="1666481" y="3449586"/>
                </a:moveTo>
                <a:lnTo>
                  <a:pt x="1642097" y="3419868"/>
                </a:lnTo>
                <a:lnTo>
                  <a:pt x="1612379" y="3443490"/>
                </a:lnTo>
                <a:lnTo>
                  <a:pt x="1636763" y="3473208"/>
                </a:lnTo>
                <a:lnTo>
                  <a:pt x="1666481" y="3449586"/>
                </a:lnTo>
                <a:close/>
              </a:path>
              <a:path w="2084070" h="4056379">
                <a:moveTo>
                  <a:pt x="1725155" y="3401580"/>
                </a:moveTo>
                <a:lnTo>
                  <a:pt x="1701533" y="3371862"/>
                </a:lnTo>
                <a:lnTo>
                  <a:pt x="1671815" y="3396246"/>
                </a:lnTo>
                <a:lnTo>
                  <a:pt x="1696199" y="3425202"/>
                </a:lnTo>
                <a:lnTo>
                  <a:pt x="1725155" y="3401580"/>
                </a:lnTo>
                <a:close/>
              </a:path>
              <a:path w="2084070" h="4056379">
                <a:moveTo>
                  <a:pt x="1784591" y="3353574"/>
                </a:moveTo>
                <a:lnTo>
                  <a:pt x="1760969" y="3323856"/>
                </a:lnTo>
                <a:lnTo>
                  <a:pt x="1731251" y="3348240"/>
                </a:lnTo>
                <a:lnTo>
                  <a:pt x="1754873" y="3377958"/>
                </a:lnTo>
                <a:lnTo>
                  <a:pt x="1784591" y="3353574"/>
                </a:lnTo>
                <a:close/>
              </a:path>
              <a:path w="2084070" h="4056379">
                <a:moveTo>
                  <a:pt x="1844027" y="3305568"/>
                </a:moveTo>
                <a:lnTo>
                  <a:pt x="1820405" y="3276612"/>
                </a:lnTo>
                <a:lnTo>
                  <a:pt x="1790687" y="3300234"/>
                </a:lnTo>
                <a:lnTo>
                  <a:pt x="1814309" y="3329952"/>
                </a:lnTo>
                <a:lnTo>
                  <a:pt x="1844027" y="3305568"/>
                </a:lnTo>
                <a:close/>
              </a:path>
              <a:path w="2084070" h="4056379">
                <a:moveTo>
                  <a:pt x="1903463" y="3258324"/>
                </a:moveTo>
                <a:lnTo>
                  <a:pt x="1879841" y="3228606"/>
                </a:lnTo>
                <a:lnTo>
                  <a:pt x="1850123" y="3252228"/>
                </a:lnTo>
                <a:lnTo>
                  <a:pt x="1873745" y="3281946"/>
                </a:lnTo>
                <a:lnTo>
                  <a:pt x="1903463" y="3258324"/>
                </a:lnTo>
                <a:close/>
              </a:path>
              <a:path w="2084070" h="4056379">
                <a:moveTo>
                  <a:pt x="1927098" y="3694176"/>
                </a:moveTo>
                <a:lnTo>
                  <a:pt x="1914144" y="3694176"/>
                </a:lnTo>
                <a:lnTo>
                  <a:pt x="1914144" y="3707130"/>
                </a:lnTo>
                <a:lnTo>
                  <a:pt x="1914144" y="4043172"/>
                </a:lnTo>
                <a:lnTo>
                  <a:pt x="614172" y="4043172"/>
                </a:lnTo>
                <a:lnTo>
                  <a:pt x="614172" y="3707130"/>
                </a:lnTo>
                <a:lnTo>
                  <a:pt x="1158963" y="3707130"/>
                </a:lnTo>
                <a:lnTo>
                  <a:pt x="1185672" y="3723894"/>
                </a:lnTo>
                <a:lnTo>
                  <a:pt x="1195806" y="3707130"/>
                </a:lnTo>
                <a:lnTo>
                  <a:pt x="1335328" y="3707130"/>
                </a:lnTo>
                <a:lnTo>
                  <a:pt x="1339583" y="3712476"/>
                </a:lnTo>
                <a:lnTo>
                  <a:pt x="1346301" y="3707130"/>
                </a:lnTo>
                <a:lnTo>
                  <a:pt x="1914144" y="3707130"/>
                </a:lnTo>
                <a:lnTo>
                  <a:pt x="1914144" y="3694176"/>
                </a:lnTo>
                <a:lnTo>
                  <a:pt x="1362595" y="3694176"/>
                </a:lnTo>
                <a:lnTo>
                  <a:pt x="1369301" y="3688854"/>
                </a:lnTo>
                <a:lnTo>
                  <a:pt x="1345679" y="3659136"/>
                </a:lnTo>
                <a:lnTo>
                  <a:pt x="1315961" y="3682758"/>
                </a:lnTo>
                <a:lnTo>
                  <a:pt x="1325029" y="3694176"/>
                </a:lnTo>
                <a:lnTo>
                  <a:pt x="1203629" y="3694176"/>
                </a:lnTo>
                <a:lnTo>
                  <a:pt x="1205484" y="3691128"/>
                </a:lnTo>
                <a:lnTo>
                  <a:pt x="1173480" y="3671316"/>
                </a:lnTo>
                <a:lnTo>
                  <a:pt x="1158773" y="3694176"/>
                </a:lnTo>
                <a:lnTo>
                  <a:pt x="601218" y="3694176"/>
                </a:lnTo>
                <a:lnTo>
                  <a:pt x="601218" y="4056126"/>
                </a:lnTo>
                <a:lnTo>
                  <a:pt x="608076" y="4056126"/>
                </a:lnTo>
                <a:lnTo>
                  <a:pt x="614172" y="4056126"/>
                </a:lnTo>
                <a:lnTo>
                  <a:pt x="1914144" y="4056126"/>
                </a:lnTo>
                <a:lnTo>
                  <a:pt x="1921002" y="4056126"/>
                </a:lnTo>
                <a:lnTo>
                  <a:pt x="1927098" y="4056126"/>
                </a:lnTo>
                <a:lnTo>
                  <a:pt x="1927098" y="3694176"/>
                </a:lnTo>
                <a:close/>
              </a:path>
              <a:path w="2084070" h="4056379">
                <a:moveTo>
                  <a:pt x="1962899" y="3210318"/>
                </a:moveTo>
                <a:lnTo>
                  <a:pt x="1938515" y="3180600"/>
                </a:lnTo>
                <a:lnTo>
                  <a:pt x="1908797" y="3204222"/>
                </a:lnTo>
                <a:lnTo>
                  <a:pt x="1933181" y="3233940"/>
                </a:lnTo>
                <a:lnTo>
                  <a:pt x="1962899" y="3210318"/>
                </a:lnTo>
                <a:close/>
              </a:path>
              <a:path w="2084070" h="4056379">
                <a:moveTo>
                  <a:pt x="2084057" y="3087636"/>
                </a:moveTo>
                <a:lnTo>
                  <a:pt x="1959089" y="3115068"/>
                </a:lnTo>
                <a:lnTo>
                  <a:pt x="1983181" y="3144723"/>
                </a:lnTo>
                <a:lnTo>
                  <a:pt x="1968233" y="3156978"/>
                </a:lnTo>
                <a:lnTo>
                  <a:pt x="1992617" y="3186696"/>
                </a:lnTo>
                <a:lnTo>
                  <a:pt x="2007400" y="3174555"/>
                </a:lnTo>
                <a:lnTo>
                  <a:pt x="2022335" y="3192957"/>
                </a:lnTo>
                <a:lnTo>
                  <a:pt x="2031479" y="3204222"/>
                </a:lnTo>
                <a:lnTo>
                  <a:pt x="2084057" y="308763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97686" y="864108"/>
            <a:ext cx="6616065" cy="4632960"/>
          </a:xfrm>
          <a:prstGeom prst="rect">
            <a:avLst/>
          </a:prstGeom>
          <a:ln w="14249">
            <a:solidFill>
              <a:srgbClr val="000000"/>
            </a:solidFill>
          </a:ln>
        </p:spPr>
        <p:txBody>
          <a:bodyPr wrap="square" lIns="0" tIns="167005" rIns="0" bIns="0" rtlCol="0" vert="horz">
            <a:spAutoFit/>
          </a:bodyPr>
          <a:lstStyle/>
          <a:p>
            <a:pPr marL="1506855">
              <a:lnSpc>
                <a:spcPct val="100000"/>
              </a:lnSpc>
              <a:spcBef>
                <a:spcPts val="1315"/>
              </a:spcBef>
            </a:pPr>
            <a:r>
              <a:rPr dirty="0" sz="1600" spc="-5" b="1">
                <a:solidFill>
                  <a:srgbClr val="FFFF00"/>
                </a:solidFill>
                <a:latin typeface="Arial"/>
                <a:cs typeface="Arial"/>
              </a:rPr>
              <a:t>Interactions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Arial"/>
              <a:cs typeface="Arial"/>
            </a:endParaRPr>
          </a:p>
          <a:p>
            <a:pPr marL="1998980">
              <a:lnSpc>
                <a:spcPct val="100000"/>
              </a:lnSpc>
            </a:pPr>
            <a:r>
              <a:rPr dirty="0" sz="1600" spc="-5" b="1">
                <a:solidFill>
                  <a:srgbClr val="FFFF00"/>
                </a:solidFill>
                <a:latin typeface="Arial"/>
                <a:cs typeface="Arial"/>
              </a:rPr>
              <a:t>Boundaries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23059" y="1353311"/>
            <a:ext cx="4079875" cy="2849245"/>
            <a:chOff x="1623059" y="1353311"/>
            <a:chExt cx="4079875" cy="2849245"/>
          </a:xfrm>
        </p:grpSpPr>
        <p:sp>
          <p:nvSpPr>
            <p:cNvPr id="9" name="object 9"/>
            <p:cNvSpPr/>
            <p:nvPr/>
          </p:nvSpPr>
          <p:spPr>
            <a:xfrm>
              <a:off x="3577590" y="1353311"/>
              <a:ext cx="1968500" cy="592455"/>
            </a:xfrm>
            <a:custGeom>
              <a:avLst/>
              <a:gdLst/>
              <a:ahLst/>
              <a:cxnLst/>
              <a:rect l="l" t="t" r="r" b="b"/>
              <a:pathLst>
                <a:path w="1968500" h="592455">
                  <a:moveTo>
                    <a:pt x="1862855" y="518853"/>
                  </a:moveTo>
                  <a:lnTo>
                    <a:pt x="1844802" y="513587"/>
                  </a:lnTo>
                  <a:lnTo>
                    <a:pt x="1834134" y="550163"/>
                  </a:lnTo>
                  <a:lnTo>
                    <a:pt x="1852656" y="555566"/>
                  </a:lnTo>
                  <a:lnTo>
                    <a:pt x="1862855" y="518853"/>
                  </a:lnTo>
                  <a:close/>
                </a:path>
                <a:path w="1968500" h="592455">
                  <a:moveTo>
                    <a:pt x="1881378" y="584537"/>
                  </a:moveTo>
                  <a:lnTo>
                    <a:pt x="1881378" y="524255"/>
                  </a:lnTo>
                  <a:lnTo>
                    <a:pt x="1870710" y="560831"/>
                  </a:lnTo>
                  <a:lnTo>
                    <a:pt x="1852656" y="555566"/>
                  </a:lnTo>
                  <a:lnTo>
                    <a:pt x="1842516" y="592073"/>
                  </a:lnTo>
                  <a:lnTo>
                    <a:pt x="1881378" y="584537"/>
                  </a:lnTo>
                  <a:close/>
                </a:path>
                <a:path w="1968500" h="592455">
                  <a:moveTo>
                    <a:pt x="1881378" y="524255"/>
                  </a:moveTo>
                  <a:lnTo>
                    <a:pt x="1862855" y="518853"/>
                  </a:lnTo>
                  <a:lnTo>
                    <a:pt x="1852656" y="555566"/>
                  </a:lnTo>
                  <a:lnTo>
                    <a:pt x="1870710" y="560831"/>
                  </a:lnTo>
                  <a:lnTo>
                    <a:pt x="1881378" y="524255"/>
                  </a:lnTo>
                  <a:close/>
                </a:path>
                <a:path w="1968500" h="592455">
                  <a:moveTo>
                    <a:pt x="1968246" y="567689"/>
                  </a:moveTo>
                  <a:lnTo>
                    <a:pt x="1872996" y="482345"/>
                  </a:lnTo>
                  <a:lnTo>
                    <a:pt x="1862855" y="518853"/>
                  </a:lnTo>
                  <a:lnTo>
                    <a:pt x="1881378" y="524255"/>
                  </a:lnTo>
                  <a:lnTo>
                    <a:pt x="1881378" y="584537"/>
                  </a:lnTo>
                  <a:lnTo>
                    <a:pt x="1968246" y="567689"/>
                  </a:lnTo>
                  <a:close/>
                </a:path>
                <a:path w="1968500" h="592455">
                  <a:moveTo>
                    <a:pt x="1808226" y="503681"/>
                  </a:moveTo>
                  <a:lnTo>
                    <a:pt x="1770888" y="493013"/>
                  </a:lnTo>
                  <a:lnTo>
                    <a:pt x="1760982" y="529589"/>
                  </a:lnTo>
                  <a:lnTo>
                    <a:pt x="1797558" y="540257"/>
                  </a:lnTo>
                  <a:lnTo>
                    <a:pt x="1808226" y="503681"/>
                  </a:lnTo>
                  <a:close/>
                </a:path>
                <a:path w="1968500" h="592455">
                  <a:moveTo>
                    <a:pt x="1734312" y="483107"/>
                  </a:moveTo>
                  <a:lnTo>
                    <a:pt x="1697736" y="472439"/>
                  </a:lnTo>
                  <a:lnTo>
                    <a:pt x="1687830" y="509015"/>
                  </a:lnTo>
                  <a:lnTo>
                    <a:pt x="1724406" y="519683"/>
                  </a:lnTo>
                  <a:lnTo>
                    <a:pt x="1734312" y="483107"/>
                  </a:lnTo>
                  <a:close/>
                </a:path>
                <a:path w="1968500" h="592455">
                  <a:moveTo>
                    <a:pt x="1661160" y="462533"/>
                  </a:moveTo>
                  <a:lnTo>
                    <a:pt x="1624584" y="451865"/>
                  </a:lnTo>
                  <a:lnTo>
                    <a:pt x="1613916" y="488441"/>
                  </a:lnTo>
                  <a:lnTo>
                    <a:pt x="1651254" y="499109"/>
                  </a:lnTo>
                  <a:lnTo>
                    <a:pt x="1661160" y="462533"/>
                  </a:lnTo>
                  <a:close/>
                </a:path>
                <a:path w="1968500" h="592455">
                  <a:moveTo>
                    <a:pt x="1588008" y="441959"/>
                  </a:moveTo>
                  <a:lnTo>
                    <a:pt x="1551432" y="431291"/>
                  </a:lnTo>
                  <a:lnTo>
                    <a:pt x="1540764" y="467867"/>
                  </a:lnTo>
                  <a:lnTo>
                    <a:pt x="1577340" y="478535"/>
                  </a:lnTo>
                  <a:lnTo>
                    <a:pt x="1588008" y="441959"/>
                  </a:lnTo>
                  <a:close/>
                </a:path>
                <a:path w="1968500" h="592455">
                  <a:moveTo>
                    <a:pt x="1514094" y="421385"/>
                  </a:moveTo>
                  <a:lnTo>
                    <a:pt x="1477518" y="410717"/>
                  </a:lnTo>
                  <a:lnTo>
                    <a:pt x="1467612" y="447293"/>
                  </a:lnTo>
                  <a:lnTo>
                    <a:pt x="1504188" y="457961"/>
                  </a:lnTo>
                  <a:lnTo>
                    <a:pt x="1514094" y="421385"/>
                  </a:lnTo>
                  <a:close/>
                </a:path>
                <a:path w="1968500" h="592455">
                  <a:moveTo>
                    <a:pt x="1440942" y="400811"/>
                  </a:moveTo>
                  <a:lnTo>
                    <a:pt x="1404366" y="390143"/>
                  </a:lnTo>
                  <a:lnTo>
                    <a:pt x="1394460" y="426719"/>
                  </a:lnTo>
                  <a:lnTo>
                    <a:pt x="1431036" y="437387"/>
                  </a:lnTo>
                  <a:lnTo>
                    <a:pt x="1440942" y="400811"/>
                  </a:lnTo>
                  <a:close/>
                </a:path>
                <a:path w="1968500" h="592455">
                  <a:moveTo>
                    <a:pt x="1367790" y="380237"/>
                  </a:moveTo>
                  <a:lnTo>
                    <a:pt x="1331214" y="369569"/>
                  </a:lnTo>
                  <a:lnTo>
                    <a:pt x="1320546" y="406145"/>
                  </a:lnTo>
                  <a:lnTo>
                    <a:pt x="1357122" y="416813"/>
                  </a:lnTo>
                  <a:lnTo>
                    <a:pt x="1367790" y="380237"/>
                  </a:lnTo>
                  <a:close/>
                </a:path>
                <a:path w="1968500" h="592455">
                  <a:moveTo>
                    <a:pt x="1294638" y="359663"/>
                  </a:moveTo>
                  <a:lnTo>
                    <a:pt x="1257300" y="348995"/>
                  </a:lnTo>
                  <a:lnTo>
                    <a:pt x="1247394" y="385571"/>
                  </a:lnTo>
                  <a:lnTo>
                    <a:pt x="1283970" y="396239"/>
                  </a:lnTo>
                  <a:lnTo>
                    <a:pt x="1294638" y="359663"/>
                  </a:lnTo>
                  <a:close/>
                </a:path>
                <a:path w="1968500" h="592455">
                  <a:moveTo>
                    <a:pt x="1220724" y="339089"/>
                  </a:moveTo>
                  <a:lnTo>
                    <a:pt x="1184148" y="328421"/>
                  </a:lnTo>
                  <a:lnTo>
                    <a:pt x="1174242" y="364997"/>
                  </a:lnTo>
                  <a:lnTo>
                    <a:pt x="1210818" y="375665"/>
                  </a:lnTo>
                  <a:lnTo>
                    <a:pt x="1220724" y="339089"/>
                  </a:lnTo>
                  <a:close/>
                </a:path>
                <a:path w="1968500" h="592455">
                  <a:moveTo>
                    <a:pt x="1147572" y="318515"/>
                  </a:moveTo>
                  <a:lnTo>
                    <a:pt x="1110996" y="307847"/>
                  </a:lnTo>
                  <a:lnTo>
                    <a:pt x="1100328" y="344423"/>
                  </a:lnTo>
                  <a:lnTo>
                    <a:pt x="1137666" y="355091"/>
                  </a:lnTo>
                  <a:lnTo>
                    <a:pt x="1147572" y="318515"/>
                  </a:lnTo>
                  <a:close/>
                </a:path>
                <a:path w="1968500" h="592455">
                  <a:moveTo>
                    <a:pt x="1074420" y="297941"/>
                  </a:moveTo>
                  <a:lnTo>
                    <a:pt x="1037844" y="287273"/>
                  </a:lnTo>
                  <a:lnTo>
                    <a:pt x="1027176" y="323849"/>
                  </a:lnTo>
                  <a:lnTo>
                    <a:pt x="1063752" y="334517"/>
                  </a:lnTo>
                  <a:lnTo>
                    <a:pt x="1074420" y="297941"/>
                  </a:lnTo>
                  <a:close/>
                </a:path>
                <a:path w="1968500" h="592455">
                  <a:moveTo>
                    <a:pt x="1000506" y="277367"/>
                  </a:moveTo>
                  <a:lnTo>
                    <a:pt x="963930" y="266699"/>
                  </a:lnTo>
                  <a:lnTo>
                    <a:pt x="954024" y="303275"/>
                  </a:lnTo>
                  <a:lnTo>
                    <a:pt x="990600" y="313943"/>
                  </a:lnTo>
                  <a:lnTo>
                    <a:pt x="1000506" y="277367"/>
                  </a:lnTo>
                  <a:close/>
                </a:path>
                <a:path w="1968500" h="592455">
                  <a:moveTo>
                    <a:pt x="927354" y="256793"/>
                  </a:moveTo>
                  <a:lnTo>
                    <a:pt x="890778" y="246125"/>
                  </a:lnTo>
                  <a:lnTo>
                    <a:pt x="880110" y="283463"/>
                  </a:lnTo>
                  <a:lnTo>
                    <a:pt x="917448" y="293369"/>
                  </a:lnTo>
                  <a:lnTo>
                    <a:pt x="927354" y="256793"/>
                  </a:lnTo>
                  <a:close/>
                </a:path>
                <a:path w="1968500" h="592455">
                  <a:moveTo>
                    <a:pt x="854202" y="236219"/>
                  </a:moveTo>
                  <a:lnTo>
                    <a:pt x="817626" y="225551"/>
                  </a:lnTo>
                  <a:lnTo>
                    <a:pt x="806958" y="262889"/>
                  </a:lnTo>
                  <a:lnTo>
                    <a:pt x="843534" y="272795"/>
                  </a:lnTo>
                  <a:lnTo>
                    <a:pt x="854202" y="236219"/>
                  </a:lnTo>
                  <a:close/>
                </a:path>
                <a:path w="1968500" h="592455">
                  <a:moveTo>
                    <a:pt x="781050" y="215645"/>
                  </a:moveTo>
                  <a:lnTo>
                    <a:pt x="743712" y="204977"/>
                  </a:lnTo>
                  <a:lnTo>
                    <a:pt x="733806" y="242315"/>
                  </a:lnTo>
                  <a:lnTo>
                    <a:pt x="770382" y="252221"/>
                  </a:lnTo>
                  <a:lnTo>
                    <a:pt x="781050" y="215645"/>
                  </a:lnTo>
                  <a:close/>
                </a:path>
                <a:path w="1968500" h="592455">
                  <a:moveTo>
                    <a:pt x="707136" y="195071"/>
                  </a:moveTo>
                  <a:lnTo>
                    <a:pt x="670560" y="184403"/>
                  </a:lnTo>
                  <a:lnTo>
                    <a:pt x="660654" y="221741"/>
                  </a:lnTo>
                  <a:lnTo>
                    <a:pt x="697230" y="231647"/>
                  </a:lnTo>
                  <a:lnTo>
                    <a:pt x="707136" y="195071"/>
                  </a:lnTo>
                  <a:close/>
                </a:path>
                <a:path w="1968500" h="592455">
                  <a:moveTo>
                    <a:pt x="633984" y="174497"/>
                  </a:moveTo>
                  <a:lnTo>
                    <a:pt x="597408" y="163829"/>
                  </a:lnTo>
                  <a:lnTo>
                    <a:pt x="586740" y="201167"/>
                  </a:lnTo>
                  <a:lnTo>
                    <a:pt x="623316" y="211073"/>
                  </a:lnTo>
                  <a:lnTo>
                    <a:pt x="633984" y="174497"/>
                  </a:lnTo>
                  <a:close/>
                </a:path>
                <a:path w="1968500" h="592455">
                  <a:moveTo>
                    <a:pt x="560832" y="153923"/>
                  </a:moveTo>
                  <a:lnTo>
                    <a:pt x="524256" y="143255"/>
                  </a:lnTo>
                  <a:lnTo>
                    <a:pt x="513588" y="180593"/>
                  </a:lnTo>
                  <a:lnTo>
                    <a:pt x="550164" y="190499"/>
                  </a:lnTo>
                  <a:lnTo>
                    <a:pt x="560832" y="153923"/>
                  </a:lnTo>
                  <a:close/>
                </a:path>
                <a:path w="1968500" h="592455">
                  <a:moveTo>
                    <a:pt x="486918" y="133349"/>
                  </a:moveTo>
                  <a:lnTo>
                    <a:pt x="450342" y="123443"/>
                  </a:lnTo>
                  <a:lnTo>
                    <a:pt x="440436" y="160019"/>
                  </a:lnTo>
                  <a:lnTo>
                    <a:pt x="477012" y="169925"/>
                  </a:lnTo>
                  <a:lnTo>
                    <a:pt x="486918" y="133349"/>
                  </a:lnTo>
                  <a:close/>
                </a:path>
                <a:path w="1968500" h="592455">
                  <a:moveTo>
                    <a:pt x="413766" y="112775"/>
                  </a:moveTo>
                  <a:lnTo>
                    <a:pt x="377190" y="102869"/>
                  </a:lnTo>
                  <a:lnTo>
                    <a:pt x="366522" y="139445"/>
                  </a:lnTo>
                  <a:lnTo>
                    <a:pt x="403860" y="149351"/>
                  </a:lnTo>
                  <a:lnTo>
                    <a:pt x="413766" y="112775"/>
                  </a:lnTo>
                  <a:close/>
                </a:path>
                <a:path w="1968500" h="592455">
                  <a:moveTo>
                    <a:pt x="340614" y="92201"/>
                  </a:moveTo>
                  <a:lnTo>
                    <a:pt x="304038" y="82295"/>
                  </a:lnTo>
                  <a:lnTo>
                    <a:pt x="293370" y="118871"/>
                  </a:lnTo>
                  <a:lnTo>
                    <a:pt x="329946" y="128777"/>
                  </a:lnTo>
                  <a:lnTo>
                    <a:pt x="340614" y="92201"/>
                  </a:lnTo>
                  <a:close/>
                </a:path>
                <a:path w="1968500" h="592455">
                  <a:moveTo>
                    <a:pt x="266700" y="71627"/>
                  </a:moveTo>
                  <a:lnTo>
                    <a:pt x="230124" y="61721"/>
                  </a:lnTo>
                  <a:lnTo>
                    <a:pt x="220218" y="98297"/>
                  </a:lnTo>
                  <a:lnTo>
                    <a:pt x="256794" y="108203"/>
                  </a:lnTo>
                  <a:lnTo>
                    <a:pt x="266700" y="71627"/>
                  </a:lnTo>
                  <a:close/>
                </a:path>
                <a:path w="1968500" h="592455">
                  <a:moveTo>
                    <a:pt x="193548" y="51053"/>
                  </a:moveTo>
                  <a:lnTo>
                    <a:pt x="156972" y="41147"/>
                  </a:lnTo>
                  <a:lnTo>
                    <a:pt x="147066" y="77723"/>
                  </a:lnTo>
                  <a:lnTo>
                    <a:pt x="183642" y="87629"/>
                  </a:lnTo>
                  <a:lnTo>
                    <a:pt x="193548" y="51053"/>
                  </a:lnTo>
                  <a:close/>
                </a:path>
                <a:path w="1968500" h="592455">
                  <a:moveTo>
                    <a:pt x="120396" y="30479"/>
                  </a:moveTo>
                  <a:lnTo>
                    <a:pt x="83820" y="20573"/>
                  </a:lnTo>
                  <a:lnTo>
                    <a:pt x="73152" y="57149"/>
                  </a:lnTo>
                  <a:lnTo>
                    <a:pt x="109728" y="67055"/>
                  </a:lnTo>
                  <a:lnTo>
                    <a:pt x="120396" y="30479"/>
                  </a:lnTo>
                  <a:close/>
                </a:path>
                <a:path w="1968500" h="592455">
                  <a:moveTo>
                    <a:pt x="47243" y="9905"/>
                  </a:moveTo>
                  <a:lnTo>
                    <a:pt x="9906" y="0"/>
                  </a:lnTo>
                  <a:lnTo>
                    <a:pt x="0" y="36575"/>
                  </a:lnTo>
                  <a:lnTo>
                    <a:pt x="36576" y="46481"/>
                  </a:lnTo>
                  <a:lnTo>
                    <a:pt x="47243" y="990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23047" y="3005340"/>
              <a:ext cx="4079875" cy="1197610"/>
            </a:xfrm>
            <a:custGeom>
              <a:avLst/>
              <a:gdLst/>
              <a:ahLst/>
              <a:cxnLst/>
              <a:rect l="l" t="t" r="r" b="b"/>
              <a:pathLst>
                <a:path w="4079875" h="1197610">
                  <a:moveTo>
                    <a:pt x="1153668" y="562356"/>
                  </a:moveTo>
                  <a:lnTo>
                    <a:pt x="1150315" y="514273"/>
                  </a:lnTo>
                  <a:lnTo>
                    <a:pt x="1143177" y="467372"/>
                  </a:lnTo>
                  <a:lnTo>
                    <a:pt x="1132408" y="421830"/>
                  </a:lnTo>
                  <a:lnTo>
                    <a:pt x="1118158" y="377774"/>
                  </a:lnTo>
                  <a:lnTo>
                    <a:pt x="1100582" y="335368"/>
                  </a:lnTo>
                  <a:lnTo>
                    <a:pt x="1079842" y="294754"/>
                  </a:lnTo>
                  <a:lnTo>
                    <a:pt x="1077468" y="290893"/>
                  </a:lnTo>
                  <a:lnTo>
                    <a:pt x="1077468" y="565404"/>
                  </a:lnTo>
                  <a:lnTo>
                    <a:pt x="1077468" y="577596"/>
                  </a:lnTo>
                  <a:lnTo>
                    <a:pt x="1077468" y="584454"/>
                  </a:lnTo>
                  <a:lnTo>
                    <a:pt x="1077468" y="591312"/>
                  </a:lnTo>
                  <a:lnTo>
                    <a:pt x="1074267" y="637540"/>
                  </a:lnTo>
                  <a:lnTo>
                    <a:pt x="1066876" y="682599"/>
                  </a:lnTo>
                  <a:lnTo>
                    <a:pt x="1055497" y="726274"/>
                  </a:lnTo>
                  <a:lnTo>
                    <a:pt x="1040320" y="768375"/>
                  </a:lnTo>
                  <a:lnTo>
                    <a:pt x="1021549" y="808697"/>
                  </a:lnTo>
                  <a:lnTo>
                    <a:pt x="999401" y="847013"/>
                  </a:lnTo>
                  <a:lnTo>
                    <a:pt x="974051" y="883158"/>
                  </a:lnTo>
                  <a:lnTo>
                    <a:pt x="945718" y="916889"/>
                  </a:lnTo>
                  <a:lnTo>
                    <a:pt x="914590" y="948029"/>
                  </a:lnTo>
                  <a:lnTo>
                    <a:pt x="880872" y="976363"/>
                  </a:lnTo>
                  <a:lnTo>
                    <a:pt x="844765" y="1001674"/>
                  </a:lnTo>
                  <a:lnTo>
                    <a:pt x="806462" y="1023785"/>
                  </a:lnTo>
                  <a:lnTo>
                    <a:pt x="766165" y="1042479"/>
                  </a:lnTo>
                  <a:lnTo>
                    <a:pt x="724065" y="1057541"/>
                  </a:lnTo>
                  <a:lnTo>
                    <a:pt x="680389" y="1068793"/>
                  </a:lnTo>
                  <a:lnTo>
                    <a:pt x="635304" y="1076007"/>
                  </a:lnTo>
                  <a:lnTo>
                    <a:pt x="588111" y="1079042"/>
                  </a:lnTo>
                  <a:lnTo>
                    <a:pt x="576072" y="1079754"/>
                  </a:lnTo>
                  <a:lnTo>
                    <a:pt x="561594" y="1079627"/>
                  </a:lnTo>
                  <a:lnTo>
                    <a:pt x="514705" y="1075982"/>
                  </a:lnTo>
                  <a:lnTo>
                    <a:pt x="466077" y="1067460"/>
                  </a:lnTo>
                  <a:lnTo>
                    <a:pt x="419925" y="1054582"/>
                  </a:lnTo>
                  <a:lnTo>
                    <a:pt x="375653" y="1037539"/>
                  </a:lnTo>
                  <a:lnTo>
                    <a:pt x="333502" y="1016533"/>
                  </a:lnTo>
                  <a:lnTo>
                    <a:pt x="293712" y="991819"/>
                  </a:lnTo>
                  <a:lnTo>
                    <a:pt x="256425" y="963536"/>
                  </a:lnTo>
                  <a:lnTo>
                    <a:pt x="222110" y="932141"/>
                  </a:lnTo>
                  <a:lnTo>
                    <a:pt x="190754" y="897648"/>
                  </a:lnTo>
                  <a:lnTo>
                    <a:pt x="162699" y="860336"/>
                  </a:lnTo>
                  <a:lnTo>
                    <a:pt x="138137" y="820470"/>
                  </a:lnTo>
                  <a:lnTo>
                    <a:pt x="117335" y="778256"/>
                  </a:lnTo>
                  <a:lnTo>
                    <a:pt x="100507" y="733920"/>
                  </a:lnTo>
                  <a:lnTo>
                    <a:pt x="87884" y="687705"/>
                  </a:lnTo>
                  <a:lnTo>
                    <a:pt x="79705" y="639838"/>
                  </a:lnTo>
                  <a:lnTo>
                    <a:pt x="76200" y="590550"/>
                  </a:lnTo>
                  <a:lnTo>
                    <a:pt x="76200" y="578358"/>
                  </a:lnTo>
                  <a:lnTo>
                    <a:pt x="76200" y="577596"/>
                  </a:lnTo>
                  <a:lnTo>
                    <a:pt x="10668" y="605028"/>
                  </a:lnTo>
                  <a:lnTo>
                    <a:pt x="64770" y="582371"/>
                  </a:lnTo>
                  <a:lnTo>
                    <a:pt x="76200" y="577596"/>
                  </a:lnTo>
                  <a:lnTo>
                    <a:pt x="76200" y="564642"/>
                  </a:lnTo>
                  <a:lnTo>
                    <a:pt x="79819" y="515378"/>
                  </a:lnTo>
                  <a:lnTo>
                    <a:pt x="88099" y="467537"/>
                  </a:lnTo>
                  <a:lnTo>
                    <a:pt x="100812" y="421347"/>
                  </a:lnTo>
                  <a:lnTo>
                    <a:pt x="117741" y="377050"/>
                  </a:lnTo>
                  <a:lnTo>
                    <a:pt x="138645" y="334860"/>
                  </a:lnTo>
                  <a:lnTo>
                    <a:pt x="163271" y="295021"/>
                  </a:lnTo>
                  <a:lnTo>
                    <a:pt x="191414" y="257746"/>
                  </a:lnTo>
                  <a:lnTo>
                    <a:pt x="222834" y="223291"/>
                  </a:lnTo>
                  <a:lnTo>
                    <a:pt x="257289" y="191858"/>
                  </a:lnTo>
                  <a:lnTo>
                    <a:pt x="294538" y="163703"/>
                  </a:lnTo>
                  <a:lnTo>
                    <a:pt x="334365" y="139026"/>
                  </a:lnTo>
                  <a:lnTo>
                    <a:pt x="376529" y="118084"/>
                  </a:lnTo>
                  <a:lnTo>
                    <a:pt x="420801" y="101104"/>
                  </a:lnTo>
                  <a:lnTo>
                    <a:pt x="466940" y="88303"/>
                  </a:lnTo>
                  <a:lnTo>
                    <a:pt x="514705" y="79933"/>
                  </a:lnTo>
                  <a:lnTo>
                    <a:pt x="553974" y="76949"/>
                  </a:lnTo>
                  <a:lnTo>
                    <a:pt x="563118" y="76250"/>
                  </a:lnTo>
                  <a:lnTo>
                    <a:pt x="568452" y="76200"/>
                  </a:lnTo>
                  <a:lnTo>
                    <a:pt x="576834" y="76200"/>
                  </a:lnTo>
                  <a:lnTo>
                    <a:pt x="592074" y="76314"/>
                  </a:lnTo>
                  <a:lnTo>
                    <a:pt x="599694" y="76923"/>
                  </a:lnTo>
                  <a:lnTo>
                    <a:pt x="639914" y="80124"/>
                  </a:lnTo>
                  <a:lnTo>
                    <a:pt x="687806" y="88658"/>
                  </a:lnTo>
                  <a:lnTo>
                    <a:pt x="733996" y="101561"/>
                  </a:lnTo>
                  <a:lnTo>
                    <a:pt x="778256" y="118618"/>
                  </a:lnTo>
                  <a:lnTo>
                    <a:pt x="820381" y="139598"/>
                  </a:lnTo>
                  <a:lnTo>
                    <a:pt x="860120" y="164287"/>
                  </a:lnTo>
                  <a:lnTo>
                    <a:pt x="897369" y="192532"/>
                  </a:lnTo>
                  <a:lnTo>
                    <a:pt x="931595" y="223862"/>
                  </a:lnTo>
                  <a:lnTo>
                    <a:pt x="962875" y="258305"/>
                  </a:lnTo>
                  <a:lnTo>
                    <a:pt x="990879" y="295554"/>
                  </a:lnTo>
                  <a:lnTo>
                    <a:pt x="1015377" y="335381"/>
                  </a:lnTo>
                  <a:lnTo>
                    <a:pt x="1036142" y="377571"/>
                  </a:lnTo>
                  <a:lnTo>
                    <a:pt x="1052969" y="421894"/>
                  </a:lnTo>
                  <a:lnTo>
                    <a:pt x="1065618" y="468122"/>
                  </a:lnTo>
                  <a:lnTo>
                    <a:pt x="1073861" y="516026"/>
                  </a:lnTo>
                  <a:lnTo>
                    <a:pt x="1077468" y="565404"/>
                  </a:lnTo>
                  <a:lnTo>
                    <a:pt x="1077468" y="290893"/>
                  </a:lnTo>
                  <a:lnTo>
                    <a:pt x="1056081" y="256108"/>
                  </a:lnTo>
                  <a:lnTo>
                    <a:pt x="1029449" y="219557"/>
                  </a:lnTo>
                  <a:lnTo>
                    <a:pt x="1000112" y="185254"/>
                  </a:lnTo>
                  <a:lnTo>
                    <a:pt x="968222" y="153377"/>
                  </a:lnTo>
                  <a:lnTo>
                    <a:pt x="933919" y="124053"/>
                  </a:lnTo>
                  <a:lnTo>
                    <a:pt x="897280" y="97383"/>
                  </a:lnTo>
                  <a:lnTo>
                    <a:pt x="858710" y="73698"/>
                  </a:lnTo>
                  <a:lnTo>
                    <a:pt x="818121" y="52984"/>
                  </a:lnTo>
                  <a:lnTo>
                    <a:pt x="775728" y="35433"/>
                  </a:lnTo>
                  <a:lnTo>
                    <a:pt x="731697" y="21209"/>
                  </a:lnTo>
                  <a:lnTo>
                    <a:pt x="686193" y="10452"/>
                  </a:lnTo>
                  <a:lnTo>
                    <a:pt x="639343" y="3327"/>
                  </a:lnTo>
                  <a:lnTo>
                    <a:pt x="592836" y="101"/>
                  </a:lnTo>
                  <a:lnTo>
                    <a:pt x="584454" y="0"/>
                  </a:lnTo>
                  <a:lnTo>
                    <a:pt x="577596" y="0"/>
                  </a:lnTo>
                  <a:lnTo>
                    <a:pt x="513638" y="3289"/>
                  </a:lnTo>
                  <a:lnTo>
                    <a:pt x="466826" y="10414"/>
                  </a:lnTo>
                  <a:lnTo>
                    <a:pt x="421322" y="21209"/>
                  </a:lnTo>
                  <a:lnTo>
                    <a:pt x="377278" y="35521"/>
                  </a:lnTo>
                  <a:lnTo>
                    <a:pt x="334848" y="53187"/>
                  </a:lnTo>
                  <a:lnTo>
                    <a:pt x="294208" y="74053"/>
                  </a:lnTo>
                  <a:lnTo>
                    <a:pt x="255511" y="97955"/>
                  </a:lnTo>
                  <a:lnTo>
                    <a:pt x="218909" y="124739"/>
                  </a:lnTo>
                  <a:lnTo>
                    <a:pt x="184556" y="154228"/>
                  </a:lnTo>
                  <a:lnTo>
                    <a:pt x="152628" y="186296"/>
                  </a:lnTo>
                  <a:lnTo>
                    <a:pt x="123266" y="220751"/>
                  </a:lnTo>
                  <a:lnTo>
                    <a:pt x="96634" y="257467"/>
                  </a:lnTo>
                  <a:lnTo>
                    <a:pt x="72898" y="296252"/>
                  </a:lnTo>
                  <a:lnTo>
                    <a:pt x="52197" y="336969"/>
                  </a:lnTo>
                  <a:lnTo>
                    <a:pt x="34721" y="379450"/>
                  </a:lnTo>
                  <a:lnTo>
                    <a:pt x="20599" y="423545"/>
                  </a:lnTo>
                  <a:lnTo>
                    <a:pt x="9994" y="469074"/>
                  </a:lnTo>
                  <a:lnTo>
                    <a:pt x="3086" y="515912"/>
                  </a:lnTo>
                  <a:lnTo>
                    <a:pt x="0" y="563880"/>
                  </a:lnTo>
                  <a:lnTo>
                    <a:pt x="0" y="577596"/>
                  </a:lnTo>
                  <a:lnTo>
                    <a:pt x="0" y="578358"/>
                  </a:lnTo>
                  <a:lnTo>
                    <a:pt x="0" y="593598"/>
                  </a:lnTo>
                  <a:lnTo>
                    <a:pt x="3251" y="641578"/>
                  </a:lnTo>
                  <a:lnTo>
                    <a:pt x="10312" y="688403"/>
                  </a:lnTo>
                  <a:lnTo>
                    <a:pt x="21043" y="733907"/>
                  </a:lnTo>
                  <a:lnTo>
                    <a:pt x="35280" y="777951"/>
                  </a:lnTo>
                  <a:lnTo>
                    <a:pt x="52857" y="820369"/>
                  </a:lnTo>
                  <a:lnTo>
                    <a:pt x="73621" y="860996"/>
                  </a:lnTo>
                  <a:lnTo>
                    <a:pt x="97421" y="899693"/>
                  </a:lnTo>
                  <a:lnTo>
                    <a:pt x="124104" y="936294"/>
                  </a:lnTo>
                  <a:lnTo>
                    <a:pt x="153492" y="970635"/>
                  </a:lnTo>
                  <a:lnTo>
                    <a:pt x="185458" y="1002576"/>
                  </a:lnTo>
                  <a:lnTo>
                    <a:pt x="219811" y="1031951"/>
                  </a:lnTo>
                  <a:lnTo>
                    <a:pt x="256501" y="1058659"/>
                  </a:lnTo>
                  <a:lnTo>
                    <a:pt x="295122" y="1082395"/>
                  </a:lnTo>
                  <a:lnTo>
                    <a:pt x="335749" y="1103147"/>
                  </a:lnTo>
                  <a:lnTo>
                    <a:pt x="378155" y="1120698"/>
                  </a:lnTo>
                  <a:lnTo>
                    <a:pt x="422173" y="1134922"/>
                  </a:lnTo>
                  <a:lnTo>
                    <a:pt x="467652" y="1145641"/>
                  </a:lnTo>
                  <a:lnTo>
                    <a:pt x="514438" y="1152702"/>
                  </a:lnTo>
                  <a:lnTo>
                    <a:pt x="538530" y="1154328"/>
                  </a:lnTo>
                  <a:lnTo>
                    <a:pt x="561594" y="1155890"/>
                  </a:lnTo>
                  <a:lnTo>
                    <a:pt x="576884" y="1155827"/>
                  </a:lnTo>
                  <a:lnTo>
                    <a:pt x="576834" y="1155954"/>
                  </a:lnTo>
                  <a:lnTo>
                    <a:pt x="592836" y="1155141"/>
                  </a:lnTo>
                  <a:lnTo>
                    <a:pt x="614819" y="1153756"/>
                  </a:lnTo>
                  <a:lnTo>
                    <a:pt x="639914" y="1152182"/>
                  </a:lnTo>
                  <a:lnTo>
                    <a:pt x="686600" y="1145286"/>
                  </a:lnTo>
                  <a:lnTo>
                    <a:pt x="732015" y="1134681"/>
                  </a:lnTo>
                  <a:lnTo>
                    <a:pt x="775995" y="1120508"/>
                  </a:lnTo>
                  <a:lnTo>
                    <a:pt x="818375" y="1102956"/>
                  </a:lnTo>
                  <a:lnTo>
                    <a:pt x="858977" y="1082167"/>
                  </a:lnTo>
                  <a:lnTo>
                    <a:pt x="897674" y="1058316"/>
                  </a:lnTo>
                  <a:lnTo>
                    <a:pt x="934288" y="1031557"/>
                  </a:lnTo>
                  <a:lnTo>
                    <a:pt x="968641" y="1002080"/>
                  </a:lnTo>
                  <a:lnTo>
                    <a:pt x="1000607" y="970026"/>
                  </a:lnTo>
                  <a:lnTo>
                    <a:pt x="1030008" y="935558"/>
                  </a:lnTo>
                  <a:lnTo>
                    <a:pt x="1056678" y="898842"/>
                  </a:lnTo>
                  <a:lnTo>
                    <a:pt x="1080477" y="860056"/>
                  </a:lnTo>
                  <a:lnTo>
                    <a:pt x="1081278" y="858469"/>
                  </a:lnTo>
                  <a:lnTo>
                    <a:pt x="1101217" y="819353"/>
                  </a:lnTo>
                  <a:lnTo>
                    <a:pt x="1118755" y="776897"/>
                  </a:lnTo>
                  <a:lnTo>
                    <a:pt x="1132941" y="732853"/>
                  </a:lnTo>
                  <a:lnTo>
                    <a:pt x="1143584" y="687387"/>
                  </a:lnTo>
                  <a:lnTo>
                    <a:pt x="1149858" y="645287"/>
                  </a:lnTo>
                  <a:lnTo>
                    <a:pt x="1150556" y="640651"/>
                  </a:lnTo>
                  <a:lnTo>
                    <a:pt x="1153668" y="592836"/>
                  </a:lnTo>
                  <a:lnTo>
                    <a:pt x="1153668" y="577596"/>
                  </a:lnTo>
                  <a:lnTo>
                    <a:pt x="1153668" y="572262"/>
                  </a:lnTo>
                  <a:lnTo>
                    <a:pt x="1153668" y="562356"/>
                  </a:lnTo>
                  <a:close/>
                </a:path>
                <a:path w="4079875" h="1197610">
                  <a:moveTo>
                    <a:pt x="4079760" y="619506"/>
                  </a:moveTo>
                  <a:lnTo>
                    <a:pt x="4075976" y="556514"/>
                  </a:lnTo>
                  <a:lnTo>
                    <a:pt x="4069067" y="509879"/>
                  </a:lnTo>
                  <a:lnTo>
                    <a:pt x="4058450" y="464489"/>
                  </a:lnTo>
                  <a:lnTo>
                    <a:pt x="4044264" y="420535"/>
                  </a:lnTo>
                  <a:lnTo>
                    <a:pt x="4026687" y="378155"/>
                  </a:lnTo>
                  <a:lnTo>
                    <a:pt x="4005884" y="337540"/>
                  </a:lnTo>
                  <a:lnTo>
                    <a:pt x="4003560" y="333781"/>
                  </a:lnTo>
                  <a:lnTo>
                    <a:pt x="4003560" y="620268"/>
                  </a:lnTo>
                  <a:lnTo>
                    <a:pt x="4003560" y="633222"/>
                  </a:lnTo>
                  <a:lnTo>
                    <a:pt x="3999674" y="682675"/>
                  </a:lnTo>
                  <a:lnTo>
                    <a:pt x="3991203" y="730643"/>
                  </a:lnTo>
                  <a:lnTo>
                    <a:pt x="3978376" y="776884"/>
                  </a:lnTo>
                  <a:lnTo>
                    <a:pt x="3961396" y="821182"/>
                  </a:lnTo>
                  <a:lnTo>
                    <a:pt x="3940505" y="863307"/>
                  </a:lnTo>
                  <a:lnTo>
                    <a:pt x="3915905" y="903058"/>
                  </a:lnTo>
                  <a:lnTo>
                    <a:pt x="3887825" y="940206"/>
                  </a:lnTo>
                  <a:lnTo>
                    <a:pt x="3856494" y="974521"/>
                  </a:lnTo>
                  <a:lnTo>
                    <a:pt x="3822115" y="1005801"/>
                  </a:lnTo>
                  <a:lnTo>
                    <a:pt x="3784930" y="1033805"/>
                  </a:lnTo>
                  <a:lnTo>
                    <a:pt x="3745153" y="1058329"/>
                  </a:lnTo>
                  <a:lnTo>
                    <a:pt x="3703002" y="1079131"/>
                  </a:lnTo>
                  <a:lnTo>
                    <a:pt x="3658628" y="1096035"/>
                  </a:lnTo>
                  <a:lnTo>
                    <a:pt x="3612477" y="1108748"/>
                  </a:lnTo>
                  <a:lnTo>
                    <a:pt x="3564420" y="1117130"/>
                  </a:lnTo>
                  <a:lnTo>
                    <a:pt x="3516642" y="1120775"/>
                  </a:lnTo>
                  <a:lnTo>
                    <a:pt x="3502926" y="1120902"/>
                  </a:lnTo>
                  <a:lnTo>
                    <a:pt x="3502164" y="1120902"/>
                  </a:lnTo>
                  <a:lnTo>
                    <a:pt x="3439845" y="1117079"/>
                  </a:lnTo>
                  <a:lnTo>
                    <a:pt x="3391966" y="1108659"/>
                  </a:lnTo>
                  <a:lnTo>
                    <a:pt x="3345777" y="1095857"/>
                  </a:lnTo>
                  <a:lnTo>
                    <a:pt x="3301504" y="1078903"/>
                  </a:lnTo>
                  <a:lnTo>
                    <a:pt x="3259378" y="1058011"/>
                  </a:lnTo>
                  <a:lnTo>
                    <a:pt x="3219627" y="1033399"/>
                  </a:lnTo>
                  <a:lnTo>
                    <a:pt x="3182455" y="1005306"/>
                  </a:lnTo>
                  <a:lnTo>
                    <a:pt x="3148114" y="973950"/>
                  </a:lnTo>
                  <a:lnTo>
                    <a:pt x="3116796" y="939558"/>
                  </a:lnTo>
                  <a:lnTo>
                    <a:pt x="3088754" y="902347"/>
                  </a:lnTo>
                  <a:lnTo>
                    <a:pt x="3064192" y="862533"/>
                  </a:lnTo>
                  <a:lnTo>
                    <a:pt x="3043339" y="820369"/>
                  </a:lnTo>
                  <a:lnTo>
                    <a:pt x="3026422" y="776046"/>
                  </a:lnTo>
                  <a:lnTo>
                    <a:pt x="3013659" y="729805"/>
                  </a:lnTo>
                  <a:lnTo>
                    <a:pt x="3005290" y="681863"/>
                  </a:lnTo>
                  <a:lnTo>
                    <a:pt x="3001530" y="632460"/>
                  </a:lnTo>
                  <a:lnTo>
                    <a:pt x="3001530" y="620268"/>
                  </a:lnTo>
                  <a:lnTo>
                    <a:pt x="3001530" y="619506"/>
                  </a:lnTo>
                  <a:lnTo>
                    <a:pt x="2936760" y="646938"/>
                  </a:lnTo>
                  <a:lnTo>
                    <a:pt x="2990862" y="624014"/>
                  </a:lnTo>
                  <a:lnTo>
                    <a:pt x="3001530" y="619506"/>
                  </a:lnTo>
                  <a:lnTo>
                    <a:pt x="3001530" y="606552"/>
                  </a:lnTo>
                  <a:lnTo>
                    <a:pt x="3005404" y="557263"/>
                  </a:lnTo>
                  <a:lnTo>
                    <a:pt x="3013875" y="509435"/>
                  </a:lnTo>
                  <a:lnTo>
                    <a:pt x="3026727" y="463257"/>
                  </a:lnTo>
                  <a:lnTo>
                    <a:pt x="3043732" y="418985"/>
                  </a:lnTo>
                  <a:lnTo>
                    <a:pt x="3064675" y="376847"/>
                  </a:lnTo>
                  <a:lnTo>
                    <a:pt x="3089313" y="337070"/>
                  </a:lnTo>
                  <a:lnTo>
                    <a:pt x="3117431" y="299872"/>
                  </a:lnTo>
                  <a:lnTo>
                    <a:pt x="3148800" y="265493"/>
                  </a:lnTo>
                  <a:lnTo>
                    <a:pt x="3183204" y="234175"/>
                  </a:lnTo>
                  <a:lnTo>
                    <a:pt x="3220402" y="206133"/>
                  </a:lnTo>
                  <a:lnTo>
                    <a:pt x="3260191" y="181597"/>
                  </a:lnTo>
                  <a:lnTo>
                    <a:pt x="3302343" y="160807"/>
                  </a:lnTo>
                  <a:lnTo>
                    <a:pt x="3346615" y="143979"/>
                  </a:lnTo>
                  <a:lnTo>
                    <a:pt x="3392792" y="131356"/>
                  </a:lnTo>
                  <a:lnTo>
                    <a:pt x="3440646" y="123164"/>
                  </a:lnTo>
                  <a:lnTo>
                    <a:pt x="3489972" y="119634"/>
                  </a:lnTo>
                  <a:lnTo>
                    <a:pt x="3502545" y="118884"/>
                  </a:lnTo>
                  <a:lnTo>
                    <a:pt x="3496068" y="118872"/>
                  </a:lnTo>
                  <a:lnTo>
                    <a:pt x="3502672" y="118872"/>
                  </a:lnTo>
                  <a:lnTo>
                    <a:pt x="3502545" y="118884"/>
                  </a:lnTo>
                  <a:lnTo>
                    <a:pt x="3502926" y="118910"/>
                  </a:lnTo>
                  <a:lnTo>
                    <a:pt x="3512070" y="119418"/>
                  </a:lnTo>
                  <a:lnTo>
                    <a:pt x="3565004" y="123101"/>
                  </a:lnTo>
                  <a:lnTo>
                    <a:pt x="3612743" y="131292"/>
                  </a:lnTo>
                  <a:lnTo>
                    <a:pt x="3658870" y="143967"/>
                  </a:lnTo>
                  <a:lnTo>
                    <a:pt x="3703129" y="160896"/>
                  </a:lnTo>
                  <a:lnTo>
                    <a:pt x="3745293" y="181813"/>
                  </a:lnTo>
                  <a:lnTo>
                    <a:pt x="3785120" y="206502"/>
                  </a:lnTo>
                  <a:lnTo>
                    <a:pt x="3822382" y="234696"/>
                  </a:lnTo>
                  <a:lnTo>
                    <a:pt x="3856837" y="266179"/>
                  </a:lnTo>
                  <a:lnTo>
                    <a:pt x="3888232" y="300710"/>
                  </a:lnTo>
                  <a:lnTo>
                    <a:pt x="3916349" y="338035"/>
                  </a:lnTo>
                  <a:lnTo>
                    <a:pt x="3940949" y="377913"/>
                  </a:lnTo>
                  <a:lnTo>
                    <a:pt x="3961777" y="420116"/>
                  </a:lnTo>
                  <a:lnTo>
                    <a:pt x="3978618" y="464400"/>
                  </a:lnTo>
                  <a:lnTo>
                    <a:pt x="3991229" y="510514"/>
                  </a:lnTo>
                  <a:lnTo>
                    <a:pt x="3999369" y="558228"/>
                  </a:lnTo>
                  <a:lnTo>
                    <a:pt x="4002798" y="607314"/>
                  </a:lnTo>
                  <a:lnTo>
                    <a:pt x="4003560" y="620268"/>
                  </a:lnTo>
                  <a:lnTo>
                    <a:pt x="4003560" y="333781"/>
                  </a:lnTo>
                  <a:lnTo>
                    <a:pt x="3982021" y="298831"/>
                  </a:lnTo>
                  <a:lnTo>
                    <a:pt x="3955262" y="262204"/>
                  </a:lnTo>
                  <a:lnTo>
                    <a:pt x="3925760" y="227825"/>
                  </a:lnTo>
                  <a:lnTo>
                    <a:pt x="3893693" y="195846"/>
                  </a:lnTo>
                  <a:lnTo>
                    <a:pt x="3859225" y="166433"/>
                  </a:lnTo>
                  <a:lnTo>
                    <a:pt x="3822382" y="139687"/>
                  </a:lnTo>
                  <a:lnTo>
                    <a:pt x="3783723" y="116001"/>
                  </a:lnTo>
                  <a:lnTo>
                    <a:pt x="3743033" y="95288"/>
                  </a:lnTo>
                  <a:lnTo>
                    <a:pt x="3700589" y="77800"/>
                  </a:lnTo>
                  <a:lnTo>
                    <a:pt x="3656558" y="63715"/>
                  </a:lnTo>
                  <a:lnTo>
                    <a:pt x="3611118" y="53174"/>
                  </a:lnTo>
                  <a:lnTo>
                    <a:pt x="3564420" y="46367"/>
                  </a:lnTo>
                  <a:lnTo>
                    <a:pt x="3515118" y="43345"/>
                  </a:lnTo>
                  <a:lnTo>
                    <a:pt x="3512070" y="43180"/>
                  </a:lnTo>
                  <a:lnTo>
                    <a:pt x="3512070" y="44196"/>
                  </a:lnTo>
                  <a:lnTo>
                    <a:pt x="3511308" y="44196"/>
                  </a:lnTo>
                  <a:lnTo>
                    <a:pt x="3509784" y="43815"/>
                  </a:lnTo>
                  <a:lnTo>
                    <a:pt x="3512070" y="44196"/>
                  </a:lnTo>
                  <a:lnTo>
                    <a:pt x="3512070" y="43180"/>
                  </a:lnTo>
                  <a:lnTo>
                    <a:pt x="3505860" y="42824"/>
                  </a:lnTo>
                  <a:lnTo>
                    <a:pt x="3505212" y="42672"/>
                  </a:lnTo>
                  <a:lnTo>
                    <a:pt x="3502990" y="42672"/>
                  </a:lnTo>
                  <a:lnTo>
                    <a:pt x="3502266" y="42672"/>
                  </a:lnTo>
                  <a:lnTo>
                    <a:pt x="3502266" y="118833"/>
                  </a:lnTo>
                  <a:lnTo>
                    <a:pt x="3493020" y="118110"/>
                  </a:lnTo>
                  <a:lnTo>
                    <a:pt x="3502164" y="118808"/>
                  </a:lnTo>
                  <a:lnTo>
                    <a:pt x="3502266" y="42672"/>
                  </a:lnTo>
                  <a:lnTo>
                    <a:pt x="3486924" y="43434"/>
                  </a:lnTo>
                  <a:lnTo>
                    <a:pt x="3439045" y="46482"/>
                  </a:lnTo>
                  <a:lnTo>
                    <a:pt x="3392322" y="53416"/>
                  </a:lnTo>
                  <a:lnTo>
                    <a:pt x="3346894" y="64058"/>
                  </a:lnTo>
                  <a:lnTo>
                    <a:pt x="3302914" y="78244"/>
                  </a:lnTo>
                  <a:lnTo>
                    <a:pt x="3260560" y="95808"/>
                  </a:lnTo>
                  <a:lnTo>
                    <a:pt x="3219970" y="116611"/>
                  </a:lnTo>
                  <a:lnTo>
                    <a:pt x="3181312" y="140462"/>
                  </a:lnTo>
                  <a:lnTo>
                    <a:pt x="3144736" y="167195"/>
                  </a:lnTo>
                  <a:lnTo>
                    <a:pt x="3110407" y="196672"/>
                  </a:lnTo>
                  <a:lnTo>
                    <a:pt x="3078492" y="228714"/>
                  </a:lnTo>
                  <a:lnTo>
                    <a:pt x="3049130" y="263169"/>
                  </a:lnTo>
                  <a:lnTo>
                    <a:pt x="3022473" y="299859"/>
                  </a:lnTo>
                  <a:lnTo>
                    <a:pt x="2998711" y="338632"/>
                  </a:lnTo>
                  <a:lnTo>
                    <a:pt x="2977972" y="379323"/>
                  </a:lnTo>
                  <a:lnTo>
                    <a:pt x="2960433" y="421754"/>
                  </a:lnTo>
                  <a:lnTo>
                    <a:pt x="2946235" y="465785"/>
                  </a:lnTo>
                  <a:lnTo>
                    <a:pt x="2935541" y="511238"/>
                  </a:lnTo>
                  <a:lnTo>
                    <a:pt x="2928518" y="557961"/>
                  </a:lnTo>
                  <a:lnTo>
                    <a:pt x="2925330" y="605790"/>
                  </a:lnTo>
                  <a:lnTo>
                    <a:pt x="2925330" y="619506"/>
                  </a:lnTo>
                  <a:lnTo>
                    <a:pt x="2925330" y="620268"/>
                  </a:lnTo>
                  <a:lnTo>
                    <a:pt x="2925330" y="635508"/>
                  </a:lnTo>
                  <a:lnTo>
                    <a:pt x="2928683" y="683564"/>
                  </a:lnTo>
                  <a:lnTo>
                    <a:pt x="2935846" y="730427"/>
                  </a:lnTo>
                  <a:lnTo>
                    <a:pt x="2936760" y="734237"/>
                  </a:lnTo>
                  <a:lnTo>
                    <a:pt x="2946654" y="775957"/>
                  </a:lnTo>
                  <a:lnTo>
                    <a:pt x="2960954" y="820000"/>
                  </a:lnTo>
                  <a:lnTo>
                    <a:pt x="2978594" y="862393"/>
                  </a:lnTo>
                  <a:lnTo>
                    <a:pt x="2999409" y="902982"/>
                  </a:lnTo>
                  <a:lnTo>
                    <a:pt x="3023235" y="941616"/>
                  </a:lnTo>
                  <a:lnTo>
                    <a:pt x="3049943" y="978154"/>
                  </a:lnTo>
                  <a:lnTo>
                    <a:pt x="3079356" y="1012418"/>
                  </a:lnTo>
                  <a:lnTo>
                    <a:pt x="3111335" y="1044282"/>
                  </a:lnTo>
                  <a:lnTo>
                    <a:pt x="3145701" y="1073569"/>
                  </a:lnTo>
                  <a:lnTo>
                    <a:pt x="3182455" y="1100226"/>
                  </a:lnTo>
                  <a:lnTo>
                    <a:pt x="3221024" y="1123848"/>
                  </a:lnTo>
                  <a:lnTo>
                    <a:pt x="3261677" y="1144511"/>
                  </a:lnTo>
                  <a:lnTo>
                    <a:pt x="3304095" y="1161999"/>
                  </a:lnTo>
                  <a:lnTo>
                    <a:pt x="3348139" y="1176159"/>
                  </a:lnTo>
                  <a:lnTo>
                    <a:pt x="3393643" y="1186827"/>
                  </a:lnTo>
                  <a:lnTo>
                    <a:pt x="3439845" y="1193761"/>
                  </a:lnTo>
                  <a:lnTo>
                    <a:pt x="3486924" y="1196987"/>
                  </a:lnTo>
                  <a:lnTo>
                    <a:pt x="3502990" y="1197000"/>
                  </a:lnTo>
                  <a:lnTo>
                    <a:pt x="3566236" y="1193660"/>
                  </a:lnTo>
                  <a:lnTo>
                    <a:pt x="3613112" y="1186472"/>
                  </a:lnTo>
                  <a:lnTo>
                    <a:pt x="3658628" y="1175664"/>
                  </a:lnTo>
                  <a:lnTo>
                    <a:pt x="3702647" y="1161402"/>
                  </a:lnTo>
                  <a:lnTo>
                    <a:pt x="3745001" y="1143825"/>
                  </a:lnTo>
                  <a:lnTo>
                    <a:pt x="3785539" y="1123086"/>
                  </a:lnTo>
                  <a:lnTo>
                    <a:pt x="3824135" y="1099337"/>
                  </a:lnTo>
                  <a:lnTo>
                    <a:pt x="3860622" y="1072743"/>
                  </a:lnTo>
                  <a:lnTo>
                    <a:pt x="3894836" y="1043432"/>
                  </a:lnTo>
                  <a:lnTo>
                    <a:pt x="3926649" y="1011567"/>
                  </a:lnTo>
                  <a:lnTo>
                    <a:pt x="3955910" y="977303"/>
                  </a:lnTo>
                  <a:lnTo>
                    <a:pt x="3982453" y="940790"/>
                  </a:lnTo>
                  <a:lnTo>
                    <a:pt x="4006138" y="902169"/>
                  </a:lnTo>
                  <a:lnTo>
                    <a:pt x="4026814" y="861593"/>
                  </a:lnTo>
                  <a:lnTo>
                    <a:pt x="4044327" y="819213"/>
                  </a:lnTo>
                  <a:lnTo>
                    <a:pt x="4058526" y="775195"/>
                  </a:lnTo>
                  <a:lnTo>
                    <a:pt x="4068330" y="733653"/>
                  </a:lnTo>
                  <a:lnTo>
                    <a:pt x="4069270" y="729678"/>
                  </a:lnTo>
                  <a:lnTo>
                    <a:pt x="4076395" y="682802"/>
                  </a:lnTo>
                  <a:lnTo>
                    <a:pt x="4079760" y="634746"/>
                  </a:lnTo>
                  <a:lnTo>
                    <a:pt x="4079760" y="620268"/>
                  </a:lnTo>
                  <a:lnTo>
                    <a:pt x="4079659" y="619277"/>
                  </a:lnTo>
                  <a:lnTo>
                    <a:pt x="4079760" y="619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267205" y="5556503"/>
            <a:ext cx="6638925" cy="664210"/>
            <a:chOff x="1267205" y="5556503"/>
            <a:chExt cx="6638925" cy="66421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7205" y="5556503"/>
              <a:ext cx="6638544" cy="6637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0511" y="5785103"/>
              <a:ext cx="5596128" cy="2926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272527" y="6062471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6095">
              <a:solidFill>
                <a:srgbClr val="901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793239" y="5724396"/>
            <a:ext cx="558673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Modeling</a:t>
            </a:r>
            <a:r>
              <a:rPr dirty="0" sz="19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Needed</a:t>
            </a:r>
            <a:r>
              <a:rPr dirty="0" sz="19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9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Manage</a:t>
            </a:r>
            <a:r>
              <a:rPr dirty="0" sz="19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9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Complexity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57298" y="198374"/>
            <a:ext cx="4323715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73785" marR="5080" indent="-1061720">
              <a:lnSpc>
                <a:spcPct val="100000"/>
              </a:lnSpc>
              <a:spcBef>
                <a:spcPts val="100"/>
              </a:spcBef>
            </a:pPr>
            <a:r>
              <a:rPr dirty="0"/>
              <a:t>Modeling</a:t>
            </a:r>
            <a:r>
              <a:rPr dirty="0" spc="-25"/>
              <a:t> </a:t>
            </a:r>
            <a:r>
              <a:rPr dirty="0"/>
              <a:t>at</a:t>
            </a:r>
            <a:r>
              <a:rPr dirty="0" spc="-20"/>
              <a:t> </a:t>
            </a:r>
            <a:r>
              <a:rPr dirty="0"/>
              <a:t>Multiple</a:t>
            </a:r>
            <a:r>
              <a:rPr dirty="0" spc="-20"/>
              <a:t> </a:t>
            </a:r>
            <a:r>
              <a:rPr dirty="0"/>
              <a:t>Levels </a:t>
            </a:r>
            <a:r>
              <a:rPr dirty="0" spc="-760"/>
              <a:t> </a:t>
            </a:r>
            <a:r>
              <a:rPr dirty="0" spc="-5"/>
              <a:t>of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System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30501" y="1041653"/>
            <a:ext cx="5415915" cy="5422265"/>
            <a:chOff x="1730501" y="1041653"/>
            <a:chExt cx="5415915" cy="5422265"/>
          </a:xfrm>
        </p:grpSpPr>
        <p:sp>
          <p:nvSpPr>
            <p:cNvPr id="5" name="object 5"/>
            <p:cNvSpPr/>
            <p:nvPr/>
          </p:nvSpPr>
          <p:spPr>
            <a:xfrm>
              <a:off x="1735835" y="1046225"/>
              <a:ext cx="5410200" cy="5412105"/>
            </a:xfrm>
            <a:custGeom>
              <a:avLst/>
              <a:gdLst/>
              <a:ahLst/>
              <a:cxnLst/>
              <a:rect l="l" t="t" r="r" b="b"/>
              <a:pathLst>
                <a:path w="5410200" h="5412105">
                  <a:moveTo>
                    <a:pt x="5410200" y="2705861"/>
                  </a:moveTo>
                  <a:lnTo>
                    <a:pt x="5409780" y="2657758"/>
                  </a:lnTo>
                  <a:lnTo>
                    <a:pt x="5408528" y="2609858"/>
                  </a:lnTo>
                  <a:lnTo>
                    <a:pt x="5406448" y="2562167"/>
                  </a:lnTo>
                  <a:lnTo>
                    <a:pt x="5403549" y="2514694"/>
                  </a:lnTo>
                  <a:lnTo>
                    <a:pt x="5399838" y="2467444"/>
                  </a:lnTo>
                  <a:lnTo>
                    <a:pt x="5395320" y="2420425"/>
                  </a:lnTo>
                  <a:lnTo>
                    <a:pt x="5390004" y="2373644"/>
                  </a:lnTo>
                  <a:lnTo>
                    <a:pt x="5383895" y="2327107"/>
                  </a:lnTo>
                  <a:lnTo>
                    <a:pt x="5377002" y="2280822"/>
                  </a:lnTo>
                  <a:lnTo>
                    <a:pt x="5369330" y="2234796"/>
                  </a:lnTo>
                  <a:lnTo>
                    <a:pt x="5360888" y="2189035"/>
                  </a:lnTo>
                  <a:lnTo>
                    <a:pt x="5351681" y="2143546"/>
                  </a:lnTo>
                  <a:lnTo>
                    <a:pt x="5341716" y="2098336"/>
                  </a:lnTo>
                  <a:lnTo>
                    <a:pt x="5331002" y="2053413"/>
                  </a:lnTo>
                  <a:lnTo>
                    <a:pt x="5319544" y="2008782"/>
                  </a:lnTo>
                  <a:lnTo>
                    <a:pt x="5307350" y="1964452"/>
                  </a:lnTo>
                  <a:lnTo>
                    <a:pt x="5294426" y="1920429"/>
                  </a:lnTo>
                  <a:lnTo>
                    <a:pt x="5280779" y="1876720"/>
                  </a:lnTo>
                  <a:lnTo>
                    <a:pt x="5266417" y="1833331"/>
                  </a:lnTo>
                  <a:lnTo>
                    <a:pt x="5251346" y="1790270"/>
                  </a:lnTo>
                  <a:lnTo>
                    <a:pt x="5235573" y="1747544"/>
                  </a:lnTo>
                  <a:lnTo>
                    <a:pt x="5219105" y="1705160"/>
                  </a:lnTo>
                  <a:lnTo>
                    <a:pt x="5201949" y="1663124"/>
                  </a:lnTo>
                  <a:lnTo>
                    <a:pt x="5184113" y="1621444"/>
                  </a:lnTo>
                  <a:lnTo>
                    <a:pt x="5165602" y="1580126"/>
                  </a:lnTo>
                  <a:lnTo>
                    <a:pt x="5146424" y="1539177"/>
                  </a:lnTo>
                  <a:lnTo>
                    <a:pt x="5126586" y="1498605"/>
                  </a:lnTo>
                  <a:lnTo>
                    <a:pt x="5106095" y="1458415"/>
                  </a:lnTo>
                  <a:lnTo>
                    <a:pt x="5084957" y="1418616"/>
                  </a:lnTo>
                  <a:lnTo>
                    <a:pt x="5063180" y="1379214"/>
                  </a:lnTo>
                  <a:lnTo>
                    <a:pt x="5040771" y="1340216"/>
                  </a:lnTo>
                  <a:lnTo>
                    <a:pt x="5017736" y="1301629"/>
                  </a:lnTo>
                  <a:lnTo>
                    <a:pt x="4994082" y="1263460"/>
                  </a:lnTo>
                  <a:lnTo>
                    <a:pt x="4969817" y="1225716"/>
                  </a:lnTo>
                  <a:lnTo>
                    <a:pt x="4944947" y="1188403"/>
                  </a:lnTo>
                  <a:lnTo>
                    <a:pt x="4919479" y="1151529"/>
                  </a:lnTo>
                  <a:lnTo>
                    <a:pt x="4893420" y="1115100"/>
                  </a:lnTo>
                  <a:lnTo>
                    <a:pt x="4866777" y="1079124"/>
                  </a:lnTo>
                  <a:lnTo>
                    <a:pt x="4839558" y="1043607"/>
                  </a:lnTo>
                  <a:lnTo>
                    <a:pt x="4811768" y="1008557"/>
                  </a:lnTo>
                  <a:lnTo>
                    <a:pt x="4783416" y="973980"/>
                  </a:lnTo>
                  <a:lnTo>
                    <a:pt x="4754507" y="939883"/>
                  </a:lnTo>
                  <a:lnTo>
                    <a:pt x="4725048" y="906273"/>
                  </a:lnTo>
                  <a:lnTo>
                    <a:pt x="4695048" y="873157"/>
                  </a:lnTo>
                  <a:lnTo>
                    <a:pt x="4664512" y="840542"/>
                  </a:lnTo>
                  <a:lnTo>
                    <a:pt x="4633448" y="808436"/>
                  </a:lnTo>
                  <a:lnTo>
                    <a:pt x="4601862" y="776844"/>
                  </a:lnTo>
                  <a:lnTo>
                    <a:pt x="4569761" y="745773"/>
                  </a:lnTo>
                  <a:lnTo>
                    <a:pt x="4537153" y="715232"/>
                  </a:lnTo>
                  <a:lnTo>
                    <a:pt x="4504045" y="685226"/>
                  </a:lnTo>
                  <a:lnTo>
                    <a:pt x="4470442" y="655763"/>
                  </a:lnTo>
                  <a:lnTo>
                    <a:pt x="4436353" y="626849"/>
                  </a:lnTo>
                  <a:lnTo>
                    <a:pt x="4401783" y="598491"/>
                  </a:lnTo>
                  <a:lnTo>
                    <a:pt x="4366741" y="570697"/>
                  </a:lnTo>
                  <a:lnTo>
                    <a:pt x="4331233" y="543473"/>
                  </a:lnTo>
                  <a:lnTo>
                    <a:pt x="4295265" y="516827"/>
                  </a:lnTo>
                  <a:lnTo>
                    <a:pt x="4258846" y="490764"/>
                  </a:lnTo>
                  <a:lnTo>
                    <a:pt x="4221981" y="465293"/>
                  </a:lnTo>
                  <a:lnTo>
                    <a:pt x="4184678" y="440420"/>
                  </a:lnTo>
                  <a:lnTo>
                    <a:pt x="4146944" y="416151"/>
                  </a:lnTo>
                  <a:lnTo>
                    <a:pt x="4108785" y="392494"/>
                  </a:lnTo>
                  <a:lnTo>
                    <a:pt x="4070208" y="369457"/>
                  </a:lnTo>
                  <a:lnTo>
                    <a:pt x="4031221" y="347044"/>
                  </a:lnTo>
                  <a:lnTo>
                    <a:pt x="3991831" y="325265"/>
                  </a:lnTo>
                  <a:lnTo>
                    <a:pt x="3952044" y="304125"/>
                  </a:lnTo>
                  <a:lnTo>
                    <a:pt x="3911867" y="283631"/>
                  </a:lnTo>
                  <a:lnTo>
                    <a:pt x="3871307" y="263791"/>
                  </a:lnTo>
                  <a:lnTo>
                    <a:pt x="3830371" y="244612"/>
                  </a:lnTo>
                  <a:lnTo>
                    <a:pt x="3789067" y="226099"/>
                  </a:lnTo>
                  <a:lnTo>
                    <a:pt x="3747400" y="208261"/>
                  </a:lnTo>
                  <a:lnTo>
                    <a:pt x="3705378" y="191104"/>
                  </a:lnTo>
                  <a:lnTo>
                    <a:pt x="3663008" y="174635"/>
                  </a:lnTo>
                  <a:lnTo>
                    <a:pt x="3620297" y="158861"/>
                  </a:lnTo>
                  <a:lnTo>
                    <a:pt x="3577252" y="143789"/>
                  </a:lnTo>
                  <a:lnTo>
                    <a:pt x="3533879" y="129426"/>
                  </a:lnTo>
                  <a:lnTo>
                    <a:pt x="3490186" y="115778"/>
                  </a:lnTo>
                  <a:lnTo>
                    <a:pt x="3446179" y="102853"/>
                  </a:lnTo>
                  <a:lnTo>
                    <a:pt x="3401866" y="90658"/>
                  </a:lnTo>
                  <a:lnTo>
                    <a:pt x="3357253" y="79200"/>
                  </a:lnTo>
                  <a:lnTo>
                    <a:pt x="3312348" y="68485"/>
                  </a:lnTo>
                  <a:lnTo>
                    <a:pt x="3267157" y="58520"/>
                  </a:lnTo>
                  <a:lnTo>
                    <a:pt x="3221687" y="49313"/>
                  </a:lnTo>
                  <a:lnTo>
                    <a:pt x="3175945" y="40870"/>
                  </a:lnTo>
                  <a:lnTo>
                    <a:pt x="3129938" y="33198"/>
                  </a:lnTo>
                  <a:lnTo>
                    <a:pt x="3083673" y="26304"/>
                  </a:lnTo>
                  <a:lnTo>
                    <a:pt x="3037158" y="20196"/>
                  </a:lnTo>
                  <a:lnTo>
                    <a:pt x="2990398" y="14879"/>
                  </a:lnTo>
                  <a:lnTo>
                    <a:pt x="2943401" y="10361"/>
                  </a:lnTo>
                  <a:lnTo>
                    <a:pt x="2896173" y="6650"/>
                  </a:lnTo>
                  <a:lnTo>
                    <a:pt x="2848722" y="3751"/>
                  </a:lnTo>
                  <a:lnTo>
                    <a:pt x="2801055" y="1671"/>
                  </a:lnTo>
                  <a:lnTo>
                    <a:pt x="2753179" y="419"/>
                  </a:lnTo>
                  <a:lnTo>
                    <a:pt x="2705100" y="0"/>
                  </a:lnTo>
                  <a:lnTo>
                    <a:pt x="2656996" y="419"/>
                  </a:lnTo>
                  <a:lnTo>
                    <a:pt x="2609097" y="1671"/>
                  </a:lnTo>
                  <a:lnTo>
                    <a:pt x="2561408" y="3751"/>
                  </a:lnTo>
                  <a:lnTo>
                    <a:pt x="2513936" y="6650"/>
                  </a:lnTo>
                  <a:lnTo>
                    <a:pt x="2466688" y="10361"/>
                  </a:lnTo>
                  <a:lnTo>
                    <a:pt x="2419672" y="14879"/>
                  </a:lnTo>
                  <a:lnTo>
                    <a:pt x="2372894" y="20196"/>
                  </a:lnTo>
                  <a:lnTo>
                    <a:pt x="2326361" y="26304"/>
                  </a:lnTo>
                  <a:lnTo>
                    <a:pt x="2280080" y="33198"/>
                  </a:lnTo>
                  <a:lnTo>
                    <a:pt x="2234058" y="40870"/>
                  </a:lnTo>
                  <a:lnTo>
                    <a:pt x="2188302" y="49313"/>
                  </a:lnTo>
                  <a:lnTo>
                    <a:pt x="2142818" y="58520"/>
                  </a:lnTo>
                  <a:lnTo>
                    <a:pt x="2097615" y="68485"/>
                  </a:lnTo>
                  <a:lnTo>
                    <a:pt x="2052697" y="79200"/>
                  </a:lnTo>
                  <a:lnTo>
                    <a:pt x="2008073" y="90658"/>
                  </a:lnTo>
                  <a:lnTo>
                    <a:pt x="1963750" y="102853"/>
                  </a:lnTo>
                  <a:lnTo>
                    <a:pt x="1919734" y="115778"/>
                  </a:lnTo>
                  <a:lnTo>
                    <a:pt x="1876032" y="129426"/>
                  </a:lnTo>
                  <a:lnTo>
                    <a:pt x="1832652" y="143789"/>
                  </a:lnTo>
                  <a:lnTo>
                    <a:pt x="1789599" y="158861"/>
                  </a:lnTo>
                  <a:lnTo>
                    <a:pt x="1746881" y="174635"/>
                  </a:lnTo>
                  <a:lnTo>
                    <a:pt x="1704506" y="191104"/>
                  </a:lnTo>
                  <a:lnTo>
                    <a:pt x="1662479" y="208261"/>
                  </a:lnTo>
                  <a:lnTo>
                    <a:pt x="1620808" y="226099"/>
                  </a:lnTo>
                  <a:lnTo>
                    <a:pt x="1579499" y="244612"/>
                  </a:lnTo>
                  <a:lnTo>
                    <a:pt x="1538560" y="263791"/>
                  </a:lnTo>
                  <a:lnTo>
                    <a:pt x="1497998" y="283631"/>
                  </a:lnTo>
                  <a:lnTo>
                    <a:pt x="1457819" y="304125"/>
                  </a:lnTo>
                  <a:lnTo>
                    <a:pt x="1418030" y="325265"/>
                  </a:lnTo>
                  <a:lnTo>
                    <a:pt x="1378639" y="347044"/>
                  </a:lnTo>
                  <a:lnTo>
                    <a:pt x="1339652" y="369457"/>
                  </a:lnTo>
                  <a:lnTo>
                    <a:pt x="1301076" y="392494"/>
                  </a:lnTo>
                  <a:lnTo>
                    <a:pt x="1262918" y="416151"/>
                  </a:lnTo>
                  <a:lnTo>
                    <a:pt x="1225185" y="440420"/>
                  </a:lnTo>
                  <a:lnTo>
                    <a:pt x="1187883" y="465293"/>
                  </a:lnTo>
                  <a:lnTo>
                    <a:pt x="1151021" y="490764"/>
                  </a:lnTo>
                  <a:lnTo>
                    <a:pt x="1114604" y="516827"/>
                  </a:lnTo>
                  <a:lnTo>
                    <a:pt x="1078639" y="543473"/>
                  </a:lnTo>
                  <a:lnTo>
                    <a:pt x="1043135" y="570697"/>
                  </a:lnTo>
                  <a:lnTo>
                    <a:pt x="1008096" y="598491"/>
                  </a:lnTo>
                  <a:lnTo>
                    <a:pt x="973531" y="626849"/>
                  </a:lnTo>
                  <a:lnTo>
                    <a:pt x="939446" y="655763"/>
                  </a:lnTo>
                  <a:lnTo>
                    <a:pt x="905849" y="685226"/>
                  </a:lnTo>
                  <a:lnTo>
                    <a:pt x="872745" y="715232"/>
                  </a:lnTo>
                  <a:lnTo>
                    <a:pt x="840143" y="745773"/>
                  </a:lnTo>
                  <a:lnTo>
                    <a:pt x="808048" y="776844"/>
                  </a:lnTo>
                  <a:lnTo>
                    <a:pt x="776469" y="808436"/>
                  </a:lnTo>
                  <a:lnTo>
                    <a:pt x="745411" y="840542"/>
                  </a:lnTo>
                  <a:lnTo>
                    <a:pt x="714882" y="873157"/>
                  </a:lnTo>
                  <a:lnTo>
                    <a:pt x="684888" y="906273"/>
                  </a:lnTo>
                  <a:lnTo>
                    <a:pt x="655437" y="939883"/>
                  </a:lnTo>
                  <a:lnTo>
                    <a:pt x="626535" y="973980"/>
                  </a:lnTo>
                  <a:lnTo>
                    <a:pt x="598190" y="1008557"/>
                  </a:lnTo>
                  <a:lnTo>
                    <a:pt x="570408" y="1043607"/>
                  </a:lnTo>
                  <a:lnTo>
                    <a:pt x="543196" y="1079124"/>
                  </a:lnTo>
                  <a:lnTo>
                    <a:pt x="516561" y="1115100"/>
                  </a:lnTo>
                  <a:lnTo>
                    <a:pt x="490510" y="1151529"/>
                  </a:lnTo>
                  <a:lnTo>
                    <a:pt x="465050" y="1188403"/>
                  </a:lnTo>
                  <a:lnTo>
                    <a:pt x="440189" y="1225716"/>
                  </a:lnTo>
                  <a:lnTo>
                    <a:pt x="415931" y="1263460"/>
                  </a:lnTo>
                  <a:lnTo>
                    <a:pt x="392286" y="1301629"/>
                  </a:lnTo>
                  <a:lnTo>
                    <a:pt x="369259" y="1340216"/>
                  </a:lnTo>
                  <a:lnTo>
                    <a:pt x="346858" y="1379214"/>
                  </a:lnTo>
                  <a:lnTo>
                    <a:pt x="325089" y="1418616"/>
                  </a:lnTo>
                  <a:lnTo>
                    <a:pt x="303959" y="1458415"/>
                  </a:lnTo>
                  <a:lnTo>
                    <a:pt x="283476" y="1498605"/>
                  </a:lnTo>
                  <a:lnTo>
                    <a:pt x="263646" y="1539177"/>
                  </a:lnTo>
                  <a:lnTo>
                    <a:pt x="244476" y="1580126"/>
                  </a:lnTo>
                  <a:lnTo>
                    <a:pt x="225973" y="1621444"/>
                  </a:lnTo>
                  <a:lnTo>
                    <a:pt x="208144" y="1663124"/>
                  </a:lnTo>
                  <a:lnTo>
                    <a:pt x="190996" y="1705160"/>
                  </a:lnTo>
                  <a:lnTo>
                    <a:pt x="174536" y="1747544"/>
                  </a:lnTo>
                  <a:lnTo>
                    <a:pt x="158770" y="1790270"/>
                  </a:lnTo>
                  <a:lnTo>
                    <a:pt x="143706" y="1833331"/>
                  </a:lnTo>
                  <a:lnTo>
                    <a:pt x="129351" y="1876720"/>
                  </a:lnTo>
                  <a:lnTo>
                    <a:pt x="115711" y="1920429"/>
                  </a:lnTo>
                  <a:lnTo>
                    <a:pt x="102793" y="1964452"/>
                  </a:lnTo>
                  <a:lnTo>
                    <a:pt x="90605" y="2008782"/>
                  </a:lnTo>
                  <a:lnTo>
                    <a:pt x="79153" y="2053413"/>
                  </a:lnTo>
                  <a:lnTo>
                    <a:pt x="68444" y="2098336"/>
                  </a:lnTo>
                  <a:lnTo>
                    <a:pt x="58485" y="2143546"/>
                  </a:lnTo>
                  <a:lnTo>
                    <a:pt x="49283" y="2189035"/>
                  </a:lnTo>
                  <a:lnTo>
                    <a:pt x="40845" y="2234796"/>
                  </a:lnTo>
                  <a:lnTo>
                    <a:pt x="33178" y="2280822"/>
                  </a:lnTo>
                  <a:lnTo>
                    <a:pt x="26288" y="2327107"/>
                  </a:lnTo>
                  <a:lnTo>
                    <a:pt x="20183" y="2373644"/>
                  </a:lnTo>
                  <a:lnTo>
                    <a:pt x="14870" y="2420425"/>
                  </a:lnTo>
                  <a:lnTo>
                    <a:pt x="10355" y="2467444"/>
                  </a:lnTo>
                  <a:lnTo>
                    <a:pt x="6645" y="2514694"/>
                  </a:lnTo>
                  <a:lnTo>
                    <a:pt x="3748" y="2562167"/>
                  </a:lnTo>
                  <a:lnTo>
                    <a:pt x="1670" y="2609858"/>
                  </a:lnTo>
                  <a:lnTo>
                    <a:pt x="418" y="2657758"/>
                  </a:lnTo>
                  <a:lnTo>
                    <a:pt x="0" y="2705862"/>
                  </a:lnTo>
                  <a:lnTo>
                    <a:pt x="418" y="2753989"/>
                  </a:lnTo>
                  <a:lnTo>
                    <a:pt x="1670" y="2801912"/>
                  </a:lnTo>
                  <a:lnTo>
                    <a:pt x="3748" y="2849625"/>
                  </a:lnTo>
                  <a:lnTo>
                    <a:pt x="6645" y="2897119"/>
                  </a:lnTo>
                  <a:lnTo>
                    <a:pt x="10355" y="2944389"/>
                  </a:lnTo>
                  <a:lnTo>
                    <a:pt x="14870" y="2991427"/>
                  </a:lnTo>
                  <a:lnTo>
                    <a:pt x="20183" y="3038226"/>
                  </a:lnTo>
                  <a:lnTo>
                    <a:pt x="26288" y="3084780"/>
                  </a:lnTo>
                  <a:lnTo>
                    <a:pt x="33178" y="3131081"/>
                  </a:lnTo>
                  <a:lnTo>
                    <a:pt x="40845" y="3177123"/>
                  </a:lnTo>
                  <a:lnTo>
                    <a:pt x="49283" y="3222899"/>
                  </a:lnTo>
                  <a:lnTo>
                    <a:pt x="58485" y="3268401"/>
                  </a:lnTo>
                  <a:lnTo>
                    <a:pt x="68444" y="3313623"/>
                  </a:lnTo>
                  <a:lnTo>
                    <a:pt x="79153" y="3358559"/>
                  </a:lnTo>
                  <a:lnTo>
                    <a:pt x="90605" y="3403200"/>
                  </a:lnTo>
                  <a:lnTo>
                    <a:pt x="102793" y="3447540"/>
                  </a:lnTo>
                  <a:lnTo>
                    <a:pt x="115711" y="3491573"/>
                  </a:lnTo>
                  <a:lnTo>
                    <a:pt x="129351" y="3535291"/>
                  </a:lnTo>
                  <a:lnTo>
                    <a:pt x="143706" y="3578688"/>
                  </a:lnTo>
                  <a:lnTo>
                    <a:pt x="158770" y="3621756"/>
                  </a:lnTo>
                  <a:lnTo>
                    <a:pt x="174536" y="3664488"/>
                  </a:lnTo>
                  <a:lnTo>
                    <a:pt x="190996" y="3706878"/>
                  </a:lnTo>
                  <a:lnTo>
                    <a:pt x="208144" y="3748919"/>
                  </a:lnTo>
                  <a:lnTo>
                    <a:pt x="225973" y="3790604"/>
                  </a:lnTo>
                  <a:lnTo>
                    <a:pt x="244476" y="3831926"/>
                  </a:lnTo>
                  <a:lnTo>
                    <a:pt x="263646" y="3872878"/>
                  </a:lnTo>
                  <a:lnTo>
                    <a:pt x="283476" y="3913453"/>
                  </a:lnTo>
                  <a:lnTo>
                    <a:pt x="303959" y="3953644"/>
                  </a:lnTo>
                  <a:lnTo>
                    <a:pt x="325089" y="3993444"/>
                  </a:lnTo>
                  <a:lnTo>
                    <a:pt x="346858" y="4032847"/>
                  </a:lnTo>
                  <a:lnTo>
                    <a:pt x="369259" y="4071845"/>
                  </a:lnTo>
                  <a:lnTo>
                    <a:pt x="392286" y="4110432"/>
                  </a:lnTo>
                  <a:lnTo>
                    <a:pt x="415931" y="4148601"/>
                  </a:lnTo>
                  <a:lnTo>
                    <a:pt x="440189" y="4186344"/>
                  </a:lnTo>
                  <a:lnTo>
                    <a:pt x="465050" y="4223655"/>
                  </a:lnTo>
                  <a:lnTo>
                    <a:pt x="490510" y="4260527"/>
                  </a:lnTo>
                  <a:lnTo>
                    <a:pt x="516561" y="4296953"/>
                  </a:lnTo>
                  <a:lnTo>
                    <a:pt x="543196" y="4332926"/>
                  </a:lnTo>
                  <a:lnTo>
                    <a:pt x="570408" y="4368439"/>
                  </a:lnTo>
                  <a:lnTo>
                    <a:pt x="598190" y="4403486"/>
                  </a:lnTo>
                  <a:lnTo>
                    <a:pt x="626535" y="4438059"/>
                  </a:lnTo>
                  <a:lnTo>
                    <a:pt x="655437" y="4472151"/>
                  </a:lnTo>
                  <a:lnTo>
                    <a:pt x="684888" y="4505756"/>
                  </a:lnTo>
                  <a:lnTo>
                    <a:pt x="714882" y="4538866"/>
                  </a:lnTo>
                  <a:lnTo>
                    <a:pt x="745411" y="4571475"/>
                  </a:lnTo>
                  <a:lnTo>
                    <a:pt x="776469" y="4603576"/>
                  </a:lnTo>
                  <a:lnTo>
                    <a:pt x="808048" y="4635162"/>
                  </a:lnTo>
                  <a:lnTo>
                    <a:pt x="840143" y="4666226"/>
                  </a:lnTo>
                  <a:lnTo>
                    <a:pt x="872745" y="4696761"/>
                  </a:lnTo>
                  <a:lnTo>
                    <a:pt x="905849" y="4726760"/>
                  </a:lnTo>
                  <a:lnTo>
                    <a:pt x="939446" y="4756216"/>
                  </a:lnTo>
                  <a:lnTo>
                    <a:pt x="973531" y="4785123"/>
                  </a:lnTo>
                  <a:lnTo>
                    <a:pt x="1008096" y="4813473"/>
                  </a:lnTo>
                  <a:lnTo>
                    <a:pt x="1043135" y="4841259"/>
                  </a:lnTo>
                  <a:lnTo>
                    <a:pt x="1078639" y="4868475"/>
                  </a:lnTo>
                  <a:lnTo>
                    <a:pt x="1114604" y="4895114"/>
                  </a:lnTo>
                  <a:lnTo>
                    <a:pt x="1151021" y="4921169"/>
                  </a:lnTo>
                  <a:lnTo>
                    <a:pt x="1187883" y="4946632"/>
                  </a:lnTo>
                  <a:lnTo>
                    <a:pt x="1225185" y="4971497"/>
                  </a:lnTo>
                  <a:lnTo>
                    <a:pt x="1262918" y="4995758"/>
                  </a:lnTo>
                  <a:lnTo>
                    <a:pt x="1301076" y="5019406"/>
                  </a:lnTo>
                  <a:lnTo>
                    <a:pt x="1339652" y="5042436"/>
                  </a:lnTo>
                  <a:lnTo>
                    <a:pt x="1378639" y="5064840"/>
                  </a:lnTo>
                  <a:lnTo>
                    <a:pt x="1418030" y="5086611"/>
                  </a:lnTo>
                  <a:lnTo>
                    <a:pt x="1457819" y="5107743"/>
                  </a:lnTo>
                  <a:lnTo>
                    <a:pt x="1497998" y="5128228"/>
                  </a:lnTo>
                  <a:lnTo>
                    <a:pt x="1538560" y="5148060"/>
                  </a:lnTo>
                  <a:lnTo>
                    <a:pt x="1579499" y="5167232"/>
                  </a:lnTo>
                  <a:lnTo>
                    <a:pt x="1620808" y="5185737"/>
                  </a:lnTo>
                  <a:lnTo>
                    <a:pt x="1662479" y="5203567"/>
                  </a:lnTo>
                  <a:lnTo>
                    <a:pt x="1704506" y="5220717"/>
                  </a:lnTo>
                  <a:lnTo>
                    <a:pt x="1746881" y="5237178"/>
                  </a:lnTo>
                  <a:lnTo>
                    <a:pt x="1789599" y="5252945"/>
                  </a:lnTo>
                  <a:lnTo>
                    <a:pt x="1832652" y="5268010"/>
                  </a:lnTo>
                  <a:lnTo>
                    <a:pt x="1876032" y="5282366"/>
                  </a:lnTo>
                  <a:lnTo>
                    <a:pt x="1919734" y="5296007"/>
                  </a:lnTo>
                  <a:lnTo>
                    <a:pt x="1963750" y="5308926"/>
                  </a:lnTo>
                  <a:lnTo>
                    <a:pt x="2008073" y="5321115"/>
                  </a:lnTo>
                  <a:lnTo>
                    <a:pt x="2052697" y="5332567"/>
                  </a:lnTo>
                  <a:lnTo>
                    <a:pt x="2097615" y="5343277"/>
                  </a:lnTo>
                  <a:lnTo>
                    <a:pt x="2142818" y="5353236"/>
                  </a:lnTo>
                  <a:lnTo>
                    <a:pt x="2188302" y="5362439"/>
                  </a:lnTo>
                  <a:lnTo>
                    <a:pt x="2234058" y="5370877"/>
                  </a:lnTo>
                  <a:lnTo>
                    <a:pt x="2280080" y="5378544"/>
                  </a:lnTo>
                  <a:lnTo>
                    <a:pt x="2326361" y="5385434"/>
                  </a:lnTo>
                  <a:lnTo>
                    <a:pt x="2372894" y="5391539"/>
                  </a:lnTo>
                  <a:lnTo>
                    <a:pt x="2419672" y="5396853"/>
                  </a:lnTo>
                  <a:lnTo>
                    <a:pt x="2466688" y="5401368"/>
                  </a:lnTo>
                  <a:lnTo>
                    <a:pt x="2513936" y="5405077"/>
                  </a:lnTo>
                  <a:lnTo>
                    <a:pt x="2561408" y="5407975"/>
                  </a:lnTo>
                  <a:lnTo>
                    <a:pt x="2609097" y="5410053"/>
                  </a:lnTo>
                  <a:lnTo>
                    <a:pt x="2656996" y="5411305"/>
                  </a:lnTo>
                  <a:lnTo>
                    <a:pt x="2705100" y="5411724"/>
                  </a:lnTo>
                  <a:lnTo>
                    <a:pt x="2753179" y="5411305"/>
                  </a:lnTo>
                  <a:lnTo>
                    <a:pt x="2801055" y="5410053"/>
                  </a:lnTo>
                  <a:lnTo>
                    <a:pt x="2848722" y="5407975"/>
                  </a:lnTo>
                  <a:lnTo>
                    <a:pt x="2896173" y="5405077"/>
                  </a:lnTo>
                  <a:lnTo>
                    <a:pt x="2943401" y="5401368"/>
                  </a:lnTo>
                  <a:lnTo>
                    <a:pt x="2990398" y="5396853"/>
                  </a:lnTo>
                  <a:lnTo>
                    <a:pt x="3037158" y="5391539"/>
                  </a:lnTo>
                  <a:lnTo>
                    <a:pt x="3083673" y="5385434"/>
                  </a:lnTo>
                  <a:lnTo>
                    <a:pt x="3129938" y="5378544"/>
                  </a:lnTo>
                  <a:lnTo>
                    <a:pt x="3175945" y="5370877"/>
                  </a:lnTo>
                  <a:lnTo>
                    <a:pt x="3221687" y="5362439"/>
                  </a:lnTo>
                  <a:lnTo>
                    <a:pt x="3267157" y="5353236"/>
                  </a:lnTo>
                  <a:lnTo>
                    <a:pt x="3312348" y="5343277"/>
                  </a:lnTo>
                  <a:lnTo>
                    <a:pt x="3357253" y="5332567"/>
                  </a:lnTo>
                  <a:lnTo>
                    <a:pt x="3401866" y="5321115"/>
                  </a:lnTo>
                  <a:lnTo>
                    <a:pt x="3446179" y="5308926"/>
                  </a:lnTo>
                  <a:lnTo>
                    <a:pt x="3490186" y="5296007"/>
                  </a:lnTo>
                  <a:lnTo>
                    <a:pt x="3533879" y="5282366"/>
                  </a:lnTo>
                  <a:lnTo>
                    <a:pt x="3577252" y="5268010"/>
                  </a:lnTo>
                  <a:lnTo>
                    <a:pt x="3620297" y="5252945"/>
                  </a:lnTo>
                  <a:lnTo>
                    <a:pt x="3663008" y="5237178"/>
                  </a:lnTo>
                  <a:lnTo>
                    <a:pt x="3705378" y="5220717"/>
                  </a:lnTo>
                  <a:lnTo>
                    <a:pt x="3747400" y="5203567"/>
                  </a:lnTo>
                  <a:lnTo>
                    <a:pt x="3789067" y="5185737"/>
                  </a:lnTo>
                  <a:lnTo>
                    <a:pt x="3830371" y="5167232"/>
                  </a:lnTo>
                  <a:lnTo>
                    <a:pt x="3871307" y="5148060"/>
                  </a:lnTo>
                  <a:lnTo>
                    <a:pt x="3911867" y="5128228"/>
                  </a:lnTo>
                  <a:lnTo>
                    <a:pt x="3952044" y="5107743"/>
                  </a:lnTo>
                  <a:lnTo>
                    <a:pt x="3991831" y="5086611"/>
                  </a:lnTo>
                  <a:lnTo>
                    <a:pt x="4031221" y="5064840"/>
                  </a:lnTo>
                  <a:lnTo>
                    <a:pt x="4070208" y="5042436"/>
                  </a:lnTo>
                  <a:lnTo>
                    <a:pt x="4108785" y="5019406"/>
                  </a:lnTo>
                  <a:lnTo>
                    <a:pt x="4146944" y="4995758"/>
                  </a:lnTo>
                  <a:lnTo>
                    <a:pt x="4184678" y="4971497"/>
                  </a:lnTo>
                  <a:lnTo>
                    <a:pt x="4221981" y="4946632"/>
                  </a:lnTo>
                  <a:lnTo>
                    <a:pt x="4258846" y="4921169"/>
                  </a:lnTo>
                  <a:lnTo>
                    <a:pt x="4295265" y="4895114"/>
                  </a:lnTo>
                  <a:lnTo>
                    <a:pt x="4331233" y="4868475"/>
                  </a:lnTo>
                  <a:lnTo>
                    <a:pt x="4366741" y="4841259"/>
                  </a:lnTo>
                  <a:lnTo>
                    <a:pt x="4401783" y="4813473"/>
                  </a:lnTo>
                  <a:lnTo>
                    <a:pt x="4436353" y="4785123"/>
                  </a:lnTo>
                  <a:lnTo>
                    <a:pt x="4470442" y="4756216"/>
                  </a:lnTo>
                  <a:lnTo>
                    <a:pt x="4504045" y="4726760"/>
                  </a:lnTo>
                  <a:lnTo>
                    <a:pt x="4537153" y="4696761"/>
                  </a:lnTo>
                  <a:lnTo>
                    <a:pt x="4569761" y="4666226"/>
                  </a:lnTo>
                  <a:lnTo>
                    <a:pt x="4601862" y="4635162"/>
                  </a:lnTo>
                  <a:lnTo>
                    <a:pt x="4633448" y="4603576"/>
                  </a:lnTo>
                  <a:lnTo>
                    <a:pt x="4664512" y="4571475"/>
                  </a:lnTo>
                  <a:lnTo>
                    <a:pt x="4695048" y="4538866"/>
                  </a:lnTo>
                  <a:lnTo>
                    <a:pt x="4725048" y="4505756"/>
                  </a:lnTo>
                  <a:lnTo>
                    <a:pt x="4754507" y="4472151"/>
                  </a:lnTo>
                  <a:lnTo>
                    <a:pt x="4783416" y="4438059"/>
                  </a:lnTo>
                  <a:lnTo>
                    <a:pt x="4811768" y="4403486"/>
                  </a:lnTo>
                  <a:lnTo>
                    <a:pt x="4839558" y="4368439"/>
                  </a:lnTo>
                  <a:lnTo>
                    <a:pt x="4866777" y="4332926"/>
                  </a:lnTo>
                  <a:lnTo>
                    <a:pt x="4893420" y="4296953"/>
                  </a:lnTo>
                  <a:lnTo>
                    <a:pt x="4919479" y="4260527"/>
                  </a:lnTo>
                  <a:lnTo>
                    <a:pt x="4944947" y="4223655"/>
                  </a:lnTo>
                  <a:lnTo>
                    <a:pt x="4969817" y="4186344"/>
                  </a:lnTo>
                  <a:lnTo>
                    <a:pt x="4994082" y="4148601"/>
                  </a:lnTo>
                  <a:lnTo>
                    <a:pt x="5017736" y="4110432"/>
                  </a:lnTo>
                  <a:lnTo>
                    <a:pt x="5040771" y="4071845"/>
                  </a:lnTo>
                  <a:lnTo>
                    <a:pt x="5063180" y="4032847"/>
                  </a:lnTo>
                  <a:lnTo>
                    <a:pt x="5084957" y="3993444"/>
                  </a:lnTo>
                  <a:lnTo>
                    <a:pt x="5106095" y="3953644"/>
                  </a:lnTo>
                  <a:lnTo>
                    <a:pt x="5126586" y="3913453"/>
                  </a:lnTo>
                  <a:lnTo>
                    <a:pt x="5146424" y="3872878"/>
                  </a:lnTo>
                  <a:lnTo>
                    <a:pt x="5165602" y="3831926"/>
                  </a:lnTo>
                  <a:lnTo>
                    <a:pt x="5184113" y="3790604"/>
                  </a:lnTo>
                  <a:lnTo>
                    <a:pt x="5201949" y="3748919"/>
                  </a:lnTo>
                  <a:lnTo>
                    <a:pt x="5219105" y="3706878"/>
                  </a:lnTo>
                  <a:lnTo>
                    <a:pt x="5235573" y="3664488"/>
                  </a:lnTo>
                  <a:lnTo>
                    <a:pt x="5251346" y="3621756"/>
                  </a:lnTo>
                  <a:lnTo>
                    <a:pt x="5266417" y="3578688"/>
                  </a:lnTo>
                  <a:lnTo>
                    <a:pt x="5280779" y="3535291"/>
                  </a:lnTo>
                  <a:lnTo>
                    <a:pt x="5294426" y="3491573"/>
                  </a:lnTo>
                  <a:lnTo>
                    <a:pt x="5307350" y="3447540"/>
                  </a:lnTo>
                  <a:lnTo>
                    <a:pt x="5319544" y="3403200"/>
                  </a:lnTo>
                  <a:lnTo>
                    <a:pt x="5331002" y="3358559"/>
                  </a:lnTo>
                  <a:lnTo>
                    <a:pt x="5341716" y="3313623"/>
                  </a:lnTo>
                  <a:lnTo>
                    <a:pt x="5351681" y="3268401"/>
                  </a:lnTo>
                  <a:lnTo>
                    <a:pt x="5360888" y="3222899"/>
                  </a:lnTo>
                  <a:lnTo>
                    <a:pt x="5369330" y="3177123"/>
                  </a:lnTo>
                  <a:lnTo>
                    <a:pt x="5377002" y="3131081"/>
                  </a:lnTo>
                  <a:lnTo>
                    <a:pt x="5383895" y="3084780"/>
                  </a:lnTo>
                  <a:lnTo>
                    <a:pt x="5390004" y="3038226"/>
                  </a:lnTo>
                  <a:lnTo>
                    <a:pt x="5395320" y="2991427"/>
                  </a:lnTo>
                  <a:lnTo>
                    <a:pt x="5399838" y="2944389"/>
                  </a:lnTo>
                  <a:lnTo>
                    <a:pt x="5403549" y="2897119"/>
                  </a:lnTo>
                  <a:lnTo>
                    <a:pt x="5406448" y="2849625"/>
                  </a:lnTo>
                  <a:lnTo>
                    <a:pt x="5408528" y="2801912"/>
                  </a:lnTo>
                  <a:lnTo>
                    <a:pt x="5409780" y="2753989"/>
                  </a:lnTo>
                  <a:lnTo>
                    <a:pt x="5410200" y="2705861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30501" y="1041653"/>
              <a:ext cx="5410200" cy="5422265"/>
            </a:xfrm>
            <a:custGeom>
              <a:avLst/>
              <a:gdLst/>
              <a:ahLst/>
              <a:cxnLst/>
              <a:rect l="l" t="t" r="r" b="b"/>
              <a:pathLst>
                <a:path w="5410200" h="5422265">
                  <a:moveTo>
                    <a:pt x="12699" y="2571750"/>
                  </a:moveTo>
                  <a:lnTo>
                    <a:pt x="12699" y="2406374"/>
                  </a:lnTo>
                  <a:lnTo>
                    <a:pt x="0" y="2454265"/>
                  </a:lnTo>
                  <a:lnTo>
                    <a:pt x="0" y="2641092"/>
                  </a:lnTo>
                  <a:lnTo>
                    <a:pt x="12699" y="2571750"/>
                  </a:lnTo>
                  <a:close/>
                </a:path>
                <a:path w="5410200" h="5422265">
                  <a:moveTo>
                    <a:pt x="12700" y="2987802"/>
                  </a:moveTo>
                  <a:lnTo>
                    <a:pt x="12700" y="2849880"/>
                  </a:lnTo>
                  <a:lnTo>
                    <a:pt x="0" y="2780538"/>
                  </a:lnTo>
                  <a:lnTo>
                    <a:pt x="0" y="2919222"/>
                  </a:lnTo>
                  <a:lnTo>
                    <a:pt x="12700" y="2987802"/>
                  </a:lnTo>
                  <a:close/>
                </a:path>
                <a:path w="5410200" h="5422265">
                  <a:moveTo>
                    <a:pt x="25399" y="2406777"/>
                  </a:moveTo>
                  <a:lnTo>
                    <a:pt x="25399" y="2311373"/>
                  </a:lnTo>
                  <a:lnTo>
                    <a:pt x="12699" y="2358741"/>
                  </a:lnTo>
                  <a:lnTo>
                    <a:pt x="12699" y="2454845"/>
                  </a:lnTo>
                  <a:lnTo>
                    <a:pt x="25399" y="2406777"/>
                  </a:lnTo>
                  <a:close/>
                </a:path>
                <a:path w="5410200" h="5422265">
                  <a:moveTo>
                    <a:pt x="25400" y="3084318"/>
                  </a:moveTo>
                  <a:lnTo>
                    <a:pt x="25400" y="3035443"/>
                  </a:lnTo>
                  <a:lnTo>
                    <a:pt x="12700" y="2987040"/>
                  </a:lnTo>
                  <a:lnTo>
                    <a:pt x="12700" y="3036200"/>
                  </a:lnTo>
                  <a:lnTo>
                    <a:pt x="25400" y="3084318"/>
                  </a:lnTo>
                  <a:close/>
                </a:path>
                <a:path w="5410200" h="5422265">
                  <a:moveTo>
                    <a:pt x="63499" y="2170534"/>
                  </a:moveTo>
                  <a:lnTo>
                    <a:pt x="63499" y="2124693"/>
                  </a:lnTo>
                  <a:lnTo>
                    <a:pt x="25399" y="2264277"/>
                  </a:lnTo>
                  <a:lnTo>
                    <a:pt x="25399" y="2358973"/>
                  </a:lnTo>
                  <a:lnTo>
                    <a:pt x="38099" y="2311439"/>
                  </a:lnTo>
                  <a:lnTo>
                    <a:pt x="38099" y="2264183"/>
                  </a:lnTo>
                  <a:lnTo>
                    <a:pt x="63499" y="2170534"/>
                  </a:lnTo>
                  <a:close/>
                </a:path>
                <a:path w="5410200" h="5422265">
                  <a:moveTo>
                    <a:pt x="38100" y="3179684"/>
                  </a:moveTo>
                  <a:lnTo>
                    <a:pt x="38100" y="3131415"/>
                  </a:lnTo>
                  <a:lnTo>
                    <a:pt x="25400" y="3083571"/>
                  </a:lnTo>
                  <a:lnTo>
                    <a:pt x="25400" y="3132148"/>
                  </a:lnTo>
                  <a:lnTo>
                    <a:pt x="38100" y="3179684"/>
                  </a:lnTo>
                  <a:close/>
                </a:path>
                <a:path w="5410200" h="5422265">
                  <a:moveTo>
                    <a:pt x="292089" y="3936067"/>
                  </a:moveTo>
                  <a:lnTo>
                    <a:pt x="279400" y="3894570"/>
                  </a:lnTo>
                  <a:lnTo>
                    <a:pt x="254000" y="3852627"/>
                  </a:lnTo>
                  <a:lnTo>
                    <a:pt x="241300" y="3810280"/>
                  </a:lnTo>
                  <a:lnTo>
                    <a:pt x="215900" y="3767536"/>
                  </a:lnTo>
                  <a:lnTo>
                    <a:pt x="203200" y="3724402"/>
                  </a:lnTo>
                  <a:lnTo>
                    <a:pt x="177800" y="3680885"/>
                  </a:lnTo>
                  <a:lnTo>
                    <a:pt x="152400" y="3592731"/>
                  </a:lnTo>
                  <a:lnTo>
                    <a:pt x="38100" y="3178970"/>
                  </a:lnTo>
                  <a:lnTo>
                    <a:pt x="38100" y="3226918"/>
                  </a:lnTo>
                  <a:lnTo>
                    <a:pt x="152400" y="3637334"/>
                  </a:lnTo>
                  <a:lnTo>
                    <a:pt x="177800" y="3681178"/>
                  </a:lnTo>
                  <a:lnTo>
                    <a:pt x="203200" y="3767727"/>
                  </a:lnTo>
                  <a:lnTo>
                    <a:pt x="228600" y="3810419"/>
                  </a:lnTo>
                  <a:lnTo>
                    <a:pt x="241300" y="3852714"/>
                  </a:lnTo>
                  <a:lnTo>
                    <a:pt x="292089" y="3936067"/>
                  </a:lnTo>
                  <a:close/>
                </a:path>
                <a:path w="5410200" h="5422265">
                  <a:moveTo>
                    <a:pt x="151613" y="1811198"/>
                  </a:moveTo>
                  <a:lnTo>
                    <a:pt x="126999" y="1853823"/>
                  </a:lnTo>
                  <a:lnTo>
                    <a:pt x="63499" y="2078756"/>
                  </a:lnTo>
                  <a:lnTo>
                    <a:pt x="63499" y="2124154"/>
                  </a:lnTo>
                  <a:lnTo>
                    <a:pt x="151613" y="1811198"/>
                  </a:lnTo>
                  <a:close/>
                </a:path>
                <a:path w="5410200" h="5422265">
                  <a:moveTo>
                    <a:pt x="153198" y="1807092"/>
                  </a:moveTo>
                  <a:lnTo>
                    <a:pt x="152399" y="1808467"/>
                  </a:lnTo>
                  <a:lnTo>
                    <a:pt x="151613" y="1811198"/>
                  </a:lnTo>
                  <a:lnTo>
                    <a:pt x="152399" y="1809835"/>
                  </a:lnTo>
                  <a:lnTo>
                    <a:pt x="153198" y="1807092"/>
                  </a:lnTo>
                  <a:close/>
                </a:path>
                <a:path w="5410200" h="5422265">
                  <a:moveTo>
                    <a:pt x="5372100" y="2283593"/>
                  </a:moveTo>
                  <a:lnTo>
                    <a:pt x="5372100" y="2217464"/>
                  </a:lnTo>
                  <a:lnTo>
                    <a:pt x="5334000" y="2078758"/>
                  </a:lnTo>
                  <a:lnTo>
                    <a:pt x="5334000" y="2033127"/>
                  </a:lnTo>
                  <a:lnTo>
                    <a:pt x="5295900" y="1898149"/>
                  </a:lnTo>
                  <a:lnTo>
                    <a:pt x="5270500" y="1853818"/>
                  </a:lnTo>
                  <a:lnTo>
                    <a:pt x="5232400" y="1722907"/>
                  </a:lnTo>
                  <a:lnTo>
                    <a:pt x="5207000" y="1679987"/>
                  </a:lnTo>
                  <a:lnTo>
                    <a:pt x="5194300" y="1637439"/>
                  </a:lnTo>
                  <a:lnTo>
                    <a:pt x="5168900" y="1595268"/>
                  </a:lnTo>
                  <a:lnTo>
                    <a:pt x="5156200" y="1553482"/>
                  </a:lnTo>
                  <a:lnTo>
                    <a:pt x="5130800" y="1512087"/>
                  </a:lnTo>
                  <a:lnTo>
                    <a:pt x="5118100" y="1471092"/>
                  </a:lnTo>
                  <a:lnTo>
                    <a:pt x="5067300" y="1390326"/>
                  </a:lnTo>
                  <a:lnTo>
                    <a:pt x="5054600" y="1350570"/>
                  </a:lnTo>
                  <a:lnTo>
                    <a:pt x="5029200" y="1311240"/>
                  </a:lnTo>
                  <a:lnTo>
                    <a:pt x="4978400" y="1233891"/>
                  </a:lnTo>
                  <a:lnTo>
                    <a:pt x="4927600" y="1158335"/>
                  </a:lnTo>
                  <a:lnTo>
                    <a:pt x="4876800" y="1084629"/>
                  </a:lnTo>
                  <a:lnTo>
                    <a:pt x="4838700" y="1048487"/>
                  </a:lnTo>
                  <a:lnTo>
                    <a:pt x="4787900" y="977661"/>
                  </a:lnTo>
                  <a:lnTo>
                    <a:pt x="4762500" y="942991"/>
                  </a:lnTo>
                  <a:lnTo>
                    <a:pt x="4724400" y="908825"/>
                  </a:lnTo>
                  <a:lnTo>
                    <a:pt x="4699000" y="875172"/>
                  </a:lnTo>
                  <a:lnTo>
                    <a:pt x="4660900" y="842037"/>
                  </a:lnTo>
                  <a:lnTo>
                    <a:pt x="4635500" y="809428"/>
                  </a:lnTo>
                  <a:lnTo>
                    <a:pt x="4597400" y="777352"/>
                  </a:lnTo>
                  <a:lnTo>
                    <a:pt x="4572000" y="745817"/>
                  </a:lnTo>
                  <a:lnTo>
                    <a:pt x="4533900" y="714828"/>
                  </a:lnTo>
                  <a:lnTo>
                    <a:pt x="4508500" y="684393"/>
                  </a:lnTo>
                  <a:lnTo>
                    <a:pt x="4470400" y="654520"/>
                  </a:lnTo>
                  <a:lnTo>
                    <a:pt x="4432300" y="625214"/>
                  </a:lnTo>
                  <a:lnTo>
                    <a:pt x="4394200" y="596485"/>
                  </a:lnTo>
                  <a:lnTo>
                    <a:pt x="4368800" y="568337"/>
                  </a:lnTo>
                  <a:lnTo>
                    <a:pt x="4330700" y="540779"/>
                  </a:lnTo>
                  <a:lnTo>
                    <a:pt x="4292600" y="513817"/>
                  </a:lnTo>
                  <a:lnTo>
                    <a:pt x="4254500" y="487459"/>
                  </a:lnTo>
                  <a:lnTo>
                    <a:pt x="4216400" y="461711"/>
                  </a:lnTo>
                  <a:lnTo>
                    <a:pt x="4178300" y="436581"/>
                  </a:lnTo>
                  <a:lnTo>
                    <a:pt x="4140200" y="412076"/>
                  </a:lnTo>
                  <a:lnTo>
                    <a:pt x="4102100" y="388203"/>
                  </a:lnTo>
                  <a:lnTo>
                    <a:pt x="4064000" y="364968"/>
                  </a:lnTo>
                  <a:lnTo>
                    <a:pt x="4025900" y="342379"/>
                  </a:lnTo>
                  <a:lnTo>
                    <a:pt x="3987800" y="320443"/>
                  </a:lnTo>
                  <a:lnTo>
                    <a:pt x="3937000" y="299167"/>
                  </a:lnTo>
                  <a:lnTo>
                    <a:pt x="3898900" y="278558"/>
                  </a:lnTo>
                  <a:lnTo>
                    <a:pt x="3860800" y="258624"/>
                  </a:lnTo>
                  <a:lnTo>
                    <a:pt x="3822700" y="239370"/>
                  </a:lnTo>
                  <a:lnTo>
                    <a:pt x="3771900" y="220804"/>
                  </a:lnTo>
                  <a:lnTo>
                    <a:pt x="3733800" y="202934"/>
                  </a:lnTo>
                  <a:lnTo>
                    <a:pt x="3695700" y="185766"/>
                  </a:lnTo>
                  <a:lnTo>
                    <a:pt x="3644900" y="169308"/>
                  </a:lnTo>
                  <a:lnTo>
                    <a:pt x="3606800" y="153566"/>
                  </a:lnTo>
                  <a:lnTo>
                    <a:pt x="3556000" y="138547"/>
                  </a:lnTo>
                  <a:lnTo>
                    <a:pt x="3517900" y="124259"/>
                  </a:lnTo>
                  <a:lnTo>
                    <a:pt x="3467100" y="110708"/>
                  </a:lnTo>
                  <a:lnTo>
                    <a:pt x="3429000" y="97903"/>
                  </a:lnTo>
                  <a:lnTo>
                    <a:pt x="3378200" y="85849"/>
                  </a:lnTo>
                  <a:lnTo>
                    <a:pt x="3340100" y="74553"/>
                  </a:lnTo>
                  <a:lnTo>
                    <a:pt x="3289300" y="64024"/>
                  </a:lnTo>
                  <a:lnTo>
                    <a:pt x="3251200" y="54267"/>
                  </a:lnTo>
                  <a:lnTo>
                    <a:pt x="3200400" y="45290"/>
                  </a:lnTo>
                  <a:lnTo>
                    <a:pt x="3149600" y="37101"/>
                  </a:lnTo>
                  <a:lnTo>
                    <a:pt x="3111500" y="29705"/>
                  </a:lnTo>
                  <a:lnTo>
                    <a:pt x="3060700" y="23110"/>
                  </a:lnTo>
                  <a:lnTo>
                    <a:pt x="3009900" y="17324"/>
                  </a:lnTo>
                  <a:lnTo>
                    <a:pt x="2959100" y="12353"/>
                  </a:lnTo>
                  <a:lnTo>
                    <a:pt x="2921000" y="8204"/>
                  </a:lnTo>
                  <a:lnTo>
                    <a:pt x="2870200" y="4884"/>
                  </a:lnTo>
                  <a:lnTo>
                    <a:pt x="2819400" y="2401"/>
                  </a:lnTo>
                  <a:lnTo>
                    <a:pt x="2768600" y="762"/>
                  </a:lnTo>
                  <a:lnTo>
                    <a:pt x="2705100" y="0"/>
                  </a:lnTo>
                  <a:lnTo>
                    <a:pt x="2628900" y="762"/>
                  </a:lnTo>
                  <a:lnTo>
                    <a:pt x="2590800" y="2410"/>
                  </a:lnTo>
                  <a:lnTo>
                    <a:pt x="2540000" y="4902"/>
                  </a:lnTo>
                  <a:lnTo>
                    <a:pt x="2489200" y="8230"/>
                  </a:lnTo>
                  <a:lnTo>
                    <a:pt x="2438400" y="12386"/>
                  </a:lnTo>
                  <a:lnTo>
                    <a:pt x="2400300" y="17365"/>
                  </a:lnTo>
                  <a:lnTo>
                    <a:pt x="2349500" y="23158"/>
                  </a:lnTo>
                  <a:lnTo>
                    <a:pt x="2298700" y="29759"/>
                  </a:lnTo>
                  <a:lnTo>
                    <a:pt x="2247900" y="37161"/>
                  </a:lnTo>
                  <a:lnTo>
                    <a:pt x="2209800" y="45356"/>
                  </a:lnTo>
                  <a:lnTo>
                    <a:pt x="2159000" y="54338"/>
                  </a:lnTo>
                  <a:lnTo>
                    <a:pt x="2120900" y="64100"/>
                  </a:lnTo>
                  <a:lnTo>
                    <a:pt x="2070100" y="74634"/>
                  </a:lnTo>
                  <a:lnTo>
                    <a:pt x="2019300" y="85933"/>
                  </a:lnTo>
                  <a:lnTo>
                    <a:pt x="1981200" y="97991"/>
                  </a:lnTo>
                  <a:lnTo>
                    <a:pt x="1930400" y="110801"/>
                  </a:lnTo>
                  <a:lnTo>
                    <a:pt x="1892300" y="124354"/>
                  </a:lnTo>
                  <a:lnTo>
                    <a:pt x="1841500" y="138645"/>
                  </a:lnTo>
                  <a:lnTo>
                    <a:pt x="1803400" y="153666"/>
                  </a:lnTo>
                  <a:lnTo>
                    <a:pt x="1765300" y="169411"/>
                  </a:lnTo>
                  <a:lnTo>
                    <a:pt x="1714500" y="185871"/>
                  </a:lnTo>
                  <a:lnTo>
                    <a:pt x="1676400" y="203041"/>
                  </a:lnTo>
                  <a:lnTo>
                    <a:pt x="1625599" y="220912"/>
                  </a:lnTo>
                  <a:lnTo>
                    <a:pt x="1587499" y="239479"/>
                  </a:lnTo>
                  <a:lnTo>
                    <a:pt x="1549399" y="258733"/>
                  </a:lnTo>
                  <a:lnTo>
                    <a:pt x="1511299" y="278669"/>
                  </a:lnTo>
                  <a:lnTo>
                    <a:pt x="1460499" y="299278"/>
                  </a:lnTo>
                  <a:lnTo>
                    <a:pt x="1422399" y="320554"/>
                  </a:lnTo>
                  <a:lnTo>
                    <a:pt x="1384299" y="342489"/>
                  </a:lnTo>
                  <a:lnTo>
                    <a:pt x="1346199" y="365078"/>
                  </a:lnTo>
                  <a:lnTo>
                    <a:pt x="1308099" y="388312"/>
                  </a:lnTo>
                  <a:lnTo>
                    <a:pt x="1269999" y="412185"/>
                  </a:lnTo>
                  <a:lnTo>
                    <a:pt x="1231899" y="436689"/>
                  </a:lnTo>
                  <a:lnTo>
                    <a:pt x="1193799" y="461818"/>
                  </a:lnTo>
                  <a:lnTo>
                    <a:pt x="1155699" y="487564"/>
                  </a:lnTo>
                  <a:lnTo>
                    <a:pt x="1117599" y="513920"/>
                  </a:lnTo>
                  <a:lnTo>
                    <a:pt x="1079499" y="540880"/>
                  </a:lnTo>
                  <a:lnTo>
                    <a:pt x="1041399" y="568437"/>
                  </a:lnTo>
                  <a:lnTo>
                    <a:pt x="1003299" y="596582"/>
                  </a:lnTo>
                  <a:lnTo>
                    <a:pt x="977899" y="625310"/>
                  </a:lnTo>
                  <a:lnTo>
                    <a:pt x="939799" y="654613"/>
                  </a:lnTo>
                  <a:lnTo>
                    <a:pt x="901699" y="684484"/>
                  </a:lnTo>
                  <a:lnTo>
                    <a:pt x="876299" y="714916"/>
                  </a:lnTo>
                  <a:lnTo>
                    <a:pt x="838199" y="745902"/>
                  </a:lnTo>
                  <a:lnTo>
                    <a:pt x="800099" y="777435"/>
                  </a:lnTo>
                  <a:lnTo>
                    <a:pt x="774699" y="809508"/>
                  </a:lnTo>
                  <a:lnTo>
                    <a:pt x="736599" y="842114"/>
                  </a:lnTo>
                  <a:lnTo>
                    <a:pt x="711199" y="875246"/>
                  </a:lnTo>
                  <a:lnTo>
                    <a:pt x="673099" y="908897"/>
                  </a:lnTo>
                  <a:lnTo>
                    <a:pt x="647699" y="943059"/>
                  </a:lnTo>
                  <a:lnTo>
                    <a:pt x="622299" y="977726"/>
                  </a:lnTo>
                  <a:lnTo>
                    <a:pt x="596899" y="1012891"/>
                  </a:lnTo>
                  <a:lnTo>
                    <a:pt x="558799" y="1048546"/>
                  </a:lnTo>
                  <a:lnTo>
                    <a:pt x="533399" y="1084685"/>
                  </a:lnTo>
                  <a:lnTo>
                    <a:pt x="482599" y="1158385"/>
                  </a:lnTo>
                  <a:lnTo>
                    <a:pt x="431799" y="1233935"/>
                  </a:lnTo>
                  <a:lnTo>
                    <a:pt x="380999" y="1311277"/>
                  </a:lnTo>
                  <a:lnTo>
                    <a:pt x="330199" y="1390357"/>
                  </a:lnTo>
                  <a:lnTo>
                    <a:pt x="317499" y="1430531"/>
                  </a:lnTo>
                  <a:lnTo>
                    <a:pt x="292089" y="1471134"/>
                  </a:lnTo>
                  <a:lnTo>
                    <a:pt x="266699" y="1512110"/>
                  </a:lnTo>
                  <a:lnTo>
                    <a:pt x="253999" y="1553502"/>
                  </a:lnTo>
                  <a:lnTo>
                    <a:pt x="228599" y="1595285"/>
                  </a:lnTo>
                  <a:lnTo>
                    <a:pt x="215899" y="1637454"/>
                  </a:lnTo>
                  <a:lnTo>
                    <a:pt x="190499" y="1680000"/>
                  </a:lnTo>
                  <a:lnTo>
                    <a:pt x="153198" y="1807092"/>
                  </a:lnTo>
                  <a:lnTo>
                    <a:pt x="177799" y="1764735"/>
                  </a:lnTo>
                  <a:lnTo>
                    <a:pt x="203199" y="1678367"/>
                  </a:lnTo>
                  <a:lnTo>
                    <a:pt x="228599" y="1635745"/>
                  </a:lnTo>
                  <a:lnTo>
                    <a:pt x="241299" y="1593508"/>
                  </a:lnTo>
                  <a:lnTo>
                    <a:pt x="266699" y="1551661"/>
                  </a:lnTo>
                  <a:lnTo>
                    <a:pt x="279399" y="1510213"/>
                  </a:lnTo>
                  <a:lnTo>
                    <a:pt x="292110" y="1489674"/>
                  </a:lnTo>
                  <a:lnTo>
                    <a:pt x="330199" y="1428540"/>
                  </a:lnTo>
                  <a:lnTo>
                    <a:pt x="342899" y="1388329"/>
                  </a:lnTo>
                  <a:lnTo>
                    <a:pt x="393699" y="1309194"/>
                  </a:lnTo>
                  <a:lnTo>
                    <a:pt x="444499" y="1231823"/>
                  </a:lnTo>
                  <a:lnTo>
                    <a:pt x="495299" y="1156272"/>
                  </a:lnTo>
                  <a:lnTo>
                    <a:pt x="546099" y="1082598"/>
                  </a:lnTo>
                  <a:lnTo>
                    <a:pt x="571499" y="1046482"/>
                  </a:lnTo>
                  <a:lnTo>
                    <a:pt x="609599" y="1010856"/>
                  </a:lnTo>
                  <a:lnTo>
                    <a:pt x="634999" y="975729"/>
                  </a:lnTo>
                  <a:lnTo>
                    <a:pt x="660399" y="941105"/>
                  </a:lnTo>
                  <a:lnTo>
                    <a:pt x="698499" y="906994"/>
                  </a:lnTo>
                  <a:lnTo>
                    <a:pt x="723899" y="873401"/>
                  </a:lnTo>
                  <a:lnTo>
                    <a:pt x="761999" y="840334"/>
                  </a:lnTo>
                  <a:lnTo>
                    <a:pt x="787399" y="807800"/>
                  </a:lnTo>
                  <a:lnTo>
                    <a:pt x="825499" y="775806"/>
                  </a:lnTo>
                  <a:lnTo>
                    <a:pt x="850899" y="744359"/>
                  </a:lnTo>
                  <a:lnTo>
                    <a:pt x="888999" y="713466"/>
                  </a:lnTo>
                  <a:lnTo>
                    <a:pt x="914399" y="683135"/>
                  </a:lnTo>
                  <a:lnTo>
                    <a:pt x="952499" y="653372"/>
                  </a:lnTo>
                  <a:lnTo>
                    <a:pt x="990599" y="624184"/>
                  </a:lnTo>
                  <a:lnTo>
                    <a:pt x="1028699" y="595579"/>
                  </a:lnTo>
                  <a:lnTo>
                    <a:pt x="1054099" y="567564"/>
                  </a:lnTo>
                  <a:lnTo>
                    <a:pt x="1092199" y="540145"/>
                  </a:lnTo>
                  <a:lnTo>
                    <a:pt x="1130299" y="513330"/>
                  </a:lnTo>
                  <a:lnTo>
                    <a:pt x="1168399" y="487126"/>
                  </a:lnTo>
                  <a:lnTo>
                    <a:pt x="1206499" y="461540"/>
                  </a:lnTo>
                  <a:lnTo>
                    <a:pt x="1244599" y="436580"/>
                  </a:lnTo>
                  <a:lnTo>
                    <a:pt x="1282699" y="412251"/>
                  </a:lnTo>
                  <a:lnTo>
                    <a:pt x="1320799" y="388561"/>
                  </a:lnTo>
                  <a:lnTo>
                    <a:pt x="1358899" y="365518"/>
                  </a:lnTo>
                  <a:lnTo>
                    <a:pt x="1396999" y="343128"/>
                  </a:lnTo>
                  <a:lnTo>
                    <a:pt x="1447799" y="321399"/>
                  </a:lnTo>
                  <a:lnTo>
                    <a:pt x="1485899" y="300337"/>
                  </a:lnTo>
                  <a:lnTo>
                    <a:pt x="1523999" y="279950"/>
                  </a:lnTo>
                  <a:lnTo>
                    <a:pt x="1562099" y="260245"/>
                  </a:lnTo>
                  <a:lnTo>
                    <a:pt x="1612899" y="241228"/>
                  </a:lnTo>
                  <a:lnTo>
                    <a:pt x="1651000" y="222907"/>
                  </a:lnTo>
                  <a:lnTo>
                    <a:pt x="1689100" y="205290"/>
                  </a:lnTo>
                  <a:lnTo>
                    <a:pt x="1739900" y="188382"/>
                  </a:lnTo>
                  <a:lnTo>
                    <a:pt x="1778000" y="172192"/>
                  </a:lnTo>
                  <a:lnTo>
                    <a:pt x="1816100" y="156726"/>
                  </a:lnTo>
                  <a:lnTo>
                    <a:pt x="1866900" y="141991"/>
                  </a:lnTo>
                  <a:lnTo>
                    <a:pt x="1905000" y="127995"/>
                  </a:lnTo>
                  <a:lnTo>
                    <a:pt x="1955800" y="114744"/>
                  </a:lnTo>
                  <a:lnTo>
                    <a:pt x="1993900" y="102246"/>
                  </a:lnTo>
                  <a:lnTo>
                    <a:pt x="2044700" y="90508"/>
                  </a:lnTo>
                  <a:lnTo>
                    <a:pt x="2095500" y="79536"/>
                  </a:lnTo>
                  <a:lnTo>
                    <a:pt x="2133600" y="69338"/>
                  </a:lnTo>
                  <a:lnTo>
                    <a:pt x="2184400" y="59921"/>
                  </a:lnTo>
                  <a:lnTo>
                    <a:pt x="2222500" y="51292"/>
                  </a:lnTo>
                  <a:lnTo>
                    <a:pt x="2273300" y="43459"/>
                  </a:lnTo>
                  <a:lnTo>
                    <a:pt x="2324100" y="36427"/>
                  </a:lnTo>
                  <a:lnTo>
                    <a:pt x="2374900" y="30205"/>
                  </a:lnTo>
                  <a:lnTo>
                    <a:pt x="2413000" y="24799"/>
                  </a:lnTo>
                  <a:lnTo>
                    <a:pt x="2463800" y="20217"/>
                  </a:lnTo>
                  <a:lnTo>
                    <a:pt x="2514600" y="16465"/>
                  </a:lnTo>
                  <a:lnTo>
                    <a:pt x="2565400" y="13551"/>
                  </a:lnTo>
                  <a:lnTo>
                    <a:pt x="2603500" y="11482"/>
                  </a:lnTo>
                  <a:lnTo>
                    <a:pt x="2654300" y="10264"/>
                  </a:lnTo>
                  <a:lnTo>
                    <a:pt x="2705100" y="9906"/>
                  </a:lnTo>
                  <a:lnTo>
                    <a:pt x="2768600" y="10668"/>
                  </a:lnTo>
                  <a:lnTo>
                    <a:pt x="2844800" y="12954"/>
                  </a:lnTo>
                  <a:lnTo>
                    <a:pt x="2895600" y="15889"/>
                  </a:lnTo>
                  <a:lnTo>
                    <a:pt x="2933700" y="19676"/>
                  </a:lnTo>
                  <a:lnTo>
                    <a:pt x="2984500" y="24309"/>
                  </a:lnTo>
                  <a:lnTo>
                    <a:pt x="3035300" y="29779"/>
                  </a:lnTo>
                  <a:lnTo>
                    <a:pt x="3086100" y="36079"/>
                  </a:lnTo>
                  <a:lnTo>
                    <a:pt x="3136900" y="43202"/>
                  </a:lnTo>
                  <a:lnTo>
                    <a:pt x="3175000" y="51140"/>
                  </a:lnTo>
                  <a:lnTo>
                    <a:pt x="3225800" y="59885"/>
                  </a:lnTo>
                  <a:lnTo>
                    <a:pt x="3276600" y="69432"/>
                  </a:lnTo>
                  <a:lnTo>
                    <a:pt x="3314700" y="79771"/>
                  </a:lnTo>
                  <a:lnTo>
                    <a:pt x="3365500" y="90895"/>
                  </a:lnTo>
                  <a:lnTo>
                    <a:pt x="3403600" y="102798"/>
                  </a:lnTo>
                  <a:lnTo>
                    <a:pt x="3454400" y="115472"/>
                  </a:lnTo>
                  <a:lnTo>
                    <a:pt x="3505200" y="128908"/>
                  </a:lnTo>
                  <a:lnTo>
                    <a:pt x="3543300" y="143101"/>
                  </a:lnTo>
                  <a:lnTo>
                    <a:pt x="3594100" y="158042"/>
                  </a:lnTo>
                  <a:lnTo>
                    <a:pt x="3632200" y="173723"/>
                  </a:lnTo>
                  <a:lnTo>
                    <a:pt x="3670300" y="190139"/>
                  </a:lnTo>
                  <a:lnTo>
                    <a:pt x="3721100" y="207280"/>
                  </a:lnTo>
                  <a:lnTo>
                    <a:pt x="3759200" y="225140"/>
                  </a:lnTo>
                  <a:lnTo>
                    <a:pt x="3810000" y="243711"/>
                  </a:lnTo>
                  <a:lnTo>
                    <a:pt x="3848100" y="262987"/>
                  </a:lnTo>
                  <a:lnTo>
                    <a:pt x="3886200" y="282958"/>
                  </a:lnTo>
                  <a:lnTo>
                    <a:pt x="3924300" y="303618"/>
                  </a:lnTo>
                  <a:lnTo>
                    <a:pt x="3975100" y="324960"/>
                  </a:lnTo>
                  <a:lnTo>
                    <a:pt x="4013200" y="346977"/>
                  </a:lnTo>
                  <a:lnTo>
                    <a:pt x="4051300" y="369659"/>
                  </a:lnTo>
                  <a:lnTo>
                    <a:pt x="4089400" y="393001"/>
                  </a:lnTo>
                  <a:lnTo>
                    <a:pt x="4127500" y="416995"/>
                  </a:lnTo>
                  <a:lnTo>
                    <a:pt x="4165600" y="441633"/>
                  </a:lnTo>
                  <a:lnTo>
                    <a:pt x="4203700" y="466909"/>
                  </a:lnTo>
                  <a:lnTo>
                    <a:pt x="4241800" y="492813"/>
                  </a:lnTo>
                  <a:lnTo>
                    <a:pt x="4279900" y="519340"/>
                  </a:lnTo>
                  <a:lnTo>
                    <a:pt x="4318000" y="546482"/>
                  </a:lnTo>
                  <a:lnTo>
                    <a:pt x="4356100" y="574230"/>
                  </a:lnTo>
                  <a:lnTo>
                    <a:pt x="4394200" y="602579"/>
                  </a:lnTo>
                  <a:lnTo>
                    <a:pt x="4432300" y="631520"/>
                  </a:lnTo>
                  <a:lnTo>
                    <a:pt x="4457700" y="661046"/>
                  </a:lnTo>
                  <a:lnTo>
                    <a:pt x="4495800" y="691149"/>
                  </a:lnTo>
                  <a:lnTo>
                    <a:pt x="4533900" y="721823"/>
                  </a:lnTo>
                  <a:lnTo>
                    <a:pt x="4559300" y="753059"/>
                  </a:lnTo>
                  <a:lnTo>
                    <a:pt x="4597400" y="784850"/>
                  </a:lnTo>
                  <a:lnTo>
                    <a:pt x="4635500" y="817190"/>
                  </a:lnTo>
                  <a:lnTo>
                    <a:pt x="4660900" y="850069"/>
                  </a:lnTo>
                  <a:lnTo>
                    <a:pt x="4686300" y="883482"/>
                  </a:lnTo>
                  <a:lnTo>
                    <a:pt x="4724400" y="917420"/>
                  </a:lnTo>
                  <a:lnTo>
                    <a:pt x="4749800" y="951877"/>
                  </a:lnTo>
                  <a:lnTo>
                    <a:pt x="4787900" y="986844"/>
                  </a:lnTo>
                  <a:lnTo>
                    <a:pt x="4838700" y="1058280"/>
                  </a:lnTo>
                  <a:lnTo>
                    <a:pt x="4889500" y="1131670"/>
                  </a:lnTo>
                  <a:lnTo>
                    <a:pt x="4927600" y="1169079"/>
                  </a:lnTo>
                  <a:lnTo>
                    <a:pt x="4978400" y="1245288"/>
                  </a:lnTo>
                  <a:lnTo>
                    <a:pt x="4991100" y="1284073"/>
                  </a:lnTo>
                  <a:lnTo>
                    <a:pt x="5041900" y="1362967"/>
                  </a:lnTo>
                  <a:lnTo>
                    <a:pt x="5092700" y="1443577"/>
                  </a:lnTo>
                  <a:lnTo>
                    <a:pt x="5105400" y="1484507"/>
                  </a:lnTo>
                  <a:lnTo>
                    <a:pt x="5156200" y="1567580"/>
                  </a:lnTo>
                  <a:lnTo>
                    <a:pt x="5168900" y="1609708"/>
                  </a:lnTo>
                  <a:lnTo>
                    <a:pt x="5194300" y="1652220"/>
                  </a:lnTo>
                  <a:lnTo>
                    <a:pt x="5219700" y="1738368"/>
                  </a:lnTo>
                  <a:lnTo>
                    <a:pt x="5245100" y="1781988"/>
                  </a:lnTo>
                  <a:lnTo>
                    <a:pt x="5359400" y="2189646"/>
                  </a:lnTo>
                  <a:lnTo>
                    <a:pt x="5359400" y="2236479"/>
                  </a:lnTo>
                  <a:lnTo>
                    <a:pt x="5372100" y="2283593"/>
                  </a:lnTo>
                  <a:close/>
                </a:path>
                <a:path w="5410200" h="5422265">
                  <a:moveTo>
                    <a:pt x="380862" y="4097537"/>
                  </a:moveTo>
                  <a:lnTo>
                    <a:pt x="368300" y="4058155"/>
                  </a:lnTo>
                  <a:lnTo>
                    <a:pt x="292110" y="3936118"/>
                  </a:lnTo>
                  <a:lnTo>
                    <a:pt x="304800" y="3977146"/>
                  </a:lnTo>
                  <a:lnTo>
                    <a:pt x="355600" y="4057987"/>
                  </a:lnTo>
                  <a:lnTo>
                    <a:pt x="380862" y="4097537"/>
                  </a:lnTo>
                  <a:close/>
                </a:path>
                <a:path w="5410200" h="5422265">
                  <a:moveTo>
                    <a:pt x="381139" y="4098186"/>
                  </a:moveTo>
                  <a:lnTo>
                    <a:pt x="381000" y="4097753"/>
                  </a:lnTo>
                  <a:lnTo>
                    <a:pt x="380862" y="4097537"/>
                  </a:lnTo>
                  <a:lnTo>
                    <a:pt x="381000" y="4097970"/>
                  </a:lnTo>
                  <a:lnTo>
                    <a:pt x="381139" y="4098186"/>
                  </a:lnTo>
                  <a:close/>
                </a:path>
                <a:path w="5410200" h="5422265">
                  <a:moveTo>
                    <a:pt x="5372100" y="3207084"/>
                  </a:moveTo>
                  <a:lnTo>
                    <a:pt x="5372100" y="3137985"/>
                  </a:lnTo>
                  <a:lnTo>
                    <a:pt x="5359400" y="3185093"/>
                  </a:lnTo>
                  <a:lnTo>
                    <a:pt x="5359400" y="3231921"/>
                  </a:lnTo>
                  <a:lnTo>
                    <a:pt x="5245100" y="3639548"/>
                  </a:lnTo>
                  <a:lnTo>
                    <a:pt x="5219700" y="3683168"/>
                  </a:lnTo>
                  <a:lnTo>
                    <a:pt x="5194300" y="3769315"/>
                  </a:lnTo>
                  <a:lnTo>
                    <a:pt x="5168900" y="3811827"/>
                  </a:lnTo>
                  <a:lnTo>
                    <a:pt x="5156200" y="3853955"/>
                  </a:lnTo>
                  <a:lnTo>
                    <a:pt x="5105400" y="3937029"/>
                  </a:lnTo>
                  <a:lnTo>
                    <a:pt x="5092700" y="3977961"/>
                  </a:lnTo>
                  <a:lnTo>
                    <a:pt x="5041900" y="4058574"/>
                  </a:lnTo>
                  <a:lnTo>
                    <a:pt x="4991100" y="4137473"/>
                  </a:lnTo>
                  <a:lnTo>
                    <a:pt x="4978400" y="4176261"/>
                  </a:lnTo>
                  <a:lnTo>
                    <a:pt x="4927600" y="4252476"/>
                  </a:lnTo>
                  <a:lnTo>
                    <a:pt x="4889500" y="4289888"/>
                  </a:lnTo>
                  <a:lnTo>
                    <a:pt x="4838700" y="4363285"/>
                  </a:lnTo>
                  <a:lnTo>
                    <a:pt x="4787900" y="4434729"/>
                  </a:lnTo>
                  <a:lnTo>
                    <a:pt x="4749800" y="4469700"/>
                  </a:lnTo>
                  <a:lnTo>
                    <a:pt x="4724400" y="4504160"/>
                  </a:lnTo>
                  <a:lnTo>
                    <a:pt x="4686300" y="4538103"/>
                  </a:lnTo>
                  <a:lnTo>
                    <a:pt x="4660900" y="4571520"/>
                  </a:lnTo>
                  <a:lnTo>
                    <a:pt x="4635500" y="4604404"/>
                  </a:lnTo>
                  <a:lnTo>
                    <a:pt x="4597400" y="4636748"/>
                  </a:lnTo>
                  <a:lnTo>
                    <a:pt x="4559300" y="4668543"/>
                  </a:lnTo>
                  <a:lnTo>
                    <a:pt x="4533900" y="4699784"/>
                  </a:lnTo>
                  <a:lnTo>
                    <a:pt x="4495800" y="4730462"/>
                  </a:lnTo>
                  <a:lnTo>
                    <a:pt x="4457700" y="4760570"/>
                  </a:lnTo>
                  <a:lnTo>
                    <a:pt x="4432300" y="4790100"/>
                  </a:lnTo>
                  <a:lnTo>
                    <a:pt x="4394200" y="4819045"/>
                  </a:lnTo>
                  <a:lnTo>
                    <a:pt x="4356100" y="4847398"/>
                  </a:lnTo>
                  <a:lnTo>
                    <a:pt x="4318000" y="4875151"/>
                  </a:lnTo>
                  <a:lnTo>
                    <a:pt x="4279900" y="4902297"/>
                  </a:lnTo>
                  <a:lnTo>
                    <a:pt x="4241800" y="4928828"/>
                  </a:lnTo>
                  <a:lnTo>
                    <a:pt x="4203700" y="4954736"/>
                  </a:lnTo>
                  <a:lnTo>
                    <a:pt x="4165600" y="4980015"/>
                  </a:lnTo>
                  <a:lnTo>
                    <a:pt x="4127500" y="5004657"/>
                  </a:lnTo>
                  <a:lnTo>
                    <a:pt x="4089400" y="5028654"/>
                  </a:lnTo>
                  <a:lnTo>
                    <a:pt x="4051300" y="5052000"/>
                  </a:lnTo>
                  <a:lnTo>
                    <a:pt x="4013200" y="5074685"/>
                  </a:lnTo>
                  <a:lnTo>
                    <a:pt x="3975100" y="5096704"/>
                  </a:lnTo>
                  <a:lnTo>
                    <a:pt x="3924300" y="5118049"/>
                  </a:lnTo>
                  <a:lnTo>
                    <a:pt x="3886200" y="5138712"/>
                  </a:lnTo>
                  <a:lnTo>
                    <a:pt x="3848100" y="5158686"/>
                  </a:lnTo>
                  <a:lnTo>
                    <a:pt x="3810000" y="5177963"/>
                  </a:lnTo>
                  <a:lnTo>
                    <a:pt x="3759200" y="5196536"/>
                  </a:lnTo>
                  <a:lnTo>
                    <a:pt x="3721100" y="5214397"/>
                  </a:lnTo>
                  <a:lnTo>
                    <a:pt x="3670300" y="5231540"/>
                  </a:lnTo>
                  <a:lnTo>
                    <a:pt x="3632200" y="5247956"/>
                  </a:lnTo>
                  <a:lnTo>
                    <a:pt x="3594100" y="5263638"/>
                  </a:lnTo>
                  <a:lnTo>
                    <a:pt x="3543300" y="5278579"/>
                  </a:lnTo>
                  <a:lnTo>
                    <a:pt x="3505200" y="5292771"/>
                  </a:lnTo>
                  <a:lnTo>
                    <a:pt x="3454400" y="5306207"/>
                  </a:lnTo>
                  <a:lnTo>
                    <a:pt x="3403600" y="5318879"/>
                  </a:lnTo>
                  <a:lnTo>
                    <a:pt x="3365500" y="5330781"/>
                  </a:lnTo>
                  <a:lnTo>
                    <a:pt x="3314700" y="5341903"/>
                  </a:lnTo>
                  <a:lnTo>
                    <a:pt x="3276600" y="5352240"/>
                  </a:lnTo>
                  <a:lnTo>
                    <a:pt x="3225800" y="5361784"/>
                  </a:lnTo>
                  <a:lnTo>
                    <a:pt x="3175000" y="5370526"/>
                  </a:lnTo>
                  <a:lnTo>
                    <a:pt x="3136900" y="5378460"/>
                  </a:lnTo>
                  <a:lnTo>
                    <a:pt x="3086100" y="5385579"/>
                  </a:lnTo>
                  <a:lnTo>
                    <a:pt x="3035300" y="5391874"/>
                  </a:lnTo>
                  <a:lnTo>
                    <a:pt x="2984500" y="5397339"/>
                  </a:lnTo>
                  <a:lnTo>
                    <a:pt x="2933700" y="5401966"/>
                  </a:lnTo>
                  <a:lnTo>
                    <a:pt x="2895600" y="5405747"/>
                  </a:lnTo>
                  <a:lnTo>
                    <a:pt x="2844800" y="5408676"/>
                  </a:lnTo>
                  <a:lnTo>
                    <a:pt x="2768600" y="5410962"/>
                  </a:lnTo>
                  <a:lnTo>
                    <a:pt x="2705100" y="5411724"/>
                  </a:lnTo>
                  <a:lnTo>
                    <a:pt x="2654300" y="5411370"/>
                  </a:lnTo>
                  <a:lnTo>
                    <a:pt x="2603500" y="5410148"/>
                  </a:lnTo>
                  <a:lnTo>
                    <a:pt x="2552700" y="5408065"/>
                  </a:lnTo>
                  <a:lnTo>
                    <a:pt x="2514600" y="5405128"/>
                  </a:lnTo>
                  <a:lnTo>
                    <a:pt x="2463800" y="5401344"/>
                  </a:lnTo>
                  <a:lnTo>
                    <a:pt x="2413000" y="5396721"/>
                  </a:lnTo>
                  <a:lnTo>
                    <a:pt x="2362200" y="5391265"/>
                  </a:lnTo>
                  <a:lnTo>
                    <a:pt x="2324100" y="5384984"/>
                  </a:lnTo>
                  <a:lnTo>
                    <a:pt x="2273300" y="5377884"/>
                  </a:lnTo>
                  <a:lnTo>
                    <a:pt x="2222500" y="5369973"/>
                  </a:lnTo>
                  <a:lnTo>
                    <a:pt x="2184400" y="5361258"/>
                  </a:lnTo>
                  <a:lnTo>
                    <a:pt x="2133600" y="5351746"/>
                  </a:lnTo>
                  <a:lnTo>
                    <a:pt x="2082800" y="5341445"/>
                  </a:lnTo>
                  <a:lnTo>
                    <a:pt x="2044700" y="5330361"/>
                  </a:lnTo>
                  <a:lnTo>
                    <a:pt x="1993900" y="5318501"/>
                  </a:lnTo>
                  <a:lnTo>
                    <a:pt x="1955800" y="5305874"/>
                  </a:lnTo>
                  <a:lnTo>
                    <a:pt x="1905000" y="5292485"/>
                  </a:lnTo>
                  <a:lnTo>
                    <a:pt x="1866900" y="5278341"/>
                  </a:lnTo>
                  <a:lnTo>
                    <a:pt x="1816100" y="5263452"/>
                  </a:lnTo>
                  <a:lnTo>
                    <a:pt x="1778000" y="5247822"/>
                  </a:lnTo>
                  <a:lnTo>
                    <a:pt x="1727200" y="5231459"/>
                  </a:lnTo>
                  <a:lnTo>
                    <a:pt x="1689100" y="5214372"/>
                  </a:lnTo>
                  <a:lnTo>
                    <a:pt x="1651000" y="5196565"/>
                  </a:lnTo>
                  <a:lnTo>
                    <a:pt x="1600200" y="5178048"/>
                  </a:lnTo>
                  <a:lnTo>
                    <a:pt x="1562100" y="5158827"/>
                  </a:lnTo>
                  <a:lnTo>
                    <a:pt x="1524000" y="5138908"/>
                  </a:lnTo>
                  <a:lnTo>
                    <a:pt x="1473200" y="5118300"/>
                  </a:lnTo>
                  <a:lnTo>
                    <a:pt x="1435100" y="5097009"/>
                  </a:lnTo>
                  <a:lnTo>
                    <a:pt x="1397000" y="5075043"/>
                  </a:lnTo>
                  <a:lnTo>
                    <a:pt x="1358900" y="5052408"/>
                  </a:lnTo>
                  <a:lnTo>
                    <a:pt x="1320800" y="5029112"/>
                  </a:lnTo>
                  <a:lnTo>
                    <a:pt x="1282700" y="5005162"/>
                  </a:lnTo>
                  <a:lnTo>
                    <a:pt x="1244600" y="4980565"/>
                  </a:lnTo>
                  <a:lnTo>
                    <a:pt x="1206500" y="4955328"/>
                  </a:lnTo>
                  <a:lnTo>
                    <a:pt x="1168400" y="4929458"/>
                  </a:lnTo>
                  <a:lnTo>
                    <a:pt x="1130300" y="4902963"/>
                  </a:lnTo>
                  <a:lnTo>
                    <a:pt x="1092200" y="4875849"/>
                  </a:lnTo>
                  <a:lnTo>
                    <a:pt x="1054100" y="4848124"/>
                  </a:lnTo>
                  <a:lnTo>
                    <a:pt x="1016000" y="4819795"/>
                  </a:lnTo>
                  <a:lnTo>
                    <a:pt x="977900" y="4790869"/>
                  </a:lnTo>
                  <a:lnTo>
                    <a:pt x="939800" y="4761353"/>
                  </a:lnTo>
                  <a:lnTo>
                    <a:pt x="914400" y="4731255"/>
                  </a:lnTo>
                  <a:lnTo>
                    <a:pt x="876300" y="4700580"/>
                  </a:lnTo>
                  <a:lnTo>
                    <a:pt x="838200" y="4669338"/>
                  </a:lnTo>
                  <a:lnTo>
                    <a:pt x="812800" y="4637534"/>
                  </a:lnTo>
                  <a:lnTo>
                    <a:pt x="774700" y="4605175"/>
                  </a:lnTo>
                  <a:lnTo>
                    <a:pt x="749300" y="4572270"/>
                  </a:lnTo>
                  <a:lnTo>
                    <a:pt x="711200" y="4538825"/>
                  </a:lnTo>
                  <a:lnTo>
                    <a:pt x="685800" y="4504847"/>
                  </a:lnTo>
                  <a:lnTo>
                    <a:pt x="660400" y="4470344"/>
                  </a:lnTo>
                  <a:lnTo>
                    <a:pt x="622300" y="4435322"/>
                  </a:lnTo>
                  <a:lnTo>
                    <a:pt x="596900" y="4399788"/>
                  </a:lnTo>
                  <a:lnTo>
                    <a:pt x="546100" y="4327216"/>
                  </a:lnTo>
                  <a:lnTo>
                    <a:pt x="508000" y="4290192"/>
                  </a:lnTo>
                  <a:lnTo>
                    <a:pt x="482600" y="4252684"/>
                  </a:lnTo>
                  <a:lnTo>
                    <a:pt x="431800" y="4176250"/>
                  </a:lnTo>
                  <a:lnTo>
                    <a:pt x="381139" y="4098186"/>
                  </a:lnTo>
                  <a:lnTo>
                    <a:pt x="393700" y="4137074"/>
                  </a:lnTo>
                  <a:lnTo>
                    <a:pt x="444500" y="4214352"/>
                  </a:lnTo>
                  <a:lnTo>
                    <a:pt x="495300" y="4289766"/>
                  </a:lnTo>
                  <a:lnTo>
                    <a:pt x="533400" y="4326757"/>
                  </a:lnTo>
                  <a:lnTo>
                    <a:pt x="584200" y="4399271"/>
                  </a:lnTo>
                  <a:lnTo>
                    <a:pt x="609600" y="4434782"/>
                  </a:lnTo>
                  <a:lnTo>
                    <a:pt x="647700" y="4469785"/>
                  </a:lnTo>
                  <a:lnTo>
                    <a:pt x="673100" y="4504274"/>
                  </a:lnTo>
                  <a:lnTo>
                    <a:pt x="698500" y="4538242"/>
                  </a:lnTo>
                  <a:lnTo>
                    <a:pt x="736600" y="4571682"/>
                  </a:lnTo>
                  <a:lnTo>
                    <a:pt x="762000" y="4604588"/>
                  </a:lnTo>
                  <a:lnTo>
                    <a:pt x="800100" y="4636952"/>
                  </a:lnTo>
                  <a:lnTo>
                    <a:pt x="825500" y="4668768"/>
                  </a:lnTo>
                  <a:lnTo>
                    <a:pt x="863600" y="4700029"/>
                  </a:lnTo>
                  <a:lnTo>
                    <a:pt x="901700" y="4730728"/>
                  </a:lnTo>
                  <a:lnTo>
                    <a:pt x="927100" y="4760857"/>
                  </a:lnTo>
                  <a:lnTo>
                    <a:pt x="965200" y="4790411"/>
                  </a:lnTo>
                  <a:lnTo>
                    <a:pt x="1003300" y="4819383"/>
                  </a:lnTo>
                  <a:lnTo>
                    <a:pt x="1041400" y="4847764"/>
                  </a:lnTo>
                  <a:lnTo>
                    <a:pt x="1066800" y="4875550"/>
                  </a:lnTo>
                  <a:lnTo>
                    <a:pt x="1104900" y="4902732"/>
                  </a:lnTo>
                  <a:lnTo>
                    <a:pt x="1143000" y="4929304"/>
                  </a:lnTo>
                  <a:lnTo>
                    <a:pt x="1181100" y="4955259"/>
                  </a:lnTo>
                  <a:lnTo>
                    <a:pt x="1219200" y="4980590"/>
                  </a:lnTo>
                  <a:lnTo>
                    <a:pt x="1257300" y="5005291"/>
                  </a:lnTo>
                  <a:lnTo>
                    <a:pt x="1295400" y="5029354"/>
                  </a:lnTo>
                  <a:lnTo>
                    <a:pt x="1333500" y="5052772"/>
                  </a:lnTo>
                  <a:lnTo>
                    <a:pt x="1384300" y="5075539"/>
                  </a:lnTo>
                  <a:lnTo>
                    <a:pt x="1422400" y="5097649"/>
                  </a:lnTo>
                  <a:lnTo>
                    <a:pt x="1460500" y="5119093"/>
                  </a:lnTo>
                  <a:lnTo>
                    <a:pt x="1498600" y="5139865"/>
                  </a:lnTo>
                  <a:lnTo>
                    <a:pt x="1536700" y="5159959"/>
                  </a:lnTo>
                  <a:lnTo>
                    <a:pt x="1587500" y="5179367"/>
                  </a:lnTo>
                  <a:lnTo>
                    <a:pt x="1625600" y="5198083"/>
                  </a:lnTo>
                  <a:lnTo>
                    <a:pt x="1663700" y="5216099"/>
                  </a:lnTo>
                  <a:lnTo>
                    <a:pt x="1714500" y="5233409"/>
                  </a:lnTo>
                  <a:lnTo>
                    <a:pt x="1752600" y="5250007"/>
                  </a:lnTo>
                  <a:lnTo>
                    <a:pt x="1790700" y="5265884"/>
                  </a:lnTo>
                  <a:lnTo>
                    <a:pt x="1841500" y="5281035"/>
                  </a:lnTo>
                  <a:lnTo>
                    <a:pt x="1879600" y="5295452"/>
                  </a:lnTo>
                  <a:lnTo>
                    <a:pt x="1930400" y="5309128"/>
                  </a:lnTo>
                  <a:lnTo>
                    <a:pt x="1968500" y="5322057"/>
                  </a:lnTo>
                  <a:lnTo>
                    <a:pt x="2019300" y="5334232"/>
                  </a:lnTo>
                  <a:lnTo>
                    <a:pt x="2070100" y="5345647"/>
                  </a:lnTo>
                  <a:lnTo>
                    <a:pt x="2108200" y="5356293"/>
                  </a:lnTo>
                  <a:lnTo>
                    <a:pt x="2159000" y="5366164"/>
                  </a:lnTo>
                  <a:lnTo>
                    <a:pt x="2197100" y="5375254"/>
                  </a:lnTo>
                  <a:lnTo>
                    <a:pt x="2247900" y="5383555"/>
                  </a:lnTo>
                  <a:lnTo>
                    <a:pt x="2298700" y="5391061"/>
                  </a:lnTo>
                  <a:lnTo>
                    <a:pt x="2336800" y="5397765"/>
                  </a:lnTo>
                  <a:lnTo>
                    <a:pt x="2387600" y="5403660"/>
                  </a:lnTo>
                  <a:lnTo>
                    <a:pt x="2438400" y="5408738"/>
                  </a:lnTo>
                  <a:lnTo>
                    <a:pt x="2489200" y="5412994"/>
                  </a:lnTo>
                  <a:lnTo>
                    <a:pt x="2527300" y="5416421"/>
                  </a:lnTo>
                  <a:lnTo>
                    <a:pt x="2578100" y="5419010"/>
                  </a:lnTo>
                  <a:lnTo>
                    <a:pt x="2628900" y="5420757"/>
                  </a:lnTo>
                  <a:lnTo>
                    <a:pt x="2679700" y="5421653"/>
                  </a:lnTo>
                  <a:lnTo>
                    <a:pt x="2730500" y="5421692"/>
                  </a:lnTo>
                  <a:lnTo>
                    <a:pt x="2768600" y="5420868"/>
                  </a:lnTo>
                  <a:lnTo>
                    <a:pt x="2844800" y="5417820"/>
                  </a:lnTo>
                  <a:lnTo>
                    <a:pt x="2908300" y="5413248"/>
                  </a:lnTo>
                  <a:lnTo>
                    <a:pt x="2959100" y="5409176"/>
                  </a:lnTo>
                  <a:lnTo>
                    <a:pt x="3009900" y="5404272"/>
                  </a:lnTo>
                  <a:lnTo>
                    <a:pt x="3060700" y="5398542"/>
                  </a:lnTo>
                  <a:lnTo>
                    <a:pt x="3098800" y="5391994"/>
                  </a:lnTo>
                  <a:lnTo>
                    <a:pt x="3149600" y="5384636"/>
                  </a:lnTo>
                  <a:lnTo>
                    <a:pt x="3200400" y="5376474"/>
                  </a:lnTo>
                  <a:lnTo>
                    <a:pt x="3238500" y="5367516"/>
                  </a:lnTo>
                  <a:lnTo>
                    <a:pt x="3289300" y="5357770"/>
                  </a:lnTo>
                  <a:lnTo>
                    <a:pt x="3340100" y="5347244"/>
                  </a:lnTo>
                  <a:lnTo>
                    <a:pt x="3378200" y="5335943"/>
                  </a:lnTo>
                  <a:lnTo>
                    <a:pt x="3429000" y="5323877"/>
                  </a:lnTo>
                  <a:lnTo>
                    <a:pt x="3467100" y="5311052"/>
                  </a:lnTo>
                  <a:lnTo>
                    <a:pt x="3517900" y="5297477"/>
                  </a:lnTo>
                  <a:lnTo>
                    <a:pt x="3556000" y="5283157"/>
                  </a:lnTo>
                  <a:lnTo>
                    <a:pt x="3606800" y="5268101"/>
                  </a:lnTo>
                  <a:lnTo>
                    <a:pt x="3644900" y="5252317"/>
                  </a:lnTo>
                  <a:lnTo>
                    <a:pt x="3695700" y="5235811"/>
                  </a:lnTo>
                  <a:lnTo>
                    <a:pt x="3733800" y="5218592"/>
                  </a:lnTo>
                  <a:lnTo>
                    <a:pt x="3771900" y="5200666"/>
                  </a:lnTo>
                  <a:lnTo>
                    <a:pt x="3822700" y="5182041"/>
                  </a:lnTo>
                  <a:lnTo>
                    <a:pt x="3860800" y="5162724"/>
                  </a:lnTo>
                  <a:lnTo>
                    <a:pt x="3898900" y="5142724"/>
                  </a:lnTo>
                  <a:lnTo>
                    <a:pt x="3937000" y="5122046"/>
                  </a:lnTo>
                  <a:lnTo>
                    <a:pt x="3987800" y="5100700"/>
                  </a:lnTo>
                  <a:lnTo>
                    <a:pt x="4025900" y="5078692"/>
                  </a:lnTo>
                  <a:lnTo>
                    <a:pt x="4064000" y="5056029"/>
                  </a:lnTo>
                  <a:lnTo>
                    <a:pt x="4102100" y="5032720"/>
                  </a:lnTo>
                  <a:lnTo>
                    <a:pt x="4140200" y="5008772"/>
                  </a:lnTo>
                  <a:lnTo>
                    <a:pt x="4178300" y="4984191"/>
                  </a:lnTo>
                  <a:lnTo>
                    <a:pt x="4216400" y="4958986"/>
                  </a:lnTo>
                  <a:lnTo>
                    <a:pt x="4254500" y="4933164"/>
                  </a:lnTo>
                  <a:lnTo>
                    <a:pt x="4292600" y="4906732"/>
                  </a:lnTo>
                  <a:lnTo>
                    <a:pt x="4330700" y="4879698"/>
                  </a:lnTo>
                  <a:lnTo>
                    <a:pt x="4368800" y="4852069"/>
                  </a:lnTo>
                  <a:lnTo>
                    <a:pt x="4406900" y="4823853"/>
                  </a:lnTo>
                  <a:lnTo>
                    <a:pt x="4432300" y="4795057"/>
                  </a:lnTo>
                  <a:lnTo>
                    <a:pt x="4470400" y="4765689"/>
                  </a:lnTo>
                  <a:lnTo>
                    <a:pt x="4508500" y="4735756"/>
                  </a:lnTo>
                  <a:lnTo>
                    <a:pt x="4533900" y="4705265"/>
                  </a:lnTo>
                  <a:lnTo>
                    <a:pt x="4572000" y="4674224"/>
                  </a:lnTo>
                  <a:lnTo>
                    <a:pt x="4610100" y="4642641"/>
                  </a:lnTo>
                  <a:lnTo>
                    <a:pt x="4635500" y="4610523"/>
                  </a:lnTo>
                  <a:lnTo>
                    <a:pt x="4673600" y="4577876"/>
                  </a:lnTo>
                  <a:lnTo>
                    <a:pt x="4699000" y="4544710"/>
                  </a:lnTo>
                  <a:lnTo>
                    <a:pt x="4724400" y="4511031"/>
                  </a:lnTo>
                  <a:lnTo>
                    <a:pt x="4762500" y="4476846"/>
                  </a:lnTo>
                  <a:lnTo>
                    <a:pt x="4787900" y="4442164"/>
                  </a:lnTo>
                  <a:lnTo>
                    <a:pt x="4813300" y="4406991"/>
                  </a:lnTo>
                  <a:lnTo>
                    <a:pt x="4851400" y="4371334"/>
                  </a:lnTo>
                  <a:lnTo>
                    <a:pt x="4902200" y="4298603"/>
                  </a:lnTo>
                  <a:lnTo>
                    <a:pt x="4953000" y="4224029"/>
                  </a:lnTo>
                  <a:lnTo>
                    <a:pt x="5003800" y="4147671"/>
                  </a:lnTo>
                  <a:lnTo>
                    <a:pt x="5054600" y="4069590"/>
                  </a:lnTo>
                  <a:lnTo>
                    <a:pt x="5067300" y="4029922"/>
                  </a:lnTo>
                  <a:lnTo>
                    <a:pt x="5118100" y="3949367"/>
                  </a:lnTo>
                  <a:lnTo>
                    <a:pt x="5130800" y="3908495"/>
                  </a:lnTo>
                  <a:lnTo>
                    <a:pt x="5156200" y="3867238"/>
                  </a:lnTo>
                  <a:lnTo>
                    <a:pt x="5168900" y="3825601"/>
                  </a:lnTo>
                  <a:lnTo>
                    <a:pt x="5194300" y="3783593"/>
                  </a:lnTo>
                  <a:lnTo>
                    <a:pt x="5207000" y="3741221"/>
                  </a:lnTo>
                  <a:lnTo>
                    <a:pt x="5232400" y="3698493"/>
                  </a:lnTo>
                  <a:lnTo>
                    <a:pt x="5270500" y="3568243"/>
                  </a:lnTo>
                  <a:lnTo>
                    <a:pt x="5295900" y="3524163"/>
                  </a:lnTo>
                  <a:lnTo>
                    <a:pt x="5334000" y="3390039"/>
                  </a:lnTo>
                  <a:lnTo>
                    <a:pt x="5334000" y="3344727"/>
                  </a:lnTo>
                  <a:lnTo>
                    <a:pt x="5372100" y="3207084"/>
                  </a:lnTo>
                  <a:close/>
                </a:path>
                <a:path w="5410200" h="5422265">
                  <a:moveTo>
                    <a:pt x="5384800" y="2378633"/>
                  </a:moveTo>
                  <a:lnTo>
                    <a:pt x="5384800" y="2311377"/>
                  </a:lnTo>
                  <a:lnTo>
                    <a:pt x="5372100" y="2264281"/>
                  </a:lnTo>
                  <a:lnTo>
                    <a:pt x="5372100" y="2330980"/>
                  </a:lnTo>
                  <a:lnTo>
                    <a:pt x="5384800" y="2378633"/>
                  </a:lnTo>
                  <a:close/>
                </a:path>
                <a:path w="5410200" h="5422265">
                  <a:moveTo>
                    <a:pt x="5384800" y="3113975"/>
                  </a:moveTo>
                  <a:lnTo>
                    <a:pt x="5384800" y="3042960"/>
                  </a:lnTo>
                  <a:lnTo>
                    <a:pt x="5372100" y="3090605"/>
                  </a:lnTo>
                  <a:lnTo>
                    <a:pt x="5372100" y="3160659"/>
                  </a:lnTo>
                  <a:lnTo>
                    <a:pt x="5384800" y="3113975"/>
                  </a:lnTo>
                  <a:close/>
                </a:path>
                <a:path w="5410200" h="5422265">
                  <a:moveTo>
                    <a:pt x="5397500" y="2474704"/>
                  </a:moveTo>
                  <a:lnTo>
                    <a:pt x="5397500" y="2406377"/>
                  </a:lnTo>
                  <a:lnTo>
                    <a:pt x="5384800" y="2358744"/>
                  </a:lnTo>
                  <a:lnTo>
                    <a:pt x="5384800" y="2426543"/>
                  </a:lnTo>
                  <a:lnTo>
                    <a:pt x="5397500" y="2474704"/>
                  </a:lnTo>
                  <a:close/>
                </a:path>
                <a:path w="5410200" h="5422265">
                  <a:moveTo>
                    <a:pt x="5397500" y="3019856"/>
                  </a:moveTo>
                  <a:lnTo>
                    <a:pt x="5397500" y="2946905"/>
                  </a:lnTo>
                  <a:lnTo>
                    <a:pt x="5384800" y="2995058"/>
                  </a:lnTo>
                  <a:lnTo>
                    <a:pt x="5384800" y="3067038"/>
                  </a:lnTo>
                  <a:lnTo>
                    <a:pt x="5397500" y="3019856"/>
                  </a:lnTo>
                  <a:close/>
                </a:path>
                <a:path w="5410200" h="5422265">
                  <a:moveTo>
                    <a:pt x="5410200" y="2711196"/>
                  </a:moveTo>
                  <a:lnTo>
                    <a:pt x="5410200" y="2502408"/>
                  </a:lnTo>
                  <a:lnTo>
                    <a:pt x="5397500" y="2454267"/>
                  </a:lnTo>
                  <a:lnTo>
                    <a:pt x="5397500" y="2641091"/>
                  </a:lnTo>
                  <a:lnTo>
                    <a:pt x="5410200" y="2711196"/>
                  </a:lnTo>
                  <a:close/>
                </a:path>
                <a:path w="5410200" h="5422265">
                  <a:moveTo>
                    <a:pt x="5410200" y="2924789"/>
                  </a:moveTo>
                  <a:lnTo>
                    <a:pt x="5410200" y="2711196"/>
                  </a:lnTo>
                  <a:lnTo>
                    <a:pt x="5397500" y="2780538"/>
                  </a:lnTo>
                  <a:lnTo>
                    <a:pt x="5397500" y="2972437"/>
                  </a:lnTo>
                  <a:lnTo>
                    <a:pt x="5410200" y="29247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324100" y="4561332"/>
              <a:ext cx="4212590" cy="1438275"/>
            </a:xfrm>
            <a:custGeom>
              <a:avLst/>
              <a:gdLst/>
              <a:ahLst/>
              <a:cxnLst/>
              <a:rect l="l" t="t" r="r" b="b"/>
              <a:pathLst>
                <a:path w="4212590" h="1438275">
                  <a:moveTo>
                    <a:pt x="4212336" y="719327"/>
                  </a:moveTo>
                  <a:lnTo>
                    <a:pt x="4207854" y="671977"/>
                  </a:lnTo>
                  <a:lnTo>
                    <a:pt x="4194594" y="625453"/>
                  </a:lnTo>
                  <a:lnTo>
                    <a:pt x="4172833" y="579848"/>
                  </a:lnTo>
                  <a:lnTo>
                    <a:pt x="4142851" y="535258"/>
                  </a:lnTo>
                  <a:lnTo>
                    <a:pt x="4104924" y="491776"/>
                  </a:lnTo>
                  <a:lnTo>
                    <a:pt x="4059331" y="449497"/>
                  </a:lnTo>
                  <a:lnTo>
                    <a:pt x="4006349" y="408514"/>
                  </a:lnTo>
                  <a:lnTo>
                    <a:pt x="3946257" y="368923"/>
                  </a:lnTo>
                  <a:lnTo>
                    <a:pt x="3879333" y="330817"/>
                  </a:lnTo>
                  <a:lnTo>
                    <a:pt x="3843396" y="312350"/>
                  </a:lnTo>
                  <a:lnTo>
                    <a:pt x="3805854" y="294290"/>
                  </a:lnTo>
                  <a:lnTo>
                    <a:pt x="3766744" y="276648"/>
                  </a:lnTo>
                  <a:lnTo>
                    <a:pt x="3726099" y="259437"/>
                  </a:lnTo>
                  <a:lnTo>
                    <a:pt x="3683955" y="242668"/>
                  </a:lnTo>
                  <a:lnTo>
                    <a:pt x="3640345" y="226352"/>
                  </a:lnTo>
                  <a:lnTo>
                    <a:pt x="3595306" y="210502"/>
                  </a:lnTo>
                  <a:lnTo>
                    <a:pt x="3548871" y="195129"/>
                  </a:lnTo>
                  <a:lnTo>
                    <a:pt x="3501076" y="180246"/>
                  </a:lnTo>
                  <a:lnTo>
                    <a:pt x="3451955" y="165863"/>
                  </a:lnTo>
                  <a:lnTo>
                    <a:pt x="3401542" y="151993"/>
                  </a:lnTo>
                  <a:lnTo>
                    <a:pt x="3349873" y="138647"/>
                  </a:lnTo>
                  <a:lnTo>
                    <a:pt x="3296983" y="125837"/>
                  </a:lnTo>
                  <a:lnTo>
                    <a:pt x="3242906" y="113576"/>
                  </a:lnTo>
                  <a:lnTo>
                    <a:pt x="3187676" y="101874"/>
                  </a:lnTo>
                  <a:lnTo>
                    <a:pt x="3131329" y="90744"/>
                  </a:lnTo>
                  <a:lnTo>
                    <a:pt x="3073900" y="80197"/>
                  </a:lnTo>
                  <a:lnTo>
                    <a:pt x="3015422" y="70245"/>
                  </a:lnTo>
                  <a:lnTo>
                    <a:pt x="2955932" y="60900"/>
                  </a:lnTo>
                  <a:lnTo>
                    <a:pt x="2895463" y="52174"/>
                  </a:lnTo>
                  <a:lnTo>
                    <a:pt x="2834050" y="44078"/>
                  </a:lnTo>
                  <a:lnTo>
                    <a:pt x="2771729" y="36624"/>
                  </a:lnTo>
                  <a:lnTo>
                    <a:pt x="2708533" y="29825"/>
                  </a:lnTo>
                  <a:lnTo>
                    <a:pt x="2644498" y="23691"/>
                  </a:lnTo>
                  <a:lnTo>
                    <a:pt x="2579658" y="18234"/>
                  </a:lnTo>
                  <a:lnTo>
                    <a:pt x="2514048" y="13467"/>
                  </a:lnTo>
                  <a:lnTo>
                    <a:pt x="2447704" y="9401"/>
                  </a:lnTo>
                  <a:lnTo>
                    <a:pt x="2380658" y="6048"/>
                  </a:lnTo>
                  <a:lnTo>
                    <a:pt x="2312947" y="3419"/>
                  </a:lnTo>
                  <a:lnTo>
                    <a:pt x="2244605" y="1527"/>
                  </a:lnTo>
                  <a:lnTo>
                    <a:pt x="2175667" y="383"/>
                  </a:lnTo>
                  <a:lnTo>
                    <a:pt x="2106168" y="0"/>
                  </a:lnTo>
                  <a:lnTo>
                    <a:pt x="2036668" y="383"/>
                  </a:lnTo>
                  <a:lnTo>
                    <a:pt x="1967730" y="1527"/>
                  </a:lnTo>
                  <a:lnTo>
                    <a:pt x="1899388" y="3419"/>
                  </a:lnTo>
                  <a:lnTo>
                    <a:pt x="1831677" y="6048"/>
                  </a:lnTo>
                  <a:lnTo>
                    <a:pt x="1764631" y="9401"/>
                  </a:lnTo>
                  <a:lnTo>
                    <a:pt x="1698287" y="13467"/>
                  </a:lnTo>
                  <a:lnTo>
                    <a:pt x="1632677" y="18234"/>
                  </a:lnTo>
                  <a:lnTo>
                    <a:pt x="1567837" y="23691"/>
                  </a:lnTo>
                  <a:lnTo>
                    <a:pt x="1503802" y="29825"/>
                  </a:lnTo>
                  <a:lnTo>
                    <a:pt x="1440606" y="36624"/>
                  </a:lnTo>
                  <a:lnTo>
                    <a:pt x="1378285" y="44078"/>
                  </a:lnTo>
                  <a:lnTo>
                    <a:pt x="1316872" y="52174"/>
                  </a:lnTo>
                  <a:lnTo>
                    <a:pt x="1256403" y="60900"/>
                  </a:lnTo>
                  <a:lnTo>
                    <a:pt x="1196913" y="70245"/>
                  </a:lnTo>
                  <a:lnTo>
                    <a:pt x="1138435" y="80197"/>
                  </a:lnTo>
                  <a:lnTo>
                    <a:pt x="1081006" y="90744"/>
                  </a:lnTo>
                  <a:lnTo>
                    <a:pt x="1024659" y="101874"/>
                  </a:lnTo>
                  <a:lnTo>
                    <a:pt x="969429" y="113576"/>
                  </a:lnTo>
                  <a:lnTo>
                    <a:pt x="915352" y="125837"/>
                  </a:lnTo>
                  <a:lnTo>
                    <a:pt x="862462" y="138647"/>
                  </a:lnTo>
                  <a:lnTo>
                    <a:pt x="810793" y="151993"/>
                  </a:lnTo>
                  <a:lnTo>
                    <a:pt x="760380" y="165863"/>
                  </a:lnTo>
                  <a:lnTo>
                    <a:pt x="711259" y="180246"/>
                  </a:lnTo>
                  <a:lnTo>
                    <a:pt x="663464" y="195129"/>
                  </a:lnTo>
                  <a:lnTo>
                    <a:pt x="617029" y="210502"/>
                  </a:lnTo>
                  <a:lnTo>
                    <a:pt x="571990" y="226352"/>
                  </a:lnTo>
                  <a:lnTo>
                    <a:pt x="528380" y="242668"/>
                  </a:lnTo>
                  <a:lnTo>
                    <a:pt x="486236" y="259437"/>
                  </a:lnTo>
                  <a:lnTo>
                    <a:pt x="445591" y="276648"/>
                  </a:lnTo>
                  <a:lnTo>
                    <a:pt x="406481" y="294290"/>
                  </a:lnTo>
                  <a:lnTo>
                    <a:pt x="368939" y="312350"/>
                  </a:lnTo>
                  <a:lnTo>
                    <a:pt x="333002" y="330817"/>
                  </a:lnTo>
                  <a:lnTo>
                    <a:pt x="298703" y="349678"/>
                  </a:lnTo>
                  <a:lnTo>
                    <a:pt x="235160" y="388539"/>
                  </a:lnTo>
                  <a:lnTo>
                    <a:pt x="178589" y="428837"/>
                  </a:lnTo>
                  <a:lnTo>
                    <a:pt x="129267" y="470480"/>
                  </a:lnTo>
                  <a:lnTo>
                    <a:pt x="87472" y="513373"/>
                  </a:lnTo>
                  <a:lnTo>
                    <a:pt x="53482" y="557420"/>
                  </a:lnTo>
                  <a:lnTo>
                    <a:pt x="27576" y="602530"/>
                  </a:lnTo>
                  <a:lnTo>
                    <a:pt x="10031" y="648606"/>
                  </a:lnTo>
                  <a:lnTo>
                    <a:pt x="1126" y="695555"/>
                  </a:lnTo>
                  <a:lnTo>
                    <a:pt x="0" y="719327"/>
                  </a:lnTo>
                  <a:lnTo>
                    <a:pt x="1126" y="743055"/>
                  </a:lnTo>
                  <a:lnTo>
                    <a:pt x="10031" y="789920"/>
                  </a:lnTo>
                  <a:lnTo>
                    <a:pt x="27576" y="835919"/>
                  </a:lnTo>
                  <a:lnTo>
                    <a:pt x="53482" y="880957"/>
                  </a:lnTo>
                  <a:lnTo>
                    <a:pt x="87472" y="924941"/>
                  </a:lnTo>
                  <a:lnTo>
                    <a:pt x="129267" y="967774"/>
                  </a:lnTo>
                  <a:lnTo>
                    <a:pt x="178589" y="1009364"/>
                  </a:lnTo>
                  <a:lnTo>
                    <a:pt x="235160" y="1049616"/>
                  </a:lnTo>
                  <a:lnTo>
                    <a:pt x="298703" y="1088434"/>
                  </a:lnTo>
                  <a:lnTo>
                    <a:pt x="333002" y="1107276"/>
                  </a:lnTo>
                  <a:lnTo>
                    <a:pt x="368939" y="1125725"/>
                  </a:lnTo>
                  <a:lnTo>
                    <a:pt x="406481" y="1143768"/>
                  </a:lnTo>
                  <a:lnTo>
                    <a:pt x="445591" y="1161393"/>
                  </a:lnTo>
                  <a:lnTo>
                    <a:pt x="486236" y="1178590"/>
                  </a:lnTo>
                  <a:lnTo>
                    <a:pt x="528380" y="1195345"/>
                  </a:lnTo>
                  <a:lnTo>
                    <a:pt x="571990" y="1211648"/>
                  </a:lnTo>
                  <a:lnTo>
                    <a:pt x="617029" y="1227486"/>
                  </a:lnTo>
                  <a:lnTo>
                    <a:pt x="663464" y="1242848"/>
                  </a:lnTo>
                  <a:lnTo>
                    <a:pt x="711259" y="1257722"/>
                  </a:lnTo>
                  <a:lnTo>
                    <a:pt x="760380" y="1272095"/>
                  </a:lnTo>
                  <a:lnTo>
                    <a:pt x="810793" y="1285957"/>
                  </a:lnTo>
                  <a:lnTo>
                    <a:pt x="862462" y="1299295"/>
                  </a:lnTo>
                  <a:lnTo>
                    <a:pt x="915352" y="1312097"/>
                  </a:lnTo>
                  <a:lnTo>
                    <a:pt x="969429" y="1324353"/>
                  </a:lnTo>
                  <a:lnTo>
                    <a:pt x="1024659" y="1336049"/>
                  </a:lnTo>
                  <a:lnTo>
                    <a:pt x="1081006" y="1347174"/>
                  </a:lnTo>
                  <a:lnTo>
                    <a:pt x="1138435" y="1357717"/>
                  </a:lnTo>
                  <a:lnTo>
                    <a:pt x="1196913" y="1367665"/>
                  </a:lnTo>
                  <a:lnTo>
                    <a:pt x="1256403" y="1377006"/>
                  </a:lnTo>
                  <a:lnTo>
                    <a:pt x="1316872" y="1385730"/>
                  </a:lnTo>
                  <a:lnTo>
                    <a:pt x="1378285" y="1393823"/>
                  </a:lnTo>
                  <a:lnTo>
                    <a:pt x="1440606" y="1401275"/>
                  </a:lnTo>
                  <a:lnTo>
                    <a:pt x="1503802" y="1408073"/>
                  </a:lnTo>
                  <a:lnTo>
                    <a:pt x="1567837" y="1414206"/>
                  </a:lnTo>
                  <a:lnTo>
                    <a:pt x="1632677" y="1419661"/>
                  </a:lnTo>
                  <a:lnTo>
                    <a:pt x="1698287" y="1424427"/>
                  </a:lnTo>
                  <a:lnTo>
                    <a:pt x="1764631" y="1428493"/>
                  </a:lnTo>
                  <a:lnTo>
                    <a:pt x="1831677" y="1431845"/>
                  </a:lnTo>
                  <a:lnTo>
                    <a:pt x="1899388" y="1434474"/>
                  </a:lnTo>
                  <a:lnTo>
                    <a:pt x="1967730" y="1436366"/>
                  </a:lnTo>
                  <a:lnTo>
                    <a:pt x="2036668" y="1437510"/>
                  </a:lnTo>
                  <a:lnTo>
                    <a:pt x="2106168" y="1437893"/>
                  </a:lnTo>
                  <a:lnTo>
                    <a:pt x="2175667" y="1437510"/>
                  </a:lnTo>
                  <a:lnTo>
                    <a:pt x="2244605" y="1436366"/>
                  </a:lnTo>
                  <a:lnTo>
                    <a:pt x="2312947" y="1434474"/>
                  </a:lnTo>
                  <a:lnTo>
                    <a:pt x="2380658" y="1431845"/>
                  </a:lnTo>
                  <a:lnTo>
                    <a:pt x="2447704" y="1428493"/>
                  </a:lnTo>
                  <a:lnTo>
                    <a:pt x="2514048" y="1424427"/>
                  </a:lnTo>
                  <a:lnTo>
                    <a:pt x="2579658" y="1419661"/>
                  </a:lnTo>
                  <a:lnTo>
                    <a:pt x="2644498" y="1414206"/>
                  </a:lnTo>
                  <a:lnTo>
                    <a:pt x="2708533" y="1408073"/>
                  </a:lnTo>
                  <a:lnTo>
                    <a:pt x="2771729" y="1401275"/>
                  </a:lnTo>
                  <a:lnTo>
                    <a:pt x="2834050" y="1393823"/>
                  </a:lnTo>
                  <a:lnTo>
                    <a:pt x="2895463" y="1385730"/>
                  </a:lnTo>
                  <a:lnTo>
                    <a:pt x="2955932" y="1377006"/>
                  </a:lnTo>
                  <a:lnTo>
                    <a:pt x="3015422" y="1367665"/>
                  </a:lnTo>
                  <a:lnTo>
                    <a:pt x="3073900" y="1357717"/>
                  </a:lnTo>
                  <a:lnTo>
                    <a:pt x="3131329" y="1347174"/>
                  </a:lnTo>
                  <a:lnTo>
                    <a:pt x="3187676" y="1336049"/>
                  </a:lnTo>
                  <a:lnTo>
                    <a:pt x="3242906" y="1324353"/>
                  </a:lnTo>
                  <a:lnTo>
                    <a:pt x="3296983" y="1312097"/>
                  </a:lnTo>
                  <a:lnTo>
                    <a:pt x="3349873" y="1299295"/>
                  </a:lnTo>
                  <a:lnTo>
                    <a:pt x="3401542" y="1285957"/>
                  </a:lnTo>
                  <a:lnTo>
                    <a:pt x="3451955" y="1272095"/>
                  </a:lnTo>
                  <a:lnTo>
                    <a:pt x="3501076" y="1257722"/>
                  </a:lnTo>
                  <a:lnTo>
                    <a:pt x="3548871" y="1242848"/>
                  </a:lnTo>
                  <a:lnTo>
                    <a:pt x="3595306" y="1227486"/>
                  </a:lnTo>
                  <a:lnTo>
                    <a:pt x="3640345" y="1211648"/>
                  </a:lnTo>
                  <a:lnTo>
                    <a:pt x="3683955" y="1195345"/>
                  </a:lnTo>
                  <a:lnTo>
                    <a:pt x="3726099" y="1178590"/>
                  </a:lnTo>
                  <a:lnTo>
                    <a:pt x="3766744" y="1161393"/>
                  </a:lnTo>
                  <a:lnTo>
                    <a:pt x="3805854" y="1143768"/>
                  </a:lnTo>
                  <a:lnTo>
                    <a:pt x="3843396" y="1125725"/>
                  </a:lnTo>
                  <a:lnTo>
                    <a:pt x="3879333" y="1107276"/>
                  </a:lnTo>
                  <a:lnTo>
                    <a:pt x="3913632" y="1088434"/>
                  </a:lnTo>
                  <a:lnTo>
                    <a:pt x="3977175" y="1049616"/>
                  </a:lnTo>
                  <a:lnTo>
                    <a:pt x="4033746" y="1009364"/>
                  </a:lnTo>
                  <a:lnTo>
                    <a:pt x="4083068" y="967774"/>
                  </a:lnTo>
                  <a:lnTo>
                    <a:pt x="4124863" y="924941"/>
                  </a:lnTo>
                  <a:lnTo>
                    <a:pt x="4158853" y="880957"/>
                  </a:lnTo>
                  <a:lnTo>
                    <a:pt x="4184759" y="835919"/>
                  </a:lnTo>
                  <a:lnTo>
                    <a:pt x="4202304" y="789920"/>
                  </a:lnTo>
                  <a:lnTo>
                    <a:pt x="4211209" y="743055"/>
                  </a:lnTo>
                  <a:lnTo>
                    <a:pt x="4212336" y="719327"/>
                  </a:lnTo>
                  <a:close/>
                </a:path>
              </a:pathLst>
            </a:custGeom>
            <a:solidFill>
              <a:srgbClr val="CCE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19527" y="4556759"/>
              <a:ext cx="4216400" cy="1447800"/>
            </a:xfrm>
            <a:custGeom>
              <a:avLst/>
              <a:gdLst/>
              <a:ahLst/>
              <a:cxnLst/>
              <a:rect l="l" t="t" r="r" b="b"/>
              <a:pathLst>
                <a:path w="4216400" h="1447800">
                  <a:moveTo>
                    <a:pt x="4203700" y="669797"/>
                  </a:moveTo>
                  <a:lnTo>
                    <a:pt x="4203700" y="648461"/>
                  </a:lnTo>
                  <a:lnTo>
                    <a:pt x="4191000" y="603177"/>
                  </a:lnTo>
                  <a:lnTo>
                    <a:pt x="4165600" y="560427"/>
                  </a:lnTo>
                  <a:lnTo>
                    <a:pt x="4127500" y="520208"/>
                  </a:lnTo>
                  <a:lnTo>
                    <a:pt x="4102100" y="482512"/>
                  </a:lnTo>
                  <a:lnTo>
                    <a:pt x="4051300" y="447334"/>
                  </a:lnTo>
                  <a:lnTo>
                    <a:pt x="4013200" y="414667"/>
                  </a:lnTo>
                  <a:lnTo>
                    <a:pt x="3975100" y="384506"/>
                  </a:lnTo>
                  <a:lnTo>
                    <a:pt x="3924300" y="356844"/>
                  </a:lnTo>
                  <a:lnTo>
                    <a:pt x="3886200" y="331677"/>
                  </a:lnTo>
                  <a:lnTo>
                    <a:pt x="3835400" y="308996"/>
                  </a:lnTo>
                  <a:lnTo>
                    <a:pt x="3797300" y="288797"/>
                  </a:lnTo>
                  <a:lnTo>
                    <a:pt x="3759200" y="275081"/>
                  </a:lnTo>
                  <a:lnTo>
                    <a:pt x="3733800" y="262127"/>
                  </a:lnTo>
                  <a:lnTo>
                    <a:pt x="3683000" y="244297"/>
                  </a:lnTo>
                  <a:lnTo>
                    <a:pt x="3644900" y="227246"/>
                  </a:lnTo>
                  <a:lnTo>
                    <a:pt x="3594100" y="210957"/>
                  </a:lnTo>
                  <a:lnTo>
                    <a:pt x="3543300" y="195416"/>
                  </a:lnTo>
                  <a:lnTo>
                    <a:pt x="3505200" y="180607"/>
                  </a:lnTo>
                  <a:lnTo>
                    <a:pt x="3454400" y="166513"/>
                  </a:lnTo>
                  <a:lnTo>
                    <a:pt x="3403600" y="153120"/>
                  </a:lnTo>
                  <a:lnTo>
                    <a:pt x="3352800" y="140412"/>
                  </a:lnTo>
                  <a:lnTo>
                    <a:pt x="3314700" y="128372"/>
                  </a:lnTo>
                  <a:lnTo>
                    <a:pt x="3263900" y="116985"/>
                  </a:lnTo>
                  <a:lnTo>
                    <a:pt x="3213100" y="106235"/>
                  </a:lnTo>
                  <a:lnTo>
                    <a:pt x="3162300" y="96107"/>
                  </a:lnTo>
                  <a:lnTo>
                    <a:pt x="3111500" y="86585"/>
                  </a:lnTo>
                  <a:lnTo>
                    <a:pt x="3060700" y="77653"/>
                  </a:lnTo>
                  <a:lnTo>
                    <a:pt x="3009900" y="69296"/>
                  </a:lnTo>
                  <a:lnTo>
                    <a:pt x="2959100" y="61497"/>
                  </a:lnTo>
                  <a:lnTo>
                    <a:pt x="2908300" y="54242"/>
                  </a:lnTo>
                  <a:lnTo>
                    <a:pt x="2857500" y="47514"/>
                  </a:lnTo>
                  <a:lnTo>
                    <a:pt x="2806700" y="41297"/>
                  </a:lnTo>
                  <a:lnTo>
                    <a:pt x="2755900" y="35576"/>
                  </a:lnTo>
                  <a:lnTo>
                    <a:pt x="2717800" y="30335"/>
                  </a:lnTo>
                  <a:lnTo>
                    <a:pt x="2667000" y="25559"/>
                  </a:lnTo>
                  <a:lnTo>
                    <a:pt x="2616200" y="21232"/>
                  </a:lnTo>
                  <a:lnTo>
                    <a:pt x="2565400" y="17337"/>
                  </a:lnTo>
                  <a:lnTo>
                    <a:pt x="2514600" y="13860"/>
                  </a:lnTo>
                  <a:lnTo>
                    <a:pt x="2463800" y="10784"/>
                  </a:lnTo>
                  <a:lnTo>
                    <a:pt x="2413000" y="8094"/>
                  </a:lnTo>
                  <a:lnTo>
                    <a:pt x="2362200" y="5775"/>
                  </a:lnTo>
                  <a:lnTo>
                    <a:pt x="2324100" y="3809"/>
                  </a:lnTo>
                  <a:lnTo>
                    <a:pt x="2209800" y="761"/>
                  </a:lnTo>
                  <a:lnTo>
                    <a:pt x="2108200" y="0"/>
                  </a:lnTo>
                  <a:lnTo>
                    <a:pt x="1993900" y="761"/>
                  </a:lnTo>
                  <a:lnTo>
                    <a:pt x="1892300" y="3809"/>
                  </a:lnTo>
                  <a:lnTo>
                    <a:pt x="1841500" y="5848"/>
                  </a:lnTo>
                  <a:lnTo>
                    <a:pt x="1790700" y="8252"/>
                  </a:lnTo>
                  <a:lnTo>
                    <a:pt x="1739900" y="11039"/>
                  </a:lnTo>
                  <a:lnTo>
                    <a:pt x="1689100" y="14227"/>
                  </a:lnTo>
                  <a:lnTo>
                    <a:pt x="1638300" y="17832"/>
                  </a:lnTo>
                  <a:lnTo>
                    <a:pt x="1587500" y="21873"/>
                  </a:lnTo>
                  <a:lnTo>
                    <a:pt x="1536700" y="26367"/>
                  </a:lnTo>
                  <a:lnTo>
                    <a:pt x="1485900" y="31331"/>
                  </a:lnTo>
                  <a:lnTo>
                    <a:pt x="1435100" y="36782"/>
                  </a:lnTo>
                  <a:lnTo>
                    <a:pt x="1384300" y="42739"/>
                  </a:lnTo>
                  <a:lnTo>
                    <a:pt x="1333500" y="49218"/>
                  </a:lnTo>
                  <a:lnTo>
                    <a:pt x="1282700" y="56237"/>
                  </a:lnTo>
                  <a:lnTo>
                    <a:pt x="1231900" y="63813"/>
                  </a:lnTo>
                  <a:lnTo>
                    <a:pt x="1181100" y="71965"/>
                  </a:lnTo>
                  <a:lnTo>
                    <a:pt x="1130300" y="80708"/>
                  </a:lnTo>
                  <a:lnTo>
                    <a:pt x="1079500" y="90062"/>
                  </a:lnTo>
                  <a:lnTo>
                    <a:pt x="1028700" y="100042"/>
                  </a:lnTo>
                  <a:lnTo>
                    <a:pt x="977900" y="110668"/>
                  </a:lnTo>
                  <a:lnTo>
                    <a:pt x="927100" y="121955"/>
                  </a:lnTo>
                  <a:lnTo>
                    <a:pt x="876300" y="133922"/>
                  </a:lnTo>
                  <a:lnTo>
                    <a:pt x="825500" y="146586"/>
                  </a:lnTo>
                  <a:lnTo>
                    <a:pt x="774700" y="159964"/>
                  </a:lnTo>
                  <a:lnTo>
                    <a:pt x="723900" y="174074"/>
                  </a:lnTo>
                  <a:lnTo>
                    <a:pt x="685800" y="188934"/>
                  </a:lnTo>
                  <a:lnTo>
                    <a:pt x="635000" y="204560"/>
                  </a:lnTo>
                  <a:lnTo>
                    <a:pt x="584200" y="220971"/>
                  </a:lnTo>
                  <a:lnTo>
                    <a:pt x="533400" y="238183"/>
                  </a:lnTo>
                  <a:lnTo>
                    <a:pt x="495300" y="256214"/>
                  </a:lnTo>
                  <a:lnTo>
                    <a:pt x="444500" y="275081"/>
                  </a:lnTo>
                  <a:lnTo>
                    <a:pt x="419100" y="288798"/>
                  </a:lnTo>
                  <a:lnTo>
                    <a:pt x="380999" y="303276"/>
                  </a:lnTo>
                  <a:lnTo>
                    <a:pt x="342899" y="322677"/>
                  </a:lnTo>
                  <a:lnTo>
                    <a:pt x="304799" y="344679"/>
                  </a:lnTo>
                  <a:lnTo>
                    <a:pt x="266700" y="369217"/>
                  </a:lnTo>
                  <a:lnTo>
                    <a:pt x="215900" y="396229"/>
                  </a:lnTo>
                  <a:lnTo>
                    <a:pt x="177799" y="425651"/>
                  </a:lnTo>
                  <a:lnTo>
                    <a:pt x="139699" y="457418"/>
                  </a:lnTo>
                  <a:lnTo>
                    <a:pt x="101599" y="491468"/>
                  </a:lnTo>
                  <a:lnTo>
                    <a:pt x="76199" y="527737"/>
                  </a:lnTo>
                  <a:lnTo>
                    <a:pt x="38099" y="566162"/>
                  </a:lnTo>
                  <a:lnTo>
                    <a:pt x="25399" y="606679"/>
                  </a:lnTo>
                  <a:lnTo>
                    <a:pt x="0" y="649224"/>
                  </a:lnTo>
                  <a:lnTo>
                    <a:pt x="0" y="687324"/>
                  </a:lnTo>
                  <a:lnTo>
                    <a:pt x="12699" y="669036"/>
                  </a:lnTo>
                  <a:lnTo>
                    <a:pt x="12699" y="651510"/>
                  </a:lnTo>
                  <a:lnTo>
                    <a:pt x="25399" y="607275"/>
                  </a:lnTo>
                  <a:lnTo>
                    <a:pt x="50799" y="565350"/>
                  </a:lnTo>
                  <a:lnTo>
                    <a:pt x="88899" y="525772"/>
                  </a:lnTo>
                  <a:lnTo>
                    <a:pt x="114299" y="488575"/>
                  </a:lnTo>
                  <a:lnTo>
                    <a:pt x="165099" y="453797"/>
                  </a:lnTo>
                  <a:lnTo>
                    <a:pt x="203199" y="421473"/>
                  </a:lnTo>
                  <a:lnTo>
                    <a:pt x="241300" y="391640"/>
                  </a:lnTo>
                  <a:lnTo>
                    <a:pt x="292100" y="364334"/>
                  </a:lnTo>
                  <a:lnTo>
                    <a:pt x="330199" y="339592"/>
                  </a:lnTo>
                  <a:lnTo>
                    <a:pt x="380999" y="317449"/>
                  </a:lnTo>
                  <a:lnTo>
                    <a:pt x="419100" y="297942"/>
                  </a:lnTo>
                  <a:lnTo>
                    <a:pt x="444500" y="284226"/>
                  </a:lnTo>
                  <a:lnTo>
                    <a:pt x="482600" y="270509"/>
                  </a:lnTo>
                  <a:lnTo>
                    <a:pt x="520700" y="252707"/>
                  </a:lnTo>
                  <a:lnTo>
                    <a:pt x="571500" y="235682"/>
                  </a:lnTo>
                  <a:lnTo>
                    <a:pt x="622300" y="219420"/>
                  </a:lnTo>
                  <a:lnTo>
                    <a:pt x="660400" y="203905"/>
                  </a:lnTo>
                  <a:lnTo>
                    <a:pt x="711200" y="189121"/>
                  </a:lnTo>
                  <a:lnTo>
                    <a:pt x="762000" y="175052"/>
                  </a:lnTo>
                  <a:lnTo>
                    <a:pt x="812800" y="161683"/>
                  </a:lnTo>
                  <a:lnTo>
                    <a:pt x="850900" y="148997"/>
                  </a:lnTo>
                  <a:lnTo>
                    <a:pt x="901700" y="136980"/>
                  </a:lnTo>
                  <a:lnTo>
                    <a:pt x="952500" y="125616"/>
                  </a:lnTo>
                  <a:lnTo>
                    <a:pt x="1003300" y="114889"/>
                  </a:lnTo>
                  <a:lnTo>
                    <a:pt x="1054100" y="104782"/>
                  </a:lnTo>
                  <a:lnTo>
                    <a:pt x="1104900" y="95282"/>
                  </a:lnTo>
                  <a:lnTo>
                    <a:pt x="1155700" y="86370"/>
                  </a:lnTo>
                  <a:lnTo>
                    <a:pt x="1206500" y="78034"/>
                  </a:lnTo>
                  <a:lnTo>
                    <a:pt x="1257300" y="70255"/>
                  </a:lnTo>
                  <a:lnTo>
                    <a:pt x="1308100" y="63019"/>
                  </a:lnTo>
                  <a:lnTo>
                    <a:pt x="1346200" y="56310"/>
                  </a:lnTo>
                  <a:lnTo>
                    <a:pt x="1397000" y="50112"/>
                  </a:lnTo>
                  <a:lnTo>
                    <a:pt x="1447800" y="44410"/>
                  </a:lnTo>
                  <a:lnTo>
                    <a:pt x="1498600" y="39188"/>
                  </a:lnTo>
                  <a:lnTo>
                    <a:pt x="1549400" y="34430"/>
                  </a:lnTo>
                  <a:lnTo>
                    <a:pt x="1600200" y="30121"/>
                  </a:lnTo>
                  <a:lnTo>
                    <a:pt x="1651000" y="26244"/>
                  </a:lnTo>
                  <a:lnTo>
                    <a:pt x="1701800" y="22784"/>
                  </a:lnTo>
                  <a:lnTo>
                    <a:pt x="1752600" y="19726"/>
                  </a:lnTo>
                  <a:lnTo>
                    <a:pt x="1803400" y="17053"/>
                  </a:lnTo>
                  <a:lnTo>
                    <a:pt x="1854200" y="14751"/>
                  </a:lnTo>
                  <a:lnTo>
                    <a:pt x="1905000" y="12802"/>
                  </a:lnTo>
                  <a:lnTo>
                    <a:pt x="1943100" y="11192"/>
                  </a:lnTo>
                  <a:lnTo>
                    <a:pt x="1993900" y="9905"/>
                  </a:lnTo>
                  <a:lnTo>
                    <a:pt x="2108200" y="9143"/>
                  </a:lnTo>
                  <a:lnTo>
                    <a:pt x="2209800" y="9905"/>
                  </a:lnTo>
                  <a:lnTo>
                    <a:pt x="2324100" y="12953"/>
                  </a:lnTo>
                  <a:lnTo>
                    <a:pt x="2425700" y="17525"/>
                  </a:lnTo>
                  <a:lnTo>
                    <a:pt x="2476500" y="20455"/>
                  </a:lnTo>
                  <a:lnTo>
                    <a:pt x="2527300" y="23736"/>
                  </a:lnTo>
                  <a:lnTo>
                    <a:pt x="2565400" y="27389"/>
                  </a:lnTo>
                  <a:lnTo>
                    <a:pt x="2616200" y="31435"/>
                  </a:lnTo>
                  <a:lnTo>
                    <a:pt x="2667000" y="35892"/>
                  </a:lnTo>
                  <a:lnTo>
                    <a:pt x="2717800" y="40781"/>
                  </a:lnTo>
                  <a:lnTo>
                    <a:pt x="2768600" y="46123"/>
                  </a:lnTo>
                  <a:lnTo>
                    <a:pt x="2819400" y="51935"/>
                  </a:lnTo>
                  <a:lnTo>
                    <a:pt x="2870200" y="58240"/>
                  </a:lnTo>
                  <a:lnTo>
                    <a:pt x="2921000" y="65056"/>
                  </a:lnTo>
                  <a:lnTo>
                    <a:pt x="2971800" y="72404"/>
                  </a:lnTo>
                  <a:lnTo>
                    <a:pt x="3022600" y="80303"/>
                  </a:lnTo>
                  <a:lnTo>
                    <a:pt x="3073400" y="88774"/>
                  </a:lnTo>
                  <a:lnTo>
                    <a:pt x="3124200" y="97836"/>
                  </a:lnTo>
                  <a:lnTo>
                    <a:pt x="3175000" y="107509"/>
                  </a:lnTo>
                  <a:lnTo>
                    <a:pt x="3225800" y="117813"/>
                  </a:lnTo>
                  <a:lnTo>
                    <a:pt x="3263900" y="128768"/>
                  </a:lnTo>
                  <a:lnTo>
                    <a:pt x="3314700" y="140394"/>
                  </a:lnTo>
                  <a:lnTo>
                    <a:pt x="3365500" y="152711"/>
                  </a:lnTo>
                  <a:lnTo>
                    <a:pt x="3416300" y="165739"/>
                  </a:lnTo>
                  <a:lnTo>
                    <a:pt x="3467100" y="179498"/>
                  </a:lnTo>
                  <a:lnTo>
                    <a:pt x="3517900" y="194007"/>
                  </a:lnTo>
                  <a:lnTo>
                    <a:pt x="3556000" y="209287"/>
                  </a:lnTo>
                  <a:lnTo>
                    <a:pt x="3606800" y="225357"/>
                  </a:lnTo>
                  <a:lnTo>
                    <a:pt x="3657600" y="242238"/>
                  </a:lnTo>
                  <a:lnTo>
                    <a:pt x="3695700" y="259949"/>
                  </a:lnTo>
                  <a:lnTo>
                    <a:pt x="3746500" y="278510"/>
                  </a:lnTo>
                  <a:lnTo>
                    <a:pt x="3784600" y="297941"/>
                  </a:lnTo>
                  <a:lnTo>
                    <a:pt x="3822700" y="311657"/>
                  </a:lnTo>
                  <a:lnTo>
                    <a:pt x="3886200" y="347968"/>
                  </a:lnTo>
                  <a:lnTo>
                    <a:pt x="3937000" y="372670"/>
                  </a:lnTo>
                  <a:lnTo>
                    <a:pt x="3975100" y="400210"/>
                  </a:lnTo>
                  <a:lnTo>
                    <a:pt x="4025900" y="430556"/>
                  </a:lnTo>
                  <a:lnTo>
                    <a:pt x="4064000" y="463676"/>
                  </a:lnTo>
                  <a:lnTo>
                    <a:pt x="4102100" y="499540"/>
                  </a:lnTo>
                  <a:lnTo>
                    <a:pt x="4127500" y="538116"/>
                  </a:lnTo>
                  <a:lnTo>
                    <a:pt x="4165600" y="579372"/>
                  </a:lnTo>
                  <a:lnTo>
                    <a:pt x="4178300" y="623276"/>
                  </a:lnTo>
                  <a:lnTo>
                    <a:pt x="4203700" y="669797"/>
                  </a:lnTo>
                  <a:close/>
                </a:path>
                <a:path w="4216400" h="1447800">
                  <a:moveTo>
                    <a:pt x="4216400" y="761237"/>
                  </a:moveTo>
                  <a:lnTo>
                    <a:pt x="4216400" y="685799"/>
                  </a:lnTo>
                  <a:lnTo>
                    <a:pt x="4203700" y="666749"/>
                  </a:lnTo>
                  <a:lnTo>
                    <a:pt x="4203700" y="778001"/>
                  </a:lnTo>
                  <a:lnTo>
                    <a:pt x="4191000" y="822353"/>
                  </a:lnTo>
                  <a:lnTo>
                    <a:pt x="4165600" y="864511"/>
                  </a:lnTo>
                  <a:lnTo>
                    <a:pt x="4140200" y="904414"/>
                  </a:lnTo>
                  <a:lnTo>
                    <a:pt x="4102100" y="942005"/>
                  </a:lnTo>
                  <a:lnTo>
                    <a:pt x="4064000" y="977223"/>
                  </a:lnTo>
                  <a:lnTo>
                    <a:pt x="4025900" y="1010009"/>
                  </a:lnTo>
                  <a:lnTo>
                    <a:pt x="3987800" y="1040304"/>
                  </a:lnTo>
                  <a:lnTo>
                    <a:pt x="3949700" y="1068047"/>
                  </a:lnTo>
                  <a:lnTo>
                    <a:pt x="3898900" y="1093181"/>
                  </a:lnTo>
                  <a:lnTo>
                    <a:pt x="3860800" y="1115645"/>
                  </a:lnTo>
                  <a:lnTo>
                    <a:pt x="3822700" y="1135379"/>
                  </a:lnTo>
                  <a:lnTo>
                    <a:pt x="3784600" y="1149857"/>
                  </a:lnTo>
                  <a:lnTo>
                    <a:pt x="3759200" y="1163573"/>
                  </a:lnTo>
                  <a:lnTo>
                    <a:pt x="3708400" y="1182442"/>
                  </a:lnTo>
                  <a:lnTo>
                    <a:pt x="3670300" y="1200454"/>
                  </a:lnTo>
                  <a:lnTo>
                    <a:pt x="3619500" y="1217628"/>
                  </a:lnTo>
                  <a:lnTo>
                    <a:pt x="3568700" y="1233984"/>
                  </a:lnTo>
                  <a:lnTo>
                    <a:pt x="3517900" y="1249542"/>
                  </a:lnTo>
                  <a:lnTo>
                    <a:pt x="3479800" y="1264321"/>
                  </a:lnTo>
                  <a:lnTo>
                    <a:pt x="3429000" y="1278341"/>
                  </a:lnTo>
                  <a:lnTo>
                    <a:pt x="3378200" y="1291622"/>
                  </a:lnTo>
                  <a:lnTo>
                    <a:pt x="3327400" y="1304182"/>
                  </a:lnTo>
                  <a:lnTo>
                    <a:pt x="3276600" y="1316042"/>
                  </a:lnTo>
                  <a:lnTo>
                    <a:pt x="3225800" y="1327222"/>
                  </a:lnTo>
                  <a:lnTo>
                    <a:pt x="3175000" y="1337740"/>
                  </a:lnTo>
                  <a:lnTo>
                    <a:pt x="3124200" y="1347617"/>
                  </a:lnTo>
                  <a:lnTo>
                    <a:pt x="3073400" y="1356872"/>
                  </a:lnTo>
                  <a:lnTo>
                    <a:pt x="3022600" y="1365524"/>
                  </a:lnTo>
                  <a:lnTo>
                    <a:pt x="2971800" y="1373594"/>
                  </a:lnTo>
                  <a:lnTo>
                    <a:pt x="2921000" y="1381101"/>
                  </a:lnTo>
                  <a:lnTo>
                    <a:pt x="2870200" y="1388064"/>
                  </a:lnTo>
                  <a:lnTo>
                    <a:pt x="2819400" y="1394504"/>
                  </a:lnTo>
                  <a:lnTo>
                    <a:pt x="2781300" y="1400439"/>
                  </a:lnTo>
                  <a:lnTo>
                    <a:pt x="2730500" y="1405889"/>
                  </a:lnTo>
                  <a:lnTo>
                    <a:pt x="2679700" y="1410875"/>
                  </a:lnTo>
                  <a:lnTo>
                    <a:pt x="2628900" y="1415415"/>
                  </a:lnTo>
                  <a:lnTo>
                    <a:pt x="2578100" y="1419529"/>
                  </a:lnTo>
                  <a:lnTo>
                    <a:pt x="2527300" y="1423236"/>
                  </a:lnTo>
                  <a:lnTo>
                    <a:pt x="2476500" y="1426557"/>
                  </a:lnTo>
                  <a:lnTo>
                    <a:pt x="2425700" y="1429511"/>
                  </a:lnTo>
                  <a:lnTo>
                    <a:pt x="2324100" y="1434083"/>
                  </a:lnTo>
                  <a:lnTo>
                    <a:pt x="2209800" y="1437132"/>
                  </a:lnTo>
                  <a:lnTo>
                    <a:pt x="2108200" y="1437894"/>
                  </a:lnTo>
                  <a:lnTo>
                    <a:pt x="1993900" y="1437132"/>
                  </a:lnTo>
                  <a:lnTo>
                    <a:pt x="1943100" y="1435867"/>
                  </a:lnTo>
                  <a:lnTo>
                    <a:pt x="1905000" y="1434278"/>
                  </a:lnTo>
                  <a:lnTo>
                    <a:pt x="1854200" y="1432349"/>
                  </a:lnTo>
                  <a:lnTo>
                    <a:pt x="1803400" y="1430063"/>
                  </a:lnTo>
                  <a:lnTo>
                    <a:pt x="1752600" y="1427407"/>
                  </a:lnTo>
                  <a:lnTo>
                    <a:pt x="1701800" y="1424362"/>
                  </a:lnTo>
                  <a:lnTo>
                    <a:pt x="1651000" y="1420915"/>
                  </a:lnTo>
                  <a:lnTo>
                    <a:pt x="1600200" y="1417049"/>
                  </a:lnTo>
                  <a:lnTo>
                    <a:pt x="1549400" y="1412749"/>
                  </a:lnTo>
                  <a:lnTo>
                    <a:pt x="1498600" y="1407999"/>
                  </a:lnTo>
                  <a:lnTo>
                    <a:pt x="1447800" y="1402783"/>
                  </a:lnTo>
                  <a:lnTo>
                    <a:pt x="1397000" y="1397086"/>
                  </a:lnTo>
                  <a:lnTo>
                    <a:pt x="1346200" y="1390891"/>
                  </a:lnTo>
                  <a:lnTo>
                    <a:pt x="1308100" y="1384184"/>
                  </a:lnTo>
                  <a:lnTo>
                    <a:pt x="1257300" y="1376949"/>
                  </a:lnTo>
                  <a:lnTo>
                    <a:pt x="1206500" y="1369170"/>
                  </a:lnTo>
                  <a:lnTo>
                    <a:pt x="1155700" y="1360830"/>
                  </a:lnTo>
                  <a:lnTo>
                    <a:pt x="1104900" y="1351916"/>
                  </a:lnTo>
                  <a:lnTo>
                    <a:pt x="1054100" y="1342410"/>
                  </a:lnTo>
                  <a:lnTo>
                    <a:pt x="1003300" y="1332297"/>
                  </a:lnTo>
                  <a:lnTo>
                    <a:pt x="952500" y="1321562"/>
                  </a:lnTo>
                  <a:lnTo>
                    <a:pt x="901700" y="1310189"/>
                  </a:lnTo>
                  <a:lnTo>
                    <a:pt x="850900" y="1298162"/>
                  </a:lnTo>
                  <a:lnTo>
                    <a:pt x="812800" y="1285466"/>
                  </a:lnTo>
                  <a:lnTo>
                    <a:pt x="762000" y="1272084"/>
                  </a:lnTo>
                  <a:lnTo>
                    <a:pt x="711200" y="1258001"/>
                  </a:lnTo>
                  <a:lnTo>
                    <a:pt x="660400" y="1243202"/>
                  </a:lnTo>
                  <a:lnTo>
                    <a:pt x="622300" y="1227671"/>
                  </a:lnTo>
                  <a:lnTo>
                    <a:pt x="571500" y="1211392"/>
                  </a:lnTo>
                  <a:lnTo>
                    <a:pt x="520700" y="1194349"/>
                  </a:lnTo>
                  <a:lnTo>
                    <a:pt x="482600" y="1176528"/>
                  </a:lnTo>
                  <a:lnTo>
                    <a:pt x="444500" y="1163574"/>
                  </a:lnTo>
                  <a:lnTo>
                    <a:pt x="419100" y="1149858"/>
                  </a:lnTo>
                  <a:lnTo>
                    <a:pt x="381000" y="1130268"/>
                  </a:lnTo>
                  <a:lnTo>
                    <a:pt x="330200" y="1108596"/>
                  </a:lnTo>
                  <a:lnTo>
                    <a:pt x="292100" y="1084800"/>
                  </a:lnTo>
                  <a:lnTo>
                    <a:pt x="254000" y="1058840"/>
                  </a:lnTo>
                  <a:lnTo>
                    <a:pt x="203200" y="1030673"/>
                  </a:lnTo>
                  <a:lnTo>
                    <a:pt x="165100" y="1000260"/>
                  </a:lnTo>
                  <a:lnTo>
                    <a:pt x="127000" y="967559"/>
                  </a:lnTo>
                  <a:lnTo>
                    <a:pt x="88900" y="932529"/>
                  </a:lnTo>
                  <a:lnTo>
                    <a:pt x="63500" y="895128"/>
                  </a:lnTo>
                  <a:lnTo>
                    <a:pt x="38100" y="855317"/>
                  </a:lnTo>
                  <a:lnTo>
                    <a:pt x="25400" y="813054"/>
                  </a:lnTo>
                  <a:lnTo>
                    <a:pt x="12700" y="795528"/>
                  </a:lnTo>
                  <a:lnTo>
                    <a:pt x="12700" y="778002"/>
                  </a:lnTo>
                  <a:lnTo>
                    <a:pt x="0" y="759714"/>
                  </a:lnTo>
                  <a:lnTo>
                    <a:pt x="0" y="798576"/>
                  </a:lnTo>
                  <a:lnTo>
                    <a:pt x="12700" y="816863"/>
                  </a:lnTo>
                  <a:lnTo>
                    <a:pt x="25400" y="858230"/>
                  </a:lnTo>
                  <a:lnTo>
                    <a:pt x="50800" y="897402"/>
                  </a:lnTo>
                  <a:lnTo>
                    <a:pt x="88900" y="934395"/>
                  </a:lnTo>
                  <a:lnTo>
                    <a:pt x="114300" y="969227"/>
                  </a:lnTo>
                  <a:lnTo>
                    <a:pt x="152400" y="1001912"/>
                  </a:lnTo>
                  <a:lnTo>
                    <a:pt x="190500" y="1032467"/>
                  </a:lnTo>
                  <a:lnTo>
                    <a:pt x="241300" y="1060907"/>
                  </a:lnTo>
                  <a:lnTo>
                    <a:pt x="279400" y="1087249"/>
                  </a:lnTo>
                  <a:lnTo>
                    <a:pt x="317500" y="1111509"/>
                  </a:lnTo>
                  <a:lnTo>
                    <a:pt x="368300" y="1133703"/>
                  </a:lnTo>
                  <a:lnTo>
                    <a:pt x="406400" y="1153846"/>
                  </a:lnTo>
                  <a:lnTo>
                    <a:pt x="444500" y="1171956"/>
                  </a:lnTo>
                  <a:lnTo>
                    <a:pt x="482600" y="1185672"/>
                  </a:lnTo>
                  <a:lnTo>
                    <a:pt x="508000" y="1198626"/>
                  </a:lnTo>
                  <a:lnTo>
                    <a:pt x="558800" y="1215976"/>
                  </a:lnTo>
                  <a:lnTo>
                    <a:pt x="609600" y="1232565"/>
                  </a:lnTo>
                  <a:lnTo>
                    <a:pt x="647700" y="1248409"/>
                  </a:lnTo>
                  <a:lnTo>
                    <a:pt x="698500" y="1263520"/>
                  </a:lnTo>
                  <a:lnTo>
                    <a:pt x="749300" y="1277913"/>
                  </a:lnTo>
                  <a:lnTo>
                    <a:pt x="800100" y="1291603"/>
                  </a:lnTo>
                  <a:lnTo>
                    <a:pt x="838200" y="1304605"/>
                  </a:lnTo>
                  <a:lnTo>
                    <a:pt x="889000" y="1316931"/>
                  </a:lnTo>
                  <a:lnTo>
                    <a:pt x="939800" y="1328598"/>
                  </a:lnTo>
                  <a:lnTo>
                    <a:pt x="990600" y="1339619"/>
                  </a:lnTo>
                  <a:lnTo>
                    <a:pt x="1041400" y="1350008"/>
                  </a:lnTo>
                  <a:lnTo>
                    <a:pt x="1092200" y="1359781"/>
                  </a:lnTo>
                  <a:lnTo>
                    <a:pt x="1143000" y="1368950"/>
                  </a:lnTo>
                  <a:lnTo>
                    <a:pt x="1193800" y="1377532"/>
                  </a:lnTo>
                  <a:lnTo>
                    <a:pt x="1244600" y="1385540"/>
                  </a:lnTo>
                  <a:lnTo>
                    <a:pt x="1295400" y="1392988"/>
                  </a:lnTo>
                  <a:lnTo>
                    <a:pt x="1346200" y="1399891"/>
                  </a:lnTo>
                  <a:lnTo>
                    <a:pt x="1397000" y="1406263"/>
                  </a:lnTo>
                  <a:lnTo>
                    <a:pt x="1447800" y="1412119"/>
                  </a:lnTo>
                  <a:lnTo>
                    <a:pt x="1498600" y="1417473"/>
                  </a:lnTo>
                  <a:lnTo>
                    <a:pt x="1549400" y="1422340"/>
                  </a:lnTo>
                  <a:lnTo>
                    <a:pt x="1600200" y="1426733"/>
                  </a:lnTo>
                  <a:lnTo>
                    <a:pt x="1651000" y="1430667"/>
                  </a:lnTo>
                  <a:lnTo>
                    <a:pt x="1701800" y="1434157"/>
                  </a:lnTo>
                  <a:lnTo>
                    <a:pt x="1752600" y="1437216"/>
                  </a:lnTo>
                  <a:lnTo>
                    <a:pt x="1803400" y="1439860"/>
                  </a:lnTo>
                  <a:lnTo>
                    <a:pt x="1854200" y="1442103"/>
                  </a:lnTo>
                  <a:lnTo>
                    <a:pt x="1905000" y="1443959"/>
                  </a:lnTo>
                  <a:lnTo>
                    <a:pt x="1955800" y="1445442"/>
                  </a:lnTo>
                  <a:lnTo>
                    <a:pt x="2006600" y="1446567"/>
                  </a:lnTo>
                  <a:lnTo>
                    <a:pt x="2057400" y="1447348"/>
                  </a:lnTo>
                  <a:lnTo>
                    <a:pt x="2108200" y="1447800"/>
                  </a:lnTo>
                  <a:lnTo>
                    <a:pt x="2209800" y="1446276"/>
                  </a:lnTo>
                  <a:lnTo>
                    <a:pt x="2324100" y="1443989"/>
                  </a:lnTo>
                  <a:lnTo>
                    <a:pt x="2425700" y="1439417"/>
                  </a:lnTo>
                  <a:lnTo>
                    <a:pt x="2527300" y="1432559"/>
                  </a:lnTo>
                  <a:lnTo>
                    <a:pt x="2578100" y="1428755"/>
                  </a:lnTo>
                  <a:lnTo>
                    <a:pt x="2628900" y="1424551"/>
                  </a:lnTo>
                  <a:lnTo>
                    <a:pt x="2679700" y="1419924"/>
                  </a:lnTo>
                  <a:lnTo>
                    <a:pt x="2730500" y="1414852"/>
                  </a:lnTo>
                  <a:lnTo>
                    <a:pt x="2781300" y="1409312"/>
                  </a:lnTo>
                  <a:lnTo>
                    <a:pt x="2832100" y="1403282"/>
                  </a:lnTo>
                  <a:lnTo>
                    <a:pt x="2882900" y="1396737"/>
                  </a:lnTo>
                  <a:lnTo>
                    <a:pt x="2933700" y="1389657"/>
                  </a:lnTo>
                  <a:lnTo>
                    <a:pt x="2984500" y="1382017"/>
                  </a:lnTo>
                  <a:lnTo>
                    <a:pt x="3035300" y="1373795"/>
                  </a:lnTo>
                  <a:lnTo>
                    <a:pt x="3086100" y="1364969"/>
                  </a:lnTo>
                  <a:lnTo>
                    <a:pt x="3136900" y="1355515"/>
                  </a:lnTo>
                  <a:lnTo>
                    <a:pt x="3187700" y="1345411"/>
                  </a:lnTo>
                  <a:lnTo>
                    <a:pt x="3238500" y="1334633"/>
                  </a:lnTo>
                  <a:lnTo>
                    <a:pt x="3289300" y="1323160"/>
                  </a:lnTo>
                  <a:lnTo>
                    <a:pt x="3340100" y="1310969"/>
                  </a:lnTo>
                  <a:lnTo>
                    <a:pt x="3390900" y="1298036"/>
                  </a:lnTo>
                  <a:lnTo>
                    <a:pt x="3441700" y="1284339"/>
                  </a:lnTo>
                  <a:lnTo>
                    <a:pt x="3492500" y="1269856"/>
                  </a:lnTo>
                  <a:lnTo>
                    <a:pt x="3543300" y="1254562"/>
                  </a:lnTo>
                  <a:lnTo>
                    <a:pt x="3594100" y="1238436"/>
                  </a:lnTo>
                  <a:lnTo>
                    <a:pt x="3632200" y="1221455"/>
                  </a:lnTo>
                  <a:lnTo>
                    <a:pt x="3683000" y="1203596"/>
                  </a:lnTo>
                  <a:lnTo>
                    <a:pt x="3733800" y="1184836"/>
                  </a:lnTo>
                  <a:lnTo>
                    <a:pt x="3771900" y="1165153"/>
                  </a:lnTo>
                  <a:lnTo>
                    <a:pt x="3822700" y="1144523"/>
                  </a:lnTo>
                  <a:lnTo>
                    <a:pt x="3848100" y="1130045"/>
                  </a:lnTo>
                  <a:lnTo>
                    <a:pt x="3886200" y="1115567"/>
                  </a:lnTo>
                  <a:lnTo>
                    <a:pt x="3924300" y="1092717"/>
                  </a:lnTo>
                  <a:lnTo>
                    <a:pt x="3962400" y="1066957"/>
                  </a:lnTo>
                  <a:lnTo>
                    <a:pt x="4000500" y="1038330"/>
                  </a:lnTo>
                  <a:lnTo>
                    <a:pt x="4051300" y="1006878"/>
                  </a:lnTo>
                  <a:lnTo>
                    <a:pt x="4089400" y="972645"/>
                  </a:lnTo>
                  <a:lnTo>
                    <a:pt x="4127500" y="935672"/>
                  </a:lnTo>
                  <a:lnTo>
                    <a:pt x="4152900" y="896002"/>
                  </a:lnTo>
                  <a:lnTo>
                    <a:pt x="4178300" y="853678"/>
                  </a:lnTo>
                  <a:lnTo>
                    <a:pt x="4203700" y="808743"/>
                  </a:lnTo>
                  <a:lnTo>
                    <a:pt x="4216400" y="7612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332482" y="3124200"/>
              <a:ext cx="4211955" cy="1483360"/>
            </a:xfrm>
            <a:custGeom>
              <a:avLst/>
              <a:gdLst/>
              <a:ahLst/>
              <a:cxnLst/>
              <a:rect l="l" t="t" r="r" b="b"/>
              <a:pathLst>
                <a:path w="4211955" h="1483360">
                  <a:moveTo>
                    <a:pt x="4211574" y="741425"/>
                  </a:moveTo>
                  <a:lnTo>
                    <a:pt x="4207268" y="693655"/>
                  </a:lnTo>
                  <a:lnTo>
                    <a:pt x="4194527" y="646688"/>
                  </a:lnTo>
                  <a:lnTo>
                    <a:pt x="4173610" y="600615"/>
                  </a:lnTo>
                  <a:lnTo>
                    <a:pt x="4144779" y="555530"/>
                  </a:lnTo>
                  <a:lnTo>
                    <a:pt x="4108294" y="511524"/>
                  </a:lnTo>
                  <a:lnTo>
                    <a:pt x="4064418" y="468691"/>
                  </a:lnTo>
                  <a:lnTo>
                    <a:pt x="4013411" y="427121"/>
                  </a:lnTo>
                  <a:lnTo>
                    <a:pt x="3955535" y="386909"/>
                  </a:lnTo>
                  <a:lnTo>
                    <a:pt x="3891050" y="348145"/>
                  </a:lnTo>
                  <a:lnTo>
                    <a:pt x="3856410" y="329336"/>
                  </a:lnTo>
                  <a:lnTo>
                    <a:pt x="3820217" y="310923"/>
                  </a:lnTo>
                  <a:lnTo>
                    <a:pt x="3782502" y="292919"/>
                  </a:lnTo>
                  <a:lnTo>
                    <a:pt x="3743298" y="275335"/>
                  </a:lnTo>
                  <a:lnTo>
                    <a:pt x="3702638" y="258182"/>
                  </a:lnTo>
                  <a:lnTo>
                    <a:pt x="3660554" y="241473"/>
                  </a:lnTo>
                  <a:lnTo>
                    <a:pt x="3617079" y="225218"/>
                  </a:lnTo>
                  <a:lnTo>
                    <a:pt x="3572245" y="209429"/>
                  </a:lnTo>
                  <a:lnTo>
                    <a:pt x="3526086" y="194119"/>
                  </a:lnTo>
                  <a:lnTo>
                    <a:pt x="3478634" y="179297"/>
                  </a:lnTo>
                  <a:lnTo>
                    <a:pt x="3429921" y="164976"/>
                  </a:lnTo>
                  <a:lnTo>
                    <a:pt x="3379981" y="151168"/>
                  </a:lnTo>
                  <a:lnTo>
                    <a:pt x="3328845" y="137883"/>
                  </a:lnTo>
                  <a:lnTo>
                    <a:pt x="3276547" y="125134"/>
                  </a:lnTo>
                  <a:lnTo>
                    <a:pt x="3223119" y="112932"/>
                  </a:lnTo>
                  <a:lnTo>
                    <a:pt x="3168593" y="101289"/>
                  </a:lnTo>
                  <a:lnTo>
                    <a:pt x="3113003" y="90216"/>
                  </a:lnTo>
                  <a:lnTo>
                    <a:pt x="3056381" y="79724"/>
                  </a:lnTo>
                  <a:lnTo>
                    <a:pt x="2998759" y="69826"/>
                  </a:lnTo>
                  <a:lnTo>
                    <a:pt x="2940171" y="60532"/>
                  </a:lnTo>
                  <a:lnTo>
                    <a:pt x="2880649" y="51855"/>
                  </a:lnTo>
                  <a:lnTo>
                    <a:pt x="2820225" y="43805"/>
                  </a:lnTo>
                  <a:lnTo>
                    <a:pt x="2758933" y="36395"/>
                  </a:lnTo>
                  <a:lnTo>
                    <a:pt x="2696804" y="29636"/>
                  </a:lnTo>
                  <a:lnTo>
                    <a:pt x="2633872" y="23539"/>
                  </a:lnTo>
                  <a:lnTo>
                    <a:pt x="2570169" y="18116"/>
                  </a:lnTo>
                  <a:lnTo>
                    <a:pt x="2505728" y="13379"/>
                  </a:lnTo>
                  <a:lnTo>
                    <a:pt x="2440581" y="9339"/>
                  </a:lnTo>
                  <a:lnTo>
                    <a:pt x="2374761" y="6007"/>
                  </a:lnTo>
                  <a:lnTo>
                    <a:pt x="2308301" y="3396"/>
                  </a:lnTo>
                  <a:lnTo>
                    <a:pt x="2241234" y="1517"/>
                  </a:lnTo>
                  <a:lnTo>
                    <a:pt x="2173591" y="381"/>
                  </a:lnTo>
                  <a:lnTo>
                    <a:pt x="2105406" y="0"/>
                  </a:lnTo>
                  <a:lnTo>
                    <a:pt x="2037264" y="381"/>
                  </a:lnTo>
                  <a:lnTo>
                    <a:pt x="1969664" y="1517"/>
                  </a:lnTo>
                  <a:lnTo>
                    <a:pt x="1902636" y="3396"/>
                  </a:lnTo>
                  <a:lnTo>
                    <a:pt x="1836215" y="6007"/>
                  </a:lnTo>
                  <a:lnTo>
                    <a:pt x="1770433" y="9339"/>
                  </a:lnTo>
                  <a:lnTo>
                    <a:pt x="1705322" y="13379"/>
                  </a:lnTo>
                  <a:lnTo>
                    <a:pt x="1640914" y="18116"/>
                  </a:lnTo>
                  <a:lnTo>
                    <a:pt x="1577244" y="23539"/>
                  </a:lnTo>
                  <a:lnTo>
                    <a:pt x="1514343" y="29636"/>
                  </a:lnTo>
                  <a:lnTo>
                    <a:pt x="1452244" y="36395"/>
                  </a:lnTo>
                  <a:lnTo>
                    <a:pt x="1390980" y="43805"/>
                  </a:lnTo>
                  <a:lnTo>
                    <a:pt x="1330583" y="51855"/>
                  </a:lnTo>
                  <a:lnTo>
                    <a:pt x="1271087" y="60532"/>
                  </a:lnTo>
                  <a:lnTo>
                    <a:pt x="1212523" y="69826"/>
                  </a:lnTo>
                  <a:lnTo>
                    <a:pt x="1154924" y="79724"/>
                  </a:lnTo>
                  <a:lnTo>
                    <a:pt x="1098324" y="90216"/>
                  </a:lnTo>
                  <a:lnTo>
                    <a:pt x="1042754" y="101289"/>
                  </a:lnTo>
                  <a:lnTo>
                    <a:pt x="988248" y="112932"/>
                  </a:lnTo>
                  <a:lnTo>
                    <a:pt x="934838" y="125134"/>
                  </a:lnTo>
                  <a:lnTo>
                    <a:pt x="882557" y="137883"/>
                  </a:lnTo>
                  <a:lnTo>
                    <a:pt x="831437" y="151168"/>
                  </a:lnTo>
                  <a:lnTo>
                    <a:pt x="781512" y="164976"/>
                  </a:lnTo>
                  <a:lnTo>
                    <a:pt x="732813" y="179297"/>
                  </a:lnTo>
                  <a:lnTo>
                    <a:pt x="685374" y="194119"/>
                  </a:lnTo>
                  <a:lnTo>
                    <a:pt x="639227" y="209429"/>
                  </a:lnTo>
                  <a:lnTo>
                    <a:pt x="594405" y="225218"/>
                  </a:lnTo>
                  <a:lnTo>
                    <a:pt x="550940" y="241473"/>
                  </a:lnTo>
                  <a:lnTo>
                    <a:pt x="508865" y="258182"/>
                  </a:lnTo>
                  <a:lnTo>
                    <a:pt x="468214" y="275335"/>
                  </a:lnTo>
                  <a:lnTo>
                    <a:pt x="429018" y="292919"/>
                  </a:lnTo>
                  <a:lnTo>
                    <a:pt x="391310" y="310923"/>
                  </a:lnTo>
                  <a:lnTo>
                    <a:pt x="355123" y="329336"/>
                  </a:lnTo>
                  <a:lnTo>
                    <a:pt x="320490" y="348145"/>
                  </a:lnTo>
                  <a:lnTo>
                    <a:pt x="287443" y="367340"/>
                  </a:lnTo>
                  <a:lnTo>
                    <a:pt x="226238" y="406840"/>
                  </a:lnTo>
                  <a:lnTo>
                    <a:pt x="171770" y="447742"/>
                  </a:lnTo>
                  <a:lnTo>
                    <a:pt x="124301" y="489955"/>
                  </a:lnTo>
                  <a:lnTo>
                    <a:pt x="84092" y="533386"/>
                  </a:lnTo>
                  <a:lnTo>
                    <a:pt x="51404" y="577944"/>
                  </a:lnTo>
                  <a:lnTo>
                    <a:pt x="26499" y="623534"/>
                  </a:lnTo>
                  <a:lnTo>
                    <a:pt x="9637" y="670066"/>
                  </a:lnTo>
                  <a:lnTo>
                    <a:pt x="1081" y="717446"/>
                  </a:lnTo>
                  <a:lnTo>
                    <a:pt x="0" y="741426"/>
                  </a:lnTo>
                  <a:lnTo>
                    <a:pt x="1081" y="765448"/>
                  </a:lnTo>
                  <a:lnTo>
                    <a:pt x="9637" y="812904"/>
                  </a:lnTo>
                  <a:lnTo>
                    <a:pt x="26499" y="859499"/>
                  </a:lnTo>
                  <a:lnTo>
                    <a:pt x="51404" y="905141"/>
                  </a:lnTo>
                  <a:lnTo>
                    <a:pt x="84092" y="949738"/>
                  </a:lnTo>
                  <a:lnTo>
                    <a:pt x="124301" y="993199"/>
                  </a:lnTo>
                  <a:lnTo>
                    <a:pt x="171770" y="1035432"/>
                  </a:lnTo>
                  <a:lnTo>
                    <a:pt x="226238" y="1076346"/>
                  </a:lnTo>
                  <a:lnTo>
                    <a:pt x="287443" y="1115850"/>
                  </a:lnTo>
                  <a:lnTo>
                    <a:pt x="320490" y="1135044"/>
                  </a:lnTo>
                  <a:lnTo>
                    <a:pt x="355123" y="1153851"/>
                  </a:lnTo>
                  <a:lnTo>
                    <a:pt x="391310" y="1172259"/>
                  </a:lnTo>
                  <a:lnTo>
                    <a:pt x="429018" y="1190258"/>
                  </a:lnTo>
                  <a:lnTo>
                    <a:pt x="468214" y="1207835"/>
                  </a:lnTo>
                  <a:lnTo>
                    <a:pt x="508865" y="1224979"/>
                  </a:lnTo>
                  <a:lnTo>
                    <a:pt x="550940" y="1241680"/>
                  </a:lnTo>
                  <a:lnTo>
                    <a:pt x="594405" y="1257924"/>
                  </a:lnTo>
                  <a:lnTo>
                    <a:pt x="639227" y="1273702"/>
                  </a:lnTo>
                  <a:lnTo>
                    <a:pt x="685374" y="1289000"/>
                  </a:lnTo>
                  <a:lnTo>
                    <a:pt x="732813" y="1303809"/>
                  </a:lnTo>
                  <a:lnTo>
                    <a:pt x="781512" y="1318117"/>
                  </a:lnTo>
                  <a:lnTo>
                    <a:pt x="831437" y="1331911"/>
                  </a:lnTo>
                  <a:lnTo>
                    <a:pt x="882557" y="1345181"/>
                  </a:lnTo>
                  <a:lnTo>
                    <a:pt x="934838" y="1357916"/>
                  </a:lnTo>
                  <a:lnTo>
                    <a:pt x="988248" y="1370103"/>
                  </a:lnTo>
                  <a:lnTo>
                    <a:pt x="1042754" y="1381731"/>
                  </a:lnTo>
                  <a:lnTo>
                    <a:pt x="1098324" y="1392790"/>
                  </a:lnTo>
                  <a:lnTo>
                    <a:pt x="1154924" y="1403266"/>
                  </a:lnTo>
                  <a:lnTo>
                    <a:pt x="1212523" y="1413150"/>
                  </a:lnTo>
                  <a:lnTo>
                    <a:pt x="1271087" y="1422430"/>
                  </a:lnTo>
                  <a:lnTo>
                    <a:pt x="1330583" y="1431093"/>
                  </a:lnTo>
                  <a:lnTo>
                    <a:pt x="1390980" y="1439129"/>
                  </a:lnTo>
                  <a:lnTo>
                    <a:pt x="1452244" y="1446527"/>
                  </a:lnTo>
                  <a:lnTo>
                    <a:pt x="1514343" y="1453274"/>
                  </a:lnTo>
                  <a:lnTo>
                    <a:pt x="1577244" y="1459360"/>
                  </a:lnTo>
                  <a:lnTo>
                    <a:pt x="1640914" y="1464772"/>
                  </a:lnTo>
                  <a:lnTo>
                    <a:pt x="1705322" y="1469500"/>
                  </a:lnTo>
                  <a:lnTo>
                    <a:pt x="1770433" y="1473532"/>
                  </a:lnTo>
                  <a:lnTo>
                    <a:pt x="1836215" y="1476856"/>
                  </a:lnTo>
                  <a:lnTo>
                    <a:pt x="1902636" y="1479462"/>
                  </a:lnTo>
                  <a:lnTo>
                    <a:pt x="1969664" y="1481337"/>
                  </a:lnTo>
                  <a:lnTo>
                    <a:pt x="2037264" y="1482471"/>
                  </a:lnTo>
                  <a:lnTo>
                    <a:pt x="2105406" y="1482852"/>
                  </a:lnTo>
                  <a:lnTo>
                    <a:pt x="2173591" y="1482471"/>
                  </a:lnTo>
                  <a:lnTo>
                    <a:pt x="2241234" y="1481337"/>
                  </a:lnTo>
                  <a:lnTo>
                    <a:pt x="2308301" y="1479462"/>
                  </a:lnTo>
                  <a:lnTo>
                    <a:pt x="2374761" y="1476856"/>
                  </a:lnTo>
                  <a:lnTo>
                    <a:pt x="2440581" y="1473532"/>
                  </a:lnTo>
                  <a:lnTo>
                    <a:pt x="2505728" y="1469500"/>
                  </a:lnTo>
                  <a:lnTo>
                    <a:pt x="2570169" y="1464772"/>
                  </a:lnTo>
                  <a:lnTo>
                    <a:pt x="2633872" y="1459360"/>
                  </a:lnTo>
                  <a:lnTo>
                    <a:pt x="2696804" y="1453274"/>
                  </a:lnTo>
                  <a:lnTo>
                    <a:pt x="2758933" y="1446527"/>
                  </a:lnTo>
                  <a:lnTo>
                    <a:pt x="2820225" y="1439129"/>
                  </a:lnTo>
                  <a:lnTo>
                    <a:pt x="2880649" y="1431093"/>
                  </a:lnTo>
                  <a:lnTo>
                    <a:pt x="2940171" y="1422430"/>
                  </a:lnTo>
                  <a:lnTo>
                    <a:pt x="2998759" y="1413150"/>
                  </a:lnTo>
                  <a:lnTo>
                    <a:pt x="3056381" y="1403266"/>
                  </a:lnTo>
                  <a:lnTo>
                    <a:pt x="3113003" y="1392790"/>
                  </a:lnTo>
                  <a:lnTo>
                    <a:pt x="3168593" y="1381731"/>
                  </a:lnTo>
                  <a:lnTo>
                    <a:pt x="3223119" y="1370103"/>
                  </a:lnTo>
                  <a:lnTo>
                    <a:pt x="3276547" y="1357916"/>
                  </a:lnTo>
                  <a:lnTo>
                    <a:pt x="3328845" y="1345181"/>
                  </a:lnTo>
                  <a:lnTo>
                    <a:pt x="3379981" y="1331911"/>
                  </a:lnTo>
                  <a:lnTo>
                    <a:pt x="3429921" y="1318117"/>
                  </a:lnTo>
                  <a:lnTo>
                    <a:pt x="3478634" y="1303809"/>
                  </a:lnTo>
                  <a:lnTo>
                    <a:pt x="3526086" y="1289000"/>
                  </a:lnTo>
                  <a:lnTo>
                    <a:pt x="3572245" y="1273702"/>
                  </a:lnTo>
                  <a:lnTo>
                    <a:pt x="3617079" y="1257924"/>
                  </a:lnTo>
                  <a:lnTo>
                    <a:pt x="3660554" y="1241680"/>
                  </a:lnTo>
                  <a:lnTo>
                    <a:pt x="3702638" y="1224979"/>
                  </a:lnTo>
                  <a:lnTo>
                    <a:pt x="3743298" y="1207835"/>
                  </a:lnTo>
                  <a:lnTo>
                    <a:pt x="3782502" y="1190258"/>
                  </a:lnTo>
                  <a:lnTo>
                    <a:pt x="3820217" y="1172259"/>
                  </a:lnTo>
                  <a:lnTo>
                    <a:pt x="3856410" y="1153851"/>
                  </a:lnTo>
                  <a:lnTo>
                    <a:pt x="3891050" y="1135044"/>
                  </a:lnTo>
                  <a:lnTo>
                    <a:pt x="3924102" y="1115850"/>
                  </a:lnTo>
                  <a:lnTo>
                    <a:pt x="3985315" y="1076346"/>
                  </a:lnTo>
                  <a:lnTo>
                    <a:pt x="4039790" y="1035432"/>
                  </a:lnTo>
                  <a:lnTo>
                    <a:pt x="4087264" y="993199"/>
                  </a:lnTo>
                  <a:lnTo>
                    <a:pt x="4127477" y="949738"/>
                  </a:lnTo>
                  <a:lnTo>
                    <a:pt x="4160167" y="905141"/>
                  </a:lnTo>
                  <a:lnTo>
                    <a:pt x="4185074" y="859499"/>
                  </a:lnTo>
                  <a:lnTo>
                    <a:pt x="4201936" y="812904"/>
                  </a:lnTo>
                  <a:lnTo>
                    <a:pt x="4210492" y="765448"/>
                  </a:lnTo>
                  <a:lnTo>
                    <a:pt x="4211574" y="741425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27910" y="3119627"/>
              <a:ext cx="4216400" cy="1492885"/>
            </a:xfrm>
            <a:custGeom>
              <a:avLst/>
              <a:gdLst/>
              <a:ahLst/>
              <a:cxnLst/>
              <a:rect l="l" t="t" r="r" b="b"/>
              <a:pathLst>
                <a:path w="4216400" h="1492885">
                  <a:moveTo>
                    <a:pt x="4203700" y="690371"/>
                  </a:moveTo>
                  <a:lnTo>
                    <a:pt x="4203700" y="669035"/>
                  </a:lnTo>
                  <a:lnTo>
                    <a:pt x="4191000" y="626387"/>
                  </a:lnTo>
                  <a:lnTo>
                    <a:pt x="4165600" y="585911"/>
                  </a:lnTo>
                  <a:lnTo>
                    <a:pt x="4140200" y="547601"/>
                  </a:lnTo>
                  <a:lnTo>
                    <a:pt x="4114800" y="511445"/>
                  </a:lnTo>
                  <a:lnTo>
                    <a:pt x="4076700" y="477436"/>
                  </a:lnTo>
                  <a:lnTo>
                    <a:pt x="4038600" y="445565"/>
                  </a:lnTo>
                  <a:lnTo>
                    <a:pt x="4000500" y="415821"/>
                  </a:lnTo>
                  <a:lnTo>
                    <a:pt x="3962400" y="388196"/>
                  </a:lnTo>
                  <a:lnTo>
                    <a:pt x="3911600" y="362681"/>
                  </a:lnTo>
                  <a:lnTo>
                    <a:pt x="3873500" y="339267"/>
                  </a:lnTo>
                  <a:lnTo>
                    <a:pt x="3835400" y="317944"/>
                  </a:lnTo>
                  <a:lnTo>
                    <a:pt x="3797300" y="298703"/>
                  </a:lnTo>
                  <a:lnTo>
                    <a:pt x="3759200" y="284225"/>
                  </a:lnTo>
                  <a:lnTo>
                    <a:pt x="3733800" y="270509"/>
                  </a:lnTo>
                  <a:lnTo>
                    <a:pt x="3683000" y="252186"/>
                  </a:lnTo>
                  <a:lnTo>
                    <a:pt x="3644900" y="234659"/>
                  </a:lnTo>
                  <a:lnTo>
                    <a:pt x="3594100" y="217914"/>
                  </a:lnTo>
                  <a:lnTo>
                    <a:pt x="3543300" y="201934"/>
                  </a:lnTo>
                  <a:lnTo>
                    <a:pt x="3505200" y="186703"/>
                  </a:lnTo>
                  <a:lnTo>
                    <a:pt x="3454400" y="172204"/>
                  </a:lnTo>
                  <a:lnTo>
                    <a:pt x="3403600" y="158423"/>
                  </a:lnTo>
                  <a:lnTo>
                    <a:pt x="3352800" y="145341"/>
                  </a:lnTo>
                  <a:lnTo>
                    <a:pt x="3302000" y="132945"/>
                  </a:lnTo>
                  <a:lnTo>
                    <a:pt x="3263900" y="121216"/>
                  </a:lnTo>
                  <a:lnTo>
                    <a:pt x="3213100" y="110139"/>
                  </a:lnTo>
                  <a:lnTo>
                    <a:pt x="3162300" y="99698"/>
                  </a:lnTo>
                  <a:lnTo>
                    <a:pt x="3111500" y="89877"/>
                  </a:lnTo>
                  <a:lnTo>
                    <a:pt x="3060700" y="80659"/>
                  </a:lnTo>
                  <a:lnTo>
                    <a:pt x="3009900" y="72028"/>
                  </a:lnTo>
                  <a:lnTo>
                    <a:pt x="2959100" y="63968"/>
                  </a:lnTo>
                  <a:lnTo>
                    <a:pt x="2908300" y="56464"/>
                  </a:lnTo>
                  <a:lnTo>
                    <a:pt x="2857500" y="49498"/>
                  </a:lnTo>
                  <a:lnTo>
                    <a:pt x="2806700" y="43055"/>
                  </a:lnTo>
                  <a:lnTo>
                    <a:pt x="2755900" y="37118"/>
                  </a:lnTo>
                  <a:lnTo>
                    <a:pt x="2717800" y="31672"/>
                  </a:lnTo>
                  <a:lnTo>
                    <a:pt x="2667000" y="26699"/>
                  </a:lnTo>
                  <a:lnTo>
                    <a:pt x="2616200" y="22185"/>
                  </a:lnTo>
                  <a:lnTo>
                    <a:pt x="2565400" y="18112"/>
                  </a:lnTo>
                  <a:lnTo>
                    <a:pt x="2514600" y="14465"/>
                  </a:lnTo>
                  <a:lnTo>
                    <a:pt x="2463800" y="11227"/>
                  </a:lnTo>
                  <a:lnTo>
                    <a:pt x="2413000" y="8383"/>
                  </a:lnTo>
                  <a:lnTo>
                    <a:pt x="2362200" y="5916"/>
                  </a:lnTo>
                  <a:lnTo>
                    <a:pt x="2324100" y="3809"/>
                  </a:lnTo>
                  <a:lnTo>
                    <a:pt x="2209800" y="1524"/>
                  </a:lnTo>
                  <a:lnTo>
                    <a:pt x="2108200" y="0"/>
                  </a:lnTo>
                  <a:lnTo>
                    <a:pt x="1993900" y="1524"/>
                  </a:lnTo>
                  <a:lnTo>
                    <a:pt x="1892300" y="3810"/>
                  </a:lnTo>
                  <a:lnTo>
                    <a:pt x="1841500" y="5971"/>
                  </a:lnTo>
                  <a:lnTo>
                    <a:pt x="1790700" y="8509"/>
                  </a:lnTo>
                  <a:lnTo>
                    <a:pt x="1739900" y="11441"/>
                  </a:lnTo>
                  <a:lnTo>
                    <a:pt x="1689100" y="14784"/>
                  </a:lnTo>
                  <a:lnTo>
                    <a:pt x="1638300" y="18557"/>
                  </a:lnTo>
                  <a:lnTo>
                    <a:pt x="1587500" y="22777"/>
                  </a:lnTo>
                  <a:lnTo>
                    <a:pt x="1536700" y="27462"/>
                  </a:lnTo>
                  <a:lnTo>
                    <a:pt x="1485900" y="32630"/>
                  </a:lnTo>
                  <a:lnTo>
                    <a:pt x="1435100" y="38298"/>
                  </a:lnTo>
                  <a:lnTo>
                    <a:pt x="1384300" y="44485"/>
                  </a:lnTo>
                  <a:lnTo>
                    <a:pt x="1333500" y="51208"/>
                  </a:lnTo>
                  <a:lnTo>
                    <a:pt x="1282700" y="58485"/>
                  </a:lnTo>
                  <a:lnTo>
                    <a:pt x="1231900" y="66334"/>
                  </a:lnTo>
                  <a:lnTo>
                    <a:pt x="1181100" y="74773"/>
                  </a:lnTo>
                  <a:lnTo>
                    <a:pt x="1130300" y="83819"/>
                  </a:lnTo>
                  <a:lnTo>
                    <a:pt x="1079500" y="93491"/>
                  </a:lnTo>
                  <a:lnTo>
                    <a:pt x="1028700" y="103805"/>
                  </a:lnTo>
                  <a:lnTo>
                    <a:pt x="977900" y="114781"/>
                  </a:lnTo>
                  <a:lnTo>
                    <a:pt x="927100" y="126435"/>
                  </a:lnTo>
                  <a:lnTo>
                    <a:pt x="876300" y="138786"/>
                  </a:lnTo>
                  <a:lnTo>
                    <a:pt x="825500" y="151851"/>
                  </a:lnTo>
                  <a:lnTo>
                    <a:pt x="774700" y="165648"/>
                  </a:lnTo>
                  <a:lnTo>
                    <a:pt x="723900" y="180195"/>
                  </a:lnTo>
                  <a:lnTo>
                    <a:pt x="685800" y="195511"/>
                  </a:lnTo>
                  <a:lnTo>
                    <a:pt x="635000" y="211611"/>
                  </a:lnTo>
                  <a:lnTo>
                    <a:pt x="584200" y="228515"/>
                  </a:lnTo>
                  <a:lnTo>
                    <a:pt x="533400" y="246240"/>
                  </a:lnTo>
                  <a:lnTo>
                    <a:pt x="495300" y="264804"/>
                  </a:lnTo>
                  <a:lnTo>
                    <a:pt x="444500" y="284226"/>
                  </a:lnTo>
                  <a:lnTo>
                    <a:pt x="419100" y="298704"/>
                  </a:lnTo>
                  <a:lnTo>
                    <a:pt x="380999" y="313182"/>
                  </a:lnTo>
                  <a:lnTo>
                    <a:pt x="342899" y="334133"/>
                  </a:lnTo>
                  <a:lnTo>
                    <a:pt x="304799" y="357274"/>
                  </a:lnTo>
                  <a:lnTo>
                    <a:pt x="254000" y="382634"/>
                  </a:lnTo>
                  <a:lnTo>
                    <a:pt x="215900" y="410244"/>
                  </a:lnTo>
                  <a:lnTo>
                    <a:pt x="177799" y="440133"/>
                  </a:lnTo>
                  <a:lnTo>
                    <a:pt x="139699" y="472332"/>
                  </a:lnTo>
                  <a:lnTo>
                    <a:pt x="101599" y="506872"/>
                  </a:lnTo>
                  <a:lnTo>
                    <a:pt x="76199" y="543782"/>
                  </a:lnTo>
                  <a:lnTo>
                    <a:pt x="38099" y="583092"/>
                  </a:lnTo>
                  <a:lnTo>
                    <a:pt x="25399" y="624833"/>
                  </a:lnTo>
                  <a:lnTo>
                    <a:pt x="0" y="669036"/>
                  </a:lnTo>
                  <a:lnTo>
                    <a:pt x="0" y="708660"/>
                  </a:lnTo>
                  <a:lnTo>
                    <a:pt x="12699" y="690372"/>
                  </a:lnTo>
                  <a:lnTo>
                    <a:pt x="12699" y="671322"/>
                  </a:lnTo>
                  <a:lnTo>
                    <a:pt x="25399" y="625787"/>
                  </a:lnTo>
                  <a:lnTo>
                    <a:pt x="50799" y="582730"/>
                  </a:lnTo>
                  <a:lnTo>
                    <a:pt x="88899" y="542153"/>
                  </a:lnTo>
                  <a:lnTo>
                    <a:pt x="114299" y="504058"/>
                  </a:lnTo>
                  <a:lnTo>
                    <a:pt x="152399" y="468448"/>
                  </a:lnTo>
                  <a:lnTo>
                    <a:pt x="203199" y="435324"/>
                  </a:lnTo>
                  <a:lnTo>
                    <a:pt x="241300" y="404690"/>
                  </a:lnTo>
                  <a:lnTo>
                    <a:pt x="292099" y="376546"/>
                  </a:lnTo>
                  <a:lnTo>
                    <a:pt x="330199" y="350896"/>
                  </a:lnTo>
                  <a:lnTo>
                    <a:pt x="380999" y="327742"/>
                  </a:lnTo>
                  <a:lnTo>
                    <a:pt x="419100" y="307086"/>
                  </a:lnTo>
                  <a:lnTo>
                    <a:pt x="444500" y="292608"/>
                  </a:lnTo>
                  <a:lnTo>
                    <a:pt x="482600" y="278892"/>
                  </a:lnTo>
                  <a:lnTo>
                    <a:pt x="520700" y="260698"/>
                  </a:lnTo>
                  <a:lnTo>
                    <a:pt x="571500" y="243282"/>
                  </a:lnTo>
                  <a:lnTo>
                    <a:pt x="622300" y="226629"/>
                  </a:lnTo>
                  <a:lnTo>
                    <a:pt x="660400" y="210723"/>
                  </a:lnTo>
                  <a:lnTo>
                    <a:pt x="711200" y="195551"/>
                  </a:lnTo>
                  <a:lnTo>
                    <a:pt x="762000" y="181097"/>
                  </a:lnTo>
                  <a:lnTo>
                    <a:pt x="812800" y="167348"/>
                  </a:lnTo>
                  <a:lnTo>
                    <a:pt x="850900" y="154288"/>
                  </a:lnTo>
                  <a:lnTo>
                    <a:pt x="901700" y="141904"/>
                  </a:lnTo>
                  <a:lnTo>
                    <a:pt x="952500" y="130179"/>
                  </a:lnTo>
                  <a:lnTo>
                    <a:pt x="1003300" y="119101"/>
                  </a:lnTo>
                  <a:lnTo>
                    <a:pt x="1054100" y="108653"/>
                  </a:lnTo>
                  <a:lnTo>
                    <a:pt x="1104900" y="98822"/>
                  </a:lnTo>
                  <a:lnTo>
                    <a:pt x="1155700" y="89594"/>
                  </a:lnTo>
                  <a:lnTo>
                    <a:pt x="1206500" y="80952"/>
                  </a:lnTo>
                  <a:lnTo>
                    <a:pt x="1244600" y="72884"/>
                  </a:lnTo>
                  <a:lnTo>
                    <a:pt x="1295400" y="65373"/>
                  </a:lnTo>
                  <a:lnTo>
                    <a:pt x="1346200" y="58406"/>
                  </a:lnTo>
                  <a:lnTo>
                    <a:pt x="1397000" y="51969"/>
                  </a:lnTo>
                  <a:lnTo>
                    <a:pt x="1447800" y="46045"/>
                  </a:lnTo>
                  <a:lnTo>
                    <a:pt x="1498600" y="40622"/>
                  </a:lnTo>
                  <a:lnTo>
                    <a:pt x="1549400" y="35684"/>
                  </a:lnTo>
                  <a:lnTo>
                    <a:pt x="1600200" y="31216"/>
                  </a:lnTo>
                  <a:lnTo>
                    <a:pt x="1651000" y="27205"/>
                  </a:lnTo>
                  <a:lnTo>
                    <a:pt x="1701800" y="23635"/>
                  </a:lnTo>
                  <a:lnTo>
                    <a:pt x="1752600" y="20491"/>
                  </a:lnTo>
                  <a:lnTo>
                    <a:pt x="1803400" y="17760"/>
                  </a:lnTo>
                  <a:lnTo>
                    <a:pt x="1854200" y="15427"/>
                  </a:lnTo>
                  <a:lnTo>
                    <a:pt x="1905000" y="13477"/>
                  </a:lnTo>
                  <a:lnTo>
                    <a:pt x="1943100" y="11895"/>
                  </a:lnTo>
                  <a:lnTo>
                    <a:pt x="1993900" y="10668"/>
                  </a:lnTo>
                  <a:lnTo>
                    <a:pt x="2108200" y="9906"/>
                  </a:lnTo>
                  <a:lnTo>
                    <a:pt x="2209800" y="10668"/>
                  </a:lnTo>
                  <a:lnTo>
                    <a:pt x="2324100" y="13715"/>
                  </a:lnTo>
                  <a:lnTo>
                    <a:pt x="2425700" y="18287"/>
                  </a:lnTo>
                  <a:lnTo>
                    <a:pt x="2476500" y="21225"/>
                  </a:lnTo>
                  <a:lnTo>
                    <a:pt x="2514600" y="24548"/>
                  </a:lnTo>
                  <a:lnTo>
                    <a:pt x="2565400" y="28276"/>
                  </a:lnTo>
                  <a:lnTo>
                    <a:pt x="2616200" y="32428"/>
                  </a:lnTo>
                  <a:lnTo>
                    <a:pt x="2667000" y="37022"/>
                  </a:lnTo>
                  <a:lnTo>
                    <a:pt x="2717800" y="42076"/>
                  </a:lnTo>
                  <a:lnTo>
                    <a:pt x="2768600" y="47608"/>
                  </a:lnTo>
                  <a:lnTo>
                    <a:pt x="2819400" y="53638"/>
                  </a:lnTo>
                  <a:lnTo>
                    <a:pt x="2870200" y="60184"/>
                  </a:lnTo>
                  <a:lnTo>
                    <a:pt x="2921000" y="67264"/>
                  </a:lnTo>
                  <a:lnTo>
                    <a:pt x="2971800" y="74896"/>
                  </a:lnTo>
                  <a:lnTo>
                    <a:pt x="3022600" y="83099"/>
                  </a:lnTo>
                  <a:lnTo>
                    <a:pt x="3073400" y="91892"/>
                  </a:lnTo>
                  <a:lnTo>
                    <a:pt x="3124200" y="101293"/>
                  </a:lnTo>
                  <a:lnTo>
                    <a:pt x="3175000" y="111320"/>
                  </a:lnTo>
                  <a:lnTo>
                    <a:pt x="3225800" y="121993"/>
                  </a:lnTo>
                  <a:lnTo>
                    <a:pt x="3263900" y="133329"/>
                  </a:lnTo>
                  <a:lnTo>
                    <a:pt x="3314700" y="145346"/>
                  </a:lnTo>
                  <a:lnTo>
                    <a:pt x="3365500" y="158064"/>
                  </a:lnTo>
                  <a:lnTo>
                    <a:pt x="3416300" y="171501"/>
                  </a:lnTo>
                  <a:lnTo>
                    <a:pt x="3467100" y="185674"/>
                  </a:lnTo>
                  <a:lnTo>
                    <a:pt x="3517900" y="200604"/>
                  </a:lnTo>
                  <a:lnTo>
                    <a:pt x="3556000" y="216308"/>
                  </a:lnTo>
                  <a:lnTo>
                    <a:pt x="3606800" y="232804"/>
                  </a:lnTo>
                  <a:lnTo>
                    <a:pt x="3657600" y="250112"/>
                  </a:lnTo>
                  <a:lnTo>
                    <a:pt x="3695700" y="268249"/>
                  </a:lnTo>
                  <a:lnTo>
                    <a:pt x="3746500" y="287234"/>
                  </a:lnTo>
                  <a:lnTo>
                    <a:pt x="3784600" y="307085"/>
                  </a:lnTo>
                  <a:lnTo>
                    <a:pt x="3822700" y="321563"/>
                  </a:lnTo>
                  <a:lnTo>
                    <a:pt x="3848100" y="336041"/>
                  </a:lnTo>
                  <a:lnTo>
                    <a:pt x="3886200" y="356778"/>
                  </a:lnTo>
                  <a:lnTo>
                    <a:pt x="3924300" y="379899"/>
                  </a:lnTo>
                  <a:lnTo>
                    <a:pt x="3962400" y="405375"/>
                  </a:lnTo>
                  <a:lnTo>
                    <a:pt x="4000500" y="433175"/>
                  </a:lnTo>
                  <a:lnTo>
                    <a:pt x="4038600" y="463270"/>
                  </a:lnTo>
                  <a:lnTo>
                    <a:pt x="4076700" y="495630"/>
                  </a:lnTo>
                  <a:lnTo>
                    <a:pt x="4114800" y="530226"/>
                  </a:lnTo>
                  <a:lnTo>
                    <a:pt x="4140200" y="567028"/>
                  </a:lnTo>
                  <a:lnTo>
                    <a:pt x="4165600" y="606006"/>
                  </a:lnTo>
                  <a:lnTo>
                    <a:pt x="4191000" y="647130"/>
                  </a:lnTo>
                  <a:lnTo>
                    <a:pt x="4203700" y="690371"/>
                  </a:lnTo>
                  <a:close/>
                </a:path>
                <a:path w="4216400" h="1492885">
                  <a:moveTo>
                    <a:pt x="4216400" y="784859"/>
                  </a:moveTo>
                  <a:lnTo>
                    <a:pt x="4216400" y="707135"/>
                  </a:lnTo>
                  <a:lnTo>
                    <a:pt x="4203700" y="688085"/>
                  </a:lnTo>
                  <a:lnTo>
                    <a:pt x="4203700" y="802385"/>
                  </a:lnTo>
                  <a:lnTo>
                    <a:pt x="4191000" y="848207"/>
                  </a:lnTo>
                  <a:lnTo>
                    <a:pt x="4165600" y="891606"/>
                  </a:lnTo>
                  <a:lnTo>
                    <a:pt x="4140200" y="932569"/>
                  </a:lnTo>
                  <a:lnTo>
                    <a:pt x="4102100" y="971086"/>
                  </a:lnTo>
                  <a:lnTo>
                    <a:pt x="4064000" y="1007143"/>
                  </a:lnTo>
                  <a:lnTo>
                    <a:pt x="4025900" y="1040731"/>
                  </a:lnTo>
                  <a:lnTo>
                    <a:pt x="3987800" y="1071835"/>
                  </a:lnTo>
                  <a:lnTo>
                    <a:pt x="3949700" y="1100446"/>
                  </a:lnTo>
                  <a:lnTo>
                    <a:pt x="3898900" y="1126550"/>
                  </a:lnTo>
                  <a:lnTo>
                    <a:pt x="3860800" y="1150137"/>
                  </a:lnTo>
                  <a:lnTo>
                    <a:pt x="3822700" y="1171194"/>
                  </a:lnTo>
                  <a:lnTo>
                    <a:pt x="3784600" y="1185671"/>
                  </a:lnTo>
                  <a:lnTo>
                    <a:pt x="3759200" y="1199388"/>
                  </a:lnTo>
                  <a:lnTo>
                    <a:pt x="3708400" y="1218899"/>
                  </a:lnTo>
                  <a:lnTo>
                    <a:pt x="3670300" y="1237520"/>
                  </a:lnTo>
                  <a:lnTo>
                    <a:pt x="3619500" y="1255272"/>
                  </a:lnTo>
                  <a:lnTo>
                    <a:pt x="3568700" y="1272176"/>
                  </a:lnTo>
                  <a:lnTo>
                    <a:pt x="3530600" y="1288252"/>
                  </a:lnTo>
                  <a:lnTo>
                    <a:pt x="3479800" y="1303522"/>
                  </a:lnTo>
                  <a:lnTo>
                    <a:pt x="3429000" y="1318005"/>
                  </a:lnTo>
                  <a:lnTo>
                    <a:pt x="3378200" y="1331722"/>
                  </a:lnTo>
                  <a:lnTo>
                    <a:pt x="3327400" y="1344695"/>
                  </a:lnTo>
                  <a:lnTo>
                    <a:pt x="3276600" y="1356944"/>
                  </a:lnTo>
                  <a:lnTo>
                    <a:pt x="3225800" y="1368489"/>
                  </a:lnTo>
                  <a:lnTo>
                    <a:pt x="3175000" y="1379352"/>
                  </a:lnTo>
                  <a:lnTo>
                    <a:pt x="3124200" y="1389553"/>
                  </a:lnTo>
                  <a:lnTo>
                    <a:pt x="3073400" y="1399113"/>
                  </a:lnTo>
                  <a:lnTo>
                    <a:pt x="3022600" y="1408052"/>
                  </a:lnTo>
                  <a:lnTo>
                    <a:pt x="2971800" y="1416392"/>
                  </a:lnTo>
                  <a:lnTo>
                    <a:pt x="2921000" y="1424152"/>
                  </a:lnTo>
                  <a:lnTo>
                    <a:pt x="2870200" y="1431354"/>
                  </a:lnTo>
                  <a:lnTo>
                    <a:pt x="2819400" y="1438019"/>
                  </a:lnTo>
                  <a:lnTo>
                    <a:pt x="2768600" y="1444167"/>
                  </a:lnTo>
                  <a:lnTo>
                    <a:pt x="2717800" y="1449818"/>
                  </a:lnTo>
                  <a:lnTo>
                    <a:pt x="2667000" y="1454995"/>
                  </a:lnTo>
                  <a:lnTo>
                    <a:pt x="2616200" y="1459716"/>
                  </a:lnTo>
                  <a:lnTo>
                    <a:pt x="2578100" y="1464004"/>
                  </a:lnTo>
                  <a:lnTo>
                    <a:pt x="2527300" y="1467878"/>
                  </a:lnTo>
                  <a:lnTo>
                    <a:pt x="2476500" y="1471360"/>
                  </a:lnTo>
                  <a:lnTo>
                    <a:pt x="2425700" y="1474470"/>
                  </a:lnTo>
                  <a:lnTo>
                    <a:pt x="2324100" y="1479042"/>
                  </a:lnTo>
                  <a:lnTo>
                    <a:pt x="2209800" y="1482090"/>
                  </a:lnTo>
                  <a:lnTo>
                    <a:pt x="2108200" y="1482852"/>
                  </a:lnTo>
                  <a:lnTo>
                    <a:pt x="1993900" y="1482090"/>
                  </a:lnTo>
                  <a:lnTo>
                    <a:pt x="1943100" y="1480772"/>
                  </a:lnTo>
                  <a:lnTo>
                    <a:pt x="1892300" y="1479116"/>
                  </a:lnTo>
                  <a:lnTo>
                    <a:pt x="1854200" y="1477106"/>
                  </a:lnTo>
                  <a:lnTo>
                    <a:pt x="1803400" y="1474727"/>
                  </a:lnTo>
                  <a:lnTo>
                    <a:pt x="1752600" y="1471963"/>
                  </a:lnTo>
                  <a:lnTo>
                    <a:pt x="1701800" y="1468799"/>
                  </a:lnTo>
                  <a:lnTo>
                    <a:pt x="1651000" y="1465218"/>
                  </a:lnTo>
                  <a:lnTo>
                    <a:pt x="1600200" y="1461206"/>
                  </a:lnTo>
                  <a:lnTo>
                    <a:pt x="1549400" y="1456746"/>
                  </a:lnTo>
                  <a:lnTo>
                    <a:pt x="1498600" y="1451823"/>
                  </a:lnTo>
                  <a:lnTo>
                    <a:pt x="1447800" y="1446422"/>
                  </a:lnTo>
                  <a:lnTo>
                    <a:pt x="1397000" y="1440527"/>
                  </a:lnTo>
                  <a:lnTo>
                    <a:pt x="1346200" y="1434122"/>
                  </a:lnTo>
                  <a:lnTo>
                    <a:pt x="1295400" y="1427191"/>
                  </a:lnTo>
                  <a:lnTo>
                    <a:pt x="1244600" y="1419720"/>
                  </a:lnTo>
                  <a:lnTo>
                    <a:pt x="1206500" y="1411692"/>
                  </a:lnTo>
                  <a:lnTo>
                    <a:pt x="1155700" y="1403092"/>
                  </a:lnTo>
                  <a:lnTo>
                    <a:pt x="1104900" y="1393903"/>
                  </a:lnTo>
                  <a:lnTo>
                    <a:pt x="1054100" y="1384112"/>
                  </a:lnTo>
                  <a:lnTo>
                    <a:pt x="1003300" y="1373701"/>
                  </a:lnTo>
                  <a:lnTo>
                    <a:pt x="952500" y="1362656"/>
                  </a:lnTo>
                  <a:lnTo>
                    <a:pt x="901700" y="1350961"/>
                  </a:lnTo>
                  <a:lnTo>
                    <a:pt x="850900" y="1338600"/>
                  </a:lnTo>
                  <a:lnTo>
                    <a:pt x="812800" y="1325557"/>
                  </a:lnTo>
                  <a:lnTo>
                    <a:pt x="762000" y="1311817"/>
                  </a:lnTo>
                  <a:lnTo>
                    <a:pt x="711200" y="1297364"/>
                  </a:lnTo>
                  <a:lnTo>
                    <a:pt x="660400" y="1282184"/>
                  </a:lnTo>
                  <a:lnTo>
                    <a:pt x="622300" y="1266259"/>
                  </a:lnTo>
                  <a:lnTo>
                    <a:pt x="571500" y="1249575"/>
                  </a:lnTo>
                  <a:lnTo>
                    <a:pt x="520700" y="1232116"/>
                  </a:lnTo>
                  <a:lnTo>
                    <a:pt x="482600" y="1213866"/>
                  </a:lnTo>
                  <a:lnTo>
                    <a:pt x="444500" y="1199388"/>
                  </a:lnTo>
                  <a:lnTo>
                    <a:pt x="419100" y="1185672"/>
                  </a:lnTo>
                  <a:lnTo>
                    <a:pt x="381000" y="1165850"/>
                  </a:lnTo>
                  <a:lnTo>
                    <a:pt x="330200" y="1143552"/>
                  </a:lnTo>
                  <a:lnTo>
                    <a:pt x="292100" y="1118824"/>
                  </a:lnTo>
                  <a:lnTo>
                    <a:pt x="254000" y="1091711"/>
                  </a:lnTo>
                  <a:lnTo>
                    <a:pt x="203200" y="1062258"/>
                  </a:lnTo>
                  <a:lnTo>
                    <a:pt x="165100" y="1030511"/>
                  </a:lnTo>
                  <a:lnTo>
                    <a:pt x="127000" y="996516"/>
                  </a:lnTo>
                  <a:lnTo>
                    <a:pt x="88900" y="960318"/>
                  </a:lnTo>
                  <a:lnTo>
                    <a:pt x="63500" y="921963"/>
                  </a:lnTo>
                  <a:lnTo>
                    <a:pt x="38100" y="881495"/>
                  </a:lnTo>
                  <a:lnTo>
                    <a:pt x="25400" y="838962"/>
                  </a:lnTo>
                  <a:lnTo>
                    <a:pt x="12700" y="820674"/>
                  </a:lnTo>
                  <a:lnTo>
                    <a:pt x="12700" y="802386"/>
                  </a:lnTo>
                  <a:lnTo>
                    <a:pt x="0" y="783336"/>
                  </a:lnTo>
                  <a:lnTo>
                    <a:pt x="0" y="823722"/>
                  </a:lnTo>
                  <a:lnTo>
                    <a:pt x="12700" y="842772"/>
                  </a:lnTo>
                  <a:lnTo>
                    <a:pt x="25400" y="885575"/>
                  </a:lnTo>
                  <a:lnTo>
                    <a:pt x="50800" y="925905"/>
                  </a:lnTo>
                  <a:lnTo>
                    <a:pt x="88900" y="963833"/>
                  </a:lnTo>
                  <a:lnTo>
                    <a:pt x="114300" y="999427"/>
                  </a:lnTo>
                  <a:lnTo>
                    <a:pt x="152400" y="1032758"/>
                  </a:lnTo>
                  <a:lnTo>
                    <a:pt x="190500" y="1063894"/>
                  </a:lnTo>
                  <a:lnTo>
                    <a:pt x="228600" y="1092906"/>
                  </a:lnTo>
                  <a:lnTo>
                    <a:pt x="279400" y="1119863"/>
                  </a:lnTo>
                  <a:lnTo>
                    <a:pt x="317500" y="1144834"/>
                  </a:lnTo>
                  <a:lnTo>
                    <a:pt x="355600" y="1167890"/>
                  </a:lnTo>
                  <a:lnTo>
                    <a:pt x="406400" y="1189099"/>
                  </a:lnTo>
                  <a:lnTo>
                    <a:pt x="444500" y="1208532"/>
                  </a:lnTo>
                  <a:lnTo>
                    <a:pt x="482600" y="1222248"/>
                  </a:lnTo>
                  <a:lnTo>
                    <a:pt x="508000" y="1235964"/>
                  </a:lnTo>
                  <a:lnTo>
                    <a:pt x="558800" y="1253812"/>
                  </a:lnTo>
                  <a:lnTo>
                    <a:pt x="596900" y="1270883"/>
                  </a:lnTo>
                  <a:lnTo>
                    <a:pt x="647700" y="1287189"/>
                  </a:lnTo>
                  <a:lnTo>
                    <a:pt x="698500" y="1302747"/>
                  </a:lnTo>
                  <a:lnTo>
                    <a:pt x="749300" y="1317569"/>
                  </a:lnTo>
                  <a:lnTo>
                    <a:pt x="800100" y="1331671"/>
                  </a:lnTo>
                  <a:lnTo>
                    <a:pt x="838200" y="1345067"/>
                  </a:lnTo>
                  <a:lnTo>
                    <a:pt x="889000" y="1357771"/>
                  </a:lnTo>
                  <a:lnTo>
                    <a:pt x="939800" y="1369798"/>
                  </a:lnTo>
                  <a:lnTo>
                    <a:pt x="990600" y="1381162"/>
                  </a:lnTo>
                  <a:lnTo>
                    <a:pt x="1041400" y="1391879"/>
                  </a:lnTo>
                  <a:lnTo>
                    <a:pt x="1092200" y="1401961"/>
                  </a:lnTo>
                  <a:lnTo>
                    <a:pt x="1143000" y="1411424"/>
                  </a:lnTo>
                  <a:lnTo>
                    <a:pt x="1193800" y="1420282"/>
                  </a:lnTo>
                  <a:lnTo>
                    <a:pt x="1244600" y="1428549"/>
                  </a:lnTo>
                  <a:lnTo>
                    <a:pt x="1295400" y="1436241"/>
                  </a:lnTo>
                  <a:lnTo>
                    <a:pt x="1346200" y="1443371"/>
                  </a:lnTo>
                  <a:lnTo>
                    <a:pt x="1397000" y="1449954"/>
                  </a:lnTo>
                  <a:lnTo>
                    <a:pt x="1447800" y="1456004"/>
                  </a:lnTo>
                  <a:lnTo>
                    <a:pt x="1498600" y="1461536"/>
                  </a:lnTo>
                  <a:lnTo>
                    <a:pt x="1549400" y="1466564"/>
                  </a:lnTo>
                  <a:lnTo>
                    <a:pt x="1600200" y="1471103"/>
                  </a:lnTo>
                  <a:lnTo>
                    <a:pt x="1651000" y="1475167"/>
                  </a:lnTo>
                  <a:lnTo>
                    <a:pt x="1701800" y="1478771"/>
                  </a:lnTo>
                  <a:lnTo>
                    <a:pt x="1752600" y="1481928"/>
                  </a:lnTo>
                  <a:lnTo>
                    <a:pt x="1803400" y="1484654"/>
                  </a:lnTo>
                  <a:lnTo>
                    <a:pt x="1854200" y="1486963"/>
                  </a:lnTo>
                  <a:lnTo>
                    <a:pt x="1905000" y="1488870"/>
                  </a:lnTo>
                  <a:lnTo>
                    <a:pt x="1955800" y="1490388"/>
                  </a:lnTo>
                  <a:lnTo>
                    <a:pt x="2006600" y="1491532"/>
                  </a:lnTo>
                  <a:lnTo>
                    <a:pt x="2057400" y="1492317"/>
                  </a:lnTo>
                  <a:lnTo>
                    <a:pt x="2108200" y="1492758"/>
                  </a:lnTo>
                  <a:lnTo>
                    <a:pt x="2209800" y="1491234"/>
                  </a:lnTo>
                  <a:lnTo>
                    <a:pt x="2324100" y="1488948"/>
                  </a:lnTo>
                  <a:lnTo>
                    <a:pt x="2425700" y="1483614"/>
                  </a:lnTo>
                  <a:lnTo>
                    <a:pt x="2527300" y="1477518"/>
                  </a:lnTo>
                  <a:lnTo>
                    <a:pt x="2578100" y="1473501"/>
                  </a:lnTo>
                  <a:lnTo>
                    <a:pt x="2628900" y="1469081"/>
                  </a:lnTo>
                  <a:lnTo>
                    <a:pt x="2679700" y="1464235"/>
                  </a:lnTo>
                  <a:lnTo>
                    <a:pt x="2730500" y="1458937"/>
                  </a:lnTo>
                  <a:lnTo>
                    <a:pt x="2781300" y="1453165"/>
                  </a:lnTo>
                  <a:lnTo>
                    <a:pt x="2832100" y="1446893"/>
                  </a:lnTo>
                  <a:lnTo>
                    <a:pt x="2882900" y="1440098"/>
                  </a:lnTo>
                  <a:lnTo>
                    <a:pt x="2933700" y="1432755"/>
                  </a:lnTo>
                  <a:lnTo>
                    <a:pt x="2984500" y="1424842"/>
                  </a:lnTo>
                  <a:lnTo>
                    <a:pt x="3035300" y="1416332"/>
                  </a:lnTo>
                  <a:lnTo>
                    <a:pt x="3086100" y="1407204"/>
                  </a:lnTo>
                  <a:lnTo>
                    <a:pt x="3136900" y="1397432"/>
                  </a:lnTo>
                  <a:lnTo>
                    <a:pt x="3187700" y="1386992"/>
                  </a:lnTo>
                  <a:lnTo>
                    <a:pt x="3238500" y="1375860"/>
                  </a:lnTo>
                  <a:lnTo>
                    <a:pt x="3289300" y="1364013"/>
                  </a:lnTo>
                  <a:lnTo>
                    <a:pt x="3340100" y="1351426"/>
                  </a:lnTo>
                  <a:lnTo>
                    <a:pt x="3390900" y="1338076"/>
                  </a:lnTo>
                  <a:lnTo>
                    <a:pt x="3441700" y="1323937"/>
                  </a:lnTo>
                  <a:lnTo>
                    <a:pt x="3492500" y="1308986"/>
                  </a:lnTo>
                  <a:lnTo>
                    <a:pt x="3543300" y="1293200"/>
                  </a:lnTo>
                  <a:lnTo>
                    <a:pt x="3594100" y="1276553"/>
                  </a:lnTo>
                  <a:lnTo>
                    <a:pt x="3632200" y="1259022"/>
                  </a:lnTo>
                  <a:lnTo>
                    <a:pt x="3683000" y="1240583"/>
                  </a:lnTo>
                  <a:lnTo>
                    <a:pt x="3733800" y="1221211"/>
                  </a:lnTo>
                  <a:lnTo>
                    <a:pt x="3771900" y="1200884"/>
                  </a:lnTo>
                  <a:lnTo>
                    <a:pt x="3822700" y="1179576"/>
                  </a:lnTo>
                  <a:lnTo>
                    <a:pt x="3848100" y="1165097"/>
                  </a:lnTo>
                  <a:lnTo>
                    <a:pt x="3886200" y="1149858"/>
                  </a:lnTo>
                  <a:lnTo>
                    <a:pt x="3924300" y="1127810"/>
                  </a:lnTo>
                  <a:lnTo>
                    <a:pt x="3962400" y="1103631"/>
                  </a:lnTo>
                  <a:lnTo>
                    <a:pt x="4000500" y="1077289"/>
                  </a:lnTo>
                  <a:lnTo>
                    <a:pt x="4038600" y="1048753"/>
                  </a:lnTo>
                  <a:lnTo>
                    <a:pt x="4076700" y="1017989"/>
                  </a:lnTo>
                  <a:lnTo>
                    <a:pt x="4102100" y="984968"/>
                  </a:lnTo>
                  <a:lnTo>
                    <a:pt x="4140200" y="949655"/>
                  </a:lnTo>
                  <a:lnTo>
                    <a:pt x="4165600" y="912020"/>
                  </a:lnTo>
                  <a:lnTo>
                    <a:pt x="4191000" y="872030"/>
                  </a:lnTo>
                  <a:lnTo>
                    <a:pt x="4203700" y="829654"/>
                  </a:lnTo>
                  <a:lnTo>
                    <a:pt x="4216400" y="7848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997957" y="4183380"/>
              <a:ext cx="1125855" cy="558800"/>
            </a:xfrm>
            <a:custGeom>
              <a:avLst/>
              <a:gdLst/>
              <a:ahLst/>
              <a:cxnLst/>
              <a:rect l="l" t="t" r="r" b="b"/>
              <a:pathLst>
                <a:path w="1125854" h="558800">
                  <a:moveTo>
                    <a:pt x="1125474" y="558546"/>
                  </a:moveTo>
                  <a:lnTo>
                    <a:pt x="1125474" y="0"/>
                  </a:lnTo>
                  <a:lnTo>
                    <a:pt x="0" y="0"/>
                  </a:lnTo>
                  <a:lnTo>
                    <a:pt x="0" y="558546"/>
                  </a:lnTo>
                  <a:lnTo>
                    <a:pt x="1125474" y="558546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93386" y="4178808"/>
              <a:ext cx="1134745" cy="568960"/>
            </a:xfrm>
            <a:custGeom>
              <a:avLst/>
              <a:gdLst/>
              <a:ahLst/>
              <a:cxnLst/>
              <a:rect l="l" t="t" r="r" b="b"/>
              <a:pathLst>
                <a:path w="1134745" h="568960">
                  <a:moveTo>
                    <a:pt x="1134617" y="568451"/>
                  </a:moveTo>
                  <a:lnTo>
                    <a:pt x="1134617" y="0"/>
                  </a:lnTo>
                  <a:lnTo>
                    <a:pt x="0" y="0"/>
                  </a:lnTo>
                  <a:lnTo>
                    <a:pt x="0" y="568452"/>
                  </a:lnTo>
                  <a:lnTo>
                    <a:pt x="4572" y="568452"/>
                  </a:lnTo>
                  <a:lnTo>
                    <a:pt x="4572" y="9144"/>
                  </a:lnTo>
                  <a:lnTo>
                    <a:pt x="9143" y="4572"/>
                  </a:lnTo>
                  <a:lnTo>
                    <a:pt x="9143" y="9144"/>
                  </a:lnTo>
                  <a:lnTo>
                    <a:pt x="1125473" y="9143"/>
                  </a:lnTo>
                  <a:lnTo>
                    <a:pt x="1125473" y="4571"/>
                  </a:lnTo>
                  <a:lnTo>
                    <a:pt x="1130045" y="9143"/>
                  </a:lnTo>
                  <a:lnTo>
                    <a:pt x="1130045" y="568451"/>
                  </a:lnTo>
                  <a:lnTo>
                    <a:pt x="1134617" y="568451"/>
                  </a:lnTo>
                  <a:close/>
                </a:path>
                <a:path w="1134745" h="568960">
                  <a:moveTo>
                    <a:pt x="9143" y="9144"/>
                  </a:moveTo>
                  <a:lnTo>
                    <a:pt x="9143" y="4572"/>
                  </a:lnTo>
                  <a:lnTo>
                    <a:pt x="4572" y="9144"/>
                  </a:lnTo>
                  <a:lnTo>
                    <a:pt x="9143" y="9144"/>
                  </a:lnTo>
                  <a:close/>
                </a:path>
                <a:path w="1134745" h="568960">
                  <a:moveTo>
                    <a:pt x="9143" y="558546"/>
                  </a:moveTo>
                  <a:lnTo>
                    <a:pt x="9143" y="9144"/>
                  </a:lnTo>
                  <a:lnTo>
                    <a:pt x="4572" y="9144"/>
                  </a:lnTo>
                  <a:lnTo>
                    <a:pt x="4572" y="558546"/>
                  </a:lnTo>
                  <a:lnTo>
                    <a:pt x="9143" y="558546"/>
                  </a:lnTo>
                  <a:close/>
                </a:path>
                <a:path w="1134745" h="568960">
                  <a:moveTo>
                    <a:pt x="1130045" y="558545"/>
                  </a:moveTo>
                  <a:lnTo>
                    <a:pt x="4572" y="558546"/>
                  </a:lnTo>
                  <a:lnTo>
                    <a:pt x="9143" y="563118"/>
                  </a:lnTo>
                  <a:lnTo>
                    <a:pt x="9143" y="568452"/>
                  </a:lnTo>
                  <a:lnTo>
                    <a:pt x="1125473" y="568451"/>
                  </a:lnTo>
                  <a:lnTo>
                    <a:pt x="1125473" y="563117"/>
                  </a:lnTo>
                  <a:lnTo>
                    <a:pt x="1130045" y="558545"/>
                  </a:lnTo>
                  <a:close/>
                </a:path>
                <a:path w="1134745" h="568960">
                  <a:moveTo>
                    <a:pt x="9143" y="568452"/>
                  </a:moveTo>
                  <a:lnTo>
                    <a:pt x="9143" y="563118"/>
                  </a:lnTo>
                  <a:lnTo>
                    <a:pt x="4572" y="558546"/>
                  </a:lnTo>
                  <a:lnTo>
                    <a:pt x="4572" y="568452"/>
                  </a:lnTo>
                  <a:lnTo>
                    <a:pt x="9143" y="568452"/>
                  </a:lnTo>
                  <a:close/>
                </a:path>
                <a:path w="1134745" h="568960">
                  <a:moveTo>
                    <a:pt x="1130045" y="9143"/>
                  </a:moveTo>
                  <a:lnTo>
                    <a:pt x="1125473" y="4571"/>
                  </a:lnTo>
                  <a:lnTo>
                    <a:pt x="1125473" y="9143"/>
                  </a:lnTo>
                  <a:lnTo>
                    <a:pt x="1130045" y="9143"/>
                  </a:lnTo>
                  <a:close/>
                </a:path>
                <a:path w="1134745" h="568960">
                  <a:moveTo>
                    <a:pt x="1130045" y="558545"/>
                  </a:moveTo>
                  <a:lnTo>
                    <a:pt x="1130045" y="9143"/>
                  </a:lnTo>
                  <a:lnTo>
                    <a:pt x="1125473" y="9143"/>
                  </a:lnTo>
                  <a:lnTo>
                    <a:pt x="1125473" y="558545"/>
                  </a:lnTo>
                  <a:lnTo>
                    <a:pt x="1130045" y="558545"/>
                  </a:lnTo>
                  <a:close/>
                </a:path>
                <a:path w="1134745" h="568960">
                  <a:moveTo>
                    <a:pt x="1130045" y="568451"/>
                  </a:moveTo>
                  <a:lnTo>
                    <a:pt x="1130045" y="558545"/>
                  </a:lnTo>
                  <a:lnTo>
                    <a:pt x="1125473" y="563117"/>
                  </a:lnTo>
                  <a:lnTo>
                    <a:pt x="1125473" y="568451"/>
                  </a:lnTo>
                  <a:lnTo>
                    <a:pt x="1130045" y="5684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112682" y="4214876"/>
            <a:ext cx="90487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latin typeface="Arial MT"/>
                <a:cs typeface="Arial MT"/>
              </a:rPr>
              <a:t>T</a:t>
            </a:r>
            <a:r>
              <a:rPr dirty="0" sz="500" spc="-10">
                <a:latin typeface="Arial MT"/>
                <a:cs typeface="Arial MT"/>
              </a:rPr>
              <a:t>I</a:t>
            </a:r>
            <a:r>
              <a:rPr dirty="0" sz="500" spc="-5">
                <a:latin typeface="Arial MT"/>
                <a:cs typeface="Arial MT"/>
              </a:rPr>
              <a:t>T</a:t>
            </a:r>
            <a:r>
              <a:rPr dirty="0" sz="500" spc="-10">
                <a:latin typeface="Arial MT"/>
                <a:cs typeface="Arial MT"/>
              </a:rPr>
              <a:t>LE&gt;S</a:t>
            </a:r>
            <a:r>
              <a:rPr dirty="0" sz="500" spc="-20">
                <a:latin typeface="Arial MT"/>
                <a:cs typeface="Arial MT"/>
              </a:rPr>
              <a:t>y</a:t>
            </a:r>
            <a:r>
              <a:rPr dirty="0" sz="500" spc="-5">
                <a:latin typeface="Arial MT"/>
                <a:cs typeface="Arial MT"/>
              </a:rPr>
              <a:t>s</a:t>
            </a:r>
            <a:r>
              <a:rPr dirty="0" sz="500" spc="-10">
                <a:latin typeface="Arial MT"/>
                <a:cs typeface="Arial MT"/>
              </a:rPr>
              <a:t>te</a:t>
            </a:r>
            <a:r>
              <a:rPr dirty="0" sz="500" spc="-5">
                <a:latin typeface="Arial MT"/>
                <a:cs typeface="Arial MT"/>
              </a:rPr>
              <a:t>m</a:t>
            </a:r>
            <a:r>
              <a:rPr dirty="0" sz="500" spc="-5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De</a:t>
            </a:r>
            <a:r>
              <a:rPr dirty="0" sz="500" spc="-5">
                <a:latin typeface="Arial MT"/>
                <a:cs typeface="Arial MT"/>
              </a:rPr>
              <a:t>s</a:t>
            </a:r>
            <a:r>
              <a:rPr dirty="0" sz="500" spc="-10">
                <a:latin typeface="Arial MT"/>
                <a:cs typeface="Arial MT"/>
              </a:rPr>
              <a:t>ign&lt;</a:t>
            </a:r>
            <a:r>
              <a:rPr dirty="0" sz="500">
                <a:latin typeface="Arial MT"/>
                <a:cs typeface="Arial MT"/>
              </a:rPr>
              <a:t>T</a:t>
            </a:r>
            <a:r>
              <a:rPr dirty="0" sz="500" spc="-10">
                <a:latin typeface="Arial MT"/>
                <a:cs typeface="Arial MT"/>
              </a:rPr>
              <a:t>I</a:t>
            </a:r>
            <a:r>
              <a:rPr dirty="0" sz="500">
                <a:latin typeface="Arial MT"/>
                <a:cs typeface="Arial MT"/>
              </a:rPr>
              <a:t>T</a:t>
            </a:r>
            <a:r>
              <a:rPr dirty="0" sz="500" spc="-10">
                <a:latin typeface="Arial MT"/>
                <a:cs typeface="Arial MT"/>
              </a:rPr>
              <a:t>LE&gt;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12675" y="4291087"/>
            <a:ext cx="87693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">
                <a:latin typeface="Arial MT"/>
                <a:cs typeface="Arial MT"/>
              </a:rPr>
              <a:t>META</a:t>
            </a:r>
            <a:r>
              <a:rPr dirty="0" sz="500" spc="-15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http-equiv="REFRESH"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12707" y="4367298"/>
            <a:ext cx="7975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">
                <a:latin typeface="Arial MT"/>
                <a:cs typeface="Arial MT"/>
              </a:rPr>
              <a:t>!--CSSDATA:966533483--&gt;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12713" y="4443510"/>
            <a:ext cx="9169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SCRIP</a:t>
            </a:r>
            <a:r>
              <a:rPr dirty="0" sz="500" spc="-5">
                <a:latin typeface="Arial MT"/>
                <a:cs typeface="Arial MT"/>
              </a:rPr>
              <a:t>T</a:t>
            </a:r>
            <a:r>
              <a:rPr dirty="0" sz="500" spc="5">
                <a:latin typeface="Arial MT"/>
                <a:cs typeface="Arial MT"/>
              </a:rPr>
              <a:t> </a:t>
            </a:r>
            <a:r>
              <a:rPr dirty="0" sz="500" spc="-5">
                <a:latin typeface="Arial MT"/>
                <a:cs typeface="Arial MT"/>
              </a:rPr>
              <a:t>src</a:t>
            </a:r>
            <a:r>
              <a:rPr dirty="0" sz="500" spc="-10">
                <a:latin typeface="Arial MT"/>
                <a:cs typeface="Arial MT"/>
              </a:rPr>
              <a:t>="/vi</a:t>
            </a:r>
            <a:r>
              <a:rPr dirty="0" sz="500" spc="-5">
                <a:latin typeface="Arial MT"/>
                <a:cs typeface="Arial MT"/>
              </a:rPr>
              <a:t>r</a:t>
            </a:r>
            <a:r>
              <a:rPr dirty="0" sz="500" spc="-10">
                <a:latin typeface="Arial MT"/>
                <a:cs typeface="Arial MT"/>
              </a:rPr>
              <a:t>tual/2000/</a:t>
            </a:r>
            <a:r>
              <a:rPr dirty="0" sz="500" spc="-5">
                <a:latin typeface="Arial MT"/>
                <a:cs typeface="Arial MT"/>
              </a:rPr>
              <a:t>c</a:t>
            </a:r>
            <a:r>
              <a:rPr dirty="0" sz="500" spc="-10">
                <a:latin typeface="Arial MT"/>
                <a:cs typeface="Arial MT"/>
              </a:rPr>
              <a:t>ode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12670" y="4519721"/>
            <a:ext cx="82105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">
                <a:latin typeface="Arial MT"/>
                <a:cs typeface="Arial MT"/>
              </a:rPr>
              <a:t>LINK</a:t>
            </a:r>
            <a:r>
              <a:rPr dirty="0" sz="500" spc="-10">
                <a:latin typeface="Arial MT"/>
                <a:cs typeface="Arial MT"/>
              </a:rPr>
              <a:t> rel="stylesheet"</a:t>
            </a:r>
            <a:r>
              <a:rPr dirty="0" sz="500">
                <a:latin typeface="Arial MT"/>
                <a:cs typeface="Arial MT"/>
              </a:rPr>
              <a:t> </a:t>
            </a:r>
            <a:r>
              <a:rPr dirty="0" sz="500" spc="-5">
                <a:latin typeface="Arial MT"/>
                <a:cs typeface="Arial MT"/>
              </a:rPr>
              <a:t>href="/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88635" y="4233567"/>
            <a:ext cx="36830" cy="452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50"/>
              </a:lnSpc>
            </a:pPr>
            <a:r>
              <a:rPr dirty="0" sz="500" spc="-10">
                <a:latin typeface="Arial MT"/>
                <a:cs typeface="Arial MT"/>
              </a:rPr>
              <a:t>&lt;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&lt;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&lt;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&lt;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&lt;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&lt;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12694" y="4595933"/>
            <a:ext cx="88265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SCRIP</a:t>
            </a:r>
            <a:r>
              <a:rPr dirty="0" sz="500" spc="-5">
                <a:latin typeface="Arial MT"/>
                <a:cs typeface="Arial MT"/>
              </a:rPr>
              <a:t>T</a:t>
            </a:r>
            <a:r>
              <a:rPr dirty="0" sz="500" spc="5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language="</a:t>
            </a:r>
            <a:r>
              <a:rPr dirty="0" sz="500" spc="-5">
                <a:latin typeface="Arial MT"/>
                <a:cs typeface="Arial MT"/>
              </a:rPr>
              <a:t>j</a:t>
            </a:r>
            <a:r>
              <a:rPr dirty="0" sz="500" spc="-10">
                <a:latin typeface="Arial MT"/>
                <a:cs typeface="Arial MT"/>
              </a:rPr>
              <a:t>ava</a:t>
            </a:r>
            <a:r>
              <a:rPr dirty="0" sz="500" spc="-5">
                <a:latin typeface="Arial MT"/>
                <a:cs typeface="Arial MT"/>
              </a:rPr>
              <a:t>scr</a:t>
            </a:r>
            <a:r>
              <a:rPr dirty="0" sz="500" spc="-10">
                <a:latin typeface="Arial MT"/>
                <a:cs typeface="Arial MT"/>
              </a:rPr>
              <a:t>ipt"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34028" y="4885182"/>
            <a:ext cx="826135" cy="914400"/>
            <a:chOff x="4034028" y="4885182"/>
            <a:chExt cx="826135" cy="914400"/>
          </a:xfrm>
        </p:grpSpPr>
        <p:sp>
          <p:nvSpPr>
            <p:cNvPr id="21" name="object 21"/>
            <p:cNvSpPr/>
            <p:nvPr/>
          </p:nvSpPr>
          <p:spPr>
            <a:xfrm>
              <a:off x="4034028" y="4885182"/>
              <a:ext cx="826135" cy="914400"/>
            </a:xfrm>
            <a:custGeom>
              <a:avLst/>
              <a:gdLst/>
              <a:ahLst/>
              <a:cxnLst/>
              <a:rect l="l" t="t" r="r" b="b"/>
              <a:pathLst>
                <a:path w="826135" h="914400">
                  <a:moveTo>
                    <a:pt x="826008" y="914400"/>
                  </a:moveTo>
                  <a:lnTo>
                    <a:pt x="826008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826008" y="91440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82034" y="5434584"/>
              <a:ext cx="146050" cy="173990"/>
            </a:xfrm>
            <a:custGeom>
              <a:avLst/>
              <a:gdLst/>
              <a:ahLst/>
              <a:cxnLst/>
              <a:rect l="l" t="t" r="r" b="b"/>
              <a:pathLst>
                <a:path w="146050" h="173989">
                  <a:moveTo>
                    <a:pt x="145542" y="173736"/>
                  </a:moveTo>
                  <a:lnTo>
                    <a:pt x="145541" y="0"/>
                  </a:lnTo>
                  <a:lnTo>
                    <a:pt x="0" y="0"/>
                  </a:lnTo>
                  <a:lnTo>
                    <a:pt x="0" y="173736"/>
                  </a:lnTo>
                  <a:lnTo>
                    <a:pt x="145542" y="173736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82034" y="5434584"/>
              <a:ext cx="146050" cy="173990"/>
            </a:xfrm>
            <a:custGeom>
              <a:avLst/>
              <a:gdLst/>
              <a:ahLst/>
              <a:cxnLst/>
              <a:rect l="l" t="t" r="r" b="b"/>
              <a:pathLst>
                <a:path w="146050" h="173989">
                  <a:moveTo>
                    <a:pt x="145542" y="173736"/>
                  </a:moveTo>
                  <a:lnTo>
                    <a:pt x="145541" y="0"/>
                  </a:lnTo>
                  <a:lnTo>
                    <a:pt x="0" y="0"/>
                  </a:lnTo>
                  <a:lnTo>
                    <a:pt x="0" y="173736"/>
                  </a:lnTo>
                  <a:lnTo>
                    <a:pt x="145542" y="173736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086606" y="5038344"/>
              <a:ext cx="146685" cy="173990"/>
            </a:xfrm>
            <a:custGeom>
              <a:avLst/>
              <a:gdLst/>
              <a:ahLst/>
              <a:cxnLst/>
              <a:rect l="l" t="t" r="r" b="b"/>
              <a:pathLst>
                <a:path w="146685" h="173989">
                  <a:moveTo>
                    <a:pt x="146303" y="173736"/>
                  </a:moveTo>
                  <a:lnTo>
                    <a:pt x="146303" y="0"/>
                  </a:lnTo>
                  <a:lnTo>
                    <a:pt x="0" y="0"/>
                  </a:lnTo>
                  <a:lnTo>
                    <a:pt x="0" y="173736"/>
                  </a:lnTo>
                  <a:lnTo>
                    <a:pt x="146303" y="173736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086606" y="5038344"/>
              <a:ext cx="146685" cy="173990"/>
            </a:xfrm>
            <a:custGeom>
              <a:avLst/>
              <a:gdLst/>
              <a:ahLst/>
              <a:cxnLst/>
              <a:rect l="l" t="t" r="r" b="b"/>
              <a:pathLst>
                <a:path w="146685" h="173989">
                  <a:moveTo>
                    <a:pt x="146303" y="173736"/>
                  </a:moveTo>
                  <a:lnTo>
                    <a:pt x="146303" y="0"/>
                  </a:lnTo>
                  <a:lnTo>
                    <a:pt x="0" y="0"/>
                  </a:lnTo>
                  <a:lnTo>
                    <a:pt x="0" y="173736"/>
                  </a:lnTo>
                  <a:lnTo>
                    <a:pt x="146303" y="173736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4083050" y="5025929"/>
            <a:ext cx="157480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40640" marR="5080" indent="-28575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Data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Processing  </a:t>
            </a:r>
            <a:r>
              <a:rPr dirty="0" sz="150" spc="-5">
                <a:latin typeface="Arial MT"/>
                <a:cs typeface="Arial MT"/>
              </a:rPr>
              <a:t>Terminal 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Hardware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35055" y="5454967"/>
            <a:ext cx="107950" cy="190500"/>
            <a:chOff x="4635055" y="5454967"/>
            <a:chExt cx="107950" cy="190500"/>
          </a:xfrm>
        </p:grpSpPr>
        <p:sp>
          <p:nvSpPr>
            <p:cNvPr id="28" name="object 28"/>
            <p:cNvSpPr/>
            <p:nvPr/>
          </p:nvSpPr>
          <p:spPr>
            <a:xfrm>
              <a:off x="4636007" y="5455919"/>
              <a:ext cx="106045" cy="188595"/>
            </a:xfrm>
            <a:custGeom>
              <a:avLst/>
              <a:gdLst/>
              <a:ahLst/>
              <a:cxnLst/>
              <a:rect l="l" t="t" r="r" b="b"/>
              <a:pathLst>
                <a:path w="106045" h="188595">
                  <a:moveTo>
                    <a:pt x="105917" y="188213"/>
                  </a:moveTo>
                  <a:lnTo>
                    <a:pt x="105917" y="0"/>
                  </a:lnTo>
                  <a:lnTo>
                    <a:pt x="0" y="0"/>
                  </a:lnTo>
                  <a:lnTo>
                    <a:pt x="0" y="188213"/>
                  </a:lnTo>
                  <a:lnTo>
                    <a:pt x="105917" y="188213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636007" y="5455919"/>
              <a:ext cx="106045" cy="188595"/>
            </a:xfrm>
            <a:custGeom>
              <a:avLst/>
              <a:gdLst/>
              <a:ahLst/>
              <a:cxnLst/>
              <a:rect l="l" t="t" r="r" b="b"/>
              <a:pathLst>
                <a:path w="106045" h="188595">
                  <a:moveTo>
                    <a:pt x="105917" y="188213"/>
                  </a:moveTo>
                  <a:lnTo>
                    <a:pt x="105917" y="0"/>
                  </a:lnTo>
                  <a:lnTo>
                    <a:pt x="0" y="0"/>
                  </a:lnTo>
                  <a:lnTo>
                    <a:pt x="0" y="188213"/>
                  </a:lnTo>
                  <a:lnTo>
                    <a:pt x="105917" y="188213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4656835" y="5444267"/>
            <a:ext cx="69850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TCIM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601527" y="5344477"/>
            <a:ext cx="156845" cy="69850"/>
            <a:chOff x="4601527" y="5344477"/>
            <a:chExt cx="156845" cy="69850"/>
          </a:xfrm>
        </p:grpSpPr>
        <p:sp>
          <p:nvSpPr>
            <p:cNvPr id="32" name="object 32"/>
            <p:cNvSpPr/>
            <p:nvPr/>
          </p:nvSpPr>
          <p:spPr>
            <a:xfrm>
              <a:off x="4602480" y="5345430"/>
              <a:ext cx="154940" cy="67945"/>
            </a:xfrm>
            <a:custGeom>
              <a:avLst/>
              <a:gdLst/>
              <a:ahLst/>
              <a:cxnLst/>
              <a:rect l="l" t="t" r="r" b="b"/>
              <a:pathLst>
                <a:path w="154939" h="67945">
                  <a:moveTo>
                    <a:pt x="154686" y="67817"/>
                  </a:moveTo>
                  <a:lnTo>
                    <a:pt x="154686" y="0"/>
                  </a:lnTo>
                  <a:lnTo>
                    <a:pt x="0" y="0"/>
                  </a:lnTo>
                  <a:lnTo>
                    <a:pt x="0" y="67817"/>
                  </a:lnTo>
                  <a:lnTo>
                    <a:pt x="154686" y="67817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602480" y="5345430"/>
              <a:ext cx="154940" cy="67945"/>
            </a:xfrm>
            <a:custGeom>
              <a:avLst/>
              <a:gdLst/>
              <a:ahLst/>
              <a:cxnLst/>
              <a:rect l="l" t="t" r="r" b="b"/>
              <a:pathLst>
                <a:path w="154939" h="67945">
                  <a:moveTo>
                    <a:pt x="154686" y="67817"/>
                  </a:moveTo>
                  <a:lnTo>
                    <a:pt x="154686" y="0"/>
                  </a:lnTo>
                  <a:lnTo>
                    <a:pt x="0" y="0"/>
                  </a:lnTo>
                  <a:lnTo>
                    <a:pt x="0" y="67817"/>
                  </a:lnTo>
                  <a:lnTo>
                    <a:pt x="154686" y="6781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602479" y="5345429"/>
            <a:ext cx="167640" cy="6794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algn="ctr" marL="5715" indent="-5080">
              <a:lnSpc>
                <a:spcPct val="95000"/>
              </a:lnSpc>
              <a:spcBef>
                <a:spcPts val="10"/>
              </a:spcBef>
            </a:pPr>
            <a:r>
              <a:rPr dirty="0" sz="150" spc="-5">
                <a:latin typeface="Arial MT"/>
                <a:cs typeface="Arial MT"/>
              </a:rPr>
              <a:t>Voice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Comm  Hardware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includes  </a:t>
            </a:r>
            <a:r>
              <a:rPr dirty="0" sz="150" spc="-10">
                <a:latin typeface="Arial MT"/>
                <a:cs typeface="Arial MT"/>
              </a:rPr>
              <a:t>MSE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83239" y="4936807"/>
            <a:ext cx="157480" cy="69850"/>
            <a:chOff x="4583239" y="4936807"/>
            <a:chExt cx="157480" cy="69850"/>
          </a:xfrm>
        </p:grpSpPr>
        <p:sp>
          <p:nvSpPr>
            <p:cNvPr id="36" name="object 36"/>
            <p:cNvSpPr/>
            <p:nvPr/>
          </p:nvSpPr>
          <p:spPr>
            <a:xfrm>
              <a:off x="4584192" y="4937760"/>
              <a:ext cx="155575" cy="67945"/>
            </a:xfrm>
            <a:custGeom>
              <a:avLst/>
              <a:gdLst/>
              <a:ahLst/>
              <a:cxnLst/>
              <a:rect l="l" t="t" r="r" b="b"/>
              <a:pathLst>
                <a:path w="155575" h="67945">
                  <a:moveTo>
                    <a:pt x="155448" y="67817"/>
                  </a:moveTo>
                  <a:lnTo>
                    <a:pt x="155448" y="0"/>
                  </a:lnTo>
                  <a:lnTo>
                    <a:pt x="0" y="0"/>
                  </a:lnTo>
                  <a:lnTo>
                    <a:pt x="0" y="67817"/>
                  </a:lnTo>
                  <a:lnTo>
                    <a:pt x="155448" y="67817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84192" y="4937760"/>
              <a:ext cx="155575" cy="67945"/>
            </a:xfrm>
            <a:custGeom>
              <a:avLst/>
              <a:gdLst/>
              <a:ahLst/>
              <a:cxnLst/>
              <a:rect l="l" t="t" r="r" b="b"/>
              <a:pathLst>
                <a:path w="155575" h="67945">
                  <a:moveTo>
                    <a:pt x="155448" y="67817"/>
                  </a:moveTo>
                  <a:lnTo>
                    <a:pt x="155448" y="0"/>
                  </a:lnTo>
                  <a:lnTo>
                    <a:pt x="0" y="0"/>
                  </a:lnTo>
                  <a:lnTo>
                    <a:pt x="0" y="67817"/>
                  </a:lnTo>
                  <a:lnTo>
                    <a:pt x="155448" y="6781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4584191" y="4937759"/>
            <a:ext cx="168275" cy="6794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algn="ctr" marL="6350" indent="-5080">
              <a:lnSpc>
                <a:spcPct val="95000"/>
              </a:lnSpc>
              <a:spcBef>
                <a:spcPts val="10"/>
              </a:spcBef>
            </a:pPr>
            <a:r>
              <a:rPr dirty="0" sz="150" spc="-5">
                <a:latin typeface="Arial MT"/>
                <a:cs typeface="Arial MT"/>
              </a:rPr>
              <a:t>Voice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Comm  Hardware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includes  </a:t>
            </a:r>
            <a:r>
              <a:rPr dirty="0" sz="150" spc="-10">
                <a:latin typeface="Arial MT"/>
                <a:cs typeface="Arial MT"/>
              </a:rPr>
              <a:t>MSE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077271" y="4940617"/>
            <a:ext cx="658495" cy="792480"/>
            <a:chOff x="4077271" y="4940617"/>
            <a:chExt cx="658495" cy="792480"/>
          </a:xfrm>
        </p:grpSpPr>
        <p:sp>
          <p:nvSpPr>
            <p:cNvPr id="40" name="object 40"/>
            <p:cNvSpPr/>
            <p:nvPr/>
          </p:nvSpPr>
          <p:spPr>
            <a:xfrm>
              <a:off x="4078224" y="5337809"/>
              <a:ext cx="160020" cy="62865"/>
            </a:xfrm>
            <a:custGeom>
              <a:avLst/>
              <a:gdLst/>
              <a:ahLst/>
              <a:cxnLst/>
              <a:rect l="l" t="t" r="r" b="b"/>
              <a:pathLst>
                <a:path w="160020" h="62864">
                  <a:moveTo>
                    <a:pt x="160020" y="62484"/>
                  </a:moveTo>
                  <a:lnTo>
                    <a:pt x="160020" y="0"/>
                  </a:lnTo>
                  <a:lnTo>
                    <a:pt x="0" y="0"/>
                  </a:lnTo>
                  <a:lnTo>
                    <a:pt x="0" y="62484"/>
                  </a:lnTo>
                  <a:lnTo>
                    <a:pt x="160020" y="6248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078224" y="5337809"/>
              <a:ext cx="160020" cy="62865"/>
            </a:xfrm>
            <a:custGeom>
              <a:avLst/>
              <a:gdLst/>
              <a:ahLst/>
              <a:cxnLst/>
              <a:rect l="l" t="t" r="r" b="b"/>
              <a:pathLst>
                <a:path w="160020" h="62864">
                  <a:moveTo>
                    <a:pt x="160020" y="62484"/>
                  </a:moveTo>
                  <a:lnTo>
                    <a:pt x="160020" y="0"/>
                  </a:lnTo>
                  <a:lnTo>
                    <a:pt x="0" y="0"/>
                  </a:lnTo>
                  <a:lnTo>
                    <a:pt x="0" y="62484"/>
                  </a:lnTo>
                  <a:lnTo>
                    <a:pt x="160020" y="62484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089654" y="5661659"/>
              <a:ext cx="127000" cy="70485"/>
            </a:xfrm>
            <a:custGeom>
              <a:avLst/>
              <a:gdLst/>
              <a:ahLst/>
              <a:cxnLst/>
              <a:rect l="l" t="t" r="r" b="b"/>
              <a:pathLst>
                <a:path w="127000" h="70485">
                  <a:moveTo>
                    <a:pt x="126491" y="70103"/>
                  </a:moveTo>
                  <a:lnTo>
                    <a:pt x="126491" y="0"/>
                  </a:lnTo>
                  <a:lnTo>
                    <a:pt x="0" y="0"/>
                  </a:lnTo>
                  <a:lnTo>
                    <a:pt x="0" y="70103"/>
                  </a:lnTo>
                  <a:lnTo>
                    <a:pt x="126491" y="70103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089654" y="5661659"/>
              <a:ext cx="127000" cy="70485"/>
            </a:xfrm>
            <a:custGeom>
              <a:avLst/>
              <a:gdLst/>
              <a:ahLst/>
              <a:cxnLst/>
              <a:rect l="l" t="t" r="r" b="b"/>
              <a:pathLst>
                <a:path w="127000" h="70485">
                  <a:moveTo>
                    <a:pt x="126491" y="70103"/>
                  </a:moveTo>
                  <a:lnTo>
                    <a:pt x="126491" y="0"/>
                  </a:lnTo>
                  <a:lnTo>
                    <a:pt x="0" y="0"/>
                  </a:lnTo>
                  <a:lnTo>
                    <a:pt x="0" y="70103"/>
                  </a:lnTo>
                  <a:lnTo>
                    <a:pt x="126491" y="70103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607814" y="5182361"/>
              <a:ext cx="127000" cy="70485"/>
            </a:xfrm>
            <a:custGeom>
              <a:avLst/>
              <a:gdLst/>
              <a:ahLst/>
              <a:cxnLst/>
              <a:rect l="l" t="t" r="r" b="b"/>
              <a:pathLst>
                <a:path w="127000" h="70485">
                  <a:moveTo>
                    <a:pt x="126491" y="70103"/>
                  </a:moveTo>
                  <a:lnTo>
                    <a:pt x="126491" y="0"/>
                  </a:lnTo>
                  <a:lnTo>
                    <a:pt x="0" y="0"/>
                  </a:lnTo>
                  <a:lnTo>
                    <a:pt x="0" y="70103"/>
                  </a:lnTo>
                  <a:lnTo>
                    <a:pt x="126491" y="70103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607814" y="5182361"/>
              <a:ext cx="127000" cy="70485"/>
            </a:xfrm>
            <a:custGeom>
              <a:avLst/>
              <a:gdLst/>
              <a:ahLst/>
              <a:cxnLst/>
              <a:rect l="l" t="t" r="r" b="b"/>
              <a:pathLst>
                <a:path w="127000" h="70485">
                  <a:moveTo>
                    <a:pt x="126491" y="70103"/>
                  </a:moveTo>
                  <a:lnTo>
                    <a:pt x="126491" y="0"/>
                  </a:lnTo>
                  <a:lnTo>
                    <a:pt x="0" y="0"/>
                  </a:lnTo>
                  <a:lnTo>
                    <a:pt x="0" y="70103"/>
                  </a:lnTo>
                  <a:lnTo>
                    <a:pt x="126491" y="70103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340352" y="5366003"/>
              <a:ext cx="158115" cy="56515"/>
            </a:xfrm>
            <a:custGeom>
              <a:avLst/>
              <a:gdLst/>
              <a:ahLst/>
              <a:cxnLst/>
              <a:rect l="l" t="t" r="r" b="b"/>
              <a:pathLst>
                <a:path w="158114" h="56514">
                  <a:moveTo>
                    <a:pt x="157734" y="56387"/>
                  </a:moveTo>
                  <a:lnTo>
                    <a:pt x="157734" y="0"/>
                  </a:lnTo>
                  <a:lnTo>
                    <a:pt x="0" y="0"/>
                  </a:lnTo>
                  <a:lnTo>
                    <a:pt x="0" y="56387"/>
                  </a:lnTo>
                  <a:lnTo>
                    <a:pt x="157734" y="56387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340352" y="5366003"/>
              <a:ext cx="158115" cy="56515"/>
            </a:xfrm>
            <a:custGeom>
              <a:avLst/>
              <a:gdLst/>
              <a:ahLst/>
              <a:cxnLst/>
              <a:rect l="l" t="t" r="r" b="b"/>
              <a:pathLst>
                <a:path w="158114" h="56514">
                  <a:moveTo>
                    <a:pt x="157734" y="56387"/>
                  </a:moveTo>
                  <a:lnTo>
                    <a:pt x="157734" y="0"/>
                  </a:lnTo>
                  <a:lnTo>
                    <a:pt x="0" y="0"/>
                  </a:lnTo>
                  <a:lnTo>
                    <a:pt x="0" y="56387"/>
                  </a:lnTo>
                  <a:lnTo>
                    <a:pt x="157734" y="5638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343400" y="4967477"/>
              <a:ext cx="158115" cy="55880"/>
            </a:xfrm>
            <a:custGeom>
              <a:avLst/>
              <a:gdLst/>
              <a:ahLst/>
              <a:cxnLst/>
              <a:rect l="l" t="t" r="r" b="b"/>
              <a:pathLst>
                <a:path w="158114" h="55879">
                  <a:moveTo>
                    <a:pt x="157734" y="55625"/>
                  </a:moveTo>
                  <a:lnTo>
                    <a:pt x="157734" y="0"/>
                  </a:lnTo>
                  <a:lnTo>
                    <a:pt x="0" y="0"/>
                  </a:lnTo>
                  <a:lnTo>
                    <a:pt x="0" y="55625"/>
                  </a:lnTo>
                  <a:lnTo>
                    <a:pt x="157734" y="55625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343400" y="4967477"/>
              <a:ext cx="158115" cy="55880"/>
            </a:xfrm>
            <a:custGeom>
              <a:avLst/>
              <a:gdLst/>
              <a:ahLst/>
              <a:cxnLst/>
              <a:rect l="l" t="t" r="r" b="b"/>
              <a:pathLst>
                <a:path w="158114" h="55879">
                  <a:moveTo>
                    <a:pt x="157734" y="55625"/>
                  </a:moveTo>
                  <a:lnTo>
                    <a:pt x="157734" y="0"/>
                  </a:lnTo>
                  <a:lnTo>
                    <a:pt x="0" y="0"/>
                  </a:lnTo>
                  <a:lnTo>
                    <a:pt x="0" y="55625"/>
                  </a:lnTo>
                  <a:lnTo>
                    <a:pt x="157734" y="55625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082034" y="4941569"/>
              <a:ext cx="160020" cy="62865"/>
            </a:xfrm>
            <a:custGeom>
              <a:avLst/>
              <a:gdLst/>
              <a:ahLst/>
              <a:cxnLst/>
              <a:rect l="l" t="t" r="r" b="b"/>
              <a:pathLst>
                <a:path w="160020" h="62864">
                  <a:moveTo>
                    <a:pt x="160020" y="62484"/>
                  </a:moveTo>
                  <a:lnTo>
                    <a:pt x="160020" y="0"/>
                  </a:lnTo>
                  <a:lnTo>
                    <a:pt x="0" y="0"/>
                  </a:lnTo>
                  <a:lnTo>
                    <a:pt x="0" y="62484"/>
                  </a:lnTo>
                  <a:lnTo>
                    <a:pt x="160020" y="6248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082034" y="4941569"/>
              <a:ext cx="160020" cy="62865"/>
            </a:xfrm>
            <a:custGeom>
              <a:avLst/>
              <a:gdLst/>
              <a:ahLst/>
              <a:cxnLst/>
              <a:rect l="l" t="t" r="r" b="b"/>
              <a:pathLst>
                <a:path w="160020" h="62864">
                  <a:moveTo>
                    <a:pt x="160020" y="62484"/>
                  </a:moveTo>
                  <a:lnTo>
                    <a:pt x="160020" y="0"/>
                  </a:lnTo>
                  <a:lnTo>
                    <a:pt x="0" y="0"/>
                  </a:lnTo>
                  <a:lnTo>
                    <a:pt x="0" y="62484"/>
                  </a:lnTo>
                  <a:lnTo>
                    <a:pt x="160020" y="62484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4340605" y="4955063"/>
            <a:ext cx="170815" cy="69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0955" marR="5080" indent="-889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Generation  and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Distribution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333303" y="5598223"/>
            <a:ext cx="194945" cy="46990"/>
            <a:chOff x="4333303" y="5598223"/>
            <a:chExt cx="194945" cy="46990"/>
          </a:xfrm>
        </p:grpSpPr>
        <p:sp>
          <p:nvSpPr>
            <p:cNvPr id="54" name="object 54"/>
            <p:cNvSpPr/>
            <p:nvPr/>
          </p:nvSpPr>
          <p:spPr>
            <a:xfrm>
              <a:off x="4334255" y="5599175"/>
              <a:ext cx="193040" cy="45085"/>
            </a:xfrm>
            <a:custGeom>
              <a:avLst/>
              <a:gdLst/>
              <a:ahLst/>
              <a:cxnLst/>
              <a:rect l="l" t="t" r="r" b="b"/>
              <a:pathLst>
                <a:path w="193039" h="45085">
                  <a:moveTo>
                    <a:pt x="192786" y="44958"/>
                  </a:moveTo>
                  <a:lnTo>
                    <a:pt x="192786" y="0"/>
                  </a:lnTo>
                  <a:lnTo>
                    <a:pt x="0" y="0"/>
                  </a:lnTo>
                  <a:lnTo>
                    <a:pt x="0" y="44958"/>
                  </a:lnTo>
                  <a:lnTo>
                    <a:pt x="192786" y="44958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334255" y="5599175"/>
              <a:ext cx="193040" cy="45085"/>
            </a:xfrm>
            <a:custGeom>
              <a:avLst/>
              <a:gdLst/>
              <a:ahLst/>
              <a:cxnLst/>
              <a:rect l="l" t="t" r="r" b="b"/>
              <a:pathLst>
                <a:path w="193039" h="45085">
                  <a:moveTo>
                    <a:pt x="192786" y="44958"/>
                  </a:moveTo>
                  <a:lnTo>
                    <a:pt x="192786" y="0"/>
                  </a:lnTo>
                  <a:lnTo>
                    <a:pt x="0" y="0"/>
                  </a:lnTo>
                  <a:lnTo>
                    <a:pt x="0" y="44958"/>
                  </a:lnTo>
                  <a:lnTo>
                    <a:pt x="192786" y="44958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4336796" y="5586761"/>
            <a:ext cx="191770" cy="69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ts val="175"/>
              </a:lnSpc>
            </a:pPr>
            <a:r>
              <a:rPr dirty="0" sz="150" spc="-10">
                <a:latin typeface="Arial MT"/>
                <a:cs typeface="Arial MT"/>
              </a:rPr>
              <a:t>EPLRS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or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10">
                <a:latin typeface="Arial MT"/>
                <a:cs typeface="Arial MT"/>
              </a:rPr>
              <a:t>SINGARS</a:t>
            </a:r>
            <a:endParaRPr sz="150">
              <a:latin typeface="Arial MT"/>
              <a:cs typeface="Arial MT"/>
            </a:endParaRPr>
          </a:p>
          <a:p>
            <a:pPr marL="60325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Terminal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320349" y="5179885"/>
            <a:ext cx="194945" cy="47625"/>
            <a:chOff x="4320349" y="5179885"/>
            <a:chExt cx="194945" cy="47625"/>
          </a:xfrm>
        </p:grpSpPr>
        <p:sp>
          <p:nvSpPr>
            <p:cNvPr id="58" name="object 58"/>
            <p:cNvSpPr/>
            <p:nvPr/>
          </p:nvSpPr>
          <p:spPr>
            <a:xfrm>
              <a:off x="4321301" y="5180837"/>
              <a:ext cx="193040" cy="45720"/>
            </a:xfrm>
            <a:custGeom>
              <a:avLst/>
              <a:gdLst/>
              <a:ahLst/>
              <a:cxnLst/>
              <a:rect l="l" t="t" r="r" b="b"/>
              <a:pathLst>
                <a:path w="193039" h="45720">
                  <a:moveTo>
                    <a:pt x="192786" y="45720"/>
                  </a:moveTo>
                  <a:lnTo>
                    <a:pt x="192786" y="0"/>
                  </a:lnTo>
                  <a:lnTo>
                    <a:pt x="0" y="0"/>
                  </a:lnTo>
                  <a:lnTo>
                    <a:pt x="0" y="45720"/>
                  </a:lnTo>
                  <a:lnTo>
                    <a:pt x="192786" y="4572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321301" y="5180837"/>
              <a:ext cx="193040" cy="45720"/>
            </a:xfrm>
            <a:custGeom>
              <a:avLst/>
              <a:gdLst/>
              <a:ahLst/>
              <a:cxnLst/>
              <a:rect l="l" t="t" r="r" b="b"/>
              <a:pathLst>
                <a:path w="193039" h="45720">
                  <a:moveTo>
                    <a:pt x="192786" y="45720"/>
                  </a:moveTo>
                  <a:lnTo>
                    <a:pt x="192786" y="0"/>
                  </a:lnTo>
                  <a:lnTo>
                    <a:pt x="0" y="0"/>
                  </a:lnTo>
                  <a:lnTo>
                    <a:pt x="0" y="45720"/>
                  </a:lnTo>
                  <a:lnTo>
                    <a:pt x="192786" y="45720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4323841" y="5169185"/>
            <a:ext cx="191770" cy="68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ts val="175"/>
              </a:lnSpc>
            </a:pPr>
            <a:r>
              <a:rPr dirty="0" sz="150" spc="-10">
                <a:latin typeface="Arial MT"/>
                <a:cs typeface="Arial MT"/>
              </a:rPr>
              <a:t>EPLRS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or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10">
                <a:latin typeface="Arial MT"/>
                <a:cs typeface="Arial MT"/>
              </a:rPr>
              <a:t>SINGARS</a:t>
            </a:r>
            <a:endParaRPr sz="150">
              <a:latin typeface="Arial MT"/>
              <a:cs typeface="Arial MT"/>
            </a:endParaRPr>
          </a:p>
          <a:p>
            <a:pPr marL="60325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Terminal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4370641" y="5497639"/>
            <a:ext cx="121285" cy="57785"/>
            <a:chOff x="4370641" y="5497639"/>
            <a:chExt cx="121285" cy="57785"/>
          </a:xfrm>
        </p:grpSpPr>
        <p:sp>
          <p:nvSpPr>
            <p:cNvPr id="62" name="object 62"/>
            <p:cNvSpPr/>
            <p:nvPr/>
          </p:nvSpPr>
          <p:spPr>
            <a:xfrm>
              <a:off x="4371593" y="5498592"/>
              <a:ext cx="119380" cy="55880"/>
            </a:xfrm>
            <a:custGeom>
              <a:avLst/>
              <a:gdLst/>
              <a:ahLst/>
              <a:cxnLst/>
              <a:rect l="l" t="t" r="r" b="b"/>
              <a:pathLst>
                <a:path w="119379" h="55879">
                  <a:moveTo>
                    <a:pt x="118872" y="55625"/>
                  </a:moveTo>
                  <a:lnTo>
                    <a:pt x="118872" y="0"/>
                  </a:lnTo>
                  <a:lnTo>
                    <a:pt x="0" y="0"/>
                  </a:lnTo>
                  <a:lnTo>
                    <a:pt x="0" y="55625"/>
                  </a:lnTo>
                  <a:lnTo>
                    <a:pt x="118872" y="55625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371593" y="5498592"/>
              <a:ext cx="119380" cy="55880"/>
            </a:xfrm>
            <a:custGeom>
              <a:avLst/>
              <a:gdLst/>
              <a:ahLst/>
              <a:cxnLst/>
              <a:rect l="l" t="t" r="r" b="b"/>
              <a:pathLst>
                <a:path w="119379" h="55879">
                  <a:moveTo>
                    <a:pt x="118872" y="55625"/>
                  </a:moveTo>
                  <a:lnTo>
                    <a:pt x="118872" y="0"/>
                  </a:lnTo>
                  <a:lnTo>
                    <a:pt x="0" y="0"/>
                  </a:lnTo>
                  <a:lnTo>
                    <a:pt x="0" y="55625"/>
                  </a:lnTo>
                  <a:lnTo>
                    <a:pt x="118872" y="55625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4386330" y="5486177"/>
            <a:ext cx="95885" cy="69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2225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JTIDS</a:t>
            </a:r>
            <a:endParaRPr sz="150">
              <a:latin typeface="Arial MT"/>
              <a:cs typeface="Arial MT"/>
            </a:endParaRPr>
          </a:p>
          <a:p>
            <a:pPr marL="12700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Terminal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084891" y="5060251"/>
            <a:ext cx="624840" cy="231775"/>
            <a:chOff x="4084891" y="5060251"/>
            <a:chExt cx="624840" cy="231775"/>
          </a:xfrm>
        </p:grpSpPr>
        <p:sp>
          <p:nvSpPr>
            <p:cNvPr id="66" name="object 66"/>
            <p:cNvSpPr/>
            <p:nvPr/>
          </p:nvSpPr>
          <p:spPr>
            <a:xfrm>
              <a:off x="4362449" y="5072634"/>
              <a:ext cx="120014" cy="56515"/>
            </a:xfrm>
            <a:custGeom>
              <a:avLst/>
              <a:gdLst/>
              <a:ahLst/>
              <a:cxnLst/>
              <a:rect l="l" t="t" r="r" b="b"/>
              <a:pathLst>
                <a:path w="120014" h="56514">
                  <a:moveTo>
                    <a:pt x="119634" y="56387"/>
                  </a:moveTo>
                  <a:lnTo>
                    <a:pt x="119634" y="0"/>
                  </a:lnTo>
                  <a:lnTo>
                    <a:pt x="0" y="0"/>
                  </a:lnTo>
                  <a:lnTo>
                    <a:pt x="0" y="56387"/>
                  </a:lnTo>
                  <a:lnTo>
                    <a:pt x="119634" y="56387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362449" y="5072634"/>
              <a:ext cx="120014" cy="56515"/>
            </a:xfrm>
            <a:custGeom>
              <a:avLst/>
              <a:gdLst/>
              <a:ahLst/>
              <a:cxnLst/>
              <a:rect l="l" t="t" r="r" b="b"/>
              <a:pathLst>
                <a:path w="120014" h="56514">
                  <a:moveTo>
                    <a:pt x="119634" y="56387"/>
                  </a:moveTo>
                  <a:lnTo>
                    <a:pt x="119634" y="0"/>
                  </a:lnTo>
                  <a:lnTo>
                    <a:pt x="0" y="0"/>
                  </a:lnTo>
                  <a:lnTo>
                    <a:pt x="0" y="56387"/>
                  </a:lnTo>
                  <a:lnTo>
                    <a:pt x="119634" y="5638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630673" y="5061204"/>
              <a:ext cx="78105" cy="81915"/>
            </a:xfrm>
            <a:custGeom>
              <a:avLst/>
              <a:gdLst/>
              <a:ahLst/>
              <a:cxnLst/>
              <a:rect l="l" t="t" r="r" b="b"/>
              <a:pathLst>
                <a:path w="78104" h="81914">
                  <a:moveTo>
                    <a:pt x="77724" y="81534"/>
                  </a:moveTo>
                  <a:lnTo>
                    <a:pt x="77724" y="0"/>
                  </a:lnTo>
                  <a:lnTo>
                    <a:pt x="0" y="0"/>
                  </a:lnTo>
                  <a:lnTo>
                    <a:pt x="0" y="81534"/>
                  </a:lnTo>
                  <a:lnTo>
                    <a:pt x="77724" y="8153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630673" y="5061204"/>
              <a:ext cx="78105" cy="81915"/>
            </a:xfrm>
            <a:custGeom>
              <a:avLst/>
              <a:gdLst/>
              <a:ahLst/>
              <a:cxnLst/>
              <a:rect l="l" t="t" r="r" b="b"/>
              <a:pathLst>
                <a:path w="78104" h="81914">
                  <a:moveTo>
                    <a:pt x="77724" y="81534"/>
                  </a:moveTo>
                  <a:lnTo>
                    <a:pt x="77724" y="0"/>
                  </a:lnTo>
                  <a:lnTo>
                    <a:pt x="0" y="0"/>
                  </a:lnTo>
                  <a:lnTo>
                    <a:pt x="0" y="81534"/>
                  </a:lnTo>
                  <a:lnTo>
                    <a:pt x="77724" y="81534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085843" y="5250180"/>
              <a:ext cx="112395" cy="40640"/>
            </a:xfrm>
            <a:custGeom>
              <a:avLst/>
              <a:gdLst/>
              <a:ahLst/>
              <a:cxnLst/>
              <a:rect l="l" t="t" r="r" b="b"/>
              <a:pathLst>
                <a:path w="112395" h="40639">
                  <a:moveTo>
                    <a:pt x="112013" y="40386"/>
                  </a:moveTo>
                  <a:lnTo>
                    <a:pt x="112013" y="0"/>
                  </a:lnTo>
                  <a:lnTo>
                    <a:pt x="0" y="0"/>
                  </a:lnTo>
                  <a:lnTo>
                    <a:pt x="0" y="40386"/>
                  </a:lnTo>
                  <a:lnTo>
                    <a:pt x="112013" y="40386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085843" y="5250180"/>
              <a:ext cx="112395" cy="40640"/>
            </a:xfrm>
            <a:custGeom>
              <a:avLst/>
              <a:gdLst/>
              <a:ahLst/>
              <a:cxnLst/>
              <a:rect l="l" t="t" r="r" b="b"/>
              <a:pathLst>
                <a:path w="112395" h="40639">
                  <a:moveTo>
                    <a:pt x="112013" y="40386"/>
                  </a:moveTo>
                  <a:lnTo>
                    <a:pt x="112013" y="0"/>
                  </a:lnTo>
                  <a:lnTo>
                    <a:pt x="0" y="0"/>
                  </a:lnTo>
                  <a:lnTo>
                    <a:pt x="0" y="40386"/>
                  </a:lnTo>
                  <a:lnTo>
                    <a:pt x="112013" y="40386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4079240" y="5238527"/>
            <a:ext cx="129539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10">
                <a:latin typeface="Arial MT"/>
                <a:cs typeface="Arial MT"/>
              </a:rPr>
              <a:t>PLGR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(GPS)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315015" y="5689663"/>
            <a:ext cx="85090" cy="53975"/>
            <a:chOff x="4315015" y="5689663"/>
            <a:chExt cx="85090" cy="53975"/>
          </a:xfrm>
        </p:grpSpPr>
        <p:sp>
          <p:nvSpPr>
            <p:cNvPr id="74" name="object 74"/>
            <p:cNvSpPr/>
            <p:nvPr/>
          </p:nvSpPr>
          <p:spPr>
            <a:xfrm>
              <a:off x="4315968" y="5690616"/>
              <a:ext cx="83185" cy="52069"/>
            </a:xfrm>
            <a:custGeom>
              <a:avLst/>
              <a:gdLst/>
              <a:ahLst/>
              <a:cxnLst/>
              <a:rect l="l" t="t" r="r" b="b"/>
              <a:pathLst>
                <a:path w="83185" h="52070">
                  <a:moveTo>
                    <a:pt x="83058" y="51815"/>
                  </a:moveTo>
                  <a:lnTo>
                    <a:pt x="83058" y="0"/>
                  </a:lnTo>
                  <a:lnTo>
                    <a:pt x="0" y="0"/>
                  </a:lnTo>
                  <a:lnTo>
                    <a:pt x="0" y="51815"/>
                  </a:lnTo>
                  <a:lnTo>
                    <a:pt x="83058" y="51815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315968" y="5690616"/>
              <a:ext cx="83185" cy="52069"/>
            </a:xfrm>
            <a:custGeom>
              <a:avLst/>
              <a:gdLst/>
              <a:ahLst/>
              <a:cxnLst/>
              <a:rect l="l" t="t" r="r" b="b"/>
              <a:pathLst>
                <a:path w="83185" h="52070">
                  <a:moveTo>
                    <a:pt x="83058" y="51815"/>
                  </a:moveTo>
                  <a:lnTo>
                    <a:pt x="83058" y="0"/>
                  </a:lnTo>
                  <a:lnTo>
                    <a:pt x="0" y="0"/>
                  </a:lnTo>
                  <a:lnTo>
                    <a:pt x="0" y="51815"/>
                  </a:lnTo>
                  <a:lnTo>
                    <a:pt x="83058" y="51815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4320025" y="5678201"/>
            <a:ext cx="76200" cy="69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 marR="5080" indent="127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PLGR  (GPS)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111561" y="5146357"/>
            <a:ext cx="92075" cy="423545"/>
            <a:chOff x="4111561" y="5146357"/>
            <a:chExt cx="92075" cy="423545"/>
          </a:xfrm>
        </p:grpSpPr>
        <p:sp>
          <p:nvSpPr>
            <p:cNvPr id="78" name="object 78"/>
            <p:cNvSpPr/>
            <p:nvPr/>
          </p:nvSpPr>
          <p:spPr>
            <a:xfrm>
              <a:off x="4112513" y="5530596"/>
              <a:ext cx="86995" cy="38100"/>
            </a:xfrm>
            <a:custGeom>
              <a:avLst/>
              <a:gdLst/>
              <a:ahLst/>
              <a:cxnLst/>
              <a:rect l="l" t="t" r="r" b="b"/>
              <a:pathLst>
                <a:path w="86995" h="38100">
                  <a:moveTo>
                    <a:pt x="86867" y="38100"/>
                  </a:moveTo>
                  <a:lnTo>
                    <a:pt x="86867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86867" y="3810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112513" y="5530596"/>
              <a:ext cx="86995" cy="38100"/>
            </a:xfrm>
            <a:custGeom>
              <a:avLst/>
              <a:gdLst/>
              <a:ahLst/>
              <a:cxnLst/>
              <a:rect l="l" t="t" r="r" b="b"/>
              <a:pathLst>
                <a:path w="86995" h="38100">
                  <a:moveTo>
                    <a:pt x="86867" y="38100"/>
                  </a:moveTo>
                  <a:lnTo>
                    <a:pt x="86867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86867" y="38100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115561" y="5147310"/>
              <a:ext cx="86995" cy="38100"/>
            </a:xfrm>
            <a:custGeom>
              <a:avLst/>
              <a:gdLst/>
              <a:ahLst/>
              <a:cxnLst/>
              <a:rect l="l" t="t" r="r" b="b"/>
              <a:pathLst>
                <a:path w="86995" h="38100">
                  <a:moveTo>
                    <a:pt x="86867" y="38100"/>
                  </a:moveTo>
                  <a:lnTo>
                    <a:pt x="86867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86867" y="3810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115561" y="5147310"/>
              <a:ext cx="86995" cy="38100"/>
            </a:xfrm>
            <a:custGeom>
              <a:avLst/>
              <a:gdLst/>
              <a:ahLst/>
              <a:cxnLst/>
              <a:rect l="l" t="t" r="r" b="b"/>
              <a:pathLst>
                <a:path w="86995" h="38100">
                  <a:moveTo>
                    <a:pt x="86867" y="38100"/>
                  </a:moveTo>
                  <a:lnTo>
                    <a:pt x="86867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86867" y="38100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4112767" y="5135657"/>
            <a:ext cx="96520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Software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067555" y="5318759"/>
            <a:ext cx="718820" cy="448309"/>
          </a:xfrm>
          <a:custGeom>
            <a:avLst/>
            <a:gdLst/>
            <a:ahLst/>
            <a:cxnLst/>
            <a:rect l="l" t="t" r="r" b="b"/>
            <a:pathLst>
              <a:path w="718820" h="448310">
                <a:moveTo>
                  <a:pt x="718566" y="448056"/>
                </a:moveTo>
                <a:lnTo>
                  <a:pt x="718565" y="0"/>
                </a:lnTo>
                <a:lnTo>
                  <a:pt x="0" y="0"/>
                </a:lnTo>
                <a:lnTo>
                  <a:pt x="0" y="448056"/>
                </a:lnTo>
                <a:lnTo>
                  <a:pt x="718566" y="448056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345940" y="5306345"/>
            <a:ext cx="165100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10">
                <a:latin typeface="Arial MT"/>
                <a:cs typeface="Arial MT"/>
              </a:rPr>
              <a:t>A2C2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Subsystem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066032" y="4917185"/>
            <a:ext cx="717550" cy="389890"/>
          </a:xfrm>
          <a:custGeom>
            <a:avLst/>
            <a:gdLst/>
            <a:ahLst/>
            <a:cxnLst/>
            <a:rect l="l" t="t" r="r" b="b"/>
            <a:pathLst>
              <a:path w="717550" h="389889">
                <a:moveTo>
                  <a:pt x="717041" y="389382"/>
                </a:moveTo>
                <a:lnTo>
                  <a:pt x="717041" y="0"/>
                </a:lnTo>
                <a:lnTo>
                  <a:pt x="0" y="0"/>
                </a:lnTo>
                <a:lnTo>
                  <a:pt x="0" y="389382"/>
                </a:lnTo>
                <a:lnTo>
                  <a:pt x="717041" y="389382"/>
                </a:lnTo>
                <a:close/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4332985" y="4905533"/>
            <a:ext cx="186055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10">
                <a:latin typeface="Arial MT"/>
                <a:cs typeface="Arial MT"/>
              </a:rPr>
              <a:t>ABMOC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Subsystem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089653" y="5339801"/>
            <a:ext cx="146685" cy="4165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"/>
              </a:lnSpc>
            </a:pPr>
            <a:r>
              <a:rPr dirty="0" sz="150" spc="-5">
                <a:latin typeface="Arial MT"/>
                <a:cs typeface="Arial MT"/>
              </a:rPr>
              <a:t>Operator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Interface</a:t>
            </a:r>
            <a:endParaRPr sz="150">
              <a:latin typeface="Arial MT"/>
              <a:cs typeface="Arial MT"/>
            </a:endParaRPr>
          </a:p>
          <a:p>
            <a:pPr marL="31750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Hardware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 marL="29209" marR="5715" indent="-29209">
              <a:lnSpc>
                <a:spcPct val="95000"/>
              </a:lnSpc>
              <a:spcBef>
                <a:spcPts val="70"/>
              </a:spcBef>
            </a:pPr>
            <a:r>
              <a:rPr dirty="0" sz="150" spc="-5">
                <a:latin typeface="Arial MT"/>
                <a:cs typeface="Arial MT"/>
              </a:rPr>
              <a:t>Data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Processing  </a:t>
            </a:r>
            <a:r>
              <a:rPr dirty="0" sz="150" spc="-5">
                <a:latin typeface="Arial MT"/>
                <a:cs typeface="Arial MT"/>
              </a:rPr>
              <a:t>Terminal 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Hardware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">
              <a:latin typeface="Arial MT"/>
              <a:cs typeface="Arial MT"/>
            </a:endParaRPr>
          </a:p>
          <a:p>
            <a:pPr marL="3302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Software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 marL="19050" marR="25400" indent="35560">
              <a:lnSpc>
                <a:spcPct val="136700"/>
              </a:lnSpc>
              <a:spcBef>
                <a:spcPts val="80"/>
              </a:spcBef>
            </a:pPr>
            <a:r>
              <a:rPr dirty="0" sz="150" spc="-5">
                <a:latin typeface="Arial MT"/>
                <a:cs typeface="Arial MT"/>
              </a:rPr>
              <a:t>Power  Force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Level</a:t>
            </a:r>
            <a:endParaRPr sz="150">
              <a:latin typeface="Arial MT"/>
              <a:cs typeface="Arial MT"/>
            </a:endParaRPr>
          </a:p>
          <a:p>
            <a:pPr marL="1905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Control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System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4111561" y="5105209"/>
            <a:ext cx="717550" cy="647065"/>
            <a:chOff x="4111561" y="5105209"/>
            <a:chExt cx="717550" cy="647065"/>
          </a:xfrm>
        </p:grpSpPr>
        <p:sp>
          <p:nvSpPr>
            <p:cNvPr id="89" name="object 89"/>
            <p:cNvSpPr/>
            <p:nvPr/>
          </p:nvSpPr>
          <p:spPr>
            <a:xfrm>
              <a:off x="4783835" y="5106161"/>
              <a:ext cx="44450" cy="353695"/>
            </a:xfrm>
            <a:custGeom>
              <a:avLst/>
              <a:gdLst/>
              <a:ahLst/>
              <a:cxnLst/>
              <a:rect l="l" t="t" r="r" b="b"/>
              <a:pathLst>
                <a:path w="44450" h="353695">
                  <a:moveTo>
                    <a:pt x="0" y="0"/>
                  </a:moveTo>
                  <a:lnTo>
                    <a:pt x="44196" y="0"/>
                  </a:lnTo>
                  <a:lnTo>
                    <a:pt x="44196" y="353568"/>
                  </a:lnTo>
                  <a:lnTo>
                    <a:pt x="3048" y="3535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228337" y="5597651"/>
              <a:ext cx="87630" cy="99060"/>
            </a:xfrm>
            <a:custGeom>
              <a:avLst/>
              <a:gdLst/>
              <a:ahLst/>
              <a:cxnLst/>
              <a:rect l="l" t="t" r="r" b="b"/>
              <a:pathLst>
                <a:path w="87629" h="99060">
                  <a:moveTo>
                    <a:pt x="0" y="0"/>
                  </a:moveTo>
                  <a:lnTo>
                    <a:pt x="25908" y="0"/>
                  </a:lnTo>
                  <a:lnTo>
                    <a:pt x="25908" y="99060"/>
                  </a:lnTo>
                  <a:lnTo>
                    <a:pt x="87630" y="990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4228337" y="5582411"/>
              <a:ext cx="106045" cy="22860"/>
            </a:xfrm>
            <a:custGeom>
              <a:avLst/>
              <a:gdLst/>
              <a:ahLst/>
              <a:cxnLst/>
              <a:rect l="l" t="t" r="r" b="b"/>
              <a:pathLst>
                <a:path w="106045" h="22860">
                  <a:moveTo>
                    <a:pt x="0" y="0"/>
                  </a:moveTo>
                  <a:lnTo>
                    <a:pt x="53340" y="0"/>
                  </a:lnTo>
                  <a:lnTo>
                    <a:pt x="53340" y="22859"/>
                  </a:lnTo>
                  <a:lnTo>
                    <a:pt x="105918" y="228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4201667" y="5609081"/>
              <a:ext cx="0" cy="35560"/>
            </a:xfrm>
            <a:custGeom>
              <a:avLst/>
              <a:gdLst/>
              <a:ahLst/>
              <a:cxnLst/>
              <a:rect l="l" t="t" r="r" b="b"/>
              <a:pathLst>
                <a:path w="0" h="35560">
                  <a:moveTo>
                    <a:pt x="0" y="0"/>
                  </a:moveTo>
                  <a:lnTo>
                    <a:pt x="0" y="350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112513" y="5732525"/>
              <a:ext cx="0" cy="18415"/>
            </a:xfrm>
            <a:custGeom>
              <a:avLst/>
              <a:gdLst/>
              <a:ahLst/>
              <a:cxnLst/>
              <a:rect l="l" t="t" r="r" b="b"/>
              <a:pathLst>
                <a:path w="0" h="18414">
                  <a:moveTo>
                    <a:pt x="0" y="0"/>
                  </a:moveTo>
                  <a:lnTo>
                    <a:pt x="0" y="182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4" name="object 94"/>
          <p:cNvGrpSpPr/>
          <p:nvPr/>
        </p:nvGrpSpPr>
        <p:grpSpPr>
          <a:xfrm>
            <a:off x="4173283" y="5353621"/>
            <a:ext cx="102870" cy="81915"/>
            <a:chOff x="4173283" y="5353621"/>
            <a:chExt cx="102870" cy="81915"/>
          </a:xfrm>
        </p:grpSpPr>
        <p:sp>
          <p:nvSpPr>
            <p:cNvPr id="95" name="object 95"/>
            <p:cNvSpPr/>
            <p:nvPr/>
          </p:nvSpPr>
          <p:spPr>
            <a:xfrm>
              <a:off x="4174235" y="5401055"/>
              <a:ext cx="0" cy="33655"/>
            </a:xfrm>
            <a:custGeom>
              <a:avLst/>
              <a:gdLst/>
              <a:ahLst/>
              <a:cxnLst/>
              <a:rect l="l" t="t" r="r" b="b"/>
              <a:pathLst>
                <a:path w="0" h="33654">
                  <a:moveTo>
                    <a:pt x="0" y="3352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4239005" y="5354573"/>
              <a:ext cx="36195" cy="0"/>
            </a:xfrm>
            <a:custGeom>
              <a:avLst/>
              <a:gdLst/>
              <a:ahLst/>
              <a:cxnLst/>
              <a:rect l="l" t="t" r="r" b="b"/>
              <a:pathLst>
                <a:path w="36195" h="0">
                  <a:moveTo>
                    <a:pt x="0" y="0"/>
                  </a:moveTo>
                  <a:lnTo>
                    <a:pt x="3581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/>
          <p:cNvSpPr txBox="1"/>
          <p:nvPr/>
        </p:nvSpPr>
        <p:spPr>
          <a:xfrm>
            <a:off x="4237735" y="5345969"/>
            <a:ext cx="76835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4527803" y="5628894"/>
            <a:ext cx="121920" cy="41910"/>
          </a:xfrm>
          <a:custGeom>
            <a:avLst/>
            <a:gdLst/>
            <a:ahLst/>
            <a:cxnLst/>
            <a:rect l="l" t="t" r="r" b="b"/>
            <a:pathLst>
              <a:path w="121920" h="41910">
                <a:moveTo>
                  <a:pt x="121920" y="16001"/>
                </a:moveTo>
                <a:lnTo>
                  <a:pt x="121920" y="41909"/>
                </a:lnTo>
                <a:lnTo>
                  <a:pt x="54102" y="41909"/>
                </a:lnTo>
                <a:lnTo>
                  <a:pt x="54102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4647691" y="5648483"/>
            <a:ext cx="76835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4228909" y="5508307"/>
            <a:ext cx="408305" cy="102235"/>
            <a:chOff x="4228909" y="5508307"/>
            <a:chExt cx="408305" cy="102235"/>
          </a:xfrm>
        </p:grpSpPr>
        <p:sp>
          <p:nvSpPr>
            <p:cNvPr id="101" name="object 101"/>
            <p:cNvSpPr/>
            <p:nvPr/>
          </p:nvSpPr>
          <p:spPr>
            <a:xfrm>
              <a:off x="4527803" y="5609082"/>
              <a:ext cx="106680" cy="0"/>
            </a:xfrm>
            <a:custGeom>
              <a:avLst/>
              <a:gdLst/>
              <a:ahLst/>
              <a:cxnLst/>
              <a:rect l="l" t="t" r="r" b="b"/>
              <a:pathLst>
                <a:path w="106679" h="0">
                  <a:moveTo>
                    <a:pt x="106679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4229861" y="5560314"/>
              <a:ext cx="406400" cy="0"/>
            </a:xfrm>
            <a:custGeom>
              <a:avLst/>
              <a:gdLst/>
              <a:ahLst/>
              <a:cxnLst/>
              <a:rect l="l" t="t" r="r" b="b"/>
              <a:pathLst>
                <a:path w="406400" h="0">
                  <a:moveTo>
                    <a:pt x="40614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4491227" y="5537454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 h="0">
                  <a:moveTo>
                    <a:pt x="14325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4491227" y="5509260"/>
              <a:ext cx="144780" cy="0"/>
            </a:xfrm>
            <a:custGeom>
              <a:avLst/>
              <a:gdLst/>
              <a:ahLst/>
              <a:cxnLst/>
              <a:rect l="l" t="t" r="r" b="b"/>
              <a:pathLst>
                <a:path w="144779" h="0">
                  <a:moveTo>
                    <a:pt x="144779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4526534" y="5472461"/>
            <a:ext cx="76835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63617" y="5356860"/>
            <a:ext cx="39370" cy="0"/>
          </a:xfrm>
          <a:custGeom>
            <a:avLst/>
            <a:gdLst/>
            <a:ahLst/>
            <a:cxnLst/>
            <a:rect l="l" t="t" r="r" b="b"/>
            <a:pathLst>
              <a:path w="39370" h="0">
                <a:moveTo>
                  <a:pt x="388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 txBox="1"/>
          <p:nvPr/>
        </p:nvSpPr>
        <p:spPr>
          <a:xfrm>
            <a:off x="4522723" y="5319299"/>
            <a:ext cx="76835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4135945" y="5078539"/>
            <a:ext cx="495934" cy="203835"/>
            <a:chOff x="4135945" y="5078539"/>
            <a:chExt cx="495934" cy="203835"/>
          </a:xfrm>
        </p:grpSpPr>
        <p:sp>
          <p:nvSpPr>
            <p:cNvPr id="109" name="object 109"/>
            <p:cNvSpPr/>
            <p:nvPr/>
          </p:nvSpPr>
          <p:spPr>
            <a:xfrm>
              <a:off x="4233671" y="5133593"/>
              <a:ext cx="397510" cy="147955"/>
            </a:xfrm>
            <a:custGeom>
              <a:avLst/>
              <a:gdLst/>
              <a:ahLst/>
              <a:cxnLst/>
              <a:rect l="l" t="t" r="r" b="b"/>
              <a:pathLst>
                <a:path w="397510" h="147954">
                  <a:moveTo>
                    <a:pt x="397001" y="6096"/>
                  </a:moveTo>
                  <a:lnTo>
                    <a:pt x="326135" y="6096"/>
                  </a:lnTo>
                  <a:lnTo>
                    <a:pt x="326135" y="147828"/>
                  </a:lnTo>
                  <a:lnTo>
                    <a:pt x="25907" y="147828"/>
                  </a:lnTo>
                  <a:lnTo>
                    <a:pt x="2590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4136898" y="521284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3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233672" y="5201412"/>
              <a:ext cx="87630" cy="0"/>
            </a:xfrm>
            <a:custGeom>
              <a:avLst/>
              <a:gdLst/>
              <a:ahLst/>
              <a:cxnLst/>
              <a:rect l="l" t="t" r="r" b="b"/>
              <a:pathLst>
                <a:path w="87629" h="0">
                  <a:moveTo>
                    <a:pt x="0" y="0"/>
                  </a:moveTo>
                  <a:lnTo>
                    <a:pt x="876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233672" y="5119116"/>
              <a:ext cx="128905" cy="0"/>
            </a:xfrm>
            <a:custGeom>
              <a:avLst/>
              <a:gdLst/>
              <a:ahLst/>
              <a:cxnLst/>
              <a:rect l="l" t="t" r="r" b="b"/>
              <a:pathLst>
                <a:path w="128904" h="0">
                  <a:moveTo>
                    <a:pt x="0" y="0"/>
                  </a:moveTo>
                  <a:lnTo>
                    <a:pt x="1287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482846" y="5118354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 h="0">
                  <a:moveTo>
                    <a:pt x="14401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4591811" y="5079492"/>
              <a:ext cx="39370" cy="0"/>
            </a:xfrm>
            <a:custGeom>
              <a:avLst/>
              <a:gdLst/>
              <a:ahLst/>
              <a:cxnLst/>
              <a:rect l="l" t="t" r="r" b="b"/>
              <a:pathLst>
                <a:path w="39370" h="0">
                  <a:moveTo>
                    <a:pt x="3886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/>
          <p:cNvSpPr txBox="1"/>
          <p:nvPr/>
        </p:nvSpPr>
        <p:spPr>
          <a:xfrm>
            <a:off x="4523994" y="5049551"/>
            <a:ext cx="208279" cy="476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18518" sz="225" spc="-7">
                <a:latin typeface="Arial MT"/>
                <a:cs typeface="Arial MT"/>
              </a:rPr>
              <a:t>Power</a:t>
            </a:r>
            <a:r>
              <a:rPr dirty="0" baseline="18518" sz="225" spc="75">
                <a:latin typeface="Arial MT"/>
                <a:cs typeface="Arial MT"/>
              </a:rPr>
              <a:t>  </a:t>
            </a:r>
            <a:r>
              <a:rPr dirty="0" baseline="18518" sz="225" spc="7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TCIM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4228338" y="5397245"/>
            <a:ext cx="374650" cy="108585"/>
          </a:xfrm>
          <a:custGeom>
            <a:avLst/>
            <a:gdLst/>
            <a:ahLst/>
            <a:cxnLst/>
            <a:rect l="l" t="t" r="r" b="b"/>
            <a:pathLst>
              <a:path w="374650" h="108585">
                <a:moveTo>
                  <a:pt x="374141" y="0"/>
                </a:moveTo>
                <a:lnTo>
                  <a:pt x="296417" y="0"/>
                </a:lnTo>
                <a:lnTo>
                  <a:pt x="296417" y="69342"/>
                </a:lnTo>
                <a:lnTo>
                  <a:pt x="70865" y="69342"/>
                </a:lnTo>
                <a:lnTo>
                  <a:pt x="70865" y="108204"/>
                </a:lnTo>
                <a:lnTo>
                  <a:pt x="0" y="10820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 txBox="1"/>
          <p:nvPr/>
        </p:nvSpPr>
        <p:spPr>
          <a:xfrm>
            <a:off x="4332223" y="5455697"/>
            <a:ext cx="205104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Voice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10">
                <a:latin typeface="Arial MT"/>
                <a:cs typeface="Arial MT"/>
              </a:rPr>
              <a:t>&amp;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TADIL-B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Data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4376928" y="5421629"/>
            <a:ext cx="0" cy="30480"/>
          </a:xfrm>
          <a:custGeom>
            <a:avLst/>
            <a:gdLst/>
            <a:ahLst/>
            <a:cxnLst/>
            <a:rect l="l" t="t" r="r" b="b"/>
            <a:pathLst>
              <a:path w="0" h="30479">
                <a:moveTo>
                  <a:pt x="0" y="0"/>
                </a:moveTo>
                <a:lnTo>
                  <a:pt x="0" y="3048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 txBox="1"/>
          <p:nvPr/>
        </p:nvSpPr>
        <p:spPr>
          <a:xfrm>
            <a:off x="4338320" y="5354351"/>
            <a:ext cx="170815" cy="106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9685" marR="5080" indent="-7620">
              <a:lnSpc>
                <a:spcPts val="17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Generation  and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Distribution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 marL="4445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4221289" y="4951285"/>
            <a:ext cx="363855" cy="290195"/>
            <a:chOff x="4221289" y="4951285"/>
            <a:chExt cx="363855" cy="290195"/>
          </a:xfrm>
        </p:grpSpPr>
        <p:sp>
          <p:nvSpPr>
            <p:cNvPr id="121" name="object 121"/>
            <p:cNvSpPr/>
            <p:nvPr/>
          </p:nvSpPr>
          <p:spPr>
            <a:xfrm>
              <a:off x="4222242" y="5212841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w="0" h="27939">
                  <a:moveTo>
                    <a:pt x="0" y="0"/>
                  </a:moveTo>
                  <a:lnTo>
                    <a:pt x="0" y="274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552188" y="4952237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 h="0">
                  <a:moveTo>
                    <a:pt x="0" y="0"/>
                  </a:moveTo>
                  <a:lnTo>
                    <a:pt x="3200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/>
          <p:cNvSpPr txBox="1"/>
          <p:nvPr/>
        </p:nvSpPr>
        <p:spPr>
          <a:xfrm>
            <a:off x="4507484" y="4938299"/>
            <a:ext cx="76835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4649723" y="5253228"/>
            <a:ext cx="0" cy="36195"/>
          </a:xfrm>
          <a:custGeom>
            <a:avLst/>
            <a:gdLst/>
            <a:ahLst/>
            <a:cxnLst/>
            <a:rect l="l" t="t" r="r" b="b"/>
            <a:pathLst>
              <a:path w="0" h="36195">
                <a:moveTo>
                  <a:pt x="0" y="3581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 txBox="1"/>
          <p:nvPr/>
        </p:nvSpPr>
        <p:spPr>
          <a:xfrm>
            <a:off x="4647691" y="5270531"/>
            <a:ext cx="76835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4514850" y="5120639"/>
            <a:ext cx="246379" cy="153670"/>
          </a:xfrm>
          <a:custGeom>
            <a:avLst/>
            <a:gdLst/>
            <a:ahLst/>
            <a:cxnLst/>
            <a:rect l="l" t="t" r="r" b="b"/>
            <a:pathLst>
              <a:path w="246379" h="153670">
                <a:moveTo>
                  <a:pt x="194310" y="0"/>
                </a:moveTo>
                <a:lnTo>
                  <a:pt x="246126" y="0"/>
                </a:lnTo>
                <a:lnTo>
                  <a:pt x="246126" y="153162"/>
                </a:lnTo>
                <a:lnTo>
                  <a:pt x="59436" y="153162"/>
                </a:lnTo>
                <a:lnTo>
                  <a:pt x="59436" y="101346"/>
                </a:lnTo>
                <a:lnTo>
                  <a:pt x="0" y="10134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 txBox="1"/>
          <p:nvPr/>
        </p:nvSpPr>
        <p:spPr>
          <a:xfrm>
            <a:off x="4597403" y="5131847"/>
            <a:ext cx="173990" cy="1073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209" marR="5080" indent="80645">
              <a:lnSpc>
                <a:spcPts val="300"/>
              </a:lnSpc>
            </a:pPr>
            <a:r>
              <a:rPr dirty="0" sz="150" spc="-5">
                <a:latin typeface="Arial MT"/>
                <a:cs typeface="Arial MT"/>
              </a:rPr>
              <a:t>Power  Force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Level</a:t>
            </a:r>
            <a:endParaRPr sz="150">
              <a:latin typeface="Arial MT"/>
              <a:cs typeface="Arial MT"/>
            </a:endParaRPr>
          </a:p>
          <a:p>
            <a:pPr marL="12700">
              <a:lnSpc>
                <a:spcPts val="145"/>
              </a:lnSpc>
            </a:pPr>
            <a:r>
              <a:rPr dirty="0" sz="150" spc="-5">
                <a:latin typeface="Arial MT"/>
                <a:cs typeface="Arial MT"/>
              </a:rPr>
              <a:t>Control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System</a:t>
            </a:r>
            <a:endParaRPr sz="150">
              <a:latin typeface="Arial MT"/>
              <a:cs typeface="Arial MT"/>
            </a:endParaRPr>
          </a:p>
        </p:txBody>
      </p:sp>
      <p:graphicFrame>
        <p:nvGraphicFramePr>
          <p:cNvPr id="128" name="object 128"/>
          <p:cNvGraphicFramePr>
            <a:graphicFrameLocks noGrp="1"/>
          </p:cNvGraphicFramePr>
          <p:nvPr/>
        </p:nvGraphicFramePr>
        <p:xfrm>
          <a:off x="4082034" y="4941570"/>
          <a:ext cx="160020" cy="97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"/>
                <a:gridCol w="106680"/>
                <a:gridCol w="33019"/>
              </a:tblGrid>
              <a:tr h="62484">
                <a:tc gridSpan="3">
                  <a:txBody>
                    <a:bodyPr/>
                    <a:lstStyle/>
                    <a:p>
                      <a:pPr marL="43180" indent="-32384">
                        <a:lnSpc>
                          <a:spcPts val="170"/>
                        </a:lnSpc>
                        <a:spcBef>
                          <a:spcPts val="15"/>
                        </a:spcBef>
                      </a:pPr>
                      <a:r>
                        <a:rPr dirty="0" sz="150">
                          <a:latin typeface="Arial MT"/>
                          <a:cs typeface="Arial MT"/>
                        </a:rPr>
                        <a:t>Operator</a:t>
                      </a:r>
                      <a:r>
                        <a:rPr dirty="0" sz="1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">
                          <a:latin typeface="Arial MT"/>
                          <a:cs typeface="Arial MT"/>
                        </a:rPr>
                        <a:t>Interface  </a:t>
                      </a:r>
                      <a:r>
                        <a:rPr dirty="0" sz="150" spc="-5">
                          <a:latin typeface="Arial MT"/>
                          <a:cs typeface="Arial MT"/>
                        </a:rPr>
                        <a:t>Hardware</a:t>
                      </a:r>
                      <a:endParaRPr sz="150">
                        <a:latin typeface="Arial MT"/>
                        <a:cs typeface="Arial MT"/>
                      </a:endParaRPr>
                    </a:p>
                  </a:txBody>
                  <a:tcPr marL="0" marR="0" marB="0" marT="190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000000"/>
                      </a:solidFill>
                      <a:prstDash val="solid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30"/>
                        </a:lnSpc>
                        <a:spcBef>
                          <a:spcPts val="40"/>
                        </a:spcBef>
                      </a:pPr>
                      <a:r>
                        <a:rPr dirty="0" sz="150" spc="-5">
                          <a:latin typeface="Arial MT"/>
                          <a:cs typeface="Arial MT"/>
                        </a:rPr>
                        <a:t>Power</a:t>
                      </a:r>
                      <a:endParaRPr sz="1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sp>
        <p:nvSpPr>
          <p:cNvPr id="129" name="object 129"/>
          <p:cNvSpPr/>
          <p:nvPr/>
        </p:nvSpPr>
        <p:spPr>
          <a:xfrm>
            <a:off x="4402835" y="5023865"/>
            <a:ext cx="0" cy="31750"/>
          </a:xfrm>
          <a:custGeom>
            <a:avLst/>
            <a:gdLst/>
            <a:ahLst/>
            <a:cxnLst/>
            <a:rect l="l" t="t" r="r" b="b"/>
            <a:pathLst>
              <a:path w="0" h="31750">
                <a:moveTo>
                  <a:pt x="0" y="0"/>
                </a:moveTo>
                <a:lnTo>
                  <a:pt x="0" y="3124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 txBox="1"/>
          <p:nvPr/>
        </p:nvSpPr>
        <p:spPr>
          <a:xfrm>
            <a:off x="4377186" y="5015528"/>
            <a:ext cx="97155" cy="114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2225" marR="5080" indent="10160">
              <a:lnSpc>
                <a:spcPct val="146700"/>
              </a:lnSpc>
            </a:pPr>
            <a:r>
              <a:rPr dirty="0" sz="150" spc="-5">
                <a:latin typeface="Arial MT"/>
                <a:cs typeface="Arial MT"/>
              </a:rPr>
              <a:t>Power  JTIDS</a:t>
            </a:r>
            <a:endParaRPr sz="150">
              <a:latin typeface="Arial MT"/>
              <a:cs typeface="Arial MT"/>
            </a:endParaRPr>
          </a:p>
          <a:p>
            <a:pPr marL="12700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Terminal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4233672" y="4978908"/>
            <a:ext cx="350520" cy="284480"/>
          </a:xfrm>
          <a:custGeom>
            <a:avLst/>
            <a:gdLst/>
            <a:ahLst/>
            <a:cxnLst/>
            <a:rect l="l" t="t" r="r" b="b"/>
            <a:pathLst>
              <a:path w="350520" h="284479">
                <a:moveTo>
                  <a:pt x="350520" y="0"/>
                </a:moveTo>
                <a:lnTo>
                  <a:pt x="307086" y="0"/>
                </a:lnTo>
                <a:lnTo>
                  <a:pt x="307086" y="284226"/>
                </a:lnTo>
                <a:lnTo>
                  <a:pt x="44196" y="284226"/>
                </a:lnTo>
                <a:lnTo>
                  <a:pt x="44196" y="194310"/>
                </a:lnTo>
                <a:lnTo>
                  <a:pt x="0" y="19431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 txBox="1"/>
          <p:nvPr/>
        </p:nvSpPr>
        <p:spPr>
          <a:xfrm>
            <a:off x="4194302" y="5227097"/>
            <a:ext cx="328295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r>
              <a:rPr dirty="0" sz="150" spc="-5">
                <a:latin typeface="Arial MT"/>
                <a:cs typeface="Arial MT"/>
              </a:rPr>
              <a:t>             </a:t>
            </a:r>
            <a:r>
              <a:rPr dirty="0" sz="150" spc="-1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Voice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10">
                <a:latin typeface="Arial MT"/>
                <a:cs typeface="Arial MT"/>
              </a:rPr>
              <a:t>&amp;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TADIL-B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Data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2327910" y="1568958"/>
            <a:ext cx="4216400" cy="4330700"/>
            <a:chOff x="2327910" y="1568958"/>
            <a:chExt cx="4216400" cy="4330700"/>
          </a:xfrm>
        </p:grpSpPr>
        <p:sp>
          <p:nvSpPr>
            <p:cNvPr id="134" name="object 134"/>
            <p:cNvSpPr/>
            <p:nvPr/>
          </p:nvSpPr>
          <p:spPr>
            <a:xfrm>
              <a:off x="4024883" y="4875276"/>
              <a:ext cx="844550" cy="933450"/>
            </a:xfrm>
            <a:custGeom>
              <a:avLst/>
              <a:gdLst/>
              <a:ahLst/>
              <a:cxnLst/>
              <a:rect l="l" t="t" r="r" b="b"/>
              <a:pathLst>
                <a:path w="844550" h="933450">
                  <a:moveTo>
                    <a:pt x="844296" y="933450"/>
                  </a:moveTo>
                  <a:lnTo>
                    <a:pt x="844296" y="0"/>
                  </a:lnTo>
                  <a:lnTo>
                    <a:pt x="0" y="0"/>
                  </a:lnTo>
                  <a:lnTo>
                    <a:pt x="0" y="933450"/>
                  </a:lnTo>
                  <a:lnTo>
                    <a:pt x="4572" y="933450"/>
                  </a:lnTo>
                  <a:lnTo>
                    <a:pt x="4571" y="9906"/>
                  </a:lnTo>
                  <a:lnTo>
                    <a:pt x="9143" y="5334"/>
                  </a:lnTo>
                  <a:lnTo>
                    <a:pt x="9143" y="9906"/>
                  </a:lnTo>
                  <a:lnTo>
                    <a:pt x="835151" y="9906"/>
                  </a:lnTo>
                  <a:lnTo>
                    <a:pt x="835151" y="5334"/>
                  </a:lnTo>
                  <a:lnTo>
                    <a:pt x="839724" y="9906"/>
                  </a:lnTo>
                  <a:lnTo>
                    <a:pt x="839724" y="933450"/>
                  </a:lnTo>
                  <a:lnTo>
                    <a:pt x="844296" y="933450"/>
                  </a:lnTo>
                  <a:close/>
                </a:path>
                <a:path w="844550" h="933450">
                  <a:moveTo>
                    <a:pt x="9143" y="9906"/>
                  </a:moveTo>
                  <a:lnTo>
                    <a:pt x="9143" y="5334"/>
                  </a:lnTo>
                  <a:lnTo>
                    <a:pt x="4571" y="9906"/>
                  </a:lnTo>
                  <a:lnTo>
                    <a:pt x="9143" y="9906"/>
                  </a:lnTo>
                  <a:close/>
                </a:path>
                <a:path w="844550" h="933450">
                  <a:moveTo>
                    <a:pt x="9144" y="924306"/>
                  </a:moveTo>
                  <a:lnTo>
                    <a:pt x="9143" y="9906"/>
                  </a:lnTo>
                  <a:lnTo>
                    <a:pt x="4571" y="9906"/>
                  </a:lnTo>
                  <a:lnTo>
                    <a:pt x="4572" y="924306"/>
                  </a:lnTo>
                  <a:lnTo>
                    <a:pt x="9144" y="924306"/>
                  </a:lnTo>
                  <a:close/>
                </a:path>
                <a:path w="844550" h="933450">
                  <a:moveTo>
                    <a:pt x="839724" y="924306"/>
                  </a:moveTo>
                  <a:lnTo>
                    <a:pt x="4572" y="924306"/>
                  </a:lnTo>
                  <a:lnTo>
                    <a:pt x="9144" y="928877"/>
                  </a:lnTo>
                  <a:lnTo>
                    <a:pt x="9144" y="933450"/>
                  </a:lnTo>
                  <a:lnTo>
                    <a:pt x="835152" y="933450"/>
                  </a:lnTo>
                  <a:lnTo>
                    <a:pt x="835152" y="928877"/>
                  </a:lnTo>
                  <a:lnTo>
                    <a:pt x="839724" y="924306"/>
                  </a:lnTo>
                  <a:close/>
                </a:path>
                <a:path w="844550" h="933450">
                  <a:moveTo>
                    <a:pt x="9144" y="933450"/>
                  </a:moveTo>
                  <a:lnTo>
                    <a:pt x="9144" y="928877"/>
                  </a:lnTo>
                  <a:lnTo>
                    <a:pt x="4572" y="924306"/>
                  </a:lnTo>
                  <a:lnTo>
                    <a:pt x="4572" y="933450"/>
                  </a:lnTo>
                  <a:lnTo>
                    <a:pt x="9144" y="933450"/>
                  </a:lnTo>
                  <a:close/>
                </a:path>
                <a:path w="844550" h="933450">
                  <a:moveTo>
                    <a:pt x="839724" y="9906"/>
                  </a:moveTo>
                  <a:lnTo>
                    <a:pt x="835151" y="5334"/>
                  </a:lnTo>
                  <a:lnTo>
                    <a:pt x="835151" y="9906"/>
                  </a:lnTo>
                  <a:lnTo>
                    <a:pt x="839724" y="9906"/>
                  </a:lnTo>
                  <a:close/>
                </a:path>
                <a:path w="844550" h="933450">
                  <a:moveTo>
                    <a:pt x="839724" y="924306"/>
                  </a:moveTo>
                  <a:lnTo>
                    <a:pt x="839724" y="9906"/>
                  </a:lnTo>
                  <a:lnTo>
                    <a:pt x="835151" y="9906"/>
                  </a:lnTo>
                  <a:lnTo>
                    <a:pt x="835152" y="924306"/>
                  </a:lnTo>
                  <a:lnTo>
                    <a:pt x="839724" y="924306"/>
                  </a:lnTo>
                  <a:close/>
                </a:path>
                <a:path w="844550" h="933450">
                  <a:moveTo>
                    <a:pt x="839724" y="933450"/>
                  </a:moveTo>
                  <a:lnTo>
                    <a:pt x="839724" y="924306"/>
                  </a:lnTo>
                  <a:lnTo>
                    <a:pt x="835152" y="928877"/>
                  </a:lnTo>
                  <a:lnTo>
                    <a:pt x="835152" y="933450"/>
                  </a:lnTo>
                  <a:lnTo>
                    <a:pt x="839724" y="933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2332482" y="1573530"/>
              <a:ext cx="4211955" cy="1535430"/>
            </a:xfrm>
            <a:custGeom>
              <a:avLst/>
              <a:gdLst/>
              <a:ahLst/>
              <a:cxnLst/>
              <a:rect l="l" t="t" r="r" b="b"/>
              <a:pathLst>
                <a:path w="4211955" h="1535430">
                  <a:moveTo>
                    <a:pt x="4211574" y="767333"/>
                  </a:moveTo>
                  <a:lnTo>
                    <a:pt x="4207268" y="717875"/>
                  </a:lnTo>
                  <a:lnTo>
                    <a:pt x="4194527" y="669250"/>
                  </a:lnTo>
                  <a:lnTo>
                    <a:pt x="4173610" y="621554"/>
                  </a:lnTo>
                  <a:lnTo>
                    <a:pt x="4144779" y="574882"/>
                  </a:lnTo>
                  <a:lnTo>
                    <a:pt x="4108294" y="529331"/>
                  </a:lnTo>
                  <a:lnTo>
                    <a:pt x="4064418" y="484994"/>
                  </a:lnTo>
                  <a:lnTo>
                    <a:pt x="4013411" y="441969"/>
                  </a:lnTo>
                  <a:lnTo>
                    <a:pt x="3955535" y="400349"/>
                  </a:lnTo>
                  <a:lnTo>
                    <a:pt x="3891050" y="360231"/>
                  </a:lnTo>
                  <a:lnTo>
                    <a:pt x="3856410" y="340765"/>
                  </a:lnTo>
                  <a:lnTo>
                    <a:pt x="3820217" y="321710"/>
                  </a:lnTo>
                  <a:lnTo>
                    <a:pt x="3782502" y="303078"/>
                  </a:lnTo>
                  <a:lnTo>
                    <a:pt x="3743298" y="284881"/>
                  </a:lnTo>
                  <a:lnTo>
                    <a:pt x="3702638" y="267131"/>
                  </a:lnTo>
                  <a:lnTo>
                    <a:pt x="3660554" y="249840"/>
                  </a:lnTo>
                  <a:lnTo>
                    <a:pt x="3617079" y="233019"/>
                  </a:lnTo>
                  <a:lnTo>
                    <a:pt x="3572245" y="216682"/>
                  </a:lnTo>
                  <a:lnTo>
                    <a:pt x="3526086" y="200839"/>
                  </a:lnTo>
                  <a:lnTo>
                    <a:pt x="3478634" y="185502"/>
                  </a:lnTo>
                  <a:lnTo>
                    <a:pt x="3429921" y="170684"/>
                  </a:lnTo>
                  <a:lnTo>
                    <a:pt x="3379981" y="156397"/>
                  </a:lnTo>
                  <a:lnTo>
                    <a:pt x="3328845" y="142651"/>
                  </a:lnTo>
                  <a:lnTo>
                    <a:pt x="3276547" y="129460"/>
                  </a:lnTo>
                  <a:lnTo>
                    <a:pt x="3223119" y="116835"/>
                  </a:lnTo>
                  <a:lnTo>
                    <a:pt x="3168593" y="104789"/>
                  </a:lnTo>
                  <a:lnTo>
                    <a:pt x="3113003" y="93332"/>
                  </a:lnTo>
                  <a:lnTo>
                    <a:pt x="3056381" y="82477"/>
                  </a:lnTo>
                  <a:lnTo>
                    <a:pt x="2998759" y="72236"/>
                  </a:lnTo>
                  <a:lnTo>
                    <a:pt x="2940171" y="62621"/>
                  </a:lnTo>
                  <a:lnTo>
                    <a:pt x="2880649" y="53644"/>
                  </a:lnTo>
                  <a:lnTo>
                    <a:pt x="2820225" y="45316"/>
                  </a:lnTo>
                  <a:lnTo>
                    <a:pt x="2758933" y="37650"/>
                  </a:lnTo>
                  <a:lnTo>
                    <a:pt x="2696804" y="30657"/>
                  </a:lnTo>
                  <a:lnTo>
                    <a:pt x="2633872" y="24350"/>
                  </a:lnTo>
                  <a:lnTo>
                    <a:pt x="2570169" y="18740"/>
                  </a:lnTo>
                  <a:lnTo>
                    <a:pt x="2505728" y="13840"/>
                  </a:lnTo>
                  <a:lnTo>
                    <a:pt x="2440581" y="9661"/>
                  </a:lnTo>
                  <a:lnTo>
                    <a:pt x="2374761" y="6214"/>
                  </a:lnTo>
                  <a:lnTo>
                    <a:pt x="2308301" y="3513"/>
                  </a:lnTo>
                  <a:lnTo>
                    <a:pt x="2241234" y="1569"/>
                  </a:lnTo>
                  <a:lnTo>
                    <a:pt x="2173591" y="394"/>
                  </a:lnTo>
                  <a:lnTo>
                    <a:pt x="2105406" y="0"/>
                  </a:lnTo>
                  <a:lnTo>
                    <a:pt x="2037264" y="394"/>
                  </a:lnTo>
                  <a:lnTo>
                    <a:pt x="1969664" y="1569"/>
                  </a:lnTo>
                  <a:lnTo>
                    <a:pt x="1902636" y="3513"/>
                  </a:lnTo>
                  <a:lnTo>
                    <a:pt x="1836215" y="6214"/>
                  </a:lnTo>
                  <a:lnTo>
                    <a:pt x="1770433" y="9661"/>
                  </a:lnTo>
                  <a:lnTo>
                    <a:pt x="1705322" y="13840"/>
                  </a:lnTo>
                  <a:lnTo>
                    <a:pt x="1640914" y="18740"/>
                  </a:lnTo>
                  <a:lnTo>
                    <a:pt x="1577244" y="24350"/>
                  </a:lnTo>
                  <a:lnTo>
                    <a:pt x="1514343" y="30657"/>
                  </a:lnTo>
                  <a:lnTo>
                    <a:pt x="1452244" y="37650"/>
                  </a:lnTo>
                  <a:lnTo>
                    <a:pt x="1390980" y="45316"/>
                  </a:lnTo>
                  <a:lnTo>
                    <a:pt x="1330583" y="53644"/>
                  </a:lnTo>
                  <a:lnTo>
                    <a:pt x="1271087" y="62621"/>
                  </a:lnTo>
                  <a:lnTo>
                    <a:pt x="1212523" y="72236"/>
                  </a:lnTo>
                  <a:lnTo>
                    <a:pt x="1154924" y="82477"/>
                  </a:lnTo>
                  <a:lnTo>
                    <a:pt x="1098324" y="93332"/>
                  </a:lnTo>
                  <a:lnTo>
                    <a:pt x="1042754" y="104789"/>
                  </a:lnTo>
                  <a:lnTo>
                    <a:pt x="988248" y="116835"/>
                  </a:lnTo>
                  <a:lnTo>
                    <a:pt x="934838" y="129460"/>
                  </a:lnTo>
                  <a:lnTo>
                    <a:pt x="882557" y="142651"/>
                  </a:lnTo>
                  <a:lnTo>
                    <a:pt x="831437" y="156397"/>
                  </a:lnTo>
                  <a:lnTo>
                    <a:pt x="781512" y="170684"/>
                  </a:lnTo>
                  <a:lnTo>
                    <a:pt x="732813" y="185502"/>
                  </a:lnTo>
                  <a:lnTo>
                    <a:pt x="685374" y="200839"/>
                  </a:lnTo>
                  <a:lnTo>
                    <a:pt x="639227" y="216682"/>
                  </a:lnTo>
                  <a:lnTo>
                    <a:pt x="594405" y="233019"/>
                  </a:lnTo>
                  <a:lnTo>
                    <a:pt x="550940" y="249840"/>
                  </a:lnTo>
                  <a:lnTo>
                    <a:pt x="508865" y="267131"/>
                  </a:lnTo>
                  <a:lnTo>
                    <a:pt x="468214" y="284881"/>
                  </a:lnTo>
                  <a:lnTo>
                    <a:pt x="429018" y="303078"/>
                  </a:lnTo>
                  <a:lnTo>
                    <a:pt x="391310" y="321710"/>
                  </a:lnTo>
                  <a:lnTo>
                    <a:pt x="355123" y="340765"/>
                  </a:lnTo>
                  <a:lnTo>
                    <a:pt x="320490" y="360231"/>
                  </a:lnTo>
                  <a:lnTo>
                    <a:pt x="287443" y="380096"/>
                  </a:lnTo>
                  <a:lnTo>
                    <a:pt x="226238" y="420977"/>
                  </a:lnTo>
                  <a:lnTo>
                    <a:pt x="171770" y="463312"/>
                  </a:lnTo>
                  <a:lnTo>
                    <a:pt x="124301" y="507005"/>
                  </a:lnTo>
                  <a:lnTo>
                    <a:pt x="84092" y="551960"/>
                  </a:lnTo>
                  <a:lnTo>
                    <a:pt x="51404" y="598084"/>
                  </a:lnTo>
                  <a:lnTo>
                    <a:pt x="26499" y="645280"/>
                  </a:lnTo>
                  <a:lnTo>
                    <a:pt x="9637" y="693452"/>
                  </a:lnTo>
                  <a:lnTo>
                    <a:pt x="1081" y="742506"/>
                  </a:lnTo>
                  <a:lnTo>
                    <a:pt x="0" y="767334"/>
                  </a:lnTo>
                  <a:lnTo>
                    <a:pt x="1081" y="792205"/>
                  </a:lnTo>
                  <a:lnTo>
                    <a:pt x="9637" y="841342"/>
                  </a:lnTo>
                  <a:lnTo>
                    <a:pt x="26499" y="889590"/>
                  </a:lnTo>
                  <a:lnTo>
                    <a:pt x="51404" y="936856"/>
                  </a:lnTo>
                  <a:lnTo>
                    <a:pt x="84092" y="983043"/>
                  </a:lnTo>
                  <a:lnTo>
                    <a:pt x="124301" y="1028057"/>
                  </a:lnTo>
                  <a:lnTo>
                    <a:pt x="171770" y="1071802"/>
                  </a:lnTo>
                  <a:lnTo>
                    <a:pt x="226238" y="1114184"/>
                  </a:lnTo>
                  <a:lnTo>
                    <a:pt x="287443" y="1155107"/>
                  </a:lnTo>
                  <a:lnTo>
                    <a:pt x="320490" y="1174992"/>
                  </a:lnTo>
                  <a:lnTo>
                    <a:pt x="355123" y="1194476"/>
                  </a:lnTo>
                  <a:lnTo>
                    <a:pt x="391310" y="1213548"/>
                  </a:lnTo>
                  <a:lnTo>
                    <a:pt x="429018" y="1232196"/>
                  </a:lnTo>
                  <a:lnTo>
                    <a:pt x="468214" y="1250408"/>
                  </a:lnTo>
                  <a:lnTo>
                    <a:pt x="508865" y="1268172"/>
                  </a:lnTo>
                  <a:lnTo>
                    <a:pt x="550940" y="1285476"/>
                  </a:lnTo>
                  <a:lnTo>
                    <a:pt x="594405" y="1302309"/>
                  </a:lnTo>
                  <a:lnTo>
                    <a:pt x="639227" y="1318658"/>
                  </a:lnTo>
                  <a:lnTo>
                    <a:pt x="685374" y="1334511"/>
                  </a:lnTo>
                  <a:lnTo>
                    <a:pt x="732813" y="1349857"/>
                  </a:lnTo>
                  <a:lnTo>
                    <a:pt x="781512" y="1364684"/>
                  </a:lnTo>
                  <a:lnTo>
                    <a:pt x="831437" y="1378979"/>
                  </a:lnTo>
                  <a:lnTo>
                    <a:pt x="882557" y="1392732"/>
                  </a:lnTo>
                  <a:lnTo>
                    <a:pt x="934838" y="1405929"/>
                  </a:lnTo>
                  <a:lnTo>
                    <a:pt x="988248" y="1418560"/>
                  </a:lnTo>
                  <a:lnTo>
                    <a:pt x="1042754" y="1430612"/>
                  </a:lnTo>
                  <a:lnTo>
                    <a:pt x="1098324" y="1442074"/>
                  </a:lnTo>
                  <a:lnTo>
                    <a:pt x="1154924" y="1452932"/>
                  </a:lnTo>
                  <a:lnTo>
                    <a:pt x="1212523" y="1463177"/>
                  </a:lnTo>
                  <a:lnTo>
                    <a:pt x="1271087" y="1472795"/>
                  </a:lnTo>
                  <a:lnTo>
                    <a:pt x="1330583" y="1481775"/>
                  </a:lnTo>
                  <a:lnTo>
                    <a:pt x="1390980" y="1490105"/>
                  </a:lnTo>
                  <a:lnTo>
                    <a:pt x="1452244" y="1497773"/>
                  </a:lnTo>
                  <a:lnTo>
                    <a:pt x="1514343" y="1504767"/>
                  </a:lnTo>
                  <a:lnTo>
                    <a:pt x="1577244" y="1511076"/>
                  </a:lnTo>
                  <a:lnTo>
                    <a:pt x="1640914" y="1516687"/>
                  </a:lnTo>
                  <a:lnTo>
                    <a:pt x="1705322" y="1521588"/>
                  </a:lnTo>
                  <a:lnTo>
                    <a:pt x="1770433" y="1525768"/>
                  </a:lnTo>
                  <a:lnTo>
                    <a:pt x="1836215" y="1529214"/>
                  </a:lnTo>
                  <a:lnTo>
                    <a:pt x="1902636" y="1531916"/>
                  </a:lnTo>
                  <a:lnTo>
                    <a:pt x="1969664" y="1533860"/>
                  </a:lnTo>
                  <a:lnTo>
                    <a:pt x="2037264" y="1535035"/>
                  </a:lnTo>
                  <a:lnTo>
                    <a:pt x="2105406" y="1535430"/>
                  </a:lnTo>
                  <a:lnTo>
                    <a:pt x="2173591" y="1535035"/>
                  </a:lnTo>
                  <a:lnTo>
                    <a:pt x="2241234" y="1533860"/>
                  </a:lnTo>
                  <a:lnTo>
                    <a:pt x="2308301" y="1531916"/>
                  </a:lnTo>
                  <a:lnTo>
                    <a:pt x="2374761" y="1529214"/>
                  </a:lnTo>
                  <a:lnTo>
                    <a:pt x="2440581" y="1525768"/>
                  </a:lnTo>
                  <a:lnTo>
                    <a:pt x="2505728" y="1521588"/>
                  </a:lnTo>
                  <a:lnTo>
                    <a:pt x="2570169" y="1516687"/>
                  </a:lnTo>
                  <a:lnTo>
                    <a:pt x="2633872" y="1511076"/>
                  </a:lnTo>
                  <a:lnTo>
                    <a:pt x="2696804" y="1504767"/>
                  </a:lnTo>
                  <a:lnTo>
                    <a:pt x="2758933" y="1497773"/>
                  </a:lnTo>
                  <a:lnTo>
                    <a:pt x="2820225" y="1490105"/>
                  </a:lnTo>
                  <a:lnTo>
                    <a:pt x="2880649" y="1481775"/>
                  </a:lnTo>
                  <a:lnTo>
                    <a:pt x="2940171" y="1472795"/>
                  </a:lnTo>
                  <a:lnTo>
                    <a:pt x="2998759" y="1463177"/>
                  </a:lnTo>
                  <a:lnTo>
                    <a:pt x="3056381" y="1452932"/>
                  </a:lnTo>
                  <a:lnTo>
                    <a:pt x="3113003" y="1442074"/>
                  </a:lnTo>
                  <a:lnTo>
                    <a:pt x="3168593" y="1430612"/>
                  </a:lnTo>
                  <a:lnTo>
                    <a:pt x="3223119" y="1418560"/>
                  </a:lnTo>
                  <a:lnTo>
                    <a:pt x="3276547" y="1405929"/>
                  </a:lnTo>
                  <a:lnTo>
                    <a:pt x="3328845" y="1392732"/>
                  </a:lnTo>
                  <a:lnTo>
                    <a:pt x="3379981" y="1378979"/>
                  </a:lnTo>
                  <a:lnTo>
                    <a:pt x="3429921" y="1364684"/>
                  </a:lnTo>
                  <a:lnTo>
                    <a:pt x="3478634" y="1349857"/>
                  </a:lnTo>
                  <a:lnTo>
                    <a:pt x="3526086" y="1334511"/>
                  </a:lnTo>
                  <a:lnTo>
                    <a:pt x="3572245" y="1318658"/>
                  </a:lnTo>
                  <a:lnTo>
                    <a:pt x="3617079" y="1302309"/>
                  </a:lnTo>
                  <a:lnTo>
                    <a:pt x="3660554" y="1285476"/>
                  </a:lnTo>
                  <a:lnTo>
                    <a:pt x="3702638" y="1268172"/>
                  </a:lnTo>
                  <a:lnTo>
                    <a:pt x="3743298" y="1250408"/>
                  </a:lnTo>
                  <a:lnTo>
                    <a:pt x="3782502" y="1232196"/>
                  </a:lnTo>
                  <a:lnTo>
                    <a:pt x="3820217" y="1213548"/>
                  </a:lnTo>
                  <a:lnTo>
                    <a:pt x="3856410" y="1194476"/>
                  </a:lnTo>
                  <a:lnTo>
                    <a:pt x="3891050" y="1174992"/>
                  </a:lnTo>
                  <a:lnTo>
                    <a:pt x="3924102" y="1155107"/>
                  </a:lnTo>
                  <a:lnTo>
                    <a:pt x="3985315" y="1114184"/>
                  </a:lnTo>
                  <a:lnTo>
                    <a:pt x="4039790" y="1071802"/>
                  </a:lnTo>
                  <a:lnTo>
                    <a:pt x="4087264" y="1028057"/>
                  </a:lnTo>
                  <a:lnTo>
                    <a:pt x="4127477" y="983043"/>
                  </a:lnTo>
                  <a:lnTo>
                    <a:pt x="4160167" y="936856"/>
                  </a:lnTo>
                  <a:lnTo>
                    <a:pt x="4185074" y="889590"/>
                  </a:lnTo>
                  <a:lnTo>
                    <a:pt x="4201936" y="841342"/>
                  </a:lnTo>
                  <a:lnTo>
                    <a:pt x="4210492" y="792205"/>
                  </a:lnTo>
                  <a:lnTo>
                    <a:pt x="4211574" y="767333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2327910" y="1568958"/>
              <a:ext cx="4216400" cy="1544955"/>
            </a:xfrm>
            <a:custGeom>
              <a:avLst/>
              <a:gdLst/>
              <a:ahLst/>
              <a:cxnLst/>
              <a:rect l="l" t="t" r="r" b="b"/>
              <a:pathLst>
                <a:path w="4216400" h="1544955">
                  <a:moveTo>
                    <a:pt x="4190789" y="666989"/>
                  </a:moveTo>
                  <a:lnTo>
                    <a:pt x="4178300" y="625803"/>
                  </a:lnTo>
                  <a:lnTo>
                    <a:pt x="4152900" y="586066"/>
                  </a:lnTo>
                  <a:lnTo>
                    <a:pt x="4127500" y="548465"/>
                  </a:lnTo>
                  <a:lnTo>
                    <a:pt x="4089400" y="512993"/>
                  </a:lnTo>
                  <a:lnTo>
                    <a:pt x="4064000" y="479645"/>
                  </a:lnTo>
                  <a:lnTo>
                    <a:pt x="4025900" y="448416"/>
                  </a:lnTo>
                  <a:lnTo>
                    <a:pt x="3987800" y="419300"/>
                  </a:lnTo>
                  <a:lnTo>
                    <a:pt x="3937000" y="392291"/>
                  </a:lnTo>
                  <a:lnTo>
                    <a:pt x="3898900" y="367383"/>
                  </a:lnTo>
                  <a:lnTo>
                    <a:pt x="3860800" y="344571"/>
                  </a:lnTo>
                  <a:lnTo>
                    <a:pt x="3822700" y="323850"/>
                  </a:lnTo>
                  <a:lnTo>
                    <a:pt x="3797300" y="308610"/>
                  </a:lnTo>
                  <a:lnTo>
                    <a:pt x="3759200" y="294132"/>
                  </a:lnTo>
                  <a:lnTo>
                    <a:pt x="3721100" y="274082"/>
                  </a:lnTo>
                  <a:lnTo>
                    <a:pt x="3670300" y="254908"/>
                  </a:lnTo>
                  <a:lnTo>
                    <a:pt x="3619500" y="236591"/>
                  </a:lnTo>
                  <a:lnTo>
                    <a:pt x="3581400" y="219114"/>
                  </a:lnTo>
                  <a:lnTo>
                    <a:pt x="3530600" y="202459"/>
                  </a:lnTo>
                  <a:lnTo>
                    <a:pt x="3479800" y="186609"/>
                  </a:lnTo>
                  <a:lnTo>
                    <a:pt x="3429000" y="171546"/>
                  </a:lnTo>
                  <a:lnTo>
                    <a:pt x="3378200" y="157253"/>
                  </a:lnTo>
                  <a:lnTo>
                    <a:pt x="3327400" y="143712"/>
                  </a:lnTo>
                  <a:lnTo>
                    <a:pt x="3289300" y="130905"/>
                  </a:lnTo>
                  <a:lnTo>
                    <a:pt x="3238500" y="118816"/>
                  </a:lnTo>
                  <a:lnTo>
                    <a:pt x="3187700" y="107426"/>
                  </a:lnTo>
                  <a:lnTo>
                    <a:pt x="3136900" y="96717"/>
                  </a:lnTo>
                  <a:lnTo>
                    <a:pt x="3086100" y="86674"/>
                  </a:lnTo>
                  <a:lnTo>
                    <a:pt x="3022600" y="77277"/>
                  </a:lnTo>
                  <a:lnTo>
                    <a:pt x="2971800" y="68509"/>
                  </a:lnTo>
                  <a:lnTo>
                    <a:pt x="2921000" y="60353"/>
                  </a:lnTo>
                  <a:lnTo>
                    <a:pt x="2870200" y="52791"/>
                  </a:lnTo>
                  <a:lnTo>
                    <a:pt x="2819400" y="45806"/>
                  </a:lnTo>
                  <a:lnTo>
                    <a:pt x="2768600" y="39380"/>
                  </a:lnTo>
                  <a:lnTo>
                    <a:pt x="2717800" y="33496"/>
                  </a:lnTo>
                  <a:lnTo>
                    <a:pt x="2667000" y="28135"/>
                  </a:lnTo>
                  <a:lnTo>
                    <a:pt x="2616200" y="23281"/>
                  </a:lnTo>
                  <a:lnTo>
                    <a:pt x="2565400" y="18916"/>
                  </a:lnTo>
                  <a:lnTo>
                    <a:pt x="2514600" y="15022"/>
                  </a:lnTo>
                  <a:lnTo>
                    <a:pt x="2463800" y="11582"/>
                  </a:lnTo>
                  <a:lnTo>
                    <a:pt x="2413000" y="8578"/>
                  </a:lnTo>
                  <a:lnTo>
                    <a:pt x="2362200" y="5993"/>
                  </a:lnTo>
                  <a:lnTo>
                    <a:pt x="2324100" y="3810"/>
                  </a:lnTo>
                  <a:lnTo>
                    <a:pt x="2209800" y="762"/>
                  </a:lnTo>
                  <a:lnTo>
                    <a:pt x="2108200" y="0"/>
                  </a:lnTo>
                  <a:lnTo>
                    <a:pt x="1993900" y="762"/>
                  </a:lnTo>
                  <a:lnTo>
                    <a:pt x="1892300" y="3810"/>
                  </a:lnTo>
                  <a:lnTo>
                    <a:pt x="1841500" y="5983"/>
                  </a:lnTo>
                  <a:lnTo>
                    <a:pt x="1790700" y="8559"/>
                  </a:lnTo>
                  <a:lnTo>
                    <a:pt x="1739900" y="11556"/>
                  </a:lnTo>
                  <a:lnTo>
                    <a:pt x="1689100" y="14991"/>
                  </a:lnTo>
                  <a:lnTo>
                    <a:pt x="1638300" y="18882"/>
                  </a:lnTo>
                  <a:lnTo>
                    <a:pt x="1587500" y="23245"/>
                  </a:lnTo>
                  <a:lnTo>
                    <a:pt x="1536700" y="28099"/>
                  </a:lnTo>
                  <a:lnTo>
                    <a:pt x="1485900" y="33461"/>
                  </a:lnTo>
                  <a:lnTo>
                    <a:pt x="1435100" y="39347"/>
                  </a:lnTo>
                  <a:lnTo>
                    <a:pt x="1384300" y="45776"/>
                  </a:lnTo>
                  <a:lnTo>
                    <a:pt x="1333500" y="52765"/>
                  </a:lnTo>
                  <a:lnTo>
                    <a:pt x="1282700" y="60331"/>
                  </a:lnTo>
                  <a:lnTo>
                    <a:pt x="1231900" y="68492"/>
                  </a:lnTo>
                  <a:lnTo>
                    <a:pt x="1181100" y="77265"/>
                  </a:lnTo>
                  <a:lnTo>
                    <a:pt x="1130300" y="86667"/>
                  </a:lnTo>
                  <a:lnTo>
                    <a:pt x="1079500" y="96716"/>
                  </a:lnTo>
                  <a:lnTo>
                    <a:pt x="1028700" y="107429"/>
                  </a:lnTo>
                  <a:lnTo>
                    <a:pt x="977900" y="118824"/>
                  </a:lnTo>
                  <a:lnTo>
                    <a:pt x="927100" y="130918"/>
                  </a:lnTo>
                  <a:lnTo>
                    <a:pt x="876300" y="143728"/>
                  </a:lnTo>
                  <a:lnTo>
                    <a:pt x="825500" y="157273"/>
                  </a:lnTo>
                  <a:lnTo>
                    <a:pt x="774700" y="171568"/>
                  </a:lnTo>
                  <a:lnTo>
                    <a:pt x="723900" y="186632"/>
                  </a:lnTo>
                  <a:lnTo>
                    <a:pt x="673100" y="202482"/>
                  </a:lnTo>
                  <a:lnTo>
                    <a:pt x="635000" y="219136"/>
                  </a:lnTo>
                  <a:lnTo>
                    <a:pt x="584200" y="236610"/>
                  </a:lnTo>
                  <a:lnTo>
                    <a:pt x="533400" y="254922"/>
                  </a:lnTo>
                  <a:lnTo>
                    <a:pt x="495300" y="274090"/>
                  </a:lnTo>
                  <a:lnTo>
                    <a:pt x="444500" y="294132"/>
                  </a:lnTo>
                  <a:lnTo>
                    <a:pt x="419100" y="308610"/>
                  </a:lnTo>
                  <a:lnTo>
                    <a:pt x="380999" y="323850"/>
                  </a:lnTo>
                  <a:lnTo>
                    <a:pt x="342899" y="345520"/>
                  </a:lnTo>
                  <a:lnTo>
                    <a:pt x="304799" y="369667"/>
                  </a:lnTo>
                  <a:lnTo>
                    <a:pt x="253999" y="396254"/>
                  </a:lnTo>
                  <a:lnTo>
                    <a:pt x="215900" y="425247"/>
                  </a:lnTo>
                  <a:lnTo>
                    <a:pt x="177799" y="456612"/>
                  </a:lnTo>
                  <a:lnTo>
                    <a:pt x="139699" y="490314"/>
                  </a:lnTo>
                  <a:lnTo>
                    <a:pt x="101599" y="526317"/>
                  </a:lnTo>
                  <a:lnTo>
                    <a:pt x="76199" y="564588"/>
                  </a:lnTo>
                  <a:lnTo>
                    <a:pt x="38099" y="605091"/>
                  </a:lnTo>
                  <a:lnTo>
                    <a:pt x="25399" y="647793"/>
                  </a:lnTo>
                  <a:lnTo>
                    <a:pt x="0" y="692658"/>
                  </a:lnTo>
                  <a:lnTo>
                    <a:pt x="0" y="733044"/>
                  </a:lnTo>
                  <a:lnTo>
                    <a:pt x="12699" y="713994"/>
                  </a:lnTo>
                  <a:lnTo>
                    <a:pt x="25399" y="667220"/>
                  </a:lnTo>
                  <a:lnTo>
                    <a:pt x="38099" y="622716"/>
                  </a:lnTo>
                  <a:lnTo>
                    <a:pt x="76199" y="580530"/>
                  </a:lnTo>
                  <a:lnTo>
                    <a:pt x="101599" y="540709"/>
                  </a:lnTo>
                  <a:lnTo>
                    <a:pt x="139699" y="503301"/>
                  </a:lnTo>
                  <a:lnTo>
                    <a:pt x="177799" y="468355"/>
                  </a:lnTo>
                  <a:lnTo>
                    <a:pt x="215900" y="435919"/>
                  </a:lnTo>
                  <a:lnTo>
                    <a:pt x="266700" y="406040"/>
                  </a:lnTo>
                  <a:lnTo>
                    <a:pt x="304799" y="378767"/>
                  </a:lnTo>
                  <a:lnTo>
                    <a:pt x="342899" y="354148"/>
                  </a:lnTo>
                  <a:lnTo>
                    <a:pt x="393699" y="332232"/>
                  </a:lnTo>
                  <a:lnTo>
                    <a:pt x="419100" y="316992"/>
                  </a:lnTo>
                  <a:lnTo>
                    <a:pt x="444500" y="302514"/>
                  </a:lnTo>
                  <a:lnTo>
                    <a:pt x="495300" y="282547"/>
                  </a:lnTo>
                  <a:lnTo>
                    <a:pt x="546100" y="263452"/>
                  </a:lnTo>
                  <a:lnTo>
                    <a:pt x="584200" y="245210"/>
                  </a:lnTo>
                  <a:lnTo>
                    <a:pt x="635000" y="227804"/>
                  </a:lnTo>
                  <a:lnTo>
                    <a:pt x="685800" y="211217"/>
                  </a:lnTo>
                  <a:lnTo>
                    <a:pt x="736600" y="195432"/>
                  </a:lnTo>
                  <a:lnTo>
                    <a:pt x="774700" y="180430"/>
                  </a:lnTo>
                  <a:lnTo>
                    <a:pt x="825500" y="166195"/>
                  </a:lnTo>
                  <a:lnTo>
                    <a:pt x="876300" y="152710"/>
                  </a:lnTo>
                  <a:lnTo>
                    <a:pt x="927100" y="139957"/>
                  </a:lnTo>
                  <a:lnTo>
                    <a:pt x="977900" y="127918"/>
                  </a:lnTo>
                  <a:lnTo>
                    <a:pt x="1028700" y="116578"/>
                  </a:lnTo>
                  <a:lnTo>
                    <a:pt x="1079500" y="105917"/>
                  </a:lnTo>
                  <a:lnTo>
                    <a:pt x="1130300" y="95919"/>
                  </a:lnTo>
                  <a:lnTo>
                    <a:pt x="1181100" y="86567"/>
                  </a:lnTo>
                  <a:lnTo>
                    <a:pt x="1231900" y="77843"/>
                  </a:lnTo>
                  <a:lnTo>
                    <a:pt x="1282700" y="69729"/>
                  </a:lnTo>
                  <a:lnTo>
                    <a:pt x="1333500" y="62210"/>
                  </a:lnTo>
                  <a:lnTo>
                    <a:pt x="1384300" y="55266"/>
                  </a:lnTo>
                  <a:lnTo>
                    <a:pt x="1435100" y="48882"/>
                  </a:lnTo>
                  <a:lnTo>
                    <a:pt x="1485900" y="43039"/>
                  </a:lnTo>
                  <a:lnTo>
                    <a:pt x="1536700" y="37721"/>
                  </a:lnTo>
                  <a:lnTo>
                    <a:pt x="1587500" y="32909"/>
                  </a:lnTo>
                  <a:lnTo>
                    <a:pt x="1638300" y="28587"/>
                  </a:lnTo>
                  <a:lnTo>
                    <a:pt x="1689100" y="24737"/>
                  </a:lnTo>
                  <a:lnTo>
                    <a:pt x="1739900" y="21343"/>
                  </a:lnTo>
                  <a:lnTo>
                    <a:pt x="1790700" y="18386"/>
                  </a:lnTo>
                  <a:lnTo>
                    <a:pt x="1841500" y="15849"/>
                  </a:lnTo>
                  <a:lnTo>
                    <a:pt x="1892300" y="13716"/>
                  </a:lnTo>
                  <a:lnTo>
                    <a:pt x="1993900" y="10668"/>
                  </a:lnTo>
                  <a:lnTo>
                    <a:pt x="2108200" y="9144"/>
                  </a:lnTo>
                  <a:lnTo>
                    <a:pt x="2209800" y="10668"/>
                  </a:lnTo>
                  <a:lnTo>
                    <a:pt x="2324100" y="13716"/>
                  </a:lnTo>
                  <a:lnTo>
                    <a:pt x="2362200" y="15849"/>
                  </a:lnTo>
                  <a:lnTo>
                    <a:pt x="2413000" y="18386"/>
                  </a:lnTo>
                  <a:lnTo>
                    <a:pt x="2463800" y="21343"/>
                  </a:lnTo>
                  <a:lnTo>
                    <a:pt x="2514600" y="24737"/>
                  </a:lnTo>
                  <a:lnTo>
                    <a:pt x="2565400" y="28587"/>
                  </a:lnTo>
                  <a:lnTo>
                    <a:pt x="2616200" y="32909"/>
                  </a:lnTo>
                  <a:lnTo>
                    <a:pt x="2667000" y="37721"/>
                  </a:lnTo>
                  <a:lnTo>
                    <a:pt x="2717800" y="43039"/>
                  </a:lnTo>
                  <a:lnTo>
                    <a:pt x="2768600" y="48882"/>
                  </a:lnTo>
                  <a:lnTo>
                    <a:pt x="2819400" y="55266"/>
                  </a:lnTo>
                  <a:lnTo>
                    <a:pt x="2870200" y="62210"/>
                  </a:lnTo>
                  <a:lnTo>
                    <a:pt x="2921000" y="69729"/>
                  </a:lnTo>
                  <a:lnTo>
                    <a:pt x="2971800" y="77843"/>
                  </a:lnTo>
                  <a:lnTo>
                    <a:pt x="3022600" y="86567"/>
                  </a:lnTo>
                  <a:lnTo>
                    <a:pt x="3073400" y="95919"/>
                  </a:lnTo>
                  <a:lnTo>
                    <a:pt x="3124200" y="105917"/>
                  </a:lnTo>
                  <a:lnTo>
                    <a:pt x="3175000" y="116578"/>
                  </a:lnTo>
                  <a:lnTo>
                    <a:pt x="3225800" y="127918"/>
                  </a:lnTo>
                  <a:lnTo>
                    <a:pt x="3276600" y="139957"/>
                  </a:lnTo>
                  <a:lnTo>
                    <a:pt x="3327400" y="152710"/>
                  </a:lnTo>
                  <a:lnTo>
                    <a:pt x="3378200" y="166195"/>
                  </a:lnTo>
                  <a:lnTo>
                    <a:pt x="3429000" y="180430"/>
                  </a:lnTo>
                  <a:lnTo>
                    <a:pt x="3479800" y="195432"/>
                  </a:lnTo>
                  <a:lnTo>
                    <a:pt x="3530600" y="211217"/>
                  </a:lnTo>
                  <a:lnTo>
                    <a:pt x="3568700" y="227804"/>
                  </a:lnTo>
                  <a:lnTo>
                    <a:pt x="3619500" y="245210"/>
                  </a:lnTo>
                  <a:lnTo>
                    <a:pt x="3670300" y="263452"/>
                  </a:lnTo>
                  <a:lnTo>
                    <a:pt x="3708400" y="282547"/>
                  </a:lnTo>
                  <a:lnTo>
                    <a:pt x="3759200" y="302514"/>
                  </a:lnTo>
                  <a:lnTo>
                    <a:pt x="3784600" y="316992"/>
                  </a:lnTo>
                  <a:lnTo>
                    <a:pt x="3822700" y="332232"/>
                  </a:lnTo>
                  <a:lnTo>
                    <a:pt x="3860800" y="354066"/>
                  </a:lnTo>
                  <a:lnTo>
                    <a:pt x="3898900" y="378662"/>
                  </a:lnTo>
                  <a:lnTo>
                    <a:pt x="3949700" y="405958"/>
                  </a:lnTo>
                  <a:lnTo>
                    <a:pt x="3987800" y="435891"/>
                  </a:lnTo>
                  <a:lnTo>
                    <a:pt x="4025900" y="468399"/>
                  </a:lnTo>
                  <a:lnTo>
                    <a:pt x="4064000" y="503418"/>
                  </a:lnTo>
                  <a:lnTo>
                    <a:pt x="4102100" y="540886"/>
                  </a:lnTo>
                  <a:lnTo>
                    <a:pt x="4140200" y="580740"/>
                  </a:lnTo>
                  <a:lnTo>
                    <a:pt x="4165600" y="622918"/>
                  </a:lnTo>
                  <a:lnTo>
                    <a:pt x="4190789" y="666989"/>
                  </a:lnTo>
                  <a:close/>
                </a:path>
                <a:path w="4216400" h="1544955">
                  <a:moveTo>
                    <a:pt x="4190977" y="877552"/>
                  </a:moveTo>
                  <a:lnTo>
                    <a:pt x="4165600" y="922061"/>
                  </a:lnTo>
                  <a:lnTo>
                    <a:pt x="4140200" y="964202"/>
                  </a:lnTo>
                  <a:lnTo>
                    <a:pt x="4102100" y="1003917"/>
                  </a:lnTo>
                  <a:lnTo>
                    <a:pt x="4064000" y="1041187"/>
                  </a:lnTo>
                  <a:lnTo>
                    <a:pt x="4025900" y="1075991"/>
                  </a:lnTo>
                  <a:lnTo>
                    <a:pt x="3987800" y="1108311"/>
                  </a:lnTo>
                  <a:lnTo>
                    <a:pt x="3949700" y="1138125"/>
                  </a:lnTo>
                  <a:lnTo>
                    <a:pt x="3898900" y="1165415"/>
                  </a:lnTo>
                  <a:lnTo>
                    <a:pt x="3860800" y="1190160"/>
                  </a:lnTo>
                  <a:lnTo>
                    <a:pt x="3822700" y="1212342"/>
                  </a:lnTo>
                  <a:lnTo>
                    <a:pt x="3784600" y="1227582"/>
                  </a:lnTo>
                  <a:lnTo>
                    <a:pt x="3759200" y="1242060"/>
                  </a:lnTo>
                  <a:lnTo>
                    <a:pt x="3708400" y="1262019"/>
                  </a:lnTo>
                  <a:lnTo>
                    <a:pt x="3670300" y="1281104"/>
                  </a:lnTo>
                  <a:lnTo>
                    <a:pt x="3619500" y="1299334"/>
                  </a:lnTo>
                  <a:lnTo>
                    <a:pt x="3568700" y="1316725"/>
                  </a:lnTo>
                  <a:lnTo>
                    <a:pt x="3530600" y="1333296"/>
                  </a:lnTo>
                  <a:lnTo>
                    <a:pt x="3479800" y="1349065"/>
                  </a:lnTo>
                  <a:lnTo>
                    <a:pt x="3429000" y="1364048"/>
                  </a:lnTo>
                  <a:lnTo>
                    <a:pt x="3378200" y="1378263"/>
                  </a:lnTo>
                  <a:lnTo>
                    <a:pt x="3327400" y="1391729"/>
                  </a:lnTo>
                  <a:lnTo>
                    <a:pt x="3276600" y="1404463"/>
                  </a:lnTo>
                  <a:lnTo>
                    <a:pt x="3225800" y="1416483"/>
                  </a:lnTo>
                  <a:lnTo>
                    <a:pt x="3175000" y="1427806"/>
                  </a:lnTo>
                  <a:lnTo>
                    <a:pt x="3124200" y="1438449"/>
                  </a:lnTo>
                  <a:lnTo>
                    <a:pt x="3073400" y="1448432"/>
                  </a:lnTo>
                  <a:lnTo>
                    <a:pt x="3022600" y="1457771"/>
                  </a:lnTo>
                  <a:lnTo>
                    <a:pt x="2971800" y="1466485"/>
                  </a:lnTo>
                  <a:lnTo>
                    <a:pt x="2921000" y="1474590"/>
                  </a:lnTo>
                  <a:lnTo>
                    <a:pt x="2870200" y="1482105"/>
                  </a:lnTo>
                  <a:lnTo>
                    <a:pt x="2819400" y="1489047"/>
                  </a:lnTo>
                  <a:lnTo>
                    <a:pt x="2768600" y="1495433"/>
                  </a:lnTo>
                  <a:lnTo>
                    <a:pt x="2717800" y="1501283"/>
                  </a:lnTo>
                  <a:lnTo>
                    <a:pt x="2667000" y="1506613"/>
                  </a:lnTo>
                  <a:lnTo>
                    <a:pt x="2616200" y="1511441"/>
                  </a:lnTo>
                  <a:lnTo>
                    <a:pt x="2565400" y="1515784"/>
                  </a:lnTo>
                  <a:lnTo>
                    <a:pt x="2514600" y="1519661"/>
                  </a:lnTo>
                  <a:lnTo>
                    <a:pt x="2463800" y="1523089"/>
                  </a:lnTo>
                  <a:lnTo>
                    <a:pt x="2413000" y="1526086"/>
                  </a:lnTo>
                  <a:lnTo>
                    <a:pt x="2362200" y="1528670"/>
                  </a:lnTo>
                  <a:lnTo>
                    <a:pt x="2324100" y="1530858"/>
                  </a:lnTo>
                  <a:lnTo>
                    <a:pt x="2209800" y="1533906"/>
                  </a:lnTo>
                  <a:lnTo>
                    <a:pt x="2108200" y="1534668"/>
                  </a:lnTo>
                  <a:lnTo>
                    <a:pt x="1993900" y="1533906"/>
                  </a:lnTo>
                  <a:lnTo>
                    <a:pt x="1892300" y="1530858"/>
                  </a:lnTo>
                  <a:lnTo>
                    <a:pt x="1841500" y="1528680"/>
                  </a:lnTo>
                  <a:lnTo>
                    <a:pt x="1790700" y="1526105"/>
                  </a:lnTo>
                  <a:lnTo>
                    <a:pt x="1739900" y="1523115"/>
                  </a:lnTo>
                  <a:lnTo>
                    <a:pt x="1689100" y="1519691"/>
                  </a:lnTo>
                  <a:lnTo>
                    <a:pt x="1638300" y="1515816"/>
                  </a:lnTo>
                  <a:lnTo>
                    <a:pt x="1587500" y="1511474"/>
                  </a:lnTo>
                  <a:lnTo>
                    <a:pt x="1536700" y="1506645"/>
                  </a:lnTo>
                  <a:lnTo>
                    <a:pt x="1485900" y="1501314"/>
                  </a:lnTo>
                  <a:lnTo>
                    <a:pt x="1435100" y="1495461"/>
                  </a:lnTo>
                  <a:lnTo>
                    <a:pt x="1384300" y="1489071"/>
                  </a:lnTo>
                  <a:lnTo>
                    <a:pt x="1333500" y="1482124"/>
                  </a:lnTo>
                  <a:lnTo>
                    <a:pt x="1282700" y="1474604"/>
                  </a:lnTo>
                  <a:lnTo>
                    <a:pt x="1231900" y="1466493"/>
                  </a:lnTo>
                  <a:lnTo>
                    <a:pt x="1181100" y="1457774"/>
                  </a:lnTo>
                  <a:lnTo>
                    <a:pt x="1130300" y="1448429"/>
                  </a:lnTo>
                  <a:lnTo>
                    <a:pt x="1079500" y="1438441"/>
                  </a:lnTo>
                  <a:lnTo>
                    <a:pt x="1028700" y="1427791"/>
                  </a:lnTo>
                  <a:lnTo>
                    <a:pt x="977900" y="1416463"/>
                  </a:lnTo>
                  <a:lnTo>
                    <a:pt x="927100" y="1404439"/>
                  </a:lnTo>
                  <a:lnTo>
                    <a:pt x="876300" y="1391701"/>
                  </a:lnTo>
                  <a:lnTo>
                    <a:pt x="825500" y="1378233"/>
                  </a:lnTo>
                  <a:lnTo>
                    <a:pt x="774700" y="1364015"/>
                  </a:lnTo>
                  <a:lnTo>
                    <a:pt x="736600" y="1349032"/>
                  </a:lnTo>
                  <a:lnTo>
                    <a:pt x="685800" y="1333264"/>
                  </a:lnTo>
                  <a:lnTo>
                    <a:pt x="635000" y="1316696"/>
                  </a:lnTo>
                  <a:lnTo>
                    <a:pt x="584200" y="1299309"/>
                  </a:lnTo>
                  <a:lnTo>
                    <a:pt x="546100" y="1281085"/>
                  </a:lnTo>
                  <a:lnTo>
                    <a:pt x="495300" y="1262008"/>
                  </a:lnTo>
                  <a:lnTo>
                    <a:pt x="444500" y="1242060"/>
                  </a:lnTo>
                  <a:lnTo>
                    <a:pt x="419100" y="1226820"/>
                  </a:lnTo>
                  <a:lnTo>
                    <a:pt x="393700" y="1212342"/>
                  </a:lnTo>
                  <a:lnTo>
                    <a:pt x="342900" y="1190275"/>
                  </a:lnTo>
                  <a:lnTo>
                    <a:pt x="304800" y="1165543"/>
                  </a:lnTo>
                  <a:lnTo>
                    <a:pt x="266700" y="1138186"/>
                  </a:lnTo>
                  <a:lnTo>
                    <a:pt x="215900" y="1108247"/>
                  </a:lnTo>
                  <a:lnTo>
                    <a:pt x="177800" y="1075765"/>
                  </a:lnTo>
                  <a:lnTo>
                    <a:pt x="139700" y="1040783"/>
                  </a:lnTo>
                  <a:lnTo>
                    <a:pt x="101600" y="1003342"/>
                  </a:lnTo>
                  <a:lnTo>
                    <a:pt x="76200" y="963484"/>
                  </a:lnTo>
                  <a:lnTo>
                    <a:pt x="38100" y="921250"/>
                  </a:lnTo>
                  <a:lnTo>
                    <a:pt x="25400" y="876680"/>
                  </a:lnTo>
                  <a:lnTo>
                    <a:pt x="12700" y="829818"/>
                  </a:lnTo>
                  <a:lnTo>
                    <a:pt x="0" y="810768"/>
                  </a:lnTo>
                  <a:lnTo>
                    <a:pt x="0" y="851916"/>
                  </a:lnTo>
                  <a:lnTo>
                    <a:pt x="25400" y="895777"/>
                  </a:lnTo>
                  <a:lnTo>
                    <a:pt x="38100" y="937424"/>
                  </a:lnTo>
                  <a:lnTo>
                    <a:pt x="63500" y="976874"/>
                  </a:lnTo>
                  <a:lnTo>
                    <a:pt x="101600" y="1014145"/>
                  </a:lnTo>
                  <a:lnTo>
                    <a:pt x="127000" y="1049255"/>
                  </a:lnTo>
                  <a:lnTo>
                    <a:pt x="165100" y="1082220"/>
                  </a:lnTo>
                  <a:lnTo>
                    <a:pt x="203200" y="1113059"/>
                  </a:lnTo>
                  <a:lnTo>
                    <a:pt x="254000" y="1141789"/>
                  </a:lnTo>
                  <a:lnTo>
                    <a:pt x="292100" y="1168426"/>
                  </a:lnTo>
                  <a:lnTo>
                    <a:pt x="330200" y="1192990"/>
                  </a:lnTo>
                  <a:lnTo>
                    <a:pt x="368300" y="1215496"/>
                  </a:lnTo>
                  <a:lnTo>
                    <a:pt x="419100" y="1235964"/>
                  </a:lnTo>
                  <a:lnTo>
                    <a:pt x="482600" y="1264920"/>
                  </a:lnTo>
                  <a:lnTo>
                    <a:pt x="520700" y="1283902"/>
                  </a:lnTo>
                  <a:lnTo>
                    <a:pt x="571500" y="1302061"/>
                  </a:lnTo>
                  <a:lnTo>
                    <a:pt x="609600" y="1319412"/>
                  </a:lnTo>
                  <a:lnTo>
                    <a:pt x="660400" y="1335971"/>
                  </a:lnTo>
                  <a:lnTo>
                    <a:pt x="711200" y="1351756"/>
                  </a:lnTo>
                  <a:lnTo>
                    <a:pt x="762000" y="1366782"/>
                  </a:lnTo>
                  <a:lnTo>
                    <a:pt x="800100" y="1381066"/>
                  </a:lnTo>
                  <a:lnTo>
                    <a:pt x="850900" y="1394624"/>
                  </a:lnTo>
                  <a:lnTo>
                    <a:pt x="901700" y="1407472"/>
                  </a:lnTo>
                  <a:lnTo>
                    <a:pt x="952500" y="1419628"/>
                  </a:lnTo>
                  <a:lnTo>
                    <a:pt x="1003300" y="1431107"/>
                  </a:lnTo>
                  <a:lnTo>
                    <a:pt x="1054100" y="1441925"/>
                  </a:lnTo>
                  <a:lnTo>
                    <a:pt x="1092200" y="1452100"/>
                  </a:lnTo>
                  <a:lnTo>
                    <a:pt x="1143000" y="1461647"/>
                  </a:lnTo>
                  <a:lnTo>
                    <a:pt x="1193800" y="1470583"/>
                  </a:lnTo>
                  <a:lnTo>
                    <a:pt x="1244600" y="1478924"/>
                  </a:lnTo>
                  <a:lnTo>
                    <a:pt x="1295400" y="1486687"/>
                  </a:lnTo>
                  <a:lnTo>
                    <a:pt x="1346200" y="1493888"/>
                  </a:lnTo>
                  <a:lnTo>
                    <a:pt x="1397000" y="1500543"/>
                  </a:lnTo>
                  <a:lnTo>
                    <a:pt x="1447800" y="1506669"/>
                  </a:lnTo>
                  <a:lnTo>
                    <a:pt x="1498600" y="1512282"/>
                  </a:lnTo>
                  <a:lnTo>
                    <a:pt x="1549400" y="1517399"/>
                  </a:lnTo>
                  <a:lnTo>
                    <a:pt x="1600200" y="1522035"/>
                  </a:lnTo>
                  <a:lnTo>
                    <a:pt x="1651000" y="1526208"/>
                  </a:lnTo>
                  <a:lnTo>
                    <a:pt x="1701800" y="1529934"/>
                  </a:lnTo>
                  <a:lnTo>
                    <a:pt x="1752600" y="1533229"/>
                  </a:lnTo>
                  <a:lnTo>
                    <a:pt x="1803400" y="1536109"/>
                  </a:lnTo>
                  <a:lnTo>
                    <a:pt x="1854200" y="1538591"/>
                  </a:lnTo>
                  <a:lnTo>
                    <a:pt x="1892300" y="1540691"/>
                  </a:lnTo>
                  <a:lnTo>
                    <a:pt x="1943100" y="1542426"/>
                  </a:lnTo>
                  <a:lnTo>
                    <a:pt x="1993900" y="1543812"/>
                  </a:lnTo>
                  <a:lnTo>
                    <a:pt x="2108200" y="1544574"/>
                  </a:lnTo>
                  <a:lnTo>
                    <a:pt x="2209800" y="1543812"/>
                  </a:lnTo>
                  <a:lnTo>
                    <a:pt x="2324100" y="1540764"/>
                  </a:lnTo>
                  <a:lnTo>
                    <a:pt x="2425700" y="1535430"/>
                  </a:lnTo>
                  <a:lnTo>
                    <a:pt x="2476500" y="1532365"/>
                  </a:lnTo>
                  <a:lnTo>
                    <a:pt x="2527300" y="1528902"/>
                  </a:lnTo>
                  <a:lnTo>
                    <a:pt x="2578100" y="1525022"/>
                  </a:lnTo>
                  <a:lnTo>
                    <a:pt x="2616200" y="1520706"/>
                  </a:lnTo>
                  <a:lnTo>
                    <a:pt x="2667000" y="1515934"/>
                  </a:lnTo>
                  <a:lnTo>
                    <a:pt x="2717800" y="1510687"/>
                  </a:lnTo>
                  <a:lnTo>
                    <a:pt x="2768600" y="1504945"/>
                  </a:lnTo>
                  <a:lnTo>
                    <a:pt x="2819400" y="1498690"/>
                  </a:lnTo>
                  <a:lnTo>
                    <a:pt x="2870200" y="1491902"/>
                  </a:lnTo>
                  <a:lnTo>
                    <a:pt x="2921000" y="1484562"/>
                  </a:lnTo>
                  <a:lnTo>
                    <a:pt x="2971800" y="1476650"/>
                  </a:lnTo>
                  <a:lnTo>
                    <a:pt x="3022600" y="1468146"/>
                  </a:lnTo>
                  <a:lnTo>
                    <a:pt x="3073400" y="1459033"/>
                  </a:lnTo>
                  <a:lnTo>
                    <a:pt x="3124200" y="1449290"/>
                  </a:lnTo>
                  <a:lnTo>
                    <a:pt x="3175000" y="1438898"/>
                  </a:lnTo>
                  <a:lnTo>
                    <a:pt x="3225800" y="1427838"/>
                  </a:lnTo>
                  <a:lnTo>
                    <a:pt x="3276600" y="1416091"/>
                  </a:lnTo>
                  <a:lnTo>
                    <a:pt x="3327400" y="1403636"/>
                  </a:lnTo>
                  <a:lnTo>
                    <a:pt x="3365500" y="1390455"/>
                  </a:lnTo>
                  <a:lnTo>
                    <a:pt x="3416300" y="1376529"/>
                  </a:lnTo>
                  <a:lnTo>
                    <a:pt x="3467100" y="1361838"/>
                  </a:lnTo>
                  <a:lnTo>
                    <a:pt x="3517900" y="1346363"/>
                  </a:lnTo>
                  <a:lnTo>
                    <a:pt x="3568700" y="1330084"/>
                  </a:lnTo>
                  <a:lnTo>
                    <a:pt x="3606800" y="1312983"/>
                  </a:lnTo>
                  <a:lnTo>
                    <a:pt x="3657600" y="1295040"/>
                  </a:lnTo>
                  <a:lnTo>
                    <a:pt x="3708400" y="1276235"/>
                  </a:lnTo>
                  <a:lnTo>
                    <a:pt x="3746500" y="1256549"/>
                  </a:lnTo>
                  <a:lnTo>
                    <a:pt x="3797300" y="1235964"/>
                  </a:lnTo>
                  <a:lnTo>
                    <a:pt x="3848100" y="1205484"/>
                  </a:lnTo>
                  <a:lnTo>
                    <a:pt x="3886200" y="1183165"/>
                  </a:lnTo>
                  <a:lnTo>
                    <a:pt x="3937000" y="1158483"/>
                  </a:lnTo>
                  <a:lnTo>
                    <a:pt x="3975100" y="1131449"/>
                  </a:lnTo>
                  <a:lnTo>
                    <a:pt x="4013200" y="1102078"/>
                  </a:lnTo>
                  <a:lnTo>
                    <a:pt x="4051300" y="1070381"/>
                  </a:lnTo>
                  <a:lnTo>
                    <a:pt x="4089400" y="1036372"/>
                  </a:lnTo>
                  <a:lnTo>
                    <a:pt x="4127500" y="1000064"/>
                  </a:lnTo>
                  <a:lnTo>
                    <a:pt x="4152900" y="961470"/>
                  </a:lnTo>
                  <a:lnTo>
                    <a:pt x="4178300" y="920603"/>
                  </a:lnTo>
                  <a:lnTo>
                    <a:pt x="4190977" y="877552"/>
                  </a:lnTo>
                  <a:close/>
                </a:path>
                <a:path w="4216400" h="1544955">
                  <a:moveTo>
                    <a:pt x="4192582" y="673167"/>
                  </a:moveTo>
                  <a:lnTo>
                    <a:pt x="4190977" y="667318"/>
                  </a:lnTo>
                  <a:lnTo>
                    <a:pt x="4190789" y="666989"/>
                  </a:lnTo>
                  <a:lnTo>
                    <a:pt x="4192582" y="673167"/>
                  </a:lnTo>
                  <a:close/>
                </a:path>
                <a:path w="4216400" h="1544955">
                  <a:moveTo>
                    <a:pt x="4203700" y="832104"/>
                  </a:moveTo>
                  <a:lnTo>
                    <a:pt x="4203700" y="830580"/>
                  </a:lnTo>
                  <a:lnTo>
                    <a:pt x="4191295" y="876420"/>
                  </a:lnTo>
                  <a:lnTo>
                    <a:pt x="4203700" y="832104"/>
                  </a:lnTo>
                  <a:close/>
                </a:path>
                <a:path w="4216400" h="1544955">
                  <a:moveTo>
                    <a:pt x="4216400" y="812292"/>
                  </a:moveTo>
                  <a:lnTo>
                    <a:pt x="4216400" y="731520"/>
                  </a:lnTo>
                  <a:lnTo>
                    <a:pt x="4203700" y="711708"/>
                  </a:lnTo>
                  <a:lnTo>
                    <a:pt x="4192582" y="673167"/>
                  </a:lnTo>
                  <a:lnTo>
                    <a:pt x="4203700" y="713994"/>
                  </a:lnTo>
                  <a:lnTo>
                    <a:pt x="4203700" y="832104"/>
                  </a:lnTo>
                  <a:lnTo>
                    <a:pt x="4216400" y="812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3129533" y="5251703"/>
              <a:ext cx="1121410" cy="647700"/>
            </a:xfrm>
            <a:custGeom>
              <a:avLst/>
              <a:gdLst/>
              <a:ahLst/>
              <a:cxnLst/>
              <a:rect l="l" t="t" r="r" b="b"/>
              <a:pathLst>
                <a:path w="1121410" h="647700">
                  <a:moveTo>
                    <a:pt x="1120902" y="647700"/>
                  </a:moveTo>
                  <a:lnTo>
                    <a:pt x="1120902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1120902" y="64770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3913631" y="5523738"/>
              <a:ext cx="299085" cy="165100"/>
            </a:xfrm>
            <a:custGeom>
              <a:avLst/>
              <a:gdLst/>
              <a:ahLst/>
              <a:cxnLst/>
              <a:rect l="l" t="t" r="r" b="b"/>
              <a:pathLst>
                <a:path w="299085" h="165100">
                  <a:moveTo>
                    <a:pt x="298703" y="158496"/>
                  </a:moveTo>
                  <a:lnTo>
                    <a:pt x="298703" y="11430"/>
                  </a:lnTo>
                  <a:lnTo>
                    <a:pt x="298703" y="5334"/>
                  </a:lnTo>
                  <a:lnTo>
                    <a:pt x="292607" y="0"/>
                  </a:lnTo>
                  <a:lnTo>
                    <a:pt x="5333" y="0"/>
                  </a:lnTo>
                  <a:lnTo>
                    <a:pt x="0" y="5334"/>
                  </a:lnTo>
                  <a:lnTo>
                    <a:pt x="0" y="158496"/>
                  </a:lnTo>
                  <a:lnTo>
                    <a:pt x="5333" y="164592"/>
                  </a:lnTo>
                  <a:lnTo>
                    <a:pt x="292607" y="164592"/>
                  </a:lnTo>
                  <a:lnTo>
                    <a:pt x="298703" y="158496"/>
                  </a:lnTo>
                  <a:close/>
                </a:path>
              </a:pathLst>
            </a:custGeom>
            <a:solidFill>
              <a:srgbClr val="8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3913631" y="5523738"/>
              <a:ext cx="299085" cy="165100"/>
            </a:xfrm>
            <a:custGeom>
              <a:avLst/>
              <a:gdLst/>
              <a:ahLst/>
              <a:cxnLst/>
              <a:rect l="l" t="t" r="r" b="b"/>
              <a:pathLst>
                <a:path w="299085" h="165100">
                  <a:moveTo>
                    <a:pt x="298703" y="11430"/>
                  </a:moveTo>
                  <a:lnTo>
                    <a:pt x="298703" y="5334"/>
                  </a:lnTo>
                  <a:lnTo>
                    <a:pt x="292607" y="0"/>
                  </a:lnTo>
                  <a:lnTo>
                    <a:pt x="286511" y="0"/>
                  </a:lnTo>
                  <a:lnTo>
                    <a:pt x="11429" y="0"/>
                  </a:lnTo>
                  <a:lnTo>
                    <a:pt x="5333" y="0"/>
                  </a:lnTo>
                  <a:lnTo>
                    <a:pt x="0" y="5334"/>
                  </a:lnTo>
                  <a:lnTo>
                    <a:pt x="0" y="11430"/>
                  </a:lnTo>
                  <a:lnTo>
                    <a:pt x="0" y="152400"/>
                  </a:lnTo>
                  <a:lnTo>
                    <a:pt x="0" y="158496"/>
                  </a:lnTo>
                  <a:lnTo>
                    <a:pt x="5333" y="164592"/>
                  </a:lnTo>
                  <a:lnTo>
                    <a:pt x="11429" y="164592"/>
                  </a:lnTo>
                  <a:lnTo>
                    <a:pt x="286511" y="164592"/>
                  </a:lnTo>
                  <a:lnTo>
                    <a:pt x="292607" y="164592"/>
                  </a:lnTo>
                  <a:lnTo>
                    <a:pt x="298703" y="158496"/>
                  </a:lnTo>
                  <a:lnTo>
                    <a:pt x="298703" y="152400"/>
                  </a:lnTo>
                  <a:lnTo>
                    <a:pt x="298703" y="11430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3919727" y="5529834"/>
              <a:ext cx="287020" cy="152400"/>
            </a:xfrm>
            <a:custGeom>
              <a:avLst/>
              <a:gdLst/>
              <a:ahLst/>
              <a:cxnLst/>
              <a:rect l="l" t="t" r="r" b="b"/>
              <a:pathLst>
                <a:path w="287020" h="152400">
                  <a:moveTo>
                    <a:pt x="286512" y="147827"/>
                  </a:moveTo>
                  <a:lnTo>
                    <a:pt x="286512" y="8381"/>
                  </a:lnTo>
                  <a:lnTo>
                    <a:pt x="286512" y="3809"/>
                  </a:lnTo>
                  <a:lnTo>
                    <a:pt x="281940" y="0"/>
                  </a:lnTo>
                  <a:lnTo>
                    <a:pt x="3810" y="0"/>
                  </a:lnTo>
                  <a:lnTo>
                    <a:pt x="0" y="3809"/>
                  </a:lnTo>
                  <a:lnTo>
                    <a:pt x="0" y="147827"/>
                  </a:lnTo>
                  <a:lnTo>
                    <a:pt x="3810" y="152399"/>
                  </a:lnTo>
                  <a:lnTo>
                    <a:pt x="281940" y="152399"/>
                  </a:lnTo>
                  <a:lnTo>
                    <a:pt x="286512" y="147827"/>
                  </a:lnTo>
                  <a:close/>
                </a:path>
              </a:pathLst>
            </a:custGeom>
            <a:solidFill>
              <a:srgbClr val="8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3919727" y="5529834"/>
              <a:ext cx="287020" cy="152400"/>
            </a:xfrm>
            <a:custGeom>
              <a:avLst/>
              <a:gdLst/>
              <a:ahLst/>
              <a:cxnLst/>
              <a:rect l="l" t="t" r="r" b="b"/>
              <a:pathLst>
                <a:path w="287020" h="152400">
                  <a:moveTo>
                    <a:pt x="286512" y="8381"/>
                  </a:moveTo>
                  <a:lnTo>
                    <a:pt x="286512" y="3809"/>
                  </a:lnTo>
                  <a:lnTo>
                    <a:pt x="281940" y="0"/>
                  </a:lnTo>
                  <a:lnTo>
                    <a:pt x="277368" y="0"/>
                  </a:lnTo>
                  <a:lnTo>
                    <a:pt x="8382" y="0"/>
                  </a:lnTo>
                  <a:lnTo>
                    <a:pt x="3810" y="0"/>
                  </a:lnTo>
                  <a:lnTo>
                    <a:pt x="0" y="3809"/>
                  </a:lnTo>
                  <a:lnTo>
                    <a:pt x="0" y="8381"/>
                  </a:lnTo>
                  <a:lnTo>
                    <a:pt x="0" y="143255"/>
                  </a:lnTo>
                  <a:lnTo>
                    <a:pt x="0" y="147827"/>
                  </a:lnTo>
                  <a:lnTo>
                    <a:pt x="3810" y="152399"/>
                  </a:lnTo>
                  <a:lnTo>
                    <a:pt x="8382" y="152399"/>
                  </a:lnTo>
                  <a:lnTo>
                    <a:pt x="277368" y="152399"/>
                  </a:lnTo>
                  <a:lnTo>
                    <a:pt x="281940" y="152399"/>
                  </a:lnTo>
                  <a:lnTo>
                    <a:pt x="286512" y="147827"/>
                  </a:lnTo>
                  <a:lnTo>
                    <a:pt x="286512" y="143255"/>
                  </a:lnTo>
                  <a:lnTo>
                    <a:pt x="286512" y="8381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/>
          <p:cNvSpPr txBox="1"/>
          <p:nvPr/>
        </p:nvSpPr>
        <p:spPr>
          <a:xfrm>
            <a:off x="3915409" y="5523745"/>
            <a:ext cx="233679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Tech</a:t>
            </a:r>
            <a:r>
              <a:rPr dirty="0" sz="100">
                <a:solidFill>
                  <a:srgbClr val="008040"/>
                </a:solidFill>
                <a:latin typeface="Arial MT"/>
                <a:cs typeface="Arial MT"/>
              </a:rPr>
              <a:t> 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Support</a:t>
            </a:r>
            <a:r>
              <a:rPr dirty="0" sz="100">
                <a:solidFill>
                  <a:srgbClr val="008040"/>
                </a:solidFill>
                <a:latin typeface="Arial MT"/>
                <a:cs typeface="Arial MT"/>
              </a:rPr>
              <a:t> 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System</a:t>
            </a:r>
            <a:r>
              <a:rPr dirty="0" sz="100" spc="5">
                <a:solidFill>
                  <a:srgbClr val="008040"/>
                </a:solidFill>
                <a:latin typeface="Arial MT"/>
                <a:cs typeface="Arial MT"/>
              </a:rPr>
              <a:t> 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Entry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3921499" y="5547373"/>
            <a:ext cx="118110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latin typeface="Arial MT"/>
                <a:cs typeface="Arial MT"/>
              </a:rPr>
              <a:t>Primary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Key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44" name="object 144"/>
          <p:cNvGrpSpPr/>
          <p:nvPr/>
        </p:nvGrpSpPr>
        <p:grpSpPr>
          <a:xfrm>
            <a:off x="3927475" y="5571871"/>
            <a:ext cx="271145" cy="1270"/>
            <a:chOff x="3927475" y="5571871"/>
            <a:chExt cx="271145" cy="1270"/>
          </a:xfrm>
        </p:grpSpPr>
        <p:sp>
          <p:nvSpPr>
            <p:cNvPr id="145" name="object 145"/>
            <p:cNvSpPr/>
            <p:nvPr/>
          </p:nvSpPr>
          <p:spPr>
            <a:xfrm>
              <a:off x="3928110" y="5572506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810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4029455" y="5572506"/>
              <a:ext cx="168910" cy="0"/>
            </a:xfrm>
            <a:custGeom>
              <a:avLst/>
              <a:gdLst/>
              <a:ahLst/>
              <a:cxnLst/>
              <a:rect l="l" t="t" r="r" b="b"/>
              <a:pathLst>
                <a:path w="168910" h="0">
                  <a:moveTo>
                    <a:pt x="0" y="0"/>
                  </a:moveTo>
                  <a:lnTo>
                    <a:pt x="168402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7" name="object 147"/>
          <p:cNvSpPr txBox="1"/>
          <p:nvPr/>
        </p:nvSpPr>
        <p:spPr>
          <a:xfrm>
            <a:off x="3915409" y="5570227"/>
            <a:ext cx="233679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TSS_Entry_Number </a:t>
            </a:r>
            <a:r>
              <a:rPr dirty="0" sz="100" spc="45">
                <a:solidFill>
                  <a:srgbClr val="008040"/>
                </a:solidFill>
                <a:latin typeface="Arial MT"/>
                <a:cs typeface="Arial MT"/>
              </a:rPr>
              <a:t> 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[PK1]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3921499" y="5593089"/>
            <a:ext cx="168275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latin typeface="Arial MT"/>
                <a:cs typeface="Arial MT"/>
              </a:rPr>
              <a:t>Non-Key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0">
                <a:latin typeface="Arial MT"/>
                <a:cs typeface="Arial MT"/>
              </a:rPr>
              <a:t>Attributes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3927475" y="5618353"/>
            <a:ext cx="271145" cy="1270"/>
            <a:chOff x="3927475" y="5618353"/>
            <a:chExt cx="271145" cy="1270"/>
          </a:xfrm>
        </p:grpSpPr>
        <p:sp>
          <p:nvSpPr>
            <p:cNvPr id="150" name="object 150"/>
            <p:cNvSpPr/>
            <p:nvPr/>
          </p:nvSpPr>
          <p:spPr>
            <a:xfrm>
              <a:off x="3928110" y="5618988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810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4077461" y="5618988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 h="0">
                  <a:moveTo>
                    <a:pt x="0" y="0"/>
                  </a:moveTo>
                  <a:lnTo>
                    <a:pt x="120396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2" name="object 152"/>
          <p:cNvSpPr txBox="1"/>
          <p:nvPr/>
        </p:nvSpPr>
        <p:spPr>
          <a:xfrm>
            <a:off x="3915409" y="5616709"/>
            <a:ext cx="161925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Windows_Version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3915409" y="5637275"/>
            <a:ext cx="153670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TSS_Description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3159378" y="5281548"/>
            <a:ext cx="1060450" cy="393065"/>
            <a:chOff x="3159378" y="5281548"/>
            <a:chExt cx="1060450" cy="393065"/>
          </a:xfrm>
        </p:grpSpPr>
        <p:sp>
          <p:nvSpPr>
            <p:cNvPr id="155" name="object 155"/>
            <p:cNvSpPr/>
            <p:nvPr/>
          </p:nvSpPr>
          <p:spPr>
            <a:xfrm>
              <a:off x="4036313" y="5663945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7620"/>
                  </a:moveTo>
                  <a:lnTo>
                    <a:pt x="10667" y="4572"/>
                  </a:lnTo>
                  <a:lnTo>
                    <a:pt x="10667" y="1524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7619" y="9906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4036313" y="5663945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4572"/>
                  </a:moveTo>
                  <a:lnTo>
                    <a:pt x="10667" y="1524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5333" y="9906"/>
                  </a:lnTo>
                  <a:lnTo>
                    <a:pt x="7619" y="9906"/>
                  </a:lnTo>
                  <a:lnTo>
                    <a:pt x="10667" y="7620"/>
                  </a:lnTo>
                  <a:lnTo>
                    <a:pt x="10667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4050791" y="5663945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7620"/>
                  </a:moveTo>
                  <a:lnTo>
                    <a:pt x="10667" y="4572"/>
                  </a:lnTo>
                  <a:lnTo>
                    <a:pt x="10667" y="1524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7619" y="9906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4050791" y="5663945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4572"/>
                  </a:moveTo>
                  <a:lnTo>
                    <a:pt x="10667" y="1524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5333" y="9906"/>
                  </a:lnTo>
                  <a:lnTo>
                    <a:pt x="7619" y="9906"/>
                  </a:lnTo>
                  <a:lnTo>
                    <a:pt x="10667" y="7620"/>
                  </a:lnTo>
                  <a:lnTo>
                    <a:pt x="10667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4066031" y="5663945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7620"/>
                  </a:moveTo>
                  <a:lnTo>
                    <a:pt x="9905" y="4572"/>
                  </a:lnTo>
                  <a:lnTo>
                    <a:pt x="9905" y="1524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7619" y="9906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4066031" y="5663945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4572"/>
                  </a:moveTo>
                  <a:lnTo>
                    <a:pt x="9905" y="1524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4571" y="9906"/>
                  </a:lnTo>
                  <a:lnTo>
                    <a:pt x="7619" y="9906"/>
                  </a:lnTo>
                  <a:lnTo>
                    <a:pt x="9905" y="7620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4080509" y="5663945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7620"/>
                  </a:moveTo>
                  <a:lnTo>
                    <a:pt x="9905" y="4572"/>
                  </a:lnTo>
                  <a:lnTo>
                    <a:pt x="9905" y="1524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7619" y="9906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4080509" y="5663945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4572"/>
                  </a:moveTo>
                  <a:lnTo>
                    <a:pt x="9905" y="1524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4571" y="9906"/>
                  </a:lnTo>
                  <a:lnTo>
                    <a:pt x="7619" y="9906"/>
                  </a:lnTo>
                  <a:lnTo>
                    <a:pt x="9905" y="7620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3160013" y="5284469"/>
              <a:ext cx="271780" cy="175260"/>
            </a:xfrm>
            <a:custGeom>
              <a:avLst/>
              <a:gdLst/>
              <a:ahLst/>
              <a:cxnLst/>
              <a:rect l="l" t="t" r="r" b="b"/>
              <a:pathLst>
                <a:path w="271779" h="175260">
                  <a:moveTo>
                    <a:pt x="271272" y="169163"/>
                  </a:moveTo>
                  <a:lnTo>
                    <a:pt x="271272" y="11429"/>
                  </a:lnTo>
                  <a:lnTo>
                    <a:pt x="271272" y="5333"/>
                  </a:lnTo>
                  <a:lnTo>
                    <a:pt x="265176" y="0"/>
                  </a:lnTo>
                  <a:lnTo>
                    <a:pt x="5334" y="0"/>
                  </a:lnTo>
                  <a:lnTo>
                    <a:pt x="0" y="5333"/>
                  </a:lnTo>
                  <a:lnTo>
                    <a:pt x="0" y="169163"/>
                  </a:lnTo>
                  <a:lnTo>
                    <a:pt x="5334" y="175259"/>
                  </a:lnTo>
                  <a:lnTo>
                    <a:pt x="265176" y="175259"/>
                  </a:lnTo>
                  <a:lnTo>
                    <a:pt x="271272" y="169163"/>
                  </a:lnTo>
                  <a:close/>
                </a:path>
              </a:pathLst>
            </a:custGeom>
            <a:solidFill>
              <a:srgbClr val="80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160013" y="5284469"/>
              <a:ext cx="271780" cy="175260"/>
            </a:xfrm>
            <a:custGeom>
              <a:avLst/>
              <a:gdLst/>
              <a:ahLst/>
              <a:cxnLst/>
              <a:rect l="l" t="t" r="r" b="b"/>
              <a:pathLst>
                <a:path w="271779" h="175260">
                  <a:moveTo>
                    <a:pt x="271272" y="11429"/>
                  </a:moveTo>
                  <a:lnTo>
                    <a:pt x="271272" y="5333"/>
                  </a:lnTo>
                  <a:lnTo>
                    <a:pt x="265176" y="0"/>
                  </a:lnTo>
                  <a:lnTo>
                    <a:pt x="259080" y="0"/>
                  </a:lnTo>
                  <a:lnTo>
                    <a:pt x="11430" y="0"/>
                  </a:lnTo>
                  <a:lnTo>
                    <a:pt x="5334" y="0"/>
                  </a:lnTo>
                  <a:lnTo>
                    <a:pt x="0" y="5333"/>
                  </a:lnTo>
                  <a:lnTo>
                    <a:pt x="0" y="11429"/>
                  </a:lnTo>
                  <a:lnTo>
                    <a:pt x="0" y="163067"/>
                  </a:lnTo>
                  <a:lnTo>
                    <a:pt x="0" y="169163"/>
                  </a:lnTo>
                  <a:lnTo>
                    <a:pt x="5334" y="175259"/>
                  </a:lnTo>
                  <a:lnTo>
                    <a:pt x="11430" y="175259"/>
                  </a:lnTo>
                  <a:lnTo>
                    <a:pt x="259080" y="175259"/>
                  </a:lnTo>
                  <a:lnTo>
                    <a:pt x="265176" y="175259"/>
                  </a:lnTo>
                  <a:lnTo>
                    <a:pt x="271272" y="169163"/>
                  </a:lnTo>
                  <a:lnTo>
                    <a:pt x="271272" y="163067"/>
                  </a:lnTo>
                  <a:lnTo>
                    <a:pt x="271272" y="11429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3162299" y="5321045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810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3263645" y="5321045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70" h="0">
                  <a:moveTo>
                    <a:pt x="0" y="0"/>
                  </a:moveTo>
                  <a:lnTo>
                    <a:pt x="166116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3162299" y="5367527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810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311651" y="5367527"/>
              <a:ext cx="118110" cy="0"/>
            </a:xfrm>
            <a:custGeom>
              <a:avLst/>
              <a:gdLst/>
              <a:ahLst/>
              <a:cxnLst/>
              <a:rect l="l" t="t" r="r" b="b"/>
              <a:pathLst>
                <a:path w="118110" h="0">
                  <a:moveTo>
                    <a:pt x="0" y="0"/>
                  </a:moveTo>
                  <a:lnTo>
                    <a:pt x="118110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542537" y="5282183"/>
              <a:ext cx="272415" cy="148590"/>
            </a:xfrm>
            <a:custGeom>
              <a:avLst/>
              <a:gdLst/>
              <a:ahLst/>
              <a:cxnLst/>
              <a:rect l="l" t="t" r="r" b="b"/>
              <a:pathLst>
                <a:path w="272414" h="148589">
                  <a:moveTo>
                    <a:pt x="272034" y="142494"/>
                  </a:moveTo>
                  <a:lnTo>
                    <a:pt x="272034" y="11430"/>
                  </a:lnTo>
                  <a:lnTo>
                    <a:pt x="272034" y="5334"/>
                  </a:lnTo>
                  <a:lnTo>
                    <a:pt x="265938" y="0"/>
                  </a:lnTo>
                  <a:lnTo>
                    <a:pt x="5334" y="0"/>
                  </a:lnTo>
                  <a:lnTo>
                    <a:pt x="0" y="5334"/>
                  </a:lnTo>
                  <a:lnTo>
                    <a:pt x="0" y="142494"/>
                  </a:lnTo>
                  <a:lnTo>
                    <a:pt x="5334" y="148590"/>
                  </a:lnTo>
                  <a:lnTo>
                    <a:pt x="265938" y="148590"/>
                  </a:lnTo>
                  <a:lnTo>
                    <a:pt x="272034" y="142494"/>
                  </a:lnTo>
                  <a:close/>
                </a:path>
              </a:pathLst>
            </a:custGeom>
            <a:solidFill>
              <a:srgbClr val="8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542537" y="5282183"/>
              <a:ext cx="272415" cy="148590"/>
            </a:xfrm>
            <a:custGeom>
              <a:avLst/>
              <a:gdLst/>
              <a:ahLst/>
              <a:cxnLst/>
              <a:rect l="l" t="t" r="r" b="b"/>
              <a:pathLst>
                <a:path w="272414" h="148589">
                  <a:moveTo>
                    <a:pt x="272034" y="11430"/>
                  </a:moveTo>
                  <a:lnTo>
                    <a:pt x="272034" y="5334"/>
                  </a:lnTo>
                  <a:lnTo>
                    <a:pt x="265938" y="0"/>
                  </a:lnTo>
                  <a:lnTo>
                    <a:pt x="259842" y="0"/>
                  </a:lnTo>
                  <a:lnTo>
                    <a:pt x="11430" y="0"/>
                  </a:lnTo>
                  <a:lnTo>
                    <a:pt x="5334" y="0"/>
                  </a:lnTo>
                  <a:lnTo>
                    <a:pt x="0" y="5334"/>
                  </a:lnTo>
                  <a:lnTo>
                    <a:pt x="0" y="11430"/>
                  </a:lnTo>
                  <a:lnTo>
                    <a:pt x="0" y="136398"/>
                  </a:lnTo>
                  <a:lnTo>
                    <a:pt x="0" y="142494"/>
                  </a:lnTo>
                  <a:lnTo>
                    <a:pt x="5334" y="148590"/>
                  </a:lnTo>
                  <a:lnTo>
                    <a:pt x="11430" y="148590"/>
                  </a:lnTo>
                  <a:lnTo>
                    <a:pt x="259842" y="148590"/>
                  </a:lnTo>
                  <a:lnTo>
                    <a:pt x="265938" y="148590"/>
                  </a:lnTo>
                  <a:lnTo>
                    <a:pt x="272034" y="142494"/>
                  </a:lnTo>
                  <a:lnTo>
                    <a:pt x="272034" y="136398"/>
                  </a:lnTo>
                  <a:lnTo>
                    <a:pt x="272034" y="11430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3548634" y="5288279"/>
              <a:ext cx="260350" cy="136525"/>
            </a:xfrm>
            <a:custGeom>
              <a:avLst/>
              <a:gdLst/>
              <a:ahLst/>
              <a:cxnLst/>
              <a:rect l="l" t="t" r="r" b="b"/>
              <a:pathLst>
                <a:path w="260350" h="136525">
                  <a:moveTo>
                    <a:pt x="259841" y="131825"/>
                  </a:moveTo>
                  <a:lnTo>
                    <a:pt x="259841" y="8381"/>
                  </a:lnTo>
                  <a:lnTo>
                    <a:pt x="259841" y="3809"/>
                  </a:lnTo>
                  <a:lnTo>
                    <a:pt x="255269" y="0"/>
                  </a:lnTo>
                  <a:lnTo>
                    <a:pt x="3809" y="0"/>
                  </a:lnTo>
                  <a:lnTo>
                    <a:pt x="0" y="3809"/>
                  </a:lnTo>
                  <a:lnTo>
                    <a:pt x="0" y="131825"/>
                  </a:lnTo>
                  <a:lnTo>
                    <a:pt x="3809" y="136397"/>
                  </a:lnTo>
                  <a:lnTo>
                    <a:pt x="255269" y="136397"/>
                  </a:lnTo>
                  <a:lnTo>
                    <a:pt x="259841" y="131825"/>
                  </a:lnTo>
                  <a:close/>
                </a:path>
              </a:pathLst>
            </a:custGeom>
            <a:solidFill>
              <a:srgbClr val="8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3548634" y="5288279"/>
              <a:ext cx="260350" cy="136525"/>
            </a:xfrm>
            <a:custGeom>
              <a:avLst/>
              <a:gdLst/>
              <a:ahLst/>
              <a:cxnLst/>
              <a:rect l="l" t="t" r="r" b="b"/>
              <a:pathLst>
                <a:path w="260350" h="136525">
                  <a:moveTo>
                    <a:pt x="259841" y="8381"/>
                  </a:moveTo>
                  <a:lnTo>
                    <a:pt x="259841" y="3809"/>
                  </a:lnTo>
                  <a:lnTo>
                    <a:pt x="255269" y="0"/>
                  </a:lnTo>
                  <a:lnTo>
                    <a:pt x="250697" y="0"/>
                  </a:lnTo>
                  <a:lnTo>
                    <a:pt x="8381" y="0"/>
                  </a:lnTo>
                  <a:lnTo>
                    <a:pt x="3809" y="0"/>
                  </a:lnTo>
                  <a:lnTo>
                    <a:pt x="0" y="3809"/>
                  </a:lnTo>
                  <a:lnTo>
                    <a:pt x="0" y="8381"/>
                  </a:lnTo>
                  <a:lnTo>
                    <a:pt x="0" y="127253"/>
                  </a:lnTo>
                  <a:lnTo>
                    <a:pt x="0" y="131825"/>
                  </a:lnTo>
                  <a:lnTo>
                    <a:pt x="3809" y="136397"/>
                  </a:lnTo>
                  <a:lnTo>
                    <a:pt x="8381" y="136397"/>
                  </a:lnTo>
                  <a:lnTo>
                    <a:pt x="250697" y="136397"/>
                  </a:lnTo>
                  <a:lnTo>
                    <a:pt x="255269" y="136397"/>
                  </a:lnTo>
                  <a:lnTo>
                    <a:pt x="259841" y="131825"/>
                  </a:lnTo>
                  <a:lnTo>
                    <a:pt x="259841" y="127253"/>
                  </a:lnTo>
                  <a:lnTo>
                    <a:pt x="259841" y="8381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3557777" y="533095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3658361" y="5330951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 h="0">
                  <a:moveTo>
                    <a:pt x="0" y="0"/>
                  </a:moveTo>
                  <a:lnTo>
                    <a:pt x="142494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3557777" y="537667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3707129" y="5376671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79" h="0">
                  <a:moveTo>
                    <a:pt x="0" y="0"/>
                  </a:moveTo>
                  <a:lnTo>
                    <a:pt x="93726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3652265" y="540638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7620"/>
                  </a:moveTo>
                  <a:lnTo>
                    <a:pt x="9905" y="4572"/>
                  </a:lnTo>
                  <a:lnTo>
                    <a:pt x="9905" y="1524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7619" y="9906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3652265" y="540638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4572"/>
                  </a:moveTo>
                  <a:lnTo>
                    <a:pt x="9905" y="1524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4571" y="9906"/>
                  </a:lnTo>
                  <a:lnTo>
                    <a:pt x="7619" y="9906"/>
                  </a:lnTo>
                  <a:lnTo>
                    <a:pt x="9905" y="7620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3666743" y="5406389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7620"/>
                  </a:moveTo>
                  <a:lnTo>
                    <a:pt x="10667" y="4572"/>
                  </a:lnTo>
                  <a:lnTo>
                    <a:pt x="10667" y="1524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7619" y="9906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666743" y="5406389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4572"/>
                  </a:moveTo>
                  <a:lnTo>
                    <a:pt x="10667" y="1524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5333" y="9906"/>
                  </a:lnTo>
                  <a:lnTo>
                    <a:pt x="7619" y="9906"/>
                  </a:lnTo>
                  <a:lnTo>
                    <a:pt x="10667" y="7620"/>
                  </a:lnTo>
                  <a:lnTo>
                    <a:pt x="10667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3681221" y="5406389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7620"/>
                  </a:moveTo>
                  <a:lnTo>
                    <a:pt x="10667" y="4572"/>
                  </a:lnTo>
                  <a:lnTo>
                    <a:pt x="10667" y="1524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7619" y="9906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3681221" y="5406389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4572"/>
                  </a:moveTo>
                  <a:lnTo>
                    <a:pt x="10667" y="1524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5333" y="9906"/>
                  </a:lnTo>
                  <a:lnTo>
                    <a:pt x="7619" y="9906"/>
                  </a:lnTo>
                  <a:lnTo>
                    <a:pt x="10667" y="7620"/>
                  </a:lnTo>
                  <a:lnTo>
                    <a:pt x="10667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3696461" y="540638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7620"/>
                  </a:moveTo>
                  <a:lnTo>
                    <a:pt x="9905" y="4572"/>
                  </a:lnTo>
                  <a:lnTo>
                    <a:pt x="9905" y="1524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7619" y="9906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3696461" y="540638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4572"/>
                  </a:moveTo>
                  <a:lnTo>
                    <a:pt x="9905" y="1524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4571" y="9906"/>
                  </a:lnTo>
                  <a:lnTo>
                    <a:pt x="7619" y="9906"/>
                  </a:lnTo>
                  <a:lnTo>
                    <a:pt x="9905" y="7620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3921251" y="5302757"/>
              <a:ext cx="298450" cy="117475"/>
            </a:xfrm>
            <a:custGeom>
              <a:avLst/>
              <a:gdLst/>
              <a:ahLst/>
              <a:cxnLst/>
              <a:rect l="l" t="t" r="r" b="b"/>
              <a:pathLst>
                <a:path w="298450" h="117475">
                  <a:moveTo>
                    <a:pt x="297941" y="111251"/>
                  </a:moveTo>
                  <a:lnTo>
                    <a:pt x="297941" y="11429"/>
                  </a:lnTo>
                  <a:lnTo>
                    <a:pt x="297941" y="5333"/>
                  </a:lnTo>
                  <a:lnTo>
                    <a:pt x="291845" y="0"/>
                  </a:lnTo>
                  <a:lnTo>
                    <a:pt x="5333" y="0"/>
                  </a:lnTo>
                  <a:lnTo>
                    <a:pt x="0" y="5333"/>
                  </a:lnTo>
                  <a:lnTo>
                    <a:pt x="0" y="111251"/>
                  </a:lnTo>
                  <a:lnTo>
                    <a:pt x="5333" y="117347"/>
                  </a:lnTo>
                  <a:lnTo>
                    <a:pt x="291845" y="117347"/>
                  </a:lnTo>
                  <a:lnTo>
                    <a:pt x="297941" y="111251"/>
                  </a:lnTo>
                  <a:close/>
                </a:path>
              </a:pathLst>
            </a:custGeom>
            <a:solidFill>
              <a:srgbClr val="8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3921251" y="5302757"/>
              <a:ext cx="298450" cy="117475"/>
            </a:xfrm>
            <a:custGeom>
              <a:avLst/>
              <a:gdLst/>
              <a:ahLst/>
              <a:cxnLst/>
              <a:rect l="l" t="t" r="r" b="b"/>
              <a:pathLst>
                <a:path w="298450" h="117475">
                  <a:moveTo>
                    <a:pt x="297941" y="11429"/>
                  </a:moveTo>
                  <a:lnTo>
                    <a:pt x="297941" y="5333"/>
                  </a:lnTo>
                  <a:lnTo>
                    <a:pt x="291845" y="0"/>
                  </a:lnTo>
                  <a:lnTo>
                    <a:pt x="285749" y="0"/>
                  </a:lnTo>
                  <a:lnTo>
                    <a:pt x="11429" y="0"/>
                  </a:lnTo>
                  <a:lnTo>
                    <a:pt x="5333" y="0"/>
                  </a:lnTo>
                  <a:lnTo>
                    <a:pt x="0" y="5333"/>
                  </a:lnTo>
                  <a:lnTo>
                    <a:pt x="0" y="11429"/>
                  </a:lnTo>
                  <a:lnTo>
                    <a:pt x="0" y="105155"/>
                  </a:lnTo>
                  <a:lnTo>
                    <a:pt x="0" y="111251"/>
                  </a:lnTo>
                  <a:lnTo>
                    <a:pt x="5333" y="117347"/>
                  </a:lnTo>
                  <a:lnTo>
                    <a:pt x="11429" y="117347"/>
                  </a:lnTo>
                  <a:lnTo>
                    <a:pt x="285749" y="117347"/>
                  </a:lnTo>
                  <a:lnTo>
                    <a:pt x="291845" y="117347"/>
                  </a:lnTo>
                  <a:lnTo>
                    <a:pt x="297941" y="111251"/>
                  </a:lnTo>
                  <a:lnTo>
                    <a:pt x="297941" y="105155"/>
                  </a:lnTo>
                  <a:lnTo>
                    <a:pt x="297941" y="11429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3927348" y="5308853"/>
              <a:ext cx="285750" cy="105410"/>
            </a:xfrm>
            <a:custGeom>
              <a:avLst/>
              <a:gdLst/>
              <a:ahLst/>
              <a:cxnLst/>
              <a:rect l="l" t="t" r="r" b="b"/>
              <a:pathLst>
                <a:path w="285750" h="105410">
                  <a:moveTo>
                    <a:pt x="285750" y="100584"/>
                  </a:moveTo>
                  <a:lnTo>
                    <a:pt x="285750" y="8382"/>
                  </a:lnTo>
                  <a:lnTo>
                    <a:pt x="285750" y="3810"/>
                  </a:lnTo>
                  <a:lnTo>
                    <a:pt x="281178" y="0"/>
                  </a:lnTo>
                  <a:lnTo>
                    <a:pt x="3810" y="0"/>
                  </a:lnTo>
                  <a:lnTo>
                    <a:pt x="0" y="3810"/>
                  </a:lnTo>
                  <a:lnTo>
                    <a:pt x="0" y="100584"/>
                  </a:lnTo>
                  <a:lnTo>
                    <a:pt x="3810" y="105156"/>
                  </a:lnTo>
                  <a:lnTo>
                    <a:pt x="281178" y="105156"/>
                  </a:lnTo>
                  <a:lnTo>
                    <a:pt x="285750" y="100584"/>
                  </a:lnTo>
                  <a:close/>
                </a:path>
              </a:pathLst>
            </a:custGeom>
            <a:solidFill>
              <a:srgbClr val="8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3927348" y="5308853"/>
              <a:ext cx="285750" cy="105410"/>
            </a:xfrm>
            <a:custGeom>
              <a:avLst/>
              <a:gdLst/>
              <a:ahLst/>
              <a:cxnLst/>
              <a:rect l="l" t="t" r="r" b="b"/>
              <a:pathLst>
                <a:path w="285750" h="105410">
                  <a:moveTo>
                    <a:pt x="285750" y="8382"/>
                  </a:moveTo>
                  <a:lnTo>
                    <a:pt x="285750" y="3810"/>
                  </a:lnTo>
                  <a:lnTo>
                    <a:pt x="281178" y="0"/>
                  </a:lnTo>
                  <a:lnTo>
                    <a:pt x="276606" y="0"/>
                  </a:lnTo>
                  <a:lnTo>
                    <a:pt x="8382" y="0"/>
                  </a:lnTo>
                  <a:lnTo>
                    <a:pt x="3810" y="0"/>
                  </a:lnTo>
                  <a:lnTo>
                    <a:pt x="0" y="3810"/>
                  </a:lnTo>
                  <a:lnTo>
                    <a:pt x="0" y="8382"/>
                  </a:lnTo>
                  <a:lnTo>
                    <a:pt x="0" y="96012"/>
                  </a:lnTo>
                  <a:lnTo>
                    <a:pt x="0" y="100584"/>
                  </a:lnTo>
                  <a:lnTo>
                    <a:pt x="3810" y="105156"/>
                  </a:lnTo>
                  <a:lnTo>
                    <a:pt x="8382" y="105156"/>
                  </a:lnTo>
                  <a:lnTo>
                    <a:pt x="276606" y="105156"/>
                  </a:lnTo>
                  <a:lnTo>
                    <a:pt x="281178" y="105156"/>
                  </a:lnTo>
                  <a:lnTo>
                    <a:pt x="285750" y="100584"/>
                  </a:lnTo>
                  <a:lnTo>
                    <a:pt x="285750" y="96012"/>
                  </a:lnTo>
                  <a:lnTo>
                    <a:pt x="285750" y="8382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9" name="object 189"/>
          <p:cNvSpPr txBox="1"/>
          <p:nvPr/>
        </p:nvSpPr>
        <p:spPr>
          <a:xfrm>
            <a:off x="3929119" y="5325627"/>
            <a:ext cx="118110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latin typeface="Arial MT"/>
                <a:cs typeface="Arial MT"/>
              </a:rPr>
              <a:t>Primary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Key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90" name="object 190"/>
          <p:cNvGrpSpPr/>
          <p:nvPr/>
        </p:nvGrpSpPr>
        <p:grpSpPr>
          <a:xfrm>
            <a:off x="3935095" y="5350891"/>
            <a:ext cx="271145" cy="1270"/>
            <a:chOff x="3935095" y="5350891"/>
            <a:chExt cx="271145" cy="1270"/>
          </a:xfrm>
        </p:grpSpPr>
        <p:sp>
          <p:nvSpPr>
            <p:cNvPr id="191" name="object 191"/>
            <p:cNvSpPr/>
            <p:nvPr/>
          </p:nvSpPr>
          <p:spPr>
            <a:xfrm>
              <a:off x="3935730" y="5351526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810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4036314" y="5351526"/>
              <a:ext cx="169545" cy="0"/>
            </a:xfrm>
            <a:custGeom>
              <a:avLst/>
              <a:gdLst/>
              <a:ahLst/>
              <a:cxnLst/>
              <a:rect l="l" t="t" r="r" b="b"/>
              <a:pathLst>
                <a:path w="169545" h="0">
                  <a:moveTo>
                    <a:pt x="0" y="0"/>
                  </a:moveTo>
                  <a:lnTo>
                    <a:pt x="169164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/>
          <p:cNvSpPr txBox="1"/>
          <p:nvPr/>
        </p:nvSpPr>
        <p:spPr>
          <a:xfrm>
            <a:off x="3923029" y="5349247"/>
            <a:ext cx="158115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Serial_Number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    </a:t>
            </a:r>
            <a:r>
              <a:rPr dirty="0" sz="100" spc="5">
                <a:solidFill>
                  <a:srgbClr val="008040"/>
                </a:solidFill>
                <a:latin typeface="Arial MT"/>
                <a:cs typeface="Arial MT"/>
              </a:rPr>
              <a:t>[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4079938" y="5337809"/>
            <a:ext cx="158750" cy="628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PK1]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  </a:t>
            </a:r>
            <a:r>
              <a:rPr dirty="0" sz="100" spc="-10">
                <a:solidFill>
                  <a:srgbClr val="008040"/>
                </a:solidFill>
                <a:latin typeface="Arial MT"/>
                <a:cs typeface="Arial MT"/>
              </a:rPr>
              <a:t> 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[FK]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3304158" y="5394325"/>
            <a:ext cx="795020" cy="474980"/>
            <a:chOff x="3304158" y="5394325"/>
            <a:chExt cx="795020" cy="474980"/>
          </a:xfrm>
        </p:grpSpPr>
        <p:sp>
          <p:nvSpPr>
            <p:cNvPr id="196" name="object 196"/>
            <p:cNvSpPr/>
            <p:nvPr/>
          </p:nvSpPr>
          <p:spPr>
            <a:xfrm>
              <a:off x="4043933" y="5394960"/>
              <a:ext cx="10160" cy="10795"/>
            </a:xfrm>
            <a:custGeom>
              <a:avLst/>
              <a:gdLst/>
              <a:ahLst/>
              <a:cxnLst/>
              <a:rect l="l" t="t" r="r" b="b"/>
              <a:pathLst>
                <a:path w="10160" h="10795">
                  <a:moveTo>
                    <a:pt x="9905" y="7620"/>
                  </a:moveTo>
                  <a:lnTo>
                    <a:pt x="9905" y="5334"/>
                  </a:lnTo>
                  <a:lnTo>
                    <a:pt x="9905" y="2286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2286"/>
                  </a:lnTo>
                  <a:lnTo>
                    <a:pt x="0" y="7620"/>
                  </a:lnTo>
                  <a:lnTo>
                    <a:pt x="1523" y="10668"/>
                  </a:lnTo>
                  <a:lnTo>
                    <a:pt x="7619" y="10668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4043933" y="5394960"/>
              <a:ext cx="10160" cy="10795"/>
            </a:xfrm>
            <a:custGeom>
              <a:avLst/>
              <a:gdLst/>
              <a:ahLst/>
              <a:cxnLst/>
              <a:rect l="l" t="t" r="r" b="b"/>
              <a:pathLst>
                <a:path w="10160" h="10795">
                  <a:moveTo>
                    <a:pt x="9905" y="5334"/>
                  </a:moveTo>
                  <a:lnTo>
                    <a:pt x="9905" y="2286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7620"/>
                  </a:lnTo>
                  <a:lnTo>
                    <a:pt x="1523" y="10668"/>
                  </a:lnTo>
                  <a:lnTo>
                    <a:pt x="4571" y="10668"/>
                  </a:lnTo>
                  <a:lnTo>
                    <a:pt x="7619" y="10668"/>
                  </a:lnTo>
                  <a:lnTo>
                    <a:pt x="9905" y="7620"/>
                  </a:lnTo>
                  <a:lnTo>
                    <a:pt x="9905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4058411" y="5394960"/>
              <a:ext cx="10160" cy="10795"/>
            </a:xfrm>
            <a:custGeom>
              <a:avLst/>
              <a:gdLst/>
              <a:ahLst/>
              <a:cxnLst/>
              <a:rect l="l" t="t" r="r" b="b"/>
              <a:pathLst>
                <a:path w="10160" h="10795">
                  <a:moveTo>
                    <a:pt x="9905" y="7620"/>
                  </a:moveTo>
                  <a:lnTo>
                    <a:pt x="9905" y="5334"/>
                  </a:lnTo>
                  <a:lnTo>
                    <a:pt x="9905" y="2286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2286"/>
                  </a:lnTo>
                  <a:lnTo>
                    <a:pt x="0" y="7620"/>
                  </a:lnTo>
                  <a:lnTo>
                    <a:pt x="1523" y="10668"/>
                  </a:lnTo>
                  <a:lnTo>
                    <a:pt x="7619" y="10668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4058411" y="5394960"/>
              <a:ext cx="10160" cy="10795"/>
            </a:xfrm>
            <a:custGeom>
              <a:avLst/>
              <a:gdLst/>
              <a:ahLst/>
              <a:cxnLst/>
              <a:rect l="l" t="t" r="r" b="b"/>
              <a:pathLst>
                <a:path w="10160" h="10795">
                  <a:moveTo>
                    <a:pt x="9905" y="5334"/>
                  </a:moveTo>
                  <a:lnTo>
                    <a:pt x="9905" y="2286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7620"/>
                  </a:lnTo>
                  <a:lnTo>
                    <a:pt x="1523" y="10668"/>
                  </a:lnTo>
                  <a:lnTo>
                    <a:pt x="4571" y="10668"/>
                  </a:lnTo>
                  <a:lnTo>
                    <a:pt x="7619" y="10668"/>
                  </a:lnTo>
                  <a:lnTo>
                    <a:pt x="9905" y="7620"/>
                  </a:lnTo>
                  <a:lnTo>
                    <a:pt x="9905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4072889" y="5394960"/>
              <a:ext cx="10160" cy="10795"/>
            </a:xfrm>
            <a:custGeom>
              <a:avLst/>
              <a:gdLst/>
              <a:ahLst/>
              <a:cxnLst/>
              <a:rect l="l" t="t" r="r" b="b"/>
              <a:pathLst>
                <a:path w="10160" h="10795">
                  <a:moveTo>
                    <a:pt x="9905" y="7620"/>
                  </a:moveTo>
                  <a:lnTo>
                    <a:pt x="9905" y="5334"/>
                  </a:lnTo>
                  <a:lnTo>
                    <a:pt x="9905" y="2286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2286"/>
                  </a:lnTo>
                  <a:lnTo>
                    <a:pt x="0" y="7620"/>
                  </a:lnTo>
                  <a:lnTo>
                    <a:pt x="1523" y="10668"/>
                  </a:lnTo>
                  <a:lnTo>
                    <a:pt x="7619" y="10668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4072889" y="5394960"/>
              <a:ext cx="10160" cy="10795"/>
            </a:xfrm>
            <a:custGeom>
              <a:avLst/>
              <a:gdLst/>
              <a:ahLst/>
              <a:cxnLst/>
              <a:rect l="l" t="t" r="r" b="b"/>
              <a:pathLst>
                <a:path w="10160" h="10795">
                  <a:moveTo>
                    <a:pt x="9905" y="5334"/>
                  </a:moveTo>
                  <a:lnTo>
                    <a:pt x="9905" y="2286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7620"/>
                  </a:lnTo>
                  <a:lnTo>
                    <a:pt x="1523" y="10668"/>
                  </a:lnTo>
                  <a:lnTo>
                    <a:pt x="4571" y="10668"/>
                  </a:lnTo>
                  <a:lnTo>
                    <a:pt x="7619" y="10668"/>
                  </a:lnTo>
                  <a:lnTo>
                    <a:pt x="9905" y="7620"/>
                  </a:lnTo>
                  <a:lnTo>
                    <a:pt x="9905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4087367" y="539496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10667" y="7620"/>
                  </a:moveTo>
                  <a:lnTo>
                    <a:pt x="10667" y="5334"/>
                  </a:lnTo>
                  <a:lnTo>
                    <a:pt x="10667" y="2286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7620"/>
                  </a:lnTo>
                  <a:lnTo>
                    <a:pt x="2285" y="10668"/>
                  </a:lnTo>
                  <a:lnTo>
                    <a:pt x="7619" y="10668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4087367" y="539496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10667" y="5334"/>
                  </a:moveTo>
                  <a:lnTo>
                    <a:pt x="10667" y="2286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7620"/>
                  </a:lnTo>
                  <a:lnTo>
                    <a:pt x="2285" y="10668"/>
                  </a:lnTo>
                  <a:lnTo>
                    <a:pt x="5333" y="10668"/>
                  </a:lnTo>
                  <a:lnTo>
                    <a:pt x="7619" y="10668"/>
                  </a:lnTo>
                  <a:lnTo>
                    <a:pt x="10667" y="7620"/>
                  </a:lnTo>
                  <a:lnTo>
                    <a:pt x="10667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3304793" y="5750813"/>
              <a:ext cx="298450" cy="117475"/>
            </a:xfrm>
            <a:custGeom>
              <a:avLst/>
              <a:gdLst/>
              <a:ahLst/>
              <a:cxnLst/>
              <a:rect l="l" t="t" r="r" b="b"/>
              <a:pathLst>
                <a:path w="298450" h="117475">
                  <a:moveTo>
                    <a:pt x="297941" y="111252"/>
                  </a:moveTo>
                  <a:lnTo>
                    <a:pt x="297941" y="11430"/>
                  </a:lnTo>
                  <a:lnTo>
                    <a:pt x="297941" y="5334"/>
                  </a:lnTo>
                  <a:lnTo>
                    <a:pt x="291845" y="0"/>
                  </a:lnTo>
                  <a:lnTo>
                    <a:pt x="5333" y="0"/>
                  </a:lnTo>
                  <a:lnTo>
                    <a:pt x="0" y="5334"/>
                  </a:lnTo>
                  <a:lnTo>
                    <a:pt x="0" y="111252"/>
                  </a:lnTo>
                  <a:lnTo>
                    <a:pt x="5333" y="117348"/>
                  </a:lnTo>
                  <a:lnTo>
                    <a:pt x="291845" y="117348"/>
                  </a:lnTo>
                  <a:lnTo>
                    <a:pt x="297941" y="111252"/>
                  </a:lnTo>
                  <a:close/>
                </a:path>
              </a:pathLst>
            </a:custGeom>
            <a:solidFill>
              <a:srgbClr val="8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3304793" y="5750813"/>
              <a:ext cx="298450" cy="117475"/>
            </a:xfrm>
            <a:custGeom>
              <a:avLst/>
              <a:gdLst/>
              <a:ahLst/>
              <a:cxnLst/>
              <a:rect l="l" t="t" r="r" b="b"/>
              <a:pathLst>
                <a:path w="298450" h="117475">
                  <a:moveTo>
                    <a:pt x="297941" y="11430"/>
                  </a:moveTo>
                  <a:lnTo>
                    <a:pt x="297941" y="5334"/>
                  </a:lnTo>
                  <a:lnTo>
                    <a:pt x="291845" y="0"/>
                  </a:lnTo>
                  <a:lnTo>
                    <a:pt x="285749" y="0"/>
                  </a:lnTo>
                  <a:lnTo>
                    <a:pt x="11429" y="0"/>
                  </a:lnTo>
                  <a:lnTo>
                    <a:pt x="5333" y="0"/>
                  </a:lnTo>
                  <a:lnTo>
                    <a:pt x="0" y="5334"/>
                  </a:lnTo>
                  <a:lnTo>
                    <a:pt x="0" y="11430"/>
                  </a:lnTo>
                  <a:lnTo>
                    <a:pt x="0" y="105156"/>
                  </a:lnTo>
                  <a:lnTo>
                    <a:pt x="0" y="111252"/>
                  </a:lnTo>
                  <a:lnTo>
                    <a:pt x="5333" y="117348"/>
                  </a:lnTo>
                  <a:lnTo>
                    <a:pt x="11429" y="117348"/>
                  </a:lnTo>
                  <a:lnTo>
                    <a:pt x="285749" y="117348"/>
                  </a:lnTo>
                  <a:lnTo>
                    <a:pt x="291845" y="117348"/>
                  </a:lnTo>
                  <a:lnTo>
                    <a:pt x="297941" y="111252"/>
                  </a:lnTo>
                  <a:lnTo>
                    <a:pt x="297941" y="105156"/>
                  </a:lnTo>
                  <a:lnTo>
                    <a:pt x="297941" y="11430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3310889" y="5756910"/>
              <a:ext cx="285750" cy="105410"/>
            </a:xfrm>
            <a:custGeom>
              <a:avLst/>
              <a:gdLst/>
              <a:ahLst/>
              <a:cxnLst/>
              <a:rect l="l" t="t" r="r" b="b"/>
              <a:pathLst>
                <a:path w="285750" h="105410">
                  <a:moveTo>
                    <a:pt x="285750" y="100583"/>
                  </a:moveTo>
                  <a:lnTo>
                    <a:pt x="285750" y="8381"/>
                  </a:lnTo>
                  <a:lnTo>
                    <a:pt x="285750" y="3809"/>
                  </a:lnTo>
                  <a:lnTo>
                    <a:pt x="281178" y="0"/>
                  </a:lnTo>
                  <a:lnTo>
                    <a:pt x="3810" y="0"/>
                  </a:lnTo>
                  <a:lnTo>
                    <a:pt x="0" y="3809"/>
                  </a:lnTo>
                  <a:lnTo>
                    <a:pt x="0" y="100583"/>
                  </a:lnTo>
                  <a:lnTo>
                    <a:pt x="3810" y="105155"/>
                  </a:lnTo>
                  <a:lnTo>
                    <a:pt x="281178" y="105155"/>
                  </a:lnTo>
                  <a:lnTo>
                    <a:pt x="285750" y="100583"/>
                  </a:lnTo>
                  <a:close/>
                </a:path>
              </a:pathLst>
            </a:custGeom>
            <a:solidFill>
              <a:srgbClr val="8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3310889" y="5756910"/>
              <a:ext cx="285750" cy="105410"/>
            </a:xfrm>
            <a:custGeom>
              <a:avLst/>
              <a:gdLst/>
              <a:ahLst/>
              <a:cxnLst/>
              <a:rect l="l" t="t" r="r" b="b"/>
              <a:pathLst>
                <a:path w="285750" h="105410">
                  <a:moveTo>
                    <a:pt x="285750" y="8381"/>
                  </a:moveTo>
                  <a:lnTo>
                    <a:pt x="285750" y="3809"/>
                  </a:lnTo>
                  <a:lnTo>
                    <a:pt x="281178" y="0"/>
                  </a:lnTo>
                  <a:lnTo>
                    <a:pt x="276606" y="0"/>
                  </a:lnTo>
                  <a:lnTo>
                    <a:pt x="8382" y="0"/>
                  </a:lnTo>
                  <a:lnTo>
                    <a:pt x="3810" y="0"/>
                  </a:lnTo>
                  <a:lnTo>
                    <a:pt x="0" y="3809"/>
                  </a:lnTo>
                  <a:lnTo>
                    <a:pt x="0" y="8381"/>
                  </a:lnTo>
                  <a:lnTo>
                    <a:pt x="0" y="96011"/>
                  </a:lnTo>
                  <a:lnTo>
                    <a:pt x="0" y="100583"/>
                  </a:lnTo>
                  <a:lnTo>
                    <a:pt x="3810" y="105155"/>
                  </a:lnTo>
                  <a:lnTo>
                    <a:pt x="8382" y="105155"/>
                  </a:lnTo>
                  <a:lnTo>
                    <a:pt x="276606" y="105155"/>
                  </a:lnTo>
                  <a:lnTo>
                    <a:pt x="281178" y="105155"/>
                  </a:lnTo>
                  <a:lnTo>
                    <a:pt x="285750" y="100583"/>
                  </a:lnTo>
                  <a:lnTo>
                    <a:pt x="285750" y="96011"/>
                  </a:lnTo>
                  <a:lnTo>
                    <a:pt x="285750" y="8381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8" name="object 208"/>
          <p:cNvSpPr txBox="1"/>
          <p:nvPr/>
        </p:nvSpPr>
        <p:spPr>
          <a:xfrm>
            <a:off x="3306571" y="5749133"/>
            <a:ext cx="124460" cy="71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8415" marR="5080" indent="-6350">
              <a:lnSpc>
                <a:spcPct val="150000"/>
              </a:lnSpc>
            </a:pP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Location </a:t>
            </a:r>
            <a:r>
              <a:rPr dirty="0" sz="100" spc="20">
                <a:solidFill>
                  <a:srgbClr val="008040"/>
                </a:solidFill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Primary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Key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209" name="object 209"/>
          <p:cNvGrpSpPr/>
          <p:nvPr/>
        </p:nvGrpSpPr>
        <p:grpSpPr>
          <a:xfrm>
            <a:off x="3318636" y="5798947"/>
            <a:ext cx="271145" cy="1270"/>
            <a:chOff x="3318636" y="5798947"/>
            <a:chExt cx="271145" cy="1270"/>
          </a:xfrm>
        </p:grpSpPr>
        <p:sp>
          <p:nvSpPr>
            <p:cNvPr id="210" name="object 210"/>
            <p:cNvSpPr/>
            <p:nvPr/>
          </p:nvSpPr>
          <p:spPr>
            <a:xfrm>
              <a:off x="3319271" y="5799582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810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3419855" y="5799582"/>
              <a:ext cx="169545" cy="0"/>
            </a:xfrm>
            <a:custGeom>
              <a:avLst/>
              <a:gdLst/>
              <a:ahLst/>
              <a:cxnLst/>
              <a:rect l="l" t="t" r="r" b="b"/>
              <a:pathLst>
                <a:path w="169545" h="0">
                  <a:moveTo>
                    <a:pt x="0" y="0"/>
                  </a:moveTo>
                  <a:lnTo>
                    <a:pt x="169164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2" name="object 212"/>
          <p:cNvSpPr txBox="1"/>
          <p:nvPr/>
        </p:nvSpPr>
        <p:spPr>
          <a:xfrm>
            <a:off x="3306571" y="5797302"/>
            <a:ext cx="170180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Status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    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[PK1]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  </a:t>
            </a:r>
            <a:r>
              <a:rPr dirty="0" sz="100" spc="-10">
                <a:solidFill>
                  <a:srgbClr val="008040"/>
                </a:solidFill>
                <a:latin typeface="Arial MT"/>
                <a:cs typeface="Arial MT"/>
              </a:rPr>
              <a:t> 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[FK]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213" name="object 213"/>
          <p:cNvGrpSpPr/>
          <p:nvPr/>
        </p:nvGrpSpPr>
        <p:grpSpPr>
          <a:xfrm>
            <a:off x="3426841" y="5517007"/>
            <a:ext cx="388620" cy="337820"/>
            <a:chOff x="3426841" y="5517007"/>
            <a:chExt cx="388620" cy="337820"/>
          </a:xfrm>
        </p:grpSpPr>
        <p:sp>
          <p:nvSpPr>
            <p:cNvPr id="214" name="object 214"/>
            <p:cNvSpPr/>
            <p:nvPr/>
          </p:nvSpPr>
          <p:spPr>
            <a:xfrm>
              <a:off x="3427476" y="5843778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7620"/>
                  </a:moveTo>
                  <a:lnTo>
                    <a:pt x="9905" y="4572"/>
                  </a:lnTo>
                  <a:lnTo>
                    <a:pt x="9905" y="1524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7619" y="9906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3427476" y="5843778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4572"/>
                  </a:moveTo>
                  <a:lnTo>
                    <a:pt x="9905" y="1524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4571" y="9906"/>
                  </a:lnTo>
                  <a:lnTo>
                    <a:pt x="7619" y="9906"/>
                  </a:lnTo>
                  <a:lnTo>
                    <a:pt x="9905" y="7620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3441954" y="5843778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7620"/>
                  </a:moveTo>
                  <a:lnTo>
                    <a:pt x="9905" y="4572"/>
                  </a:lnTo>
                  <a:lnTo>
                    <a:pt x="9905" y="1524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7619" y="9906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3441954" y="5843778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4572"/>
                  </a:moveTo>
                  <a:lnTo>
                    <a:pt x="9905" y="1524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4571" y="9906"/>
                  </a:lnTo>
                  <a:lnTo>
                    <a:pt x="7619" y="9906"/>
                  </a:lnTo>
                  <a:lnTo>
                    <a:pt x="9905" y="7620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3456432" y="5843778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7620"/>
                  </a:moveTo>
                  <a:lnTo>
                    <a:pt x="10667" y="4572"/>
                  </a:lnTo>
                  <a:lnTo>
                    <a:pt x="10667" y="1524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7619" y="9906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3456432" y="5843778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4572"/>
                  </a:moveTo>
                  <a:lnTo>
                    <a:pt x="10667" y="1524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5333" y="9906"/>
                  </a:lnTo>
                  <a:lnTo>
                    <a:pt x="7619" y="9906"/>
                  </a:lnTo>
                  <a:lnTo>
                    <a:pt x="10667" y="7620"/>
                  </a:lnTo>
                  <a:lnTo>
                    <a:pt x="10667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3470910" y="5843778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7620"/>
                  </a:moveTo>
                  <a:lnTo>
                    <a:pt x="10667" y="4572"/>
                  </a:lnTo>
                  <a:lnTo>
                    <a:pt x="10667" y="1524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7619" y="9906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3470910" y="5843778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4572"/>
                  </a:moveTo>
                  <a:lnTo>
                    <a:pt x="10667" y="1524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5333" y="9906"/>
                  </a:lnTo>
                  <a:lnTo>
                    <a:pt x="7619" y="9906"/>
                  </a:lnTo>
                  <a:lnTo>
                    <a:pt x="10667" y="7620"/>
                  </a:lnTo>
                  <a:lnTo>
                    <a:pt x="10667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3542538" y="5517642"/>
              <a:ext cx="272415" cy="93345"/>
            </a:xfrm>
            <a:custGeom>
              <a:avLst/>
              <a:gdLst/>
              <a:ahLst/>
              <a:cxnLst/>
              <a:rect l="l" t="t" r="r" b="b"/>
              <a:pathLst>
                <a:path w="272414" h="93345">
                  <a:moveTo>
                    <a:pt x="272034" y="86868"/>
                  </a:moveTo>
                  <a:lnTo>
                    <a:pt x="272034" y="11430"/>
                  </a:lnTo>
                  <a:lnTo>
                    <a:pt x="272034" y="5334"/>
                  </a:lnTo>
                  <a:lnTo>
                    <a:pt x="265938" y="0"/>
                  </a:lnTo>
                  <a:lnTo>
                    <a:pt x="5334" y="0"/>
                  </a:lnTo>
                  <a:lnTo>
                    <a:pt x="0" y="5334"/>
                  </a:lnTo>
                  <a:lnTo>
                    <a:pt x="0" y="86868"/>
                  </a:lnTo>
                  <a:lnTo>
                    <a:pt x="5334" y="92964"/>
                  </a:lnTo>
                  <a:lnTo>
                    <a:pt x="265938" y="92964"/>
                  </a:lnTo>
                  <a:lnTo>
                    <a:pt x="272034" y="86868"/>
                  </a:lnTo>
                  <a:close/>
                </a:path>
              </a:pathLst>
            </a:custGeom>
            <a:solidFill>
              <a:srgbClr val="80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3542538" y="5517642"/>
              <a:ext cx="272415" cy="93345"/>
            </a:xfrm>
            <a:custGeom>
              <a:avLst/>
              <a:gdLst/>
              <a:ahLst/>
              <a:cxnLst/>
              <a:rect l="l" t="t" r="r" b="b"/>
              <a:pathLst>
                <a:path w="272414" h="93345">
                  <a:moveTo>
                    <a:pt x="272034" y="11430"/>
                  </a:moveTo>
                  <a:lnTo>
                    <a:pt x="272034" y="5334"/>
                  </a:lnTo>
                  <a:lnTo>
                    <a:pt x="265938" y="0"/>
                  </a:lnTo>
                  <a:lnTo>
                    <a:pt x="259842" y="0"/>
                  </a:lnTo>
                  <a:lnTo>
                    <a:pt x="11430" y="0"/>
                  </a:lnTo>
                  <a:lnTo>
                    <a:pt x="5334" y="0"/>
                  </a:lnTo>
                  <a:lnTo>
                    <a:pt x="0" y="5334"/>
                  </a:lnTo>
                  <a:lnTo>
                    <a:pt x="0" y="11430"/>
                  </a:lnTo>
                  <a:lnTo>
                    <a:pt x="0" y="80772"/>
                  </a:lnTo>
                  <a:lnTo>
                    <a:pt x="0" y="86868"/>
                  </a:lnTo>
                  <a:lnTo>
                    <a:pt x="5334" y="92964"/>
                  </a:lnTo>
                  <a:lnTo>
                    <a:pt x="11430" y="92964"/>
                  </a:lnTo>
                  <a:lnTo>
                    <a:pt x="259842" y="92964"/>
                  </a:lnTo>
                  <a:lnTo>
                    <a:pt x="265938" y="92964"/>
                  </a:lnTo>
                  <a:lnTo>
                    <a:pt x="272034" y="86868"/>
                  </a:lnTo>
                  <a:lnTo>
                    <a:pt x="272034" y="80772"/>
                  </a:lnTo>
                  <a:lnTo>
                    <a:pt x="272034" y="11430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3545586" y="555421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3646170" y="5554217"/>
              <a:ext cx="167005" cy="0"/>
            </a:xfrm>
            <a:custGeom>
              <a:avLst/>
              <a:gdLst/>
              <a:ahLst/>
              <a:cxnLst/>
              <a:rect l="l" t="t" r="r" b="b"/>
              <a:pathLst>
                <a:path w="167004" h="0">
                  <a:moveTo>
                    <a:pt x="0" y="0"/>
                  </a:moveTo>
                  <a:lnTo>
                    <a:pt x="166878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226"/>
          <p:cNvSpPr txBox="1"/>
          <p:nvPr/>
        </p:nvSpPr>
        <p:spPr>
          <a:xfrm>
            <a:off x="3532885" y="5502242"/>
            <a:ext cx="208915" cy="95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 marR="5080">
              <a:lnSpc>
                <a:spcPct val="152500"/>
              </a:lnSpc>
            </a:pPr>
            <a:r>
              <a:rPr dirty="0" sz="100" spc="15">
                <a:solidFill>
                  <a:srgbClr val="004040"/>
                </a:solidFill>
                <a:latin typeface="Arial MT"/>
                <a:cs typeface="Arial MT"/>
              </a:rPr>
              <a:t>Software Release </a:t>
            </a:r>
            <a:r>
              <a:rPr dirty="0" sz="100" spc="20">
                <a:solidFill>
                  <a:srgbClr val="004040"/>
                </a:solidFill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Primary Key </a:t>
            </a:r>
            <a:r>
              <a:rPr dirty="0" sz="100" spc="20">
                <a:latin typeface="Arial MT"/>
                <a:cs typeface="Arial MT"/>
              </a:rPr>
              <a:t> </a:t>
            </a:r>
            <a:r>
              <a:rPr dirty="0" sz="100" spc="15">
                <a:solidFill>
                  <a:srgbClr val="004040"/>
                </a:solidFill>
                <a:latin typeface="Arial MT"/>
                <a:cs typeface="Arial MT"/>
              </a:rPr>
              <a:t>Version_Number</a:t>
            </a:r>
            <a:r>
              <a:rPr dirty="0" sz="100">
                <a:solidFill>
                  <a:srgbClr val="004040"/>
                </a:solidFill>
                <a:latin typeface="Arial MT"/>
                <a:cs typeface="Arial MT"/>
              </a:rPr>
              <a:t>    </a:t>
            </a:r>
            <a:r>
              <a:rPr dirty="0" sz="100" spc="15">
                <a:solidFill>
                  <a:srgbClr val="004040"/>
                </a:solidFill>
                <a:latin typeface="Arial MT"/>
                <a:cs typeface="Arial MT"/>
              </a:rPr>
              <a:t>[PK1]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227" name="object 227"/>
          <p:cNvGrpSpPr/>
          <p:nvPr/>
        </p:nvGrpSpPr>
        <p:grpSpPr>
          <a:xfrm>
            <a:off x="3651630" y="5597778"/>
            <a:ext cx="323215" cy="246379"/>
            <a:chOff x="3651630" y="5597778"/>
            <a:chExt cx="323215" cy="246379"/>
          </a:xfrm>
        </p:grpSpPr>
        <p:sp>
          <p:nvSpPr>
            <p:cNvPr id="228" name="object 228"/>
            <p:cNvSpPr/>
            <p:nvPr/>
          </p:nvSpPr>
          <p:spPr>
            <a:xfrm>
              <a:off x="3652265" y="559841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7620"/>
                  </a:moveTo>
                  <a:lnTo>
                    <a:pt x="9905" y="4572"/>
                  </a:lnTo>
                  <a:lnTo>
                    <a:pt x="9905" y="1524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7619" y="9906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3652265" y="559841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4572"/>
                  </a:moveTo>
                  <a:lnTo>
                    <a:pt x="9905" y="1524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4571" y="9906"/>
                  </a:lnTo>
                  <a:lnTo>
                    <a:pt x="7619" y="9906"/>
                  </a:lnTo>
                  <a:lnTo>
                    <a:pt x="9905" y="7620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3666743" y="5598413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7620"/>
                  </a:moveTo>
                  <a:lnTo>
                    <a:pt x="10667" y="4572"/>
                  </a:lnTo>
                  <a:lnTo>
                    <a:pt x="10667" y="1524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7619" y="9906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3666743" y="5598413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4572"/>
                  </a:moveTo>
                  <a:lnTo>
                    <a:pt x="10667" y="1524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5333" y="9906"/>
                  </a:lnTo>
                  <a:lnTo>
                    <a:pt x="7619" y="9906"/>
                  </a:lnTo>
                  <a:lnTo>
                    <a:pt x="10667" y="7620"/>
                  </a:lnTo>
                  <a:lnTo>
                    <a:pt x="10667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3681221" y="5598413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7620"/>
                  </a:moveTo>
                  <a:lnTo>
                    <a:pt x="10667" y="4572"/>
                  </a:lnTo>
                  <a:lnTo>
                    <a:pt x="10667" y="1524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7619" y="9906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3681221" y="5598413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4572"/>
                  </a:moveTo>
                  <a:lnTo>
                    <a:pt x="10667" y="1524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5333" y="9906"/>
                  </a:lnTo>
                  <a:lnTo>
                    <a:pt x="7619" y="9906"/>
                  </a:lnTo>
                  <a:lnTo>
                    <a:pt x="10667" y="7620"/>
                  </a:lnTo>
                  <a:lnTo>
                    <a:pt x="10667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3696461" y="559841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7620"/>
                  </a:moveTo>
                  <a:lnTo>
                    <a:pt x="9905" y="4572"/>
                  </a:lnTo>
                  <a:lnTo>
                    <a:pt x="9905" y="1524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7619" y="9906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3696461" y="559841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4572"/>
                  </a:moveTo>
                  <a:lnTo>
                    <a:pt x="9905" y="1524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4571" y="9906"/>
                  </a:lnTo>
                  <a:lnTo>
                    <a:pt x="7619" y="9906"/>
                  </a:lnTo>
                  <a:lnTo>
                    <a:pt x="9905" y="7620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3701795" y="5750052"/>
              <a:ext cx="272415" cy="93345"/>
            </a:xfrm>
            <a:custGeom>
              <a:avLst/>
              <a:gdLst/>
              <a:ahLst/>
              <a:cxnLst/>
              <a:rect l="l" t="t" r="r" b="b"/>
              <a:pathLst>
                <a:path w="272414" h="93345">
                  <a:moveTo>
                    <a:pt x="272034" y="86868"/>
                  </a:moveTo>
                  <a:lnTo>
                    <a:pt x="272034" y="11430"/>
                  </a:lnTo>
                  <a:lnTo>
                    <a:pt x="272034" y="5334"/>
                  </a:lnTo>
                  <a:lnTo>
                    <a:pt x="265938" y="0"/>
                  </a:lnTo>
                  <a:lnTo>
                    <a:pt x="5334" y="0"/>
                  </a:lnTo>
                  <a:lnTo>
                    <a:pt x="0" y="5334"/>
                  </a:lnTo>
                  <a:lnTo>
                    <a:pt x="0" y="86868"/>
                  </a:lnTo>
                  <a:lnTo>
                    <a:pt x="5334" y="92964"/>
                  </a:lnTo>
                  <a:lnTo>
                    <a:pt x="265938" y="92964"/>
                  </a:lnTo>
                  <a:lnTo>
                    <a:pt x="272034" y="86868"/>
                  </a:lnTo>
                  <a:close/>
                </a:path>
              </a:pathLst>
            </a:custGeom>
            <a:solidFill>
              <a:srgbClr val="80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3701795" y="5750052"/>
              <a:ext cx="272415" cy="93345"/>
            </a:xfrm>
            <a:custGeom>
              <a:avLst/>
              <a:gdLst/>
              <a:ahLst/>
              <a:cxnLst/>
              <a:rect l="l" t="t" r="r" b="b"/>
              <a:pathLst>
                <a:path w="272414" h="93345">
                  <a:moveTo>
                    <a:pt x="272034" y="11430"/>
                  </a:moveTo>
                  <a:lnTo>
                    <a:pt x="272034" y="5334"/>
                  </a:lnTo>
                  <a:lnTo>
                    <a:pt x="265938" y="0"/>
                  </a:lnTo>
                  <a:lnTo>
                    <a:pt x="259842" y="0"/>
                  </a:lnTo>
                  <a:lnTo>
                    <a:pt x="11430" y="0"/>
                  </a:lnTo>
                  <a:lnTo>
                    <a:pt x="5334" y="0"/>
                  </a:lnTo>
                  <a:lnTo>
                    <a:pt x="0" y="5334"/>
                  </a:lnTo>
                  <a:lnTo>
                    <a:pt x="0" y="11430"/>
                  </a:lnTo>
                  <a:lnTo>
                    <a:pt x="0" y="80772"/>
                  </a:lnTo>
                  <a:lnTo>
                    <a:pt x="0" y="86868"/>
                  </a:lnTo>
                  <a:lnTo>
                    <a:pt x="5334" y="92964"/>
                  </a:lnTo>
                  <a:lnTo>
                    <a:pt x="11430" y="92964"/>
                  </a:lnTo>
                  <a:lnTo>
                    <a:pt x="259842" y="92964"/>
                  </a:lnTo>
                  <a:lnTo>
                    <a:pt x="265938" y="92964"/>
                  </a:lnTo>
                  <a:lnTo>
                    <a:pt x="272034" y="86868"/>
                  </a:lnTo>
                  <a:lnTo>
                    <a:pt x="272034" y="80772"/>
                  </a:lnTo>
                  <a:lnTo>
                    <a:pt x="272034" y="11430"/>
                  </a:lnTo>
                  <a:close/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3704843" y="578662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3805427" y="5786627"/>
              <a:ext cx="167005" cy="0"/>
            </a:xfrm>
            <a:custGeom>
              <a:avLst/>
              <a:gdLst/>
              <a:ahLst/>
              <a:cxnLst/>
              <a:rect l="l" t="t" r="r" b="b"/>
              <a:pathLst>
                <a:path w="167004" h="0">
                  <a:moveTo>
                    <a:pt x="0" y="0"/>
                  </a:moveTo>
                  <a:lnTo>
                    <a:pt x="166878" y="0"/>
                  </a:lnTo>
                </a:path>
              </a:pathLst>
            </a:custGeom>
            <a:ln w="317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0" name="object 240"/>
          <p:cNvSpPr txBox="1"/>
          <p:nvPr/>
        </p:nvSpPr>
        <p:spPr>
          <a:xfrm>
            <a:off x="3692144" y="5784348"/>
            <a:ext cx="129539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solidFill>
                  <a:srgbClr val="004040"/>
                </a:solidFill>
                <a:latin typeface="Arial MT"/>
                <a:cs typeface="Arial MT"/>
              </a:rPr>
              <a:t>Status</a:t>
            </a:r>
            <a:r>
              <a:rPr dirty="0" sz="100" spc="15">
                <a:solidFill>
                  <a:srgbClr val="004040"/>
                </a:solidFill>
                <a:latin typeface="Arial MT"/>
                <a:cs typeface="Arial MT"/>
              </a:rPr>
              <a:t>    </a:t>
            </a:r>
            <a:r>
              <a:rPr dirty="0" sz="100" spc="15">
                <a:solidFill>
                  <a:srgbClr val="004040"/>
                </a:solidFill>
                <a:latin typeface="Arial MT"/>
                <a:cs typeface="Arial MT"/>
              </a:rPr>
              <a:t>[PK1]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241" name="object 241"/>
          <p:cNvGrpSpPr/>
          <p:nvPr/>
        </p:nvGrpSpPr>
        <p:grpSpPr>
          <a:xfrm>
            <a:off x="3431413" y="5342508"/>
            <a:ext cx="434975" cy="498475"/>
            <a:chOff x="3431413" y="5342508"/>
            <a:chExt cx="434975" cy="498475"/>
          </a:xfrm>
        </p:grpSpPr>
        <p:sp>
          <p:nvSpPr>
            <p:cNvPr id="242" name="object 242"/>
            <p:cNvSpPr/>
            <p:nvPr/>
          </p:nvSpPr>
          <p:spPr>
            <a:xfrm>
              <a:off x="3811523" y="5830061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7620"/>
                  </a:moveTo>
                  <a:lnTo>
                    <a:pt x="9905" y="4572"/>
                  </a:lnTo>
                  <a:lnTo>
                    <a:pt x="9905" y="1524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7619" y="9906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3811523" y="5830061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4572"/>
                  </a:moveTo>
                  <a:lnTo>
                    <a:pt x="9905" y="1524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4571" y="9906"/>
                  </a:lnTo>
                  <a:lnTo>
                    <a:pt x="7619" y="9906"/>
                  </a:lnTo>
                  <a:lnTo>
                    <a:pt x="9905" y="7620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3826002" y="5830061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7620"/>
                  </a:moveTo>
                  <a:lnTo>
                    <a:pt x="10667" y="4572"/>
                  </a:lnTo>
                  <a:lnTo>
                    <a:pt x="10667" y="1524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7619" y="9906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3826002" y="5830061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4572"/>
                  </a:moveTo>
                  <a:lnTo>
                    <a:pt x="10667" y="1524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5333" y="9906"/>
                  </a:lnTo>
                  <a:lnTo>
                    <a:pt x="7619" y="9906"/>
                  </a:lnTo>
                  <a:lnTo>
                    <a:pt x="10667" y="7620"/>
                  </a:lnTo>
                  <a:lnTo>
                    <a:pt x="10667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3840480" y="5830061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7620"/>
                  </a:moveTo>
                  <a:lnTo>
                    <a:pt x="10667" y="4572"/>
                  </a:lnTo>
                  <a:lnTo>
                    <a:pt x="10667" y="1524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7619" y="9906"/>
                  </a:lnTo>
                  <a:lnTo>
                    <a:pt x="10667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3840480" y="5830061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10667" y="4572"/>
                  </a:moveTo>
                  <a:lnTo>
                    <a:pt x="10667" y="1524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5" y="9906"/>
                  </a:lnTo>
                  <a:lnTo>
                    <a:pt x="5333" y="9906"/>
                  </a:lnTo>
                  <a:lnTo>
                    <a:pt x="7619" y="9906"/>
                  </a:lnTo>
                  <a:lnTo>
                    <a:pt x="10667" y="7620"/>
                  </a:lnTo>
                  <a:lnTo>
                    <a:pt x="10667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3855720" y="5830061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7620"/>
                  </a:moveTo>
                  <a:lnTo>
                    <a:pt x="9905" y="4572"/>
                  </a:lnTo>
                  <a:lnTo>
                    <a:pt x="9905" y="1524"/>
                  </a:lnTo>
                  <a:lnTo>
                    <a:pt x="7619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7619" y="9906"/>
                  </a:lnTo>
                  <a:lnTo>
                    <a:pt x="9905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3855720" y="5830061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5" y="4572"/>
                  </a:moveTo>
                  <a:lnTo>
                    <a:pt x="9905" y="1524"/>
                  </a:lnTo>
                  <a:lnTo>
                    <a:pt x="7619" y="0"/>
                  </a:lnTo>
                  <a:lnTo>
                    <a:pt x="457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1523" y="9906"/>
                  </a:lnTo>
                  <a:lnTo>
                    <a:pt x="4571" y="9906"/>
                  </a:lnTo>
                  <a:lnTo>
                    <a:pt x="7619" y="9906"/>
                  </a:lnTo>
                  <a:lnTo>
                    <a:pt x="9905" y="7620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3432048" y="5351525"/>
              <a:ext cx="34290" cy="0"/>
            </a:xfrm>
            <a:custGeom>
              <a:avLst/>
              <a:gdLst/>
              <a:ahLst/>
              <a:cxnLst/>
              <a:rect l="l" t="t" r="r" b="b"/>
              <a:pathLst>
                <a:path w="34289" h="0">
                  <a:moveTo>
                    <a:pt x="0" y="0"/>
                  </a:moveTo>
                  <a:lnTo>
                    <a:pt x="34290" y="0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3432048" y="5351525"/>
              <a:ext cx="34290" cy="0"/>
            </a:xfrm>
            <a:custGeom>
              <a:avLst/>
              <a:gdLst/>
              <a:ahLst/>
              <a:cxnLst/>
              <a:rect l="l" t="t" r="r" b="b"/>
              <a:pathLst>
                <a:path w="34289" h="0">
                  <a:moveTo>
                    <a:pt x="0" y="0"/>
                  </a:moveTo>
                  <a:lnTo>
                    <a:pt x="34290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3466337" y="5350001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4">
                  <a:moveTo>
                    <a:pt x="0" y="15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3466337" y="5350001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4">
                  <a:moveTo>
                    <a:pt x="0" y="15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3466337" y="5350001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 h="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3466337" y="5350001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 h="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3528060" y="534314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9906"/>
                  </a:moveTo>
                  <a:lnTo>
                    <a:pt x="13715" y="6858"/>
                  </a:lnTo>
                  <a:lnTo>
                    <a:pt x="13715" y="3048"/>
                  </a:lnTo>
                  <a:lnTo>
                    <a:pt x="1066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10667" y="13716"/>
                  </a:lnTo>
                  <a:lnTo>
                    <a:pt x="13715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3528060" y="534314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6858"/>
                  </a:moveTo>
                  <a:lnTo>
                    <a:pt x="13715" y="3048"/>
                  </a:lnTo>
                  <a:lnTo>
                    <a:pt x="10667" y="0"/>
                  </a:lnTo>
                  <a:lnTo>
                    <a:pt x="685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685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6857" y="13716"/>
                  </a:lnTo>
                  <a:lnTo>
                    <a:pt x="10667" y="13716"/>
                  </a:lnTo>
                  <a:lnTo>
                    <a:pt x="13715" y="9906"/>
                  </a:lnTo>
                  <a:lnTo>
                    <a:pt x="13715" y="685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3678935" y="5474207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4">
                  <a:moveTo>
                    <a:pt x="0" y="434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3678935" y="5474207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4">
                  <a:moveTo>
                    <a:pt x="0" y="434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3678935" y="547420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3678935" y="547420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3678935" y="5431535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3678935" y="5431535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w="0" h="43179">
                  <a:moveTo>
                    <a:pt x="0" y="426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3672077" y="543153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9906"/>
                  </a:moveTo>
                  <a:lnTo>
                    <a:pt x="13715" y="6858"/>
                  </a:lnTo>
                  <a:lnTo>
                    <a:pt x="13715" y="3048"/>
                  </a:lnTo>
                  <a:lnTo>
                    <a:pt x="1066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10667" y="13716"/>
                  </a:lnTo>
                  <a:lnTo>
                    <a:pt x="13715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3672077" y="543153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6858"/>
                  </a:moveTo>
                  <a:lnTo>
                    <a:pt x="13715" y="3048"/>
                  </a:lnTo>
                  <a:lnTo>
                    <a:pt x="10667" y="0"/>
                  </a:lnTo>
                  <a:lnTo>
                    <a:pt x="685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685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6857" y="13716"/>
                  </a:lnTo>
                  <a:lnTo>
                    <a:pt x="10667" y="13716"/>
                  </a:lnTo>
                  <a:lnTo>
                    <a:pt x="13715" y="9906"/>
                  </a:lnTo>
                  <a:lnTo>
                    <a:pt x="13715" y="685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6" name="object 266"/>
          <p:cNvSpPr txBox="1"/>
          <p:nvPr/>
        </p:nvSpPr>
        <p:spPr>
          <a:xfrm>
            <a:off x="3626611" y="5437639"/>
            <a:ext cx="106045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latin typeface="Arial MT"/>
                <a:cs typeface="Arial MT"/>
              </a:rPr>
              <a:t>consists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0">
                <a:latin typeface="Arial MT"/>
                <a:cs typeface="Arial MT"/>
              </a:rPr>
              <a:t>of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3162300" y="5286597"/>
            <a:ext cx="707390" cy="153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94970" algn="l"/>
              </a:tabLst>
            </a:pPr>
            <a:r>
              <a:rPr dirty="0" baseline="55555" sz="150" spc="22">
                <a:solidFill>
                  <a:srgbClr val="004040"/>
                </a:solidFill>
                <a:latin typeface="Arial MT"/>
                <a:cs typeface="Arial MT"/>
              </a:rPr>
              <a:t>Customer</a:t>
            </a:r>
            <a:r>
              <a:rPr dirty="0" baseline="55555" sz="150" spc="22">
                <a:solidFill>
                  <a:srgbClr val="004040"/>
                </a:solidFill>
                <a:latin typeface="Arial MT"/>
                <a:cs typeface="Arial MT"/>
              </a:rPr>
              <a:t>	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Software</a:t>
            </a:r>
            <a:r>
              <a:rPr dirty="0" sz="100" spc="5">
                <a:solidFill>
                  <a:srgbClr val="008040"/>
                </a:solidFill>
                <a:latin typeface="Arial MT"/>
                <a:cs typeface="Arial MT"/>
              </a:rPr>
              <a:t> 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License</a:t>
            </a:r>
            <a:endParaRPr sz="100">
              <a:latin typeface="Arial MT"/>
              <a:cs typeface="Arial MT"/>
            </a:endParaRPr>
          </a:p>
          <a:p>
            <a:pPr marL="5715">
              <a:lnSpc>
                <a:spcPct val="100000"/>
              </a:lnSpc>
              <a:spcBef>
                <a:spcPts val="70"/>
              </a:spcBef>
              <a:tabLst>
                <a:tab pos="401320" algn="l"/>
                <a:tab pos="658495" algn="l"/>
              </a:tabLst>
            </a:pPr>
            <a:r>
              <a:rPr dirty="0" baseline="55555" sz="150" spc="22">
                <a:latin typeface="Arial MT"/>
                <a:cs typeface="Arial MT"/>
              </a:rPr>
              <a:t>Primary</a:t>
            </a:r>
            <a:r>
              <a:rPr dirty="0" baseline="55555" sz="150" spc="7">
                <a:latin typeface="Arial MT"/>
                <a:cs typeface="Arial MT"/>
              </a:rPr>
              <a:t> </a:t>
            </a:r>
            <a:r>
              <a:rPr dirty="0" baseline="55555" sz="150" spc="22">
                <a:latin typeface="Arial MT"/>
                <a:cs typeface="Arial MT"/>
              </a:rPr>
              <a:t>Key</a:t>
            </a:r>
            <a:r>
              <a:rPr dirty="0" baseline="55555" sz="150">
                <a:latin typeface="Arial MT"/>
                <a:cs typeface="Arial MT"/>
              </a:rPr>
              <a:t>	</a:t>
            </a:r>
            <a:r>
              <a:rPr dirty="0" sz="100" spc="15">
                <a:latin typeface="Arial MT"/>
                <a:cs typeface="Arial MT"/>
              </a:rPr>
              <a:t>Primary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Key</a:t>
            </a:r>
            <a:r>
              <a:rPr dirty="0" sz="100">
                <a:latin typeface="Arial MT"/>
                <a:cs typeface="Arial MT"/>
              </a:rPr>
              <a:t>	</a:t>
            </a:r>
            <a:r>
              <a:rPr dirty="0" sz="100" spc="10">
                <a:latin typeface="Arial MT"/>
                <a:cs typeface="Arial MT"/>
              </a:rPr>
              <a:t>is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subj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tabLst>
                <a:tab pos="283845" algn="l"/>
              </a:tabLst>
            </a:pPr>
            <a:r>
              <a:rPr dirty="0" baseline="55555" sz="150" spc="22">
                <a:solidFill>
                  <a:srgbClr val="004040"/>
                </a:solidFill>
                <a:latin typeface="Arial MT"/>
                <a:cs typeface="Arial MT"/>
              </a:rPr>
              <a:t>Customer_ID</a:t>
            </a:r>
            <a:r>
              <a:rPr dirty="0" baseline="55555" sz="150" spc="22">
                <a:solidFill>
                  <a:srgbClr val="004040"/>
                </a:solidFill>
                <a:latin typeface="Arial MT"/>
                <a:cs typeface="Arial MT"/>
              </a:rPr>
              <a:t>    </a:t>
            </a:r>
            <a:r>
              <a:rPr dirty="0" baseline="55555" sz="150" spc="22">
                <a:solidFill>
                  <a:srgbClr val="004040"/>
                </a:solidFill>
                <a:latin typeface="Arial MT"/>
                <a:cs typeface="Arial MT"/>
              </a:rPr>
              <a:t>[PK1]</a:t>
            </a:r>
            <a:r>
              <a:rPr dirty="0" baseline="55555" sz="150" spc="22">
                <a:solidFill>
                  <a:srgbClr val="004040"/>
                </a:solidFill>
                <a:latin typeface="Arial MT"/>
                <a:cs typeface="Arial MT"/>
              </a:rPr>
              <a:t>	</a:t>
            </a:r>
            <a:r>
              <a:rPr dirty="0" baseline="55555" sz="150" spc="22">
                <a:latin typeface="Arial MT"/>
                <a:cs typeface="Arial MT"/>
              </a:rPr>
              <a:t>owns</a:t>
            </a:r>
            <a:r>
              <a:rPr dirty="0" baseline="55555" sz="150" spc="22">
                <a:latin typeface="Arial MT"/>
                <a:cs typeface="Arial MT"/>
              </a:rPr>
              <a:t>                   </a:t>
            </a:r>
            <a:r>
              <a:rPr dirty="0" baseline="55555" sz="150" spc="7">
                <a:latin typeface="Arial MT"/>
                <a:cs typeface="Arial MT"/>
              </a:rPr>
              <a:t> 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Serial_Number</a:t>
            </a:r>
            <a:r>
              <a:rPr dirty="0" sz="100">
                <a:solidFill>
                  <a:srgbClr val="008040"/>
                </a:solidFill>
                <a:latin typeface="Arial MT"/>
                <a:cs typeface="Arial MT"/>
              </a:rPr>
              <a:t>    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[PK1]</a:t>
            </a:r>
            <a:endParaRPr sz="100">
              <a:latin typeface="Arial MT"/>
              <a:cs typeface="Arial MT"/>
            </a:endParaRPr>
          </a:p>
          <a:p>
            <a:pPr marL="5715">
              <a:lnSpc>
                <a:spcPct val="100000"/>
              </a:lnSpc>
              <a:spcBef>
                <a:spcPts val="60"/>
              </a:spcBef>
              <a:tabLst>
                <a:tab pos="401320" algn="l"/>
              </a:tabLst>
            </a:pPr>
            <a:r>
              <a:rPr dirty="0" baseline="55555" sz="150" spc="22">
                <a:latin typeface="Arial MT"/>
                <a:cs typeface="Arial MT"/>
              </a:rPr>
              <a:t>Non-Key</a:t>
            </a:r>
            <a:r>
              <a:rPr dirty="0" baseline="55555" sz="150" spc="7">
                <a:latin typeface="Arial MT"/>
                <a:cs typeface="Arial MT"/>
              </a:rPr>
              <a:t> </a:t>
            </a:r>
            <a:r>
              <a:rPr dirty="0" baseline="55555" sz="150" spc="15">
                <a:latin typeface="Arial MT"/>
                <a:cs typeface="Arial MT"/>
              </a:rPr>
              <a:t>Attributes</a:t>
            </a:r>
            <a:r>
              <a:rPr dirty="0" baseline="55555" sz="150">
                <a:latin typeface="Arial MT"/>
                <a:cs typeface="Arial MT"/>
              </a:rPr>
              <a:t>	</a:t>
            </a:r>
            <a:r>
              <a:rPr dirty="0" sz="100" spc="15">
                <a:latin typeface="Arial MT"/>
                <a:cs typeface="Arial MT"/>
              </a:rPr>
              <a:t>Non-Key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0">
                <a:latin typeface="Arial MT"/>
                <a:cs typeface="Arial MT"/>
              </a:rPr>
              <a:t>Attributes</a:t>
            </a:r>
            <a:endParaRPr sz="100">
              <a:latin typeface="Arial MT"/>
              <a:cs typeface="Arial MT"/>
            </a:endParaRPr>
          </a:p>
          <a:p>
            <a:pPr marR="163195">
              <a:lnSpc>
                <a:spcPct val="75000"/>
              </a:lnSpc>
              <a:spcBef>
                <a:spcPts val="90"/>
              </a:spcBef>
              <a:tabLst>
                <a:tab pos="394970" algn="l"/>
              </a:tabLst>
            </a:pPr>
            <a:r>
              <a:rPr dirty="0" baseline="55555" sz="150" spc="22">
                <a:solidFill>
                  <a:srgbClr val="004040"/>
                </a:solidFill>
                <a:latin typeface="Arial MT"/>
                <a:cs typeface="Arial MT"/>
              </a:rPr>
              <a:t>Customer_Name</a:t>
            </a:r>
            <a:r>
              <a:rPr dirty="0" baseline="55555" sz="150" spc="22">
                <a:solidFill>
                  <a:srgbClr val="004040"/>
                </a:solidFill>
                <a:latin typeface="Arial MT"/>
                <a:cs typeface="Arial MT"/>
              </a:rPr>
              <a:t>	</a:t>
            </a:r>
            <a:r>
              <a:rPr dirty="0" sz="100" spc="15">
                <a:solidFill>
                  <a:srgbClr val="008040"/>
                </a:solidFill>
                <a:latin typeface="Arial MT"/>
                <a:cs typeface="Arial MT"/>
              </a:rPr>
              <a:t>Technical_Contact  </a:t>
            </a:r>
            <a:r>
              <a:rPr dirty="0" sz="100" spc="15">
                <a:solidFill>
                  <a:srgbClr val="004040"/>
                </a:solidFill>
                <a:latin typeface="Arial MT"/>
                <a:cs typeface="Arial MT"/>
              </a:rPr>
              <a:t>Purchase_Contact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100" spc="15">
                <a:solidFill>
                  <a:srgbClr val="004040"/>
                </a:solidFill>
                <a:latin typeface="Arial MT"/>
                <a:cs typeface="Arial MT"/>
              </a:rPr>
              <a:t>Customer_Address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268" name="object 268"/>
          <p:cNvGrpSpPr/>
          <p:nvPr/>
        </p:nvGrpSpPr>
        <p:grpSpPr>
          <a:xfrm>
            <a:off x="3814698" y="5353177"/>
            <a:ext cx="107314" cy="15240"/>
            <a:chOff x="3814698" y="5353177"/>
            <a:chExt cx="107314" cy="15240"/>
          </a:xfrm>
        </p:grpSpPr>
        <p:sp>
          <p:nvSpPr>
            <p:cNvPr id="269" name="object 269"/>
            <p:cNvSpPr/>
            <p:nvPr/>
          </p:nvSpPr>
          <p:spPr>
            <a:xfrm>
              <a:off x="3815333" y="5359907"/>
              <a:ext cx="106045" cy="1905"/>
            </a:xfrm>
            <a:custGeom>
              <a:avLst/>
              <a:gdLst/>
              <a:ahLst/>
              <a:cxnLst/>
              <a:rect l="l" t="t" r="r" b="b"/>
              <a:pathLst>
                <a:path w="106045" h="1904">
                  <a:moveTo>
                    <a:pt x="0" y="0"/>
                  </a:moveTo>
                  <a:lnTo>
                    <a:pt x="65532" y="0"/>
                  </a:lnTo>
                  <a:lnTo>
                    <a:pt x="65532" y="1523"/>
                  </a:lnTo>
                  <a:lnTo>
                    <a:pt x="105918" y="1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3906773" y="535381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9906"/>
                  </a:moveTo>
                  <a:lnTo>
                    <a:pt x="13715" y="6858"/>
                  </a:lnTo>
                  <a:lnTo>
                    <a:pt x="13715" y="3048"/>
                  </a:lnTo>
                  <a:lnTo>
                    <a:pt x="1066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10667" y="13716"/>
                  </a:lnTo>
                  <a:lnTo>
                    <a:pt x="13715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3906773" y="535381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6858"/>
                  </a:moveTo>
                  <a:lnTo>
                    <a:pt x="13715" y="3048"/>
                  </a:lnTo>
                  <a:lnTo>
                    <a:pt x="10667" y="0"/>
                  </a:lnTo>
                  <a:lnTo>
                    <a:pt x="685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685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6857" y="13716"/>
                  </a:lnTo>
                  <a:lnTo>
                    <a:pt x="10667" y="13716"/>
                  </a:lnTo>
                  <a:lnTo>
                    <a:pt x="13715" y="9906"/>
                  </a:lnTo>
                  <a:lnTo>
                    <a:pt x="13715" y="685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2" name="object 272"/>
          <p:cNvSpPr txBox="1"/>
          <p:nvPr/>
        </p:nvSpPr>
        <p:spPr>
          <a:xfrm>
            <a:off x="3831537" y="5306575"/>
            <a:ext cx="220345" cy="46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00" spc="15">
                <a:latin typeface="Arial MT"/>
                <a:cs typeface="Arial MT"/>
              </a:rPr>
              <a:t>ect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0">
                <a:latin typeface="Arial MT"/>
                <a:cs typeface="Arial MT"/>
              </a:rPr>
              <a:t>to</a:t>
            </a:r>
            <a:r>
              <a:rPr dirty="0" sz="100">
                <a:latin typeface="Arial MT"/>
                <a:cs typeface="Arial MT"/>
              </a:rPr>
              <a:t>      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baseline="27777" sz="150" spc="15">
                <a:solidFill>
                  <a:srgbClr val="008040"/>
                </a:solidFill>
                <a:latin typeface="Arial MT"/>
                <a:cs typeface="Arial MT"/>
              </a:rPr>
              <a:t>Client</a:t>
            </a:r>
            <a:r>
              <a:rPr dirty="0" baseline="27777" sz="150" spc="7">
                <a:solidFill>
                  <a:srgbClr val="008040"/>
                </a:solidFill>
                <a:latin typeface="Arial MT"/>
                <a:cs typeface="Arial MT"/>
              </a:rPr>
              <a:t> </a:t>
            </a:r>
            <a:r>
              <a:rPr dirty="0" baseline="27777" sz="150" spc="15">
                <a:solidFill>
                  <a:srgbClr val="008040"/>
                </a:solidFill>
                <a:latin typeface="Arial MT"/>
                <a:cs typeface="Arial MT"/>
              </a:rPr>
              <a:t>Call</a:t>
            </a:r>
            <a:endParaRPr baseline="27777" sz="150">
              <a:latin typeface="Arial MT"/>
              <a:cs typeface="Arial MT"/>
            </a:endParaRPr>
          </a:p>
        </p:txBody>
      </p:sp>
      <p:grpSp>
        <p:nvGrpSpPr>
          <p:cNvPr id="273" name="object 273"/>
          <p:cNvGrpSpPr/>
          <p:nvPr/>
        </p:nvGrpSpPr>
        <p:grpSpPr>
          <a:xfrm>
            <a:off x="4055491" y="5420233"/>
            <a:ext cx="15240" cy="104139"/>
            <a:chOff x="4055491" y="5420233"/>
            <a:chExt cx="15240" cy="104139"/>
          </a:xfrm>
        </p:grpSpPr>
        <p:sp>
          <p:nvSpPr>
            <p:cNvPr id="274" name="object 274"/>
            <p:cNvSpPr/>
            <p:nvPr/>
          </p:nvSpPr>
          <p:spPr>
            <a:xfrm>
              <a:off x="4066032" y="5420868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4">
                  <a:moveTo>
                    <a:pt x="0" y="0"/>
                  </a:moveTo>
                  <a:lnTo>
                    <a:pt x="0" y="43434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4066032" y="5420868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w="0" h="43814">
                  <a:moveTo>
                    <a:pt x="0" y="0"/>
                  </a:moveTo>
                  <a:lnTo>
                    <a:pt x="0" y="43434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4062984" y="546430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4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4062984" y="546430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4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4062984" y="5464302"/>
              <a:ext cx="0" cy="59690"/>
            </a:xfrm>
            <a:custGeom>
              <a:avLst/>
              <a:gdLst/>
              <a:ahLst/>
              <a:cxnLst/>
              <a:rect l="l" t="t" r="r" b="b"/>
              <a:pathLst>
                <a:path w="0" h="59689">
                  <a:moveTo>
                    <a:pt x="0" y="0"/>
                  </a:moveTo>
                  <a:lnTo>
                    <a:pt x="0" y="59436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4062984" y="5464302"/>
              <a:ext cx="0" cy="59690"/>
            </a:xfrm>
            <a:custGeom>
              <a:avLst/>
              <a:gdLst/>
              <a:ahLst/>
              <a:cxnLst/>
              <a:rect l="l" t="t" r="r" b="b"/>
              <a:pathLst>
                <a:path w="0" h="59689">
                  <a:moveTo>
                    <a:pt x="0" y="0"/>
                  </a:moveTo>
                  <a:lnTo>
                    <a:pt x="0" y="59436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4056126" y="5509260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9906"/>
                  </a:moveTo>
                  <a:lnTo>
                    <a:pt x="13715" y="6858"/>
                  </a:lnTo>
                  <a:lnTo>
                    <a:pt x="13715" y="3048"/>
                  </a:lnTo>
                  <a:lnTo>
                    <a:pt x="1066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10667" y="13716"/>
                  </a:lnTo>
                  <a:lnTo>
                    <a:pt x="13715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4056126" y="5509260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6858"/>
                  </a:moveTo>
                  <a:lnTo>
                    <a:pt x="13715" y="3048"/>
                  </a:lnTo>
                  <a:lnTo>
                    <a:pt x="10667" y="0"/>
                  </a:lnTo>
                  <a:lnTo>
                    <a:pt x="685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685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6857" y="13716"/>
                  </a:lnTo>
                  <a:lnTo>
                    <a:pt x="10667" y="13716"/>
                  </a:lnTo>
                  <a:lnTo>
                    <a:pt x="13715" y="9906"/>
                  </a:lnTo>
                  <a:lnTo>
                    <a:pt x="13715" y="685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2" name="object 282"/>
          <p:cNvSpPr txBox="1"/>
          <p:nvPr/>
        </p:nvSpPr>
        <p:spPr>
          <a:xfrm>
            <a:off x="4025138" y="5427733"/>
            <a:ext cx="81280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latin typeface="Arial MT"/>
                <a:cs typeface="Arial MT"/>
              </a:rPr>
              <a:t>creates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283" name="object 283"/>
          <p:cNvGrpSpPr/>
          <p:nvPr/>
        </p:nvGrpSpPr>
        <p:grpSpPr>
          <a:xfrm>
            <a:off x="3973957" y="5688457"/>
            <a:ext cx="119380" cy="101600"/>
            <a:chOff x="3973957" y="5688457"/>
            <a:chExt cx="119380" cy="101600"/>
          </a:xfrm>
        </p:grpSpPr>
        <p:sp>
          <p:nvSpPr>
            <p:cNvPr id="284" name="object 284"/>
            <p:cNvSpPr/>
            <p:nvPr/>
          </p:nvSpPr>
          <p:spPr>
            <a:xfrm>
              <a:off x="3974592" y="5788914"/>
              <a:ext cx="112395" cy="0"/>
            </a:xfrm>
            <a:custGeom>
              <a:avLst/>
              <a:gdLst/>
              <a:ahLst/>
              <a:cxnLst/>
              <a:rect l="l" t="t" r="r" b="b"/>
              <a:pathLst>
                <a:path w="112395" h="0">
                  <a:moveTo>
                    <a:pt x="0" y="0"/>
                  </a:moveTo>
                  <a:lnTo>
                    <a:pt x="112014" y="0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3974592" y="5788914"/>
              <a:ext cx="112395" cy="0"/>
            </a:xfrm>
            <a:custGeom>
              <a:avLst/>
              <a:gdLst/>
              <a:ahLst/>
              <a:cxnLst/>
              <a:rect l="l" t="t" r="r" b="b"/>
              <a:pathLst>
                <a:path w="112395" h="0">
                  <a:moveTo>
                    <a:pt x="0" y="0"/>
                  </a:moveTo>
                  <a:lnTo>
                    <a:pt x="112014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4086605" y="5734050"/>
              <a:ext cx="0" cy="55244"/>
            </a:xfrm>
            <a:custGeom>
              <a:avLst/>
              <a:gdLst/>
              <a:ahLst/>
              <a:cxnLst/>
              <a:rect l="l" t="t" r="r" b="b"/>
              <a:pathLst>
                <a:path w="0" h="55245">
                  <a:moveTo>
                    <a:pt x="0" y="548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4086605" y="5734050"/>
              <a:ext cx="0" cy="55244"/>
            </a:xfrm>
            <a:custGeom>
              <a:avLst/>
              <a:gdLst/>
              <a:ahLst/>
              <a:cxnLst/>
              <a:rect l="l" t="t" r="r" b="b"/>
              <a:pathLst>
                <a:path w="0" h="55245">
                  <a:moveTo>
                    <a:pt x="0" y="548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4086605" y="5689092"/>
              <a:ext cx="0" cy="45085"/>
            </a:xfrm>
            <a:custGeom>
              <a:avLst/>
              <a:gdLst/>
              <a:ahLst/>
              <a:cxnLst/>
              <a:rect l="l" t="t" r="r" b="b"/>
              <a:pathLst>
                <a:path w="0" h="45085">
                  <a:moveTo>
                    <a:pt x="0" y="449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4086605" y="5689092"/>
              <a:ext cx="0" cy="45085"/>
            </a:xfrm>
            <a:custGeom>
              <a:avLst/>
              <a:gdLst/>
              <a:ahLst/>
              <a:cxnLst/>
              <a:rect l="l" t="t" r="r" b="b"/>
              <a:pathLst>
                <a:path w="0" h="45085">
                  <a:moveTo>
                    <a:pt x="0" y="449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4078985" y="568909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9906"/>
                  </a:moveTo>
                  <a:lnTo>
                    <a:pt x="13715" y="6858"/>
                  </a:lnTo>
                  <a:lnTo>
                    <a:pt x="13715" y="3048"/>
                  </a:lnTo>
                  <a:lnTo>
                    <a:pt x="1066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10667" y="13716"/>
                  </a:lnTo>
                  <a:lnTo>
                    <a:pt x="13715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4078985" y="568909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6858"/>
                  </a:moveTo>
                  <a:lnTo>
                    <a:pt x="13715" y="3048"/>
                  </a:lnTo>
                  <a:lnTo>
                    <a:pt x="10667" y="0"/>
                  </a:lnTo>
                  <a:lnTo>
                    <a:pt x="685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685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6857" y="13716"/>
                  </a:lnTo>
                  <a:lnTo>
                    <a:pt x="10667" y="13716"/>
                  </a:lnTo>
                  <a:lnTo>
                    <a:pt x="13715" y="9906"/>
                  </a:lnTo>
                  <a:lnTo>
                    <a:pt x="13715" y="685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2" name="object 292"/>
          <p:cNvSpPr txBox="1"/>
          <p:nvPr/>
        </p:nvSpPr>
        <p:spPr>
          <a:xfrm>
            <a:off x="4025900" y="5752345"/>
            <a:ext cx="123189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0">
                <a:latin typeface="Arial MT"/>
                <a:cs typeface="Arial MT"/>
              </a:rPr>
              <a:t>currently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has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293" name="object 293"/>
          <p:cNvGrpSpPr/>
          <p:nvPr/>
        </p:nvGrpSpPr>
        <p:grpSpPr>
          <a:xfrm>
            <a:off x="3602863" y="5786754"/>
            <a:ext cx="99695" cy="15240"/>
            <a:chOff x="3602863" y="5786754"/>
            <a:chExt cx="99695" cy="15240"/>
          </a:xfrm>
        </p:grpSpPr>
        <p:sp>
          <p:nvSpPr>
            <p:cNvPr id="294" name="object 294"/>
            <p:cNvSpPr/>
            <p:nvPr/>
          </p:nvSpPr>
          <p:spPr>
            <a:xfrm>
              <a:off x="3603498" y="5795009"/>
              <a:ext cx="98425" cy="0"/>
            </a:xfrm>
            <a:custGeom>
              <a:avLst/>
              <a:gdLst/>
              <a:ahLst/>
              <a:cxnLst/>
              <a:rect l="l" t="t" r="r" b="b"/>
              <a:pathLst>
                <a:path w="98425" h="0">
                  <a:moveTo>
                    <a:pt x="0" y="0"/>
                  </a:moveTo>
                  <a:lnTo>
                    <a:pt x="982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3603498" y="5787389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9906"/>
                  </a:moveTo>
                  <a:lnTo>
                    <a:pt x="13715" y="6858"/>
                  </a:lnTo>
                  <a:lnTo>
                    <a:pt x="13715" y="3048"/>
                  </a:lnTo>
                  <a:lnTo>
                    <a:pt x="1066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10667" y="13716"/>
                  </a:lnTo>
                  <a:lnTo>
                    <a:pt x="13715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3603498" y="5787389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715" y="6858"/>
                  </a:moveTo>
                  <a:lnTo>
                    <a:pt x="13715" y="3048"/>
                  </a:lnTo>
                  <a:lnTo>
                    <a:pt x="10667" y="0"/>
                  </a:lnTo>
                  <a:lnTo>
                    <a:pt x="685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6858"/>
                  </a:lnTo>
                  <a:lnTo>
                    <a:pt x="0" y="9906"/>
                  </a:lnTo>
                  <a:lnTo>
                    <a:pt x="3047" y="13716"/>
                  </a:lnTo>
                  <a:lnTo>
                    <a:pt x="6857" y="13716"/>
                  </a:lnTo>
                  <a:lnTo>
                    <a:pt x="10667" y="13716"/>
                  </a:lnTo>
                  <a:lnTo>
                    <a:pt x="13715" y="9906"/>
                  </a:lnTo>
                  <a:lnTo>
                    <a:pt x="13715" y="685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7" name="object 297"/>
          <p:cNvSpPr txBox="1"/>
          <p:nvPr/>
        </p:nvSpPr>
        <p:spPr>
          <a:xfrm>
            <a:off x="3601211" y="5735418"/>
            <a:ext cx="240665" cy="7112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L="14604">
              <a:lnSpc>
                <a:spcPct val="100000"/>
              </a:lnSpc>
            </a:pPr>
            <a:r>
              <a:rPr dirty="0" sz="100" spc="15">
                <a:solidFill>
                  <a:srgbClr val="004040"/>
                </a:solidFill>
                <a:latin typeface="Arial MT"/>
                <a:cs typeface="Arial MT"/>
              </a:rPr>
              <a:t>Status</a:t>
            </a:r>
            <a:endParaRPr sz="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 sz="100" spc="10">
                <a:latin typeface="Arial MT"/>
                <a:cs typeface="Arial MT"/>
              </a:rPr>
              <a:t>is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a</a:t>
            </a:r>
            <a:r>
              <a:rPr dirty="0" sz="100">
                <a:latin typeface="Arial MT"/>
                <a:cs typeface="Arial MT"/>
              </a:rPr>
              <a:t>            </a:t>
            </a:r>
            <a:r>
              <a:rPr dirty="0" sz="100" spc="-10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Primary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Key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298" name="object 298"/>
          <p:cNvGrpSpPr/>
          <p:nvPr/>
        </p:nvGrpSpPr>
        <p:grpSpPr>
          <a:xfrm>
            <a:off x="3119627" y="2570226"/>
            <a:ext cx="2585085" cy="3339465"/>
            <a:chOff x="3119627" y="2570226"/>
            <a:chExt cx="2585085" cy="3339465"/>
          </a:xfrm>
        </p:grpSpPr>
        <p:sp>
          <p:nvSpPr>
            <p:cNvPr id="299" name="object 299"/>
            <p:cNvSpPr/>
            <p:nvPr/>
          </p:nvSpPr>
          <p:spPr>
            <a:xfrm>
              <a:off x="3119627" y="5242560"/>
              <a:ext cx="1140460" cy="666750"/>
            </a:xfrm>
            <a:custGeom>
              <a:avLst/>
              <a:gdLst/>
              <a:ahLst/>
              <a:cxnLst/>
              <a:rect l="l" t="t" r="r" b="b"/>
              <a:pathLst>
                <a:path w="1140460" h="666750">
                  <a:moveTo>
                    <a:pt x="1139952" y="666750"/>
                  </a:moveTo>
                  <a:lnTo>
                    <a:pt x="1139952" y="0"/>
                  </a:lnTo>
                  <a:lnTo>
                    <a:pt x="0" y="0"/>
                  </a:lnTo>
                  <a:lnTo>
                    <a:pt x="0" y="666750"/>
                  </a:lnTo>
                  <a:lnTo>
                    <a:pt x="4572" y="666750"/>
                  </a:lnTo>
                  <a:lnTo>
                    <a:pt x="4572" y="9143"/>
                  </a:lnTo>
                  <a:lnTo>
                    <a:pt x="9906" y="4572"/>
                  </a:lnTo>
                  <a:lnTo>
                    <a:pt x="9906" y="9143"/>
                  </a:lnTo>
                  <a:lnTo>
                    <a:pt x="1130808" y="9143"/>
                  </a:lnTo>
                  <a:lnTo>
                    <a:pt x="1130808" y="4572"/>
                  </a:lnTo>
                  <a:lnTo>
                    <a:pt x="1135380" y="9143"/>
                  </a:lnTo>
                  <a:lnTo>
                    <a:pt x="1135380" y="666750"/>
                  </a:lnTo>
                  <a:lnTo>
                    <a:pt x="1139952" y="666750"/>
                  </a:lnTo>
                  <a:close/>
                </a:path>
                <a:path w="1140460" h="666750">
                  <a:moveTo>
                    <a:pt x="9906" y="9143"/>
                  </a:moveTo>
                  <a:lnTo>
                    <a:pt x="9906" y="4572"/>
                  </a:lnTo>
                  <a:lnTo>
                    <a:pt x="4572" y="9143"/>
                  </a:lnTo>
                  <a:lnTo>
                    <a:pt x="9906" y="9143"/>
                  </a:lnTo>
                  <a:close/>
                </a:path>
                <a:path w="1140460" h="666750">
                  <a:moveTo>
                    <a:pt x="9906" y="656843"/>
                  </a:moveTo>
                  <a:lnTo>
                    <a:pt x="9906" y="9143"/>
                  </a:lnTo>
                  <a:lnTo>
                    <a:pt x="4572" y="9143"/>
                  </a:lnTo>
                  <a:lnTo>
                    <a:pt x="4572" y="656843"/>
                  </a:lnTo>
                  <a:lnTo>
                    <a:pt x="9906" y="656843"/>
                  </a:lnTo>
                  <a:close/>
                </a:path>
                <a:path w="1140460" h="666750">
                  <a:moveTo>
                    <a:pt x="1135380" y="656843"/>
                  </a:moveTo>
                  <a:lnTo>
                    <a:pt x="4572" y="656843"/>
                  </a:lnTo>
                  <a:lnTo>
                    <a:pt x="9906" y="661415"/>
                  </a:lnTo>
                  <a:lnTo>
                    <a:pt x="9906" y="666750"/>
                  </a:lnTo>
                  <a:lnTo>
                    <a:pt x="1130808" y="666750"/>
                  </a:lnTo>
                  <a:lnTo>
                    <a:pt x="1130808" y="661415"/>
                  </a:lnTo>
                  <a:lnTo>
                    <a:pt x="1135380" y="656843"/>
                  </a:lnTo>
                  <a:close/>
                </a:path>
                <a:path w="1140460" h="666750">
                  <a:moveTo>
                    <a:pt x="9906" y="666750"/>
                  </a:moveTo>
                  <a:lnTo>
                    <a:pt x="9906" y="661415"/>
                  </a:lnTo>
                  <a:lnTo>
                    <a:pt x="4572" y="656843"/>
                  </a:lnTo>
                  <a:lnTo>
                    <a:pt x="4572" y="666750"/>
                  </a:lnTo>
                  <a:lnTo>
                    <a:pt x="9906" y="666750"/>
                  </a:lnTo>
                  <a:close/>
                </a:path>
                <a:path w="1140460" h="666750">
                  <a:moveTo>
                    <a:pt x="1135380" y="9143"/>
                  </a:moveTo>
                  <a:lnTo>
                    <a:pt x="1130808" y="4572"/>
                  </a:lnTo>
                  <a:lnTo>
                    <a:pt x="1130808" y="9143"/>
                  </a:lnTo>
                  <a:lnTo>
                    <a:pt x="1135380" y="9143"/>
                  </a:lnTo>
                  <a:close/>
                </a:path>
                <a:path w="1140460" h="666750">
                  <a:moveTo>
                    <a:pt x="1135380" y="656843"/>
                  </a:moveTo>
                  <a:lnTo>
                    <a:pt x="1135380" y="9143"/>
                  </a:lnTo>
                  <a:lnTo>
                    <a:pt x="1130808" y="9143"/>
                  </a:lnTo>
                  <a:lnTo>
                    <a:pt x="1130808" y="656843"/>
                  </a:lnTo>
                  <a:lnTo>
                    <a:pt x="1135380" y="656843"/>
                  </a:lnTo>
                  <a:close/>
                </a:path>
                <a:path w="1140460" h="666750">
                  <a:moveTo>
                    <a:pt x="1135380" y="666750"/>
                  </a:moveTo>
                  <a:lnTo>
                    <a:pt x="1135380" y="656843"/>
                  </a:lnTo>
                  <a:lnTo>
                    <a:pt x="1130808" y="661415"/>
                  </a:lnTo>
                  <a:lnTo>
                    <a:pt x="1130808" y="666750"/>
                  </a:lnTo>
                  <a:lnTo>
                    <a:pt x="1135380" y="666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4631436" y="2570226"/>
              <a:ext cx="1073150" cy="772160"/>
            </a:xfrm>
            <a:custGeom>
              <a:avLst/>
              <a:gdLst/>
              <a:ahLst/>
              <a:cxnLst/>
              <a:rect l="l" t="t" r="r" b="b"/>
              <a:pathLst>
                <a:path w="1073150" h="772160">
                  <a:moveTo>
                    <a:pt x="1072896" y="771905"/>
                  </a:moveTo>
                  <a:lnTo>
                    <a:pt x="1072896" y="0"/>
                  </a:lnTo>
                  <a:lnTo>
                    <a:pt x="0" y="0"/>
                  </a:lnTo>
                  <a:lnTo>
                    <a:pt x="0" y="771905"/>
                  </a:lnTo>
                  <a:lnTo>
                    <a:pt x="1072896" y="771905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1" name="object 301"/>
          <p:cNvSpPr txBox="1"/>
          <p:nvPr/>
        </p:nvSpPr>
        <p:spPr>
          <a:xfrm>
            <a:off x="4898390" y="2558064"/>
            <a:ext cx="453390" cy="43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15" b="1">
                <a:latin typeface="Arial"/>
                <a:cs typeface="Arial"/>
              </a:rPr>
              <a:t>CEC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Inform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ation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Exchange  Require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ents</a:t>
            </a:r>
            <a:r>
              <a:rPr dirty="0" sz="100" spc="1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-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Class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ifie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d  </a:t>
            </a:r>
            <a:r>
              <a:rPr dirty="0" sz="100" spc="-15" b="1">
                <a:latin typeface="Arial"/>
                <a:cs typeface="Arial"/>
              </a:rPr>
              <a:t>SECRET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when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filled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in</a:t>
            </a:r>
            <a:endParaRPr sz="100">
              <a:latin typeface="Arial"/>
              <a:cs typeface="Arial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4751372" y="2577882"/>
            <a:ext cx="1005840" cy="144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tabLst>
                <a:tab pos="246379" algn="l"/>
              </a:tabLst>
            </a:pPr>
            <a:r>
              <a:rPr dirty="0" sz="100" spc="-10" b="1">
                <a:latin typeface="Arial"/>
                <a:cs typeface="Arial"/>
              </a:rPr>
              <a:t>2	3</a:t>
            </a:r>
            <a:r>
              <a:rPr dirty="0" sz="100" spc="5" b="1">
                <a:latin typeface="Arial"/>
                <a:cs typeface="Arial"/>
              </a:rPr>
              <a:t>                        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4</a:t>
            </a:r>
            <a:r>
              <a:rPr dirty="0" sz="100" spc="5" b="1">
                <a:latin typeface="Arial"/>
                <a:cs typeface="Arial"/>
              </a:rPr>
              <a:t>           </a:t>
            </a:r>
            <a:r>
              <a:rPr dirty="0" sz="100" spc="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5</a:t>
            </a:r>
            <a:r>
              <a:rPr dirty="0" sz="100" spc="10" b="1">
                <a:latin typeface="Arial"/>
                <a:cs typeface="Arial"/>
              </a:rPr>
              <a:t>          </a:t>
            </a:r>
            <a:r>
              <a:rPr dirty="0" sz="100" spc="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6</a:t>
            </a:r>
            <a:r>
              <a:rPr dirty="0" sz="100" spc="5" b="1">
                <a:latin typeface="Arial"/>
                <a:cs typeface="Arial"/>
              </a:rPr>
              <a:t>              </a:t>
            </a:r>
            <a:r>
              <a:rPr dirty="0" sz="100" spc="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7</a:t>
            </a:r>
            <a:r>
              <a:rPr dirty="0" sz="100" spc="5" b="1">
                <a:latin typeface="Arial"/>
                <a:cs typeface="Arial"/>
              </a:rPr>
              <a:t>             </a:t>
            </a:r>
            <a:r>
              <a:rPr dirty="0" sz="100" spc="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8</a:t>
            </a:r>
            <a:r>
              <a:rPr dirty="0" sz="100" spc="5" b="1">
                <a:latin typeface="Arial"/>
                <a:cs typeface="Arial"/>
              </a:rPr>
              <a:t>               </a:t>
            </a:r>
            <a:r>
              <a:rPr dirty="0" sz="100" spc="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9</a:t>
            </a:r>
            <a:r>
              <a:rPr dirty="0" sz="100" spc="5" b="1">
                <a:latin typeface="Arial"/>
                <a:cs typeface="Arial"/>
              </a:rPr>
              <a:t>           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10</a:t>
            </a:r>
            <a:r>
              <a:rPr dirty="0" sz="100" spc="5" b="1">
                <a:latin typeface="Arial"/>
                <a:cs typeface="Arial"/>
              </a:rPr>
              <a:t>                    </a:t>
            </a:r>
            <a:r>
              <a:rPr dirty="0" sz="100" spc="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11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 marL="88900">
              <a:lnSpc>
                <a:spcPts val="100"/>
              </a:lnSpc>
            </a:pP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               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f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5" b="1">
                <a:latin typeface="Arial"/>
                <a:cs typeface="Arial"/>
              </a:rPr>
              <a:t>h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ac</a:t>
            </a:r>
            <a:r>
              <a:rPr dirty="0" sz="100" spc="-5" b="1">
                <a:latin typeface="Arial"/>
                <a:cs typeface="Arial"/>
              </a:rPr>
              <a:t>te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5" b="1">
                <a:latin typeface="Arial"/>
                <a:cs typeface="Arial"/>
              </a:rPr>
              <a:t>z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55555" sz="150" spc="-30" b="1">
                <a:latin typeface="Arial"/>
                <a:cs typeface="Arial"/>
              </a:rPr>
              <a:t>S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n</a:t>
            </a:r>
            <a:r>
              <a:rPr dirty="0" baseline="55555" sz="150" spc="-7" b="1">
                <a:latin typeface="Arial"/>
                <a:cs typeface="Arial"/>
              </a:rPr>
              <a:t>d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15" b="1">
                <a:latin typeface="Arial"/>
                <a:cs typeface="Arial"/>
              </a:rPr>
              <a:t>g</a:t>
            </a:r>
            <a:r>
              <a:rPr dirty="0" baseline="55555" sz="150" b="1">
                <a:latin typeface="Arial"/>
                <a:cs typeface="Arial"/>
              </a:rPr>
              <a:t>   </a:t>
            </a:r>
            <a:r>
              <a:rPr dirty="0" baseline="55555" sz="150" spc="-22" b="1">
                <a:latin typeface="Arial"/>
                <a:cs typeface="Arial"/>
              </a:rPr>
              <a:t> </a:t>
            </a:r>
            <a:r>
              <a:rPr dirty="0" baseline="55555" sz="150" spc="-37" b="1">
                <a:latin typeface="Arial"/>
                <a:cs typeface="Arial"/>
              </a:rPr>
              <a:t>R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15" b="1">
                <a:latin typeface="Arial"/>
                <a:cs typeface="Arial"/>
              </a:rPr>
              <a:t>v</a:t>
            </a:r>
            <a:r>
              <a:rPr dirty="0" baseline="55555" sz="150" spc="-15" b="1">
                <a:latin typeface="Arial"/>
                <a:cs typeface="Arial"/>
              </a:rPr>
              <a:t>in</a:t>
            </a:r>
            <a:r>
              <a:rPr dirty="0" baseline="55555" sz="150" spc="-15" b="1">
                <a:latin typeface="Arial"/>
                <a:cs typeface="Arial"/>
              </a:rPr>
              <a:t>g</a:t>
            </a:r>
            <a:r>
              <a:rPr dirty="0" baseline="55555" sz="15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C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ic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5" b="1">
                <a:latin typeface="Arial"/>
                <a:cs typeface="Arial"/>
              </a:rPr>
              <a:t>l</a:t>
            </a:r>
            <a:r>
              <a:rPr dirty="0" sz="100" b="1">
                <a:latin typeface="Arial"/>
                <a:cs typeface="Arial"/>
              </a:rPr>
              <a:t>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F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           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10" b="1">
                <a:latin typeface="Arial"/>
                <a:cs typeface="Arial"/>
              </a:rPr>
              <a:t>l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ss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L</a:t>
            </a:r>
            <a:r>
              <a:rPr dirty="0" baseline="55555" sz="150" spc="-7" b="1">
                <a:latin typeface="Arial"/>
                <a:cs typeface="Arial"/>
              </a:rPr>
              <a:t>at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nc</a:t>
            </a:r>
            <a:r>
              <a:rPr dirty="0" baseline="55555" sz="150" spc="-15" b="1">
                <a:latin typeface="Arial"/>
                <a:cs typeface="Arial"/>
              </a:rPr>
              <a:t>y</a:t>
            </a:r>
            <a:r>
              <a:rPr dirty="0" baseline="55555" sz="150" spc="-7" b="1">
                <a:latin typeface="Arial"/>
                <a:cs typeface="Arial"/>
              </a:rPr>
              <a:t>: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30" b="1">
                <a:latin typeface="Arial"/>
                <a:cs typeface="Arial"/>
              </a:rPr>
              <a:t>S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spc="-15" b="1">
                <a:latin typeface="Arial"/>
                <a:cs typeface="Arial"/>
              </a:rPr>
              <a:t>/</a:t>
            </a:r>
            <a:r>
              <a:rPr dirty="0" baseline="55555" sz="150" spc="-37" b="1">
                <a:latin typeface="Arial"/>
                <a:cs typeface="Arial"/>
              </a:rPr>
              <a:t>E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15" b="1">
                <a:latin typeface="Arial"/>
                <a:cs typeface="Arial"/>
              </a:rPr>
              <a:t>g</a:t>
            </a:r>
            <a:r>
              <a:rPr dirty="0" baseline="55555" sz="150" b="1">
                <a:latin typeface="Arial"/>
                <a:cs typeface="Arial"/>
              </a:rPr>
              <a:t>     </a:t>
            </a:r>
            <a:r>
              <a:rPr dirty="0" baseline="55555" sz="150" spc="-22" b="1">
                <a:latin typeface="Arial"/>
                <a:cs typeface="Arial"/>
              </a:rPr>
              <a:t> </a:t>
            </a:r>
            <a:r>
              <a:rPr dirty="0" baseline="55555" sz="150" spc="-7" b="1">
                <a:latin typeface="Arial"/>
                <a:cs typeface="Arial"/>
              </a:rPr>
              <a:t>M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ss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spc="-22" b="1">
                <a:latin typeface="Arial"/>
                <a:cs typeface="Arial"/>
              </a:rPr>
              <a:t>g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b="1">
                <a:latin typeface="Arial"/>
                <a:cs typeface="Arial"/>
              </a:rPr>
              <a:t>   </a:t>
            </a:r>
            <a:r>
              <a:rPr dirty="0" baseline="55555" sz="150" spc="15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R</a:t>
            </a:r>
            <a:r>
              <a:rPr dirty="0" sz="100" spc="-10" b="1">
                <a:latin typeface="Arial"/>
                <a:cs typeface="Arial"/>
              </a:rPr>
              <a:t>em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0" b="1">
                <a:latin typeface="Arial"/>
                <a:cs typeface="Arial"/>
              </a:rPr>
              <a:t>k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s</a:t>
            </a:r>
            <a:endParaRPr sz="100">
              <a:latin typeface="Arial"/>
              <a:cs typeface="Arial"/>
            </a:endParaRPr>
          </a:p>
          <a:p>
            <a:pPr marL="345440">
              <a:lnSpc>
                <a:spcPts val="100"/>
              </a:lnSpc>
              <a:tabLst>
                <a:tab pos="671195" algn="l"/>
              </a:tabLst>
            </a:pPr>
            <a:r>
              <a:rPr dirty="0" sz="100" spc="-2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5" b="1">
                <a:latin typeface="Arial"/>
                <a:cs typeface="Arial"/>
              </a:rPr>
              <a:t>d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b="1">
                <a:latin typeface="Arial"/>
                <a:cs typeface="Arial"/>
              </a:rPr>
              <a:t>        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2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5" b="1">
                <a:latin typeface="Arial"/>
                <a:cs typeface="Arial"/>
              </a:rPr>
              <a:t>d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b="1">
                <a:latin typeface="Arial"/>
                <a:cs typeface="Arial"/>
              </a:rPr>
              <a:t>	</a:t>
            </a:r>
            <a:r>
              <a:rPr dirty="0" sz="100" spc="-20" b="1">
                <a:latin typeface="Arial"/>
                <a:cs typeface="Arial"/>
              </a:rPr>
              <a:t>S</a:t>
            </a:r>
            <a:r>
              <a:rPr dirty="0" sz="100" spc="-5" b="1">
                <a:latin typeface="Arial"/>
                <a:cs typeface="Arial"/>
              </a:rPr>
              <a:t>up</a:t>
            </a:r>
            <a:r>
              <a:rPr dirty="0" sz="100" spc="-15" b="1">
                <a:latin typeface="Arial"/>
                <a:cs typeface="Arial"/>
              </a:rPr>
              <a:t>p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5" b="1">
                <a:latin typeface="Arial"/>
                <a:cs typeface="Arial"/>
              </a:rPr>
              <a:t>rt</a:t>
            </a:r>
            <a:r>
              <a:rPr dirty="0" sz="100" b="1">
                <a:latin typeface="Arial"/>
                <a:cs typeface="Arial"/>
              </a:rPr>
              <a:t>                 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5" b="1">
                <a:latin typeface="Arial"/>
                <a:cs typeface="Arial"/>
              </a:rPr>
              <a:t>r</a:t>
            </a:r>
            <a:r>
              <a:rPr dirty="0" sz="100" b="1">
                <a:latin typeface="Arial"/>
                <a:cs typeface="Arial"/>
              </a:rPr>
              <a:t>ro</a:t>
            </a:r>
            <a:r>
              <a:rPr dirty="0" sz="100" spc="-5" b="1">
                <a:latin typeface="Arial"/>
                <a:cs typeface="Arial"/>
              </a:rPr>
              <a:t>r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25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e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tabLst>
                <a:tab pos="848994" algn="l"/>
              </a:tabLst>
            </a:pP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22" b="1">
                <a:latin typeface="Arial"/>
                <a:cs typeface="Arial"/>
              </a:rPr>
              <a:t>d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r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u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em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n</a:t>
            </a:r>
            <a:r>
              <a:rPr dirty="0" baseline="27777" sz="150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	</a:t>
            </a:r>
            <a:r>
              <a:rPr dirty="0" baseline="27777" sz="150" spc="-22" b="1">
                <a:latin typeface="Arial"/>
                <a:cs typeface="Arial"/>
              </a:rPr>
              <a:t>R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F</a:t>
            </a:r>
            <a:r>
              <a:rPr dirty="0" baseline="27777" sz="150" spc="-7" b="1">
                <a:latin typeface="Arial"/>
                <a:cs typeface="Arial"/>
              </a:rPr>
              <a:t>: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b="1">
                <a:latin typeface="Arial"/>
                <a:cs typeface="Arial"/>
              </a:rPr>
              <a:t>-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p</a:t>
            </a:r>
            <a:r>
              <a:rPr dirty="0" baseline="27777" sz="150" spc="-15" b="1">
                <a:latin typeface="Arial"/>
                <a:cs typeface="Arial"/>
              </a:rPr>
              <a:t>ec</a:t>
            </a:r>
            <a:endParaRPr baseline="27777" sz="150">
              <a:latin typeface="Arial"/>
              <a:cs typeface="Arial"/>
            </a:endParaRPr>
          </a:p>
          <a:p>
            <a:pPr marL="159385" marR="73025" indent="-66675">
              <a:lnSpc>
                <a:spcPct val="69900"/>
              </a:lnSpc>
              <a:spcBef>
                <a:spcPts val="70"/>
              </a:spcBef>
              <a:tabLst>
                <a:tab pos="848994" algn="l"/>
              </a:tabLst>
            </a:pP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7" b="1">
                <a:latin typeface="Arial"/>
                <a:cs typeface="Arial"/>
              </a:rPr>
              <a:t>u</a:t>
            </a:r>
            <a:r>
              <a:rPr dirty="0" baseline="55555" sz="150" spc="-22" b="1">
                <a:latin typeface="Arial"/>
                <a:cs typeface="Arial"/>
              </a:rPr>
              <a:t>p</a:t>
            </a:r>
            <a:r>
              <a:rPr dirty="0" baseline="55555" sz="150" spc="-7" b="1">
                <a:latin typeface="Arial"/>
                <a:cs typeface="Arial"/>
              </a:rPr>
              <a:t>p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d</a:t>
            </a:r>
            <a:r>
              <a:rPr dirty="0" baseline="55555" sz="150" spc="-7" b="1">
                <a:latin typeface="Arial"/>
                <a:cs typeface="Arial"/>
              </a:rPr>
              <a:t>at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b="1">
                <a:latin typeface="Arial"/>
                <a:cs typeface="Arial"/>
              </a:rPr>
              <a:t>f</a:t>
            </a:r>
            <a:r>
              <a:rPr dirty="0" baseline="55555" sz="150" spc="-22" b="1">
                <a:latin typeface="Arial"/>
                <a:cs typeface="Arial"/>
              </a:rPr>
              <a:t>u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io</a:t>
            </a:r>
            <a:r>
              <a:rPr dirty="0" baseline="55555" sz="150" spc="-15" b="1">
                <a:latin typeface="Arial"/>
                <a:cs typeface="Arial"/>
              </a:rPr>
              <a:t>n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spc="-7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m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p</a:t>
            </a:r>
            <a:r>
              <a:rPr dirty="0" baseline="55555" sz="150" spc="-7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b="1">
                <a:latin typeface="Arial"/>
                <a:cs typeface="Arial"/>
              </a:rPr>
              <a:t>i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b="1">
                <a:latin typeface="Arial"/>
                <a:cs typeface="Arial"/>
              </a:rPr>
              <a:t>  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37" b="1">
                <a:latin typeface="Arial"/>
                <a:cs typeface="Arial"/>
              </a:rPr>
              <a:t>H</a:t>
            </a:r>
            <a:r>
              <a:rPr dirty="0" baseline="55555" sz="150" spc="-7" b="1">
                <a:latin typeface="Arial"/>
                <a:cs typeface="Arial"/>
              </a:rPr>
              <a:t>o</a:t>
            </a:r>
            <a:r>
              <a:rPr dirty="0" baseline="55555" sz="150" spc="-7" b="1">
                <a:latin typeface="Arial"/>
                <a:cs typeface="Arial"/>
              </a:rPr>
              <a:t>st</a:t>
            </a:r>
            <a:r>
              <a:rPr dirty="0" baseline="55555" sz="150" b="1">
                <a:latin typeface="Arial"/>
                <a:cs typeface="Arial"/>
              </a:rPr>
              <a:t>    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spc="-30" b="1">
                <a:latin typeface="Arial"/>
                <a:cs typeface="Arial"/>
              </a:rPr>
              <a:t>E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b="1">
                <a:latin typeface="Arial"/>
                <a:cs typeface="Arial"/>
              </a:rPr>
              <a:t>             </a:t>
            </a:r>
            <a:r>
              <a:rPr dirty="0" baseline="55555" sz="150" spc="-30" b="1">
                <a:latin typeface="Arial"/>
                <a:cs typeface="Arial"/>
              </a:rPr>
              <a:t>Y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b="1">
                <a:latin typeface="Arial"/>
                <a:cs typeface="Arial"/>
              </a:rPr>
              <a:t>   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37" b="1">
                <a:latin typeface="Arial"/>
                <a:cs typeface="Arial"/>
              </a:rPr>
              <a:t>B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15" b="1">
                <a:latin typeface="Arial"/>
                <a:cs typeface="Arial"/>
              </a:rPr>
              <a:t>y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spc="-15" b="1">
                <a:latin typeface="Arial"/>
                <a:cs typeface="Arial"/>
              </a:rPr>
              <a:t>W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37" b="1">
                <a:latin typeface="Arial"/>
                <a:cs typeface="Arial"/>
              </a:rPr>
              <a:t>D</a:t>
            </a:r>
            <a:r>
              <a:rPr dirty="0" baseline="55555" sz="150" spc="-15" b="1">
                <a:latin typeface="Arial"/>
                <a:cs typeface="Arial"/>
              </a:rPr>
              <a:t>D</a:t>
            </a:r>
            <a:r>
              <a:rPr dirty="0" baseline="55555" sz="150" b="1">
                <a:latin typeface="Arial"/>
                <a:cs typeface="Arial"/>
              </a:rPr>
              <a:t>   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7" b="1">
                <a:latin typeface="Arial"/>
                <a:cs typeface="Arial"/>
              </a:rPr>
              <a:t>et</a:t>
            </a:r>
            <a:r>
              <a:rPr dirty="0" baseline="55555" sz="150" b="1">
                <a:latin typeface="Arial"/>
                <a:cs typeface="Arial"/>
              </a:rPr>
              <a:t>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ecs</a:t>
            </a:r>
            <a:r>
              <a:rPr dirty="0" baseline="55555" sz="150" spc="-15" b="1">
                <a:latin typeface="Arial"/>
                <a:cs typeface="Arial"/>
              </a:rPr>
              <a:t>/</a:t>
            </a:r>
            <a:r>
              <a:rPr dirty="0" baseline="55555" sz="150" spc="-22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x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b="1">
                <a:latin typeface="Arial"/>
                <a:cs typeface="Arial"/>
              </a:rPr>
              <a:t>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xx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%</a:t>
            </a:r>
            <a:r>
              <a:rPr dirty="0" baseline="55555" sz="150" b="1">
                <a:latin typeface="Arial"/>
                <a:cs typeface="Arial"/>
              </a:rPr>
              <a:t>      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spc="-22" b="1">
                <a:latin typeface="Arial"/>
                <a:cs typeface="Arial"/>
              </a:rPr>
              <a:t>ab</a:t>
            </a:r>
            <a:r>
              <a:rPr dirty="0" baseline="55555" sz="150" spc="-15" b="1">
                <a:latin typeface="Arial"/>
                <a:cs typeface="Arial"/>
              </a:rPr>
              <a:t>l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3</a:t>
            </a:r>
            <a:r>
              <a:rPr dirty="0" baseline="55555" sz="150" b="1">
                <a:latin typeface="Arial"/>
                <a:cs typeface="Arial"/>
              </a:rPr>
              <a:t>-</a:t>
            </a:r>
            <a:r>
              <a:rPr dirty="0" baseline="55555" sz="150" spc="-15" b="1">
                <a:latin typeface="Arial"/>
                <a:cs typeface="Arial"/>
              </a:rPr>
              <a:t>3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7" b="1">
                <a:latin typeface="Arial"/>
                <a:cs typeface="Arial"/>
              </a:rPr>
              <a:t>d  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ac</a:t>
            </a:r>
            <a:r>
              <a:rPr dirty="0" sz="100" spc="-10" b="1">
                <a:latin typeface="Arial"/>
                <a:cs typeface="Arial"/>
              </a:rPr>
              <a:t>k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g</a:t>
            </a:r>
            <a:r>
              <a:rPr dirty="0" sz="100" b="1">
                <a:latin typeface="Arial"/>
                <a:cs typeface="Arial"/>
              </a:rPr>
              <a:t>	</a:t>
            </a:r>
            <a:r>
              <a:rPr dirty="0" sz="100" spc="-15" b="1">
                <a:latin typeface="Arial"/>
                <a:cs typeface="Arial"/>
              </a:rPr>
              <a:t>Ho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q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s</a:t>
            </a:r>
            <a:endParaRPr sz="100">
              <a:latin typeface="Arial"/>
              <a:cs typeface="Arial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4898378" y="2738599"/>
            <a:ext cx="72390" cy="43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ac</a:t>
            </a:r>
            <a:r>
              <a:rPr dirty="0" sz="100" spc="-10" b="1">
                <a:latin typeface="Arial"/>
                <a:cs typeface="Arial"/>
              </a:rPr>
              <a:t>k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g</a:t>
            </a:r>
            <a:endParaRPr sz="100">
              <a:latin typeface="Arial"/>
              <a:cs typeface="Arial"/>
            </a:endParaRPr>
          </a:p>
        </p:txBody>
      </p:sp>
      <p:sp>
        <p:nvSpPr>
          <p:cNvPr id="304" name="object 304"/>
          <p:cNvSpPr txBox="1"/>
          <p:nvPr/>
        </p:nvSpPr>
        <p:spPr>
          <a:xfrm>
            <a:off x="4787127" y="2704447"/>
            <a:ext cx="822960" cy="66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30" b="1">
                <a:latin typeface="Arial"/>
                <a:cs typeface="Arial"/>
              </a:rPr>
              <a:t>F</a:t>
            </a:r>
            <a:r>
              <a:rPr dirty="0" baseline="27777" sz="150" spc="-15" b="1">
                <a:latin typeface="Arial"/>
                <a:cs typeface="Arial"/>
              </a:rPr>
              <a:t>F</a:t>
            </a:r>
            <a:r>
              <a:rPr dirty="0" baseline="27777" sz="150" spc="-22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u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em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u</a:t>
            </a:r>
            <a:r>
              <a:rPr dirty="0" baseline="27777" sz="150" spc="-22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p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endParaRPr baseline="27777" sz="150">
              <a:latin typeface="Arial"/>
              <a:cs typeface="Arial"/>
            </a:endParaRPr>
          </a:p>
          <a:p>
            <a:pPr marL="57150">
              <a:lnSpc>
                <a:spcPct val="100000"/>
              </a:lnSpc>
              <a:spcBef>
                <a:spcPts val="45"/>
              </a:spcBef>
            </a:pP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d</a:t>
            </a:r>
            <a:r>
              <a:rPr dirty="0" baseline="55555" sz="150" spc="-7" b="1">
                <a:latin typeface="Arial"/>
                <a:cs typeface="Arial"/>
              </a:rPr>
              <a:t>at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b="1">
                <a:latin typeface="Arial"/>
                <a:cs typeface="Arial"/>
              </a:rPr>
              <a:t>f</a:t>
            </a:r>
            <a:r>
              <a:rPr dirty="0" baseline="55555" sz="150" spc="-22" b="1">
                <a:latin typeface="Arial"/>
                <a:cs typeface="Arial"/>
              </a:rPr>
              <a:t>u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io</a:t>
            </a:r>
            <a:r>
              <a:rPr dirty="0" baseline="55555" sz="150" spc="-15" b="1">
                <a:latin typeface="Arial"/>
                <a:cs typeface="Arial"/>
              </a:rPr>
              <a:t>n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15" b="1">
                <a:latin typeface="Arial"/>
                <a:cs typeface="Arial"/>
              </a:rPr>
              <a:t>d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c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m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7" b="1">
                <a:latin typeface="Arial"/>
                <a:cs typeface="Arial"/>
              </a:rPr>
              <a:t>p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b="1">
                <a:latin typeface="Arial"/>
                <a:cs typeface="Arial"/>
              </a:rPr>
              <a:t>          </a:t>
            </a:r>
            <a:r>
              <a:rPr dirty="0" baseline="55555" sz="150" spc="-37" b="1">
                <a:latin typeface="Arial"/>
                <a:cs typeface="Arial"/>
              </a:rPr>
              <a:t>H</a:t>
            </a:r>
            <a:r>
              <a:rPr dirty="0" baseline="55555" sz="150" spc="-7" b="1">
                <a:latin typeface="Arial"/>
                <a:cs typeface="Arial"/>
              </a:rPr>
              <a:t>o</a:t>
            </a:r>
            <a:r>
              <a:rPr dirty="0" baseline="55555" sz="150" spc="-7" b="1">
                <a:latin typeface="Arial"/>
                <a:cs typeface="Arial"/>
              </a:rPr>
              <a:t>st</a:t>
            </a:r>
            <a:r>
              <a:rPr dirty="0" baseline="55555" sz="150" b="1">
                <a:latin typeface="Arial"/>
                <a:cs typeface="Arial"/>
              </a:rPr>
              <a:t>    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spc="-30" b="1">
                <a:latin typeface="Arial"/>
                <a:cs typeface="Arial"/>
              </a:rPr>
              <a:t>E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b="1">
                <a:latin typeface="Arial"/>
                <a:cs typeface="Arial"/>
              </a:rPr>
              <a:t>             </a:t>
            </a:r>
            <a:r>
              <a:rPr dirty="0" baseline="55555" sz="150" spc="-30" b="1">
                <a:latin typeface="Arial"/>
                <a:cs typeface="Arial"/>
              </a:rPr>
              <a:t>Y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b="1">
                <a:latin typeface="Arial"/>
                <a:cs typeface="Arial"/>
              </a:rPr>
              <a:t>   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37" b="1">
                <a:latin typeface="Arial"/>
                <a:cs typeface="Arial"/>
              </a:rPr>
              <a:t>B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15" b="1">
                <a:latin typeface="Arial"/>
                <a:cs typeface="Arial"/>
              </a:rPr>
              <a:t>y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spc="-15" b="1">
                <a:latin typeface="Arial"/>
                <a:cs typeface="Arial"/>
              </a:rPr>
              <a:t>W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37" b="1">
                <a:latin typeface="Arial"/>
                <a:cs typeface="Arial"/>
              </a:rPr>
              <a:t>D</a:t>
            </a:r>
            <a:r>
              <a:rPr dirty="0" baseline="55555" sz="150" spc="-15" b="1">
                <a:latin typeface="Arial"/>
                <a:cs typeface="Arial"/>
              </a:rPr>
              <a:t>D</a:t>
            </a:r>
            <a:r>
              <a:rPr dirty="0" baseline="55555" sz="150" b="1">
                <a:latin typeface="Arial"/>
                <a:cs typeface="Arial"/>
              </a:rPr>
              <a:t>   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7" b="1">
                <a:latin typeface="Arial"/>
                <a:cs typeface="Arial"/>
              </a:rPr>
              <a:t>et</a:t>
            </a:r>
            <a:r>
              <a:rPr dirty="0" baseline="55555" sz="150" b="1">
                <a:latin typeface="Arial"/>
                <a:cs typeface="Arial"/>
              </a:rPr>
              <a:t>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ecs</a:t>
            </a:r>
            <a:r>
              <a:rPr dirty="0" baseline="55555" sz="150" spc="-15" b="1">
                <a:latin typeface="Arial"/>
                <a:cs typeface="Arial"/>
              </a:rPr>
              <a:t>/</a:t>
            </a:r>
            <a:r>
              <a:rPr dirty="0" baseline="55555" sz="150" spc="-22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x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b="1">
                <a:latin typeface="Arial"/>
                <a:cs typeface="Arial"/>
              </a:rPr>
              <a:t>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xx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%</a:t>
            </a:r>
            <a:endParaRPr baseline="55555" sz="150">
              <a:latin typeface="Arial"/>
              <a:cs typeface="Arial"/>
            </a:endParaRPr>
          </a:p>
        </p:txBody>
      </p:sp>
      <p:sp>
        <p:nvSpPr>
          <p:cNvPr id="305" name="object 305"/>
          <p:cNvSpPr txBox="1"/>
          <p:nvPr/>
        </p:nvSpPr>
        <p:spPr>
          <a:xfrm>
            <a:off x="4634453" y="2591974"/>
            <a:ext cx="209550" cy="32829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algn="ctr" marR="57785">
              <a:lnSpc>
                <a:spcPct val="100000"/>
              </a:lnSpc>
              <a:spcBef>
                <a:spcPts val="5"/>
              </a:spcBef>
            </a:pPr>
            <a:r>
              <a:rPr dirty="0" sz="100" spc="-10" b="1">
                <a:latin typeface="Arial"/>
                <a:cs typeface="Arial"/>
              </a:rPr>
              <a:t>1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" spc="-15" b="1">
                <a:latin typeface="Arial"/>
                <a:cs typeface="Arial"/>
              </a:rPr>
              <a:t>Ra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l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15" b="1">
                <a:latin typeface="Arial"/>
                <a:cs typeface="Arial"/>
              </a:rPr>
              <a:t>J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L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b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5" b="1">
                <a:latin typeface="Arial"/>
                <a:cs typeface="Arial"/>
              </a:rPr>
              <a:t>r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v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Ac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spc="-5" b="1">
                <a:latin typeface="Arial"/>
                <a:cs typeface="Arial"/>
              </a:rPr>
              <a:t>i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Arial"/>
              <a:cs typeface="Arial"/>
            </a:endParaRPr>
          </a:p>
          <a:p>
            <a:pPr>
              <a:lnSpc>
                <a:spcPts val="100"/>
              </a:lnSpc>
              <a:spcBef>
                <a:spcPts val="5"/>
              </a:spcBef>
            </a:pP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5.1.</a:t>
            </a:r>
            <a:r>
              <a:rPr dirty="0" sz="100" spc="-10" b="1">
                <a:latin typeface="Arial"/>
                <a:cs typeface="Arial"/>
              </a:rPr>
              <a:t>1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f</a:t>
            </a:r>
            <a:r>
              <a:rPr dirty="0" sz="100" spc="-10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v</a:t>
            </a:r>
            <a:r>
              <a:rPr dirty="0" baseline="55555" sz="150" spc="-15" b="1">
                <a:latin typeface="Arial"/>
                <a:cs typeface="Arial"/>
              </a:rPr>
              <a:t>id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endParaRPr baseline="55555" sz="150">
              <a:latin typeface="Arial"/>
              <a:cs typeface="Arial"/>
            </a:endParaRPr>
          </a:p>
          <a:p>
            <a:pPr algn="r">
              <a:lnSpc>
                <a:spcPts val="100"/>
              </a:lnSpc>
            </a:pP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Arial"/>
              <a:cs typeface="Arial"/>
            </a:endParaRPr>
          </a:p>
          <a:p>
            <a:pPr>
              <a:lnSpc>
                <a:spcPts val="100"/>
              </a:lnSpc>
            </a:pP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5.1.</a:t>
            </a:r>
            <a:r>
              <a:rPr dirty="0" sz="100" spc="-10" b="1">
                <a:latin typeface="Arial"/>
                <a:cs typeface="Arial"/>
              </a:rPr>
              <a:t>1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f</a:t>
            </a:r>
            <a:r>
              <a:rPr dirty="0" sz="100" spc="-10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v</a:t>
            </a:r>
            <a:r>
              <a:rPr dirty="0" baseline="55555" sz="150" spc="-15" b="1">
                <a:latin typeface="Arial"/>
                <a:cs typeface="Arial"/>
              </a:rPr>
              <a:t>id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endParaRPr baseline="55555" sz="150">
              <a:latin typeface="Arial"/>
              <a:cs typeface="Arial"/>
            </a:endParaRPr>
          </a:p>
          <a:p>
            <a:pPr algn="r">
              <a:lnSpc>
                <a:spcPts val="100"/>
              </a:lnSpc>
            </a:pP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Arial"/>
              <a:cs typeface="Arial"/>
            </a:endParaRPr>
          </a:p>
          <a:p>
            <a:pPr>
              <a:lnSpc>
                <a:spcPts val="95"/>
              </a:lnSpc>
            </a:pP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5.1.</a:t>
            </a:r>
            <a:r>
              <a:rPr dirty="0" sz="100" spc="-10" b="1">
                <a:latin typeface="Arial"/>
                <a:cs typeface="Arial"/>
              </a:rPr>
              <a:t>1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f</a:t>
            </a:r>
            <a:r>
              <a:rPr dirty="0" sz="100" spc="-10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v</a:t>
            </a:r>
            <a:r>
              <a:rPr dirty="0" baseline="55555" sz="150" spc="-15" b="1">
                <a:latin typeface="Arial"/>
                <a:cs typeface="Arial"/>
              </a:rPr>
              <a:t>id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endParaRPr baseline="55555" sz="150">
              <a:latin typeface="Arial"/>
              <a:cs typeface="Arial"/>
            </a:endParaRPr>
          </a:p>
          <a:p>
            <a:pPr algn="r">
              <a:lnSpc>
                <a:spcPts val="95"/>
              </a:lnSpc>
            </a:pP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>
              <a:lnSpc>
                <a:spcPts val="100"/>
              </a:lnSpc>
              <a:spcBef>
                <a:spcPts val="85"/>
              </a:spcBef>
            </a:pP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5.1.</a:t>
            </a:r>
            <a:r>
              <a:rPr dirty="0" sz="100" spc="-10" b="1">
                <a:latin typeface="Arial"/>
                <a:cs typeface="Arial"/>
              </a:rPr>
              <a:t>1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f</a:t>
            </a:r>
            <a:r>
              <a:rPr dirty="0" sz="100" spc="-10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v</a:t>
            </a:r>
            <a:r>
              <a:rPr dirty="0" baseline="27777" sz="150" spc="-15" b="1">
                <a:latin typeface="Arial"/>
                <a:cs typeface="Arial"/>
              </a:rPr>
              <a:t>id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endParaRPr baseline="27777" sz="150">
              <a:latin typeface="Arial"/>
              <a:cs typeface="Arial"/>
            </a:endParaRPr>
          </a:p>
          <a:p>
            <a:pPr algn="r">
              <a:lnSpc>
                <a:spcPts val="100"/>
              </a:lnSpc>
            </a:pP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>
              <a:lnSpc>
                <a:spcPts val="100"/>
              </a:lnSpc>
              <a:spcBef>
                <a:spcPts val="85"/>
              </a:spcBef>
            </a:pP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5.1.</a:t>
            </a:r>
            <a:r>
              <a:rPr dirty="0" sz="100" spc="-10" b="1">
                <a:latin typeface="Arial"/>
                <a:cs typeface="Arial"/>
              </a:rPr>
              <a:t>1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f</a:t>
            </a:r>
            <a:r>
              <a:rPr dirty="0" sz="100" spc="-10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v</a:t>
            </a:r>
            <a:r>
              <a:rPr dirty="0" baseline="55555" sz="150" spc="-15" b="1">
                <a:latin typeface="Arial"/>
                <a:cs typeface="Arial"/>
              </a:rPr>
              <a:t>id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endParaRPr baseline="55555" sz="150">
              <a:latin typeface="Arial"/>
              <a:cs typeface="Arial"/>
            </a:endParaRPr>
          </a:p>
          <a:p>
            <a:pPr algn="r">
              <a:lnSpc>
                <a:spcPts val="100"/>
              </a:lnSpc>
            </a:pP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endParaRPr sz="100">
              <a:latin typeface="Arial"/>
              <a:cs typeface="Arial"/>
            </a:endParaRPr>
          </a:p>
        </p:txBody>
      </p:sp>
      <p:sp>
        <p:nvSpPr>
          <p:cNvPr id="306" name="object 306"/>
          <p:cNvSpPr txBox="1"/>
          <p:nvPr/>
        </p:nvSpPr>
        <p:spPr>
          <a:xfrm>
            <a:off x="4749027" y="2765385"/>
            <a:ext cx="102298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  <a:tabLst>
                <a:tab pos="851535" algn="l"/>
              </a:tabLst>
            </a:pP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30" b="1">
                <a:latin typeface="Arial"/>
                <a:cs typeface="Arial"/>
              </a:rPr>
              <a:t>F</a:t>
            </a:r>
            <a:r>
              <a:rPr dirty="0" baseline="27777" sz="150" spc="-15" b="1">
                <a:latin typeface="Arial"/>
                <a:cs typeface="Arial"/>
              </a:rPr>
              <a:t>F</a:t>
            </a:r>
            <a:r>
              <a:rPr dirty="0" baseline="27777" sz="150" spc="-22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b="1">
                <a:latin typeface="Arial"/>
                <a:cs typeface="Arial"/>
              </a:rPr>
              <a:t>rr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7" b="1">
                <a:latin typeface="Arial"/>
                <a:cs typeface="Arial"/>
              </a:rPr>
              <a:t>g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n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q</a:t>
            </a:r>
            <a:r>
              <a:rPr dirty="0" baseline="27777" sz="150" spc="-7" b="1">
                <a:latin typeface="Arial"/>
                <a:cs typeface="Arial"/>
              </a:rPr>
              <a:t>u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	</a:t>
            </a:r>
            <a:r>
              <a:rPr dirty="0" sz="100" spc="-15" b="1">
                <a:latin typeface="Arial"/>
                <a:cs typeface="Arial"/>
              </a:rPr>
              <a:t>R</a:t>
            </a:r>
            <a:r>
              <a:rPr dirty="0" sz="100" spc="-10" b="1">
                <a:latin typeface="Arial"/>
                <a:cs typeface="Arial"/>
              </a:rPr>
              <a:t>es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p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d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w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h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n</a:t>
            </a:r>
            <a:endParaRPr sz="100">
              <a:latin typeface="Arial"/>
              <a:cs typeface="Arial"/>
            </a:endParaRPr>
          </a:p>
          <a:p>
            <a:pPr marL="161925" marR="100965" indent="-66675">
              <a:lnSpc>
                <a:spcPct val="70000"/>
              </a:lnSpc>
              <a:spcBef>
                <a:spcPts val="75"/>
              </a:spcBef>
            </a:pPr>
            <a:r>
              <a:rPr dirty="0" sz="100" spc="-5" b="1">
                <a:latin typeface="Arial"/>
                <a:cs typeface="Arial"/>
              </a:rPr>
              <a:t>nts</a:t>
            </a:r>
            <a:r>
              <a:rPr dirty="0" sz="100" spc="20" b="1">
                <a:latin typeface="Arial"/>
                <a:cs typeface="Arial"/>
              </a:rPr>
              <a:t>       </a:t>
            </a:r>
            <a:r>
              <a:rPr dirty="0" sz="100" spc="2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support</a:t>
            </a:r>
            <a:r>
              <a:rPr dirty="0" baseline="27777" sz="150" spc="22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data </a:t>
            </a:r>
            <a:r>
              <a:rPr dirty="0" baseline="27777" sz="150" spc="-7" b="1">
                <a:latin typeface="Arial"/>
                <a:cs typeface="Arial"/>
              </a:rPr>
              <a:t>fus </a:t>
            </a:r>
            <a:r>
              <a:rPr dirty="0" baseline="27777" sz="150" spc="-15" b="1">
                <a:latin typeface="Arial"/>
                <a:cs typeface="Arial"/>
              </a:rPr>
              <a:t>ion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and</a:t>
            </a:r>
            <a:r>
              <a:rPr dirty="0" baseline="27777" sz="150" spc="7" b="1">
                <a:latin typeface="Arial"/>
                <a:cs typeface="Arial"/>
              </a:rPr>
              <a:t>          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Host</a:t>
            </a:r>
            <a:r>
              <a:rPr dirty="0" baseline="27777" sz="150" spc="15" b="1">
                <a:latin typeface="Arial"/>
                <a:cs typeface="Arial"/>
              </a:rPr>
              <a:t>      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CEP</a:t>
            </a:r>
            <a:r>
              <a:rPr dirty="0" baseline="27777" sz="150" spc="37" b="1">
                <a:latin typeface="Arial"/>
                <a:cs typeface="Arial"/>
              </a:rPr>
              <a:t>      </a:t>
            </a:r>
            <a:r>
              <a:rPr dirty="0" baseline="27777" sz="150" spc="37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Ye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15" b="1">
                <a:latin typeface="Arial"/>
                <a:cs typeface="Arial"/>
              </a:rPr>
              <a:t>     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Binary IAW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IDD</a:t>
            </a:r>
            <a:r>
              <a:rPr dirty="0" baseline="27777" sz="150" spc="0" b="1">
                <a:latin typeface="Arial"/>
                <a:cs typeface="Arial"/>
              </a:rPr>
              <a:t>    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Se </a:t>
            </a:r>
            <a:r>
              <a:rPr dirty="0" baseline="27777" sz="150" spc="-7" b="1">
                <a:latin typeface="Arial"/>
                <a:cs typeface="Arial"/>
              </a:rPr>
              <a:t>cret</a:t>
            </a:r>
            <a:r>
              <a:rPr dirty="0" baseline="27777" sz="150" spc="37" b="1">
                <a:latin typeface="Arial"/>
                <a:cs typeface="Arial"/>
              </a:rPr>
              <a:t> </a:t>
            </a:r>
            <a:r>
              <a:rPr dirty="0" baseline="27777" sz="150" spc="44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xx s ecs/xx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se cs</a:t>
            </a:r>
            <a:r>
              <a:rPr dirty="0" baseline="27777" sz="150" spc="15" b="1">
                <a:latin typeface="Arial"/>
                <a:cs typeface="Arial"/>
              </a:rPr>
              <a:t>   </a:t>
            </a:r>
            <a:r>
              <a:rPr dirty="0" baseline="27777" sz="150" spc="22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xx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%</a:t>
            </a:r>
            <a:r>
              <a:rPr dirty="0" baseline="27777" sz="150" spc="7" b="1">
                <a:latin typeface="Arial"/>
                <a:cs typeface="Arial"/>
              </a:rPr>
              <a:t>        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requested </a:t>
            </a:r>
            <a:r>
              <a:rPr dirty="0" sz="100" spc="3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com</a:t>
            </a:r>
            <a:r>
              <a:rPr dirty="0" sz="100" spc="-2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posite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tracking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">
              <a:latin typeface="Arial"/>
              <a:cs typeface="Arial"/>
            </a:endParaRPr>
          </a:p>
          <a:p>
            <a:pPr marL="95250" marR="204470" indent="-6985">
              <a:lnSpc>
                <a:spcPct val="70000"/>
              </a:lnSpc>
              <a:spcBef>
                <a:spcPts val="5"/>
              </a:spcBef>
            </a:pP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/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22" b="1">
                <a:latin typeface="Arial"/>
                <a:cs typeface="Arial"/>
              </a:rPr>
              <a:t>u</a:t>
            </a:r>
            <a:r>
              <a:rPr dirty="0" baseline="27777" sz="150" spc="-7" b="1">
                <a:latin typeface="Arial"/>
                <a:cs typeface="Arial"/>
              </a:rPr>
              <a:t>pp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b="1">
                <a:latin typeface="Arial"/>
                <a:cs typeface="Arial"/>
              </a:rPr>
              <a:t>    </a:t>
            </a:r>
            <a:r>
              <a:rPr dirty="0" baseline="27777" sz="150" spc="-22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15" b="1">
                <a:latin typeface="Arial"/>
                <a:cs typeface="Arial"/>
              </a:rPr>
              <a:t>D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spc="-7" b="1">
                <a:latin typeface="Arial"/>
                <a:cs typeface="Arial"/>
              </a:rPr>
              <a:t>h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22" b="1">
                <a:latin typeface="Arial"/>
                <a:cs typeface="Arial"/>
              </a:rPr>
              <a:t>g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u</a:t>
            </a:r>
            <a:r>
              <a:rPr dirty="0" baseline="27777" sz="150" spc="-22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p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da</a:t>
            </a:r>
            <a:r>
              <a:rPr dirty="0" baseline="27777" sz="150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b="1">
                <a:latin typeface="Arial"/>
                <a:cs typeface="Arial"/>
              </a:rPr>
              <a:t>   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sz="100" spc="-25" b="1">
                <a:latin typeface="Arial"/>
                <a:cs typeface="Arial"/>
              </a:rPr>
              <a:t>H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5" b="1">
                <a:latin typeface="Arial"/>
                <a:cs typeface="Arial"/>
              </a:rPr>
              <a:t>st</a:t>
            </a:r>
            <a:r>
              <a:rPr dirty="0" sz="100" b="1">
                <a:latin typeface="Arial"/>
                <a:cs typeface="Arial"/>
              </a:rPr>
              <a:t>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C</a:t>
            </a: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20" b="1">
                <a:latin typeface="Arial"/>
                <a:cs typeface="Arial"/>
              </a:rPr>
              <a:t>Y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25" b="1">
                <a:latin typeface="Arial"/>
                <a:cs typeface="Arial"/>
              </a:rPr>
              <a:t>B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5" b="1">
                <a:latin typeface="Arial"/>
                <a:cs typeface="Arial"/>
              </a:rPr>
              <a:t>n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0" b="1">
                <a:latin typeface="Arial"/>
                <a:cs typeface="Arial"/>
              </a:rPr>
              <a:t>y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W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25" b="1">
                <a:latin typeface="Arial"/>
                <a:cs typeface="Arial"/>
              </a:rPr>
              <a:t>D</a:t>
            </a:r>
            <a:r>
              <a:rPr dirty="0" sz="100" spc="-10" b="1">
                <a:latin typeface="Arial"/>
                <a:cs typeface="Arial"/>
              </a:rPr>
              <a:t>D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c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et</a:t>
            </a:r>
            <a:r>
              <a:rPr dirty="0" sz="100" b="1">
                <a:latin typeface="Arial"/>
                <a:cs typeface="Arial"/>
              </a:rPr>
              <a:t>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x</a:t>
            </a:r>
            <a:r>
              <a:rPr dirty="0" sz="100" spc="-10" b="1">
                <a:latin typeface="Arial"/>
                <a:cs typeface="Arial"/>
              </a:rPr>
              <a:t>x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ecs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5" b="1">
                <a:latin typeface="Arial"/>
                <a:cs typeface="Arial"/>
              </a:rPr>
              <a:t>x</a:t>
            </a:r>
            <a:r>
              <a:rPr dirty="0" sz="100" spc="-10" b="1">
                <a:latin typeface="Arial"/>
                <a:cs typeface="Arial"/>
              </a:rPr>
              <a:t>x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se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c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xx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%  </a:t>
            </a:r>
            <a:r>
              <a:rPr dirty="0" sz="100" spc="-5" b="1">
                <a:latin typeface="Arial"/>
                <a:cs typeface="Arial"/>
              </a:rPr>
              <a:t>  </a:t>
            </a:r>
            <a:r>
              <a:rPr dirty="0" sz="100" spc="-5" b="1">
                <a:latin typeface="Arial"/>
                <a:cs typeface="Arial"/>
              </a:rPr>
              <a:t>nts</a:t>
            </a:r>
            <a:r>
              <a:rPr dirty="0" sz="100" spc="15" b="1">
                <a:latin typeface="Arial"/>
                <a:cs typeface="Arial"/>
              </a:rPr>
              <a:t>       </a:t>
            </a:r>
            <a:r>
              <a:rPr dirty="0" sz="100" spc="1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fusion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and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com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posite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track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ing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Arial"/>
              <a:cs typeface="Arial"/>
            </a:endParaRPr>
          </a:p>
          <a:p>
            <a:pPr marL="95250" marR="68580" indent="-6985">
              <a:lnSpc>
                <a:spcPct val="65000"/>
              </a:lnSpc>
              <a:tabLst>
                <a:tab pos="851535" algn="l"/>
              </a:tabLst>
            </a:pP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spc="-15" b="1">
                <a:latin typeface="Arial"/>
                <a:cs typeface="Arial"/>
              </a:rPr>
              <a:t>/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22" b="1">
                <a:latin typeface="Arial"/>
                <a:cs typeface="Arial"/>
              </a:rPr>
              <a:t>u</a:t>
            </a:r>
            <a:r>
              <a:rPr dirty="0" baseline="55555" sz="150" spc="-7" b="1">
                <a:latin typeface="Arial"/>
                <a:cs typeface="Arial"/>
              </a:rPr>
              <a:t>pp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b="1">
                <a:latin typeface="Arial"/>
                <a:cs typeface="Arial"/>
              </a:rPr>
              <a:t>    </a:t>
            </a:r>
            <a:r>
              <a:rPr dirty="0" baseline="55555" sz="150" spc="-22" b="1">
                <a:latin typeface="Arial"/>
                <a:cs typeface="Arial"/>
              </a:rPr>
              <a:t> </a:t>
            </a:r>
            <a:r>
              <a:rPr dirty="0" baseline="55555" sz="150" spc="-37" b="1">
                <a:latin typeface="Arial"/>
                <a:cs typeface="Arial"/>
              </a:rPr>
              <a:t>N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spc="-22" b="1">
                <a:latin typeface="Arial"/>
                <a:cs typeface="Arial"/>
              </a:rPr>
              <a:t>v</a:t>
            </a:r>
            <a:r>
              <a:rPr dirty="0" baseline="55555" sz="150" spc="-15" b="1">
                <a:latin typeface="Arial"/>
                <a:cs typeface="Arial"/>
              </a:rPr>
              <a:t>iga</a:t>
            </a:r>
            <a:r>
              <a:rPr dirty="0" baseline="55555" sz="150" b="1">
                <a:latin typeface="Arial"/>
                <a:cs typeface="Arial"/>
              </a:rPr>
              <a:t>t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7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n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7" b="1">
                <a:latin typeface="Arial"/>
                <a:cs typeface="Arial"/>
              </a:rPr>
              <a:t>d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spc="-15" b="1">
                <a:latin typeface="Arial"/>
                <a:cs typeface="Arial"/>
              </a:rPr>
              <a:t>o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7" b="1">
                <a:latin typeface="Arial"/>
                <a:cs typeface="Arial"/>
              </a:rPr>
              <a:t>u</a:t>
            </a:r>
            <a:r>
              <a:rPr dirty="0" baseline="55555" sz="150" spc="-22" b="1">
                <a:latin typeface="Arial"/>
                <a:cs typeface="Arial"/>
              </a:rPr>
              <a:t>p</a:t>
            </a:r>
            <a:r>
              <a:rPr dirty="0" baseline="55555" sz="150" spc="-7" b="1">
                <a:latin typeface="Arial"/>
                <a:cs typeface="Arial"/>
              </a:rPr>
              <a:t>p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d</a:t>
            </a:r>
            <a:r>
              <a:rPr dirty="0" baseline="55555" sz="150" spc="-7" b="1">
                <a:latin typeface="Arial"/>
                <a:cs typeface="Arial"/>
              </a:rPr>
              <a:t>at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b="1">
                <a:latin typeface="Arial"/>
                <a:cs typeface="Arial"/>
              </a:rPr>
              <a:t>  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sz="100" spc="-25" b="1">
                <a:latin typeface="Arial"/>
                <a:cs typeface="Arial"/>
              </a:rPr>
              <a:t>H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5" b="1">
                <a:latin typeface="Arial"/>
                <a:cs typeface="Arial"/>
              </a:rPr>
              <a:t>st</a:t>
            </a:r>
            <a:r>
              <a:rPr dirty="0" sz="100" b="1">
                <a:latin typeface="Arial"/>
                <a:cs typeface="Arial"/>
              </a:rPr>
              <a:t>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C</a:t>
            </a: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20" b="1">
                <a:latin typeface="Arial"/>
                <a:cs typeface="Arial"/>
              </a:rPr>
              <a:t>Y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25" b="1">
                <a:latin typeface="Arial"/>
                <a:cs typeface="Arial"/>
              </a:rPr>
              <a:t>B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5" b="1">
                <a:latin typeface="Arial"/>
                <a:cs typeface="Arial"/>
              </a:rPr>
              <a:t>n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0" b="1">
                <a:latin typeface="Arial"/>
                <a:cs typeface="Arial"/>
              </a:rPr>
              <a:t>y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W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25" b="1">
                <a:latin typeface="Arial"/>
                <a:cs typeface="Arial"/>
              </a:rPr>
              <a:t>D</a:t>
            </a:r>
            <a:r>
              <a:rPr dirty="0" sz="100" spc="-10" b="1">
                <a:latin typeface="Arial"/>
                <a:cs typeface="Arial"/>
              </a:rPr>
              <a:t>D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c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et</a:t>
            </a:r>
            <a:r>
              <a:rPr dirty="0" sz="100" b="1">
                <a:latin typeface="Arial"/>
                <a:cs typeface="Arial"/>
              </a:rPr>
              <a:t>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x</a:t>
            </a:r>
            <a:r>
              <a:rPr dirty="0" sz="100" spc="-10" b="1">
                <a:latin typeface="Arial"/>
                <a:cs typeface="Arial"/>
              </a:rPr>
              <a:t>x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ecs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5" b="1">
                <a:latin typeface="Arial"/>
                <a:cs typeface="Arial"/>
              </a:rPr>
              <a:t>x</a:t>
            </a:r>
            <a:r>
              <a:rPr dirty="0" sz="100" spc="-10" b="1">
                <a:latin typeface="Arial"/>
                <a:cs typeface="Arial"/>
              </a:rPr>
              <a:t>x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se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c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xx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%</a:t>
            </a:r>
            <a:r>
              <a:rPr dirty="0" sz="100" b="1">
                <a:latin typeface="Arial"/>
                <a:cs typeface="Arial"/>
              </a:rPr>
              <a:t>  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R</a:t>
            </a:r>
            <a:r>
              <a:rPr dirty="0" baseline="55555" sz="150" spc="-37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F</a:t>
            </a:r>
            <a:r>
              <a:rPr dirty="0" baseline="55555" sz="150" spc="-22" b="1">
                <a:latin typeface="Arial"/>
                <a:cs typeface="Arial"/>
              </a:rPr>
              <a:t>:</a:t>
            </a:r>
            <a:r>
              <a:rPr dirty="0" baseline="55555" sz="150" spc="-15" b="1">
                <a:latin typeface="Arial"/>
                <a:cs typeface="Arial"/>
              </a:rPr>
              <a:t>C</a:t>
            </a:r>
            <a:r>
              <a:rPr dirty="0" baseline="55555" sz="150" spc="-37" b="1">
                <a:latin typeface="Arial"/>
                <a:cs typeface="Arial"/>
              </a:rPr>
              <a:t>E</a:t>
            </a:r>
            <a:r>
              <a:rPr dirty="0" baseline="55555" sz="150" spc="-15" b="1">
                <a:latin typeface="Arial"/>
                <a:cs typeface="Arial"/>
              </a:rPr>
              <a:t>C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S</a:t>
            </a:r>
            <a:r>
              <a:rPr dirty="0" baseline="55555" sz="150" spc="-37" b="1">
                <a:latin typeface="Arial"/>
                <a:cs typeface="Arial"/>
              </a:rPr>
              <a:t>R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7" b="1">
                <a:latin typeface="Arial"/>
                <a:cs typeface="Arial"/>
              </a:rPr>
              <a:t>d  </a:t>
            </a:r>
            <a:r>
              <a:rPr dirty="0" baseline="55555" sz="150" spc="-7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f</a:t>
            </a:r>
            <a:r>
              <a:rPr dirty="0" sz="100" spc="-5" b="1">
                <a:latin typeface="Arial"/>
                <a:cs typeface="Arial"/>
              </a:rPr>
              <a:t>u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d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c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p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ac</a:t>
            </a:r>
            <a:r>
              <a:rPr dirty="0" sz="100" spc="-10" b="1">
                <a:latin typeface="Arial"/>
                <a:cs typeface="Arial"/>
              </a:rPr>
              <a:t>k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g</a:t>
            </a:r>
            <a:r>
              <a:rPr dirty="0" sz="100" b="1">
                <a:latin typeface="Arial"/>
                <a:cs typeface="Arial"/>
              </a:rPr>
              <a:t>	</a:t>
            </a:r>
            <a:r>
              <a:rPr dirty="0" sz="100" spc="-15" b="1">
                <a:latin typeface="Arial"/>
                <a:cs typeface="Arial"/>
              </a:rPr>
              <a:t>H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s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Nav</a:t>
            </a:r>
            <a:r>
              <a:rPr dirty="0" sz="100" spc="-5" b="1">
                <a:latin typeface="Arial"/>
                <a:cs typeface="Arial"/>
              </a:rPr>
              <a:t>.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e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20" b="1">
                <a:latin typeface="Arial"/>
                <a:cs typeface="Arial"/>
              </a:rPr>
              <a:t> </a:t>
            </a:r>
            <a:endParaRPr sz="100">
              <a:latin typeface="Arial"/>
              <a:cs typeface="Arial"/>
            </a:endParaRPr>
          </a:p>
        </p:txBody>
      </p:sp>
      <p:sp>
        <p:nvSpPr>
          <p:cNvPr id="307" name="object 307"/>
          <p:cNvSpPr txBox="1"/>
          <p:nvPr/>
        </p:nvSpPr>
        <p:spPr>
          <a:xfrm>
            <a:off x="4507442" y="2928439"/>
            <a:ext cx="1280795" cy="2260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6225">
              <a:lnSpc>
                <a:spcPct val="100000"/>
              </a:lnSpc>
              <a:spcBef>
                <a:spcPts val="130"/>
              </a:spcBef>
            </a:pP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v</a:t>
            </a:r>
            <a:r>
              <a:rPr dirty="0" sz="100" spc="-10" b="1">
                <a:latin typeface="Arial"/>
                <a:cs typeface="Arial"/>
              </a:rPr>
              <a:t>id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22" b="1">
                <a:latin typeface="Arial"/>
                <a:cs typeface="Arial"/>
              </a:rPr>
              <a:t>g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g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n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30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up</a:t>
            </a:r>
            <a:r>
              <a:rPr dirty="0" baseline="27777" sz="150" spc="-22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7" b="1">
                <a:latin typeface="Arial"/>
                <a:cs typeface="Arial"/>
              </a:rPr>
              <a:t>rt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7" b="1">
                <a:latin typeface="Arial"/>
                <a:cs typeface="Arial"/>
              </a:rPr>
              <a:t>q</a:t>
            </a:r>
            <a:r>
              <a:rPr dirty="0" baseline="27777" sz="150" spc="-22" b="1">
                <a:latin typeface="Arial"/>
                <a:cs typeface="Arial"/>
              </a:rPr>
              <a:t>u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endParaRPr baseline="27777" sz="150">
              <a:latin typeface="Arial"/>
              <a:cs typeface="Arial"/>
            </a:endParaRPr>
          </a:p>
          <a:p>
            <a:pPr marL="403225" marR="119380" indent="-276860">
              <a:lnSpc>
                <a:spcPct val="70000"/>
              </a:lnSpc>
              <a:spcBef>
                <a:spcPts val="75"/>
              </a:spcBef>
            </a:pP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5.1.</a:t>
            </a:r>
            <a:r>
              <a:rPr dirty="0" baseline="27777" sz="150" spc="-15" b="1">
                <a:latin typeface="Arial"/>
                <a:cs typeface="Arial"/>
              </a:rPr>
              <a:t>1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22" b="1">
                <a:latin typeface="Arial"/>
                <a:cs typeface="Arial"/>
              </a:rPr>
              <a:t>n</a:t>
            </a:r>
            <a:r>
              <a:rPr dirty="0" baseline="27777" sz="150" b="1">
                <a:latin typeface="Arial"/>
                <a:cs typeface="Arial"/>
              </a:rPr>
              <a:t>f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u</a:t>
            </a:r>
            <a:r>
              <a:rPr dirty="0" baseline="27777" sz="150" spc="-22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po</a:t>
            </a:r>
            <a:r>
              <a:rPr dirty="0" baseline="27777" sz="150" spc="-7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d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b="1">
                <a:latin typeface="Arial"/>
                <a:cs typeface="Arial"/>
              </a:rPr>
              <a:t>f</a:t>
            </a:r>
            <a:r>
              <a:rPr dirty="0" baseline="27777" sz="150" spc="-22" b="1">
                <a:latin typeface="Arial"/>
                <a:cs typeface="Arial"/>
              </a:rPr>
              <a:t>u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n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15" b="1">
                <a:latin typeface="Arial"/>
                <a:cs typeface="Arial"/>
              </a:rPr>
              <a:t>d</a:t>
            </a:r>
            <a:r>
              <a:rPr dirty="0" baseline="27777" sz="150" b="1">
                <a:latin typeface="Arial"/>
                <a:cs typeface="Arial"/>
              </a:rPr>
              <a:t>          </a:t>
            </a:r>
            <a:r>
              <a:rPr dirty="0" baseline="27777" sz="150" spc="-37" b="1">
                <a:latin typeface="Arial"/>
                <a:cs typeface="Arial"/>
              </a:rPr>
              <a:t>H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7" b="1">
                <a:latin typeface="Arial"/>
                <a:cs typeface="Arial"/>
              </a:rPr>
              <a:t>st</a:t>
            </a:r>
            <a:r>
              <a:rPr dirty="0" baseline="27777" sz="150" b="1">
                <a:latin typeface="Arial"/>
                <a:cs typeface="Arial"/>
              </a:rPr>
              <a:t>    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spc="-30" b="1">
                <a:latin typeface="Arial"/>
                <a:cs typeface="Arial"/>
              </a:rPr>
              <a:t>E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b="1">
                <a:latin typeface="Arial"/>
                <a:cs typeface="Arial"/>
              </a:rPr>
              <a:t>             </a:t>
            </a:r>
            <a:r>
              <a:rPr dirty="0" baseline="27777" sz="150" spc="-30" b="1">
                <a:latin typeface="Arial"/>
                <a:cs typeface="Arial"/>
              </a:rPr>
              <a:t>Y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  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B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y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W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37" b="1">
                <a:latin typeface="Arial"/>
                <a:cs typeface="Arial"/>
              </a:rPr>
              <a:t>D</a:t>
            </a:r>
            <a:r>
              <a:rPr dirty="0" baseline="27777" sz="150" spc="-15" b="1">
                <a:latin typeface="Arial"/>
                <a:cs typeface="Arial"/>
              </a:rPr>
              <a:t>D</a:t>
            </a:r>
            <a:r>
              <a:rPr dirty="0" baseline="27777" sz="150" b="1">
                <a:latin typeface="Arial"/>
                <a:cs typeface="Arial"/>
              </a:rPr>
              <a:t>   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et</a:t>
            </a:r>
            <a:r>
              <a:rPr dirty="0" baseline="27777" sz="150" b="1">
                <a:latin typeface="Arial"/>
                <a:cs typeface="Arial"/>
              </a:rPr>
              <a:t>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ecs</a:t>
            </a:r>
            <a:r>
              <a:rPr dirty="0" baseline="27777" sz="150" spc="-15" b="1">
                <a:latin typeface="Arial"/>
                <a:cs typeface="Arial"/>
              </a:rPr>
              <a:t>/</a:t>
            </a:r>
            <a:r>
              <a:rPr dirty="0" baseline="27777" sz="150" spc="-22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x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xx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%</a:t>
            </a:r>
            <a:r>
              <a:rPr dirty="0" baseline="27777" sz="150" b="1">
                <a:latin typeface="Arial"/>
                <a:cs typeface="Arial"/>
              </a:rPr>
              <a:t>      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22" b="1">
                <a:latin typeface="Arial"/>
                <a:cs typeface="Arial"/>
              </a:rPr>
              <a:t>G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15" b="1">
                <a:latin typeface="Arial"/>
                <a:cs typeface="Arial"/>
              </a:rPr>
              <a:t>l</a:t>
            </a:r>
            <a:r>
              <a:rPr dirty="0" baseline="27777" sz="150" spc="-7" b="1">
                <a:latin typeface="Arial"/>
                <a:cs typeface="Arial"/>
              </a:rPr>
              <a:t>y  </a:t>
            </a:r>
            <a:r>
              <a:rPr dirty="0" baseline="27777" sz="150" spc="-7" b="1">
                <a:latin typeface="Arial"/>
                <a:cs typeface="Arial"/>
              </a:rPr>
              <a:t>   </a:t>
            </a:r>
            <a:r>
              <a:rPr dirty="0" sz="100" spc="-10" b="1">
                <a:latin typeface="Arial"/>
                <a:cs typeface="Arial"/>
              </a:rPr>
              <a:t>com</a:t>
            </a:r>
            <a:r>
              <a:rPr dirty="0" sz="100" spc="-2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posite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tracking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 marL="276225">
              <a:lnSpc>
                <a:spcPct val="100000"/>
              </a:lnSpc>
              <a:tabLst>
                <a:tab pos="1092835" algn="l"/>
              </a:tabLst>
            </a:pP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v</a:t>
            </a:r>
            <a:r>
              <a:rPr dirty="0" sz="100" spc="-10" b="1">
                <a:latin typeface="Arial"/>
                <a:cs typeface="Arial"/>
              </a:rPr>
              <a:t>id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T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ck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22" b="1">
                <a:latin typeface="Arial"/>
                <a:cs typeface="Arial"/>
              </a:rPr>
              <a:t>u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b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7" b="1">
                <a:latin typeface="Arial"/>
                <a:cs typeface="Arial"/>
              </a:rPr>
              <a:t>r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g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n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	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15" b="1">
                <a:latin typeface="Arial"/>
                <a:cs typeface="Arial"/>
              </a:rPr>
              <a:t>h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se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b="1">
                <a:latin typeface="Arial"/>
                <a:cs typeface="Arial"/>
              </a:rPr>
              <a:t>nt</a:t>
            </a:r>
            <a:endParaRPr sz="100">
              <a:latin typeface="Arial"/>
              <a:cs typeface="Arial"/>
            </a:endParaRPr>
          </a:p>
          <a:p>
            <a:pPr marL="403225" marR="108585" indent="-276860">
              <a:lnSpc>
                <a:spcPct val="70000"/>
              </a:lnSpc>
              <a:spcBef>
                <a:spcPts val="70"/>
              </a:spcBef>
            </a:pPr>
            <a:r>
              <a:rPr dirty="0" baseline="27777" sz="150" spc="-15" b="1">
                <a:latin typeface="Arial"/>
                <a:cs typeface="Arial"/>
              </a:rPr>
              <a:t>OP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5.1.1 Com m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Op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Info</a:t>
            </a:r>
            <a:r>
              <a:rPr dirty="0" baseline="27777" sz="150" spc="15" b="1">
                <a:latin typeface="Arial"/>
                <a:cs typeface="Arial"/>
              </a:rPr>
              <a:t>   </a:t>
            </a:r>
            <a:r>
              <a:rPr dirty="0" baseline="27777" sz="150" spc="22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Engage m e </a:t>
            </a:r>
            <a:r>
              <a:rPr dirty="0" sz="100" spc="-5" b="1">
                <a:latin typeface="Arial"/>
                <a:cs typeface="Arial"/>
              </a:rPr>
              <a:t>nts</a:t>
            </a:r>
            <a:r>
              <a:rPr dirty="0" sz="100" spc="20" b="1">
                <a:latin typeface="Arial"/>
                <a:cs typeface="Arial"/>
              </a:rPr>
              <a:t>       </a:t>
            </a:r>
            <a:r>
              <a:rPr dirty="0" sz="100" spc="2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support</a:t>
            </a:r>
            <a:r>
              <a:rPr dirty="0" baseline="27777" sz="150" spc="22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data </a:t>
            </a:r>
            <a:r>
              <a:rPr dirty="0" baseline="27777" sz="150" spc="-7" b="1">
                <a:latin typeface="Arial"/>
                <a:cs typeface="Arial"/>
              </a:rPr>
              <a:t>fus </a:t>
            </a:r>
            <a:r>
              <a:rPr dirty="0" baseline="27777" sz="150" spc="-15" b="1">
                <a:latin typeface="Arial"/>
                <a:cs typeface="Arial"/>
              </a:rPr>
              <a:t>ion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and</a:t>
            </a:r>
            <a:r>
              <a:rPr dirty="0" baseline="27777" sz="150" spc="7" b="1">
                <a:latin typeface="Arial"/>
                <a:cs typeface="Arial"/>
              </a:rPr>
              <a:t>          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Host-CEP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CEP-Host</a:t>
            </a:r>
            <a:r>
              <a:rPr dirty="0" baseline="27777" sz="150" spc="15" b="1">
                <a:latin typeface="Arial"/>
                <a:cs typeface="Arial"/>
              </a:rPr>
              <a:t>  </a:t>
            </a:r>
            <a:r>
              <a:rPr dirty="0" baseline="27777" sz="150" spc="22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Ye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15" b="1">
                <a:latin typeface="Arial"/>
                <a:cs typeface="Arial"/>
              </a:rPr>
              <a:t>     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Binary IAW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IDD</a:t>
            </a:r>
            <a:r>
              <a:rPr dirty="0" baseline="27777" sz="150" spc="0" b="1">
                <a:latin typeface="Arial"/>
                <a:cs typeface="Arial"/>
              </a:rPr>
              <a:t>    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Se </a:t>
            </a:r>
            <a:r>
              <a:rPr dirty="0" baseline="27777" sz="150" spc="-7" b="1">
                <a:latin typeface="Arial"/>
                <a:cs typeface="Arial"/>
              </a:rPr>
              <a:t>cret</a:t>
            </a:r>
            <a:r>
              <a:rPr dirty="0" baseline="27777" sz="150" spc="37" b="1">
                <a:latin typeface="Arial"/>
                <a:cs typeface="Arial"/>
              </a:rPr>
              <a:t> </a:t>
            </a:r>
            <a:r>
              <a:rPr dirty="0" baseline="27777" sz="150" spc="44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xx s ecs/xx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se cs</a:t>
            </a:r>
            <a:r>
              <a:rPr dirty="0" baseline="27777" sz="150" spc="15" b="1">
                <a:latin typeface="Arial"/>
                <a:cs typeface="Arial"/>
              </a:rPr>
              <a:t>   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xx %</a:t>
            </a:r>
            <a:r>
              <a:rPr dirty="0" baseline="27777" sz="150" spc="7" b="1">
                <a:latin typeface="Arial"/>
                <a:cs typeface="Arial"/>
              </a:rPr>
              <a:t>        </a:t>
            </a:r>
            <a:r>
              <a:rPr dirty="0" baseline="27777" sz="150" spc="1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immediately </a:t>
            </a:r>
            <a:r>
              <a:rPr dirty="0" sz="100" spc="35" b="1">
                <a:latin typeface="Arial"/>
                <a:cs typeface="Arial"/>
              </a:rPr>
              <a:t> </a:t>
            </a:r>
            <a:r>
              <a:rPr dirty="0" sz="100" spc="4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com</a:t>
            </a:r>
            <a:r>
              <a:rPr dirty="0" sz="100" spc="-2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posite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tracking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 marL="276225">
              <a:lnSpc>
                <a:spcPct val="100000"/>
              </a:lnSpc>
              <a:tabLst>
                <a:tab pos="1092835" algn="l"/>
              </a:tabLst>
            </a:pP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v</a:t>
            </a:r>
            <a:r>
              <a:rPr dirty="0" sz="100" spc="-10" b="1">
                <a:latin typeface="Arial"/>
                <a:cs typeface="Arial"/>
              </a:rPr>
              <a:t>id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p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7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spc="-15" b="1">
                <a:latin typeface="Arial"/>
                <a:cs typeface="Arial"/>
              </a:rPr>
              <a:t>k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St</a:t>
            </a:r>
            <a:r>
              <a:rPr dirty="0" baseline="27777" sz="150" spc="-7" b="1">
                <a:latin typeface="Arial"/>
                <a:cs typeface="Arial"/>
              </a:rPr>
              <a:t>ate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U</a:t>
            </a:r>
            <a:r>
              <a:rPr dirty="0" baseline="27777" sz="150" spc="-7" b="1">
                <a:latin typeface="Arial"/>
                <a:cs typeface="Arial"/>
              </a:rPr>
              <a:t>p</a:t>
            </a:r>
            <a:r>
              <a:rPr dirty="0" baseline="27777" sz="150" spc="-22" b="1">
                <a:latin typeface="Arial"/>
                <a:cs typeface="Arial"/>
              </a:rPr>
              <a:t>d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b="1">
                <a:latin typeface="Arial"/>
                <a:cs typeface="Arial"/>
              </a:rPr>
              <a:t>	</a:t>
            </a:r>
            <a:r>
              <a:rPr dirty="0" sz="100" spc="-15" b="1">
                <a:latin typeface="Arial"/>
                <a:cs typeface="Arial"/>
              </a:rPr>
              <a:t>R</a:t>
            </a:r>
            <a:r>
              <a:rPr dirty="0" sz="100" spc="-25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F</a:t>
            </a:r>
            <a:r>
              <a:rPr dirty="0" sz="100" spc="-5" b="1">
                <a:latin typeface="Arial"/>
                <a:cs typeface="Arial"/>
              </a:rPr>
              <a:t>: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25" b="1">
                <a:latin typeface="Arial"/>
                <a:cs typeface="Arial"/>
              </a:rPr>
              <a:t>E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D</a:t>
            </a:r>
            <a:r>
              <a:rPr dirty="0" sz="100" spc="-25" b="1">
                <a:latin typeface="Arial"/>
                <a:cs typeface="Arial"/>
              </a:rPr>
              <a:t>D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f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5" b="1">
                <a:latin typeface="Arial"/>
                <a:cs typeface="Arial"/>
              </a:rPr>
              <a:t>r</a:t>
            </a:r>
            <a:endParaRPr sz="100">
              <a:latin typeface="Arial"/>
              <a:cs typeface="Arial"/>
            </a:endParaRPr>
          </a:p>
          <a:p>
            <a:pPr marL="403225" marR="123825" indent="-276860">
              <a:lnSpc>
                <a:spcPct val="70000"/>
              </a:lnSpc>
              <a:spcBef>
                <a:spcPts val="70"/>
              </a:spcBef>
            </a:pP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5.1.</a:t>
            </a:r>
            <a:r>
              <a:rPr dirty="0" baseline="27777" sz="150" spc="-15" b="1">
                <a:latin typeface="Arial"/>
                <a:cs typeface="Arial"/>
              </a:rPr>
              <a:t>1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22" b="1">
                <a:latin typeface="Arial"/>
                <a:cs typeface="Arial"/>
              </a:rPr>
              <a:t>n</a:t>
            </a:r>
            <a:r>
              <a:rPr dirty="0" baseline="27777" sz="150" b="1">
                <a:latin typeface="Arial"/>
                <a:cs typeface="Arial"/>
              </a:rPr>
              <a:t>f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u</a:t>
            </a:r>
            <a:r>
              <a:rPr dirty="0" baseline="27777" sz="150" spc="-22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po</a:t>
            </a:r>
            <a:r>
              <a:rPr dirty="0" baseline="27777" sz="150" spc="-7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d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b="1">
                <a:latin typeface="Arial"/>
                <a:cs typeface="Arial"/>
              </a:rPr>
              <a:t>f</a:t>
            </a:r>
            <a:r>
              <a:rPr dirty="0" baseline="27777" sz="150" spc="-22" b="1">
                <a:latin typeface="Arial"/>
                <a:cs typeface="Arial"/>
              </a:rPr>
              <a:t>u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n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15" b="1">
                <a:latin typeface="Arial"/>
                <a:cs typeface="Arial"/>
              </a:rPr>
              <a:t>d</a:t>
            </a:r>
            <a:r>
              <a:rPr dirty="0" baseline="27777" sz="150" b="1">
                <a:latin typeface="Arial"/>
                <a:cs typeface="Arial"/>
              </a:rPr>
              <a:t>         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b="1">
                <a:latin typeface="Arial"/>
                <a:cs typeface="Arial"/>
              </a:rPr>
              <a:t>          </a:t>
            </a:r>
            <a:r>
              <a:rPr dirty="0" baseline="27777" sz="150" spc="-22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H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7" b="1">
                <a:latin typeface="Arial"/>
                <a:cs typeface="Arial"/>
              </a:rPr>
              <a:t>st</a:t>
            </a:r>
            <a:r>
              <a:rPr dirty="0" baseline="27777" sz="150" b="1">
                <a:latin typeface="Arial"/>
                <a:cs typeface="Arial"/>
              </a:rPr>
              <a:t>           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30" b="1">
                <a:latin typeface="Arial"/>
                <a:cs typeface="Arial"/>
              </a:rPr>
              <a:t>Y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  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B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y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W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37" b="1">
                <a:latin typeface="Arial"/>
                <a:cs typeface="Arial"/>
              </a:rPr>
              <a:t>D</a:t>
            </a:r>
            <a:r>
              <a:rPr dirty="0" baseline="27777" sz="150" spc="-15" b="1">
                <a:latin typeface="Arial"/>
                <a:cs typeface="Arial"/>
              </a:rPr>
              <a:t>D</a:t>
            </a:r>
            <a:r>
              <a:rPr dirty="0" baseline="27777" sz="150" b="1">
                <a:latin typeface="Arial"/>
                <a:cs typeface="Arial"/>
              </a:rPr>
              <a:t>   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et</a:t>
            </a:r>
            <a:r>
              <a:rPr dirty="0" baseline="27777" sz="150" b="1">
                <a:latin typeface="Arial"/>
                <a:cs typeface="Arial"/>
              </a:rPr>
              <a:t>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ecs</a:t>
            </a:r>
            <a:r>
              <a:rPr dirty="0" baseline="27777" sz="150" spc="-15" b="1">
                <a:latin typeface="Arial"/>
                <a:cs typeface="Arial"/>
              </a:rPr>
              <a:t>/</a:t>
            </a:r>
            <a:r>
              <a:rPr dirty="0" baseline="27777" sz="150" spc="-22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x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xx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%</a:t>
            </a:r>
            <a:r>
              <a:rPr dirty="0" baseline="27777" sz="150" b="1">
                <a:latin typeface="Arial"/>
                <a:cs typeface="Arial"/>
              </a:rPr>
              <a:t>           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sz="10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ac</a:t>
            </a:r>
            <a:r>
              <a:rPr dirty="0" sz="100" spc="-10" b="1">
                <a:latin typeface="Arial"/>
                <a:cs typeface="Arial"/>
              </a:rPr>
              <a:t>h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h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5" b="1">
                <a:latin typeface="Arial"/>
                <a:cs typeface="Arial"/>
              </a:rPr>
              <a:t>t  </a:t>
            </a:r>
            <a:r>
              <a:rPr dirty="0" sz="100" spc="-5" b="1">
                <a:latin typeface="Arial"/>
                <a:cs typeface="Arial"/>
              </a:rPr>
              <a:t>   </a:t>
            </a:r>
            <a:r>
              <a:rPr dirty="0" sz="100" spc="-10" b="1">
                <a:latin typeface="Arial"/>
                <a:cs typeface="Arial"/>
              </a:rPr>
              <a:t>com</a:t>
            </a:r>
            <a:r>
              <a:rPr dirty="0" sz="100" spc="-2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posite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tracking</a:t>
            </a: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 marL="276225">
              <a:lnSpc>
                <a:spcPct val="100000"/>
              </a:lnSpc>
              <a:tabLst>
                <a:tab pos="1092835" algn="l"/>
              </a:tabLst>
            </a:pP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v</a:t>
            </a:r>
            <a:r>
              <a:rPr dirty="0" sz="100" spc="-10" b="1">
                <a:latin typeface="Arial"/>
                <a:cs typeface="Arial"/>
              </a:rPr>
              <a:t>id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Ass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b="1">
                <a:latin typeface="Arial"/>
                <a:cs typeface="Arial"/>
              </a:rPr>
              <a:t>i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te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d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u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em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n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b="1">
                <a:latin typeface="Arial"/>
                <a:cs typeface="Arial"/>
              </a:rPr>
              <a:t>	</a:t>
            </a:r>
            <a:r>
              <a:rPr dirty="0" baseline="27777" sz="150" spc="-22" b="1">
                <a:latin typeface="Arial"/>
                <a:cs typeface="Arial"/>
              </a:rPr>
              <a:t>R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F</a:t>
            </a:r>
            <a:r>
              <a:rPr dirty="0" baseline="27777" sz="150" spc="-7" b="1">
                <a:latin typeface="Arial"/>
                <a:cs typeface="Arial"/>
              </a:rPr>
              <a:t>: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b="1">
                <a:latin typeface="Arial"/>
                <a:cs typeface="Arial"/>
              </a:rPr>
              <a:t>-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p</a:t>
            </a:r>
            <a:r>
              <a:rPr dirty="0" baseline="27777" sz="150" spc="-15" b="1">
                <a:latin typeface="Arial"/>
                <a:cs typeface="Arial"/>
              </a:rPr>
              <a:t>ec</a:t>
            </a:r>
            <a:endParaRPr baseline="27777" sz="150">
              <a:latin typeface="Arial"/>
              <a:cs typeface="Arial"/>
            </a:endParaRPr>
          </a:p>
        </p:txBody>
      </p:sp>
      <p:sp>
        <p:nvSpPr>
          <p:cNvPr id="308" name="object 308"/>
          <p:cNvSpPr txBox="1"/>
          <p:nvPr/>
        </p:nvSpPr>
        <p:spPr>
          <a:xfrm>
            <a:off x="4583619" y="3131041"/>
            <a:ext cx="1147445" cy="5397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Times New Roman"/>
              <a:cs typeface="Times New Roman"/>
            </a:endParaRPr>
          </a:p>
          <a:p>
            <a:pPr marL="327025" marR="43180" indent="-276860">
              <a:lnSpc>
                <a:spcPct val="70000"/>
              </a:lnSpc>
            </a:pP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5.1.</a:t>
            </a:r>
            <a:r>
              <a:rPr dirty="0" baseline="27777" sz="150" spc="-15" b="1">
                <a:latin typeface="Arial"/>
                <a:cs typeface="Arial"/>
              </a:rPr>
              <a:t>1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22" b="1">
                <a:latin typeface="Arial"/>
                <a:cs typeface="Arial"/>
              </a:rPr>
              <a:t>n</a:t>
            </a:r>
            <a:r>
              <a:rPr dirty="0" baseline="27777" sz="150" b="1">
                <a:latin typeface="Arial"/>
                <a:cs typeface="Arial"/>
              </a:rPr>
              <a:t>f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p</a:t>
            </a:r>
            <a:r>
              <a:rPr dirty="0" baseline="27777" sz="150" b="1">
                <a:latin typeface="Arial"/>
                <a:cs typeface="Arial"/>
              </a:rPr>
              <a:t>or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up</a:t>
            </a:r>
            <a:r>
              <a:rPr dirty="0" baseline="27777" sz="150" spc="-22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7" b="1">
                <a:latin typeface="Arial"/>
                <a:cs typeface="Arial"/>
              </a:rPr>
              <a:t>rt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d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b="1">
                <a:latin typeface="Arial"/>
                <a:cs typeface="Arial"/>
              </a:rPr>
              <a:t>f</a:t>
            </a:r>
            <a:r>
              <a:rPr dirty="0" baseline="27777" sz="150" spc="-22" b="1">
                <a:latin typeface="Arial"/>
                <a:cs typeface="Arial"/>
              </a:rPr>
              <a:t>u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n</a:t>
            </a:r>
            <a:r>
              <a:rPr dirty="0" baseline="27777" sz="150" b="1">
                <a:latin typeface="Arial"/>
                <a:cs typeface="Arial"/>
              </a:rPr>
              <a:t>  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b="1">
                <a:latin typeface="Arial"/>
                <a:cs typeface="Arial"/>
              </a:rPr>
              <a:t>          </a:t>
            </a:r>
            <a:r>
              <a:rPr dirty="0" baseline="27777" sz="150" spc="-22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H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7" b="1">
                <a:latin typeface="Arial"/>
                <a:cs typeface="Arial"/>
              </a:rPr>
              <a:t>st</a:t>
            </a:r>
            <a:r>
              <a:rPr dirty="0" baseline="27777" sz="150" b="1">
                <a:latin typeface="Arial"/>
                <a:cs typeface="Arial"/>
              </a:rPr>
              <a:t>           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30" b="1">
                <a:latin typeface="Arial"/>
                <a:cs typeface="Arial"/>
              </a:rPr>
              <a:t>Y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  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B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y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W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37" b="1">
                <a:latin typeface="Arial"/>
                <a:cs typeface="Arial"/>
              </a:rPr>
              <a:t>D</a:t>
            </a:r>
            <a:r>
              <a:rPr dirty="0" baseline="27777" sz="150" spc="-15" b="1">
                <a:latin typeface="Arial"/>
                <a:cs typeface="Arial"/>
              </a:rPr>
              <a:t>D</a:t>
            </a:r>
            <a:r>
              <a:rPr dirty="0" baseline="27777" sz="150" b="1">
                <a:latin typeface="Arial"/>
                <a:cs typeface="Arial"/>
              </a:rPr>
              <a:t>   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et</a:t>
            </a:r>
            <a:r>
              <a:rPr dirty="0" baseline="27777" sz="150" b="1">
                <a:latin typeface="Arial"/>
                <a:cs typeface="Arial"/>
              </a:rPr>
              <a:t>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ecs</a:t>
            </a:r>
            <a:r>
              <a:rPr dirty="0" baseline="27777" sz="150" spc="-15" b="1">
                <a:latin typeface="Arial"/>
                <a:cs typeface="Arial"/>
              </a:rPr>
              <a:t>/</a:t>
            </a:r>
            <a:r>
              <a:rPr dirty="0" baseline="27777" sz="150" spc="-22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x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xx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%</a:t>
            </a:r>
            <a:r>
              <a:rPr dirty="0" baseline="27777" sz="150" b="1">
                <a:latin typeface="Arial"/>
                <a:cs typeface="Arial"/>
              </a:rPr>
              <a:t>           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22" b="1">
                <a:latin typeface="Arial"/>
                <a:cs typeface="Arial"/>
              </a:rPr>
              <a:t>ab</a:t>
            </a:r>
            <a:r>
              <a:rPr dirty="0" baseline="27777" sz="150" spc="-15" b="1">
                <a:latin typeface="Arial"/>
                <a:cs typeface="Arial"/>
              </a:rPr>
              <a:t>l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3</a:t>
            </a:r>
            <a:r>
              <a:rPr dirty="0" baseline="27777" sz="150" b="1">
                <a:latin typeface="Arial"/>
                <a:cs typeface="Arial"/>
              </a:rPr>
              <a:t>-</a:t>
            </a:r>
            <a:r>
              <a:rPr dirty="0" baseline="27777" sz="150" spc="-22" b="1">
                <a:latin typeface="Arial"/>
                <a:cs typeface="Arial"/>
              </a:rPr>
              <a:t>3</a:t>
            </a:r>
            <a:r>
              <a:rPr dirty="0" baseline="27777" sz="150" spc="-7" b="1">
                <a:latin typeface="Arial"/>
                <a:cs typeface="Arial"/>
              </a:rPr>
              <a:t>.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Y  </a:t>
            </a:r>
            <a:r>
              <a:rPr dirty="0" baseline="27777" sz="150" spc="-7" b="1">
                <a:latin typeface="Arial"/>
                <a:cs typeface="Arial"/>
              </a:rPr>
              <a:t>    </a:t>
            </a:r>
            <a:r>
              <a:rPr dirty="0" sz="100" spc="-10" b="1">
                <a:latin typeface="Arial"/>
                <a:cs typeface="Arial"/>
              </a:rPr>
              <a:t>and com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posite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track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ing</a:t>
            </a:r>
            <a:endParaRPr sz="100">
              <a:latin typeface="Arial"/>
              <a:cs typeface="Arial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5587968" y="3141714"/>
            <a:ext cx="49530" cy="43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l</a:t>
            </a:r>
            <a:r>
              <a:rPr dirty="0" sz="100" spc="-10" b="1">
                <a:latin typeface="Arial"/>
                <a:cs typeface="Arial"/>
              </a:rPr>
              <a:t>y</a:t>
            </a:r>
            <a:endParaRPr sz="100">
              <a:latin typeface="Arial"/>
              <a:cs typeface="Arial"/>
            </a:endParaRPr>
          </a:p>
        </p:txBody>
      </p:sp>
      <p:sp>
        <p:nvSpPr>
          <p:cNvPr id="310" name="object 310"/>
          <p:cNvSpPr txBox="1"/>
          <p:nvPr/>
        </p:nvSpPr>
        <p:spPr>
          <a:xfrm>
            <a:off x="4898382" y="3199667"/>
            <a:ext cx="72390" cy="43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ac</a:t>
            </a:r>
            <a:r>
              <a:rPr dirty="0" sz="100" spc="-10" b="1">
                <a:latin typeface="Arial"/>
                <a:cs typeface="Arial"/>
              </a:rPr>
              <a:t>k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g</a:t>
            </a:r>
            <a:endParaRPr sz="100">
              <a:latin typeface="Arial"/>
              <a:cs typeface="Arial"/>
            </a:endParaRPr>
          </a:p>
        </p:txBody>
      </p:sp>
      <p:sp>
        <p:nvSpPr>
          <p:cNvPr id="311" name="object 311"/>
          <p:cNvSpPr txBox="1"/>
          <p:nvPr/>
        </p:nvSpPr>
        <p:spPr>
          <a:xfrm>
            <a:off x="4583608" y="3165457"/>
            <a:ext cx="1156335" cy="66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35"/>
              </a:spcBef>
              <a:tabLst>
                <a:tab pos="816610" algn="l"/>
              </a:tabLst>
            </a:pP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v</a:t>
            </a:r>
            <a:r>
              <a:rPr dirty="0" sz="100" spc="-10" b="1">
                <a:latin typeface="Arial"/>
                <a:cs typeface="Arial"/>
              </a:rPr>
              <a:t>id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30" b="1">
                <a:latin typeface="Arial"/>
                <a:cs typeface="Arial"/>
              </a:rPr>
              <a:t>F</a:t>
            </a:r>
            <a:r>
              <a:rPr dirty="0" baseline="27777" sz="150" spc="-15" b="1">
                <a:latin typeface="Arial"/>
                <a:cs typeface="Arial"/>
              </a:rPr>
              <a:t>F</a:t>
            </a:r>
            <a:r>
              <a:rPr dirty="0" baseline="27777" sz="150" spc="-22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As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g</a:t>
            </a:r>
            <a:r>
              <a:rPr dirty="0" baseline="27777" sz="150" spc="-22" b="1">
                <a:latin typeface="Arial"/>
                <a:cs typeface="Arial"/>
              </a:rPr>
              <a:t>n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u</a:t>
            </a:r>
            <a:r>
              <a:rPr dirty="0" baseline="27777" sz="150" spc="-22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p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b="1">
                <a:latin typeface="Arial"/>
                <a:cs typeface="Arial"/>
              </a:rPr>
              <a:t>	</a:t>
            </a:r>
            <a:r>
              <a:rPr dirty="0" sz="100" spc="-15" b="1">
                <a:latin typeface="Arial"/>
                <a:cs typeface="Arial"/>
              </a:rPr>
              <a:t>Wh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ass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ed</a:t>
            </a:r>
            <a:endParaRPr sz="100">
              <a:latin typeface="Arial"/>
              <a:cs typeface="Arial"/>
            </a:endParaRPr>
          </a:p>
          <a:p>
            <a:pPr algn="r" marR="67310">
              <a:lnSpc>
                <a:spcPct val="100000"/>
              </a:lnSpc>
              <a:spcBef>
                <a:spcPts val="45"/>
              </a:spcBef>
            </a:pP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5.1.</a:t>
            </a:r>
            <a:r>
              <a:rPr dirty="0" baseline="55555" sz="150" spc="-15" b="1">
                <a:latin typeface="Arial"/>
                <a:cs typeface="Arial"/>
              </a:rPr>
              <a:t>1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C</a:t>
            </a:r>
            <a:r>
              <a:rPr dirty="0" baseline="55555" sz="150" spc="-7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m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m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22" b="1">
                <a:latin typeface="Arial"/>
                <a:cs typeface="Arial"/>
              </a:rPr>
              <a:t>n</a:t>
            </a:r>
            <a:r>
              <a:rPr dirty="0" baseline="55555" sz="150" b="1">
                <a:latin typeface="Arial"/>
                <a:cs typeface="Arial"/>
              </a:rPr>
              <a:t>f</a:t>
            </a:r>
            <a:r>
              <a:rPr dirty="0" baseline="55555" sz="150" spc="-15" b="1">
                <a:latin typeface="Arial"/>
                <a:cs typeface="Arial"/>
              </a:rPr>
              <a:t>o</a:t>
            </a:r>
            <a:r>
              <a:rPr dirty="0" baseline="55555" sz="150" b="1">
                <a:latin typeface="Arial"/>
                <a:cs typeface="Arial"/>
              </a:rPr>
              <a:t>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d</a:t>
            </a:r>
            <a:r>
              <a:rPr dirty="0" baseline="55555" sz="150" spc="-7" b="1">
                <a:latin typeface="Arial"/>
                <a:cs typeface="Arial"/>
              </a:rPr>
              <a:t>at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b="1">
                <a:latin typeface="Arial"/>
                <a:cs typeface="Arial"/>
              </a:rPr>
              <a:t>f</a:t>
            </a:r>
            <a:r>
              <a:rPr dirty="0" baseline="55555" sz="150" spc="-22" b="1">
                <a:latin typeface="Arial"/>
                <a:cs typeface="Arial"/>
              </a:rPr>
              <a:t>u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io</a:t>
            </a:r>
            <a:r>
              <a:rPr dirty="0" baseline="55555" sz="150" spc="-15" b="1">
                <a:latin typeface="Arial"/>
                <a:cs typeface="Arial"/>
              </a:rPr>
              <a:t>n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15" b="1">
                <a:latin typeface="Arial"/>
                <a:cs typeface="Arial"/>
              </a:rPr>
              <a:t>d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c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m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7" b="1">
                <a:latin typeface="Arial"/>
                <a:cs typeface="Arial"/>
              </a:rPr>
              <a:t>p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b="1">
                <a:latin typeface="Arial"/>
                <a:cs typeface="Arial"/>
              </a:rPr>
              <a:t>          </a:t>
            </a:r>
            <a:r>
              <a:rPr dirty="0" baseline="55555" sz="150" spc="-15" b="1">
                <a:latin typeface="Arial"/>
                <a:cs typeface="Arial"/>
              </a:rPr>
              <a:t>C</a:t>
            </a:r>
            <a:r>
              <a:rPr dirty="0" baseline="55555" sz="150" spc="-37" b="1">
                <a:latin typeface="Arial"/>
                <a:cs typeface="Arial"/>
              </a:rPr>
              <a:t>E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b="1">
                <a:latin typeface="Arial"/>
                <a:cs typeface="Arial"/>
              </a:rPr>
              <a:t>          </a:t>
            </a:r>
            <a:r>
              <a:rPr dirty="0" baseline="55555" sz="150" spc="-22" b="1">
                <a:latin typeface="Arial"/>
                <a:cs typeface="Arial"/>
              </a:rPr>
              <a:t> </a:t>
            </a:r>
            <a:r>
              <a:rPr dirty="0" baseline="55555" sz="150" spc="-37" b="1">
                <a:latin typeface="Arial"/>
                <a:cs typeface="Arial"/>
              </a:rPr>
              <a:t>H</a:t>
            </a:r>
            <a:r>
              <a:rPr dirty="0" baseline="55555" sz="150" spc="-7" b="1">
                <a:latin typeface="Arial"/>
                <a:cs typeface="Arial"/>
              </a:rPr>
              <a:t>o</a:t>
            </a:r>
            <a:r>
              <a:rPr dirty="0" baseline="55555" sz="150" spc="-7" b="1">
                <a:latin typeface="Arial"/>
                <a:cs typeface="Arial"/>
              </a:rPr>
              <a:t>st</a:t>
            </a:r>
            <a:r>
              <a:rPr dirty="0" baseline="55555" sz="150" b="1">
                <a:latin typeface="Arial"/>
                <a:cs typeface="Arial"/>
              </a:rPr>
              <a:t>           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30" b="1">
                <a:latin typeface="Arial"/>
                <a:cs typeface="Arial"/>
              </a:rPr>
              <a:t>Y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b="1">
                <a:latin typeface="Arial"/>
                <a:cs typeface="Arial"/>
              </a:rPr>
              <a:t>   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37" b="1">
                <a:latin typeface="Arial"/>
                <a:cs typeface="Arial"/>
              </a:rPr>
              <a:t>B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15" b="1">
                <a:latin typeface="Arial"/>
                <a:cs typeface="Arial"/>
              </a:rPr>
              <a:t>y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spc="-15" b="1">
                <a:latin typeface="Arial"/>
                <a:cs typeface="Arial"/>
              </a:rPr>
              <a:t>W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37" b="1">
                <a:latin typeface="Arial"/>
                <a:cs typeface="Arial"/>
              </a:rPr>
              <a:t>D</a:t>
            </a:r>
            <a:r>
              <a:rPr dirty="0" baseline="55555" sz="150" spc="-15" b="1">
                <a:latin typeface="Arial"/>
                <a:cs typeface="Arial"/>
              </a:rPr>
              <a:t>D</a:t>
            </a:r>
            <a:r>
              <a:rPr dirty="0" baseline="55555" sz="150" b="1">
                <a:latin typeface="Arial"/>
                <a:cs typeface="Arial"/>
              </a:rPr>
              <a:t>   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7" b="1">
                <a:latin typeface="Arial"/>
                <a:cs typeface="Arial"/>
              </a:rPr>
              <a:t>et</a:t>
            </a:r>
            <a:r>
              <a:rPr dirty="0" baseline="55555" sz="150" b="1">
                <a:latin typeface="Arial"/>
                <a:cs typeface="Arial"/>
              </a:rPr>
              <a:t>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ecs</a:t>
            </a:r>
            <a:r>
              <a:rPr dirty="0" baseline="55555" sz="150" spc="-15" b="1">
                <a:latin typeface="Arial"/>
                <a:cs typeface="Arial"/>
              </a:rPr>
              <a:t>/</a:t>
            </a:r>
            <a:r>
              <a:rPr dirty="0" baseline="55555" sz="150" spc="-22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x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b="1">
                <a:latin typeface="Arial"/>
                <a:cs typeface="Arial"/>
              </a:rPr>
              <a:t>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xx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%</a:t>
            </a:r>
            <a:r>
              <a:rPr dirty="0" baseline="55555" sz="150" b="1">
                <a:latin typeface="Arial"/>
                <a:cs typeface="Arial"/>
              </a:rPr>
              <a:t>           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5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15" b="1">
                <a:latin typeface="Arial"/>
                <a:cs typeface="Arial"/>
              </a:rPr>
              <a:t>h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5" b="1">
                <a:latin typeface="Arial"/>
                <a:cs typeface="Arial"/>
              </a:rPr>
              <a:t>n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d</a:t>
            </a:r>
            <a:endParaRPr sz="100">
              <a:latin typeface="Arial"/>
              <a:cs typeface="Arial"/>
            </a:endParaRPr>
          </a:p>
        </p:txBody>
      </p:sp>
      <p:sp>
        <p:nvSpPr>
          <p:cNvPr id="312" name="object 312"/>
          <p:cNvSpPr txBox="1"/>
          <p:nvPr/>
        </p:nvSpPr>
        <p:spPr>
          <a:xfrm>
            <a:off x="4733014" y="3220996"/>
            <a:ext cx="994410" cy="431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867410" algn="l"/>
              </a:tabLst>
            </a:pP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v</a:t>
            </a:r>
            <a:r>
              <a:rPr dirty="0" sz="100" spc="-10" b="1">
                <a:latin typeface="Arial"/>
                <a:cs typeface="Arial"/>
              </a:rPr>
              <a:t>id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15" b="1">
                <a:latin typeface="Arial"/>
                <a:cs typeface="Arial"/>
              </a:rPr>
              <a:t>D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7" b="1">
                <a:latin typeface="Arial"/>
                <a:cs typeface="Arial"/>
              </a:rPr>
              <a:t>r</a:t>
            </a:r>
            <a:r>
              <a:rPr dirty="0" baseline="55555" sz="150" b="1">
                <a:latin typeface="Arial"/>
                <a:cs typeface="Arial"/>
              </a:rPr>
              <a:t>e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spc="-7" b="1">
                <a:latin typeface="Arial"/>
                <a:cs typeface="Arial"/>
              </a:rPr>
              <a:t>o</a:t>
            </a:r>
            <a:r>
              <a:rPr dirty="0" baseline="55555" sz="150" b="1">
                <a:latin typeface="Arial"/>
                <a:cs typeface="Arial"/>
              </a:rPr>
              <a:t>mm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22" b="1">
                <a:latin typeface="Arial"/>
                <a:cs typeface="Arial"/>
              </a:rPr>
              <a:t>d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b="1">
                <a:latin typeface="Arial"/>
                <a:cs typeface="Arial"/>
              </a:rPr>
              <a:t>t</a:t>
            </a:r>
            <a:r>
              <a:rPr dirty="0" baseline="55555" sz="150" spc="-15" b="1">
                <a:latin typeface="Arial"/>
                <a:cs typeface="Arial"/>
              </a:rPr>
              <a:t>io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spc="-15" b="1">
                <a:latin typeface="Arial"/>
                <a:cs typeface="Arial"/>
              </a:rPr>
              <a:t>o</a:t>
            </a:r>
            <a:r>
              <a:rPr dirty="0" baseline="55555" sz="150" b="1">
                <a:latin typeface="Arial"/>
                <a:cs typeface="Arial"/>
              </a:rPr>
              <a:t>	</a:t>
            </a:r>
            <a:r>
              <a:rPr dirty="0" sz="100" spc="-15" b="1">
                <a:latin typeface="Arial"/>
                <a:cs typeface="Arial"/>
              </a:rPr>
              <a:t>Wh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ass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ed</a:t>
            </a:r>
            <a:endParaRPr sz="100">
              <a:latin typeface="Arial"/>
              <a:cs typeface="Arial"/>
            </a:endParaRPr>
          </a:p>
        </p:txBody>
      </p:sp>
      <p:sp>
        <p:nvSpPr>
          <p:cNvPr id="313" name="object 313"/>
          <p:cNvSpPr txBox="1"/>
          <p:nvPr/>
        </p:nvSpPr>
        <p:spPr>
          <a:xfrm>
            <a:off x="4558257" y="3240814"/>
            <a:ext cx="1198880" cy="110489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Times New Roman"/>
              <a:cs typeface="Times New Roman"/>
            </a:endParaRPr>
          </a:p>
          <a:p>
            <a:pPr marL="352425" marR="83820" indent="-276860">
              <a:lnSpc>
                <a:spcPct val="70000"/>
              </a:lnSpc>
            </a:pP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5.1.</a:t>
            </a:r>
            <a:r>
              <a:rPr dirty="0" baseline="27777" sz="150" spc="-15" b="1">
                <a:latin typeface="Arial"/>
                <a:cs typeface="Arial"/>
              </a:rPr>
              <a:t>1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m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22" b="1">
                <a:latin typeface="Arial"/>
                <a:cs typeface="Arial"/>
              </a:rPr>
              <a:t>n</a:t>
            </a:r>
            <a:r>
              <a:rPr dirty="0" baseline="27777" sz="150" b="1">
                <a:latin typeface="Arial"/>
                <a:cs typeface="Arial"/>
              </a:rPr>
              <a:t>f</a:t>
            </a:r>
            <a:r>
              <a:rPr dirty="0" baseline="27777" sz="150" spc="-15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u</a:t>
            </a:r>
            <a:r>
              <a:rPr dirty="0" baseline="27777" sz="150" spc="-22" b="1">
                <a:latin typeface="Arial"/>
                <a:cs typeface="Arial"/>
              </a:rPr>
              <a:t>p</a:t>
            </a:r>
            <a:r>
              <a:rPr dirty="0" baseline="27777" sz="150" spc="-7" b="1">
                <a:latin typeface="Arial"/>
                <a:cs typeface="Arial"/>
              </a:rPr>
              <a:t>p</a:t>
            </a:r>
            <a:r>
              <a:rPr dirty="0" baseline="27777" sz="150" spc="-22" b="1">
                <a:latin typeface="Arial"/>
                <a:cs typeface="Arial"/>
              </a:rPr>
              <a:t>o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t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d</a:t>
            </a:r>
            <a:r>
              <a:rPr dirty="0" baseline="27777" sz="150" spc="-7" b="1">
                <a:latin typeface="Arial"/>
                <a:cs typeface="Arial"/>
              </a:rPr>
              <a:t>at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b="1">
                <a:latin typeface="Arial"/>
                <a:cs typeface="Arial"/>
              </a:rPr>
              <a:t>f</a:t>
            </a:r>
            <a:r>
              <a:rPr dirty="0" baseline="27777" sz="150" spc="-22" b="1">
                <a:latin typeface="Arial"/>
                <a:cs typeface="Arial"/>
              </a:rPr>
              <a:t>u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io</a:t>
            </a:r>
            <a:r>
              <a:rPr dirty="0" baseline="27777" sz="150" spc="-15" b="1">
                <a:latin typeface="Arial"/>
                <a:cs typeface="Arial"/>
              </a:rPr>
              <a:t>n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15" b="1">
                <a:latin typeface="Arial"/>
                <a:cs typeface="Arial"/>
              </a:rPr>
              <a:t>d</a:t>
            </a:r>
            <a:r>
              <a:rPr dirty="0" baseline="27777" sz="150" b="1">
                <a:latin typeface="Arial"/>
                <a:cs typeface="Arial"/>
              </a:rPr>
              <a:t>             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15" b="1">
                <a:latin typeface="Arial"/>
                <a:cs typeface="Arial"/>
              </a:rPr>
              <a:t>P</a:t>
            </a:r>
            <a:r>
              <a:rPr dirty="0" baseline="27777" sz="150" b="1">
                <a:latin typeface="Arial"/>
                <a:cs typeface="Arial"/>
              </a:rPr>
              <a:t>          </a:t>
            </a:r>
            <a:r>
              <a:rPr dirty="0" baseline="27777" sz="150" spc="-22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H</a:t>
            </a:r>
            <a:r>
              <a:rPr dirty="0" baseline="27777" sz="150" spc="-7" b="1">
                <a:latin typeface="Arial"/>
                <a:cs typeface="Arial"/>
              </a:rPr>
              <a:t>o</a:t>
            </a:r>
            <a:r>
              <a:rPr dirty="0" baseline="27777" sz="150" spc="-7" b="1">
                <a:latin typeface="Arial"/>
                <a:cs typeface="Arial"/>
              </a:rPr>
              <a:t>st</a:t>
            </a:r>
            <a:r>
              <a:rPr dirty="0" baseline="27777" sz="150" b="1">
                <a:latin typeface="Arial"/>
                <a:cs typeface="Arial"/>
              </a:rPr>
              <a:t>           </a:t>
            </a:r>
            <a:r>
              <a:rPr dirty="0" baseline="27777" sz="150" spc="7" b="1">
                <a:latin typeface="Arial"/>
                <a:cs typeface="Arial"/>
              </a:rPr>
              <a:t> </a:t>
            </a:r>
            <a:r>
              <a:rPr dirty="0" baseline="27777" sz="150" spc="-30" b="1">
                <a:latin typeface="Arial"/>
                <a:cs typeface="Arial"/>
              </a:rPr>
              <a:t>Y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  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37" b="1">
                <a:latin typeface="Arial"/>
                <a:cs typeface="Arial"/>
              </a:rPr>
              <a:t>B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7" b="1">
                <a:latin typeface="Arial"/>
                <a:cs typeface="Arial"/>
              </a:rPr>
              <a:t>n</a:t>
            </a:r>
            <a:r>
              <a:rPr dirty="0" baseline="27777" sz="150" spc="-22" b="1">
                <a:latin typeface="Arial"/>
                <a:cs typeface="Arial"/>
              </a:rPr>
              <a:t>a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15" b="1">
                <a:latin typeface="Arial"/>
                <a:cs typeface="Arial"/>
              </a:rPr>
              <a:t>y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spc="-15" b="1">
                <a:latin typeface="Arial"/>
                <a:cs typeface="Arial"/>
              </a:rPr>
              <a:t>W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I</a:t>
            </a:r>
            <a:r>
              <a:rPr dirty="0" baseline="27777" sz="150" spc="-37" b="1">
                <a:latin typeface="Arial"/>
                <a:cs typeface="Arial"/>
              </a:rPr>
              <a:t>D</a:t>
            </a:r>
            <a:r>
              <a:rPr dirty="0" baseline="27777" sz="150" spc="-15" b="1">
                <a:latin typeface="Arial"/>
                <a:cs typeface="Arial"/>
              </a:rPr>
              <a:t>D</a:t>
            </a:r>
            <a:r>
              <a:rPr dirty="0" baseline="27777" sz="150" b="1">
                <a:latin typeface="Arial"/>
                <a:cs typeface="Arial"/>
              </a:rPr>
              <a:t>   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15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b="1">
                <a:latin typeface="Arial"/>
                <a:cs typeface="Arial"/>
              </a:rPr>
              <a:t>r</a:t>
            </a:r>
            <a:r>
              <a:rPr dirty="0" baseline="27777" sz="150" spc="-7" b="1">
                <a:latin typeface="Arial"/>
                <a:cs typeface="Arial"/>
              </a:rPr>
              <a:t>et</a:t>
            </a:r>
            <a:r>
              <a:rPr dirty="0" baseline="27777" sz="150" b="1">
                <a:latin typeface="Arial"/>
                <a:cs typeface="Arial"/>
              </a:rPr>
              <a:t>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ecs</a:t>
            </a:r>
            <a:r>
              <a:rPr dirty="0" baseline="27777" sz="150" spc="-15" b="1">
                <a:latin typeface="Arial"/>
                <a:cs typeface="Arial"/>
              </a:rPr>
              <a:t>/</a:t>
            </a:r>
            <a:r>
              <a:rPr dirty="0" baseline="27777" sz="150" spc="-22" b="1">
                <a:latin typeface="Arial"/>
                <a:cs typeface="Arial"/>
              </a:rPr>
              <a:t>x</a:t>
            </a:r>
            <a:r>
              <a:rPr dirty="0" baseline="27777" sz="150" spc="-15" b="1">
                <a:latin typeface="Arial"/>
                <a:cs typeface="Arial"/>
              </a:rPr>
              <a:t>x</a:t>
            </a:r>
            <a:r>
              <a:rPr dirty="0" baseline="27777" sz="150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se</a:t>
            </a:r>
            <a:r>
              <a:rPr dirty="0" baseline="27777" sz="150" spc="-30" b="1">
                <a:latin typeface="Arial"/>
                <a:cs typeface="Arial"/>
              </a:rPr>
              <a:t> </a:t>
            </a:r>
            <a:r>
              <a:rPr dirty="0" baseline="27777" sz="150" spc="-22" b="1">
                <a:latin typeface="Arial"/>
                <a:cs typeface="Arial"/>
              </a:rPr>
              <a:t>c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b="1">
                <a:latin typeface="Arial"/>
                <a:cs typeface="Arial"/>
              </a:rPr>
              <a:t>     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xx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%</a:t>
            </a:r>
            <a:r>
              <a:rPr dirty="0" baseline="27777" sz="150" b="1">
                <a:latin typeface="Arial"/>
                <a:cs typeface="Arial"/>
              </a:rPr>
              <a:t>           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5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15" b="1">
                <a:latin typeface="Arial"/>
                <a:cs typeface="Arial"/>
              </a:rPr>
              <a:t>h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5" b="1">
                <a:latin typeface="Arial"/>
                <a:cs typeface="Arial"/>
              </a:rPr>
              <a:t>n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d  </a:t>
            </a:r>
            <a:r>
              <a:rPr dirty="0" sz="100" spc="-5" b="1">
                <a:latin typeface="Arial"/>
                <a:cs typeface="Arial"/>
              </a:rPr>
              <a:t>   </a:t>
            </a:r>
            <a:r>
              <a:rPr dirty="0" sz="100" spc="-10" b="1">
                <a:latin typeface="Arial"/>
                <a:cs typeface="Arial"/>
              </a:rPr>
              <a:t>com</a:t>
            </a:r>
            <a:r>
              <a:rPr dirty="0" sz="100" spc="-2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posite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tracking</a:t>
            </a:r>
            <a:endParaRPr sz="100">
              <a:latin typeface="Arial"/>
              <a:cs typeface="Arial"/>
            </a:endParaRPr>
          </a:p>
          <a:p>
            <a:pPr algn="r" marR="55880">
              <a:lnSpc>
                <a:spcPct val="100000"/>
              </a:lnSpc>
              <a:spcBef>
                <a:spcPts val="80"/>
              </a:spcBef>
              <a:tabLst>
                <a:tab pos="816610" algn="l"/>
              </a:tabLst>
            </a:pPr>
            <a:r>
              <a:rPr dirty="0" sz="100" spc="-10" b="1">
                <a:latin typeface="Arial"/>
                <a:cs typeface="Arial"/>
              </a:rPr>
              <a:t>P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v</a:t>
            </a:r>
            <a:r>
              <a:rPr dirty="0" sz="100" spc="-10" b="1">
                <a:latin typeface="Arial"/>
                <a:cs typeface="Arial"/>
              </a:rPr>
              <a:t>id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spc="-10" b="1">
                <a:latin typeface="Arial"/>
                <a:cs typeface="Arial"/>
              </a:rPr>
              <a:t>/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    </a:t>
            </a:r>
            <a:r>
              <a:rPr dirty="0" sz="100" spc="-1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spc="-5" b="1">
                <a:latin typeface="Arial"/>
                <a:cs typeface="Arial"/>
              </a:rPr>
              <a:t>r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c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o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u</a:t>
            </a:r>
            <a:r>
              <a:rPr dirty="0" sz="100" spc="-5" b="1">
                <a:latin typeface="Arial"/>
                <a:cs typeface="Arial"/>
              </a:rPr>
              <a:t>pp</a:t>
            </a:r>
            <a:r>
              <a:rPr dirty="0" sz="100" spc="-15" b="1">
                <a:latin typeface="Arial"/>
                <a:cs typeface="Arial"/>
              </a:rPr>
              <a:t>o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5" b="1">
                <a:latin typeface="Arial"/>
                <a:cs typeface="Arial"/>
              </a:rPr>
              <a:t>t</a:t>
            </a:r>
            <a:r>
              <a:rPr dirty="0" sz="100" spc="-5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d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a</a:t>
            </a:r>
            <a:r>
              <a:rPr dirty="0" sz="100" b="1">
                <a:latin typeface="Arial"/>
                <a:cs typeface="Arial"/>
              </a:rPr>
              <a:t>	</a:t>
            </a:r>
            <a:r>
              <a:rPr dirty="0" baseline="27777" sz="150" spc="-22" b="1">
                <a:latin typeface="Arial"/>
                <a:cs typeface="Arial"/>
              </a:rPr>
              <a:t>R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30" b="1">
                <a:latin typeface="Arial"/>
                <a:cs typeface="Arial"/>
              </a:rPr>
              <a:t>F</a:t>
            </a:r>
            <a:r>
              <a:rPr dirty="0" baseline="27777" sz="150" spc="-7" b="1">
                <a:latin typeface="Arial"/>
                <a:cs typeface="Arial"/>
              </a:rPr>
              <a:t>:</a:t>
            </a:r>
            <a:r>
              <a:rPr dirty="0" baseline="27777" sz="150" spc="-15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37" b="1">
                <a:latin typeface="Arial"/>
                <a:cs typeface="Arial"/>
              </a:rPr>
              <a:t>E</a:t>
            </a:r>
            <a:r>
              <a:rPr dirty="0" baseline="27777" sz="150" spc="-15" b="1">
                <a:latin typeface="Arial"/>
                <a:cs typeface="Arial"/>
              </a:rPr>
              <a:t>C</a:t>
            </a:r>
            <a:r>
              <a:rPr dirty="0" baseline="27777" sz="150" spc="-7" b="1">
                <a:latin typeface="Arial"/>
                <a:cs typeface="Arial"/>
              </a:rPr>
              <a:t> </a:t>
            </a:r>
            <a:r>
              <a:rPr dirty="0" baseline="27777" sz="150" spc="-15" b="1">
                <a:latin typeface="Arial"/>
                <a:cs typeface="Arial"/>
              </a:rPr>
              <a:t>A</a:t>
            </a:r>
            <a:r>
              <a:rPr dirty="0" baseline="27777" sz="150" b="1">
                <a:latin typeface="Arial"/>
                <a:cs typeface="Arial"/>
              </a:rPr>
              <a:t>-</a:t>
            </a:r>
            <a:r>
              <a:rPr dirty="0" baseline="27777" sz="150" spc="-15" b="1">
                <a:latin typeface="Arial"/>
                <a:cs typeface="Arial"/>
              </a:rPr>
              <a:t>s</a:t>
            </a:r>
            <a:r>
              <a:rPr dirty="0" baseline="27777" sz="150" spc="-7" b="1">
                <a:latin typeface="Arial"/>
                <a:cs typeface="Arial"/>
              </a:rPr>
              <a:t>p</a:t>
            </a:r>
            <a:r>
              <a:rPr dirty="0" baseline="27777" sz="150" spc="-15" b="1">
                <a:latin typeface="Arial"/>
                <a:cs typeface="Arial"/>
              </a:rPr>
              <a:t>ec</a:t>
            </a:r>
            <a:endParaRPr baseline="27777" sz="150">
              <a:latin typeface="Arial"/>
              <a:cs typeface="Arial"/>
            </a:endParaRPr>
          </a:p>
          <a:p>
            <a:pPr algn="r" marR="68580">
              <a:lnSpc>
                <a:spcPts val="100"/>
              </a:lnSpc>
              <a:spcBef>
                <a:spcPts val="40"/>
              </a:spcBef>
            </a:pP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5.1.</a:t>
            </a:r>
            <a:r>
              <a:rPr dirty="0" baseline="55555" sz="150" spc="-15" b="1">
                <a:latin typeface="Arial"/>
                <a:cs typeface="Arial"/>
              </a:rPr>
              <a:t>1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C</a:t>
            </a:r>
            <a:r>
              <a:rPr dirty="0" baseline="55555" sz="150" spc="-7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m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m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O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22" b="1">
                <a:latin typeface="Arial"/>
                <a:cs typeface="Arial"/>
              </a:rPr>
              <a:t>n</a:t>
            </a:r>
            <a:r>
              <a:rPr dirty="0" baseline="55555" sz="150" b="1">
                <a:latin typeface="Arial"/>
                <a:cs typeface="Arial"/>
              </a:rPr>
              <a:t>f</a:t>
            </a:r>
            <a:r>
              <a:rPr dirty="0" baseline="55555" sz="150" spc="-15" b="1">
                <a:latin typeface="Arial"/>
                <a:cs typeface="Arial"/>
              </a:rPr>
              <a:t>o</a:t>
            </a:r>
            <a:r>
              <a:rPr dirty="0" baseline="55555" sz="150" b="1">
                <a:latin typeface="Arial"/>
                <a:cs typeface="Arial"/>
              </a:rPr>
              <a:t>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sz="100" spc="-20" b="1">
                <a:latin typeface="Arial"/>
                <a:cs typeface="Arial"/>
              </a:rPr>
              <a:t>E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5" b="1">
                <a:latin typeface="Arial"/>
                <a:cs typeface="Arial"/>
              </a:rPr>
              <a:t>g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g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b="1">
                <a:latin typeface="Arial"/>
                <a:cs typeface="Arial"/>
              </a:rPr>
              <a:t>             </a:t>
            </a:r>
            <a:r>
              <a:rPr dirty="0" sz="100" spc="-10" b="1">
                <a:latin typeface="Arial"/>
                <a:cs typeface="Arial"/>
              </a:rPr>
              <a:t> </a:t>
            </a:r>
            <a:r>
              <a:rPr dirty="0" sz="100" spc="-5" b="1">
                <a:latin typeface="Arial"/>
                <a:cs typeface="Arial"/>
              </a:rPr>
              <a:t>f</a:t>
            </a:r>
            <a:r>
              <a:rPr dirty="0" sz="100" spc="-5" b="1">
                <a:latin typeface="Arial"/>
                <a:cs typeface="Arial"/>
              </a:rPr>
              <a:t>u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n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a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d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c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m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5" b="1">
                <a:latin typeface="Arial"/>
                <a:cs typeface="Arial"/>
              </a:rPr>
              <a:t>p</a:t>
            </a:r>
            <a:r>
              <a:rPr dirty="0" sz="100" spc="-5" b="1">
                <a:latin typeface="Arial"/>
                <a:cs typeface="Arial"/>
              </a:rPr>
              <a:t>o</a:t>
            </a:r>
            <a:r>
              <a:rPr dirty="0" sz="100" spc="-10" b="1">
                <a:latin typeface="Arial"/>
                <a:cs typeface="Arial"/>
              </a:rPr>
              <a:t>s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spc="-10" b="1">
                <a:latin typeface="Arial"/>
                <a:cs typeface="Arial"/>
              </a:rPr>
              <a:t>e</a:t>
            </a:r>
            <a:r>
              <a:rPr dirty="0" sz="100" b="1">
                <a:latin typeface="Arial"/>
                <a:cs typeface="Arial"/>
              </a:rPr>
              <a:t> </a:t>
            </a:r>
            <a:r>
              <a:rPr dirty="0" sz="100" b="1">
                <a:latin typeface="Arial"/>
                <a:cs typeface="Arial"/>
              </a:rPr>
              <a:t>t</a:t>
            </a:r>
            <a:r>
              <a:rPr dirty="0" sz="100" b="1">
                <a:latin typeface="Arial"/>
                <a:cs typeface="Arial"/>
              </a:rPr>
              <a:t>r</a:t>
            </a:r>
            <a:r>
              <a:rPr dirty="0" sz="100" spc="-15" b="1">
                <a:latin typeface="Arial"/>
                <a:cs typeface="Arial"/>
              </a:rPr>
              <a:t>ac</a:t>
            </a:r>
            <a:r>
              <a:rPr dirty="0" sz="100" spc="-10" b="1">
                <a:latin typeface="Arial"/>
                <a:cs typeface="Arial"/>
              </a:rPr>
              <a:t>k</a:t>
            </a:r>
            <a:r>
              <a:rPr dirty="0" sz="100" spc="-20" b="1">
                <a:latin typeface="Arial"/>
                <a:cs typeface="Arial"/>
              </a:rPr>
              <a:t> </a:t>
            </a:r>
            <a:r>
              <a:rPr dirty="0" sz="100" spc="-10" b="1">
                <a:latin typeface="Arial"/>
                <a:cs typeface="Arial"/>
              </a:rPr>
              <a:t>i</a:t>
            </a:r>
            <a:r>
              <a:rPr dirty="0" sz="100" spc="-15" b="1">
                <a:latin typeface="Arial"/>
                <a:cs typeface="Arial"/>
              </a:rPr>
              <a:t>n</a:t>
            </a:r>
            <a:r>
              <a:rPr dirty="0" sz="100" spc="-10" b="1">
                <a:latin typeface="Arial"/>
                <a:cs typeface="Arial"/>
              </a:rPr>
              <a:t>g</a:t>
            </a:r>
            <a:r>
              <a:rPr dirty="0" sz="100" b="1">
                <a:latin typeface="Arial"/>
                <a:cs typeface="Arial"/>
              </a:rPr>
              <a:t>  </a:t>
            </a:r>
            <a:r>
              <a:rPr dirty="0" sz="100" spc="1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C</a:t>
            </a:r>
            <a:r>
              <a:rPr dirty="0" baseline="55555" sz="150" spc="-37" b="1">
                <a:latin typeface="Arial"/>
                <a:cs typeface="Arial"/>
              </a:rPr>
              <a:t>E</a:t>
            </a:r>
            <a:r>
              <a:rPr dirty="0" baseline="55555" sz="150" spc="-15" b="1">
                <a:latin typeface="Arial"/>
                <a:cs typeface="Arial"/>
              </a:rPr>
              <a:t>P</a:t>
            </a:r>
            <a:r>
              <a:rPr dirty="0" baseline="55555" sz="150" b="1">
                <a:latin typeface="Arial"/>
                <a:cs typeface="Arial"/>
              </a:rPr>
              <a:t>          </a:t>
            </a:r>
            <a:r>
              <a:rPr dirty="0" baseline="55555" sz="150" spc="-22" b="1">
                <a:latin typeface="Arial"/>
                <a:cs typeface="Arial"/>
              </a:rPr>
              <a:t> </a:t>
            </a:r>
            <a:r>
              <a:rPr dirty="0" baseline="55555" sz="150" spc="-37" b="1">
                <a:latin typeface="Arial"/>
                <a:cs typeface="Arial"/>
              </a:rPr>
              <a:t>H</a:t>
            </a:r>
            <a:r>
              <a:rPr dirty="0" baseline="55555" sz="150" spc="-7" b="1">
                <a:latin typeface="Arial"/>
                <a:cs typeface="Arial"/>
              </a:rPr>
              <a:t>o</a:t>
            </a:r>
            <a:r>
              <a:rPr dirty="0" baseline="55555" sz="150" spc="-7" b="1">
                <a:latin typeface="Arial"/>
                <a:cs typeface="Arial"/>
              </a:rPr>
              <a:t>st</a:t>
            </a:r>
            <a:r>
              <a:rPr dirty="0" baseline="55555" sz="150" b="1">
                <a:latin typeface="Arial"/>
                <a:cs typeface="Arial"/>
              </a:rPr>
              <a:t>           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30" b="1">
                <a:latin typeface="Arial"/>
                <a:cs typeface="Arial"/>
              </a:rPr>
              <a:t>Y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b="1">
                <a:latin typeface="Arial"/>
                <a:cs typeface="Arial"/>
              </a:rPr>
              <a:t>   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37" b="1">
                <a:latin typeface="Arial"/>
                <a:cs typeface="Arial"/>
              </a:rPr>
              <a:t>B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7" b="1">
                <a:latin typeface="Arial"/>
                <a:cs typeface="Arial"/>
              </a:rPr>
              <a:t>n</a:t>
            </a:r>
            <a:r>
              <a:rPr dirty="0" baseline="55555" sz="150" spc="-22" b="1">
                <a:latin typeface="Arial"/>
                <a:cs typeface="Arial"/>
              </a:rPr>
              <a:t>a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15" b="1">
                <a:latin typeface="Arial"/>
                <a:cs typeface="Arial"/>
              </a:rPr>
              <a:t>y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15" b="1">
                <a:latin typeface="Arial"/>
                <a:cs typeface="Arial"/>
              </a:rPr>
              <a:t>A</a:t>
            </a:r>
            <a:r>
              <a:rPr dirty="0" baseline="55555" sz="150" spc="-15" b="1">
                <a:latin typeface="Arial"/>
                <a:cs typeface="Arial"/>
              </a:rPr>
              <a:t>W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I</a:t>
            </a:r>
            <a:r>
              <a:rPr dirty="0" baseline="55555" sz="150" spc="-37" b="1">
                <a:latin typeface="Arial"/>
                <a:cs typeface="Arial"/>
              </a:rPr>
              <a:t>D</a:t>
            </a:r>
            <a:r>
              <a:rPr dirty="0" baseline="55555" sz="150" spc="-15" b="1">
                <a:latin typeface="Arial"/>
                <a:cs typeface="Arial"/>
              </a:rPr>
              <a:t>D</a:t>
            </a:r>
            <a:r>
              <a:rPr dirty="0" baseline="55555" sz="150" b="1">
                <a:latin typeface="Arial"/>
                <a:cs typeface="Arial"/>
              </a:rPr>
              <a:t>   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b="1">
                <a:latin typeface="Arial"/>
                <a:cs typeface="Arial"/>
              </a:rPr>
              <a:t>r</a:t>
            </a:r>
            <a:r>
              <a:rPr dirty="0" baseline="55555" sz="150" spc="-7" b="1">
                <a:latin typeface="Arial"/>
                <a:cs typeface="Arial"/>
              </a:rPr>
              <a:t>et</a:t>
            </a:r>
            <a:r>
              <a:rPr dirty="0" baseline="55555" sz="150" b="1">
                <a:latin typeface="Arial"/>
                <a:cs typeface="Arial"/>
              </a:rPr>
              <a:t>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ecs</a:t>
            </a:r>
            <a:r>
              <a:rPr dirty="0" baseline="55555" sz="150" spc="-15" b="1">
                <a:latin typeface="Arial"/>
                <a:cs typeface="Arial"/>
              </a:rPr>
              <a:t>/</a:t>
            </a:r>
            <a:r>
              <a:rPr dirty="0" baseline="55555" sz="150" spc="-22" b="1">
                <a:latin typeface="Arial"/>
                <a:cs typeface="Arial"/>
              </a:rPr>
              <a:t>x</a:t>
            </a:r>
            <a:r>
              <a:rPr dirty="0" baseline="55555" sz="150" spc="-15" b="1">
                <a:latin typeface="Arial"/>
                <a:cs typeface="Arial"/>
              </a:rPr>
              <a:t>x</a:t>
            </a:r>
            <a:r>
              <a:rPr dirty="0" baseline="55555" sz="150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se</a:t>
            </a:r>
            <a:r>
              <a:rPr dirty="0" baseline="55555" sz="150" spc="-30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c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b="1">
                <a:latin typeface="Arial"/>
                <a:cs typeface="Arial"/>
              </a:rPr>
              <a:t>     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xx</a:t>
            </a:r>
            <a:r>
              <a:rPr dirty="0" baseline="55555" sz="150" spc="-15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%</a:t>
            </a:r>
            <a:r>
              <a:rPr dirty="0" baseline="55555" sz="150" b="1">
                <a:latin typeface="Arial"/>
                <a:cs typeface="Arial"/>
              </a:rPr>
              <a:t>           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7" b="1">
                <a:latin typeface="Arial"/>
                <a:cs typeface="Arial"/>
              </a:rPr>
              <a:t>T</a:t>
            </a:r>
            <a:r>
              <a:rPr dirty="0" baseline="55555" sz="150" spc="-22" b="1">
                <a:latin typeface="Arial"/>
                <a:cs typeface="Arial"/>
              </a:rPr>
              <a:t>ab</a:t>
            </a:r>
            <a:r>
              <a:rPr dirty="0" baseline="55555" sz="150" spc="-15" b="1">
                <a:latin typeface="Arial"/>
                <a:cs typeface="Arial"/>
              </a:rPr>
              <a:t>l</a:t>
            </a:r>
            <a:r>
              <a:rPr dirty="0" baseline="55555" sz="150" spc="-15" b="1">
                <a:latin typeface="Arial"/>
                <a:cs typeface="Arial"/>
              </a:rPr>
              <a:t>e</a:t>
            </a:r>
            <a:r>
              <a:rPr dirty="0" baseline="55555" sz="150" spc="7" b="1">
                <a:latin typeface="Arial"/>
                <a:cs typeface="Arial"/>
              </a:rPr>
              <a:t> </a:t>
            </a:r>
            <a:r>
              <a:rPr dirty="0" baseline="55555" sz="150" spc="-22" b="1">
                <a:latin typeface="Arial"/>
                <a:cs typeface="Arial"/>
              </a:rPr>
              <a:t>3</a:t>
            </a:r>
            <a:r>
              <a:rPr dirty="0" baseline="55555" sz="150" b="1">
                <a:latin typeface="Arial"/>
                <a:cs typeface="Arial"/>
              </a:rPr>
              <a:t>-</a:t>
            </a:r>
            <a:r>
              <a:rPr dirty="0" baseline="55555" sz="150" spc="-22" b="1">
                <a:latin typeface="Arial"/>
                <a:cs typeface="Arial"/>
              </a:rPr>
              <a:t>3</a:t>
            </a:r>
            <a:r>
              <a:rPr dirty="0" baseline="55555" sz="150" spc="-7" b="1">
                <a:latin typeface="Arial"/>
                <a:cs typeface="Arial"/>
              </a:rPr>
              <a:t>.</a:t>
            </a:r>
            <a:r>
              <a:rPr dirty="0" baseline="55555" sz="150" spc="-7" b="1">
                <a:latin typeface="Arial"/>
                <a:cs typeface="Arial"/>
              </a:rPr>
              <a:t> </a:t>
            </a:r>
            <a:r>
              <a:rPr dirty="0" baseline="55555" sz="150" spc="-15" b="1">
                <a:latin typeface="Arial"/>
                <a:cs typeface="Arial"/>
              </a:rPr>
              <a:t>S</a:t>
            </a:r>
            <a:r>
              <a:rPr dirty="0" baseline="55555" sz="150" spc="-30" b="1">
                <a:latin typeface="Arial"/>
                <a:cs typeface="Arial"/>
              </a:rPr>
              <a:t>P</a:t>
            </a:r>
            <a:r>
              <a:rPr dirty="0" baseline="55555" sz="150" spc="-15" b="1">
                <a:latin typeface="Arial"/>
                <a:cs typeface="Arial"/>
              </a:rPr>
              <a:t>Y</a:t>
            </a:r>
            <a:endParaRPr baseline="55555" sz="150">
              <a:latin typeface="Arial"/>
              <a:cs typeface="Arial"/>
            </a:endParaRPr>
          </a:p>
          <a:p>
            <a:pPr algn="r" marR="124460">
              <a:lnSpc>
                <a:spcPts val="100"/>
              </a:lnSpc>
            </a:pPr>
            <a:r>
              <a:rPr dirty="0" sz="100" spc="-10" b="1">
                <a:latin typeface="Arial"/>
                <a:cs typeface="Arial"/>
              </a:rPr>
              <a:t>only</a:t>
            </a:r>
            <a:endParaRPr sz="100">
              <a:latin typeface="Arial"/>
              <a:cs typeface="Arial"/>
            </a:endParaRPr>
          </a:p>
        </p:txBody>
      </p:sp>
      <p:grpSp>
        <p:nvGrpSpPr>
          <p:cNvPr id="314" name="object 314"/>
          <p:cNvGrpSpPr/>
          <p:nvPr/>
        </p:nvGrpSpPr>
        <p:grpSpPr>
          <a:xfrm>
            <a:off x="4085082" y="2565654"/>
            <a:ext cx="1624330" cy="2087880"/>
            <a:chOff x="4085082" y="2565654"/>
            <a:chExt cx="1624330" cy="2087880"/>
          </a:xfrm>
        </p:grpSpPr>
        <p:sp>
          <p:nvSpPr>
            <p:cNvPr id="315" name="object 315"/>
            <p:cNvSpPr/>
            <p:nvPr/>
          </p:nvSpPr>
          <p:spPr>
            <a:xfrm>
              <a:off x="4631435" y="2570226"/>
              <a:ext cx="149860" cy="0"/>
            </a:xfrm>
            <a:custGeom>
              <a:avLst/>
              <a:gdLst/>
              <a:ahLst/>
              <a:cxnLst/>
              <a:rect l="l" t="t" r="r" b="b"/>
              <a:pathLst>
                <a:path w="149860" h="0">
                  <a:moveTo>
                    <a:pt x="0" y="0"/>
                  </a:moveTo>
                  <a:lnTo>
                    <a:pt x="149352" y="0"/>
                  </a:lnTo>
                </a:path>
              </a:pathLst>
            </a:custGeom>
            <a:ln w="31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4631436" y="2570226"/>
              <a:ext cx="149860" cy="1905"/>
            </a:xfrm>
            <a:custGeom>
              <a:avLst/>
              <a:gdLst/>
              <a:ahLst/>
              <a:cxnLst/>
              <a:rect l="l" t="t" r="r" b="b"/>
              <a:pathLst>
                <a:path w="149860" h="1905">
                  <a:moveTo>
                    <a:pt x="149351" y="1523"/>
                  </a:moveTo>
                  <a:lnTo>
                    <a:pt x="149351" y="0"/>
                  </a:lnTo>
                  <a:lnTo>
                    <a:pt x="0" y="0"/>
                  </a:lnTo>
                  <a:lnTo>
                    <a:pt x="0" y="1523"/>
                  </a:lnTo>
                  <a:lnTo>
                    <a:pt x="149351" y="1523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4781550" y="2570226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 h="0">
                  <a:moveTo>
                    <a:pt x="0" y="0"/>
                  </a:moveTo>
                  <a:lnTo>
                    <a:pt x="3131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4782312" y="2570226"/>
              <a:ext cx="312420" cy="1905"/>
            </a:xfrm>
            <a:custGeom>
              <a:avLst/>
              <a:gdLst/>
              <a:ahLst/>
              <a:cxnLst/>
              <a:rect l="l" t="t" r="r" b="b"/>
              <a:pathLst>
                <a:path w="312420" h="1905">
                  <a:moveTo>
                    <a:pt x="312420" y="1523"/>
                  </a:moveTo>
                  <a:lnTo>
                    <a:pt x="312420" y="0"/>
                  </a:lnTo>
                  <a:lnTo>
                    <a:pt x="0" y="0"/>
                  </a:lnTo>
                  <a:lnTo>
                    <a:pt x="0" y="1523"/>
                  </a:lnTo>
                  <a:lnTo>
                    <a:pt x="312420" y="1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5094732" y="2570226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6492" y="0"/>
                  </a:lnTo>
                </a:path>
              </a:pathLst>
            </a:custGeom>
            <a:ln w="31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5094732" y="2570226"/>
              <a:ext cx="127000" cy="1905"/>
            </a:xfrm>
            <a:custGeom>
              <a:avLst/>
              <a:gdLst/>
              <a:ahLst/>
              <a:cxnLst/>
              <a:rect l="l" t="t" r="r" b="b"/>
              <a:pathLst>
                <a:path w="127000" h="1905">
                  <a:moveTo>
                    <a:pt x="126491" y="1523"/>
                  </a:moveTo>
                  <a:lnTo>
                    <a:pt x="126491" y="0"/>
                  </a:lnTo>
                  <a:lnTo>
                    <a:pt x="0" y="0"/>
                  </a:lnTo>
                  <a:lnTo>
                    <a:pt x="0" y="1523"/>
                  </a:lnTo>
                  <a:lnTo>
                    <a:pt x="126491" y="1523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5221223" y="2570226"/>
              <a:ext cx="482600" cy="0"/>
            </a:xfrm>
            <a:custGeom>
              <a:avLst/>
              <a:gdLst/>
              <a:ahLst/>
              <a:cxnLst/>
              <a:rect l="l" t="t" r="r" b="b"/>
              <a:pathLst>
                <a:path w="482600" h="0">
                  <a:moveTo>
                    <a:pt x="0" y="0"/>
                  </a:moveTo>
                  <a:lnTo>
                    <a:pt x="4823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5221224" y="2570226"/>
              <a:ext cx="482600" cy="1905"/>
            </a:xfrm>
            <a:custGeom>
              <a:avLst/>
              <a:gdLst/>
              <a:ahLst/>
              <a:cxnLst/>
              <a:rect l="l" t="t" r="r" b="b"/>
              <a:pathLst>
                <a:path w="482600" h="1905">
                  <a:moveTo>
                    <a:pt x="482346" y="1523"/>
                  </a:moveTo>
                  <a:lnTo>
                    <a:pt x="482346" y="0"/>
                  </a:lnTo>
                  <a:lnTo>
                    <a:pt x="0" y="0"/>
                  </a:lnTo>
                  <a:lnTo>
                    <a:pt x="0" y="1523"/>
                  </a:lnTo>
                  <a:lnTo>
                    <a:pt x="482346" y="1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4631435" y="2570226"/>
              <a:ext cx="0" cy="20320"/>
            </a:xfrm>
            <a:custGeom>
              <a:avLst/>
              <a:gdLst/>
              <a:ahLst/>
              <a:cxnLst/>
              <a:rect l="l" t="t" r="r" b="b"/>
              <a:pathLst>
                <a:path w="0" h="20319">
                  <a:moveTo>
                    <a:pt x="0" y="0"/>
                  </a:moveTo>
                  <a:lnTo>
                    <a:pt x="0" y="19812"/>
                  </a:lnTo>
                </a:path>
              </a:pathLst>
            </a:custGeom>
            <a:ln w="31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4631436" y="2570226"/>
              <a:ext cx="1270" cy="20320"/>
            </a:xfrm>
            <a:custGeom>
              <a:avLst/>
              <a:gdLst/>
              <a:ahLst/>
              <a:cxnLst/>
              <a:rect l="l" t="t" r="r" b="b"/>
              <a:pathLst>
                <a:path w="1270" h="20319">
                  <a:moveTo>
                    <a:pt x="762" y="19811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19811"/>
                  </a:lnTo>
                  <a:lnTo>
                    <a:pt x="762" y="1981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5152644" y="2570226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0" y="0"/>
                  </a:moveTo>
                  <a:lnTo>
                    <a:pt x="0" y="762"/>
                  </a:lnTo>
                </a:path>
              </a:pathLst>
            </a:custGeom>
            <a:ln w="31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5152644" y="257022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1523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3"/>
                  </a:lnTo>
                  <a:lnTo>
                    <a:pt x="1524" y="1523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4632198" y="2590038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4632198" y="2590038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4632198" y="2609850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4632198" y="2610612"/>
              <a:ext cx="1071880" cy="1270"/>
            </a:xfrm>
            <a:custGeom>
              <a:avLst/>
              <a:gdLst/>
              <a:ahLst/>
              <a:cxnLst/>
              <a:rect l="l" t="t" r="r" b="b"/>
              <a:pathLst>
                <a:path w="1071879" h="1269">
                  <a:moveTo>
                    <a:pt x="1071372" y="762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1071372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4632198" y="2650235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4632198" y="2650236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4632198" y="2710434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4632198" y="2710434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4632198" y="2770632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4632198" y="2770632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4632198" y="2830829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4632198" y="2830830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4632198" y="2870454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4632198" y="2871216"/>
              <a:ext cx="1071880" cy="1270"/>
            </a:xfrm>
            <a:custGeom>
              <a:avLst/>
              <a:gdLst/>
              <a:ahLst/>
              <a:cxnLst/>
              <a:rect l="l" t="t" r="r" b="b"/>
              <a:pathLst>
                <a:path w="1071879" h="1269">
                  <a:moveTo>
                    <a:pt x="1071372" y="762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1071372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4632198" y="2933700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4632198" y="2933700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4632198" y="2993898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4632198" y="2993898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4632198" y="3053334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4632198" y="3054096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4632198" y="3113532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4632198" y="3114294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4632198" y="3173729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4632198" y="3174492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4632198" y="3227070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4632198" y="3227832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5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4632198" y="3279648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4632198" y="3279648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4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4631435" y="2590038"/>
              <a:ext cx="0" cy="751840"/>
            </a:xfrm>
            <a:custGeom>
              <a:avLst/>
              <a:gdLst/>
              <a:ahLst/>
              <a:cxnLst/>
              <a:rect l="l" t="t" r="r" b="b"/>
              <a:pathLst>
                <a:path w="0" h="751839">
                  <a:moveTo>
                    <a:pt x="0" y="0"/>
                  </a:moveTo>
                  <a:lnTo>
                    <a:pt x="0" y="7513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4631436" y="2590038"/>
              <a:ext cx="1270" cy="751840"/>
            </a:xfrm>
            <a:custGeom>
              <a:avLst/>
              <a:gdLst/>
              <a:ahLst/>
              <a:cxnLst/>
              <a:rect l="l" t="t" r="r" b="b"/>
              <a:pathLst>
                <a:path w="1270" h="751839">
                  <a:moveTo>
                    <a:pt x="762" y="751332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51332"/>
                  </a:lnTo>
                  <a:lnTo>
                    <a:pt x="762" y="7513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4780788" y="2570226"/>
              <a:ext cx="0" cy="771525"/>
            </a:xfrm>
            <a:custGeom>
              <a:avLst/>
              <a:gdLst/>
              <a:ahLst/>
              <a:cxnLst/>
              <a:rect l="l" t="t" r="r" b="b"/>
              <a:pathLst>
                <a:path w="0" h="771525">
                  <a:moveTo>
                    <a:pt x="0" y="0"/>
                  </a:moveTo>
                  <a:lnTo>
                    <a:pt x="0" y="771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4780788" y="2570226"/>
              <a:ext cx="1905" cy="771525"/>
            </a:xfrm>
            <a:custGeom>
              <a:avLst/>
              <a:gdLst/>
              <a:ahLst/>
              <a:cxnLst/>
              <a:rect l="l" t="t" r="r" b="b"/>
              <a:pathLst>
                <a:path w="1904" h="771525">
                  <a:moveTo>
                    <a:pt x="1524" y="77114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771144"/>
                  </a:lnTo>
                  <a:lnTo>
                    <a:pt x="1524" y="771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4907279" y="2570988"/>
              <a:ext cx="0" cy="770890"/>
            </a:xfrm>
            <a:custGeom>
              <a:avLst/>
              <a:gdLst/>
              <a:ahLst/>
              <a:cxnLst/>
              <a:rect l="l" t="t" r="r" b="b"/>
              <a:pathLst>
                <a:path w="0" h="770889">
                  <a:moveTo>
                    <a:pt x="0" y="0"/>
                  </a:moveTo>
                  <a:lnTo>
                    <a:pt x="0" y="7703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4908042" y="2571750"/>
              <a:ext cx="1270" cy="769620"/>
            </a:xfrm>
            <a:custGeom>
              <a:avLst/>
              <a:gdLst/>
              <a:ahLst/>
              <a:cxnLst/>
              <a:rect l="l" t="t" r="r" b="b"/>
              <a:pathLst>
                <a:path w="1270" h="769620">
                  <a:moveTo>
                    <a:pt x="762" y="769620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9620"/>
                  </a:lnTo>
                  <a:lnTo>
                    <a:pt x="762" y="769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5093207" y="2591562"/>
              <a:ext cx="0" cy="749935"/>
            </a:xfrm>
            <a:custGeom>
              <a:avLst/>
              <a:gdLst/>
              <a:ahLst/>
              <a:cxnLst/>
              <a:rect l="l" t="t" r="r" b="b"/>
              <a:pathLst>
                <a:path w="0" h="749935">
                  <a:moveTo>
                    <a:pt x="0" y="0"/>
                  </a:moveTo>
                  <a:lnTo>
                    <a:pt x="0" y="7498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5093970" y="2591562"/>
              <a:ext cx="1270" cy="749935"/>
            </a:xfrm>
            <a:custGeom>
              <a:avLst/>
              <a:gdLst/>
              <a:ahLst/>
              <a:cxnLst/>
              <a:rect l="l" t="t" r="r" b="b"/>
              <a:pathLst>
                <a:path w="1270" h="749935">
                  <a:moveTo>
                    <a:pt x="762" y="749808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49808"/>
                  </a:lnTo>
                  <a:lnTo>
                    <a:pt x="762" y="7498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5152644" y="2591562"/>
              <a:ext cx="0" cy="749935"/>
            </a:xfrm>
            <a:custGeom>
              <a:avLst/>
              <a:gdLst/>
              <a:ahLst/>
              <a:cxnLst/>
              <a:rect l="l" t="t" r="r" b="b"/>
              <a:pathLst>
                <a:path w="0" h="749935">
                  <a:moveTo>
                    <a:pt x="0" y="0"/>
                  </a:moveTo>
                  <a:lnTo>
                    <a:pt x="0" y="7498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5152644" y="2591562"/>
              <a:ext cx="1905" cy="749935"/>
            </a:xfrm>
            <a:custGeom>
              <a:avLst/>
              <a:gdLst/>
              <a:ahLst/>
              <a:cxnLst/>
              <a:rect l="l" t="t" r="r" b="b"/>
              <a:pathLst>
                <a:path w="1904" h="749935">
                  <a:moveTo>
                    <a:pt x="1524" y="749808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749808"/>
                  </a:lnTo>
                  <a:lnTo>
                    <a:pt x="1524" y="7498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5221223" y="2591562"/>
              <a:ext cx="0" cy="749935"/>
            </a:xfrm>
            <a:custGeom>
              <a:avLst/>
              <a:gdLst/>
              <a:ahLst/>
              <a:cxnLst/>
              <a:rect l="l" t="t" r="r" b="b"/>
              <a:pathLst>
                <a:path w="0" h="749935">
                  <a:moveTo>
                    <a:pt x="0" y="0"/>
                  </a:moveTo>
                  <a:lnTo>
                    <a:pt x="0" y="7498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5221224" y="2591562"/>
              <a:ext cx="1905" cy="749935"/>
            </a:xfrm>
            <a:custGeom>
              <a:avLst/>
              <a:gdLst/>
              <a:ahLst/>
              <a:cxnLst/>
              <a:rect l="l" t="t" r="r" b="b"/>
              <a:pathLst>
                <a:path w="1904" h="749935">
                  <a:moveTo>
                    <a:pt x="1524" y="749808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749808"/>
                  </a:lnTo>
                  <a:lnTo>
                    <a:pt x="1524" y="7498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5273039" y="2591562"/>
              <a:ext cx="0" cy="749935"/>
            </a:xfrm>
            <a:custGeom>
              <a:avLst/>
              <a:gdLst/>
              <a:ahLst/>
              <a:cxnLst/>
              <a:rect l="l" t="t" r="r" b="b"/>
              <a:pathLst>
                <a:path w="0" h="749935">
                  <a:moveTo>
                    <a:pt x="0" y="0"/>
                  </a:moveTo>
                  <a:lnTo>
                    <a:pt x="0" y="7498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5273802" y="2591562"/>
              <a:ext cx="1270" cy="749935"/>
            </a:xfrm>
            <a:custGeom>
              <a:avLst/>
              <a:gdLst/>
              <a:ahLst/>
              <a:cxnLst/>
              <a:rect l="l" t="t" r="r" b="b"/>
              <a:pathLst>
                <a:path w="1270" h="749935">
                  <a:moveTo>
                    <a:pt x="762" y="749808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49808"/>
                  </a:lnTo>
                  <a:lnTo>
                    <a:pt x="762" y="7498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5369814" y="2570988"/>
              <a:ext cx="0" cy="770890"/>
            </a:xfrm>
            <a:custGeom>
              <a:avLst/>
              <a:gdLst/>
              <a:ahLst/>
              <a:cxnLst/>
              <a:rect l="l" t="t" r="r" b="b"/>
              <a:pathLst>
                <a:path w="0" h="770889">
                  <a:moveTo>
                    <a:pt x="0" y="0"/>
                  </a:moveTo>
                  <a:lnTo>
                    <a:pt x="0" y="7703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5369814" y="2571750"/>
              <a:ext cx="1905" cy="769620"/>
            </a:xfrm>
            <a:custGeom>
              <a:avLst/>
              <a:gdLst/>
              <a:ahLst/>
              <a:cxnLst/>
              <a:rect l="l" t="t" r="r" b="b"/>
              <a:pathLst>
                <a:path w="1904" h="769620">
                  <a:moveTo>
                    <a:pt x="1524" y="769620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769620"/>
                  </a:lnTo>
                  <a:lnTo>
                    <a:pt x="1524" y="769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5419344" y="2570988"/>
              <a:ext cx="0" cy="770890"/>
            </a:xfrm>
            <a:custGeom>
              <a:avLst/>
              <a:gdLst/>
              <a:ahLst/>
              <a:cxnLst/>
              <a:rect l="l" t="t" r="r" b="b"/>
              <a:pathLst>
                <a:path w="0" h="770889">
                  <a:moveTo>
                    <a:pt x="0" y="0"/>
                  </a:moveTo>
                  <a:lnTo>
                    <a:pt x="0" y="7703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5420106" y="2571750"/>
              <a:ext cx="1270" cy="769620"/>
            </a:xfrm>
            <a:custGeom>
              <a:avLst/>
              <a:gdLst/>
              <a:ahLst/>
              <a:cxnLst/>
              <a:rect l="l" t="t" r="r" b="b"/>
              <a:pathLst>
                <a:path w="1270" h="769620">
                  <a:moveTo>
                    <a:pt x="762" y="769620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9620"/>
                  </a:lnTo>
                  <a:lnTo>
                    <a:pt x="762" y="769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5529833" y="2570988"/>
              <a:ext cx="0" cy="770890"/>
            </a:xfrm>
            <a:custGeom>
              <a:avLst/>
              <a:gdLst/>
              <a:ahLst/>
              <a:cxnLst/>
              <a:rect l="l" t="t" r="r" b="b"/>
              <a:pathLst>
                <a:path w="0" h="770889">
                  <a:moveTo>
                    <a:pt x="0" y="0"/>
                  </a:moveTo>
                  <a:lnTo>
                    <a:pt x="0" y="7703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5529834" y="2571750"/>
              <a:ext cx="1905" cy="769620"/>
            </a:xfrm>
            <a:custGeom>
              <a:avLst/>
              <a:gdLst/>
              <a:ahLst/>
              <a:cxnLst/>
              <a:rect l="l" t="t" r="r" b="b"/>
              <a:pathLst>
                <a:path w="1904" h="769620">
                  <a:moveTo>
                    <a:pt x="1524" y="769619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769619"/>
                  </a:lnTo>
                  <a:lnTo>
                    <a:pt x="1524" y="769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5596889" y="2570988"/>
              <a:ext cx="0" cy="770890"/>
            </a:xfrm>
            <a:custGeom>
              <a:avLst/>
              <a:gdLst/>
              <a:ahLst/>
              <a:cxnLst/>
              <a:rect l="l" t="t" r="r" b="b"/>
              <a:pathLst>
                <a:path w="0" h="770889">
                  <a:moveTo>
                    <a:pt x="0" y="0"/>
                  </a:moveTo>
                  <a:lnTo>
                    <a:pt x="0" y="7703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5597652" y="2571750"/>
              <a:ext cx="1270" cy="769620"/>
            </a:xfrm>
            <a:custGeom>
              <a:avLst/>
              <a:gdLst/>
              <a:ahLst/>
              <a:cxnLst/>
              <a:rect l="l" t="t" r="r" b="b"/>
              <a:pathLst>
                <a:path w="1270" h="769620">
                  <a:moveTo>
                    <a:pt x="762" y="769619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9619"/>
                  </a:lnTo>
                  <a:lnTo>
                    <a:pt x="762" y="769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4632198" y="3339845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 h="0">
                  <a:moveTo>
                    <a:pt x="0" y="0"/>
                  </a:moveTo>
                  <a:lnTo>
                    <a:pt x="10713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4632198" y="3339846"/>
              <a:ext cx="1071880" cy="1905"/>
            </a:xfrm>
            <a:custGeom>
              <a:avLst/>
              <a:gdLst/>
              <a:ahLst/>
              <a:cxnLst/>
              <a:rect l="l" t="t" r="r" b="b"/>
              <a:pathLst>
                <a:path w="1071879" h="1904">
                  <a:moveTo>
                    <a:pt x="1071372" y="1524"/>
                  </a:moveTo>
                  <a:lnTo>
                    <a:pt x="10713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07137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5702045" y="2570988"/>
              <a:ext cx="0" cy="770890"/>
            </a:xfrm>
            <a:custGeom>
              <a:avLst/>
              <a:gdLst/>
              <a:ahLst/>
              <a:cxnLst/>
              <a:rect l="l" t="t" r="r" b="b"/>
              <a:pathLst>
                <a:path w="0" h="770889">
                  <a:moveTo>
                    <a:pt x="0" y="0"/>
                  </a:moveTo>
                  <a:lnTo>
                    <a:pt x="0" y="7703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4626102" y="2565653"/>
              <a:ext cx="1083310" cy="781050"/>
            </a:xfrm>
            <a:custGeom>
              <a:avLst/>
              <a:gdLst/>
              <a:ahLst/>
              <a:cxnLst/>
              <a:rect l="l" t="t" r="r" b="b"/>
              <a:pathLst>
                <a:path w="1083310" h="781050">
                  <a:moveTo>
                    <a:pt x="1082802" y="0"/>
                  </a:moveTo>
                  <a:lnTo>
                    <a:pt x="1073658" y="0"/>
                  </a:lnTo>
                  <a:lnTo>
                    <a:pt x="1073658" y="9906"/>
                  </a:lnTo>
                  <a:lnTo>
                    <a:pt x="1073658" y="771906"/>
                  </a:lnTo>
                  <a:lnTo>
                    <a:pt x="9906" y="771906"/>
                  </a:lnTo>
                  <a:lnTo>
                    <a:pt x="9906" y="9906"/>
                  </a:lnTo>
                  <a:lnTo>
                    <a:pt x="1073658" y="9906"/>
                  </a:lnTo>
                  <a:lnTo>
                    <a:pt x="1073658" y="0"/>
                  </a:lnTo>
                  <a:lnTo>
                    <a:pt x="0" y="0"/>
                  </a:lnTo>
                  <a:lnTo>
                    <a:pt x="0" y="781050"/>
                  </a:lnTo>
                  <a:lnTo>
                    <a:pt x="5334" y="781050"/>
                  </a:lnTo>
                  <a:lnTo>
                    <a:pt x="9906" y="781050"/>
                  </a:lnTo>
                  <a:lnTo>
                    <a:pt x="1073658" y="781050"/>
                  </a:lnTo>
                  <a:lnTo>
                    <a:pt x="1078230" y="781050"/>
                  </a:lnTo>
                  <a:lnTo>
                    <a:pt x="1082802" y="781050"/>
                  </a:lnTo>
                  <a:lnTo>
                    <a:pt x="10828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4089654" y="3770376"/>
              <a:ext cx="900430" cy="742950"/>
            </a:xfrm>
            <a:custGeom>
              <a:avLst/>
              <a:gdLst/>
              <a:ahLst/>
              <a:cxnLst/>
              <a:rect l="l" t="t" r="r" b="b"/>
              <a:pathLst>
                <a:path w="900429" h="742950">
                  <a:moveTo>
                    <a:pt x="899922" y="742950"/>
                  </a:moveTo>
                  <a:lnTo>
                    <a:pt x="899922" y="0"/>
                  </a:lnTo>
                  <a:lnTo>
                    <a:pt x="0" y="0"/>
                  </a:lnTo>
                  <a:lnTo>
                    <a:pt x="0" y="742950"/>
                  </a:lnTo>
                  <a:lnTo>
                    <a:pt x="899922" y="74295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4085082" y="3765804"/>
              <a:ext cx="909319" cy="752475"/>
            </a:xfrm>
            <a:custGeom>
              <a:avLst/>
              <a:gdLst/>
              <a:ahLst/>
              <a:cxnLst/>
              <a:rect l="l" t="t" r="r" b="b"/>
              <a:pathLst>
                <a:path w="909320" h="752475">
                  <a:moveTo>
                    <a:pt x="909065" y="752094"/>
                  </a:moveTo>
                  <a:lnTo>
                    <a:pt x="909065" y="0"/>
                  </a:lnTo>
                  <a:lnTo>
                    <a:pt x="0" y="0"/>
                  </a:lnTo>
                  <a:lnTo>
                    <a:pt x="0" y="752094"/>
                  </a:lnTo>
                  <a:lnTo>
                    <a:pt x="4571" y="752094"/>
                  </a:lnTo>
                  <a:lnTo>
                    <a:pt x="4571" y="9906"/>
                  </a:lnTo>
                  <a:lnTo>
                    <a:pt x="9143" y="4572"/>
                  </a:lnTo>
                  <a:lnTo>
                    <a:pt x="9143" y="9906"/>
                  </a:lnTo>
                  <a:lnTo>
                    <a:pt x="899921" y="9906"/>
                  </a:lnTo>
                  <a:lnTo>
                    <a:pt x="899921" y="4572"/>
                  </a:lnTo>
                  <a:lnTo>
                    <a:pt x="904493" y="9906"/>
                  </a:lnTo>
                  <a:lnTo>
                    <a:pt x="904493" y="752094"/>
                  </a:lnTo>
                  <a:lnTo>
                    <a:pt x="909065" y="752094"/>
                  </a:lnTo>
                  <a:close/>
                </a:path>
                <a:path w="909320" h="752475">
                  <a:moveTo>
                    <a:pt x="9143" y="9906"/>
                  </a:moveTo>
                  <a:lnTo>
                    <a:pt x="9143" y="4572"/>
                  </a:lnTo>
                  <a:lnTo>
                    <a:pt x="4571" y="9906"/>
                  </a:lnTo>
                  <a:lnTo>
                    <a:pt x="9143" y="9906"/>
                  </a:lnTo>
                  <a:close/>
                </a:path>
                <a:path w="909320" h="752475">
                  <a:moveTo>
                    <a:pt x="9143" y="742950"/>
                  </a:moveTo>
                  <a:lnTo>
                    <a:pt x="9143" y="9906"/>
                  </a:lnTo>
                  <a:lnTo>
                    <a:pt x="4571" y="9906"/>
                  </a:lnTo>
                  <a:lnTo>
                    <a:pt x="4571" y="742950"/>
                  </a:lnTo>
                  <a:lnTo>
                    <a:pt x="9143" y="742950"/>
                  </a:lnTo>
                  <a:close/>
                </a:path>
                <a:path w="909320" h="752475">
                  <a:moveTo>
                    <a:pt x="904493" y="742950"/>
                  </a:moveTo>
                  <a:lnTo>
                    <a:pt x="4571" y="742950"/>
                  </a:lnTo>
                  <a:lnTo>
                    <a:pt x="9143" y="747522"/>
                  </a:lnTo>
                  <a:lnTo>
                    <a:pt x="9143" y="752094"/>
                  </a:lnTo>
                  <a:lnTo>
                    <a:pt x="899921" y="752094"/>
                  </a:lnTo>
                  <a:lnTo>
                    <a:pt x="899921" y="747522"/>
                  </a:lnTo>
                  <a:lnTo>
                    <a:pt x="904493" y="742950"/>
                  </a:lnTo>
                  <a:close/>
                </a:path>
                <a:path w="909320" h="752475">
                  <a:moveTo>
                    <a:pt x="9143" y="752094"/>
                  </a:moveTo>
                  <a:lnTo>
                    <a:pt x="9143" y="747522"/>
                  </a:lnTo>
                  <a:lnTo>
                    <a:pt x="4571" y="742950"/>
                  </a:lnTo>
                  <a:lnTo>
                    <a:pt x="4571" y="752094"/>
                  </a:lnTo>
                  <a:lnTo>
                    <a:pt x="9143" y="752094"/>
                  </a:lnTo>
                  <a:close/>
                </a:path>
                <a:path w="909320" h="752475">
                  <a:moveTo>
                    <a:pt x="904493" y="9906"/>
                  </a:moveTo>
                  <a:lnTo>
                    <a:pt x="899921" y="4572"/>
                  </a:lnTo>
                  <a:lnTo>
                    <a:pt x="899921" y="9906"/>
                  </a:lnTo>
                  <a:lnTo>
                    <a:pt x="904493" y="9906"/>
                  </a:lnTo>
                  <a:close/>
                </a:path>
                <a:path w="909320" h="752475">
                  <a:moveTo>
                    <a:pt x="904493" y="742950"/>
                  </a:moveTo>
                  <a:lnTo>
                    <a:pt x="904493" y="9906"/>
                  </a:lnTo>
                  <a:lnTo>
                    <a:pt x="899921" y="9906"/>
                  </a:lnTo>
                  <a:lnTo>
                    <a:pt x="899921" y="742950"/>
                  </a:lnTo>
                  <a:lnTo>
                    <a:pt x="904493" y="742950"/>
                  </a:lnTo>
                  <a:close/>
                </a:path>
                <a:path w="909320" h="752475">
                  <a:moveTo>
                    <a:pt x="904493" y="752094"/>
                  </a:moveTo>
                  <a:lnTo>
                    <a:pt x="904493" y="742950"/>
                  </a:lnTo>
                  <a:lnTo>
                    <a:pt x="899921" y="747522"/>
                  </a:lnTo>
                  <a:lnTo>
                    <a:pt x="899921" y="752094"/>
                  </a:lnTo>
                  <a:lnTo>
                    <a:pt x="904493" y="7520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4153662" y="3834384"/>
              <a:ext cx="900430" cy="742950"/>
            </a:xfrm>
            <a:custGeom>
              <a:avLst/>
              <a:gdLst/>
              <a:ahLst/>
              <a:cxnLst/>
              <a:rect l="l" t="t" r="r" b="b"/>
              <a:pathLst>
                <a:path w="900429" h="742950">
                  <a:moveTo>
                    <a:pt x="899922" y="742950"/>
                  </a:moveTo>
                  <a:lnTo>
                    <a:pt x="899922" y="0"/>
                  </a:lnTo>
                  <a:lnTo>
                    <a:pt x="0" y="0"/>
                  </a:lnTo>
                  <a:lnTo>
                    <a:pt x="0" y="742950"/>
                  </a:lnTo>
                  <a:lnTo>
                    <a:pt x="899922" y="74295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4148328" y="3829812"/>
              <a:ext cx="909955" cy="752475"/>
            </a:xfrm>
            <a:custGeom>
              <a:avLst/>
              <a:gdLst/>
              <a:ahLst/>
              <a:cxnLst/>
              <a:rect l="l" t="t" r="r" b="b"/>
              <a:pathLst>
                <a:path w="909954" h="752475">
                  <a:moveTo>
                    <a:pt x="909827" y="752094"/>
                  </a:moveTo>
                  <a:lnTo>
                    <a:pt x="909827" y="0"/>
                  </a:lnTo>
                  <a:lnTo>
                    <a:pt x="0" y="0"/>
                  </a:lnTo>
                  <a:lnTo>
                    <a:pt x="0" y="752094"/>
                  </a:lnTo>
                  <a:lnTo>
                    <a:pt x="5334" y="752094"/>
                  </a:lnTo>
                  <a:lnTo>
                    <a:pt x="5334" y="9144"/>
                  </a:lnTo>
                  <a:lnTo>
                    <a:pt x="9906" y="4572"/>
                  </a:lnTo>
                  <a:lnTo>
                    <a:pt x="9906" y="9144"/>
                  </a:lnTo>
                  <a:lnTo>
                    <a:pt x="899922" y="9144"/>
                  </a:lnTo>
                  <a:lnTo>
                    <a:pt x="899922" y="4572"/>
                  </a:lnTo>
                  <a:lnTo>
                    <a:pt x="905256" y="9144"/>
                  </a:lnTo>
                  <a:lnTo>
                    <a:pt x="905256" y="752094"/>
                  </a:lnTo>
                  <a:lnTo>
                    <a:pt x="909827" y="752094"/>
                  </a:lnTo>
                  <a:close/>
                </a:path>
                <a:path w="909954" h="752475">
                  <a:moveTo>
                    <a:pt x="9906" y="9144"/>
                  </a:moveTo>
                  <a:lnTo>
                    <a:pt x="9906" y="4572"/>
                  </a:lnTo>
                  <a:lnTo>
                    <a:pt x="5334" y="9144"/>
                  </a:lnTo>
                  <a:lnTo>
                    <a:pt x="9906" y="9144"/>
                  </a:lnTo>
                  <a:close/>
                </a:path>
                <a:path w="909954" h="752475">
                  <a:moveTo>
                    <a:pt x="9906" y="742188"/>
                  </a:moveTo>
                  <a:lnTo>
                    <a:pt x="9906" y="9144"/>
                  </a:lnTo>
                  <a:lnTo>
                    <a:pt x="5334" y="9144"/>
                  </a:lnTo>
                  <a:lnTo>
                    <a:pt x="5334" y="742188"/>
                  </a:lnTo>
                  <a:lnTo>
                    <a:pt x="9906" y="742188"/>
                  </a:lnTo>
                  <a:close/>
                </a:path>
                <a:path w="909954" h="752475">
                  <a:moveTo>
                    <a:pt x="905256" y="742188"/>
                  </a:moveTo>
                  <a:lnTo>
                    <a:pt x="5334" y="742188"/>
                  </a:lnTo>
                  <a:lnTo>
                    <a:pt x="9906" y="747522"/>
                  </a:lnTo>
                  <a:lnTo>
                    <a:pt x="9906" y="752094"/>
                  </a:lnTo>
                  <a:lnTo>
                    <a:pt x="899922" y="752094"/>
                  </a:lnTo>
                  <a:lnTo>
                    <a:pt x="899922" y="747522"/>
                  </a:lnTo>
                  <a:lnTo>
                    <a:pt x="905256" y="742188"/>
                  </a:lnTo>
                  <a:close/>
                </a:path>
                <a:path w="909954" h="752475">
                  <a:moveTo>
                    <a:pt x="9906" y="752094"/>
                  </a:moveTo>
                  <a:lnTo>
                    <a:pt x="9906" y="747522"/>
                  </a:lnTo>
                  <a:lnTo>
                    <a:pt x="5334" y="742188"/>
                  </a:lnTo>
                  <a:lnTo>
                    <a:pt x="5334" y="752094"/>
                  </a:lnTo>
                  <a:lnTo>
                    <a:pt x="9906" y="752094"/>
                  </a:lnTo>
                  <a:close/>
                </a:path>
                <a:path w="909954" h="752475">
                  <a:moveTo>
                    <a:pt x="905256" y="9144"/>
                  </a:moveTo>
                  <a:lnTo>
                    <a:pt x="899922" y="4572"/>
                  </a:lnTo>
                  <a:lnTo>
                    <a:pt x="899922" y="9144"/>
                  </a:lnTo>
                  <a:lnTo>
                    <a:pt x="905256" y="9144"/>
                  </a:lnTo>
                  <a:close/>
                </a:path>
                <a:path w="909954" h="752475">
                  <a:moveTo>
                    <a:pt x="905256" y="742188"/>
                  </a:moveTo>
                  <a:lnTo>
                    <a:pt x="905256" y="9144"/>
                  </a:lnTo>
                  <a:lnTo>
                    <a:pt x="899922" y="9144"/>
                  </a:lnTo>
                  <a:lnTo>
                    <a:pt x="899922" y="742188"/>
                  </a:lnTo>
                  <a:lnTo>
                    <a:pt x="905256" y="742188"/>
                  </a:lnTo>
                  <a:close/>
                </a:path>
                <a:path w="909954" h="752475">
                  <a:moveTo>
                    <a:pt x="905256" y="752094"/>
                  </a:moveTo>
                  <a:lnTo>
                    <a:pt x="905256" y="742188"/>
                  </a:lnTo>
                  <a:lnTo>
                    <a:pt x="899922" y="747522"/>
                  </a:lnTo>
                  <a:lnTo>
                    <a:pt x="899922" y="752094"/>
                  </a:lnTo>
                  <a:lnTo>
                    <a:pt x="905256" y="7520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4240530" y="3904488"/>
              <a:ext cx="892810" cy="749300"/>
            </a:xfrm>
            <a:custGeom>
              <a:avLst/>
              <a:gdLst/>
              <a:ahLst/>
              <a:cxnLst/>
              <a:rect l="l" t="t" r="r" b="b"/>
              <a:pathLst>
                <a:path w="892810" h="749300">
                  <a:moveTo>
                    <a:pt x="892301" y="749046"/>
                  </a:moveTo>
                  <a:lnTo>
                    <a:pt x="892301" y="0"/>
                  </a:lnTo>
                  <a:lnTo>
                    <a:pt x="0" y="0"/>
                  </a:lnTo>
                  <a:lnTo>
                    <a:pt x="0" y="749046"/>
                  </a:lnTo>
                  <a:lnTo>
                    <a:pt x="892301" y="749046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4265676" y="4152138"/>
              <a:ext cx="226060" cy="241935"/>
            </a:xfrm>
            <a:custGeom>
              <a:avLst/>
              <a:gdLst/>
              <a:ahLst/>
              <a:cxnLst/>
              <a:rect l="l" t="t" r="r" b="b"/>
              <a:pathLst>
                <a:path w="226060" h="241935">
                  <a:moveTo>
                    <a:pt x="225551" y="220980"/>
                  </a:moveTo>
                  <a:lnTo>
                    <a:pt x="225551" y="19812"/>
                  </a:lnTo>
                  <a:lnTo>
                    <a:pt x="223944" y="11894"/>
                  </a:lnTo>
                  <a:lnTo>
                    <a:pt x="219551" y="5619"/>
                  </a:lnTo>
                  <a:lnTo>
                    <a:pt x="213014" y="1488"/>
                  </a:lnTo>
                  <a:lnTo>
                    <a:pt x="204977" y="0"/>
                  </a:lnTo>
                  <a:lnTo>
                    <a:pt x="19811" y="0"/>
                  </a:lnTo>
                  <a:lnTo>
                    <a:pt x="11894" y="1488"/>
                  </a:lnTo>
                  <a:lnTo>
                    <a:pt x="5619" y="5619"/>
                  </a:lnTo>
                  <a:lnTo>
                    <a:pt x="1488" y="11894"/>
                  </a:lnTo>
                  <a:lnTo>
                    <a:pt x="0" y="19812"/>
                  </a:lnTo>
                  <a:lnTo>
                    <a:pt x="0" y="220980"/>
                  </a:lnTo>
                  <a:lnTo>
                    <a:pt x="1488" y="229016"/>
                  </a:lnTo>
                  <a:lnTo>
                    <a:pt x="5619" y="235553"/>
                  </a:lnTo>
                  <a:lnTo>
                    <a:pt x="11894" y="239946"/>
                  </a:lnTo>
                  <a:lnTo>
                    <a:pt x="19811" y="241554"/>
                  </a:lnTo>
                  <a:lnTo>
                    <a:pt x="204977" y="241554"/>
                  </a:lnTo>
                  <a:lnTo>
                    <a:pt x="213014" y="239946"/>
                  </a:lnTo>
                  <a:lnTo>
                    <a:pt x="219551" y="235553"/>
                  </a:lnTo>
                  <a:lnTo>
                    <a:pt x="223944" y="229016"/>
                  </a:lnTo>
                  <a:lnTo>
                    <a:pt x="225551" y="22098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4265676" y="4152138"/>
              <a:ext cx="226060" cy="241935"/>
            </a:xfrm>
            <a:custGeom>
              <a:avLst/>
              <a:gdLst/>
              <a:ahLst/>
              <a:cxnLst/>
              <a:rect l="l" t="t" r="r" b="b"/>
              <a:pathLst>
                <a:path w="226060" h="241935">
                  <a:moveTo>
                    <a:pt x="225551" y="19812"/>
                  </a:moveTo>
                  <a:lnTo>
                    <a:pt x="223944" y="11894"/>
                  </a:lnTo>
                  <a:lnTo>
                    <a:pt x="219551" y="5619"/>
                  </a:lnTo>
                  <a:lnTo>
                    <a:pt x="213014" y="1488"/>
                  </a:lnTo>
                  <a:lnTo>
                    <a:pt x="204977" y="0"/>
                  </a:lnTo>
                  <a:lnTo>
                    <a:pt x="19811" y="0"/>
                  </a:lnTo>
                  <a:lnTo>
                    <a:pt x="11894" y="1488"/>
                  </a:lnTo>
                  <a:lnTo>
                    <a:pt x="5619" y="5619"/>
                  </a:lnTo>
                  <a:lnTo>
                    <a:pt x="1488" y="11894"/>
                  </a:lnTo>
                  <a:lnTo>
                    <a:pt x="0" y="19812"/>
                  </a:lnTo>
                  <a:lnTo>
                    <a:pt x="0" y="220980"/>
                  </a:lnTo>
                  <a:lnTo>
                    <a:pt x="1488" y="229016"/>
                  </a:lnTo>
                  <a:lnTo>
                    <a:pt x="5619" y="235553"/>
                  </a:lnTo>
                  <a:lnTo>
                    <a:pt x="11894" y="239946"/>
                  </a:lnTo>
                  <a:lnTo>
                    <a:pt x="19811" y="241554"/>
                  </a:lnTo>
                  <a:lnTo>
                    <a:pt x="204977" y="241554"/>
                  </a:lnTo>
                  <a:lnTo>
                    <a:pt x="213014" y="239946"/>
                  </a:lnTo>
                  <a:lnTo>
                    <a:pt x="219551" y="235553"/>
                  </a:lnTo>
                  <a:lnTo>
                    <a:pt x="223944" y="229016"/>
                  </a:lnTo>
                  <a:lnTo>
                    <a:pt x="225551" y="220980"/>
                  </a:lnTo>
                  <a:lnTo>
                    <a:pt x="225551" y="19812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4267962" y="4182618"/>
              <a:ext cx="222250" cy="0"/>
            </a:xfrm>
            <a:custGeom>
              <a:avLst/>
              <a:gdLst/>
              <a:ahLst/>
              <a:cxnLst/>
              <a:rect l="l" t="t" r="r" b="b"/>
              <a:pathLst>
                <a:path w="222250" h="0">
                  <a:moveTo>
                    <a:pt x="0" y="0"/>
                  </a:moveTo>
                  <a:lnTo>
                    <a:pt x="221742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4267962" y="4323588"/>
              <a:ext cx="222250" cy="0"/>
            </a:xfrm>
            <a:custGeom>
              <a:avLst/>
              <a:gdLst/>
              <a:ahLst/>
              <a:cxnLst/>
              <a:rect l="l" t="t" r="r" b="b"/>
              <a:pathLst>
                <a:path w="222250" h="0">
                  <a:moveTo>
                    <a:pt x="0" y="0"/>
                  </a:moveTo>
                  <a:lnTo>
                    <a:pt x="221742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0" name="object 390"/>
          <p:cNvSpPr txBox="1"/>
          <p:nvPr/>
        </p:nvSpPr>
        <p:spPr>
          <a:xfrm>
            <a:off x="4255261" y="4320415"/>
            <a:ext cx="207645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corr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fail / is </a:t>
            </a:r>
            <a:r>
              <a:rPr dirty="0" sz="100" spc="5">
                <a:latin typeface="Arial MT"/>
                <a:cs typeface="Arial MT"/>
              </a:rPr>
              <a:t>new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BMDS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4255261" y="4337174"/>
            <a:ext cx="238760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corr </a:t>
            </a:r>
            <a:r>
              <a:rPr dirty="0" sz="100" spc="5">
                <a:latin typeface="Arial MT"/>
                <a:cs typeface="Arial MT"/>
              </a:rPr>
              <a:t>success</a:t>
            </a:r>
            <a:r>
              <a:rPr dirty="0" sz="100">
                <a:latin typeface="Arial MT"/>
                <a:cs typeface="Arial MT"/>
              </a:rPr>
              <a:t> / is corr </a:t>
            </a:r>
            <a:r>
              <a:rPr dirty="0" sz="100" spc="5">
                <a:latin typeface="Arial MT"/>
                <a:cs typeface="Arial MT"/>
              </a:rPr>
              <a:t>BMDS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392" name="object 392"/>
          <p:cNvGrpSpPr/>
          <p:nvPr/>
        </p:nvGrpSpPr>
        <p:grpSpPr>
          <a:xfrm>
            <a:off x="4758054" y="4167504"/>
            <a:ext cx="201930" cy="170180"/>
            <a:chOff x="4758054" y="4167504"/>
            <a:chExt cx="201930" cy="170180"/>
          </a:xfrm>
        </p:grpSpPr>
        <p:sp>
          <p:nvSpPr>
            <p:cNvPr id="393" name="object 393"/>
            <p:cNvSpPr/>
            <p:nvPr/>
          </p:nvSpPr>
          <p:spPr>
            <a:xfrm>
              <a:off x="4758689" y="4168139"/>
              <a:ext cx="200660" cy="168910"/>
            </a:xfrm>
            <a:custGeom>
              <a:avLst/>
              <a:gdLst/>
              <a:ahLst/>
              <a:cxnLst/>
              <a:rect l="l" t="t" r="r" b="b"/>
              <a:pathLst>
                <a:path w="200660" h="168910">
                  <a:moveTo>
                    <a:pt x="200405" y="147828"/>
                  </a:moveTo>
                  <a:lnTo>
                    <a:pt x="200405" y="19812"/>
                  </a:lnTo>
                  <a:lnTo>
                    <a:pt x="198798" y="11894"/>
                  </a:lnTo>
                  <a:lnTo>
                    <a:pt x="194405" y="5619"/>
                  </a:lnTo>
                  <a:lnTo>
                    <a:pt x="187868" y="1488"/>
                  </a:lnTo>
                  <a:lnTo>
                    <a:pt x="179831" y="0"/>
                  </a:lnTo>
                  <a:lnTo>
                    <a:pt x="19811" y="0"/>
                  </a:lnTo>
                  <a:lnTo>
                    <a:pt x="11894" y="1488"/>
                  </a:lnTo>
                  <a:lnTo>
                    <a:pt x="5619" y="5619"/>
                  </a:lnTo>
                  <a:lnTo>
                    <a:pt x="1488" y="11894"/>
                  </a:lnTo>
                  <a:lnTo>
                    <a:pt x="0" y="19812"/>
                  </a:lnTo>
                  <a:lnTo>
                    <a:pt x="0" y="147828"/>
                  </a:lnTo>
                  <a:lnTo>
                    <a:pt x="1488" y="155864"/>
                  </a:lnTo>
                  <a:lnTo>
                    <a:pt x="5619" y="162401"/>
                  </a:lnTo>
                  <a:lnTo>
                    <a:pt x="11894" y="166794"/>
                  </a:lnTo>
                  <a:lnTo>
                    <a:pt x="19811" y="168402"/>
                  </a:lnTo>
                  <a:lnTo>
                    <a:pt x="179831" y="168402"/>
                  </a:lnTo>
                  <a:lnTo>
                    <a:pt x="187868" y="166794"/>
                  </a:lnTo>
                  <a:lnTo>
                    <a:pt x="194405" y="162401"/>
                  </a:lnTo>
                  <a:lnTo>
                    <a:pt x="198798" y="155864"/>
                  </a:lnTo>
                  <a:lnTo>
                    <a:pt x="200405" y="147828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4758689" y="4168139"/>
              <a:ext cx="200660" cy="168910"/>
            </a:xfrm>
            <a:custGeom>
              <a:avLst/>
              <a:gdLst/>
              <a:ahLst/>
              <a:cxnLst/>
              <a:rect l="l" t="t" r="r" b="b"/>
              <a:pathLst>
                <a:path w="200660" h="168910">
                  <a:moveTo>
                    <a:pt x="200405" y="19812"/>
                  </a:moveTo>
                  <a:lnTo>
                    <a:pt x="198798" y="11894"/>
                  </a:lnTo>
                  <a:lnTo>
                    <a:pt x="194405" y="5619"/>
                  </a:lnTo>
                  <a:lnTo>
                    <a:pt x="187868" y="1488"/>
                  </a:lnTo>
                  <a:lnTo>
                    <a:pt x="179831" y="0"/>
                  </a:lnTo>
                  <a:lnTo>
                    <a:pt x="19811" y="0"/>
                  </a:lnTo>
                  <a:lnTo>
                    <a:pt x="11894" y="1488"/>
                  </a:lnTo>
                  <a:lnTo>
                    <a:pt x="5619" y="5619"/>
                  </a:lnTo>
                  <a:lnTo>
                    <a:pt x="1488" y="11894"/>
                  </a:lnTo>
                  <a:lnTo>
                    <a:pt x="0" y="19812"/>
                  </a:lnTo>
                  <a:lnTo>
                    <a:pt x="0" y="147828"/>
                  </a:lnTo>
                  <a:lnTo>
                    <a:pt x="1488" y="155864"/>
                  </a:lnTo>
                  <a:lnTo>
                    <a:pt x="5619" y="162401"/>
                  </a:lnTo>
                  <a:lnTo>
                    <a:pt x="11894" y="166794"/>
                  </a:lnTo>
                  <a:lnTo>
                    <a:pt x="19811" y="168402"/>
                  </a:lnTo>
                  <a:lnTo>
                    <a:pt x="179831" y="168402"/>
                  </a:lnTo>
                  <a:lnTo>
                    <a:pt x="187868" y="166794"/>
                  </a:lnTo>
                  <a:lnTo>
                    <a:pt x="194405" y="162401"/>
                  </a:lnTo>
                  <a:lnTo>
                    <a:pt x="198798" y="155864"/>
                  </a:lnTo>
                  <a:lnTo>
                    <a:pt x="200405" y="147828"/>
                  </a:lnTo>
                  <a:lnTo>
                    <a:pt x="200405" y="19812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5" name="object 395"/>
          <p:cNvSpPr txBox="1"/>
          <p:nvPr/>
        </p:nvSpPr>
        <p:spPr>
          <a:xfrm>
            <a:off x="4758944" y="4157347"/>
            <a:ext cx="208915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5">
                <a:latin typeface="Arial MT"/>
                <a:cs typeface="Arial MT"/>
              </a:rPr>
              <a:t>Receiving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Network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File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396" name="object 396"/>
          <p:cNvSpPr txBox="1"/>
          <p:nvPr/>
        </p:nvSpPr>
        <p:spPr>
          <a:xfrm>
            <a:off x="4832094" y="4174106"/>
            <a:ext cx="55244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5">
                <a:latin typeface="Arial MT"/>
                <a:cs typeface="Arial MT"/>
              </a:rPr>
              <a:t>Data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397" name="object 397"/>
          <p:cNvSpPr/>
          <p:nvPr/>
        </p:nvSpPr>
        <p:spPr>
          <a:xfrm>
            <a:off x="4760976" y="4215384"/>
            <a:ext cx="196850" cy="0"/>
          </a:xfrm>
          <a:custGeom>
            <a:avLst/>
            <a:gdLst/>
            <a:ahLst/>
            <a:cxnLst/>
            <a:rect l="l" t="t" r="r" b="b"/>
            <a:pathLst>
              <a:path w="196850" h="0">
                <a:moveTo>
                  <a:pt x="0" y="0"/>
                </a:moveTo>
                <a:lnTo>
                  <a:pt x="196596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 txBox="1"/>
          <p:nvPr/>
        </p:nvSpPr>
        <p:spPr>
          <a:xfrm>
            <a:off x="4748276" y="4212973"/>
            <a:ext cx="221615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 marR="36195">
              <a:lnSpc>
                <a:spcPct val="110000"/>
              </a:lnSpc>
            </a:pPr>
            <a:r>
              <a:rPr dirty="0" sz="100" spc="5">
                <a:latin typeface="Arial MT"/>
                <a:cs typeface="Arial MT"/>
              </a:rPr>
              <a:t>On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entry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receive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file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data  </a:t>
            </a:r>
            <a:r>
              <a:rPr dirty="0" sz="100" spc="5">
                <a:latin typeface="Arial MT"/>
                <a:cs typeface="Arial MT"/>
              </a:rPr>
              <a:t>Do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store track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data</a:t>
            </a:r>
            <a:endParaRPr sz="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" spc="5">
                <a:latin typeface="Arial MT"/>
                <a:cs typeface="Arial MT"/>
              </a:rPr>
              <a:t>On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exit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request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matching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data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399" name="object 399"/>
          <p:cNvGrpSpPr/>
          <p:nvPr/>
        </p:nvGrpSpPr>
        <p:grpSpPr>
          <a:xfrm>
            <a:off x="4543933" y="4287139"/>
            <a:ext cx="414655" cy="324485"/>
            <a:chOff x="4543933" y="4287139"/>
            <a:chExt cx="414655" cy="324485"/>
          </a:xfrm>
        </p:grpSpPr>
        <p:sp>
          <p:nvSpPr>
            <p:cNvPr id="400" name="object 400"/>
            <p:cNvSpPr/>
            <p:nvPr/>
          </p:nvSpPr>
          <p:spPr>
            <a:xfrm>
              <a:off x="4760976" y="4287774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 h="0">
                  <a:moveTo>
                    <a:pt x="0" y="0"/>
                  </a:moveTo>
                  <a:lnTo>
                    <a:pt x="196596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4544568" y="4467606"/>
              <a:ext cx="179070" cy="143510"/>
            </a:xfrm>
            <a:custGeom>
              <a:avLst/>
              <a:gdLst/>
              <a:ahLst/>
              <a:cxnLst/>
              <a:rect l="l" t="t" r="r" b="b"/>
              <a:pathLst>
                <a:path w="179070" h="143510">
                  <a:moveTo>
                    <a:pt x="179070" y="122682"/>
                  </a:moveTo>
                  <a:lnTo>
                    <a:pt x="179070" y="19812"/>
                  </a:lnTo>
                  <a:lnTo>
                    <a:pt x="177462" y="11894"/>
                  </a:lnTo>
                  <a:lnTo>
                    <a:pt x="173069" y="5619"/>
                  </a:lnTo>
                  <a:lnTo>
                    <a:pt x="166532" y="1488"/>
                  </a:lnTo>
                  <a:lnTo>
                    <a:pt x="158496" y="0"/>
                  </a:lnTo>
                  <a:lnTo>
                    <a:pt x="19812" y="0"/>
                  </a:lnTo>
                  <a:lnTo>
                    <a:pt x="11894" y="1488"/>
                  </a:lnTo>
                  <a:lnTo>
                    <a:pt x="5619" y="5619"/>
                  </a:lnTo>
                  <a:lnTo>
                    <a:pt x="1488" y="11894"/>
                  </a:lnTo>
                  <a:lnTo>
                    <a:pt x="0" y="19812"/>
                  </a:lnTo>
                  <a:lnTo>
                    <a:pt x="0" y="122682"/>
                  </a:lnTo>
                  <a:lnTo>
                    <a:pt x="1488" y="130718"/>
                  </a:lnTo>
                  <a:lnTo>
                    <a:pt x="5619" y="137255"/>
                  </a:lnTo>
                  <a:lnTo>
                    <a:pt x="11894" y="141648"/>
                  </a:lnTo>
                  <a:lnTo>
                    <a:pt x="19812" y="143256"/>
                  </a:lnTo>
                  <a:lnTo>
                    <a:pt x="158496" y="143256"/>
                  </a:lnTo>
                  <a:lnTo>
                    <a:pt x="166532" y="141648"/>
                  </a:lnTo>
                  <a:lnTo>
                    <a:pt x="173069" y="137255"/>
                  </a:lnTo>
                  <a:lnTo>
                    <a:pt x="177462" y="130718"/>
                  </a:lnTo>
                  <a:lnTo>
                    <a:pt x="179070" y="122682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4544568" y="4467606"/>
              <a:ext cx="179070" cy="143510"/>
            </a:xfrm>
            <a:custGeom>
              <a:avLst/>
              <a:gdLst/>
              <a:ahLst/>
              <a:cxnLst/>
              <a:rect l="l" t="t" r="r" b="b"/>
              <a:pathLst>
                <a:path w="179070" h="143510">
                  <a:moveTo>
                    <a:pt x="179070" y="19812"/>
                  </a:moveTo>
                  <a:lnTo>
                    <a:pt x="177462" y="11894"/>
                  </a:lnTo>
                  <a:lnTo>
                    <a:pt x="173069" y="5619"/>
                  </a:lnTo>
                  <a:lnTo>
                    <a:pt x="166532" y="1488"/>
                  </a:lnTo>
                  <a:lnTo>
                    <a:pt x="158496" y="0"/>
                  </a:lnTo>
                  <a:lnTo>
                    <a:pt x="19812" y="0"/>
                  </a:lnTo>
                  <a:lnTo>
                    <a:pt x="11894" y="1488"/>
                  </a:lnTo>
                  <a:lnTo>
                    <a:pt x="5619" y="5619"/>
                  </a:lnTo>
                  <a:lnTo>
                    <a:pt x="1488" y="11894"/>
                  </a:lnTo>
                  <a:lnTo>
                    <a:pt x="0" y="19812"/>
                  </a:lnTo>
                  <a:lnTo>
                    <a:pt x="0" y="122682"/>
                  </a:lnTo>
                  <a:lnTo>
                    <a:pt x="1488" y="130718"/>
                  </a:lnTo>
                  <a:lnTo>
                    <a:pt x="5619" y="137255"/>
                  </a:lnTo>
                  <a:lnTo>
                    <a:pt x="11894" y="141648"/>
                  </a:lnTo>
                  <a:lnTo>
                    <a:pt x="19812" y="143256"/>
                  </a:lnTo>
                  <a:lnTo>
                    <a:pt x="158496" y="143256"/>
                  </a:lnTo>
                  <a:lnTo>
                    <a:pt x="166532" y="141648"/>
                  </a:lnTo>
                  <a:lnTo>
                    <a:pt x="173069" y="137255"/>
                  </a:lnTo>
                  <a:lnTo>
                    <a:pt x="177462" y="130718"/>
                  </a:lnTo>
                  <a:lnTo>
                    <a:pt x="179070" y="122682"/>
                  </a:lnTo>
                  <a:lnTo>
                    <a:pt x="179070" y="19812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3" name="object 403"/>
          <p:cNvSpPr txBox="1"/>
          <p:nvPr/>
        </p:nvSpPr>
        <p:spPr>
          <a:xfrm>
            <a:off x="4538726" y="4456051"/>
            <a:ext cx="198120" cy="60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81280" marR="5080" indent="-68580">
              <a:lnSpc>
                <a:spcPct val="114999"/>
              </a:lnSpc>
            </a:pPr>
            <a:r>
              <a:rPr dirty="0" sz="100" spc="5">
                <a:latin typeface="Arial MT"/>
                <a:cs typeface="Arial MT"/>
              </a:rPr>
              <a:t>Receiving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BMDS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File  </a:t>
            </a:r>
            <a:r>
              <a:rPr dirty="0" sz="100" spc="5">
                <a:latin typeface="Arial MT"/>
                <a:cs typeface="Arial MT"/>
              </a:rPr>
              <a:t>Data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404" name="object 404"/>
          <p:cNvSpPr/>
          <p:nvPr/>
        </p:nvSpPr>
        <p:spPr>
          <a:xfrm>
            <a:off x="4546091" y="4514850"/>
            <a:ext cx="176530" cy="0"/>
          </a:xfrm>
          <a:custGeom>
            <a:avLst/>
            <a:gdLst/>
            <a:ahLst/>
            <a:cxnLst/>
            <a:rect l="l" t="t" r="r" b="b"/>
            <a:pathLst>
              <a:path w="176529" h="0">
                <a:moveTo>
                  <a:pt x="0" y="0"/>
                </a:moveTo>
                <a:lnTo>
                  <a:pt x="176022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5" name="object 405"/>
          <p:cNvSpPr txBox="1"/>
          <p:nvPr/>
        </p:nvSpPr>
        <p:spPr>
          <a:xfrm>
            <a:off x="4533391" y="4511677"/>
            <a:ext cx="190500" cy="59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dirty="0" sz="100" spc="5">
                <a:latin typeface="Arial MT"/>
                <a:cs typeface="Arial MT"/>
              </a:rPr>
              <a:t>On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entry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receive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file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data  </a:t>
            </a:r>
            <a:r>
              <a:rPr dirty="0" sz="100" spc="5">
                <a:latin typeface="Arial MT"/>
                <a:cs typeface="Arial MT"/>
              </a:rPr>
              <a:t>Do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store track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data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06" name="object 406"/>
          <p:cNvGrpSpPr/>
          <p:nvPr/>
        </p:nvGrpSpPr>
        <p:grpSpPr>
          <a:xfrm>
            <a:off x="4545457" y="4059301"/>
            <a:ext cx="177800" cy="511175"/>
            <a:chOff x="4545457" y="4059301"/>
            <a:chExt cx="177800" cy="511175"/>
          </a:xfrm>
        </p:grpSpPr>
        <p:sp>
          <p:nvSpPr>
            <p:cNvPr id="407" name="object 407"/>
            <p:cNvSpPr/>
            <p:nvPr/>
          </p:nvSpPr>
          <p:spPr>
            <a:xfrm>
              <a:off x="4546092" y="4569714"/>
              <a:ext cx="176530" cy="0"/>
            </a:xfrm>
            <a:custGeom>
              <a:avLst/>
              <a:gdLst/>
              <a:ahLst/>
              <a:cxnLst/>
              <a:rect l="l" t="t" r="r" b="b"/>
              <a:pathLst>
                <a:path w="176529" h="0">
                  <a:moveTo>
                    <a:pt x="0" y="0"/>
                  </a:moveTo>
                  <a:lnTo>
                    <a:pt x="176022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4566665" y="4059936"/>
              <a:ext cx="112395" cy="82550"/>
            </a:xfrm>
            <a:custGeom>
              <a:avLst/>
              <a:gdLst/>
              <a:ahLst/>
              <a:cxnLst/>
              <a:rect l="l" t="t" r="r" b="b"/>
              <a:pathLst>
                <a:path w="112395" h="82550">
                  <a:moveTo>
                    <a:pt x="112013" y="76199"/>
                  </a:moveTo>
                  <a:lnTo>
                    <a:pt x="112013" y="12953"/>
                  </a:lnTo>
                  <a:lnTo>
                    <a:pt x="112013" y="5333"/>
                  </a:lnTo>
                  <a:lnTo>
                    <a:pt x="105917" y="0"/>
                  </a:lnTo>
                  <a:lnTo>
                    <a:pt x="5333" y="0"/>
                  </a:lnTo>
                  <a:lnTo>
                    <a:pt x="0" y="5333"/>
                  </a:lnTo>
                  <a:lnTo>
                    <a:pt x="0" y="76199"/>
                  </a:lnTo>
                  <a:lnTo>
                    <a:pt x="5333" y="82295"/>
                  </a:lnTo>
                  <a:lnTo>
                    <a:pt x="105917" y="82295"/>
                  </a:lnTo>
                  <a:lnTo>
                    <a:pt x="112013" y="76199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4566665" y="4059936"/>
              <a:ext cx="112395" cy="82550"/>
            </a:xfrm>
            <a:custGeom>
              <a:avLst/>
              <a:gdLst/>
              <a:ahLst/>
              <a:cxnLst/>
              <a:rect l="l" t="t" r="r" b="b"/>
              <a:pathLst>
                <a:path w="112395" h="82550">
                  <a:moveTo>
                    <a:pt x="112013" y="12953"/>
                  </a:moveTo>
                  <a:lnTo>
                    <a:pt x="112013" y="5333"/>
                  </a:lnTo>
                  <a:lnTo>
                    <a:pt x="105917" y="0"/>
                  </a:lnTo>
                  <a:lnTo>
                    <a:pt x="98297" y="0"/>
                  </a:lnTo>
                  <a:lnTo>
                    <a:pt x="12953" y="0"/>
                  </a:lnTo>
                  <a:lnTo>
                    <a:pt x="5333" y="0"/>
                  </a:lnTo>
                  <a:lnTo>
                    <a:pt x="0" y="5333"/>
                  </a:lnTo>
                  <a:lnTo>
                    <a:pt x="0" y="12953"/>
                  </a:lnTo>
                  <a:lnTo>
                    <a:pt x="0" y="68579"/>
                  </a:lnTo>
                  <a:lnTo>
                    <a:pt x="0" y="76199"/>
                  </a:lnTo>
                  <a:lnTo>
                    <a:pt x="5333" y="82295"/>
                  </a:lnTo>
                  <a:lnTo>
                    <a:pt x="12953" y="82295"/>
                  </a:lnTo>
                  <a:lnTo>
                    <a:pt x="98297" y="82295"/>
                  </a:lnTo>
                  <a:lnTo>
                    <a:pt x="105917" y="82295"/>
                  </a:lnTo>
                  <a:lnTo>
                    <a:pt x="112013" y="76199"/>
                  </a:lnTo>
                  <a:lnTo>
                    <a:pt x="112013" y="68579"/>
                  </a:lnTo>
                  <a:lnTo>
                    <a:pt x="112013" y="12953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0" name="object 410"/>
          <p:cNvSpPr txBox="1"/>
          <p:nvPr/>
        </p:nvSpPr>
        <p:spPr>
          <a:xfrm>
            <a:off x="4598923" y="4048381"/>
            <a:ext cx="48260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Idle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11" name="object 411"/>
          <p:cNvGrpSpPr/>
          <p:nvPr/>
        </p:nvGrpSpPr>
        <p:grpSpPr>
          <a:xfrm>
            <a:off x="4567554" y="3963289"/>
            <a:ext cx="110489" cy="148590"/>
            <a:chOff x="4567554" y="3963289"/>
            <a:chExt cx="110489" cy="148590"/>
          </a:xfrm>
        </p:grpSpPr>
        <p:sp>
          <p:nvSpPr>
            <p:cNvPr id="412" name="object 412"/>
            <p:cNvSpPr/>
            <p:nvPr/>
          </p:nvSpPr>
          <p:spPr>
            <a:xfrm>
              <a:off x="4568189" y="4089654"/>
              <a:ext cx="109220" cy="0"/>
            </a:xfrm>
            <a:custGeom>
              <a:avLst/>
              <a:gdLst/>
              <a:ahLst/>
              <a:cxnLst/>
              <a:rect l="l" t="t" r="r" b="b"/>
              <a:pathLst>
                <a:path w="109220" h="0">
                  <a:moveTo>
                    <a:pt x="0" y="0"/>
                  </a:moveTo>
                  <a:lnTo>
                    <a:pt x="108966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4568189" y="4110990"/>
              <a:ext cx="109220" cy="0"/>
            </a:xfrm>
            <a:custGeom>
              <a:avLst/>
              <a:gdLst/>
              <a:ahLst/>
              <a:cxnLst/>
              <a:rect l="l" t="t" r="r" b="b"/>
              <a:pathLst>
                <a:path w="109220" h="0">
                  <a:moveTo>
                    <a:pt x="0" y="0"/>
                  </a:moveTo>
                  <a:lnTo>
                    <a:pt x="108966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4611623" y="3963924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384" y="18288"/>
                  </a:moveTo>
                  <a:lnTo>
                    <a:pt x="24384" y="12192"/>
                  </a:lnTo>
                  <a:lnTo>
                    <a:pt x="24384" y="5334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4"/>
                  </a:lnTo>
                  <a:lnTo>
                    <a:pt x="0" y="18288"/>
                  </a:lnTo>
                  <a:lnTo>
                    <a:pt x="5334" y="24384"/>
                  </a:lnTo>
                  <a:lnTo>
                    <a:pt x="18288" y="24384"/>
                  </a:lnTo>
                  <a:lnTo>
                    <a:pt x="24384" y="18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4611623" y="3963924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384" y="12192"/>
                  </a:moveTo>
                  <a:lnTo>
                    <a:pt x="24384" y="5334"/>
                  </a:lnTo>
                  <a:lnTo>
                    <a:pt x="18288" y="0"/>
                  </a:lnTo>
                  <a:lnTo>
                    <a:pt x="12192" y="0"/>
                  </a:lnTo>
                  <a:lnTo>
                    <a:pt x="5334" y="0"/>
                  </a:lnTo>
                  <a:lnTo>
                    <a:pt x="0" y="5334"/>
                  </a:lnTo>
                  <a:lnTo>
                    <a:pt x="0" y="12192"/>
                  </a:lnTo>
                  <a:lnTo>
                    <a:pt x="0" y="18288"/>
                  </a:lnTo>
                  <a:lnTo>
                    <a:pt x="5334" y="24384"/>
                  </a:lnTo>
                  <a:lnTo>
                    <a:pt x="12192" y="24384"/>
                  </a:lnTo>
                  <a:lnTo>
                    <a:pt x="18288" y="24384"/>
                  </a:lnTo>
                  <a:lnTo>
                    <a:pt x="24384" y="18288"/>
                  </a:lnTo>
                  <a:lnTo>
                    <a:pt x="24384" y="1219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6" name="object 416"/>
          <p:cNvSpPr txBox="1"/>
          <p:nvPr/>
        </p:nvSpPr>
        <p:spPr>
          <a:xfrm>
            <a:off x="4557014" y="3916555"/>
            <a:ext cx="137795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5">
                <a:latin typeface="Arial MT"/>
                <a:cs typeface="Arial MT"/>
              </a:rPr>
              <a:t>Session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Activated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17" name="object 417"/>
          <p:cNvGrpSpPr/>
          <p:nvPr/>
        </p:nvGrpSpPr>
        <p:grpSpPr>
          <a:xfrm>
            <a:off x="4723764" y="4336669"/>
            <a:ext cx="136525" cy="213360"/>
            <a:chOff x="4723764" y="4336669"/>
            <a:chExt cx="136525" cy="213360"/>
          </a:xfrm>
        </p:grpSpPr>
        <p:sp>
          <p:nvSpPr>
            <p:cNvPr id="418" name="object 418"/>
            <p:cNvSpPr/>
            <p:nvPr/>
          </p:nvSpPr>
          <p:spPr>
            <a:xfrm>
              <a:off x="4724399" y="4337304"/>
              <a:ext cx="135255" cy="201295"/>
            </a:xfrm>
            <a:custGeom>
              <a:avLst/>
              <a:gdLst/>
              <a:ahLst/>
              <a:cxnLst/>
              <a:rect l="l" t="t" r="r" b="b"/>
              <a:pathLst>
                <a:path w="135254" h="201295">
                  <a:moveTo>
                    <a:pt x="134874" y="0"/>
                  </a:moveTo>
                  <a:lnTo>
                    <a:pt x="134874" y="201168"/>
                  </a:lnTo>
                  <a:lnTo>
                    <a:pt x="0" y="201168"/>
                  </a:lnTo>
                  <a:lnTo>
                    <a:pt x="19812" y="1912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4724399" y="4538471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0" name="object 420"/>
          <p:cNvSpPr txBox="1"/>
          <p:nvPr/>
        </p:nvSpPr>
        <p:spPr>
          <a:xfrm>
            <a:off x="4836667" y="4380613"/>
            <a:ext cx="286385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5">
                <a:latin typeface="Arial MT"/>
                <a:cs typeface="Arial MT"/>
              </a:rPr>
              <a:t>BMDS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File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Request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Sent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(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Request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4885434" y="4398133"/>
            <a:ext cx="182880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)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 Pull </a:t>
            </a:r>
            <a:r>
              <a:rPr dirty="0" sz="100" spc="5">
                <a:latin typeface="Arial MT"/>
                <a:cs typeface="Arial MT"/>
              </a:rPr>
              <a:t>BMDS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Files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4678807" y="4100448"/>
            <a:ext cx="191135" cy="68580"/>
            <a:chOff x="4678807" y="4100448"/>
            <a:chExt cx="191135" cy="68580"/>
          </a:xfrm>
        </p:grpSpPr>
        <p:sp>
          <p:nvSpPr>
            <p:cNvPr id="423" name="object 423"/>
            <p:cNvSpPr/>
            <p:nvPr/>
          </p:nvSpPr>
          <p:spPr>
            <a:xfrm>
              <a:off x="4679442" y="4101083"/>
              <a:ext cx="180340" cy="67310"/>
            </a:xfrm>
            <a:custGeom>
              <a:avLst/>
              <a:gdLst/>
              <a:ahLst/>
              <a:cxnLst/>
              <a:rect l="l" t="t" r="r" b="b"/>
              <a:pathLst>
                <a:path w="180339" h="67310">
                  <a:moveTo>
                    <a:pt x="0" y="0"/>
                  </a:moveTo>
                  <a:lnTo>
                    <a:pt x="179832" y="0"/>
                  </a:lnTo>
                  <a:lnTo>
                    <a:pt x="179832" y="67055"/>
                  </a:lnTo>
                  <a:lnTo>
                    <a:pt x="169926" y="472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4859273" y="4148327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60" h="20320">
                  <a:moveTo>
                    <a:pt x="0" y="19812"/>
                  </a:moveTo>
                  <a:lnTo>
                    <a:pt x="99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5" name="object 425"/>
          <p:cNvSpPr txBox="1"/>
          <p:nvPr/>
        </p:nvSpPr>
        <p:spPr>
          <a:xfrm>
            <a:off x="4710938" y="4050667"/>
            <a:ext cx="384175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5">
                <a:latin typeface="Arial MT"/>
                <a:cs typeface="Arial MT"/>
              </a:rPr>
              <a:t>Network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 </a:t>
            </a:r>
            <a:r>
              <a:rPr dirty="0" sz="100">
                <a:latin typeface="Arial MT"/>
                <a:cs typeface="Arial MT"/>
              </a:rPr>
              <a:t>File </a:t>
            </a:r>
            <a:r>
              <a:rPr dirty="0" sz="100" spc="5">
                <a:latin typeface="Arial MT"/>
                <a:cs typeface="Arial MT"/>
              </a:rPr>
              <a:t>Received </a:t>
            </a:r>
            <a:r>
              <a:rPr dirty="0" sz="100">
                <a:latin typeface="Arial MT"/>
                <a:cs typeface="Arial MT"/>
              </a:rPr>
              <a:t>(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File </a:t>
            </a:r>
            <a:r>
              <a:rPr dirty="0" sz="100" spc="5">
                <a:latin typeface="Arial MT"/>
                <a:cs typeface="Arial MT"/>
              </a:rPr>
              <a:t>Data </a:t>
            </a:r>
            <a:r>
              <a:rPr dirty="0" sz="100">
                <a:latin typeface="Arial MT"/>
                <a:cs typeface="Arial MT"/>
              </a:rPr>
              <a:t>)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[ </a:t>
            </a:r>
            <a:r>
              <a:rPr dirty="0" sz="100" spc="5">
                <a:latin typeface="Arial MT"/>
                <a:cs typeface="Arial MT"/>
              </a:rPr>
              <a:t>number </a:t>
            </a:r>
            <a:r>
              <a:rPr dirty="0" sz="100">
                <a:latin typeface="Arial MT"/>
                <a:cs typeface="Arial MT"/>
              </a:rPr>
              <a:t>tracks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426" name="object 426"/>
          <p:cNvSpPr txBox="1"/>
          <p:nvPr/>
        </p:nvSpPr>
        <p:spPr>
          <a:xfrm>
            <a:off x="4803144" y="4067425"/>
            <a:ext cx="191135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5">
                <a:latin typeface="Arial MT"/>
                <a:cs typeface="Arial MT"/>
              </a:rPr>
              <a:t>&gt;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0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]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Input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Network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427" name="object 427"/>
          <p:cNvSpPr txBox="1"/>
          <p:nvPr/>
        </p:nvSpPr>
        <p:spPr>
          <a:xfrm>
            <a:off x="4267961" y="4041080"/>
            <a:ext cx="18097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Correlation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Complete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(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C</a:t>
            </a:r>
            <a:endParaRPr sz="100">
              <a:latin typeface="Arial MT"/>
              <a:cs typeface="Arial MT"/>
            </a:endParaRPr>
          </a:p>
          <a:p>
            <a:pPr marL="6350">
              <a:lnSpc>
                <a:spcPct val="100000"/>
              </a:lnSpc>
              <a:spcBef>
                <a:spcPts val="15"/>
              </a:spcBef>
            </a:pPr>
            <a:r>
              <a:rPr dirty="0" sz="100" spc="5">
                <a:latin typeface="Arial MT"/>
                <a:cs typeface="Arial MT"/>
              </a:rPr>
              <a:t>Results</a:t>
            </a:r>
            <a:r>
              <a:rPr dirty="0" sz="100" spc="-1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)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[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set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not</a:t>
            </a:r>
            <a:r>
              <a:rPr dirty="0" sz="100" spc="-1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null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]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Se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 marL="55880">
              <a:lnSpc>
                <a:spcPct val="100000"/>
              </a:lnSpc>
              <a:spcBef>
                <a:spcPts val="70"/>
              </a:spcBef>
            </a:pPr>
            <a:r>
              <a:rPr dirty="0" sz="100">
                <a:latin typeface="Arial MT"/>
                <a:cs typeface="Arial MT"/>
              </a:rPr>
              <a:t>Correlating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Tracks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10000"/>
              </a:lnSpc>
            </a:pPr>
            <a:r>
              <a:rPr dirty="0" sz="100" spc="5">
                <a:latin typeface="Arial MT"/>
                <a:cs typeface="Arial MT"/>
              </a:rPr>
              <a:t>On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entry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match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state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vector  </a:t>
            </a:r>
            <a:r>
              <a:rPr dirty="0" sz="100" spc="5">
                <a:latin typeface="Arial MT"/>
                <a:cs typeface="Arial MT"/>
              </a:rPr>
              <a:t>Do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corr state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vectors</a:t>
            </a:r>
            <a:endParaRPr sz="100">
              <a:latin typeface="Arial MT"/>
              <a:cs typeface="Arial MT"/>
            </a:endParaRPr>
          </a:p>
          <a:p>
            <a:pPr marR="85090">
              <a:lnSpc>
                <a:spcPct val="111600"/>
              </a:lnSpc>
              <a:spcBef>
                <a:spcPts val="5"/>
              </a:spcBef>
            </a:pPr>
            <a:r>
              <a:rPr dirty="0" sz="100" spc="5">
                <a:latin typeface="Arial MT"/>
                <a:cs typeface="Arial MT"/>
              </a:rPr>
              <a:t>Do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corr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LPE  Do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corr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PIP  Do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corr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RCS  Do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corr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CID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428" name="object 428"/>
          <p:cNvSpPr txBox="1"/>
          <p:nvPr/>
        </p:nvSpPr>
        <p:spPr>
          <a:xfrm>
            <a:off x="4267961" y="4041080"/>
            <a:ext cx="238760" cy="271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843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orrelation</a:t>
            </a:r>
            <a:endParaRPr sz="100">
              <a:latin typeface="Arial MT"/>
              <a:cs typeface="Arial MT"/>
            </a:endParaRPr>
          </a:p>
          <a:p>
            <a:pPr marL="179070">
              <a:lnSpc>
                <a:spcPct val="100000"/>
              </a:lnSpc>
              <a:spcBef>
                <a:spcPts val="15"/>
              </a:spcBef>
            </a:pPr>
            <a:r>
              <a:rPr dirty="0" sz="100" spc="5">
                <a:latin typeface="Arial MT"/>
                <a:cs typeface="Arial MT"/>
              </a:rPr>
              <a:t>nd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Result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</a:pPr>
            <a:r>
              <a:rPr dirty="0" sz="100" spc="5">
                <a:latin typeface="Arial MT"/>
                <a:cs typeface="Arial MT"/>
              </a:rPr>
              <a:t>s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sz="100" spc="5">
                <a:latin typeface="Arial MT"/>
                <a:cs typeface="Arial MT"/>
              </a:rPr>
              <a:t>On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exit / corr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BMDS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#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29" name="object 429"/>
          <p:cNvGrpSpPr/>
          <p:nvPr/>
        </p:nvGrpSpPr>
        <p:grpSpPr>
          <a:xfrm>
            <a:off x="4377816" y="4089780"/>
            <a:ext cx="189865" cy="63500"/>
            <a:chOff x="4377816" y="4089780"/>
            <a:chExt cx="189865" cy="63500"/>
          </a:xfrm>
        </p:grpSpPr>
        <p:sp>
          <p:nvSpPr>
            <p:cNvPr id="430" name="object 430"/>
            <p:cNvSpPr/>
            <p:nvPr/>
          </p:nvSpPr>
          <p:spPr>
            <a:xfrm>
              <a:off x="4378451" y="4101084"/>
              <a:ext cx="188595" cy="51435"/>
            </a:xfrm>
            <a:custGeom>
              <a:avLst/>
              <a:gdLst/>
              <a:ahLst/>
              <a:cxnLst/>
              <a:rect l="l" t="t" r="r" b="b"/>
              <a:pathLst>
                <a:path w="188595" h="51435">
                  <a:moveTo>
                    <a:pt x="0" y="51053"/>
                  </a:moveTo>
                  <a:lnTo>
                    <a:pt x="0" y="0"/>
                  </a:lnTo>
                  <a:lnTo>
                    <a:pt x="188214" y="0"/>
                  </a:lnTo>
                  <a:lnTo>
                    <a:pt x="167640" y="99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4546091" y="4090415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20574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2" name="object 432"/>
          <p:cNvSpPr txBox="1"/>
          <p:nvPr/>
        </p:nvSpPr>
        <p:spPr>
          <a:xfrm>
            <a:off x="4506667" y="4058599"/>
            <a:ext cx="7620" cy="15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00" spc="5">
                <a:latin typeface="Arial MT"/>
                <a:cs typeface="Arial MT"/>
              </a:rPr>
              <a:t>s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33" name="object 433"/>
          <p:cNvGrpSpPr/>
          <p:nvPr/>
        </p:nvGrpSpPr>
        <p:grpSpPr>
          <a:xfrm>
            <a:off x="4367910" y="4393819"/>
            <a:ext cx="177800" cy="145415"/>
            <a:chOff x="4367910" y="4393819"/>
            <a:chExt cx="177800" cy="145415"/>
          </a:xfrm>
        </p:grpSpPr>
        <p:sp>
          <p:nvSpPr>
            <p:cNvPr id="434" name="object 434"/>
            <p:cNvSpPr/>
            <p:nvPr/>
          </p:nvSpPr>
          <p:spPr>
            <a:xfrm>
              <a:off x="4378451" y="4394454"/>
              <a:ext cx="166370" cy="144145"/>
            </a:xfrm>
            <a:custGeom>
              <a:avLst/>
              <a:gdLst/>
              <a:ahLst/>
              <a:cxnLst/>
              <a:rect l="l" t="t" r="r" b="b"/>
              <a:pathLst>
                <a:path w="166370" h="144145">
                  <a:moveTo>
                    <a:pt x="166115" y="144017"/>
                  </a:moveTo>
                  <a:lnTo>
                    <a:pt x="0" y="144017"/>
                  </a:lnTo>
                  <a:lnTo>
                    <a:pt x="0" y="0"/>
                  </a:lnTo>
                  <a:lnTo>
                    <a:pt x="9905" y="205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4368545" y="4394454"/>
              <a:ext cx="10160" cy="20955"/>
            </a:xfrm>
            <a:custGeom>
              <a:avLst/>
              <a:gdLst/>
              <a:ahLst/>
              <a:cxnLst/>
              <a:rect l="l" t="t" r="r" b="b"/>
              <a:pathLst>
                <a:path w="10160" h="20954">
                  <a:moveTo>
                    <a:pt x="9905" y="0"/>
                  </a:moveTo>
                  <a:lnTo>
                    <a:pt x="0" y="205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6" name="object 436"/>
          <p:cNvSpPr txBox="1"/>
          <p:nvPr/>
        </p:nvSpPr>
        <p:spPr>
          <a:xfrm>
            <a:off x="4394709" y="4408807"/>
            <a:ext cx="1695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 marL="12065" marR="5080" indent="-1270">
              <a:lnSpc>
                <a:spcPct val="112500"/>
              </a:lnSpc>
            </a:pPr>
            <a:r>
              <a:rPr dirty="0" sz="100" spc="5">
                <a:latin typeface="Arial MT"/>
                <a:cs typeface="Arial MT"/>
              </a:rPr>
              <a:t>BMDS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File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Data  Received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(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File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Data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)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  Correlate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5">
                <a:latin typeface="Arial MT"/>
                <a:cs typeface="Arial MT"/>
              </a:rPr>
              <a:t>Tracks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37" name="object 437"/>
          <p:cNvGrpSpPr/>
          <p:nvPr/>
        </p:nvGrpSpPr>
        <p:grpSpPr>
          <a:xfrm>
            <a:off x="4611751" y="3988435"/>
            <a:ext cx="22225" cy="72390"/>
            <a:chOff x="4611751" y="3988435"/>
            <a:chExt cx="22225" cy="72390"/>
          </a:xfrm>
        </p:grpSpPr>
        <p:sp>
          <p:nvSpPr>
            <p:cNvPr id="438" name="object 438"/>
            <p:cNvSpPr/>
            <p:nvPr/>
          </p:nvSpPr>
          <p:spPr>
            <a:xfrm>
              <a:off x="4623054" y="3989070"/>
              <a:ext cx="1270" cy="71120"/>
            </a:xfrm>
            <a:custGeom>
              <a:avLst/>
              <a:gdLst/>
              <a:ahLst/>
              <a:cxnLst/>
              <a:rect l="l" t="t" r="r" b="b"/>
              <a:pathLst>
                <a:path w="1270" h="71120">
                  <a:moveTo>
                    <a:pt x="762" y="0"/>
                  </a:moveTo>
                  <a:lnTo>
                    <a:pt x="0" y="708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4612386" y="4039362"/>
              <a:ext cx="20955" cy="20320"/>
            </a:xfrm>
            <a:custGeom>
              <a:avLst/>
              <a:gdLst/>
              <a:ahLst/>
              <a:cxnLst/>
              <a:rect l="l" t="t" r="r" b="b"/>
              <a:pathLst>
                <a:path w="20954" h="20320">
                  <a:moveTo>
                    <a:pt x="10667" y="19812"/>
                  </a:moveTo>
                  <a:lnTo>
                    <a:pt x="0" y="0"/>
                  </a:lnTo>
                </a:path>
                <a:path w="20954" h="20320">
                  <a:moveTo>
                    <a:pt x="10667" y="19812"/>
                  </a:move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0" name="object 440"/>
          <p:cNvSpPr txBox="1"/>
          <p:nvPr/>
        </p:nvSpPr>
        <p:spPr>
          <a:xfrm>
            <a:off x="4623308" y="4000375"/>
            <a:ext cx="83820" cy="42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/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initialize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41" name="object 441"/>
          <p:cNvGrpSpPr/>
          <p:nvPr/>
        </p:nvGrpSpPr>
        <p:grpSpPr>
          <a:xfrm>
            <a:off x="3531108" y="3450335"/>
            <a:ext cx="1610995" cy="1212850"/>
            <a:chOff x="3531108" y="3450335"/>
            <a:chExt cx="1610995" cy="1212850"/>
          </a:xfrm>
        </p:grpSpPr>
        <p:sp>
          <p:nvSpPr>
            <p:cNvPr id="442" name="object 442"/>
            <p:cNvSpPr/>
            <p:nvPr/>
          </p:nvSpPr>
          <p:spPr>
            <a:xfrm>
              <a:off x="4231386" y="3894581"/>
              <a:ext cx="910590" cy="768350"/>
            </a:xfrm>
            <a:custGeom>
              <a:avLst/>
              <a:gdLst/>
              <a:ahLst/>
              <a:cxnLst/>
              <a:rect l="l" t="t" r="r" b="b"/>
              <a:pathLst>
                <a:path w="910589" h="768350">
                  <a:moveTo>
                    <a:pt x="910589" y="768096"/>
                  </a:moveTo>
                  <a:lnTo>
                    <a:pt x="910589" y="0"/>
                  </a:lnTo>
                  <a:lnTo>
                    <a:pt x="0" y="0"/>
                  </a:lnTo>
                  <a:lnTo>
                    <a:pt x="0" y="768096"/>
                  </a:lnTo>
                  <a:lnTo>
                    <a:pt x="4572" y="768096"/>
                  </a:lnTo>
                  <a:lnTo>
                    <a:pt x="4572" y="9906"/>
                  </a:lnTo>
                  <a:lnTo>
                    <a:pt x="9143" y="4572"/>
                  </a:lnTo>
                  <a:lnTo>
                    <a:pt x="9143" y="9906"/>
                  </a:lnTo>
                  <a:lnTo>
                    <a:pt x="901446" y="9906"/>
                  </a:lnTo>
                  <a:lnTo>
                    <a:pt x="901446" y="4572"/>
                  </a:lnTo>
                  <a:lnTo>
                    <a:pt x="906017" y="9906"/>
                  </a:lnTo>
                  <a:lnTo>
                    <a:pt x="906017" y="768096"/>
                  </a:lnTo>
                  <a:lnTo>
                    <a:pt x="910589" y="768096"/>
                  </a:lnTo>
                  <a:close/>
                </a:path>
                <a:path w="910589" h="768350">
                  <a:moveTo>
                    <a:pt x="9143" y="9906"/>
                  </a:moveTo>
                  <a:lnTo>
                    <a:pt x="9143" y="4572"/>
                  </a:lnTo>
                  <a:lnTo>
                    <a:pt x="4572" y="9906"/>
                  </a:lnTo>
                  <a:lnTo>
                    <a:pt x="9143" y="9906"/>
                  </a:lnTo>
                  <a:close/>
                </a:path>
                <a:path w="910589" h="768350">
                  <a:moveTo>
                    <a:pt x="9143" y="758952"/>
                  </a:moveTo>
                  <a:lnTo>
                    <a:pt x="9143" y="9906"/>
                  </a:lnTo>
                  <a:lnTo>
                    <a:pt x="4572" y="9906"/>
                  </a:lnTo>
                  <a:lnTo>
                    <a:pt x="4572" y="758952"/>
                  </a:lnTo>
                  <a:lnTo>
                    <a:pt x="9143" y="758952"/>
                  </a:lnTo>
                  <a:close/>
                </a:path>
                <a:path w="910589" h="768350">
                  <a:moveTo>
                    <a:pt x="906017" y="758952"/>
                  </a:moveTo>
                  <a:lnTo>
                    <a:pt x="4572" y="758952"/>
                  </a:lnTo>
                  <a:lnTo>
                    <a:pt x="9143" y="763524"/>
                  </a:lnTo>
                  <a:lnTo>
                    <a:pt x="9143" y="768096"/>
                  </a:lnTo>
                  <a:lnTo>
                    <a:pt x="901446" y="768096"/>
                  </a:lnTo>
                  <a:lnTo>
                    <a:pt x="901446" y="763524"/>
                  </a:lnTo>
                  <a:lnTo>
                    <a:pt x="906017" y="758952"/>
                  </a:lnTo>
                  <a:close/>
                </a:path>
                <a:path w="910589" h="768350">
                  <a:moveTo>
                    <a:pt x="9143" y="768096"/>
                  </a:moveTo>
                  <a:lnTo>
                    <a:pt x="9143" y="763524"/>
                  </a:lnTo>
                  <a:lnTo>
                    <a:pt x="4572" y="758952"/>
                  </a:lnTo>
                  <a:lnTo>
                    <a:pt x="4572" y="768096"/>
                  </a:lnTo>
                  <a:lnTo>
                    <a:pt x="9143" y="768096"/>
                  </a:lnTo>
                  <a:close/>
                </a:path>
                <a:path w="910589" h="768350">
                  <a:moveTo>
                    <a:pt x="906017" y="9906"/>
                  </a:moveTo>
                  <a:lnTo>
                    <a:pt x="901446" y="4572"/>
                  </a:lnTo>
                  <a:lnTo>
                    <a:pt x="901446" y="9906"/>
                  </a:lnTo>
                  <a:lnTo>
                    <a:pt x="906017" y="9906"/>
                  </a:lnTo>
                  <a:close/>
                </a:path>
                <a:path w="910589" h="768350">
                  <a:moveTo>
                    <a:pt x="906017" y="758952"/>
                  </a:moveTo>
                  <a:lnTo>
                    <a:pt x="906017" y="9906"/>
                  </a:lnTo>
                  <a:lnTo>
                    <a:pt x="901446" y="9906"/>
                  </a:lnTo>
                  <a:lnTo>
                    <a:pt x="901446" y="758952"/>
                  </a:lnTo>
                  <a:lnTo>
                    <a:pt x="906017" y="758952"/>
                  </a:lnTo>
                  <a:close/>
                </a:path>
                <a:path w="910589" h="768350">
                  <a:moveTo>
                    <a:pt x="906017" y="768096"/>
                  </a:moveTo>
                  <a:lnTo>
                    <a:pt x="906017" y="758952"/>
                  </a:lnTo>
                  <a:lnTo>
                    <a:pt x="901446" y="763524"/>
                  </a:lnTo>
                  <a:lnTo>
                    <a:pt x="901446" y="768096"/>
                  </a:lnTo>
                  <a:lnTo>
                    <a:pt x="906017" y="768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3535680" y="3454907"/>
              <a:ext cx="914400" cy="836930"/>
            </a:xfrm>
            <a:custGeom>
              <a:avLst/>
              <a:gdLst/>
              <a:ahLst/>
              <a:cxnLst/>
              <a:rect l="l" t="t" r="r" b="b"/>
              <a:pathLst>
                <a:path w="914400" h="836929">
                  <a:moveTo>
                    <a:pt x="914400" y="836676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836676"/>
                  </a:lnTo>
                  <a:lnTo>
                    <a:pt x="914400" y="836676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3531108" y="3450335"/>
              <a:ext cx="923925" cy="845819"/>
            </a:xfrm>
            <a:custGeom>
              <a:avLst/>
              <a:gdLst/>
              <a:ahLst/>
              <a:cxnLst/>
              <a:rect l="l" t="t" r="r" b="b"/>
              <a:pathLst>
                <a:path w="923925" h="845820">
                  <a:moveTo>
                    <a:pt x="923543" y="845820"/>
                  </a:moveTo>
                  <a:lnTo>
                    <a:pt x="923543" y="0"/>
                  </a:lnTo>
                  <a:lnTo>
                    <a:pt x="0" y="0"/>
                  </a:lnTo>
                  <a:lnTo>
                    <a:pt x="0" y="845820"/>
                  </a:lnTo>
                  <a:lnTo>
                    <a:pt x="4571" y="845820"/>
                  </a:lnTo>
                  <a:lnTo>
                    <a:pt x="4571" y="9144"/>
                  </a:lnTo>
                  <a:lnTo>
                    <a:pt x="9143" y="4572"/>
                  </a:lnTo>
                  <a:lnTo>
                    <a:pt x="9143" y="9144"/>
                  </a:lnTo>
                  <a:lnTo>
                    <a:pt x="914400" y="9144"/>
                  </a:lnTo>
                  <a:lnTo>
                    <a:pt x="914400" y="4572"/>
                  </a:lnTo>
                  <a:lnTo>
                    <a:pt x="918971" y="9144"/>
                  </a:lnTo>
                  <a:lnTo>
                    <a:pt x="918971" y="845820"/>
                  </a:lnTo>
                  <a:lnTo>
                    <a:pt x="923543" y="845820"/>
                  </a:lnTo>
                  <a:close/>
                </a:path>
                <a:path w="923925" h="845820">
                  <a:moveTo>
                    <a:pt x="9143" y="9144"/>
                  </a:moveTo>
                  <a:lnTo>
                    <a:pt x="9143" y="4572"/>
                  </a:lnTo>
                  <a:lnTo>
                    <a:pt x="4571" y="9144"/>
                  </a:lnTo>
                  <a:lnTo>
                    <a:pt x="9143" y="9144"/>
                  </a:lnTo>
                  <a:close/>
                </a:path>
                <a:path w="923925" h="845820">
                  <a:moveTo>
                    <a:pt x="9143" y="836676"/>
                  </a:moveTo>
                  <a:lnTo>
                    <a:pt x="9143" y="9144"/>
                  </a:lnTo>
                  <a:lnTo>
                    <a:pt x="4571" y="9144"/>
                  </a:lnTo>
                  <a:lnTo>
                    <a:pt x="4571" y="836676"/>
                  </a:lnTo>
                  <a:lnTo>
                    <a:pt x="9143" y="836676"/>
                  </a:lnTo>
                  <a:close/>
                </a:path>
                <a:path w="923925" h="845820">
                  <a:moveTo>
                    <a:pt x="918971" y="836676"/>
                  </a:moveTo>
                  <a:lnTo>
                    <a:pt x="4571" y="836676"/>
                  </a:lnTo>
                  <a:lnTo>
                    <a:pt x="9143" y="841248"/>
                  </a:lnTo>
                  <a:lnTo>
                    <a:pt x="9143" y="845820"/>
                  </a:lnTo>
                  <a:lnTo>
                    <a:pt x="914400" y="845820"/>
                  </a:lnTo>
                  <a:lnTo>
                    <a:pt x="914400" y="841248"/>
                  </a:lnTo>
                  <a:lnTo>
                    <a:pt x="918971" y="836676"/>
                  </a:lnTo>
                  <a:close/>
                </a:path>
                <a:path w="923925" h="845820">
                  <a:moveTo>
                    <a:pt x="9143" y="845820"/>
                  </a:moveTo>
                  <a:lnTo>
                    <a:pt x="9143" y="841248"/>
                  </a:lnTo>
                  <a:lnTo>
                    <a:pt x="4571" y="836676"/>
                  </a:lnTo>
                  <a:lnTo>
                    <a:pt x="4571" y="845820"/>
                  </a:lnTo>
                  <a:lnTo>
                    <a:pt x="9143" y="845820"/>
                  </a:lnTo>
                  <a:close/>
                </a:path>
                <a:path w="923925" h="845820">
                  <a:moveTo>
                    <a:pt x="918971" y="9144"/>
                  </a:moveTo>
                  <a:lnTo>
                    <a:pt x="914400" y="4572"/>
                  </a:lnTo>
                  <a:lnTo>
                    <a:pt x="914400" y="9144"/>
                  </a:lnTo>
                  <a:lnTo>
                    <a:pt x="918971" y="9144"/>
                  </a:lnTo>
                  <a:close/>
                </a:path>
                <a:path w="923925" h="845820">
                  <a:moveTo>
                    <a:pt x="918971" y="836676"/>
                  </a:moveTo>
                  <a:lnTo>
                    <a:pt x="918971" y="9144"/>
                  </a:lnTo>
                  <a:lnTo>
                    <a:pt x="914400" y="9144"/>
                  </a:lnTo>
                  <a:lnTo>
                    <a:pt x="914400" y="836676"/>
                  </a:lnTo>
                  <a:lnTo>
                    <a:pt x="918971" y="836676"/>
                  </a:lnTo>
                  <a:close/>
                </a:path>
                <a:path w="923925" h="845820">
                  <a:moveTo>
                    <a:pt x="918971" y="845820"/>
                  </a:moveTo>
                  <a:lnTo>
                    <a:pt x="918971" y="836676"/>
                  </a:lnTo>
                  <a:lnTo>
                    <a:pt x="914400" y="841248"/>
                  </a:lnTo>
                  <a:lnTo>
                    <a:pt x="914400" y="845820"/>
                  </a:lnTo>
                  <a:lnTo>
                    <a:pt x="918971" y="845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3591306" y="3500627"/>
              <a:ext cx="914400" cy="836930"/>
            </a:xfrm>
            <a:custGeom>
              <a:avLst/>
              <a:gdLst/>
              <a:ahLst/>
              <a:cxnLst/>
              <a:rect l="l" t="t" r="r" b="b"/>
              <a:pathLst>
                <a:path w="914400" h="836929">
                  <a:moveTo>
                    <a:pt x="914400" y="836676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836676"/>
                  </a:lnTo>
                  <a:lnTo>
                    <a:pt x="914400" y="836676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3586734" y="3496055"/>
              <a:ext cx="923925" cy="845819"/>
            </a:xfrm>
            <a:custGeom>
              <a:avLst/>
              <a:gdLst/>
              <a:ahLst/>
              <a:cxnLst/>
              <a:rect l="l" t="t" r="r" b="b"/>
              <a:pathLst>
                <a:path w="923925" h="845820">
                  <a:moveTo>
                    <a:pt x="923543" y="845820"/>
                  </a:moveTo>
                  <a:lnTo>
                    <a:pt x="923543" y="0"/>
                  </a:lnTo>
                  <a:lnTo>
                    <a:pt x="0" y="0"/>
                  </a:lnTo>
                  <a:lnTo>
                    <a:pt x="0" y="845820"/>
                  </a:lnTo>
                  <a:lnTo>
                    <a:pt x="4571" y="845820"/>
                  </a:lnTo>
                  <a:lnTo>
                    <a:pt x="4571" y="9144"/>
                  </a:lnTo>
                  <a:lnTo>
                    <a:pt x="9143" y="4572"/>
                  </a:lnTo>
                  <a:lnTo>
                    <a:pt x="9143" y="9144"/>
                  </a:lnTo>
                  <a:lnTo>
                    <a:pt x="914400" y="9144"/>
                  </a:lnTo>
                  <a:lnTo>
                    <a:pt x="914400" y="4572"/>
                  </a:lnTo>
                  <a:lnTo>
                    <a:pt x="918971" y="9144"/>
                  </a:lnTo>
                  <a:lnTo>
                    <a:pt x="918971" y="845820"/>
                  </a:lnTo>
                  <a:lnTo>
                    <a:pt x="923543" y="845820"/>
                  </a:lnTo>
                  <a:close/>
                </a:path>
                <a:path w="923925" h="845820">
                  <a:moveTo>
                    <a:pt x="9143" y="9144"/>
                  </a:moveTo>
                  <a:lnTo>
                    <a:pt x="9143" y="4572"/>
                  </a:lnTo>
                  <a:lnTo>
                    <a:pt x="4571" y="9144"/>
                  </a:lnTo>
                  <a:lnTo>
                    <a:pt x="9143" y="9144"/>
                  </a:lnTo>
                  <a:close/>
                </a:path>
                <a:path w="923925" h="845820">
                  <a:moveTo>
                    <a:pt x="9143" y="836676"/>
                  </a:moveTo>
                  <a:lnTo>
                    <a:pt x="9143" y="9144"/>
                  </a:lnTo>
                  <a:lnTo>
                    <a:pt x="4571" y="9144"/>
                  </a:lnTo>
                  <a:lnTo>
                    <a:pt x="4571" y="836676"/>
                  </a:lnTo>
                  <a:lnTo>
                    <a:pt x="9143" y="836676"/>
                  </a:lnTo>
                  <a:close/>
                </a:path>
                <a:path w="923925" h="845820">
                  <a:moveTo>
                    <a:pt x="918971" y="836676"/>
                  </a:moveTo>
                  <a:lnTo>
                    <a:pt x="4571" y="836676"/>
                  </a:lnTo>
                  <a:lnTo>
                    <a:pt x="9143" y="841248"/>
                  </a:lnTo>
                  <a:lnTo>
                    <a:pt x="9143" y="845820"/>
                  </a:lnTo>
                  <a:lnTo>
                    <a:pt x="914400" y="845820"/>
                  </a:lnTo>
                  <a:lnTo>
                    <a:pt x="914400" y="841248"/>
                  </a:lnTo>
                  <a:lnTo>
                    <a:pt x="918971" y="836676"/>
                  </a:lnTo>
                  <a:close/>
                </a:path>
                <a:path w="923925" h="845820">
                  <a:moveTo>
                    <a:pt x="9143" y="845820"/>
                  </a:moveTo>
                  <a:lnTo>
                    <a:pt x="9143" y="841248"/>
                  </a:lnTo>
                  <a:lnTo>
                    <a:pt x="4571" y="836676"/>
                  </a:lnTo>
                  <a:lnTo>
                    <a:pt x="4571" y="845820"/>
                  </a:lnTo>
                  <a:lnTo>
                    <a:pt x="9143" y="845820"/>
                  </a:lnTo>
                  <a:close/>
                </a:path>
                <a:path w="923925" h="845820">
                  <a:moveTo>
                    <a:pt x="918971" y="9144"/>
                  </a:moveTo>
                  <a:lnTo>
                    <a:pt x="914400" y="4572"/>
                  </a:lnTo>
                  <a:lnTo>
                    <a:pt x="914400" y="9144"/>
                  </a:lnTo>
                  <a:lnTo>
                    <a:pt x="918971" y="9144"/>
                  </a:lnTo>
                  <a:close/>
                </a:path>
                <a:path w="923925" h="845820">
                  <a:moveTo>
                    <a:pt x="918971" y="836676"/>
                  </a:moveTo>
                  <a:lnTo>
                    <a:pt x="918971" y="9144"/>
                  </a:lnTo>
                  <a:lnTo>
                    <a:pt x="914400" y="9144"/>
                  </a:lnTo>
                  <a:lnTo>
                    <a:pt x="914400" y="836676"/>
                  </a:lnTo>
                  <a:lnTo>
                    <a:pt x="918971" y="836676"/>
                  </a:lnTo>
                  <a:close/>
                </a:path>
                <a:path w="923925" h="845820">
                  <a:moveTo>
                    <a:pt x="918971" y="845820"/>
                  </a:moveTo>
                  <a:lnTo>
                    <a:pt x="918971" y="836676"/>
                  </a:lnTo>
                  <a:lnTo>
                    <a:pt x="914400" y="841248"/>
                  </a:lnTo>
                  <a:lnTo>
                    <a:pt x="914400" y="845820"/>
                  </a:lnTo>
                  <a:lnTo>
                    <a:pt x="918971" y="845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3654552" y="3546347"/>
              <a:ext cx="914400" cy="792480"/>
            </a:xfrm>
            <a:custGeom>
              <a:avLst/>
              <a:gdLst/>
              <a:ahLst/>
              <a:cxnLst/>
              <a:rect l="l" t="t" r="r" b="b"/>
              <a:pathLst>
                <a:path w="914400" h="792479">
                  <a:moveTo>
                    <a:pt x="914400" y="792479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792479"/>
                  </a:lnTo>
                  <a:lnTo>
                    <a:pt x="914400" y="792479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4024884" y="3569969"/>
              <a:ext cx="0" cy="768985"/>
            </a:xfrm>
            <a:custGeom>
              <a:avLst/>
              <a:gdLst/>
              <a:ahLst/>
              <a:cxnLst/>
              <a:rect l="l" t="t" r="r" b="b"/>
              <a:pathLst>
                <a:path w="0" h="768985">
                  <a:moveTo>
                    <a:pt x="0" y="0"/>
                  </a:moveTo>
                  <a:lnTo>
                    <a:pt x="0" y="768857"/>
                  </a:lnTo>
                </a:path>
                <a:path w="0" h="768985">
                  <a:moveTo>
                    <a:pt x="0" y="0"/>
                  </a:moveTo>
                  <a:lnTo>
                    <a:pt x="0" y="768857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4371594" y="3569969"/>
              <a:ext cx="0" cy="768985"/>
            </a:xfrm>
            <a:custGeom>
              <a:avLst/>
              <a:gdLst/>
              <a:ahLst/>
              <a:cxnLst/>
              <a:rect l="l" t="t" r="r" b="b"/>
              <a:pathLst>
                <a:path w="0" h="768985">
                  <a:moveTo>
                    <a:pt x="0" y="0"/>
                  </a:moveTo>
                  <a:lnTo>
                    <a:pt x="0" y="768857"/>
                  </a:lnTo>
                </a:path>
                <a:path w="0" h="768985">
                  <a:moveTo>
                    <a:pt x="0" y="0"/>
                  </a:moveTo>
                  <a:lnTo>
                    <a:pt x="0" y="768857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0" name="object 4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2291" y="3939158"/>
              <a:ext cx="140207" cy="77724"/>
            </a:xfrm>
            <a:prstGeom prst="rect">
              <a:avLst/>
            </a:prstGeom>
          </p:spPr>
        </p:pic>
      </p:grpSp>
      <p:sp>
        <p:nvSpPr>
          <p:cNvPr id="451" name="object 451"/>
          <p:cNvSpPr txBox="1"/>
          <p:nvPr/>
        </p:nvSpPr>
        <p:spPr>
          <a:xfrm>
            <a:off x="3859021" y="3928682"/>
            <a:ext cx="128270" cy="9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 marL="12065" marR="5080">
              <a:lnSpc>
                <a:spcPct val="106600"/>
              </a:lnSpc>
            </a:pPr>
            <a:r>
              <a:rPr dirty="0" sz="100">
                <a:latin typeface="Arial MT"/>
                <a:cs typeface="Arial MT"/>
              </a:rPr>
              <a:t>Verify CID, 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Correlation,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and  Assoicated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  </a:t>
            </a:r>
            <a:r>
              <a:rPr dirty="0" sz="100">
                <a:latin typeface="Arial MT"/>
                <a:cs typeface="Arial MT"/>
              </a:rPr>
              <a:t>Data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52" name="object 452"/>
          <p:cNvGrpSpPr/>
          <p:nvPr/>
        </p:nvGrpSpPr>
        <p:grpSpPr>
          <a:xfrm>
            <a:off x="4064126" y="3627501"/>
            <a:ext cx="459740" cy="588645"/>
            <a:chOff x="4064126" y="3627501"/>
            <a:chExt cx="459740" cy="588645"/>
          </a:xfrm>
        </p:grpSpPr>
        <p:pic>
          <p:nvPicPr>
            <p:cNvPr id="453" name="object 4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4126" y="3627501"/>
              <a:ext cx="115061" cy="83058"/>
            </a:xfrm>
            <a:prstGeom prst="rect">
              <a:avLst/>
            </a:prstGeom>
          </p:spPr>
        </p:pic>
        <p:pic>
          <p:nvPicPr>
            <p:cNvPr id="454" name="object 4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3310" y="4150995"/>
              <a:ext cx="130301" cy="64770"/>
            </a:xfrm>
            <a:prstGeom prst="rect">
              <a:avLst/>
            </a:prstGeom>
          </p:spPr>
        </p:pic>
      </p:grpSp>
      <p:sp>
        <p:nvSpPr>
          <p:cNvPr id="455" name="object 455"/>
          <p:cNvSpPr txBox="1"/>
          <p:nvPr/>
        </p:nvSpPr>
        <p:spPr>
          <a:xfrm>
            <a:off x="4414525" y="4139757"/>
            <a:ext cx="91440" cy="742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 marL="12700" marR="5080" indent="-1270">
              <a:lnSpc>
                <a:spcPct val="107500"/>
              </a:lnSpc>
            </a:pPr>
            <a:r>
              <a:rPr dirty="0" sz="100">
                <a:latin typeface="Arial MT"/>
                <a:cs typeface="Arial MT"/>
              </a:rPr>
              <a:t>Monitor 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Correlation  </a:t>
            </a:r>
            <a:r>
              <a:rPr dirty="0" sz="100">
                <a:latin typeface="Arial MT"/>
                <a:cs typeface="Arial MT"/>
              </a:rPr>
              <a:t>Process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56" name="object 456"/>
          <p:cNvGrpSpPr/>
          <p:nvPr/>
        </p:nvGrpSpPr>
        <p:grpSpPr>
          <a:xfrm>
            <a:off x="3837558" y="3634358"/>
            <a:ext cx="509905" cy="683260"/>
            <a:chOff x="3837558" y="3634358"/>
            <a:chExt cx="509905" cy="683260"/>
          </a:xfrm>
        </p:grpSpPr>
        <p:sp>
          <p:nvSpPr>
            <p:cNvPr id="457" name="object 457"/>
            <p:cNvSpPr/>
            <p:nvPr/>
          </p:nvSpPr>
          <p:spPr>
            <a:xfrm>
              <a:off x="4053839" y="3851909"/>
              <a:ext cx="125730" cy="62865"/>
            </a:xfrm>
            <a:custGeom>
              <a:avLst/>
              <a:gdLst/>
              <a:ahLst/>
              <a:cxnLst/>
              <a:rect l="l" t="t" r="r" b="b"/>
              <a:pathLst>
                <a:path w="125729" h="62864">
                  <a:moveTo>
                    <a:pt x="125729" y="31241"/>
                  </a:moveTo>
                  <a:lnTo>
                    <a:pt x="124408" y="18966"/>
                  </a:lnTo>
                  <a:lnTo>
                    <a:pt x="120872" y="9048"/>
                  </a:lnTo>
                  <a:lnTo>
                    <a:pt x="115764" y="2416"/>
                  </a:lnTo>
                  <a:lnTo>
                    <a:pt x="109727" y="0"/>
                  </a:lnTo>
                  <a:lnTo>
                    <a:pt x="15239" y="0"/>
                  </a:lnTo>
                  <a:lnTo>
                    <a:pt x="9322" y="2416"/>
                  </a:lnTo>
                  <a:lnTo>
                    <a:pt x="4476" y="9048"/>
                  </a:lnTo>
                  <a:lnTo>
                    <a:pt x="1202" y="18966"/>
                  </a:lnTo>
                  <a:lnTo>
                    <a:pt x="0" y="31241"/>
                  </a:lnTo>
                  <a:lnTo>
                    <a:pt x="1202" y="43195"/>
                  </a:lnTo>
                  <a:lnTo>
                    <a:pt x="4476" y="53149"/>
                  </a:lnTo>
                  <a:lnTo>
                    <a:pt x="9322" y="59959"/>
                  </a:lnTo>
                  <a:lnTo>
                    <a:pt x="15239" y="62483"/>
                  </a:lnTo>
                  <a:lnTo>
                    <a:pt x="109727" y="62483"/>
                  </a:lnTo>
                  <a:lnTo>
                    <a:pt x="115764" y="59959"/>
                  </a:lnTo>
                  <a:lnTo>
                    <a:pt x="120872" y="53149"/>
                  </a:lnTo>
                  <a:lnTo>
                    <a:pt x="124408" y="43195"/>
                  </a:lnTo>
                  <a:lnTo>
                    <a:pt x="125729" y="31241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4053839" y="3851909"/>
              <a:ext cx="125730" cy="62865"/>
            </a:xfrm>
            <a:custGeom>
              <a:avLst/>
              <a:gdLst/>
              <a:ahLst/>
              <a:cxnLst/>
              <a:rect l="l" t="t" r="r" b="b"/>
              <a:pathLst>
                <a:path w="125729" h="62864">
                  <a:moveTo>
                    <a:pt x="125729" y="31241"/>
                  </a:moveTo>
                  <a:lnTo>
                    <a:pt x="124408" y="18966"/>
                  </a:lnTo>
                  <a:lnTo>
                    <a:pt x="120872" y="9048"/>
                  </a:lnTo>
                  <a:lnTo>
                    <a:pt x="115764" y="2416"/>
                  </a:lnTo>
                  <a:lnTo>
                    <a:pt x="109727" y="0"/>
                  </a:lnTo>
                  <a:lnTo>
                    <a:pt x="15239" y="0"/>
                  </a:lnTo>
                  <a:lnTo>
                    <a:pt x="9322" y="2416"/>
                  </a:lnTo>
                  <a:lnTo>
                    <a:pt x="4476" y="9048"/>
                  </a:lnTo>
                  <a:lnTo>
                    <a:pt x="1202" y="18966"/>
                  </a:lnTo>
                  <a:lnTo>
                    <a:pt x="0" y="31241"/>
                  </a:lnTo>
                  <a:lnTo>
                    <a:pt x="1202" y="43195"/>
                  </a:lnTo>
                  <a:lnTo>
                    <a:pt x="4476" y="53149"/>
                  </a:lnTo>
                  <a:lnTo>
                    <a:pt x="9322" y="59959"/>
                  </a:lnTo>
                  <a:lnTo>
                    <a:pt x="15239" y="62483"/>
                  </a:lnTo>
                  <a:lnTo>
                    <a:pt x="109727" y="62483"/>
                  </a:lnTo>
                  <a:lnTo>
                    <a:pt x="115764" y="59959"/>
                  </a:lnTo>
                  <a:lnTo>
                    <a:pt x="120872" y="53149"/>
                  </a:lnTo>
                  <a:lnTo>
                    <a:pt x="124408" y="43195"/>
                  </a:lnTo>
                  <a:lnTo>
                    <a:pt x="125729" y="31241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9" name="object 4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56862" y="3634358"/>
              <a:ext cx="113537" cy="68579"/>
            </a:xfrm>
            <a:prstGeom prst="rect">
              <a:avLst/>
            </a:prstGeom>
          </p:spPr>
        </p:pic>
        <p:sp>
          <p:nvSpPr>
            <p:cNvPr id="460" name="object 460"/>
            <p:cNvSpPr/>
            <p:nvPr/>
          </p:nvSpPr>
          <p:spPr>
            <a:xfrm>
              <a:off x="3838193" y="4257293"/>
              <a:ext cx="120650" cy="59690"/>
            </a:xfrm>
            <a:custGeom>
              <a:avLst/>
              <a:gdLst/>
              <a:ahLst/>
              <a:cxnLst/>
              <a:rect l="l" t="t" r="r" b="b"/>
              <a:pathLst>
                <a:path w="120650" h="59689">
                  <a:moveTo>
                    <a:pt x="120396" y="29718"/>
                  </a:moveTo>
                  <a:lnTo>
                    <a:pt x="119193" y="18002"/>
                  </a:lnTo>
                  <a:lnTo>
                    <a:pt x="115919" y="8572"/>
                  </a:lnTo>
                  <a:lnTo>
                    <a:pt x="111073" y="2286"/>
                  </a:lnTo>
                  <a:lnTo>
                    <a:pt x="105156" y="0"/>
                  </a:lnTo>
                  <a:lnTo>
                    <a:pt x="14478" y="0"/>
                  </a:lnTo>
                  <a:lnTo>
                    <a:pt x="8679" y="2286"/>
                  </a:lnTo>
                  <a:lnTo>
                    <a:pt x="4095" y="8572"/>
                  </a:lnTo>
                  <a:lnTo>
                    <a:pt x="1083" y="18002"/>
                  </a:lnTo>
                  <a:lnTo>
                    <a:pt x="0" y="29718"/>
                  </a:lnTo>
                  <a:lnTo>
                    <a:pt x="1083" y="41112"/>
                  </a:lnTo>
                  <a:lnTo>
                    <a:pt x="4095" y="50577"/>
                  </a:lnTo>
                  <a:lnTo>
                    <a:pt x="8679" y="57042"/>
                  </a:lnTo>
                  <a:lnTo>
                    <a:pt x="14478" y="59436"/>
                  </a:lnTo>
                  <a:lnTo>
                    <a:pt x="105156" y="59436"/>
                  </a:lnTo>
                  <a:lnTo>
                    <a:pt x="111073" y="57042"/>
                  </a:lnTo>
                  <a:lnTo>
                    <a:pt x="115919" y="50577"/>
                  </a:lnTo>
                  <a:lnTo>
                    <a:pt x="119193" y="41112"/>
                  </a:lnTo>
                  <a:lnTo>
                    <a:pt x="120396" y="29718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3838193" y="4257293"/>
              <a:ext cx="120650" cy="59690"/>
            </a:xfrm>
            <a:custGeom>
              <a:avLst/>
              <a:gdLst/>
              <a:ahLst/>
              <a:cxnLst/>
              <a:rect l="l" t="t" r="r" b="b"/>
              <a:pathLst>
                <a:path w="120650" h="59689">
                  <a:moveTo>
                    <a:pt x="120396" y="29718"/>
                  </a:moveTo>
                  <a:lnTo>
                    <a:pt x="119193" y="18002"/>
                  </a:lnTo>
                  <a:lnTo>
                    <a:pt x="115919" y="8572"/>
                  </a:lnTo>
                  <a:lnTo>
                    <a:pt x="111073" y="2286"/>
                  </a:lnTo>
                  <a:lnTo>
                    <a:pt x="105156" y="0"/>
                  </a:lnTo>
                  <a:lnTo>
                    <a:pt x="14478" y="0"/>
                  </a:lnTo>
                  <a:lnTo>
                    <a:pt x="8679" y="2286"/>
                  </a:lnTo>
                  <a:lnTo>
                    <a:pt x="4095" y="8572"/>
                  </a:lnTo>
                  <a:lnTo>
                    <a:pt x="1083" y="18002"/>
                  </a:lnTo>
                  <a:lnTo>
                    <a:pt x="0" y="29718"/>
                  </a:lnTo>
                  <a:lnTo>
                    <a:pt x="1083" y="41112"/>
                  </a:lnTo>
                  <a:lnTo>
                    <a:pt x="4095" y="50577"/>
                  </a:lnTo>
                  <a:lnTo>
                    <a:pt x="8679" y="57042"/>
                  </a:lnTo>
                  <a:lnTo>
                    <a:pt x="14478" y="59436"/>
                  </a:lnTo>
                  <a:lnTo>
                    <a:pt x="105156" y="59436"/>
                  </a:lnTo>
                  <a:lnTo>
                    <a:pt x="111073" y="57042"/>
                  </a:lnTo>
                  <a:lnTo>
                    <a:pt x="115919" y="50577"/>
                  </a:lnTo>
                  <a:lnTo>
                    <a:pt x="119193" y="41112"/>
                  </a:lnTo>
                  <a:lnTo>
                    <a:pt x="120396" y="29718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4226051" y="4040885"/>
              <a:ext cx="120650" cy="53340"/>
            </a:xfrm>
            <a:custGeom>
              <a:avLst/>
              <a:gdLst/>
              <a:ahLst/>
              <a:cxnLst/>
              <a:rect l="l" t="t" r="r" b="b"/>
              <a:pathLst>
                <a:path w="120650" h="53339">
                  <a:moveTo>
                    <a:pt x="120396" y="26669"/>
                  </a:moveTo>
                  <a:lnTo>
                    <a:pt x="119324" y="16073"/>
                  </a:lnTo>
                  <a:lnTo>
                    <a:pt x="116395" y="7619"/>
                  </a:lnTo>
                  <a:lnTo>
                    <a:pt x="112037" y="2024"/>
                  </a:lnTo>
                  <a:lnTo>
                    <a:pt x="106680" y="0"/>
                  </a:lnTo>
                  <a:lnTo>
                    <a:pt x="12954" y="0"/>
                  </a:lnTo>
                  <a:lnTo>
                    <a:pt x="7715" y="2024"/>
                  </a:lnTo>
                  <a:lnTo>
                    <a:pt x="3619" y="7619"/>
                  </a:lnTo>
                  <a:lnTo>
                    <a:pt x="952" y="16073"/>
                  </a:lnTo>
                  <a:lnTo>
                    <a:pt x="0" y="26669"/>
                  </a:lnTo>
                  <a:lnTo>
                    <a:pt x="952" y="36945"/>
                  </a:lnTo>
                  <a:lnTo>
                    <a:pt x="3619" y="45434"/>
                  </a:lnTo>
                  <a:lnTo>
                    <a:pt x="7715" y="51208"/>
                  </a:lnTo>
                  <a:lnTo>
                    <a:pt x="12954" y="53339"/>
                  </a:lnTo>
                  <a:lnTo>
                    <a:pt x="106680" y="53339"/>
                  </a:lnTo>
                  <a:lnTo>
                    <a:pt x="112037" y="51208"/>
                  </a:lnTo>
                  <a:lnTo>
                    <a:pt x="116395" y="45434"/>
                  </a:lnTo>
                  <a:lnTo>
                    <a:pt x="119324" y="36945"/>
                  </a:lnTo>
                  <a:lnTo>
                    <a:pt x="120396" y="26669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4226051" y="4040885"/>
              <a:ext cx="120650" cy="53340"/>
            </a:xfrm>
            <a:custGeom>
              <a:avLst/>
              <a:gdLst/>
              <a:ahLst/>
              <a:cxnLst/>
              <a:rect l="l" t="t" r="r" b="b"/>
              <a:pathLst>
                <a:path w="120650" h="53339">
                  <a:moveTo>
                    <a:pt x="120396" y="26669"/>
                  </a:moveTo>
                  <a:lnTo>
                    <a:pt x="119324" y="16073"/>
                  </a:lnTo>
                  <a:lnTo>
                    <a:pt x="116395" y="7619"/>
                  </a:lnTo>
                  <a:lnTo>
                    <a:pt x="112037" y="2024"/>
                  </a:lnTo>
                  <a:lnTo>
                    <a:pt x="106680" y="0"/>
                  </a:lnTo>
                  <a:lnTo>
                    <a:pt x="12954" y="0"/>
                  </a:lnTo>
                  <a:lnTo>
                    <a:pt x="7715" y="2024"/>
                  </a:lnTo>
                  <a:lnTo>
                    <a:pt x="3619" y="7619"/>
                  </a:lnTo>
                  <a:lnTo>
                    <a:pt x="952" y="16073"/>
                  </a:lnTo>
                  <a:lnTo>
                    <a:pt x="0" y="26669"/>
                  </a:lnTo>
                  <a:lnTo>
                    <a:pt x="952" y="36945"/>
                  </a:lnTo>
                  <a:lnTo>
                    <a:pt x="3619" y="45434"/>
                  </a:lnTo>
                  <a:lnTo>
                    <a:pt x="7715" y="51208"/>
                  </a:lnTo>
                  <a:lnTo>
                    <a:pt x="12954" y="53339"/>
                  </a:lnTo>
                  <a:lnTo>
                    <a:pt x="106680" y="53339"/>
                  </a:lnTo>
                  <a:lnTo>
                    <a:pt x="112037" y="51208"/>
                  </a:lnTo>
                  <a:lnTo>
                    <a:pt x="116395" y="45434"/>
                  </a:lnTo>
                  <a:lnTo>
                    <a:pt x="119324" y="36945"/>
                  </a:lnTo>
                  <a:lnTo>
                    <a:pt x="120396" y="26669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4" name="object 464"/>
          <p:cNvSpPr txBox="1"/>
          <p:nvPr/>
        </p:nvSpPr>
        <p:spPr>
          <a:xfrm>
            <a:off x="4236217" y="4030028"/>
            <a:ext cx="101600" cy="57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 marR="5080" indent="381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Create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New  BMDS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65" name="object 465"/>
          <p:cNvGrpSpPr/>
          <p:nvPr/>
        </p:nvGrpSpPr>
        <p:grpSpPr>
          <a:xfrm>
            <a:off x="4229989" y="3756025"/>
            <a:ext cx="114300" cy="57150"/>
            <a:chOff x="4229989" y="3756025"/>
            <a:chExt cx="114300" cy="57150"/>
          </a:xfrm>
        </p:grpSpPr>
        <p:sp>
          <p:nvSpPr>
            <p:cNvPr id="466" name="object 466"/>
            <p:cNvSpPr/>
            <p:nvPr/>
          </p:nvSpPr>
          <p:spPr>
            <a:xfrm>
              <a:off x="4230624" y="3756660"/>
              <a:ext cx="113030" cy="55880"/>
            </a:xfrm>
            <a:custGeom>
              <a:avLst/>
              <a:gdLst/>
              <a:ahLst/>
              <a:cxnLst/>
              <a:rect l="l" t="t" r="r" b="b"/>
              <a:pathLst>
                <a:path w="113029" h="55879">
                  <a:moveTo>
                    <a:pt x="112775" y="27431"/>
                  </a:moveTo>
                  <a:lnTo>
                    <a:pt x="111585" y="16716"/>
                  </a:lnTo>
                  <a:lnTo>
                    <a:pt x="108394" y="8000"/>
                  </a:lnTo>
                  <a:lnTo>
                    <a:pt x="103774" y="2143"/>
                  </a:lnTo>
                  <a:lnTo>
                    <a:pt x="98297" y="0"/>
                  </a:lnTo>
                  <a:lnTo>
                    <a:pt x="13715" y="0"/>
                  </a:lnTo>
                  <a:lnTo>
                    <a:pt x="8358" y="2143"/>
                  </a:lnTo>
                  <a:lnTo>
                    <a:pt x="4000" y="8000"/>
                  </a:lnTo>
                  <a:lnTo>
                    <a:pt x="1071" y="16716"/>
                  </a:lnTo>
                  <a:lnTo>
                    <a:pt x="0" y="27431"/>
                  </a:lnTo>
                  <a:lnTo>
                    <a:pt x="1071" y="38266"/>
                  </a:lnTo>
                  <a:lnTo>
                    <a:pt x="4000" y="47243"/>
                  </a:lnTo>
                  <a:lnTo>
                    <a:pt x="8358" y="53363"/>
                  </a:lnTo>
                  <a:lnTo>
                    <a:pt x="13715" y="55625"/>
                  </a:lnTo>
                  <a:lnTo>
                    <a:pt x="98297" y="55625"/>
                  </a:lnTo>
                  <a:lnTo>
                    <a:pt x="103774" y="53363"/>
                  </a:lnTo>
                  <a:lnTo>
                    <a:pt x="108394" y="47243"/>
                  </a:lnTo>
                  <a:lnTo>
                    <a:pt x="111585" y="38266"/>
                  </a:lnTo>
                  <a:lnTo>
                    <a:pt x="112775" y="27431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4230624" y="3756660"/>
              <a:ext cx="113030" cy="55880"/>
            </a:xfrm>
            <a:custGeom>
              <a:avLst/>
              <a:gdLst/>
              <a:ahLst/>
              <a:cxnLst/>
              <a:rect l="l" t="t" r="r" b="b"/>
              <a:pathLst>
                <a:path w="113029" h="55879">
                  <a:moveTo>
                    <a:pt x="112775" y="27431"/>
                  </a:moveTo>
                  <a:lnTo>
                    <a:pt x="111585" y="16716"/>
                  </a:lnTo>
                  <a:lnTo>
                    <a:pt x="108394" y="8000"/>
                  </a:lnTo>
                  <a:lnTo>
                    <a:pt x="103774" y="2143"/>
                  </a:lnTo>
                  <a:lnTo>
                    <a:pt x="98297" y="0"/>
                  </a:lnTo>
                  <a:lnTo>
                    <a:pt x="13715" y="0"/>
                  </a:lnTo>
                  <a:lnTo>
                    <a:pt x="8358" y="2143"/>
                  </a:lnTo>
                  <a:lnTo>
                    <a:pt x="4000" y="8000"/>
                  </a:lnTo>
                  <a:lnTo>
                    <a:pt x="1071" y="16716"/>
                  </a:lnTo>
                  <a:lnTo>
                    <a:pt x="0" y="27431"/>
                  </a:lnTo>
                  <a:lnTo>
                    <a:pt x="1071" y="38266"/>
                  </a:lnTo>
                  <a:lnTo>
                    <a:pt x="4000" y="47243"/>
                  </a:lnTo>
                  <a:lnTo>
                    <a:pt x="8358" y="53363"/>
                  </a:lnTo>
                  <a:lnTo>
                    <a:pt x="13715" y="55625"/>
                  </a:lnTo>
                  <a:lnTo>
                    <a:pt x="98297" y="55625"/>
                  </a:lnTo>
                  <a:lnTo>
                    <a:pt x="103774" y="53363"/>
                  </a:lnTo>
                  <a:lnTo>
                    <a:pt x="108394" y="47243"/>
                  </a:lnTo>
                  <a:lnTo>
                    <a:pt x="111585" y="38266"/>
                  </a:lnTo>
                  <a:lnTo>
                    <a:pt x="112775" y="27431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8" name="object 468"/>
          <p:cNvSpPr txBox="1"/>
          <p:nvPr/>
        </p:nvSpPr>
        <p:spPr>
          <a:xfrm>
            <a:off x="4257933" y="3745802"/>
            <a:ext cx="78105" cy="41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nd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469" name="object 469"/>
          <p:cNvSpPr txBox="1"/>
          <p:nvPr/>
        </p:nvSpPr>
        <p:spPr>
          <a:xfrm>
            <a:off x="4263318" y="3761799"/>
            <a:ext cx="65405" cy="41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Data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70" name="object 470"/>
          <p:cNvGrpSpPr/>
          <p:nvPr/>
        </p:nvGrpSpPr>
        <p:grpSpPr>
          <a:xfrm>
            <a:off x="4224654" y="3964813"/>
            <a:ext cx="119380" cy="53340"/>
            <a:chOff x="4224654" y="3964813"/>
            <a:chExt cx="119380" cy="53340"/>
          </a:xfrm>
        </p:grpSpPr>
        <p:sp>
          <p:nvSpPr>
            <p:cNvPr id="471" name="object 471"/>
            <p:cNvSpPr/>
            <p:nvPr/>
          </p:nvSpPr>
          <p:spPr>
            <a:xfrm>
              <a:off x="4225289" y="3965448"/>
              <a:ext cx="118110" cy="52069"/>
            </a:xfrm>
            <a:custGeom>
              <a:avLst/>
              <a:gdLst/>
              <a:ahLst/>
              <a:cxnLst/>
              <a:rect l="l" t="t" r="r" b="b"/>
              <a:pathLst>
                <a:path w="118110" h="52070">
                  <a:moveTo>
                    <a:pt x="118110" y="25908"/>
                  </a:moveTo>
                  <a:lnTo>
                    <a:pt x="117050" y="15751"/>
                  </a:lnTo>
                  <a:lnTo>
                    <a:pt x="114204" y="7524"/>
                  </a:lnTo>
                  <a:lnTo>
                    <a:pt x="110073" y="2012"/>
                  </a:lnTo>
                  <a:lnTo>
                    <a:pt x="105156" y="0"/>
                  </a:lnTo>
                  <a:lnTo>
                    <a:pt x="12192" y="0"/>
                  </a:lnTo>
                  <a:lnTo>
                    <a:pt x="7393" y="2012"/>
                  </a:lnTo>
                  <a:lnTo>
                    <a:pt x="3524" y="7524"/>
                  </a:lnTo>
                  <a:lnTo>
                    <a:pt x="940" y="15751"/>
                  </a:lnTo>
                  <a:lnTo>
                    <a:pt x="0" y="25908"/>
                  </a:lnTo>
                  <a:lnTo>
                    <a:pt x="940" y="35742"/>
                  </a:lnTo>
                  <a:lnTo>
                    <a:pt x="3524" y="44005"/>
                  </a:lnTo>
                  <a:lnTo>
                    <a:pt x="7393" y="49696"/>
                  </a:lnTo>
                  <a:lnTo>
                    <a:pt x="12192" y="51816"/>
                  </a:lnTo>
                  <a:lnTo>
                    <a:pt x="105156" y="51816"/>
                  </a:lnTo>
                  <a:lnTo>
                    <a:pt x="110073" y="49696"/>
                  </a:lnTo>
                  <a:lnTo>
                    <a:pt x="114204" y="44005"/>
                  </a:lnTo>
                  <a:lnTo>
                    <a:pt x="117050" y="35742"/>
                  </a:lnTo>
                  <a:lnTo>
                    <a:pt x="118110" y="25908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4225289" y="3965448"/>
              <a:ext cx="118110" cy="52069"/>
            </a:xfrm>
            <a:custGeom>
              <a:avLst/>
              <a:gdLst/>
              <a:ahLst/>
              <a:cxnLst/>
              <a:rect l="l" t="t" r="r" b="b"/>
              <a:pathLst>
                <a:path w="118110" h="52070">
                  <a:moveTo>
                    <a:pt x="118110" y="25908"/>
                  </a:moveTo>
                  <a:lnTo>
                    <a:pt x="117050" y="15751"/>
                  </a:lnTo>
                  <a:lnTo>
                    <a:pt x="114204" y="7524"/>
                  </a:lnTo>
                  <a:lnTo>
                    <a:pt x="110073" y="2012"/>
                  </a:lnTo>
                  <a:lnTo>
                    <a:pt x="105156" y="0"/>
                  </a:lnTo>
                  <a:lnTo>
                    <a:pt x="12192" y="0"/>
                  </a:lnTo>
                  <a:lnTo>
                    <a:pt x="7393" y="2012"/>
                  </a:lnTo>
                  <a:lnTo>
                    <a:pt x="3524" y="7524"/>
                  </a:lnTo>
                  <a:lnTo>
                    <a:pt x="940" y="15751"/>
                  </a:lnTo>
                  <a:lnTo>
                    <a:pt x="0" y="25908"/>
                  </a:lnTo>
                  <a:lnTo>
                    <a:pt x="940" y="35742"/>
                  </a:lnTo>
                  <a:lnTo>
                    <a:pt x="3524" y="44005"/>
                  </a:lnTo>
                  <a:lnTo>
                    <a:pt x="7393" y="49696"/>
                  </a:lnTo>
                  <a:lnTo>
                    <a:pt x="12192" y="51816"/>
                  </a:lnTo>
                  <a:lnTo>
                    <a:pt x="105156" y="51816"/>
                  </a:lnTo>
                  <a:lnTo>
                    <a:pt x="110073" y="49696"/>
                  </a:lnTo>
                  <a:lnTo>
                    <a:pt x="114204" y="44005"/>
                  </a:lnTo>
                  <a:lnTo>
                    <a:pt x="117050" y="35742"/>
                  </a:lnTo>
                  <a:lnTo>
                    <a:pt x="118110" y="25908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3" name="object 473"/>
          <p:cNvSpPr txBox="1"/>
          <p:nvPr/>
        </p:nvSpPr>
        <p:spPr>
          <a:xfrm>
            <a:off x="4233926" y="3954590"/>
            <a:ext cx="106045" cy="41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Update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74" name="object 474"/>
          <p:cNvGrpSpPr/>
          <p:nvPr/>
        </p:nvGrpSpPr>
        <p:grpSpPr>
          <a:xfrm>
            <a:off x="4024248" y="3569335"/>
            <a:ext cx="347980" cy="770255"/>
            <a:chOff x="4024248" y="3569335"/>
            <a:chExt cx="347980" cy="770255"/>
          </a:xfrm>
        </p:grpSpPr>
        <p:sp>
          <p:nvSpPr>
            <p:cNvPr id="475" name="object 475"/>
            <p:cNvSpPr/>
            <p:nvPr/>
          </p:nvSpPr>
          <p:spPr>
            <a:xfrm>
              <a:off x="4024883" y="3569970"/>
              <a:ext cx="0" cy="768985"/>
            </a:xfrm>
            <a:custGeom>
              <a:avLst/>
              <a:gdLst/>
              <a:ahLst/>
              <a:cxnLst/>
              <a:rect l="l" t="t" r="r" b="b"/>
              <a:pathLst>
                <a:path w="0" h="768985">
                  <a:moveTo>
                    <a:pt x="0" y="0"/>
                  </a:moveTo>
                  <a:lnTo>
                    <a:pt x="0" y="768857"/>
                  </a:lnTo>
                </a:path>
                <a:path w="0" h="768985">
                  <a:moveTo>
                    <a:pt x="0" y="0"/>
                  </a:moveTo>
                  <a:lnTo>
                    <a:pt x="0" y="768857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4371593" y="3569970"/>
              <a:ext cx="0" cy="768985"/>
            </a:xfrm>
            <a:custGeom>
              <a:avLst/>
              <a:gdLst/>
              <a:ahLst/>
              <a:cxnLst/>
              <a:rect l="l" t="t" r="r" b="b"/>
              <a:pathLst>
                <a:path w="0" h="768985">
                  <a:moveTo>
                    <a:pt x="0" y="0"/>
                  </a:moveTo>
                  <a:lnTo>
                    <a:pt x="0" y="768857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7" name="object 477"/>
          <p:cNvSpPr txBox="1"/>
          <p:nvPr/>
        </p:nvSpPr>
        <p:spPr>
          <a:xfrm>
            <a:off x="4434332" y="3559112"/>
            <a:ext cx="48895" cy="41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HIC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478" name="object 478"/>
          <p:cNvSpPr/>
          <p:nvPr/>
        </p:nvSpPr>
        <p:spPr>
          <a:xfrm>
            <a:off x="4371594" y="3569970"/>
            <a:ext cx="0" cy="768985"/>
          </a:xfrm>
          <a:custGeom>
            <a:avLst/>
            <a:gdLst/>
            <a:ahLst/>
            <a:cxnLst/>
            <a:rect l="l" t="t" r="r" b="b"/>
            <a:pathLst>
              <a:path w="0" h="768985">
                <a:moveTo>
                  <a:pt x="0" y="0"/>
                </a:moveTo>
                <a:lnTo>
                  <a:pt x="0" y="768857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9" name="object 479"/>
          <p:cNvSpPr txBox="1"/>
          <p:nvPr/>
        </p:nvSpPr>
        <p:spPr>
          <a:xfrm>
            <a:off x="4258771" y="3559112"/>
            <a:ext cx="71755" cy="41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File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480" name="object 480"/>
          <p:cNvSpPr txBox="1"/>
          <p:nvPr/>
        </p:nvSpPr>
        <p:spPr>
          <a:xfrm>
            <a:off x="3688841" y="3573081"/>
            <a:ext cx="484505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66090">
              <a:lnSpc>
                <a:spcPts val="114"/>
              </a:lnSpc>
            </a:pPr>
            <a:r>
              <a:rPr dirty="0" sz="100">
                <a:latin typeface="Arial MT"/>
                <a:cs typeface="Arial MT"/>
              </a:rPr>
              <a:t>ule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">
              <a:latin typeface="Arial MT"/>
              <a:cs typeface="Arial MT"/>
            </a:endParaRPr>
          </a:p>
          <a:p>
            <a:pPr marL="464184" marR="5080" indent="-63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k </a:t>
            </a:r>
            <a:r>
              <a:rPr dirty="0" sz="100" spc="-1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s</a:t>
            </a:r>
            <a:endParaRPr sz="100">
              <a:latin typeface="Arial MT"/>
              <a:cs typeface="Arial MT"/>
            </a:endParaRPr>
          </a:p>
          <a:p>
            <a:pPr>
              <a:lnSpc>
                <a:spcPts val="114"/>
              </a:lnSpc>
            </a:pPr>
            <a:r>
              <a:rPr dirty="0" sz="100">
                <a:latin typeface="Arial MT"/>
                <a:cs typeface="Arial MT"/>
              </a:rPr>
              <a:t>Network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MSG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81" name="object 481"/>
          <p:cNvGrpSpPr/>
          <p:nvPr/>
        </p:nvGrpSpPr>
        <p:grpSpPr>
          <a:xfrm>
            <a:off x="3699636" y="3655440"/>
            <a:ext cx="441325" cy="346710"/>
            <a:chOff x="3699636" y="3655440"/>
            <a:chExt cx="441325" cy="346710"/>
          </a:xfrm>
        </p:grpSpPr>
        <p:sp>
          <p:nvSpPr>
            <p:cNvPr id="482" name="object 482"/>
            <p:cNvSpPr/>
            <p:nvPr/>
          </p:nvSpPr>
          <p:spPr>
            <a:xfrm>
              <a:off x="4091939" y="3976877"/>
              <a:ext cx="48260" cy="24765"/>
            </a:xfrm>
            <a:custGeom>
              <a:avLst/>
              <a:gdLst/>
              <a:ahLst/>
              <a:cxnLst/>
              <a:rect l="l" t="t" r="r" b="b"/>
              <a:pathLst>
                <a:path w="48260" h="24764">
                  <a:moveTo>
                    <a:pt x="0" y="12192"/>
                  </a:moveTo>
                  <a:lnTo>
                    <a:pt x="24384" y="0"/>
                  </a:lnTo>
                  <a:lnTo>
                    <a:pt x="48006" y="12192"/>
                  </a:lnTo>
                  <a:lnTo>
                    <a:pt x="24384" y="24384"/>
                  </a:lnTo>
                  <a:lnTo>
                    <a:pt x="0" y="1219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3700271" y="3656075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622" y="18288"/>
                  </a:moveTo>
                  <a:lnTo>
                    <a:pt x="23622" y="11430"/>
                  </a:lnTo>
                  <a:lnTo>
                    <a:pt x="23622" y="5334"/>
                  </a:lnTo>
                  <a:lnTo>
                    <a:pt x="18288" y="0"/>
                  </a:lnTo>
                  <a:lnTo>
                    <a:pt x="4572" y="0"/>
                  </a:lnTo>
                  <a:lnTo>
                    <a:pt x="0" y="5334"/>
                  </a:lnTo>
                  <a:lnTo>
                    <a:pt x="0" y="18288"/>
                  </a:lnTo>
                  <a:lnTo>
                    <a:pt x="4572" y="23622"/>
                  </a:lnTo>
                  <a:lnTo>
                    <a:pt x="18288" y="23622"/>
                  </a:lnTo>
                  <a:lnTo>
                    <a:pt x="23622" y="18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3700271" y="3656075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622" y="11430"/>
                  </a:moveTo>
                  <a:lnTo>
                    <a:pt x="23622" y="5334"/>
                  </a:lnTo>
                  <a:lnTo>
                    <a:pt x="18288" y="0"/>
                  </a:lnTo>
                  <a:lnTo>
                    <a:pt x="11430" y="0"/>
                  </a:lnTo>
                  <a:lnTo>
                    <a:pt x="4572" y="0"/>
                  </a:lnTo>
                  <a:lnTo>
                    <a:pt x="0" y="5334"/>
                  </a:lnTo>
                  <a:lnTo>
                    <a:pt x="0" y="11430"/>
                  </a:lnTo>
                  <a:lnTo>
                    <a:pt x="0" y="18288"/>
                  </a:lnTo>
                  <a:lnTo>
                    <a:pt x="4572" y="23622"/>
                  </a:lnTo>
                  <a:lnTo>
                    <a:pt x="11430" y="23622"/>
                  </a:lnTo>
                  <a:lnTo>
                    <a:pt x="18288" y="23622"/>
                  </a:lnTo>
                  <a:lnTo>
                    <a:pt x="23622" y="18288"/>
                  </a:lnTo>
                  <a:lnTo>
                    <a:pt x="23622" y="1143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5" name="object 485"/>
          <p:cNvGrpSpPr/>
          <p:nvPr/>
        </p:nvGrpSpPr>
        <p:grpSpPr>
          <a:xfrm>
            <a:off x="3706495" y="4271136"/>
            <a:ext cx="132715" cy="23495"/>
            <a:chOff x="3706495" y="4271136"/>
            <a:chExt cx="132715" cy="23495"/>
          </a:xfrm>
        </p:grpSpPr>
        <p:sp>
          <p:nvSpPr>
            <p:cNvPr id="486" name="object 486"/>
            <p:cNvSpPr/>
            <p:nvPr/>
          </p:nvSpPr>
          <p:spPr>
            <a:xfrm>
              <a:off x="3707130" y="4271771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22098" y="10668"/>
                  </a:moveTo>
                  <a:lnTo>
                    <a:pt x="22098" y="4572"/>
                  </a:lnTo>
                  <a:lnTo>
                    <a:pt x="16764" y="0"/>
                  </a:lnTo>
                  <a:lnTo>
                    <a:pt x="106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0668"/>
                  </a:lnTo>
                  <a:lnTo>
                    <a:pt x="0" y="16764"/>
                  </a:lnTo>
                  <a:lnTo>
                    <a:pt x="4572" y="22098"/>
                  </a:lnTo>
                  <a:lnTo>
                    <a:pt x="10668" y="22098"/>
                  </a:lnTo>
                  <a:lnTo>
                    <a:pt x="16764" y="22098"/>
                  </a:lnTo>
                  <a:lnTo>
                    <a:pt x="22098" y="16764"/>
                  </a:lnTo>
                  <a:lnTo>
                    <a:pt x="22098" y="1066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3713226" y="4277105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29">
                  <a:moveTo>
                    <a:pt x="10667" y="8381"/>
                  </a:moveTo>
                  <a:lnTo>
                    <a:pt x="10667" y="5333"/>
                  </a:lnTo>
                  <a:lnTo>
                    <a:pt x="10667" y="2285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2285"/>
                  </a:lnTo>
                  <a:lnTo>
                    <a:pt x="0" y="8381"/>
                  </a:lnTo>
                  <a:lnTo>
                    <a:pt x="2285" y="11429"/>
                  </a:lnTo>
                  <a:lnTo>
                    <a:pt x="7619" y="11429"/>
                  </a:lnTo>
                  <a:lnTo>
                    <a:pt x="10667" y="83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3713226" y="4277105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29">
                  <a:moveTo>
                    <a:pt x="10667" y="5333"/>
                  </a:moveTo>
                  <a:lnTo>
                    <a:pt x="10667" y="2285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5"/>
                  </a:lnTo>
                  <a:lnTo>
                    <a:pt x="0" y="5333"/>
                  </a:lnTo>
                  <a:lnTo>
                    <a:pt x="0" y="8381"/>
                  </a:lnTo>
                  <a:lnTo>
                    <a:pt x="2285" y="11429"/>
                  </a:lnTo>
                  <a:lnTo>
                    <a:pt x="5333" y="11429"/>
                  </a:lnTo>
                  <a:lnTo>
                    <a:pt x="7619" y="11429"/>
                  </a:lnTo>
                  <a:lnTo>
                    <a:pt x="10667" y="8381"/>
                  </a:lnTo>
                  <a:lnTo>
                    <a:pt x="10667" y="533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3729228" y="4272533"/>
              <a:ext cx="109220" cy="10160"/>
            </a:xfrm>
            <a:custGeom>
              <a:avLst/>
              <a:gdLst/>
              <a:ahLst/>
              <a:cxnLst/>
              <a:rect l="l" t="t" r="r" b="b"/>
              <a:pathLst>
                <a:path w="109220" h="10160">
                  <a:moveTo>
                    <a:pt x="108965" y="9905"/>
                  </a:moveTo>
                  <a:lnTo>
                    <a:pt x="0" y="9905"/>
                  </a:lnTo>
                  <a:lnTo>
                    <a:pt x="19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3729228" y="4282439"/>
              <a:ext cx="19050" cy="9525"/>
            </a:xfrm>
            <a:custGeom>
              <a:avLst/>
              <a:gdLst/>
              <a:ahLst/>
              <a:cxnLst/>
              <a:rect l="l" t="t" r="r" b="b"/>
              <a:pathLst>
                <a:path w="19050" h="9525">
                  <a:moveTo>
                    <a:pt x="0" y="0"/>
                  </a:moveTo>
                  <a:lnTo>
                    <a:pt x="19050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1" name="object 491"/>
          <p:cNvSpPr txBox="1"/>
          <p:nvPr/>
        </p:nvSpPr>
        <p:spPr>
          <a:xfrm>
            <a:off x="3652265" y="4246436"/>
            <a:ext cx="326390" cy="844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07010" marR="30480" indent="-118110">
              <a:lnSpc>
                <a:spcPct val="100000"/>
              </a:lnSpc>
            </a:pPr>
            <a:r>
              <a:rPr dirty="0" baseline="27777" sz="150">
                <a:latin typeface="Arial MT"/>
                <a:cs typeface="Arial MT"/>
              </a:rPr>
              <a:t>Track</a:t>
            </a:r>
            <a:r>
              <a:rPr dirty="0" baseline="27777" sz="150">
                <a:latin typeface="Arial MT"/>
                <a:cs typeface="Arial MT"/>
              </a:rPr>
              <a:t> </a:t>
            </a:r>
            <a:r>
              <a:rPr dirty="0" baseline="27777" sz="150">
                <a:latin typeface="Arial MT"/>
                <a:cs typeface="Arial MT"/>
              </a:rPr>
              <a:t>MSG</a:t>
            </a:r>
            <a:r>
              <a:rPr dirty="0" baseline="27777" sz="150">
                <a:latin typeface="Arial MT"/>
                <a:cs typeface="Arial MT"/>
              </a:rPr>
              <a:t> </a:t>
            </a:r>
            <a:r>
              <a:rPr dirty="0" baseline="27777" sz="150">
                <a:latin typeface="Arial MT"/>
                <a:cs typeface="Arial MT"/>
              </a:rPr>
              <a:t>Data</a:t>
            </a:r>
            <a:r>
              <a:rPr dirty="0" baseline="27777" sz="150">
                <a:latin typeface="Arial MT"/>
                <a:cs typeface="Arial MT"/>
              </a:rPr>
              <a:t>      </a:t>
            </a:r>
            <a:r>
              <a:rPr dirty="0" sz="100">
                <a:latin typeface="Arial MT"/>
                <a:cs typeface="Arial MT"/>
              </a:rPr>
              <a:t>Send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BMDS  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Data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to</a:t>
            </a:r>
            <a:endParaRPr sz="100">
              <a:latin typeface="Arial MT"/>
              <a:cs typeface="Arial MT"/>
            </a:endParaRPr>
          </a:p>
          <a:p>
            <a:pPr marL="233679">
              <a:lnSpc>
                <a:spcPts val="100"/>
              </a:lnSpc>
            </a:pPr>
            <a:r>
              <a:rPr dirty="0" sz="100">
                <a:latin typeface="Arial MT"/>
                <a:cs typeface="Arial MT"/>
              </a:rPr>
              <a:t>JDN</a:t>
            </a:r>
            <a:endParaRPr sz="100">
              <a:latin typeface="Arial MT"/>
              <a:cs typeface="Arial MT"/>
            </a:endParaRPr>
          </a:p>
          <a:p>
            <a:pPr marL="38100">
              <a:lnSpc>
                <a:spcPts val="100"/>
              </a:lnSpc>
            </a:pPr>
            <a:r>
              <a:rPr dirty="0" sz="100">
                <a:latin typeface="Arial MT"/>
                <a:cs typeface="Arial MT"/>
              </a:rPr>
              <a:t>Prepared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MSG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92" name="object 492"/>
          <p:cNvGrpSpPr/>
          <p:nvPr/>
        </p:nvGrpSpPr>
        <p:grpSpPr>
          <a:xfrm>
            <a:off x="3884041" y="4016629"/>
            <a:ext cx="20320" cy="241300"/>
            <a:chOff x="3884041" y="4016629"/>
            <a:chExt cx="20320" cy="241300"/>
          </a:xfrm>
        </p:grpSpPr>
        <p:sp>
          <p:nvSpPr>
            <p:cNvPr id="493" name="object 493"/>
            <p:cNvSpPr/>
            <p:nvPr/>
          </p:nvSpPr>
          <p:spPr>
            <a:xfrm>
              <a:off x="3884676" y="4017264"/>
              <a:ext cx="9525" cy="240029"/>
            </a:xfrm>
            <a:custGeom>
              <a:avLst/>
              <a:gdLst/>
              <a:ahLst/>
              <a:cxnLst/>
              <a:rect l="l" t="t" r="r" b="b"/>
              <a:pathLst>
                <a:path w="9525" h="240029">
                  <a:moveTo>
                    <a:pt x="9144" y="0"/>
                  </a:moveTo>
                  <a:lnTo>
                    <a:pt x="9144" y="240029"/>
                  </a:lnTo>
                  <a:lnTo>
                    <a:pt x="0" y="2209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3893820" y="4238244"/>
              <a:ext cx="10160" cy="19050"/>
            </a:xfrm>
            <a:custGeom>
              <a:avLst/>
              <a:gdLst/>
              <a:ahLst/>
              <a:cxnLst/>
              <a:rect l="l" t="t" r="r" b="b"/>
              <a:pathLst>
                <a:path w="10160" h="19050">
                  <a:moveTo>
                    <a:pt x="0" y="19050"/>
                  </a:moveTo>
                  <a:lnTo>
                    <a:pt x="99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5" name="object 495"/>
          <p:cNvSpPr txBox="1"/>
          <p:nvPr/>
        </p:nvSpPr>
        <p:spPr>
          <a:xfrm>
            <a:off x="3894073" y="4201478"/>
            <a:ext cx="133985" cy="41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BMDS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Data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496" name="object 496"/>
          <p:cNvGrpSpPr/>
          <p:nvPr/>
        </p:nvGrpSpPr>
        <p:grpSpPr>
          <a:xfrm>
            <a:off x="3952621" y="4016629"/>
            <a:ext cx="441959" cy="179070"/>
            <a:chOff x="3952621" y="4016629"/>
            <a:chExt cx="441959" cy="179070"/>
          </a:xfrm>
        </p:grpSpPr>
        <p:sp>
          <p:nvSpPr>
            <p:cNvPr id="497" name="object 497"/>
            <p:cNvSpPr/>
            <p:nvPr/>
          </p:nvSpPr>
          <p:spPr>
            <a:xfrm>
              <a:off x="3953256" y="4017264"/>
              <a:ext cx="440690" cy="177800"/>
            </a:xfrm>
            <a:custGeom>
              <a:avLst/>
              <a:gdLst/>
              <a:ahLst/>
              <a:cxnLst/>
              <a:rect l="l" t="t" r="r" b="b"/>
              <a:pathLst>
                <a:path w="440689" h="177800">
                  <a:moveTo>
                    <a:pt x="0" y="0"/>
                  </a:moveTo>
                  <a:lnTo>
                    <a:pt x="0" y="168402"/>
                  </a:lnTo>
                  <a:lnTo>
                    <a:pt x="440436" y="168401"/>
                  </a:lnTo>
                  <a:lnTo>
                    <a:pt x="421386" y="1775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4374642" y="4175760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60">
                  <a:moveTo>
                    <a:pt x="19050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9" name="object 499"/>
          <p:cNvSpPr txBox="1"/>
          <p:nvPr/>
        </p:nvSpPr>
        <p:spPr>
          <a:xfrm>
            <a:off x="4034282" y="4150424"/>
            <a:ext cx="149225" cy="41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BMDS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Display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500" name="object 500"/>
          <p:cNvGrpSpPr/>
          <p:nvPr/>
        </p:nvGrpSpPr>
        <p:grpSpPr>
          <a:xfrm>
            <a:off x="3911472" y="3879469"/>
            <a:ext cx="315595" cy="184150"/>
            <a:chOff x="3911472" y="3879469"/>
            <a:chExt cx="315595" cy="184150"/>
          </a:xfrm>
        </p:grpSpPr>
        <p:sp>
          <p:nvSpPr>
            <p:cNvPr id="501" name="object 501"/>
            <p:cNvSpPr/>
            <p:nvPr/>
          </p:nvSpPr>
          <p:spPr>
            <a:xfrm>
              <a:off x="3912107" y="3880104"/>
              <a:ext cx="142240" cy="59690"/>
            </a:xfrm>
            <a:custGeom>
              <a:avLst/>
              <a:gdLst/>
              <a:ahLst/>
              <a:cxnLst/>
              <a:rect l="l" t="t" r="r" b="b"/>
              <a:pathLst>
                <a:path w="142239" h="59689">
                  <a:moveTo>
                    <a:pt x="141732" y="0"/>
                  </a:moveTo>
                  <a:lnTo>
                    <a:pt x="9906" y="0"/>
                  </a:lnTo>
                  <a:lnTo>
                    <a:pt x="9906" y="59436"/>
                  </a:lnTo>
                  <a:lnTo>
                    <a:pt x="0" y="403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3922014" y="3920489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1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4124705" y="3995927"/>
              <a:ext cx="101600" cy="67310"/>
            </a:xfrm>
            <a:custGeom>
              <a:avLst/>
              <a:gdLst/>
              <a:ahLst/>
              <a:cxnLst/>
              <a:rect l="l" t="t" r="r" b="b"/>
              <a:pathLst>
                <a:path w="101600" h="67310">
                  <a:moveTo>
                    <a:pt x="0" y="0"/>
                  </a:moveTo>
                  <a:lnTo>
                    <a:pt x="101346" y="67055"/>
                  </a:lnTo>
                  <a:lnTo>
                    <a:pt x="80772" y="64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4215383" y="4044695"/>
              <a:ext cx="10795" cy="18415"/>
            </a:xfrm>
            <a:custGeom>
              <a:avLst/>
              <a:gdLst/>
              <a:ahLst/>
              <a:cxnLst/>
              <a:rect l="l" t="t" r="r" b="b"/>
              <a:pathLst>
                <a:path w="10795" h="18414">
                  <a:moveTo>
                    <a:pt x="10667" y="182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5" name="object 505"/>
          <p:cNvSpPr txBox="1"/>
          <p:nvPr/>
        </p:nvSpPr>
        <p:spPr>
          <a:xfrm>
            <a:off x="4018788" y="3998024"/>
            <a:ext cx="202565" cy="56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44450" marR="30480" indent="-698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Correlation</a:t>
            </a:r>
            <a:r>
              <a:rPr dirty="0" sz="100">
                <a:latin typeface="Arial MT"/>
                <a:cs typeface="Arial MT"/>
              </a:rPr>
              <a:t>            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no  </a:t>
            </a:r>
            <a:r>
              <a:rPr dirty="0" sz="100">
                <a:latin typeface="Arial MT"/>
                <a:cs typeface="Arial MT"/>
              </a:rPr>
              <a:t>Possible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506" name="object 506"/>
          <p:cNvGrpSpPr/>
          <p:nvPr/>
        </p:nvGrpSpPr>
        <p:grpSpPr>
          <a:xfrm>
            <a:off x="4137786" y="3983101"/>
            <a:ext cx="88265" cy="20320"/>
            <a:chOff x="4137786" y="3983101"/>
            <a:chExt cx="88265" cy="20320"/>
          </a:xfrm>
        </p:grpSpPr>
        <p:sp>
          <p:nvSpPr>
            <p:cNvPr id="507" name="object 507"/>
            <p:cNvSpPr/>
            <p:nvPr/>
          </p:nvSpPr>
          <p:spPr>
            <a:xfrm>
              <a:off x="4138421" y="3988307"/>
              <a:ext cx="86995" cy="14604"/>
            </a:xfrm>
            <a:custGeom>
              <a:avLst/>
              <a:gdLst/>
              <a:ahLst/>
              <a:cxnLst/>
              <a:rect l="l" t="t" r="r" b="b"/>
              <a:pathLst>
                <a:path w="86995" h="14604">
                  <a:moveTo>
                    <a:pt x="0" y="0"/>
                  </a:moveTo>
                  <a:lnTo>
                    <a:pt x="86868" y="6095"/>
                  </a:lnTo>
                  <a:lnTo>
                    <a:pt x="67056" y="144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4207001" y="3983736"/>
              <a:ext cx="18415" cy="10795"/>
            </a:xfrm>
            <a:custGeom>
              <a:avLst/>
              <a:gdLst/>
              <a:ahLst/>
              <a:cxnLst/>
              <a:rect l="l" t="t" r="r" b="b"/>
              <a:pathLst>
                <a:path w="18414" h="10795">
                  <a:moveTo>
                    <a:pt x="18287" y="106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9" name="object 509"/>
          <p:cNvSpPr txBox="1"/>
          <p:nvPr/>
        </p:nvSpPr>
        <p:spPr>
          <a:xfrm>
            <a:off x="4131564" y="3970587"/>
            <a:ext cx="219075" cy="41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55555" sz="150">
                <a:latin typeface="Arial MT"/>
                <a:cs typeface="Arial MT"/>
              </a:rPr>
              <a:t>yes</a:t>
            </a:r>
            <a:r>
              <a:rPr dirty="0" baseline="55555" sz="150">
                <a:latin typeface="Arial MT"/>
                <a:cs typeface="Arial MT"/>
              </a:rPr>
              <a:t>                  </a:t>
            </a:r>
            <a:r>
              <a:rPr dirty="0" baseline="55555" sz="150" spc="1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File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Data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510" name="object 510"/>
          <p:cNvGrpSpPr/>
          <p:nvPr/>
        </p:nvGrpSpPr>
        <p:grpSpPr>
          <a:xfrm>
            <a:off x="4105783" y="3914521"/>
            <a:ext cx="20320" cy="64135"/>
            <a:chOff x="4105783" y="3914521"/>
            <a:chExt cx="20320" cy="64135"/>
          </a:xfrm>
        </p:grpSpPr>
        <p:sp>
          <p:nvSpPr>
            <p:cNvPr id="511" name="object 511"/>
            <p:cNvSpPr/>
            <p:nvPr/>
          </p:nvSpPr>
          <p:spPr>
            <a:xfrm>
              <a:off x="4106418" y="3915156"/>
              <a:ext cx="10160" cy="62865"/>
            </a:xfrm>
            <a:custGeom>
              <a:avLst/>
              <a:gdLst/>
              <a:ahLst/>
              <a:cxnLst/>
              <a:rect l="l" t="t" r="r" b="b"/>
              <a:pathLst>
                <a:path w="10160" h="62864">
                  <a:moveTo>
                    <a:pt x="9905" y="0"/>
                  </a:moveTo>
                  <a:lnTo>
                    <a:pt x="9905" y="62484"/>
                  </a:lnTo>
                  <a:lnTo>
                    <a:pt x="0" y="4343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4116324" y="3958590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1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3" name="object 513"/>
          <p:cNvSpPr txBox="1"/>
          <p:nvPr/>
        </p:nvSpPr>
        <p:spPr>
          <a:xfrm>
            <a:off x="4034282" y="3915728"/>
            <a:ext cx="139700" cy="41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Correlation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Results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514" name="object 514"/>
          <p:cNvGrpSpPr/>
          <p:nvPr/>
        </p:nvGrpSpPr>
        <p:grpSpPr>
          <a:xfrm>
            <a:off x="4110354" y="3710304"/>
            <a:ext cx="178435" cy="183515"/>
            <a:chOff x="4110354" y="3710304"/>
            <a:chExt cx="178435" cy="183515"/>
          </a:xfrm>
        </p:grpSpPr>
        <p:sp>
          <p:nvSpPr>
            <p:cNvPr id="515" name="object 515"/>
            <p:cNvSpPr/>
            <p:nvPr/>
          </p:nvSpPr>
          <p:spPr>
            <a:xfrm>
              <a:off x="4110989" y="3710939"/>
              <a:ext cx="10795" cy="140970"/>
            </a:xfrm>
            <a:custGeom>
              <a:avLst/>
              <a:gdLst/>
              <a:ahLst/>
              <a:cxnLst/>
              <a:rect l="l" t="t" r="r" b="b"/>
              <a:pathLst>
                <a:path w="10795" h="140970">
                  <a:moveTo>
                    <a:pt x="10667" y="0"/>
                  </a:moveTo>
                  <a:lnTo>
                    <a:pt x="9905" y="140970"/>
                  </a:lnTo>
                  <a:lnTo>
                    <a:pt x="0" y="1211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4120895" y="3832097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60" h="20320">
                  <a:moveTo>
                    <a:pt x="0" y="19812"/>
                  </a:moveTo>
                  <a:lnTo>
                    <a:pt x="99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4180331" y="3813048"/>
              <a:ext cx="107950" cy="70485"/>
            </a:xfrm>
            <a:custGeom>
              <a:avLst/>
              <a:gdLst/>
              <a:ahLst/>
              <a:cxnLst/>
              <a:rect l="l" t="t" r="r" b="b"/>
              <a:pathLst>
                <a:path w="107950" h="70485">
                  <a:moveTo>
                    <a:pt x="107441" y="0"/>
                  </a:moveTo>
                  <a:lnTo>
                    <a:pt x="107441" y="69342"/>
                  </a:lnTo>
                  <a:lnTo>
                    <a:pt x="0" y="70104"/>
                  </a:lnTo>
                  <a:lnTo>
                    <a:pt x="19049" y="60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4180332" y="3883151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60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9" name="object 519"/>
          <p:cNvSpPr txBox="1"/>
          <p:nvPr/>
        </p:nvSpPr>
        <p:spPr>
          <a:xfrm>
            <a:off x="3866388" y="3843338"/>
            <a:ext cx="510540" cy="41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BMDS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Data</a:t>
            </a:r>
            <a:r>
              <a:rPr dirty="0" sz="100">
                <a:latin typeface="Arial MT"/>
                <a:cs typeface="Arial MT"/>
              </a:rPr>
              <a:t>                </a:t>
            </a:r>
            <a:r>
              <a:rPr dirty="0" sz="100">
                <a:latin typeface="Arial MT"/>
                <a:cs typeface="Arial MT"/>
              </a:rPr>
              <a:t>Correlate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Tracks</a:t>
            </a:r>
            <a:r>
              <a:rPr dirty="0" sz="100">
                <a:latin typeface="Arial MT"/>
                <a:cs typeface="Arial MT"/>
              </a:rPr>
              <a:t>                 </a:t>
            </a:r>
            <a:r>
              <a:rPr dirty="0" sz="100" spc="-1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BMDS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Data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520" name="object 520"/>
          <p:cNvSpPr txBox="1"/>
          <p:nvPr/>
        </p:nvSpPr>
        <p:spPr>
          <a:xfrm>
            <a:off x="4086605" y="3573081"/>
            <a:ext cx="191135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2085">
              <a:lnSpc>
                <a:spcPts val="114"/>
              </a:lnSpc>
            </a:pPr>
            <a:r>
              <a:rPr dirty="0" sz="100">
                <a:latin typeface="Arial MT"/>
                <a:cs typeface="Arial MT"/>
              </a:rPr>
              <a:t>T</a:t>
            </a:r>
            <a:r>
              <a:rPr dirty="0" sz="100" spc="-100">
                <a:latin typeface="Arial MT"/>
                <a:cs typeface="Arial MT"/>
              </a:rPr>
              <a:t>r</a:t>
            </a:r>
            <a:r>
              <a:rPr dirty="0" sz="100">
                <a:latin typeface="Arial MT"/>
                <a:cs typeface="Arial MT"/>
              </a:rPr>
              <a:t>Tr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 marL="14541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F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ts val="105"/>
              </a:lnSpc>
            </a:pP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Data</a:t>
            </a:r>
            <a:r>
              <a:rPr dirty="0" sz="100">
                <a:latin typeface="Arial MT"/>
                <a:cs typeface="Arial MT"/>
              </a:rPr>
              <a:t>                            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baseline="27777" sz="150">
                <a:latin typeface="Arial MT"/>
                <a:cs typeface="Arial MT"/>
              </a:rPr>
              <a:t>Se</a:t>
            </a:r>
            <a:endParaRPr baseline="27777" sz="150">
              <a:latin typeface="Arial MT"/>
              <a:cs typeface="Arial MT"/>
            </a:endParaRPr>
          </a:p>
          <a:p>
            <a:pPr marL="175260">
              <a:lnSpc>
                <a:spcPts val="105"/>
              </a:lnSpc>
            </a:pPr>
            <a:r>
              <a:rPr dirty="0" sz="100">
                <a:latin typeface="Arial MT"/>
                <a:cs typeface="Arial MT"/>
              </a:rPr>
              <a:t>Fil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521" name="object 521"/>
          <p:cNvGrpSpPr/>
          <p:nvPr/>
        </p:nvGrpSpPr>
        <p:grpSpPr>
          <a:xfrm>
            <a:off x="4178935" y="3666109"/>
            <a:ext cx="125730" cy="91440"/>
            <a:chOff x="4178935" y="3666109"/>
            <a:chExt cx="125730" cy="91440"/>
          </a:xfrm>
        </p:grpSpPr>
        <p:sp>
          <p:nvSpPr>
            <p:cNvPr id="522" name="object 522"/>
            <p:cNvSpPr/>
            <p:nvPr/>
          </p:nvSpPr>
          <p:spPr>
            <a:xfrm>
              <a:off x="4179570" y="3666744"/>
              <a:ext cx="114300" cy="90170"/>
            </a:xfrm>
            <a:custGeom>
              <a:avLst/>
              <a:gdLst/>
              <a:ahLst/>
              <a:cxnLst/>
              <a:rect l="l" t="t" r="r" b="b"/>
              <a:pathLst>
                <a:path w="114300" h="90170">
                  <a:moveTo>
                    <a:pt x="0" y="0"/>
                  </a:moveTo>
                  <a:lnTo>
                    <a:pt x="114300" y="0"/>
                  </a:lnTo>
                  <a:lnTo>
                    <a:pt x="114300" y="89915"/>
                  </a:lnTo>
                  <a:lnTo>
                    <a:pt x="105155" y="708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4293870" y="3737610"/>
              <a:ext cx="10160" cy="19050"/>
            </a:xfrm>
            <a:custGeom>
              <a:avLst/>
              <a:gdLst/>
              <a:ahLst/>
              <a:cxnLst/>
              <a:rect l="l" t="t" r="r" b="b"/>
              <a:pathLst>
                <a:path w="10160" h="19050">
                  <a:moveTo>
                    <a:pt x="0" y="19050"/>
                  </a:moveTo>
                  <a:lnTo>
                    <a:pt x="99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4" name="object 524"/>
          <p:cNvSpPr txBox="1"/>
          <p:nvPr/>
        </p:nvSpPr>
        <p:spPr>
          <a:xfrm>
            <a:off x="4264874" y="3675698"/>
            <a:ext cx="92710" cy="41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ile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Request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525" name="object 525"/>
          <p:cNvSpPr txBox="1"/>
          <p:nvPr/>
        </p:nvSpPr>
        <p:spPr>
          <a:xfrm>
            <a:off x="3700271" y="3573081"/>
            <a:ext cx="455295" cy="121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"/>
              </a:lnSpc>
            </a:pPr>
            <a:r>
              <a:rPr dirty="0" sz="100">
                <a:latin typeface="Arial MT"/>
                <a:cs typeface="Arial MT"/>
              </a:rPr>
              <a:t>Networ</a:t>
            </a:r>
            <a:r>
              <a:rPr dirty="0" sz="100" spc="-390">
                <a:latin typeface="Arial MT"/>
                <a:cs typeface="Arial MT"/>
              </a:rPr>
              <a:t>k</a:t>
            </a:r>
            <a:r>
              <a:rPr dirty="0" sz="100">
                <a:latin typeface="Arial MT"/>
                <a:cs typeface="Arial MT"/>
              </a:rPr>
              <a:t>Network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Interfac</a:t>
            </a:r>
            <a:r>
              <a:rPr dirty="0" sz="100" spc="-415">
                <a:latin typeface="Arial MT"/>
                <a:cs typeface="Arial MT"/>
              </a:rPr>
              <a:t>e</a:t>
            </a:r>
            <a:r>
              <a:rPr dirty="0" sz="100">
                <a:latin typeface="Arial MT"/>
                <a:cs typeface="Arial MT"/>
              </a:rPr>
              <a:t>Interface</a:t>
            </a:r>
            <a:r>
              <a:rPr dirty="0" sz="100">
                <a:latin typeface="Arial MT"/>
                <a:cs typeface="Arial MT"/>
              </a:rPr>
              <a:t>          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</a:t>
            </a:r>
            <a:r>
              <a:rPr dirty="0" sz="100" spc="-265">
                <a:latin typeface="Arial MT"/>
                <a:cs typeface="Arial MT"/>
              </a:rPr>
              <a:t>k</a:t>
            </a: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Managemen</a:t>
            </a:r>
            <a:r>
              <a:rPr dirty="0" sz="100" spc="-620">
                <a:latin typeface="Arial MT"/>
                <a:cs typeface="Arial MT"/>
              </a:rPr>
              <a:t>t</a:t>
            </a:r>
            <a:r>
              <a:rPr dirty="0" sz="100">
                <a:latin typeface="Arial MT"/>
                <a:cs typeface="Arial MT"/>
              </a:rPr>
              <a:t>Management 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 spc="-15">
                <a:latin typeface="Arial MT"/>
                <a:cs typeface="Arial MT"/>
              </a:rPr>
              <a:t> </a:t>
            </a:r>
            <a:r>
              <a:rPr dirty="0" sz="100" spc="-50">
                <a:latin typeface="Arial MT"/>
                <a:cs typeface="Arial MT"/>
              </a:rPr>
              <a:t>ModuleModule</a:t>
            </a:r>
            <a:r>
              <a:rPr dirty="0" sz="100" spc="415">
                <a:latin typeface="Arial MT"/>
                <a:cs typeface="Arial MT"/>
              </a:rPr>
              <a:t> </a:t>
            </a:r>
            <a:r>
              <a:rPr dirty="0" sz="100" spc="-5">
                <a:latin typeface="Arial MT"/>
                <a:cs typeface="Arial MT"/>
              </a:rPr>
              <a:t>CorrelationCorrelation</a:t>
            </a:r>
            <a:r>
              <a:rPr dirty="0" sz="100">
                <a:latin typeface="Arial MT"/>
                <a:cs typeface="Arial MT"/>
              </a:rPr>
              <a:t> Mod</a:t>
            </a:r>
            <a:endParaRPr sz="100">
              <a:latin typeface="Arial MT"/>
              <a:cs typeface="Arial MT"/>
            </a:endParaRPr>
          </a:p>
          <a:p>
            <a:pPr marL="28575">
              <a:lnSpc>
                <a:spcPct val="100000"/>
              </a:lnSpc>
              <a:spcBef>
                <a:spcPts val="5"/>
              </a:spcBef>
            </a:pPr>
            <a:r>
              <a:rPr dirty="0" sz="100" spc="-5">
                <a:latin typeface="Arial MT"/>
                <a:cs typeface="Arial MT"/>
              </a:rPr>
              <a:t>ModuleModule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">
              <a:latin typeface="Arial MT"/>
              <a:cs typeface="Arial MT"/>
            </a:endParaRPr>
          </a:p>
          <a:p>
            <a:pPr marL="182245">
              <a:lnSpc>
                <a:spcPct val="100000"/>
              </a:lnSpc>
              <a:spcBef>
                <a:spcPts val="5"/>
              </a:spcBef>
              <a:tabLst>
                <a:tab pos="397510" algn="l"/>
              </a:tabLst>
            </a:pPr>
            <a:r>
              <a:rPr dirty="0" sz="100">
                <a:latin typeface="Arial MT"/>
                <a:cs typeface="Arial MT"/>
              </a:rPr>
              <a:t>Attempt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to</a:t>
            </a:r>
            <a:r>
              <a:rPr dirty="0" sz="100">
                <a:latin typeface="Arial MT"/>
                <a:cs typeface="Arial MT"/>
              </a:rPr>
              <a:t>	</a:t>
            </a:r>
            <a:r>
              <a:rPr dirty="0" baseline="27777" sz="150">
                <a:latin typeface="Arial MT"/>
                <a:cs typeface="Arial MT"/>
              </a:rPr>
              <a:t>Request</a:t>
            </a:r>
            <a:endParaRPr baseline="27777" sz="150">
              <a:latin typeface="Arial MT"/>
              <a:cs typeface="Arial MT"/>
            </a:endParaRPr>
          </a:p>
          <a:p>
            <a:pPr marL="176530" indent="-119380">
              <a:lnSpc>
                <a:spcPts val="130"/>
              </a:lnSpc>
              <a:tabLst>
                <a:tab pos="383540" algn="l"/>
              </a:tabLst>
            </a:pP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Data</a:t>
            </a:r>
            <a:r>
              <a:rPr dirty="0" sz="100">
                <a:latin typeface="Arial MT"/>
                <a:cs typeface="Arial MT"/>
              </a:rPr>
              <a:t>             </a:t>
            </a:r>
            <a:r>
              <a:rPr dirty="0" sz="100" spc="1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Correlate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with</a:t>
            </a:r>
            <a:r>
              <a:rPr dirty="0" sz="100">
                <a:latin typeface="Arial MT"/>
                <a:cs typeface="Arial MT"/>
              </a:rPr>
              <a:t>         </a:t>
            </a:r>
            <a:r>
              <a:rPr dirty="0" sz="100" spc="-15">
                <a:latin typeface="Arial MT"/>
                <a:cs typeface="Arial MT"/>
              </a:rPr>
              <a:t> </a:t>
            </a:r>
            <a:r>
              <a:rPr dirty="0" baseline="27777" sz="150">
                <a:latin typeface="Arial MT"/>
                <a:cs typeface="Arial MT"/>
              </a:rPr>
              <a:t>Track</a:t>
            </a:r>
            <a:r>
              <a:rPr dirty="0" baseline="27777" sz="150">
                <a:latin typeface="Arial MT"/>
                <a:cs typeface="Arial MT"/>
              </a:rPr>
              <a:t> </a:t>
            </a:r>
            <a:r>
              <a:rPr dirty="0" baseline="27777" sz="150">
                <a:latin typeface="Arial MT"/>
                <a:cs typeface="Arial MT"/>
              </a:rPr>
              <a:t>Data</a:t>
            </a:r>
            <a:r>
              <a:rPr dirty="0" baseline="27777" sz="150">
                <a:latin typeface="Arial MT"/>
                <a:cs typeface="Arial MT"/>
              </a:rPr>
              <a:t>          </a:t>
            </a:r>
            <a:r>
              <a:rPr dirty="0" baseline="27777" sz="150" spc="15">
                <a:latin typeface="Arial MT"/>
                <a:cs typeface="Arial MT"/>
              </a:rPr>
              <a:t> </a:t>
            </a:r>
            <a:r>
              <a:rPr dirty="0" baseline="27777" sz="150">
                <a:latin typeface="Arial MT"/>
                <a:cs typeface="Arial MT"/>
              </a:rPr>
              <a:t>Possible  </a:t>
            </a:r>
            <a:r>
              <a:rPr dirty="0" sz="100">
                <a:latin typeface="Arial MT"/>
                <a:cs typeface="Arial MT"/>
              </a:rPr>
              <a:t>BMDS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</a:t>
            </a:r>
            <a:r>
              <a:rPr dirty="0" sz="100">
                <a:latin typeface="Arial MT"/>
                <a:cs typeface="Arial MT"/>
              </a:rPr>
              <a:t>	</a:t>
            </a:r>
            <a:r>
              <a:rPr dirty="0" baseline="27777" sz="150">
                <a:latin typeface="Arial MT"/>
                <a:cs typeface="Arial MT"/>
              </a:rPr>
              <a:t>BMDS</a:t>
            </a:r>
            <a:r>
              <a:rPr dirty="0" baseline="27777" sz="150">
                <a:latin typeface="Arial MT"/>
                <a:cs typeface="Arial MT"/>
              </a:rPr>
              <a:t> </a:t>
            </a:r>
            <a:r>
              <a:rPr dirty="0" baseline="27777" sz="150">
                <a:latin typeface="Arial MT"/>
                <a:cs typeface="Arial MT"/>
              </a:rPr>
              <a:t>Trac</a:t>
            </a:r>
            <a:endParaRPr baseline="27777" sz="150">
              <a:latin typeface="Arial MT"/>
              <a:cs typeface="Arial MT"/>
            </a:endParaRPr>
          </a:p>
          <a:p>
            <a:pPr algn="r">
              <a:lnSpc>
                <a:spcPts val="70"/>
              </a:lnSpc>
            </a:pPr>
            <a:r>
              <a:rPr dirty="0" sz="100">
                <a:latin typeface="Arial MT"/>
                <a:cs typeface="Arial MT"/>
              </a:rPr>
              <a:t>File</a:t>
            </a:r>
            <a:r>
              <a:rPr dirty="0" sz="100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Matche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526" name="object 526"/>
          <p:cNvGrpSpPr/>
          <p:nvPr/>
        </p:nvGrpSpPr>
        <p:grpSpPr>
          <a:xfrm>
            <a:off x="3723259" y="3658489"/>
            <a:ext cx="342265" cy="20320"/>
            <a:chOff x="3723259" y="3658489"/>
            <a:chExt cx="342265" cy="20320"/>
          </a:xfrm>
        </p:grpSpPr>
        <p:sp>
          <p:nvSpPr>
            <p:cNvPr id="527" name="object 527"/>
            <p:cNvSpPr/>
            <p:nvPr/>
          </p:nvSpPr>
          <p:spPr>
            <a:xfrm>
              <a:off x="3970782" y="3669030"/>
              <a:ext cx="93980" cy="9525"/>
            </a:xfrm>
            <a:custGeom>
              <a:avLst/>
              <a:gdLst/>
              <a:ahLst/>
              <a:cxnLst/>
              <a:rect l="l" t="t" r="r" b="b"/>
              <a:pathLst>
                <a:path w="93979" h="9525">
                  <a:moveTo>
                    <a:pt x="0" y="0"/>
                  </a:moveTo>
                  <a:lnTo>
                    <a:pt x="93726" y="0"/>
                  </a:lnTo>
                  <a:lnTo>
                    <a:pt x="7467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4045458" y="3659124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60">
                  <a:moveTo>
                    <a:pt x="19050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3723894" y="3666744"/>
              <a:ext cx="133350" cy="11430"/>
            </a:xfrm>
            <a:custGeom>
              <a:avLst/>
              <a:gdLst/>
              <a:ahLst/>
              <a:cxnLst/>
              <a:rect l="l" t="t" r="r" b="b"/>
              <a:pathLst>
                <a:path w="133350" h="11429">
                  <a:moveTo>
                    <a:pt x="0" y="0"/>
                  </a:moveTo>
                  <a:lnTo>
                    <a:pt x="133350" y="2285"/>
                  </a:lnTo>
                  <a:lnTo>
                    <a:pt x="114300" y="114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3838194" y="3659124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60">
                  <a:moveTo>
                    <a:pt x="19050" y="9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1" name="object 531"/>
          <p:cNvGrpSpPr/>
          <p:nvPr/>
        </p:nvGrpSpPr>
        <p:grpSpPr>
          <a:xfrm>
            <a:off x="3645408" y="2038350"/>
            <a:ext cx="1200150" cy="2310765"/>
            <a:chOff x="3645408" y="2038350"/>
            <a:chExt cx="1200150" cy="2310765"/>
          </a:xfrm>
        </p:grpSpPr>
        <p:sp>
          <p:nvSpPr>
            <p:cNvPr id="532" name="object 532"/>
            <p:cNvSpPr/>
            <p:nvPr/>
          </p:nvSpPr>
          <p:spPr>
            <a:xfrm>
              <a:off x="3645408" y="3537203"/>
              <a:ext cx="933450" cy="811530"/>
            </a:xfrm>
            <a:custGeom>
              <a:avLst/>
              <a:gdLst/>
              <a:ahLst/>
              <a:cxnLst/>
              <a:rect l="l" t="t" r="r" b="b"/>
              <a:pathLst>
                <a:path w="933450" h="811529">
                  <a:moveTo>
                    <a:pt x="933450" y="811529"/>
                  </a:moveTo>
                  <a:lnTo>
                    <a:pt x="933450" y="0"/>
                  </a:lnTo>
                  <a:lnTo>
                    <a:pt x="0" y="0"/>
                  </a:lnTo>
                  <a:lnTo>
                    <a:pt x="0" y="811529"/>
                  </a:lnTo>
                  <a:lnTo>
                    <a:pt x="4571" y="811529"/>
                  </a:lnTo>
                  <a:lnTo>
                    <a:pt x="4571" y="9143"/>
                  </a:lnTo>
                  <a:lnTo>
                    <a:pt x="9143" y="4571"/>
                  </a:lnTo>
                  <a:lnTo>
                    <a:pt x="9143" y="9143"/>
                  </a:lnTo>
                  <a:lnTo>
                    <a:pt x="923543" y="9143"/>
                  </a:lnTo>
                  <a:lnTo>
                    <a:pt x="923543" y="4571"/>
                  </a:lnTo>
                  <a:lnTo>
                    <a:pt x="928877" y="9143"/>
                  </a:lnTo>
                  <a:lnTo>
                    <a:pt x="928877" y="811529"/>
                  </a:lnTo>
                  <a:lnTo>
                    <a:pt x="933450" y="811529"/>
                  </a:lnTo>
                  <a:close/>
                </a:path>
                <a:path w="933450" h="811529">
                  <a:moveTo>
                    <a:pt x="9143" y="9143"/>
                  </a:moveTo>
                  <a:lnTo>
                    <a:pt x="9143" y="4571"/>
                  </a:lnTo>
                  <a:lnTo>
                    <a:pt x="4571" y="9143"/>
                  </a:lnTo>
                  <a:lnTo>
                    <a:pt x="9143" y="9143"/>
                  </a:lnTo>
                  <a:close/>
                </a:path>
                <a:path w="933450" h="811529">
                  <a:moveTo>
                    <a:pt x="9143" y="801623"/>
                  </a:moveTo>
                  <a:lnTo>
                    <a:pt x="9143" y="9143"/>
                  </a:lnTo>
                  <a:lnTo>
                    <a:pt x="4571" y="9143"/>
                  </a:lnTo>
                  <a:lnTo>
                    <a:pt x="4571" y="801623"/>
                  </a:lnTo>
                  <a:lnTo>
                    <a:pt x="9143" y="801623"/>
                  </a:lnTo>
                  <a:close/>
                </a:path>
                <a:path w="933450" h="811529">
                  <a:moveTo>
                    <a:pt x="928877" y="801623"/>
                  </a:moveTo>
                  <a:lnTo>
                    <a:pt x="4571" y="801623"/>
                  </a:lnTo>
                  <a:lnTo>
                    <a:pt x="9143" y="806195"/>
                  </a:lnTo>
                  <a:lnTo>
                    <a:pt x="9143" y="811529"/>
                  </a:lnTo>
                  <a:lnTo>
                    <a:pt x="923543" y="811529"/>
                  </a:lnTo>
                  <a:lnTo>
                    <a:pt x="923543" y="806195"/>
                  </a:lnTo>
                  <a:lnTo>
                    <a:pt x="928877" y="801623"/>
                  </a:lnTo>
                  <a:close/>
                </a:path>
                <a:path w="933450" h="811529">
                  <a:moveTo>
                    <a:pt x="9143" y="811529"/>
                  </a:moveTo>
                  <a:lnTo>
                    <a:pt x="9143" y="806195"/>
                  </a:lnTo>
                  <a:lnTo>
                    <a:pt x="4571" y="801623"/>
                  </a:lnTo>
                  <a:lnTo>
                    <a:pt x="4571" y="811529"/>
                  </a:lnTo>
                  <a:lnTo>
                    <a:pt x="9143" y="811529"/>
                  </a:lnTo>
                  <a:close/>
                </a:path>
                <a:path w="933450" h="811529">
                  <a:moveTo>
                    <a:pt x="928877" y="9143"/>
                  </a:moveTo>
                  <a:lnTo>
                    <a:pt x="923543" y="4571"/>
                  </a:lnTo>
                  <a:lnTo>
                    <a:pt x="923543" y="9143"/>
                  </a:lnTo>
                  <a:lnTo>
                    <a:pt x="928877" y="9143"/>
                  </a:lnTo>
                  <a:close/>
                </a:path>
                <a:path w="933450" h="811529">
                  <a:moveTo>
                    <a:pt x="928877" y="801623"/>
                  </a:moveTo>
                  <a:lnTo>
                    <a:pt x="928877" y="9143"/>
                  </a:lnTo>
                  <a:lnTo>
                    <a:pt x="923543" y="9143"/>
                  </a:lnTo>
                  <a:lnTo>
                    <a:pt x="923543" y="801623"/>
                  </a:lnTo>
                  <a:lnTo>
                    <a:pt x="928877" y="801623"/>
                  </a:lnTo>
                  <a:close/>
                </a:path>
                <a:path w="933450" h="811529">
                  <a:moveTo>
                    <a:pt x="928877" y="811529"/>
                  </a:moveTo>
                  <a:lnTo>
                    <a:pt x="928877" y="801623"/>
                  </a:lnTo>
                  <a:lnTo>
                    <a:pt x="923543" y="806195"/>
                  </a:lnTo>
                  <a:lnTo>
                    <a:pt x="923543" y="811529"/>
                  </a:lnTo>
                  <a:lnTo>
                    <a:pt x="928877" y="8115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4021836" y="2038350"/>
              <a:ext cx="824230" cy="913130"/>
            </a:xfrm>
            <a:custGeom>
              <a:avLst/>
              <a:gdLst/>
              <a:ahLst/>
              <a:cxnLst/>
              <a:rect l="l" t="t" r="r" b="b"/>
              <a:pathLst>
                <a:path w="824229" h="913130">
                  <a:moveTo>
                    <a:pt x="823722" y="912876"/>
                  </a:moveTo>
                  <a:lnTo>
                    <a:pt x="823722" y="0"/>
                  </a:lnTo>
                  <a:lnTo>
                    <a:pt x="0" y="0"/>
                  </a:lnTo>
                  <a:lnTo>
                    <a:pt x="0" y="912876"/>
                  </a:lnTo>
                  <a:lnTo>
                    <a:pt x="823722" y="912876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4069080" y="2586227"/>
              <a:ext cx="146685" cy="174625"/>
            </a:xfrm>
            <a:custGeom>
              <a:avLst/>
              <a:gdLst/>
              <a:ahLst/>
              <a:cxnLst/>
              <a:rect l="l" t="t" r="r" b="b"/>
              <a:pathLst>
                <a:path w="146685" h="174625">
                  <a:moveTo>
                    <a:pt x="146303" y="174497"/>
                  </a:moveTo>
                  <a:lnTo>
                    <a:pt x="146303" y="0"/>
                  </a:lnTo>
                  <a:lnTo>
                    <a:pt x="0" y="0"/>
                  </a:lnTo>
                  <a:lnTo>
                    <a:pt x="0" y="174497"/>
                  </a:lnTo>
                  <a:lnTo>
                    <a:pt x="146303" y="174497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4069080" y="2586227"/>
              <a:ext cx="146685" cy="174625"/>
            </a:xfrm>
            <a:custGeom>
              <a:avLst/>
              <a:gdLst/>
              <a:ahLst/>
              <a:cxnLst/>
              <a:rect l="l" t="t" r="r" b="b"/>
              <a:pathLst>
                <a:path w="146685" h="174625">
                  <a:moveTo>
                    <a:pt x="146303" y="174497"/>
                  </a:moveTo>
                  <a:lnTo>
                    <a:pt x="146303" y="0"/>
                  </a:lnTo>
                  <a:lnTo>
                    <a:pt x="0" y="0"/>
                  </a:lnTo>
                  <a:lnTo>
                    <a:pt x="0" y="174497"/>
                  </a:lnTo>
                  <a:lnTo>
                    <a:pt x="146303" y="17449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6" name="object 536"/>
          <p:cNvSpPr txBox="1"/>
          <p:nvPr/>
        </p:nvSpPr>
        <p:spPr>
          <a:xfrm>
            <a:off x="4177379" y="2574605"/>
            <a:ext cx="45720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ng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37" name="object 537"/>
          <p:cNvGrpSpPr/>
          <p:nvPr/>
        </p:nvGrpSpPr>
        <p:grpSpPr>
          <a:xfrm>
            <a:off x="4073461" y="2190559"/>
            <a:ext cx="147955" cy="175895"/>
            <a:chOff x="4073461" y="2190559"/>
            <a:chExt cx="147955" cy="175895"/>
          </a:xfrm>
        </p:grpSpPr>
        <p:sp>
          <p:nvSpPr>
            <p:cNvPr id="538" name="object 538"/>
            <p:cNvSpPr/>
            <p:nvPr/>
          </p:nvSpPr>
          <p:spPr>
            <a:xfrm>
              <a:off x="4074413" y="2191512"/>
              <a:ext cx="146050" cy="173990"/>
            </a:xfrm>
            <a:custGeom>
              <a:avLst/>
              <a:gdLst/>
              <a:ahLst/>
              <a:cxnLst/>
              <a:rect l="l" t="t" r="r" b="b"/>
              <a:pathLst>
                <a:path w="146050" h="173989">
                  <a:moveTo>
                    <a:pt x="145541" y="173736"/>
                  </a:moveTo>
                  <a:lnTo>
                    <a:pt x="145541" y="0"/>
                  </a:lnTo>
                  <a:lnTo>
                    <a:pt x="0" y="0"/>
                  </a:lnTo>
                  <a:lnTo>
                    <a:pt x="0" y="173736"/>
                  </a:lnTo>
                  <a:lnTo>
                    <a:pt x="145541" y="173736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4074413" y="2191512"/>
              <a:ext cx="146050" cy="173990"/>
            </a:xfrm>
            <a:custGeom>
              <a:avLst/>
              <a:gdLst/>
              <a:ahLst/>
              <a:cxnLst/>
              <a:rect l="l" t="t" r="r" b="b"/>
              <a:pathLst>
                <a:path w="146050" h="173989">
                  <a:moveTo>
                    <a:pt x="145541" y="173736"/>
                  </a:moveTo>
                  <a:lnTo>
                    <a:pt x="145541" y="0"/>
                  </a:lnTo>
                  <a:lnTo>
                    <a:pt x="0" y="0"/>
                  </a:lnTo>
                  <a:lnTo>
                    <a:pt x="0" y="173736"/>
                  </a:lnTo>
                  <a:lnTo>
                    <a:pt x="145541" y="173736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0" name="object 540"/>
          <p:cNvSpPr txBox="1"/>
          <p:nvPr/>
        </p:nvSpPr>
        <p:spPr>
          <a:xfrm>
            <a:off x="4182713" y="2179126"/>
            <a:ext cx="45720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ng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41" name="object 541"/>
          <p:cNvGrpSpPr/>
          <p:nvPr/>
        </p:nvGrpSpPr>
        <p:grpSpPr>
          <a:xfrm>
            <a:off x="4621339" y="2607373"/>
            <a:ext cx="107950" cy="190500"/>
            <a:chOff x="4621339" y="2607373"/>
            <a:chExt cx="107950" cy="190500"/>
          </a:xfrm>
        </p:grpSpPr>
        <p:sp>
          <p:nvSpPr>
            <p:cNvPr id="542" name="object 542"/>
            <p:cNvSpPr/>
            <p:nvPr/>
          </p:nvSpPr>
          <p:spPr>
            <a:xfrm>
              <a:off x="4622292" y="2608325"/>
              <a:ext cx="106045" cy="188595"/>
            </a:xfrm>
            <a:custGeom>
              <a:avLst/>
              <a:gdLst/>
              <a:ahLst/>
              <a:cxnLst/>
              <a:rect l="l" t="t" r="r" b="b"/>
              <a:pathLst>
                <a:path w="106045" h="188594">
                  <a:moveTo>
                    <a:pt x="105917" y="188213"/>
                  </a:moveTo>
                  <a:lnTo>
                    <a:pt x="105917" y="0"/>
                  </a:lnTo>
                  <a:lnTo>
                    <a:pt x="0" y="0"/>
                  </a:lnTo>
                  <a:lnTo>
                    <a:pt x="0" y="188213"/>
                  </a:lnTo>
                  <a:lnTo>
                    <a:pt x="105917" y="188213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4622292" y="2608325"/>
              <a:ext cx="106045" cy="188595"/>
            </a:xfrm>
            <a:custGeom>
              <a:avLst/>
              <a:gdLst/>
              <a:ahLst/>
              <a:cxnLst/>
              <a:rect l="l" t="t" r="r" b="b"/>
              <a:pathLst>
                <a:path w="106045" h="188594">
                  <a:moveTo>
                    <a:pt x="105917" y="188213"/>
                  </a:moveTo>
                  <a:lnTo>
                    <a:pt x="105917" y="0"/>
                  </a:lnTo>
                  <a:lnTo>
                    <a:pt x="0" y="0"/>
                  </a:lnTo>
                  <a:lnTo>
                    <a:pt x="0" y="188213"/>
                  </a:lnTo>
                  <a:lnTo>
                    <a:pt x="105917" y="188213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4" name="object 544"/>
          <p:cNvSpPr txBox="1"/>
          <p:nvPr/>
        </p:nvSpPr>
        <p:spPr>
          <a:xfrm>
            <a:off x="4642358" y="2595940"/>
            <a:ext cx="69850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10">
                <a:latin typeface="Arial MT"/>
                <a:cs typeface="Arial MT"/>
              </a:rPr>
              <a:t>TCIM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45" name="object 545"/>
          <p:cNvGrpSpPr/>
          <p:nvPr/>
        </p:nvGrpSpPr>
        <p:grpSpPr>
          <a:xfrm>
            <a:off x="4587811" y="2496883"/>
            <a:ext cx="156845" cy="69850"/>
            <a:chOff x="4587811" y="2496883"/>
            <a:chExt cx="156845" cy="69850"/>
          </a:xfrm>
        </p:grpSpPr>
        <p:sp>
          <p:nvSpPr>
            <p:cNvPr id="546" name="object 546"/>
            <p:cNvSpPr/>
            <p:nvPr/>
          </p:nvSpPr>
          <p:spPr>
            <a:xfrm>
              <a:off x="4588763" y="2497835"/>
              <a:ext cx="154940" cy="67945"/>
            </a:xfrm>
            <a:custGeom>
              <a:avLst/>
              <a:gdLst/>
              <a:ahLst/>
              <a:cxnLst/>
              <a:rect l="l" t="t" r="r" b="b"/>
              <a:pathLst>
                <a:path w="154939" h="67944">
                  <a:moveTo>
                    <a:pt x="154686" y="67818"/>
                  </a:moveTo>
                  <a:lnTo>
                    <a:pt x="154686" y="0"/>
                  </a:lnTo>
                  <a:lnTo>
                    <a:pt x="0" y="0"/>
                  </a:lnTo>
                  <a:lnTo>
                    <a:pt x="0" y="67818"/>
                  </a:lnTo>
                  <a:lnTo>
                    <a:pt x="154686" y="67818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4588763" y="2497835"/>
              <a:ext cx="154940" cy="67945"/>
            </a:xfrm>
            <a:custGeom>
              <a:avLst/>
              <a:gdLst/>
              <a:ahLst/>
              <a:cxnLst/>
              <a:rect l="l" t="t" r="r" b="b"/>
              <a:pathLst>
                <a:path w="154939" h="67944">
                  <a:moveTo>
                    <a:pt x="154686" y="67818"/>
                  </a:moveTo>
                  <a:lnTo>
                    <a:pt x="154686" y="0"/>
                  </a:lnTo>
                  <a:lnTo>
                    <a:pt x="0" y="0"/>
                  </a:lnTo>
                  <a:lnTo>
                    <a:pt x="0" y="67818"/>
                  </a:lnTo>
                  <a:lnTo>
                    <a:pt x="154686" y="67818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8" name="object 548"/>
          <p:cNvSpPr txBox="1"/>
          <p:nvPr/>
        </p:nvSpPr>
        <p:spPr>
          <a:xfrm>
            <a:off x="4582154" y="2486212"/>
            <a:ext cx="174625" cy="90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 marL="12065" marR="5080" indent="-5080">
              <a:lnSpc>
                <a:spcPct val="95000"/>
              </a:lnSpc>
            </a:pPr>
            <a:r>
              <a:rPr dirty="0" sz="150" spc="-5">
                <a:latin typeface="Arial MT"/>
                <a:cs typeface="Arial MT"/>
              </a:rPr>
              <a:t>Voice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Comm  Hardware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includes  </a:t>
            </a:r>
            <a:r>
              <a:rPr dirty="0" sz="150" spc="-10">
                <a:latin typeface="Arial MT"/>
                <a:cs typeface="Arial MT"/>
              </a:rPr>
              <a:t>MSE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49" name="object 549"/>
          <p:cNvGrpSpPr/>
          <p:nvPr/>
        </p:nvGrpSpPr>
        <p:grpSpPr>
          <a:xfrm>
            <a:off x="4569523" y="2089975"/>
            <a:ext cx="156845" cy="69215"/>
            <a:chOff x="4569523" y="2089975"/>
            <a:chExt cx="156845" cy="69215"/>
          </a:xfrm>
        </p:grpSpPr>
        <p:sp>
          <p:nvSpPr>
            <p:cNvPr id="550" name="object 550"/>
            <p:cNvSpPr/>
            <p:nvPr/>
          </p:nvSpPr>
          <p:spPr>
            <a:xfrm>
              <a:off x="4570475" y="2090928"/>
              <a:ext cx="154940" cy="67310"/>
            </a:xfrm>
            <a:custGeom>
              <a:avLst/>
              <a:gdLst/>
              <a:ahLst/>
              <a:cxnLst/>
              <a:rect l="l" t="t" r="r" b="b"/>
              <a:pathLst>
                <a:path w="154939" h="67310">
                  <a:moveTo>
                    <a:pt x="154686" y="67055"/>
                  </a:moveTo>
                  <a:lnTo>
                    <a:pt x="154686" y="0"/>
                  </a:lnTo>
                  <a:lnTo>
                    <a:pt x="0" y="0"/>
                  </a:lnTo>
                  <a:lnTo>
                    <a:pt x="0" y="67055"/>
                  </a:lnTo>
                  <a:lnTo>
                    <a:pt x="154686" y="67055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4570475" y="2090928"/>
              <a:ext cx="154940" cy="67310"/>
            </a:xfrm>
            <a:custGeom>
              <a:avLst/>
              <a:gdLst/>
              <a:ahLst/>
              <a:cxnLst/>
              <a:rect l="l" t="t" r="r" b="b"/>
              <a:pathLst>
                <a:path w="154939" h="67310">
                  <a:moveTo>
                    <a:pt x="154686" y="67055"/>
                  </a:moveTo>
                  <a:lnTo>
                    <a:pt x="154686" y="0"/>
                  </a:lnTo>
                  <a:lnTo>
                    <a:pt x="0" y="0"/>
                  </a:lnTo>
                  <a:lnTo>
                    <a:pt x="0" y="67055"/>
                  </a:lnTo>
                  <a:lnTo>
                    <a:pt x="154686" y="67055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2" name="object 552"/>
          <p:cNvSpPr txBox="1"/>
          <p:nvPr/>
        </p:nvSpPr>
        <p:spPr>
          <a:xfrm>
            <a:off x="4564628" y="2100631"/>
            <a:ext cx="174625" cy="69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63500" marR="5080" indent="-51435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Hardware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includes  </a:t>
            </a:r>
            <a:r>
              <a:rPr dirty="0" sz="150" spc="-10">
                <a:latin typeface="Arial MT"/>
                <a:cs typeface="Arial MT"/>
              </a:rPr>
              <a:t>MSE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53" name="object 553"/>
          <p:cNvGrpSpPr/>
          <p:nvPr/>
        </p:nvGrpSpPr>
        <p:grpSpPr>
          <a:xfrm>
            <a:off x="4064317" y="2489263"/>
            <a:ext cx="161925" cy="64769"/>
            <a:chOff x="4064317" y="2489263"/>
            <a:chExt cx="161925" cy="64769"/>
          </a:xfrm>
        </p:grpSpPr>
        <p:sp>
          <p:nvSpPr>
            <p:cNvPr id="554" name="object 554"/>
            <p:cNvSpPr/>
            <p:nvPr/>
          </p:nvSpPr>
          <p:spPr>
            <a:xfrm>
              <a:off x="4065269" y="2490216"/>
              <a:ext cx="160020" cy="62865"/>
            </a:xfrm>
            <a:custGeom>
              <a:avLst/>
              <a:gdLst/>
              <a:ahLst/>
              <a:cxnLst/>
              <a:rect l="l" t="t" r="r" b="b"/>
              <a:pathLst>
                <a:path w="160020" h="62864">
                  <a:moveTo>
                    <a:pt x="160020" y="62483"/>
                  </a:moveTo>
                  <a:lnTo>
                    <a:pt x="160020" y="0"/>
                  </a:lnTo>
                  <a:lnTo>
                    <a:pt x="0" y="0"/>
                  </a:lnTo>
                  <a:lnTo>
                    <a:pt x="0" y="62483"/>
                  </a:lnTo>
                  <a:lnTo>
                    <a:pt x="160020" y="62483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4065269" y="2490216"/>
              <a:ext cx="160020" cy="62865"/>
            </a:xfrm>
            <a:custGeom>
              <a:avLst/>
              <a:gdLst/>
              <a:ahLst/>
              <a:cxnLst/>
              <a:rect l="l" t="t" r="r" b="b"/>
              <a:pathLst>
                <a:path w="160020" h="62864">
                  <a:moveTo>
                    <a:pt x="160020" y="62483"/>
                  </a:moveTo>
                  <a:lnTo>
                    <a:pt x="160020" y="0"/>
                  </a:lnTo>
                  <a:lnTo>
                    <a:pt x="0" y="0"/>
                  </a:lnTo>
                  <a:lnTo>
                    <a:pt x="0" y="62483"/>
                  </a:lnTo>
                  <a:lnTo>
                    <a:pt x="160020" y="62483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6" name="object 556"/>
          <p:cNvSpPr txBox="1"/>
          <p:nvPr/>
        </p:nvSpPr>
        <p:spPr>
          <a:xfrm>
            <a:off x="4181708" y="2477830"/>
            <a:ext cx="54610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ace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57" name="object 557"/>
          <p:cNvGrpSpPr/>
          <p:nvPr/>
        </p:nvGrpSpPr>
        <p:grpSpPr>
          <a:xfrm>
            <a:off x="4068127" y="2093785"/>
            <a:ext cx="161925" cy="64769"/>
            <a:chOff x="4068127" y="2093785"/>
            <a:chExt cx="161925" cy="64769"/>
          </a:xfrm>
        </p:grpSpPr>
        <p:sp>
          <p:nvSpPr>
            <p:cNvPr id="558" name="object 558"/>
            <p:cNvSpPr/>
            <p:nvPr/>
          </p:nvSpPr>
          <p:spPr>
            <a:xfrm>
              <a:off x="4069080" y="2094738"/>
              <a:ext cx="160020" cy="62865"/>
            </a:xfrm>
            <a:custGeom>
              <a:avLst/>
              <a:gdLst/>
              <a:ahLst/>
              <a:cxnLst/>
              <a:rect l="l" t="t" r="r" b="b"/>
              <a:pathLst>
                <a:path w="160020" h="62864">
                  <a:moveTo>
                    <a:pt x="160020" y="62483"/>
                  </a:moveTo>
                  <a:lnTo>
                    <a:pt x="160020" y="0"/>
                  </a:lnTo>
                  <a:lnTo>
                    <a:pt x="0" y="0"/>
                  </a:lnTo>
                  <a:lnTo>
                    <a:pt x="0" y="62483"/>
                  </a:lnTo>
                  <a:lnTo>
                    <a:pt x="160020" y="62483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4069080" y="2094738"/>
              <a:ext cx="160020" cy="62865"/>
            </a:xfrm>
            <a:custGeom>
              <a:avLst/>
              <a:gdLst/>
              <a:ahLst/>
              <a:cxnLst/>
              <a:rect l="l" t="t" r="r" b="b"/>
              <a:pathLst>
                <a:path w="160020" h="62864">
                  <a:moveTo>
                    <a:pt x="160020" y="62483"/>
                  </a:moveTo>
                  <a:lnTo>
                    <a:pt x="160020" y="0"/>
                  </a:lnTo>
                  <a:lnTo>
                    <a:pt x="0" y="0"/>
                  </a:lnTo>
                  <a:lnTo>
                    <a:pt x="0" y="62483"/>
                  </a:lnTo>
                  <a:lnTo>
                    <a:pt x="160020" y="62483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0" name="object 560"/>
          <p:cNvSpPr txBox="1"/>
          <p:nvPr/>
        </p:nvSpPr>
        <p:spPr>
          <a:xfrm>
            <a:off x="4185518" y="2083114"/>
            <a:ext cx="54610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ace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61" name="object 561"/>
          <p:cNvGrpSpPr/>
          <p:nvPr/>
        </p:nvGrpSpPr>
        <p:grpSpPr>
          <a:xfrm>
            <a:off x="4076509" y="2813113"/>
            <a:ext cx="127635" cy="71755"/>
            <a:chOff x="4076509" y="2813113"/>
            <a:chExt cx="127635" cy="71755"/>
          </a:xfrm>
        </p:grpSpPr>
        <p:sp>
          <p:nvSpPr>
            <p:cNvPr id="562" name="object 562"/>
            <p:cNvSpPr/>
            <p:nvPr/>
          </p:nvSpPr>
          <p:spPr>
            <a:xfrm>
              <a:off x="4077461" y="2814066"/>
              <a:ext cx="125730" cy="69850"/>
            </a:xfrm>
            <a:custGeom>
              <a:avLst/>
              <a:gdLst/>
              <a:ahLst/>
              <a:cxnLst/>
              <a:rect l="l" t="t" r="r" b="b"/>
              <a:pathLst>
                <a:path w="125729" h="69850">
                  <a:moveTo>
                    <a:pt x="125729" y="69341"/>
                  </a:moveTo>
                  <a:lnTo>
                    <a:pt x="125729" y="0"/>
                  </a:lnTo>
                  <a:lnTo>
                    <a:pt x="0" y="0"/>
                  </a:lnTo>
                  <a:lnTo>
                    <a:pt x="0" y="69341"/>
                  </a:lnTo>
                  <a:lnTo>
                    <a:pt x="125729" y="69341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4077461" y="2814066"/>
              <a:ext cx="125730" cy="69850"/>
            </a:xfrm>
            <a:custGeom>
              <a:avLst/>
              <a:gdLst/>
              <a:ahLst/>
              <a:cxnLst/>
              <a:rect l="l" t="t" r="r" b="b"/>
              <a:pathLst>
                <a:path w="125729" h="69850">
                  <a:moveTo>
                    <a:pt x="125729" y="69341"/>
                  </a:moveTo>
                  <a:lnTo>
                    <a:pt x="125729" y="0"/>
                  </a:lnTo>
                  <a:lnTo>
                    <a:pt x="0" y="0"/>
                  </a:lnTo>
                  <a:lnTo>
                    <a:pt x="0" y="69341"/>
                  </a:lnTo>
                  <a:lnTo>
                    <a:pt x="125729" y="69341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4" name="object 564"/>
          <p:cNvSpPr txBox="1"/>
          <p:nvPr/>
        </p:nvSpPr>
        <p:spPr>
          <a:xfrm>
            <a:off x="4077461" y="2814066"/>
            <a:ext cx="125730" cy="6985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905" indent="16510">
              <a:lnSpc>
                <a:spcPts val="170"/>
              </a:lnSpc>
              <a:spcBef>
                <a:spcPts val="5"/>
              </a:spcBef>
            </a:pPr>
            <a:r>
              <a:rPr dirty="0" sz="150" spc="-5">
                <a:latin typeface="Arial MT"/>
                <a:cs typeface="Arial MT"/>
              </a:rPr>
              <a:t>Force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Level  Control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System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65" name="object 565"/>
          <p:cNvGrpSpPr/>
          <p:nvPr/>
        </p:nvGrpSpPr>
        <p:grpSpPr>
          <a:xfrm>
            <a:off x="4326445" y="2119693"/>
            <a:ext cx="394335" cy="455295"/>
            <a:chOff x="4326445" y="2119693"/>
            <a:chExt cx="394335" cy="455295"/>
          </a:xfrm>
        </p:grpSpPr>
        <p:sp>
          <p:nvSpPr>
            <p:cNvPr id="566" name="object 566"/>
            <p:cNvSpPr/>
            <p:nvPr/>
          </p:nvSpPr>
          <p:spPr>
            <a:xfrm>
              <a:off x="4593336" y="2334767"/>
              <a:ext cx="127000" cy="70485"/>
            </a:xfrm>
            <a:custGeom>
              <a:avLst/>
              <a:gdLst/>
              <a:ahLst/>
              <a:cxnLst/>
              <a:rect l="l" t="t" r="r" b="b"/>
              <a:pathLst>
                <a:path w="127000" h="70485">
                  <a:moveTo>
                    <a:pt x="126491" y="70104"/>
                  </a:moveTo>
                  <a:lnTo>
                    <a:pt x="126491" y="0"/>
                  </a:lnTo>
                  <a:lnTo>
                    <a:pt x="0" y="0"/>
                  </a:lnTo>
                  <a:lnTo>
                    <a:pt x="0" y="70104"/>
                  </a:lnTo>
                  <a:lnTo>
                    <a:pt x="126491" y="7010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4593336" y="2334767"/>
              <a:ext cx="127000" cy="70485"/>
            </a:xfrm>
            <a:custGeom>
              <a:avLst/>
              <a:gdLst/>
              <a:ahLst/>
              <a:cxnLst/>
              <a:rect l="l" t="t" r="r" b="b"/>
              <a:pathLst>
                <a:path w="127000" h="70485">
                  <a:moveTo>
                    <a:pt x="126491" y="70104"/>
                  </a:moveTo>
                  <a:lnTo>
                    <a:pt x="126491" y="0"/>
                  </a:lnTo>
                  <a:lnTo>
                    <a:pt x="0" y="0"/>
                  </a:lnTo>
                  <a:lnTo>
                    <a:pt x="0" y="70104"/>
                  </a:lnTo>
                  <a:lnTo>
                    <a:pt x="126491" y="70104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4327398" y="2518409"/>
              <a:ext cx="158115" cy="55880"/>
            </a:xfrm>
            <a:custGeom>
              <a:avLst/>
              <a:gdLst/>
              <a:ahLst/>
              <a:cxnLst/>
              <a:rect l="l" t="t" r="r" b="b"/>
              <a:pathLst>
                <a:path w="158114" h="55880">
                  <a:moveTo>
                    <a:pt x="157734" y="55626"/>
                  </a:moveTo>
                  <a:lnTo>
                    <a:pt x="157734" y="0"/>
                  </a:lnTo>
                  <a:lnTo>
                    <a:pt x="0" y="0"/>
                  </a:lnTo>
                  <a:lnTo>
                    <a:pt x="0" y="55626"/>
                  </a:lnTo>
                  <a:lnTo>
                    <a:pt x="157734" y="55626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4327398" y="2518409"/>
              <a:ext cx="158115" cy="55880"/>
            </a:xfrm>
            <a:custGeom>
              <a:avLst/>
              <a:gdLst/>
              <a:ahLst/>
              <a:cxnLst/>
              <a:rect l="l" t="t" r="r" b="b"/>
              <a:pathLst>
                <a:path w="158114" h="55880">
                  <a:moveTo>
                    <a:pt x="157734" y="55626"/>
                  </a:moveTo>
                  <a:lnTo>
                    <a:pt x="157734" y="0"/>
                  </a:lnTo>
                  <a:lnTo>
                    <a:pt x="0" y="0"/>
                  </a:lnTo>
                  <a:lnTo>
                    <a:pt x="0" y="55626"/>
                  </a:lnTo>
                  <a:lnTo>
                    <a:pt x="157734" y="55626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4330446" y="2120645"/>
              <a:ext cx="157480" cy="55880"/>
            </a:xfrm>
            <a:custGeom>
              <a:avLst/>
              <a:gdLst/>
              <a:ahLst/>
              <a:cxnLst/>
              <a:rect l="l" t="t" r="r" b="b"/>
              <a:pathLst>
                <a:path w="157479" h="55880">
                  <a:moveTo>
                    <a:pt x="156972" y="55625"/>
                  </a:moveTo>
                  <a:lnTo>
                    <a:pt x="156972" y="0"/>
                  </a:lnTo>
                  <a:lnTo>
                    <a:pt x="0" y="0"/>
                  </a:lnTo>
                  <a:lnTo>
                    <a:pt x="0" y="55625"/>
                  </a:lnTo>
                  <a:lnTo>
                    <a:pt x="156972" y="55625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4330446" y="2120645"/>
              <a:ext cx="157480" cy="55880"/>
            </a:xfrm>
            <a:custGeom>
              <a:avLst/>
              <a:gdLst/>
              <a:ahLst/>
              <a:cxnLst/>
              <a:rect l="l" t="t" r="r" b="b"/>
              <a:pathLst>
                <a:path w="157479" h="55880">
                  <a:moveTo>
                    <a:pt x="156972" y="55625"/>
                  </a:moveTo>
                  <a:lnTo>
                    <a:pt x="156972" y="0"/>
                  </a:lnTo>
                  <a:lnTo>
                    <a:pt x="0" y="0"/>
                  </a:lnTo>
                  <a:lnTo>
                    <a:pt x="0" y="55625"/>
                  </a:lnTo>
                  <a:lnTo>
                    <a:pt x="156972" y="55625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2" name="object 572"/>
          <p:cNvSpPr txBox="1"/>
          <p:nvPr/>
        </p:nvSpPr>
        <p:spPr>
          <a:xfrm>
            <a:off x="4327652" y="2108261"/>
            <a:ext cx="170815" cy="69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0320" marR="5080" indent="-762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Generation  and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Distribution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73" name="object 573"/>
          <p:cNvGrpSpPr/>
          <p:nvPr/>
        </p:nvGrpSpPr>
        <p:grpSpPr>
          <a:xfrm>
            <a:off x="4320349" y="2749867"/>
            <a:ext cx="194310" cy="47625"/>
            <a:chOff x="4320349" y="2749867"/>
            <a:chExt cx="194310" cy="47625"/>
          </a:xfrm>
        </p:grpSpPr>
        <p:sp>
          <p:nvSpPr>
            <p:cNvPr id="574" name="object 574"/>
            <p:cNvSpPr/>
            <p:nvPr/>
          </p:nvSpPr>
          <p:spPr>
            <a:xfrm>
              <a:off x="4321301" y="2750819"/>
              <a:ext cx="192405" cy="45720"/>
            </a:xfrm>
            <a:custGeom>
              <a:avLst/>
              <a:gdLst/>
              <a:ahLst/>
              <a:cxnLst/>
              <a:rect l="l" t="t" r="r" b="b"/>
              <a:pathLst>
                <a:path w="192404" h="45719">
                  <a:moveTo>
                    <a:pt x="192024" y="45720"/>
                  </a:moveTo>
                  <a:lnTo>
                    <a:pt x="192024" y="0"/>
                  </a:lnTo>
                  <a:lnTo>
                    <a:pt x="0" y="0"/>
                  </a:lnTo>
                  <a:lnTo>
                    <a:pt x="0" y="45720"/>
                  </a:lnTo>
                  <a:lnTo>
                    <a:pt x="192024" y="4572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4321301" y="2750819"/>
              <a:ext cx="192405" cy="45720"/>
            </a:xfrm>
            <a:custGeom>
              <a:avLst/>
              <a:gdLst/>
              <a:ahLst/>
              <a:cxnLst/>
              <a:rect l="l" t="t" r="r" b="b"/>
              <a:pathLst>
                <a:path w="192404" h="45719">
                  <a:moveTo>
                    <a:pt x="192024" y="45720"/>
                  </a:moveTo>
                  <a:lnTo>
                    <a:pt x="192024" y="0"/>
                  </a:lnTo>
                  <a:lnTo>
                    <a:pt x="0" y="0"/>
                  </a:lnTo>
                  <a:lnTo>
                    <a:pt x="0" y="45720"/>
                  </a:lnTo>
                  <a:lnTo>
                    <a:pt x="192024" y="45720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6" name="object 576"/>
          <p:cNvSpPr txBox="1"/>
          <p:nvPr/>
        </p:nvSpPr>
        <p:spPr>
          <a:xfrm>
            <a:off x="4323841" y="2739196"/>
            <a:ext cx="191770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10">
                <a:latin typeface="Arial MT"/>
                <a:cs typeface="Arial MT"/>
              </a:rPr>
              <a:t>EPLRS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or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10">
                <a:latin typeface="Arial MT"/>
                <a:cs typeface="Arial MT"/>
              </a:rPr>
              <a:t>SINGARS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577" name="object 577"/>
          <p:cNvSpPr txBox="1"/>
          <p:nvPr/>
        </p:nvSpPr>
        <p:spPr>
          <a:xfrm>
            <a:off x="4371847" y="2760530"/>
            <a:ext cx="95885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Terminal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78" name="object 578"/>
          <p:cNvGrpSpPr/>
          <p:nvPr/>
        </p:nvGrpSpPr>
        <p:grpSpPr>
          <a:xfrm>
            <a:off x="4307395" y="2333053"/>
            <a:ext cx="194310" cy="46990"/>
            <a:chOff x="4307395" y="2333053"/>
            <a:chExt cx="194310" cy="46990"/>
          </a:xfrm>
        </p:grpSpPr>
        <p:sp>
          <p:nvSpPr>
            <p:cNvPr id="579" name="object 579"/>
            <p:cNvSpPr/>
            <p:nvPr/>
          </p:nvSpPr>
          <p:spPr>
            <a:xfrm>
              <a:off x="4308348" y="2334006"/>
              <a:ext cx="192405" cy="45085"/>
            </a:xfrm>
            <a:custGeom>
              <a:avLst/>
              <a:gdLst/>
              <a:ahLst/>
              <a:cxnLst/>
              <a:rect l="l" t="t" r="r" b="b"/>
              <a:pathLst>
                <a:path w="192404" h="45085">
                  <a:moveTo>
                    <a:pt x="192024" y="44957"/>
                  </a:moveTo>
                  <a:lnTo>
                    <a:pt x="192024" y="0"/>
                  </a:lnTo>
                  <a:lnTo>
                    <a:pt x="0" y="0"/>
                  </a:lnTo>
                  <a:lnTo>
                    <a:pt x="0" y="44957"/>
                  </a:lnTo>
                  <a:lnTo>
                    <a:pt x="192024" y="44957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4308348" y="2334006"/>
              <a:ext cx="192405" cy="45085"/>
            </a:xfrm>
            <a:custGeom>
              <a:avLst/>
              <a:gdLst/>
              <a:ahLst/>
              <a:cxnLst/>
              <a:rect l="l" t="t" r="r" b="b"/>
              <a:pathLst>
                <a:path w="192404" h="45085">
                  <a:moveTo>
                    <a:pt x="192024" y="44957"/>
                  </a:moveTo>
                  <a:lnTo>
                    <a:pt x="192024" y="0"/>
                  </a:lnTo>
                  <a:lnTo>
                    <a:pt x="0" y="0"/>
                  </a:lnTo>
                  <a:lnTo>
                    <a:pt x="0" y="44957"/>
                  </a:lnTo>
                  <a:lnTo>
                    <a:pt x="192024" y="4495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1" name="object 581"/>
          <p:cNvSpPr txBox="1"/>
          <p:nvPr/>
        </p:nvSpPr>
        <p:spPr>
          <a:xfrm>
            <a:off x="4310888" y="2321620"/>
            <a:ext cx="191770" cy="69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ts val="175"/>
              </a:lnSpc>
            </a:pPr>
            <a:r>
              <a:rPr dirty="0" sz="150" spc="-10">
                <a:latin typeface="Arial MT"/>
                <a:cs typeface="Arial MT"/>
              </a:rPr>
              <a:t>EPLRS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or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10">
                <a:latin typeface="Arial MT"/>
                <a:cs typeface="Arial MT"/>
              </a:rPr>
              <a:t>SINGARS</a:t>
            </a:r>
            <a:endParaRPr sz="150">
              <a:latin typeface="Arial MT"/>
              <a:cs typeface="Arial MT"/>
            </a:endParaRPr>
          </a:p>
          <a:p>
            <a:pPr marL="60325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Terminal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82" name="object 582"/>
          <p:cNvGrpSpPr/>
          <p:nvPr/>
        </p:nvGrpSpPr>
        <p:grpSpPr>
          <a:xfrm>
            <a:off x="4357687" y="2650045"/>
            <a:ext cx="121285" cy="57785"/>
            <a:chOff x="4357687" y="2650045"/>
            <a:chExt cx="121285" cy="57785"/>
          </a:xfrm>
        </p:grpSpPr>
        <p:sp>
          <p:nvSpPr>
            <p:cNvPr id="583" name="object 583"/>
            <p:cNvSpPr/>
            <p:nvPr/>
          </p:nvSpPr>
          <p:spPr>
            <a:xfrm>
              <a:off x="4358640" y="2650997"/>
              <a:ext cx="119380" cy="55880"/>
            </a:xfrm>
            <a:custGeom>
              <a:avLst/>
              <a:gdLst/>
              <a:ahLst/>
              <a:cxnLst/>
              <a:rect l="l" t="t" r="r" b="b"/>
              <a:pathLst>
                <a:path w="119379" h="55880">
                  <a:moveTo>
                    <a:pt x="118872" y="55625"/>
                  </a:moveTo>
                  <a:lnTo>
                    <a:pt x="118872" y="0"/>
                  </a:lnTo>
                  <a:lnTo>
                    <a:pt x="0" y="0"/>
                  </a:lnTo>
                  <a:lnTo>
                    <a:pt x="0" y="55625"/>
                  </a:lnTo>
                  <a:lnTo>
                    <a:pt x="118872" y="55625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4358640" y="2650997"/>
              <a:ext cx="119380" cy="55880"/>
            </a:xfrm>
            <a:custGeom>
              <a:avLst/>
              <a:gdLst/>
              <a:ahLst/>
              <a:cxnLst/>
              <a:rect l="l" t="t" r="r" b="b"/>
              <a:pathLst>
                <a:path w="119379" h="55880">
                  <a:moveTo>
                    <a:pt x="118872" y="55625"/>
                  </a:moveTo>
                  <a:lnTo>
                    <a:pt x="118872" y="0"/>
                  </a:lnTo>
                  <a:lnTo>
                    <a:pt x="0" y="0"/>
                  </a:lnTo>
                  <a:lnTo>
                    <a:pt x="0" y="55625"/>
                  </a:lnTo>
                  <a:lnTo>
                    <a:pt x="118872" y="55625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5" name="object 585"/>
          <p:cNvSpPr txBox="1"/>
          <p:nvPr/>
        </p:nvSpPr>
        <p:spPr>
          <a:xfrm>
            <a:off x="4372602" y="2638612"/>
            <a:ext cx="95885" cy="69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2860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JTIDS</a:t>
            </a:r>
            <a:endParaRPr sz="150">
              <a:latin typeface="Arial MT"/>
              <a:cs typeface="Arial MT"/>
            </a:endParaRPr>
          </a:p>
          <a:p>
            <a:pPr marL="12700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Terminal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86" name="object 586"/>
          <p:cNvGrpSpPr/>
          <p:nvPr/>
        </p:nvGrpSpPr>
        <p:grpSpPr>
          <a:xfrm>
            <a:off x="4071937" y="2213419"/>
            <a:ext cx="624205" cy="681990"/>
            <a:chOff x="4071937" y="2213419"/>
            <a:chExt cx="624205" cy="681990"/>
          </a:xfrm>
        </p:grpSpPr>
        <p:sp>
          <p:nvSpPr>
            <p:cNvPr id="587" name="object 587"/>
            <p:cNvSpPr/>
            <p:nvPr/>
          </p:nvSpPr>
          <p:spPr>
            <a:xfrm>
              <a:off x="4349495" y="2225802"/>
              <a:ext cx="119380" cy="55880"/>
            </a:xfrm>
            <a:custGeom>
              <a:avLst/>
              <a:gdLst/>
              <a:ahLst/>
              <a:cxnLst/>
              <a:rect l="l" t="t" r="r" b="b"/>
              <a:pathLst>
                <a:path w="119379" h="55880">
                  <a:moveTo>
                    <a:pt x="118872" y="55625"/>
                  </a:moveTo>
                  <a:lnTo>
                    <a:pt x="118872" y="0"/>
                  </a:lnTo>
                  <a:lnTo>
                    <a:pt x="0" y="0"/>
                  </a:lnTo>
                  <a:lnTo>
                    <a:pt x="0" y="55625"/>
                  </a:lnTo>
                  <a:lnTo>
                    <a:pt x="118872" y="55625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4349495" y="2225802"/>
              <a:ext cx="119380" cy="55880"/>
            </a:xfrm>
            <a:custGeom>
              <a:avLst/>
              <a:gdLst/>
              <a:ahLst/>
              <a:cxnLst/>
              <a:rect l="l" t="t" r="r" b="b"/>
              <a:pathLst>
                <a:path w="119379" h="55880">
                  <a:moveTo>
                    <a:pt x="118872" y="55625"/>
                  </a:moveTo>
                  <a:lnTo>
                    <a:pt x="118872" y="0"/>
                  </a:lnTo>
                  <a:lnTo>
                    <a:pt x="0" y="0"/>
                  </a:lnTo>
                  <a:lnTo>
                    <a:pt x="0" y="55625"/>
                  </a:lnTo>
                  <a:lnTo>
                    <a:pt x="118872" y="55625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4616958" y="2214372"/>
              <a:ext cx="78105" cy="81915"/>
            </a:xfrm>
            <a:custGeom>
              <a:avLst/>
              <a:gdLst/>
              <a:ahLst/>
              <a:cxnLst/>
              <a:rect l="l" t="t" r="r" b="b"/>
              <a:pathLst>
                <a:path w="78104" h="81914">
                  <a:moveTo>
                    <a:pt x="77724" y="81533"/>
                  </a:moveTo>
                  <a:lnTo>
                    <a:pt x="77724" y="0"/>
                  </a:lnTo>
                  <a:lnTo>
                    <a:pt x="0" y="0"/>
                  </a:lnTo>
                  <a:lnTo>
                    <a:pt x="0" y="81533"/>
                  </a:lnTo>
                  <a:lnTo>
                    <a:pt x="77724" y="81533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4616958" y="2214372"/>
              <a:ext cx="78105" cy="81915"/>
            </a:xfrm>
            <a:custGeom>
              <a:avLst/>
              <a:gdLst/>
              <a:ahLst/>
              <a:cxnLst/>
              <a:rect l="l" t="t" r="r" b="b"/>
              <a:pathLst>
                <a:path w="78104" h="81914">
                  <a:moveTo>
                    <a:pt x="77724" y="81533"/>
                  </a:moveTo>
                  <a:lnTo>
                    <a:pt x="77724" y="0"/>
                  </a:lnTo>
                  <a:lnTo>
                    <a:pt x="0" y="0"/>
                  </a:lnTo>
                  <a:lnTo>
                    <a:pt x="0" y="81533"/>
                  </a:lnTo>
                  <a:lnTo>
                    <a:pt x="77724" y="81533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4072890" y="2403348"/>
              <a:ext cx="113030" cy="40005"/>
            </a:xfrm>
            <a:custGeom>
              <a:avLst/>
              <a:gdLst/>
              <a:ahLst/>
              <a:cxnLst/>
              <a:rect l="l" t="t" r="r" b="b"/>
              <a:pathLst>
                <a:path w="113029" h="40005">
                  <a:moveTo>
                    <a:pt x="112775" y="39623"/>
                  </a:moveTo>
                  <a:lnTo>
                    <a:pt x="112775" y="0"/>
                  </a:lnTo>
                  <a:lnTo>
                    <a:pt x="0" y="0"/>
                  </a:lnTo>
                  <a:lnTo>
                    <a:pt x="0" y="39623"/>
                  </a:lnTo>
                  <a:lnTo>
                    <a:pt x="112775" y="39623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4072890" y="2403348"/>
              <a:ext cx="113030" cy="40005"/>
            </a:xfrm>
            <a:custGeom>
              <a:avLst/>
              <a:gdLst/>
              <a:ahLst/>
              <a:cxnLst/>
              <a:rect l="l" t="t" r="r" b="b"/>
              <a:pathLst>
                <a:path w="113029" h="40005">
                  <a:moveTo>
                    <a:pt x="112775" y="39623"/>
                  </a:moveTo>
                  <a:lnTo>
                    <a:pt x="112775" y="0"/>
                  </a:lnTo>
                  <a:lnTo>
                    <a:pt x="0" y="0"/>
                  </a:lnTo>
                  <a:lnTo>
                    <a:pt x="0" y="39623"/>
                  </a:lnTo>
                  <a:lnTo>
                    <a:pt x="112775" y="39623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4303013" y="2842260"/>
              <a:ext cx="83185" cy="52069"/>
            </a:xfrm>
            <a:custGeom>
              <a:avLst/>
              <a:gdLst/>
              <a:ahLst/>
              <a:cxnLst/>
              <a:rect l="l" t="t" r="r" b="b"/>
              <a:pathLst>
                <a:path w="83185" h="52069">
                  <a:moveTo>
                    <a:pt x="83058" y="51815"/>
                  </a:moveTo>
                  <a:lnTo>
                    <a:pt x="83058" y="0"/>
                  </a:lnTo>
                  <a:lnTo>
                    <a:pt x="0" y="0"/>
                  </a:lnTo>
                  <a:lnTo>
                    <a:pt x="0" y="51815"/>
                  </a:lnTo>
                  <a:lnTo>
                    <a:pt x="83058" y="51815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4303013" y="2842260"/>
              <a:ext cx="83185" cy="52069"/>
            </a:xfrm>
            <a:custGeom>
              <a:avLst/>
              <a:gdLst/>
              <a:ahLst/>
              <a:cxnLst/>
              <a:rect l="l" t="t" r="r" b="b"/>
              <a:pathLst>
                <a:path w="83185" h="52069">
                  <a:moveTo>
                    <a:pt x="83058" y="51815"/>
                  </a:moveTo>
                  <a:lnTo>
                    <a:pt x="83058" y="0"/>
                  </a:lnTo>
                  <a:lnTo>
                    <a:pt x="0" y="0"/>
                  </a:lnTo>
                  <a:lnTo>
                    <a:pt x="0" y="51815"/>
                  </a:lnTo>
                  <a:lnTo>
                    <a:pt x="83058" y="51815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5" name="object 595"/>
          <p:cNvSpPr txBox="1"/>
          <p:nvPr/>
        </p:nvSpPr>
        <p:spPr>
          <a:xfrm>
            <a:off x="4307074" y="2829874"/>
            <a:ext cx="76200" cy="69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 marR="5080" indent="127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PLGR  (GPS)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596" name="object 596"/>
          <p:cNvGrpSpPr/>
          <p:nvPr/>
        </p:nvGrpSpPr>
        <p:grpSpPr>
          <a:xfrm>
            <a:off x="4099369" y="2682049"/>
            <a:ext cx="88900" cy="39370"/>
            <a:chOff x="4099369" y="2682049"/>
            <a:chExt cx="88900" cy="39370"/>
          </a:xfrm>
        </p:grpSpPr>
        <p:sp>
          <p:nvSpPr>
            <p:cNvPr id="597" name="object 597"/>
            <p:cNvSpPr/>
            <p:nvPr/>
          </p:nvSpPr>
          <p:spPr>
            <a:xfrm>
              <a:off x="4100322" y="2683001"/>
              <a:ext cx="86995" cy="37465"/>
            </a:xfrm>
            <a:custGeom>
              <a:avLst/>
              <a:gdLst/>
              <a:ahLst/>
              <a:cxnLst/>
              <a:rect l="l" t="t" r="r" b="b"/>
              <a:pathLst>
                <a:path w="86995" h="37464">
                  <a:moveTo>
                    <a:pt x="86867" y="37337"/>
                  </a:moveTo>
                  <a:lnTo>
                    <a:pt x="86867" y="0"/>
                  </a:lnTo>
                  <a:lnTo>
                    <a:pt x="0" y="0"/>
                  </a:lnTo>
                  <a:lnTo>
                    <a:pt x="0" y="37337"/>
                  </a:lnTo>
                  <a:lnTo>
                    <a:pt x="86867" y="37337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4100322" y="2683001"/>
              <a:ext cx="86995" cy="37465"/>
            </a:xfrm>
            <a:custGeom>
              <a:avLst/>
              <a:gdLst/>
              <a:ahLst/>
              <a:cxnLst/>
              <a:rect l="l" t="t" r="r" b="b"/>
              <a:pathLst>
                <a:path w="86995" h="37464">
                  <a:moveTo>
                    <a:pt x="86867" y="37337"/>
                  </a:moveTo>
                  <a:lnTo>
                    <a:pt x="86867" y="0"/>
                  </a:lnTo>
                  <a:lnTo>
                    <a:pt x="0" y="0"/>
                  </a:lnTo>
                  <a:lnTo>
                    <a:pt x="0" y="37337"/>
                  </a:lnTo>
                  <a:lnTo>
                    <a:pt x="86867" y="3733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9" name="object 599"/>
          <p:cNvSpPr txBox="1"/>
          <p:nvPr/>
        </p:nvSpPr>
        <p:spPr>
          <a:xfrm>
            <a:off x="4097528" y="2670617"/>
            <a:ext cx="96520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Software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600" name="object 600"/>
          <p:cNvGrpSpPr/>
          <p:nvPr/>
        </p:nvGrpSpPr>
        <p:grpSpPr>
          <a:xfrm>
            <a:off x="4052887" y="2069401"/>
            <a:ext cx="720090" cy="850265"/>
            <a:chOff x="4052887" y="2069401"/>
            <a:chExt cx="720090" cy="850265"/>
          </a:xfrm>
        </p:grpSpPr>
        <p:sp>
          <p:nvSpPr>
            <p:cNvPr id="601" name="object 601"/>
            <p:cNvSpPr/>
            <p:nvPr/>
          </p:nvSpPr>
          <p:spPr>
            <a:xfrm>
              <a:off x="4102607" y="2300478"/>
              <a:ext cx="86995" cy="37465"/>
            </a:xfrm>
            <a:custGeom>
              <a:avLst/>
              <a:gdLst/>
              <a:ahLst/>
              <a:cxnLst/>
              <a:rect l="l" t="t" r="r" b="b"/>
              <a:pathLst>
                <a:path w="86995" h="37464">
                  <a:moveTo>
                    <a:pt x="86867" y="37337"/>
                  </a:moveTo>
                  <a:lnTo>
                    <a:pt x="86867" y="0"/>
                  </a:lnTo>
                  <a:lnTo>
                    <a:pt x="0" y="0"/>
                  </a:lnTo>
                  <a:lnTo>
                    <a:pt x="0" y="37337"/>
                  </a:lnTo>
                  <a:lnTo>
                    <a:pt x="86867" y="37337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4053840" y="2070354"/>
              <a:ext cx="718185" cy="848360"/>
            </a:xfrm>
            <a:custGeom>
              <a:avLst/>
              <a:gdLst/>
              <a:ahLst/>
              <a:cxnLst/>
              <a:rect l="l" t="t" r="r" b="b"/>
              <a:pathLst>
                <a:path w="718185" h="848360">
                  <a:moveTo>
                    <a:pt x="135635" y="267462"/>
                  </a:moveTo>
                  <a:lnTo>
                    <a:pt x="135635" y="230124"/>
                  </a:lnTo>
                  <a:lnTo>
                    <a:pt x="48767" y="230124"/>
                  </a:lnTo>
                  <a:lnTo>
                    <a:pt x="48767" y="267462"/>
                  </a:lnTo>
                  <a:lnTo>
                    <a:pt x="135635" y="267462"/>
                  </a:lnTo>
                  <a:close/>
                </a:path>
                <a:path w="718185" h="848360">
                  <a:moveTo>
                    <a:pt x="717803" y="848106"/>
                  </a:moveTo>
                  <a:lnTo>
                    <a:pt x="717803" y="400812"/>
                  </a:lnTo>
                  <a:lnTo>
                    <a:pt x="1524" y="400812"/>
                  </a:lnTo>
                  <a:lnTo>
                    <a:pt x="1524" y="848106"/>
                  </a:lnTo>
                  <a:lnTo>
                    <a:pt x="717803" y="848106"/>
                  </a:lnTo>
                  <a:close/>
                </a:path>
                <a:path w="718185" h="848360">
                  <a:moveTo>
                    <a:pt x="715517" y="388619"/>
                  </a:moveTo>
                  <a:lnTo>
                    <a:pt x="715517" y="0"/>
                  </a:lnTo>
                  <a:lnTo>
                    <a:pt x="0" y="0"/>
                  </a:lnTo>
                  <a:lnTo>
                    <a:pt x="0" y="388619"/>
                  </a:lnTo>
                  <a:lnTo>
                    <a:pt x="715517" y="388619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3" name="object 603"/>
          <p:cNvSpPr txBox="1"/>
          <p:nvPr/>
        </p:nvSpPr>
        <p:spPr>
          <a:xfrm>
            <a:off x="4320032" y="2058730"/>
            <a:ext cx="185420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10">
                <a:latin typeface="Arial MT"/>
                <a:cs typeface="Arial MT"/>
              </a:rPr>
              <a:t>ABMOC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Subsystem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604" name="object 604"/>
          <p:cNvGrpSpPr/>
          <p:nvPr/>
        </p:nvGrpSpPr>
        <p:grpSpPr>
          <a:xfrm>
            <a:off x="4187761" y="2258377"/>
            <a:ext cx="626745" cy="591185"/>
            <a:chOff x="4187761" y="2258377"/>
            <a:chExt cx="626745" cy="591185"/>
          </a:xfrm>
        </p:grpSpPr>
        <p:sp>
          <p:nvSpPr>
            <p:cNvPr id="605" name="object 605"/>
            <p:cNvSpPr/>
            <p:nvPr/>
          </p:nvSpPr>
          <p:spPr>
            <a:xfrm>
              <a:off x="4770119" y="2259329"/>
              <a:ext cx="43815" cy="353060"/>
            </a:xfrm>
            <a:custGeom>
              <a:avLst/>
              <a:gdLst/>
              <a:ahLst/>
              <a:cxnLst/>
              <a:rect l="l" t="t" r="r" b="b"/>
              <a:pathLst>
                <a:path w="43814" h="353060">
                  <a:moveTo>
                    <a:pt x="0" y="0"/>
                  </a:moveTo>
                  <a:lnTo>
                    <a:pt x="43434" y="0"/>
                  </a:lnTo>
                  <a:lnTo>
                    <a:pt x="43434" y="352806"/>
                  </a:lnTo>
                  <a:lnTo>
                    <a:pt x="2286" y="3528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4216145" y="2749295"/>
              <a:ext cx="86995" cy="99060"/>
            </a:xfrm>
            <a:custGeom>
              <a:avLst/>
              <a:gdLst/>
              <a:ahLst/>
              <a:cxnLst/>
              <a:rect l="l" t="t" r="r" b="b"/>
              <a:pathLst>
                <a:path w="86995" h="99060">
                  <a:moveTo>
                    <a:pt x="0" y="0"/>
                  </a:moveTo>
                  <a:lnTo>
                    <a:pt x="25146" y="0"/>
                  </a:lnTo>
                  <a:lnTo>
                    <a:pt x="25146" y="99060"/>
                  </a:lnTo>
                  <a:lnTo>
                    <a:pt x="86868" y="990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4216145" y="2734056"/>
              <a:ext cx="105410" cy="24130"/>
            </a:xfrm>
            <a:custGeom>
              <a:avLst/>
              <a:gdLst/>
              <a:ahLst/>
              <a:cxnLst/>
              <a:rect l="l" t="t" r="r" b="b"/>
              <a:pathLst>
                <a:path w="105410" h="24130">
                  <a:moveTo>
                    <a:pt x="0" y="0"/>
                  </a:moveTo>
                  <a:lnTo>
                    <a:pt x="52577" y="0"/>
                  </a:lnTo>
                  <a:lnTo>
                    <a:pt x="52577" y="23621"/>
                  </a:lnTo>
                  <a:lnTo>
                    <a:pt x="105155" y="236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4188713" y="2761488"/>
              <a:ext cx="0" cy="34290"/>
            </a:xfrm>
            <a:custGeom>
              <a:avLst/>
              <a:gdLst/>
              <a:ahLst/>
              <a:cxnLst/>
              <a:rect l="l" t="t" r="r" b="b"/>
              <a:pathLst>
                <a:path w="0" h="34289">
                  <a:moveTo>
                    <a:pt x="0" y="0"/>
                  </a:moveTo>
                  <a:lnTo>
                    <a:pt x="0" y="342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9" name="object 609"/>
          <p:cNvSpPr txBox="1"/>
          <p:nvPr/>
        </p:nvSpPr>
        <p:spPr>
          <a:xfrm>
            <a:off x="4119626" y="2771200"/>
            <a:ext cx="76835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610" name="object 610"/>
          <p:cNvSpPr/>
          <p:nvPr/>
        </p:nvSpPr>
        <p:spPr>
          <a:xfrm>
            <a:off x="4100321" y="2884170"/>
            <a:ext cx="0" cy="18415"/>
          </a:xfrm>
          <a:custGeom>
            <a:avLst/>
            <a:gdLst/>
            <a:ahLst/>
            <a:cxnLst/>
            <a:rect l="l" t="t" r="r" b="b"/>
            <a:pathLst>
              <a:path w="0" h="18414">
                <a:moveTo>
                  <a:pt x="0" y="0"/>
                </a:moveTo>
                <a:lnTo>
                  <a:pt x="0" y="1828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1" name="object 611"/>
          <p:cNvSpPr txBox="1"/>
          <p:nvPr/>
        </p:nvSpPr>
        <p:spPr>
          <a:xfrm>
            <a:off x="4096765" y="2873308"/>
            <a:ext cx="76835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612" name="object 612"/>
          <p:cNvGrpSpPr/>
          <p:nvPr/>
        </p:nvGrpSpPr>
        <p:grpSpPr>
          <a:xfrm>
            <a:off x="4161091" y="2506027"/>
            <a:ext cx="102235" cy="81280"/>
            <a:chOff x="4161091" y="2506027"/>
            <a:chExt cx="102235" cy="81280"/>
          </a:xfrm>
        </p:grpSpPr>
        <p:sp>
          <p:nvSpPr>
            <p:cNvPr id="613" name="object 613"/>
            <p:cNvSpPr/>
            <p:nvPr/>
          </p:nvSpPr>
          <p:spPr>
            <a:xfrm>
              <a:off x="4162043" y="2553462"/>
              <a:ext cx="0" cy="33020"/>
            </a:xfrm>
            <a:custGeom>
              <a:avLst/>
              <a:gdLst/>
              <a:ahLst/>
              <a:cxnLst/>
              <a:rect l="l" t="t" r="r" b="b"/>
              <a:pathLst>
                <a:path w="0" h="33019">
                  <a:moveTo>
                    <a:pt x="0" y="327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4226051" y="2506979"/>
              <a:ext cx="36195" cy="0"/>
            </a:xfrm>
            <a:custGeom>
              <a:avLst/>
              <a:gdLst/>
              <a:ahLst/>
              <a:cxnLst/>
              <a:rect l="l" t="t" r="r" b="b"/>
              <a:pathLst>
                <a:path w="36195" h="0">
                  <a:moveTo>
                    <a:pt x="0" y="0"/>
                  </a:moveTo>
                  <a:lnTo>
                    <a:pt x="3581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5" name="object 615"/>
          <p:cNvSpPr txBox="1"/>
          <p:nvPr/>
        </p:nvSpPr>
        <p:spPr>
          <a:xfrm>
            <a:off x="4224782" y="2498405"/>
            <a:ext cx="76835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616" name="object 616"/>
          <p:cNvSpPr/>
          <p:nvPr/>
        </p:nvSpPr>
        <p:spPr>
          <a:xfrm>
            <a:off x="4514088" y="2780537"/>
            <a:ext cx="121920" cy="43180"/>
          </a:xfrm>
          <a:custGeom>
            <a:avLst/>
            <a:gdLst/>
            <a:ahLst/>
            <a:cxnLst/>
            <a:rect l="l" t="t" r="r" b="b"/>
            <a:pathLst>
              <a:path w="121920" h="43180">
                <a:moveTo>
                  <a:pt x="121920" y="16763"/>
                </a:moveTo>
                <a:lnTo>
                  <a:pt x="121920" y="42671"/>
                </a:lnTo>
                <a:lnTo>
                  <a:pt x="54102" y="42671"/>
                </a:lnTo>
                <a:lnTo>
                  <a:pt x="54102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7" name="object 617"/>
          <p:cNvSpPr txBox="1"/>
          <p:nvPr/>
        </p:nvSpPr>
        <p:spPr>
          <a:xfrm>
            <a:off x="4633976" y="2800156"/>
            <a:ext cx="76835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618" name="object 618"/>
          <p:cNvGrpSpPr/>
          <p:nvPr/>
        </p:nvGrpSpPr>
        <p:grpSpPr>
          <a:xfrm>
            <a:off x="4215955" y="2659951"/>
            <a:ext cx="407670" cy="102870"/>
            <a:chOff x="4215955" y="2659951"/>
            <a:chExt cx="407670" cy="102870"/>
          </a:xfrm>
        </p:grpSpPr>
        <p:sp>
          <p:nvSpPr>
            <p:cNvPr id="619" name="object 619"/>
            <p:cNvSpPr/>
            <p:nvPr/>
          </p:nvSpPr>
          <p:spPr>
            <a:xfrm>
              <a:off x="4514087" y="2761488"/>
              <a:ext cx="106680" cy="0"/>
            </a:xfrm>
            <a:custGeom>
              <a:avLst/>
              <a:gdLst/>
              <a:ahLst/>
              <a:cxnLst/>
              <a:rect l="l" t="t" r="r" b="b"/>
              <a:pathLst>
                <a:path w="106679" h="0">
                  <a:moveTo>
                    <a:pt x="106679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4216907" y="2712720"/>
              <a:ext cx="405765" cy="0"/>
            </a:xfrm>
            <a:custGeom>
              <a:avLst/>
              <a:gdLst/>
              <a:ahLst/>
              <a:cxnLst/>
              <a:rect l="l" t="t" r="r" b="b"/>
              <a:pathLst>
                <a:path w="405764" h="0">
                  <a:moveTo>
                    <a:pt x="40538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4478273" y="2689098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 h="0">
                  <a:moveTo>
                    <a:pt x="14249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4478273" y="2660904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 h="0">
                  <a:moveTo>
                    <a:pt x="14401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3" name="object 623"/>
          <p:cNvSpPr txBox="1"/>
          <p:nvPr/>
        </p:nvSpPr>
        <p:spPr>
          <a:xfrm>
            <a:off x="4512817" y="2624896"/>
            <a:ext cx="76835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624" name="object 624"/>
          <p:cNvSpPr/>
          <p:nvPr/>
        </p:nvSpPr>
        <p:spPr>
          <a:xfrm>
            <a:off x="4549902" y="2509266"/>
            <a:ext cx="39370" cy="0"/>
          </a:xfrm>
          <a:custGeom>
            <a:avLst/>
            <a:gdLst/>
            <a:ahLst/>
            <a:cxnLst/>
            <a:rect l="l" t="t" r="r" b="b"/>
            <a:pathLst>
              <a:path w="39370" h="0">
                <a:moveTo>
                  <a:pt x="388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5" name="object 625"/>
          <p:cNvSpPr txBox="1"/>
          <p:nvPr/>
        </p:nvSpPr>
        <p:spPr>
          <a:xfrm>
            <a:off x="4299965" y="2458780"/>
            <a:ext cx="311150" cy="1168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r>
              <a:rPr dirty="0" sz="150" spc="-10">
                <a:latin typeface="Arial MT"/>
                <a:cs typeface="Arial MT"/>
              </a:rPr>
              <a:t>A2C2</a:t>
            </a:r>
            <a:r>
              <a:rPr dirty="0" sz="150" spc="1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Subsystem</a:t>
            </a:r>
            <a:r>
              <a:rPr dirty="0" sz="150" spc="55">
                <a:latin typeface="Arial MT"/>
                <a:cs typeface="Arial MT"/>
              </a:rPr>
              <a:t>  </a:t>
            </a:r>
            <a:r>
              <a:rPr dirty="0" sz="150" spc="55">
                <a:latin typeface="Arial MT"/>
                <a:cs typeface="Arial MT"/>
              </a:rPr>
              <a:t> </a:t>
            </a:r>
            <a:r>
              <a:rPr dirty="0" baseline="-37037" sz="225" spc="-7">
                <a:latin typeface="Arial MT"/>
                <a:cs typeface="Arial MT"/>
              </a:rPr>
              <a:t>Power</a:t>
            </a:r>
            <a:endParaRPr baseline="-37037" sz="225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">
              <a:latin typeface="Arial MT"/>
              <a:cs typeface="Arial MT"/>
            </a:endParaRPr>
          </a:p>
          <a:p>
            <a:pPr marL="45720" marR="120014" indent="-7620">
              <a:lnSpc>
                <a:spcPts val="17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Generation  and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Distribution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626" name="object 626"/>
          <p:cNvGrpSpPr/>
          <p:nvPr/>
        </p:nvGrpSpPr>
        <p:grpSpPr>
          <a:xfrm>
            <a:off x="4123753" y="2157031"/>
            <a:ext cx="494665" cy="278130"/>
            <a:chOff x="4123753" y="2157031"/>
            <a:chExt cx="494665" cy="278130"/>
          </a:xfrm>
        </p:grpSpPr>
        <p:sp>
          <p:nvSpPr>
            <p:cNvPr id="627" name="object 627"/>
            <p:cNvSpPr/>
            <p:nvPr/>
          </p:nvSpPr>
          <p:spPr>
            <a:xfrm>
              <a:off x="4220717" y="2285999"/>
              <a:ext cx="396240" cy="147955"/>
            </a:xfrm>
            <a:custGeom>
              <a:avLst/>
              <a:gdLst/>
              <a:ahLst/>
              <a:cxnLst/>
              <a:rect l="l" t="t" r="r" b="b"/>
              <a:pathLst>
                <a:path w="396239" h="147955">
                  <a:moveTo>
                    <a:pt x="396239" y="6858"/>
                  </a:moveTo>
                  <a:lnTo>
                    <a:pt x="325373" y="6858"/>
                  </a:lnTo>
                  <a:lnTo>
                    <a:pt x="325373" y="147828"/>
                  </a:lnTo>
                  <a:lnTo>
                    <a:pt x="25907" y="147828"/>
                  </a:lnTo>
                  <a:lnTo>
                    <a:pt x="2590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4124705" y="2366010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3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4220717" y="2354579"/>
              <a:ext cx="87630" cy="0"/>
            </a:xfrm>
            <a:custGeom>
              <a:avLst/>
              <a:gdLst/>
              <a:ahLst/>
              <a:cxnLst/>
              <a:rect l="l" t="t" r="r" b="b"/>
              <a:pathLst>
                <a:path w="87629" h="0">
                  <a:moveTo>
                    <a:pt x="0" y="0"/>
                  </a:moveTo>
                  <a:lnTo>
                    <a:pt x="876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4196333" y="2157984"/>
              <a:ext cx="0" cy="33655"/>
            </a:xfrm>
            <a:custGeom>
              <a:avLst/>
              <a:gdLst/>
              <a:ahLst/>
              <a:cxnLst/>
              <a:rect l="l" t="t" r="r" b="b"/>
              <a:pathLst>
                <a:path w="0" h="33655">
                  <a:moveTo>
                    <a:pt x="0" y="0"/>
                  </a:moveTo>
                  <a:lnTo>
                    <a:pt x="0" y="335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4220717" y="2272284"/>
              <a:ext cx="128905" cy="0"/>
            </a:xfrm>
            <a:custGeom>
              <a:avLst/>
              <a:gdLst/>
              <a:ahLst/>
              <a:cxnLst/>
              <a:rect l="l" t="t" r="r" b="b"/>
              <a:pathLst>
                <a:path w="128904" h="0">
                  <a:moveTo>
                    <a:pt x="0" y="0"/>
                  </a:moveTo>
                  <a:lnTo>
                    <a:pt x="1287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4469129" y="2270760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 h="0">
                  <a:moveTo>
                    <a:pt x="14401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4578095" y="2231898"/>
              <a:ext cx="39370" cy="0"/>
            </a:xfrm>
            <a:custGeom>
              <a:avLst/>
              <a:gdLst/>
              <a:ahLst/>
              <a:cxnLst/>
              <a:rect l="l" t="t" r="r" b="b"/>
              <a:pathLst>
                <a:path w="39370" h="0">
                  <a:moveTo>
                    <a:pt x="3886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4" name="object 634"/>
          <p:cNvSpPr txBox="1"/>
          <p:nvPr/>
        </p:nvSpPr>
        <p:spPr>
          <a:xfrm>
            <a:off x="4510278" y="2201986"/>
            <a:ext cx="208279" cy="46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18518" sz="225" spc="-7">
                <a:latin typeface="Arial MT"/>
                <a:cs typeface="Arial MT"/>
              </a:rPr>
              <a:t>Power</a:t>
            </a:r>
            <a:r>
              <a:rPr dirty="0" baseline="18518" sz="225" spc="75">
                <a:latin typeface="Arial MT"/>
                <a:cs typeface="Arial MT"/>
              </a:rPr>
              <a:t>  </a:t>
            </a:r>
            <a:r>
              <a:rPr dirty="0" baseline="18518" sz="225" spc="75">
                <a:latin typeface="Arial MT"/>
                <a:cs typeface="Arial MT"/>
              </a:rPr>
              <a:t> </a:t>
            </a:r>
            <a:r>
              <a:rPr dirty="0" sz="150" spc="-10">
                <a:latin typeface="Arial MT"/>
                <a:cs typeface="Arial MT"/>
              </a:rPr>
              <a:t>TCIM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635" name="object 635"/>
          <p:cNvSpPr/>
          <p:nvPr/>
        </p:nvSpPr>
        <p:spPr>
          <a:xfrm>
            <a:off x="4216146" y="2549651"/>
            <a:ext cx="372745" cy="107950"/>
          </a:xfrm>
          <a:custGeom>
            <a:avLst/>
            <a:gdLst/>
            <a:ahLst/>
            <a:cxnLst/>
            <a:rect l="l" t="t" r="r" b="b"/>
            <a:pathLst>
              <a:path w="372745" h="107950">
                <a:moveTo>
                  <a:pt x="372617" y="0"/>
                </a:moveTo>
                <a:lnTo>
                  <a:pt x="295655" y="0"/>
                </a:lnTo>
                <a:lnTo>
                  <a:pt x="295655" y="69342"/>
                </a:lnTo>
                <a:lnTo>
                  <a:pt x="70103" y="69342"/>
                </a:lnTo>
                <a:lnTo>
                  <a:pt x="70103" y="107442"/>
                </a:lnTo>
                <a:lnTo>
                  <a:pt x="0" y="10744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6" name="object 636"/>
          <p:cNvSpPr txBox="1"/>
          <p:nvPr/>
        </p:nvSpPr>
        <p:spPr>
          <a:xfrm>
            <a:off x="4318508" y="2608132"/>
            <a:ext cx="204470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Voice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10">
                <a:latin typeface="Arial MT"/>
                <a:cs typeface="Arial MT"/>
              </a:rPr>
              <a:t>&amp;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TADIL-B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Data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637" name="object 637"/>
          <p:cNvSpPr/>
          <p:nvPr/>
        </p:nvSpPr>
        <p:spPr>
          <a:xfrm>
            <a:off x="4363973" y="2574035"/>
            <a:ext cx="0" cy="30480"/>
          </a:xfrm>
          <a:custGeom>
            <a:avLst/>
            <a:gdLst/>
            <a:ahLst/>
            <a:cxnLst/>
            <a:rect l="l" t="t" r="r" b="b"/>
            <a:pathLst>
              <a:path w="0" h="30480">
                <a:moveTo>
                  <a:pt x="0" y="0"/>
                </a:moveTo>
                <a:lnTo>
                  <a:pt x="0" y="3048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8" name="object 638"/>
          <p:cNvSpPr txBox="1"/>
          <p:nvPr/>
        </p:nvSpPr>
        <p:spPr>
          <a:xfrm>
            <a:off x="4357370" y="2565461"/>
            <a:ext cx="76835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639" name="object 639"/>
          <p:cNvGrpSpPr/>
          <p:nvPr/>
        </p:nvGrpSpPr>
        <p:grpSpPr>
          <a:xfrm>
            <a:off x="4208335" y="2104453"/>
            <a:ext cx="363220" cy="289560"/>
            <a:chOff x="4208335" y="2104453"/>
            <a:chExt cx="363220" cy="289560"/>
          </a:xfrm>
        </p:grpSpPr>
        <p:sp>
          <p:nvSpPr>
            <p:cNvPr id="640" name="object 640"/>
            <p:cNvSpPr/>
            <p:nvPr/>
          </p:nvSpPr>
          <p:spPr>
            <a:xfrm>
              <a:off x="4209287" y="2366010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w="0" h="26669">
                  <a:moveTo>
                    <a:pt x="0" y="0"/>
                  </a:moveTo>
                  <a:lnTo>
                    <a:pt x="0" y="266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4538471" y="2105406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 h="0">
                  <a:moveTo>
                    <a:pt x="0" y="0"/>
                  </a:moveTo>
                  <a:lnTo>
                    <a:pt x="3200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2" name="object 642"/>
          <p:cNvSpPr txBox="1"/>
          <p:nvPr/>
        </p:nvSpPr>
        <p:spPr>
          <a:xfrm>
            <a:off x="4468367" y="2078542"/>
            <a:ext cx="270510" cy="46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037" sz="225" spc="-7">
                <a:latin typeface="Arial MT"/>
                <a:cs typeface="Arial MT"/>
              </a:rPr>
              <a:t>Power</a:t>
            </a:r>
            <a:r>
              <a:rPr dirty="0" baseline="-37037" sz="225" spc="-7">
                <a:latin typeface="Arial MT"/>
                <a:cs typeface="Arial MT"/>
              </a:rPr>
              <a:t>       </a:t>
            </a:r>
            <a:r>
              <a:rPr dirty="0" baseline="-37037" sz="225" spc="-22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Voice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10">
                <a:latin typeface="Arial MT"/>
                <a:cs typeface="Arial MT"/>
              </a:rPr>
              <a:t>Comm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643" name="object 643"/>
          <p:cNvSpPr/>
          <p:nvPr/>
        </p:nvSpPr>
        <p:spPr>
          <a:xfrm>
            <a:off x="4636008" y="2405633"/>
            <a:ext cx="0" cy="36195"/>
          </a:xfrm>
          <a:custGeom>
            <a:avLst/>
            <a:gdLst/>
            <a:ahLst/>
            <a:cxnLst/>
            <a:rect l="l" t="t" r="r" b="b"/>
            <a:pathLst>
              <a:path w="0" h="36194">
                <a:moveTo>
                  <a:pt x="0" y="3581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4" name="object 644"/>
          <p:cNvSpPr txBox="1"/>
          <p:nvPr/>
        </p:nvSpPr>
        <p:spPr>
          <a:xfrm>
            <a:off x="4633976" y="2422967"/>
            <a:ext cx="76835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645" name="object 645"/>
          <p:cNvSpPr/>
          <p:nvPr/>
        </p:nvSpPr>
        <p:spPr>
          <a:xfrm>
            <a:off x="4501134" y="2273045"/>
            <a:ext cx="245745" cy="153670"/>
          </a:xfrm>
          <a:custGeom>
            <a:avLst/>
            <a:gdLst/>
            <a:ahLst/>
            <a:cxnLst/>
            <a:rect l="l" t="t" r="r" b="b"/>
            <a:pathLst>
              <a:path w="245745" h="153669">
                <a:moveTo>
                  <a:pt x="194310" y="0"/>
                </a:moveTo>
                <a:lnTo>
                  <a:pt x="245364" y="0"/>
                </a:lnTo>
                <a:lnTo>
                  <a:pt x="245364" y="153162"/>
                </a:lnTo>
                <a:lnTo>
                  <a:pt x="59436" y="153162"/>
                </a:lnTo>
                <a:lnTo>
                  <a:pt x="59436" y="101346"/>
                </a:lnTo>
                <a:lnTo>
                  <a:pt x="0" y="10134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6" name="object 646"/>
          <p:cNvSpPr txBox="1"/>
          <p:nvPr/>
        </p:nvSpPr>
        <p:spPr>
          <a:xfrm>
            <a:off x="4583679" y="2284282"/>
            <a:ext cx="173990" cy="1073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09855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 marL="12700" marR="30480" indent="16510">
              <a:lnSpc>
                <a:spcPts val="170"/>
              </a:lnSpc>
            </a:pPr>
            <a:r>
              <a:rPr dirty="0" sz="150" spc="-5">
                <a:latin typeface="Arial MT"/>
                <a:cs typeface="Arial MT"/>
              </a:rPr>
              <a:t>Force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Level  Control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System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647" name="object 647"/>
          <p:cNvSpPr txBox="1"/>
          <p:nvPr/>
        </p:nvSpPr>
        <p:spPr>
          <a:xfrm>
            <a:off x="4077461" y="2097517"/>
            <a:ext cx="121285" cy="554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">
              <a:lnSpc>
                <a:spcPts val="150"/>
              </a:lnSpc>
            </a:pPr>
            <a:r>
              <a:rPr dirty="0" sz="150" spc="-5">
                <a:latin typeface="Arial MT"/>
                <a:cs typeface="Arial MT"/>
              </a:rPr>
              <a:t>Operator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Interf</a:t>
            </a:r>
            <a:endParaRPr sz="150">
              <a:latin typeface="Arial MT"/>
              <a:cs typeface="Arial MT"/>
            </a:endParaRPr>
          </a:p>
          <a:p>
            <a:pPr marL="35560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Hardware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70"/>
              </a:spcBef>
            </a:pPr>
            <a:r>
              <a:rPr dirty="0" sz="150" spc="-5">
                <a:latin typeface="Arial MT"/>
                <a:cs typeface="Arial MT"/>
              </a:rPr>
              <a:t>Power</a:t>
            </a:r>
            <a:endParaRPr sz="150">
              <a:latin typeface="Arial MT"/>
              <a:cs typeface="Arial MT"/>
            </a:endParaRPr>
          </a:p>
          <a:p>
            <a:pPr marL="34290" indent="-28575">
              <a:lnSpc>
                <a:spcPct val="95000"/>
              </a:lnSpc>
              <a:spcBef>
                <a:spcPts val="50"/>
              </a:spcBef>
            </a:pPr>
            <a:r>
              <a:rPr dirty="0" sz="150" spc="-5">
                <a:latin typeface="Arial MT"/>
                <a:cs typeface="Arial MT"/>
              </a:rPr>
              <a:t>Data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Processi  Terminal  Hardware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 marL="3556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Software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Arial MT"/>
              <a:cs typeface="Arial MT"/>
            </a:endParaRPr>
          </a:p>
          <a:p>
            <a:pPr marL="1905">
              <a:lnSpc>
                <a:spcPct val="100000"/>
              </a:lnSpc>
            </a:pPr>
            <a:r>
              <a:rPr dirty="0" sz="150" spc="-10">
                <a:latin typeface="Arial MT"/>
                <a:cs typeface="Arial MT"/>
              </a:rPr>
              <a:t>PLGR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(GPS)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Arial MT"/>
              <a:cs typeface="Arial MT"/>
            </a:endParaRPr>
          </a:p>
          <a:p>
            <a:pPr marL="31750" indent="-32384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Operator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Interf  Hardware</a:t>
            </a:r>
            <a:endParaRPr sz="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">
              <a:latin typeface="Arial MT"/>
              <a:cs typeface="Arial MT"/>
            </a:endParaRPr>
          </a:p>
          <a:p>
            <a:pPr marL="28575" indent="-28575">
              <a:lnSpc>
                <a:spcPct val="95000"/>
              </a:lnSpc>
              <a:spcBef>
                <a:spcPts val="65"/>
              </a:spcBef>
            </a:pPr>
            <a:r>
              <a:rPr dirty="0" sz="150" spc="-5">
                <a:latin typeface="Arial MT"/>
                <a:cs typeface="Arial MT"/>
              </a:rPr>
              <a:t>Data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Processi  Terminal  Hardware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648" name="object 648"/>
          <p:cNvSpPr/>
          <p:nvPr/>
        </p:nvSpPr>
        <p:spPr>
          <a:xfrm>
            <a:off x="4089654" y="2157983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5">
                <a:moveTo>
                  <a:pt x="0" y="2057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9" name="object 649"/>
          <p:cNvSpPr/>
          <p:nvPr/>
        </p:nvSpPr>
        <p:spPr>
          <a:xfrm>
            <a:off x="4389120" y="2177033"/>
            <a:ext cx="0" cy="30480"/>
          </a:xfrm>
          <a:custGeom>
            <a:avLst/>
            <a:gdLst/>
            <a:ahLst/>
            <a:cxnLst/>
            <a:rect l="l" t="t" r="r" b="b"/>
            <a:pathLst>
              <a:path w="0" h="30480">
                <a:moveTo>
                  <a:pt x="0" y="0"/>
                </a:moveTo>
                <a:lnTo>
                  <a:pt x="0" y="3048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0" name="object 650"/>
          <p:cNvSpPr txBox="1"/>
          <p:nvPr/>
        </p:nvSpPr>
        <p:spPr>
          <a:xfrm>
            <a:off x="4363458" y="2169452"/>
            <a:ext cx="97155" cy="113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22860" marR="5080" indent="9525">
              <a:lnSpc>
                <a:spcPct val="143300"/>
              </a:lnSpc>
            </a:pPr>
            <a:r>
              <a:rPr dirty="0" sz="150" spc="-5">
                <a:latin typeface="Arial MT"/>
                <a:cs typeface="Arial MT"/>
              </a:rPr>
              <a:t>Power  JTIDS</a:t>
            </a:r>
            <a:endParaRPr sz="150">
              <a:latin typeface="Arial MT"/>
              <a:cs typeface="Arial MT"/>
            </a:endParaRPr>
          </a:p>
          <a:p>
            <a:pPr marL="12700">
              <a:lnSpc>
                <a:spcPts val="175"/>
              </a:lnSpc>
            </a:pPr>
            <a:r>
              <a:rPr dirty="0" sz="150" spc="-5">
                <a:latin typeface="Arial MT"/>
                <a:cs typeface="Arial MT"/>
              </a:rPr>
              <a:t>Terminal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651" name="object 651"/>
          <p:cNvSpPr/>
          <p:nvPr/>
        </p:nvSpPr>
        <p:spPr>
          <a:xfrm>
            <a:off x="4220717" y="2132076"/>
            <a:ext cx="349885" cy="283845"/>
          </a:xfrm>
          <a:custGeom>
            <a:avLst/>
            <a:gdLst/>
            <a:ahLst/>
            <a:cxnLst/>
            <a:rect l="l" t="t" r="r" b="b"/>
            <a:pathLst>
              <a:path w="349885" h="283844">
                <a:moveTo>
                  <a:pt x="349758" y="0"/>
                </a:moveTo>
                <a:lnTo>
                  <a:pt x="306324" y="0"/>
                </a:lnTo>
                <a:lnTo>
                  <a:pt x="306324" y="283464"/>
                </a:lnTo>
                <a:lnTo>
                  <a:pt x="44196" y="283464"/>
                </a:lnTo>
                <a:lnTo>
                  <a:pt x="44196" y="193548"/>
                </a:lnTo>
                <a:lnTo>
                  <a:pt x="0" y="1935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2" name="object 652"/>
          <p:cNvSpPr txBox="1"/>
          <p:nvPr/>
        </p:nvSpPr>
        <p:spPr>
          <a:xfrm>
            <a:off x="4181347" y="2379532"/>
            <a:ext cx="328295" cy="46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 spc="-5">
                <a:latin typeface="Arial MT"/>
                <a:cs typeface="Arial MT"/>
              </a:rPr>
              <a:t>Power</a:t>
            </a:r>
            <a:r>
              <a:rPr dirty="0" sz="150" spc="-5">
                <a:latin typeface="Arial MT"/>
                <a:cs typeface="Arial MT"/>
              </a:rPr>
              <a:t>             </a:t>
            </a:r>
            <a:r>
              <a:rPr dirty="0" sz="150" spc="-1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Voice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10">
                <a:latin typeface="Arial MT"/>
                <a:cs typeface="Arial MT"/>
              </a:rPr>
              <a:t>&amp;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TADIL-B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-5">
                <a:latin typeface="Arial MT"/>
                <a:cs typeface="Arial MT"/>
              </a:rPr>
              <a:t>Data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653" name="object 653"/>
          <p:cNvGrpSpPr/>
          <p:nvPr/>
        </p:nvGrpSpPr>
        <p:grpSpPr>
          <a:xfrm>
            <a:off x="3943350" y="1198625"/>
            <a:ext cx="1066800" cy="1762760"/>
            <a:chOff x="3943350" y="1198625"/>
            <a:chExt cx="1066800" cy="1762760"/>
          </a:xfrm>
        </p:grpSpPr>
        <p:sp>
          <p:nvSpPr>
            <p:cNvPr id="654" name="object 654"/>
            <p:cNvSpPr/>
            <p:nvPr/>
          </p:nvSpPr>
          <p:spPr>
            <a:xfrm>
              <a:off x="4011930" y="2029205"/>
              <a:ext cx="843280" cy="932180"/>
            </a:xfrm>
            <a:custGeom>
              <a:avLst/>
              <a:gdLst/>
              <a:ahLst/>
              <a:cxnLst/>
              <a:rect l="l" t="t" r="r" b="b"/>
              <a:pathLst>
                <a:path w="843279" h="932180">
                  <a:moveTo>
                    <a:pt x="842772" y="931926"/>
                  </a:moveTo>
                  <a:lnTo>
                    <a:pt x="842772" y="0"/>
                  </a:lnTo>
                  <a:lnTo>
                    <a:pt x="0" y="0"/>
                  </a:lnTo>
                  <a:lnTo>
                    <a:pt x="0" y="931926"/>
                  </a:lnTo>
                  <a:lnTo>
                    <a:pt x="4572" y="931926"/>
                  </a:lnTo>
                  <a:lnTo>
                    <a:pt x="4572" y="9143"/>
                  </a:lnTo>
                  <a:lnTo>
                    <a:pt x="9906" y="4571"/>
                  </a:lnTo>
                  <a:lnTo>
                    <a:pt x="9906" y="9143"/>
                  </a:lnTo>
                  <a:lnTo>
                    <a:pt x="833628" y="9143"/>
                  </a:lnTo>
                  <a:lnTo>
                    <a:pt x="833628" y="4571"/>
                  </a:lnTo>
                  <a:lnTo>
                    <a:pt x="838200" y="9143"/>
                  </a:lnTo>
                  <a:lnTo>
                    <a:pt x="838200" y="931926"/>
                  </a:lnTo>
                  <a:lnTo>
                    <a:pt x="842772" y="931926"/>
                  </a:lnTo>
                  <a:close/>
                </a:path>
                <a:path w="843279" h="932180">
                  <a:moveTo>
                    <a:pt x="9906" y="9143"/>
                  </a:moveTo>
                  <a:lnTo>
                    <a:pt x="9906" y="4571"/>
                  </a:lnTo>
                  <a:lnTo>
                    <a:pt x="4572" y="9143"/>
                  </a:lnTo>
                  <a:lnTo>
                    <a:pt x="9906" y="9143"/>
                  </a:lnTo>
                  <a:close/>
                </a:path>
                <a:path w="843279" h="932180">
                  <a:moveTo>
                    <a:pt x="9906" y="922020"/>
                  </a:moveTo>
                  <a:lnTo>
                    <a:pt x="9906" y="9143"/>
                  </a:lnTo>
                  <a:lnTo>
                    <a:pt x="4572" y="9143"/>
                  </a:lnTo>
                  <a:lnTo>
                    <a:pt x="4572" y="922020"/>
                  </a:lnTo>
                  <a:lnTo>
                    <a:pt x="9906" y="922020"/>
                  </a:lnTo>
                  <a:close/>
                </a:path>
                <a:path w="843279" h="932180">
                  <a:moveTo>
                    <a:pt x="838200" y="922020"/>
                  </a:moveTo>
                  <a:lnTo>
                    <a:pt x="4572" y="922020"/>
                  </a:lnTo>
                  <a:lnTo>
                    <a:pt x="9906" y="927354"/>
                  </a:lnTo>
                  <a:lnTo>
                    <a:pt x="9906" y="931926"/>
                  </a:lnTo>
                  <a:lnTo>
                    <a:pt x="833628" y="931926"/>
                  </a:lnTo>
                  <a:lnTo>
                    <a:pt x="833628" y="927354"/>
                  </a:lnTo>
                  <a:lnTo>
                    <a:pt x="838200" y="922020"/>
                  </a:lnTo>
                  <a:close/>
                </a:path>
                <a:path w="843279" h="932180">
                  <a:moveTo>
                    <a:pt x="9906" y="931926"/>
                  </a:moveTo>
                  <a:lnTo>
                    <a:pt x="9906" y="927354"/>
                  </a:lnTo>
                  <a:lnTo>
                    <a:pt x="4572" y="922020"/>
                  </a:lnTo>
                  <a:lnTo>
                    <a:pt x="4572" y="931926"/>
                  </a:lnTo>
                  <a:lnTo>
                    <a:pt x="9906" y="931926"/>
                  </a:lnTo>
                  <a:close/>
                </a:path>
                <a:path w="843279" h="932180">
                  <a:moveTo>
                    <a:pt x="838200" y="9143"/>
                  </a:moveTo>
                  <a:lnTo>
                    <a:pt x="833628" y="4571"/>
                  </a:lnTo>
                  <a:lnTo>
                    <a:pt x="833628" y="9143"/>
                  </a:lnTo>
                  <a:lnTo>
                    <a:pt x="838200" y="9143"/>
                  </a:lnTo>
                  <a:close/>
                </a:path>
                <a:path w="843279" h="932180">
                  <a:moveTo>
                    <a:pt x="838200" y="922020"/>
                  </a:moveTo>
                  <a:lnTo>
                    <a:pt x="838200" y="9143"/>
                  </a:lnTo>
                  <a:lnTo>
                    <a:pt x="833628" y="9143"/>
                  </a:lnTo>
                  <a:lnTo>
                    <a:pt x="833628" y="922020"/>
                  </a:lnTo>
                  <a:lnTo>
                    <a:pt x="838200" y="922020"/>
                  </a:lnTo>
                  <a:close/>
                </a:path>
                <a:path w="843279" h="932180">
                  <a:moveTo>
                    <a:pt x="838200" y="931926"/>
                  </a:moveTo>
                  <a:lnTo>
                    <a:pt x="838200" y="922020"/>
                  </a:lnTo>
                  <a:lnTo>
                    <a:pt x="833628" y="927354"/>
                  </a:lnTo>
                  <a:lnTo>
                    <a:pt x="833628" y="931926"/>
                  </a:lnTo>
                  <a:lnTo>
                    <a:pt x="838200" y="9319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3943350" y="1198625"/>
              <a:ext cx="1066800" cy="691515"/>
            </a:xfrm>
            <a:custGeom>
              <a:avLst/>
              <a:gdLst/>
              <a:ahLst/>
              <a:cxnLst/>
              <a:rect l="l" t="t" r="r" b="b"/>
              <a:pathLst>
                <a:path w="1066800" h="691514">
                  <a:moveTo>
                    <a:pt x="1066800" y="691133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691133"/>
                  </a:lnTo>
                  <a:lnTo>
                    <a:pt x="1066800" y="691133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4447794" y="1538477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5" h="13334">
                  <a:moveTo>
                    <a:pt x="12953" y="6096"/>
                  </a:moveTo>
                  <a:lnTo>
                    <a:pt x="12953" y="2286"/>
                  </a:lnTo>
                  <a:lnTo>
                    <a:pt x="9905" y="0"/>
                  </a:lnTo>
                  <a:lnTo>
                    <a:pt x="6095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6096"/>
                  </a:lnTo>
                  <a:lnTo>
                    <a:pt x="0" y="9906"/>
                  </a:lnTo>
                  <a:lnTo>
                    <a:pt x="2285" y="12954"/>
                  </a:lnTo>
                  <a:lnTo>
                    <a:pt x="6095" y="12954"/>
                  </a:lnTo>
                  <a:lnTo>
                    <a:pt x="9905" y="12954"/>
                  </a:lnTo>
                  <a:lnTo>
                    <a:pt x="12953" y="9906"/>
                  </a:lnTo>
                  <a:lnTo>
                    <a:pt x="12953" y="609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4468368" y="1538477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5" h="13334">
                  <a:moveTo>
                    <a:pt x="12953" y="9906"/>
                  </a:moveTo>
                  <a:lnTo>
                    <a:pt x="12953" y="6096"/>
                  </a:lnTo>
                  <a:lnTo>
                    <a:pt x="12953" y="2286"/>
                  </a:lnTo>
                  <a:lnTo>
                    <a:pt x="9905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9906"/>
                  </a:lnTo>
                  <a:lnTo>
                    <a:pt x="2285" y="12954"/>
                  </a:lnTo>
                  <a:lnTo>
                    <a:pt x="9905" y="12954"/>
                  </a:lnTo>
                  <a:lnTo>
                    <a:pt x="129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4468368" y="1538477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5" h="13334">
                  <a:moveTo>
                    <a:pt x="12953" y="6096"/>
                  </a:moveTo>
                  <a:lnTo>
                    <a:pt x="12953" y="2286"/>
                  </a:lnTo>
                  <a:lnTo>
                    <a:pt x="9905" y="0"/>
                  </a:lnTo>
                  <a:lnTo>
                    <a:pt x="6095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6096"/>
                  </a:lnTo>
                  <a:lnTo>
                    <a:pt x="0" y="9906"/>
                  </a:lnTo>
                  <a:lnTo>
                    <a:pt x="2285" y="12954"/>
                  </a:lnTo>
                  <a:lnTo>
                    <a:pt x="6095" y="12954"/>
                  </a:lnTo>
                  <a:lnTo>
                    <a:pt x="9905" y="12954"/>
                  </a:lnTo>
                  <a:lnTo>
                    <a:pt x="12953" y="9906"/>
                  </a:lnTo>
                  <a:lnTo>
                    <a:pt x="12953" y="609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4488941" y="1538477"/>
              <a:ext cx="13970" cy="13335"/>
            </a:xfrm>
            <a:custGeom>
              <a:avLst/>
              <a:gdLst/>
              <a:ahLst/>
              <a:cxnLst/>
              <a:rect l="l" t="t" r="r" b="b"/>
              <a:pathLst>
                <a:path w="13970" h="13334">
                  <a:moveTo>
                    <a:pt x="13715" y="6096"/>
                  </a:moveTo>
                  <a:lnTo>
                    <a:pt x="13715" y="2286"/>
                  </a:lnTo>
                  <a:lnTo>
                    <a:pt x="10667" y="0"/>
                  </a:lnTo>
                  <a:lnTo>
                    <a:pt x="6857" y="0"/>
                  </a:lnTo>
                  <a:lnTo>
                    <a:pt x="3047" y="0"/>
                  </a:lnTo>
                  <a:lnTo>
                    <a:pt x="0" y="2286"/>
                  </a:lnTo>
                  <a:lnTo>
                    <a:pt x="0" y="6096"/>
                  </a:lnTo>
                  <a:lnTo>
                    <a:pt x="0" y="9906"/>
                  </a:lnTo>
                  <a:lnTo>
                    <a:pt x="3047" y="12954"/>
                  </a:lnTo>
                  <a:lnTo>
                    <a:pt x="6857" y="12954"/>
                  </a:lnTo>
                  <a:lnTo>
                    <a:pt x="10667" y="12954"/>
                  </a:lnTo>
                  <a:lnTo>
                    <a:pt x="13715" y="9906"/>
                  </a:lnTo>
                  <a:lnTo>
                    <a:pt x="13715" y="609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4367022" y="1712976"/>
              <a:ext cx="21590" cy="33655"/>
            </a:xfrm>
            <a:custGeom>
              <a:avLst/>
              <a:gdLst/>
              <a:ahLst/>
              <a:cxnLst/>
              <a:rect l="l" t="t" r="r" b="b"/>
              <a:pathLst>
                <a:path w="21589" h="33655">
                  <a:moveTo>
                    <a:pt x="21336" y="28956"/>
                  </a:moveTo>
                  <a:lnTo>
                    <a:pt x="21336" y="4571"/>
                  </a:lnTo>
                  <a:lnTo>
                    <a:pt x="19050" y="0"/>
                  </a:lnTo>
                  <a:lnTo>
                    <a:pt x="4572" y="0"/>
                  </a:lnTo>
                  <a:lnTo>
                    <a:pt x="1524" y="1524"/>
                  </a:lnTo>
                  <a:lnTo>
                    <a:pt x="0" y="4572"/>
                  </a:lnTo>
                  <a:lnTo>
                    <a:pt x="0" y="28956"/>
                  </a:lnTo>
                  <a:lnTo>
                    <a:pt x="1524" y="32004"/>
                  </a:lnTo>
                  <a:lnTo>
                    <a:pt x="4572" y="33528"/>
                  </a:lnTo>
                  <a:lnTo>
                    <a:pt x="19050" y="33528"/>
                  </a:lnTo>
                  <a:lnTo>
                    <a:pt x="21336" y="28956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4367022" y="1712976"/>
              <a:ext cx="21590" cy="33655"/>
            </a:xfrm>
            <a:custGeom>
              <a:avLst/>
              <a:gdLst/>
              <a:ahLst/>
              <a:cxnLst/>
              <a:rect l="l" t="t" r="r" b="b"/>
              <a:pathLst>
                <a:path w="21589" h="33655">
                  <a:moveTo>
                    <a:pt x="4572" y="0"/>
                  </a:moveTo>
                  <a:lnTo>
                    <a:pt x="1524" y="1524"/>
                  </a:lnTo>
                  <a:lnTo>
                    <a:pt x="0" y="4572"/>
                  </a:lnTo>
                  <a:lnTo>
                    <a:pt x="0" y="28956"/>
                  </a:lnTo>
                  <a:lnTo>
                    <a:pt x="1524" y="32004"/>
                  </a:lnTo>
                  <a:lnTo>
                    <a:pt x="4572" y="33528"/>
                  </a:lnTo>
                  <a:lnTo>
                    <a:pt x="19050" y="33528"/>
                  </a:lnTo>
                  <a:lnTo>
                    <a:pt x="21336" y="28956"/>
                  </a:lnTo>
                  <a:lnTo>
                    <a:pt x="21336" y="4571"/>
                  </a:lnTo>
                  <a:lnTo>
                    <a:pt x="19050" y="0"/>
                  </a:lnTo>
                  <a:lnTo>
                    <a:pt x="457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4383023" y="1711451"/>
              <a:ext cx="8890" cy="36830"/>
            </a:xfrm>
            <a:custGeom>
              <a:avLst/>
              <a:gdLst/>
              <a:ahLst/>
              <a:cxnLst/>
              <a:rect l="l" t="t" r="r" b="b"/>
              <a:pathLst>
                <a:path w="8889" h="36830">
                  <a:moveTo>
                    <a:pt x="8382" y="0"/>
                  </a:moveTo>
                  <a:lnTo>
                    <a:pt x="0" y="1524"/>
                  </a:lnTo>
                  <a:lnTo>
                    <a:pt x="0" y="35052"/>
                  </a:lnTo>
                  <a:lnTo>
                    <a:pt x="6858" y="36576"/>
                  </a:lnTo>
                  <a:lnTo>
                    <a:pt x="83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4383023" y="1711451"/>
              <a:ext cx="8890" cy="36830"/>
            </a:xfrm>
            <a:custGeom>
              <a:avLst/>
              <a:gdLst/>
              <a:ahLst/>
              <a:cxnLst/>
              <a:rect l="l" t="t" r="r" b="b"/>
              <a:pathLst>
                <a:path w="8889" h="36830">
                  <a:moveTo>
                    <a:pt x="8382" y="0"/>
                  </a:moveTo>
                  <a:lnTo>
                    <a:pt x="0" y="1524"/>
                  </a:lnTo>
                  <a:lnTo>
                    <a:pt x="0" y="35052"/>
                  </a:lnTo>
                  <a:lnTo>
                    <a:pt x="6858" y="365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4389882" y="1711451"/>
              <a:ext cx="20955" cy="36830"/>
            </a:xfrm>
            <a:custGeom>
              <a:avLst/>
              <a:gdLst/>
              <a:ahLst/>
              <a:cxnLst/>
              <a:rect l="l" t="t" r="r" b="b"/>
              <a:pathLst>
                <a:path w="20954" h="36830">
                  <a:moveTo>
                    <a:pt x="20574" y="32004"/>
                  </a:moveTo>
                  <a:lnTo>
                    <a:pt x="20574" y="4571"/>
                  </a:lnTo>
                  <a:lnTo>
                    <a:pt x="19050" y="1523"/>
                  </a:lnTo>
                  <a:lnTo>
                    <a:pt x="16002" y="0"/>
                  </a:lnTo>
                  <a:lnTo>
                    <a:pt x="4572" y="0"/>
                  </a:lnTo>
                  <a:lnTo>
                    <a:pt x="1524" y="1524"/>
                  </a:lnTo>
                  <a:lnTo>
                    <a:pt x="0" y="4572"/>
                  </a:lnTo>
                  <a:lnTo>
                    <a:pt x="0" y="32004"/>
                  </a:lnTo>
                  <a:lnTo>
                    <a:pt x="1524" y="35052"/>
                  </a:lnTo>
                  <a:lnTo>
                    <a:pt x="4572" y="36576"/>
                  </a:lnTo>
                  <a:lnTo>
                    <a:pt x="16002" y="36576"/>
                  </a:lnTo>
                  <a:lnTo>
                    <a:pt x="19050" y="35052"/>
                  </a:lnTo>
                  <a:lnTo>
                    <a:pt x="20574" y="32004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4389882" y="1711451"/>
              <a:ext cx="20955" cy="36830"/>
            </a:xfrm>
            <a:custGeom>
              <a:avLst/>
              <a:gdLst/>
              <a:ahLst/>
              <a:cxnLst/>
              <a:rect l="l" t="t" r="r" b="b"/>
              <a:pathLst>
                <a:path w="20954" h="36830">
                  <a:moveTo>
                    <a:pt x="4572" y="0"/>
                  </a:moveTo>
                  <a:lnTo>
                    <a:pt x="1524" y="1524"/>
                  </a:lnTo>
                  <a:lnTo>
                    <a:pt x="0" y="4572"/>
                  </a:lnTo>
                  <a:lnTo>
                    <a:pt x="0" y="32004"/>
                  </a:lnTo>
                  <a:lnTo>
                    <a:pt x="1524" y="35052"/>
                  </a:lnTo>
                  <a:lnTo>
                    <a:pt x="4572" y="36576"/>
                  </a:lnTo>
                  <a:lnTo>
                    <a:pt x="16002" y="36576"/>
                  </a:lnTo>
                  <a:lnTo>
                    <a:pt x="19050" y="35052"/>
                  </a:lnTo>
                  <a:lnTo>
                    <a:pt x="20574" y="32004"/>
                  </a:lnTo>
                  <a:lnTo>
                    <a:pt x="20574" y="4571"/>
                  </a:lnTo>
                  <a:lnTo>
                    <a:pt x="19050" y="1523"/>
                  </a:lnTo>
                  <a:lnTo>
                    <a:pt x="16002" y="0"/>
                  </a:lnTo>
                  <a:lnTo>
                    <a:pt x="457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4399026" y="1724405"/>
              <a:ext cx="7620" cy="13970"/>
            </a:xfrm>
            <a:custGeom>
              <a:avLst/>
              <a:gdLst/>
              <a:ahLst/>
              <a:cxnLst/>
              <a:rect l="l" t="t" r="r" b="b"/>
              <a:pathLst>
                <a:path w="7620" h="13969">
                  <a:moveTo>
                    <a:pt x="7620" y="13716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13716"/>
                  </a:lnTo>
                  <a:lnTo>
                    <a:pt x="7620" y="13716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4399026" y="1724405"/>
              <a:ext cx="7620" cy="13970"/>
            </a:xfrm>
            <a:custGeom>
              <a:avLst/>
              <a:gdLst/>
              <a:ahLst/>
              <a:cxnLst/>
              <a:rect l="l" t="t" r="r" b="b"/>
              <a:pathLst>
                <a:path w="7620" h="13969">
                  <a:moveTo>
                    <a:pt x="7620" y="13716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13716"/>
                  </a:lnTo>
                  <a:lnTo>
                    <a:pt x="7620" y="1371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4384548" y="1737359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0" y="0"/>
                  </a:moveTo>
                  <a:lnTo>
                    <a:pt x="1524" y="60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4384548" y="1717547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10">
                  <a:moveTo>
                    <a:pt x="0" y="3810"/>
                  </a:moveTo>
                  <a:lnTo>
                    <a:pt x="1523" y="0"/>
                  </a:lnTo>
                </a:path>
                <a:path w="1904" h="3810">
                  <a:moveTo>
                    <a:pt x="0" y="3810"/>
                  </a:moveTo>
                  <a:lnTo>
                    <a:pt x="1523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4384548" y="1737359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0" y="0"/>
                  </a:moveTo>
                  <a:lnTo>
                    <a:pt x="1524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4407408" y="1712975"/>
              <a:ext cx="33655" cy="34290"/>
            </a:xfrm>
            <a:custGeom>
              <a:avLst/>
              <a:gdLst/>
              <a:ahLst/>
              <a:cxnLst/>
              <a:rect l="l" t="t" r="r" b="b"/>
              <a:pathLst>
                <a:path w="33654" h="34289">
                  <a:moveTo>
                    <a:pt x="33527" y="34289"/>
                  </a:moveTo>
                  <a:lnTo>
                    <a:pt x="33527" y="0"/>
                  </a:lnTo>
                  <a:lnTo>
                    <a:pt x="0" y="0"/>
                  </a:lnTo>
                  <a:lnTo>
                    <a:pt x="0" y="34289"/>
                  </a:lnTo>
                  <a:lnTo>
                    <a:pt x="33527" y="34289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4407408" y="1712975"/>
              <a:ext cx="33655" cy="34290"/>
            </a:xfrm>
            <a:custGeom>
              <a:avLst/>
              <a:gdLst/>
              <a:ahLst/>
              <a:cxnLst/>
              <a:rect l="l" t="t" r="r" b="b"/>
              <a:pathLst>
                <a:path w="33654" h="34289">
                  <a:moveTo>
                    <a:pt x="33527" y="34289"/>
                  </a:moveTo>
                  <a:lnTo>
                    <a:pt x="33527" y="0"/>
                  </a:lnTo>
                  <a:lnTo>
                    <a:pt x="0" y="0"/>
                  </a:lnTo>
                  <a:lnTo>
                    <a:pt x="0" y="34289"/>
                  </a:lnTo>
                  <a:lnTo>
                    <a:pt x="33527" y="3428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4407407" y="1711451"/>
              <a:ext cx="0" cy="35560"/>
            </a:xfrm>
            <a:custGeom>
              <a:avLst/>
              <a:gdLst/>
              <a:ahLst/>
              <a:cxnLst/>
              <a:rect l="l" t="t" r="r" b="b"/>
              <a:pathLst>
                <a:path w="0" h="35560">
                  <a:moveTo>
                    <a:pt x="0" y="0"/>
                  </a:moveTo>
                  <a:lnTo>
                    <a:pt x="0" y="350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4386072" y="1730501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0" y="0"/>
                  </a:moveTo>
                  <a:lnTo>
                    <a:pt x="762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4386072" y="1727454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 h="0">
                  <a:moveTo>
                    <a:pt x="0" y="0"/>
                  </a:moveTo>
                  <a:lnTo>
                    <a:pt x="7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4368545" y="1719071"/>
              <a:ext cx="16510" cy="1270"/>
            </a:xfrm>
            <a:custGeom>
              <a:avLst/>
              <a:gdLst/>
              <a:ahLst/>
              <a:cxnLst/>
              <a:rect l="l" t="t" r="r" b="b"/>
              <a:pathLst>
                <a:path w="16510" h="1269">
                  <a:moveTo>
                    <a:pt x="0" y="762"/>
                  </a:moveTo>
                  <a:lnTo>
                    <a:pt x="1524" y="0"/>
                  </a:lnTo>
                  <a:lnTo>
                    <a:pt x="1600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4368546" y="1738884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16001" y="3048"/>
                  </a:moveTo>
                  <a:lnTo>
                    <a:pt x="9905" y="3048"/>
                  </a:lnTo>
                  <a:lnTo>
                    <a:pt x="3809" y="1524"/>
                  </a:lnTo>
                  <a:lnTo>
                    <a:pt x="1523" y="1524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4362449" y="1711451"/>
              <a:ext cx="6350" cy="36830"/>
            </a:xfrm>
            <a:custGeom>
              <a:avLst/>
              <a:gdLst/>
              <a:ahLst/>
              <a:cxnLst/>
              <a:rect l="l" t="t" r="r" b="b"/>
              <a:pathLst>
                <a:path w="6350" h="36830">
                  <a:moveTo>
                    <a:pt x="5080" y="1016"/>
                  </a:moveTo>
                  <a:lnTo>
                    <a:pt x="3048" y="0"/>
                  </a:lnTo>
                  <a:lnTo>
                    <a:pt x="0" y="4572"/>
                  </a:lnTo>
                  <a:lnTo>
                    <a:pt x="0" y="33528"/>
                  </a:lnTo>
                  <a:lnTo>
                    <a:pt x="1524" y="35052"/>
                  </a:lnTo>
                  <a:lnTo>
                    <a:pt x="1524" y="4572"/>
                  </a:lnTo>
                  <a:lnTo>
                    <a:pt x="5080" y="1016"/>
                  </a:lnTo>
                  <a:close/>
                </a:path>
                <a:path w="6350" h="36830">
                  <a:moveTo>
                    <a:pt x="6096" y="36576"/>
                  </a:moveTo>
                  <a:lnTo>
                    <a:pt x="1524" y="32004"/>
                  </a:lnTo>
                  <a:lnTo>
                    <a:pt x="1524" y="35052"/>
                  </a:lnTo>
                  <a:lnTo>
                    <a:pt x="3048" y="36576"/>
                  </a:lnTo>
                  <a:lnTo>
                    <a:pt x="6096" y="36576"/>
                  </a:lnTo>
                  <a:close/>
                </a:path>
                <a:path w="6350" h="36830">
                  <a:moveTo>
                    <a:pt x="6096" y="1524"/>
                  </a:moveTo>
                  <a:lnTo>
                    <a:pt x="6096" y="0"/>
                  </a:lnTo>
                  <a:lnTo>
                    <a:pt x="5080" y="1016"/>
                  </a:lnTo>
                  <a:lnTo>
                    <a:pt x="6096" y="1524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4362449" y="1711451"/>
              <a:ext cx="6350" cy="36830"/>
            </a:xfrm>
            <a:custGeom>
              <a:avLst/>
              <a:gdLst/>
              <a:ahLst/>
              <a:cxnLst/>
              <a:rect l="l" t="t" r="r" b="b"/>
              <a:pathLst>
                <a:path w="6350" h="36830">
                  <a:moveTo>
                    <a:pt x="6096" y="0"/>
                  </a:moveTo>
                  <a:lnTo>
                    <a:pt x="1524" y="4572"/>
                  </a:lnTo>
                  <a:lnTo>
                    <a:pt x="1524" y="32004"/>
                  </a:lnTo>
                  <a:lnTo>
                    <a:pt x="6096" y="36576"/>
                  </a:lnTo>
                  <a:lnTo>
                    <a:pt x="3048" y="36576"/>
                  </a:lnTo>
                  <a:lnTo>
                    <a:pt x="0" y="33528"/>
                  </a:lnTo>
                  <a:lnTo>
                    <a:pt x="0" y="4572"/>
                  </a:lnTo>
                  <a:lnTo>
                    <a:pt x="3048" y="0"/>
                  </a:lnTo>
                  <a:lnTo>
                    <a:pt x="6096" y="1524"/>
                  </a:lnTo>
                  <a:lnTo>
                    <a:pt x="609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4367021" y="1717547"/>
              <a:ext cx="1270" cy="5080"/>
            </a:xfrm>
            <a:custGeom>
              <a:avLst/>
              <a:gdLst/>
              <a:ahLst/>
              <a:cxnLst/>
              <a:rect l="l" t="t" r="r" b="b"/>
              <a:pathLst>
                <a:path w="1270" h="5080">
                  <a:moveTo>
                    <a:pt x="762" y="3048"/>
                  </a:moveTo>
                  <a:lnTo>
                    <a:pt x="762" y="762"/>
                  </a:lnTo>
                  <a:lnTo>
                    <a:pt x="0" y="0"/>
                  </a:lnTo>
                  <a:lnTo>
                    <a:pt x="0" y="4572"/>
                  </a:lnTo>
                  <a:lnTo>
                    <a:pt x="762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4367021" y="1717547"/>
              <a:ext cx="1270" cy="5080"/>
            </a:xfrm>
            <a:custGeom>
              <a:avLst/>
              <a:gdLst/>
              <a:ahLst/>
              <a:cxnLst/>
              <a:rect l="l" t="t" r="r" b="b"/>
              <a:pathLst>
                <a:path w="1270" h="5080">
                  <a:moveTo>
                    <a:pt x="762" y="2286"/>
                  </a:moveTo>
                  <a:lnTo>
                    <a:pt x="762" y="762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762" y="3048"/>
                  </a:lnTo>
                  <a:lnTo>
                    <a:pt x="762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4367021" y="1737359"/>
              <a:ext cx="1270" cy="5715"/>
            </a:xfrm>
            <a:custGeom>
              <a:avLst/>
              <a:gdLst/>
              <a:ahLst/>
              <a:cxnLst/>
              <a:rect l="l" t="t" r="r" b="b"/>
              <a:pathLst>
                <a:path w="1270" h="5714">
                  <a:moveTo>
                    <a:pt x="762" y="3810"/>
                  </a:moveTo>
                  <a:lnTo>
                    <a:pt x="762" y="762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762" y="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4367021" y="1737359"/>
              <a:ext cx="1270" cy="5715"/>
            </a:xfrm>
            <a:custGeom>
              <a:avLst/>
              <a:gdLst/>
              <a:ahLst/>
              <a:cxnLst/>
              <a:rect l="l" t="t" r="r" b="b"/>
              <a:pathLst>
                <a:path w="1270" h="5714">
                  <a:moveTo>
                    <a:pt x="762" y="2286"/>
                  </a:moveTo>
                  <a:lnTo>
                    <a:pt x="762" y="76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5334"/>
                  </a:lnTo>
                  <a:lnTo>
                    <a:pt x="762" y="3810"/>
                  </a:lnTo>
                  <a:lnTo>
                    <a:pt x="762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4365498" y="1721357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762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4365498" y="1721357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762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4365498" y="1737359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762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4365498" y="1722881"/>
              <a:ext cx="2540" cy="15240"/>
            </a:xfrm>
            <a:custGeom>
              <a:avLst/>
              <a:gdLst/>
              <a:ahLst/>
              <a:cxnLst/>
              <a:rect l="l" t="t" r="r" b="b"/>
              <a:pathLst>
                <a:path w="2539" h="15239">
                  <a:moveTo>
                    <a:pt x="2286" y="15240"/>
                  </a:moveTo>
                  <a:lnTo>
                    <a:pt x="2286" y="14478"/>
                  </a:lnTo>
                  <a:lnTo>
                    <a:pt x="0" y="14478"/>
                  </a:lnTo>
                  <a:lnTo>
                    <a:pt x="0" y="15240"/>
                  </a:lnTo>
                  <a:lnTo>
                    <a:pt x="2286" y="15240"/>
                  </a:lnTo>
                  <a:close/>
                </a:path>
                <a:path w="2539" h="15239">
                  <a:moveTo>
                    <a:pt x="2286" y="13716"/>
                  </a:moveTo>
                  <a:lnTo>
                    <a:pt x="2286" y="0"/>
                  </a:lnTo>
                  <a:lnTo>
                    <a:pt x="1524" y="0"/>
                  </a:lnTo>
                  <a:lnTo>
                    <a:pt x="1524" y="13716"/>
                  </a:lnTo>
                  <a:lnTo>
                    <a:pt x="2286" y="1371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4441698" y="1712975"/>
              <a:ext cx="2540" cy="6350"/>
            </a:xfrm>
            <a:custGeom>
              <a:avLst/>
              <a:gdLst/>
              <a:ahLst/>
              <a:cxnLst/>
              <a:rect l="l" t="t" r="r" b="b"/>
              <a:pathLst>
                <a:path w="2539" h="6350">
                  <a:moveTo>
                    <a:pt x="2286" y="6095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6095"/>
                  </a:lnTo>
                  <a:lnTo>
                    <a:pt x="2286" y="60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4441698" y="1712975"/>
              <a:ext cx="2540" cy="6350"/>
            </a:xfrm>
            <a:custGeom>
              <a:avLst/>
              <a:gdLst/>
              <a:ahLst/>
              <a:cxnLst/>
              <a:rect l="l" t="t" r="r" b="b"/>
              <a:pathLst>
                <a:path w="2539" h="6350">
                  <a:moveTo>
                    <a:pt x="2286" y="6095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6095"/>
                  </a:lnTo>
                  <a:lnTo>
                    <a:pt x="2286" y="609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4441698" y="1741931"/>
              <a:ext cx="2540" cy="5715"/>
            </a:xfrm>
            <a:custGeom>
              <a:avLst/>
              <a:gdLst/>
              <a:ahLst/>
              <a:cxnLst/>
              <a:rect l="l" t="t" r="r" b="b"/>
              <a:pathLst>
                <a:path w="2539" h="5714">
                  <a:moveTo>
                    <a:pt x="2286" y="5334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2286" y="53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4441698" y="1741931"/>
              <a:ext cx="2540" cy="5715"/>
            </a:xfrm>
            <a:custGeom>
              <a:avLst/>
              <a:gdLst/>
              <a:ahLst/>
              <a:cxnLst/>
              <a:rect l="l" t="t" r="r" b="b"/>
              <a:pathLst>
                <a:path w="2539" h="5714">
                  <a:moveTo>
                    <a:pt x="2286" y="5334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2286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4408931" y="1712975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10">
                  <a:moveTo>
                    <a:pt x="3048" y="2286"/>
                  </a:moveTo>
                  <a:lnTo>
                    <a:pt x="3048" y="1524"/>
                  </a:lnTo>
                  <a:lnTo>
                    <a:pt x="3048" y="762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2286" y="3810"/>
                  </a:lnTo>
                  <a:lnTo>
                    <a:pt x="3048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4408931" y="1712975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10">
                  <a:moveTo>
                    <a:pt x="3048" y="1524"/>
                  </a:moveTo>
                  <a:lnTo>
                    <a:pt x="3048" y="762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1524" y="3810"/>
                  </a:lnTo>
                  <a:lnTo>
                    <a:pt x="2286" y="3810"/>
                  </a:lnTo>
                  <a:lnTo>
                    <a:pt x="3048" y="2286"/>
                  </a:lnTo>
                  <a:lnTo>
                    <a:pt x="3048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4437887" y="1712975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10">
                  <a:moveTo>
                    <a:pt x="3048" y="2286"/>
                  </a:moveTo>
                  <a:lnTo>
                    <a:pt x="3048" y="1524"/>
                  </a:lnTo>
                  <a:lnTo>
                    <a:pt x="3048" y="762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2286" y="3810"/>
                  </a:lnTo>
                  <a:lnTo>
                    <a:pt x="3048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4437887" y="1712975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10">
                  <a:moveTo>
                    <a:pt x="3048" y="1524"/>
                  </a:moveTo>
                  <a:lnTo>
                    <a:pt x="3048" y="762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1524" y="3810"/>
                  </a:lnTo>
                  <a:lnTo>
                    <a:pt x="2286" y="3810"/>
                  </a:lnTo>
                  <a:lnTo>
                    <a:pt x="3048" y="2286"/>
                  </a:lnTo>
                  <a:lnTo>
                    <a:pt x="3048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4408931" y="1744980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3048" y="1524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2286" y="2286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4408931" y="1744980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3048" y="762"/>
                  </a:moveTo>
                  <a:lnTo>
                    <a:pt x="3048" y="0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1524" y="2286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3048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4437887" y="1744980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3048" y="1524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2286" y="2286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4437887" y="1744980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3048" y="762"/>
                  </a:moveTo>
                  <a:lnTo>
                    <a:pt x="3048" y="0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1524" y="2286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3048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4410455" y="1714499"/>
              <a:ext cx="17145" cy="17780"/>
            </a:xfrm>
            <a:custGeom>
              <a:avLst/>
              <a:gdLst/>
              <a:ahLst/>
              <a:cxnLst/>
              <a:rect l="l" t="t" r="r" b="b"/>
              <a:pathLst>
                <a:path w="17145" h="17780">
                  <a:moveTo>
                    <a:pt x="16764" y="16002"/>
                  </a:moveTo>
                  <a:lnTo>
                    <a:pt x="16764" y="9906"/>
                  </a:lnTo>
                  <a:lnTo>
                    <a:pt x="14478" y="8382"/>
                  </a:lnTo>
                  <a:lnTo>
                    <a:pt x="15240" y="5334"/>
                  </a:lnTo>
                  <a:lnTo>
                    <a:pt x="15240" y="1524"/>
                  </a:lnTo>
                  <a:lnTo>
                    <a:pt x="14478" y="0"/>
                  </a:lnTo>
                  <a:lnTo>
                    <a:pt x="9906" y="0"/>
                  </a:lnTo>
                  <a:lnTo>
                    <a:pt x="8382" y="1524"/>
                  </a:lnTo>
                  <a:lnTo>
                    <a:pt x="8382" y="4572"/>
                  </a:lnTo>
                  <a:lnTo>
                    <a:pt x="5334" y="4572"/>
                  </a:lnTo>
                  <a:lnTo>
                    <a:pt x="2285" y="1524"/>
                  </a:lnTo>
                  <a:lnTo>
                    <a:pt x="1523" y="1524"/>
                  </a:lnTo>
                  <a:lnTo>
                    <a:pt x="0" y="4572"/>
                  </a:lnTo>
                  <a:lnTo>
                    <a:pt x="0" y="6858"/>
                  </a:lnTo>
                  <a:lnTo>
                    <a:pt x="1524" y="8382"/>
                  </a:lnTo>
                  <a:lnTo>
                    <a:pt x="2286" y="9906"/>
                  </a:lnTo>
                  <a:lnTo>
                    <a:pt x="2286" y="11430"/>
                  </a:lnTo>
                  <a:lnTo>
                    <a:pt x="5334" y="14478"/>
                  </a:lnTo>
                  <a:lnTo>
                    <a:pt x="6858" y="11430"/>
                  </a:lnTo>
                  <a:lnTo>
                    <a:pt x="8382" y="9906"/>
                  </a:lnTo>
                  <a:lnTo>
                    <a:pt x="11430" y="9906"/>
                  </a:lnTo>
                  <a:lnTo>
                    <a:pt x="11430" y="12954"/>
                  </a:lnTo>
                  <a:lnTo>
                    <a:pt x="14478" y="17526"/>
                  </a:lnTo>
                  <a:lnTo>
                    <a:pt x="16764" y="1600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4410455" y="1714499"/>
              <a:ext cx="17145" cy="17780"/>
            </a:xfrm>
            <a:custGeom>
              <a:avLst/>
              <a:gdLst/>
              <a:ahLst/>
              <a:cxnLst/>
              <a:rect l="l" t="t" r="r" b="b"/>
              <a:pathLst>
                <a:path w="17145" h="17780">
                  <a:moveTo>
                    <a:pt x="0" y="6858"/>
                  </a:moveTo>
                  <a:lnTo>
                    <a:pt x="0" y="4572"/>
                  </a:lnTo>
                  <a:lnTo>
                    <a:pt x="1523" y="1524"/>
                  </a:lnTo>
                  <a:lnTo>
                    <a:pt x="2285" y="1524"/>
                  </a:lnTo>
                  <a:lnTo>
                    <a:pt x="5334" y="4572"/>
                  </a:lnTo>
                  <a:lnTo>
                    <a:pt x="8382" y="4572"/>
                  </a:lnTo>
                  <a:lnTo>
                    <a:pt x="8382" y="1524"/>
                  </a:lnTo>
                  <a:lnTo>
                    <a:pt x="9906" y="0"/>
                  </a:lnTo>
                  <a:lnTo>
                    <a:pt x="14478" y="0"/>
                  </a:lnTo>
                  <a:lnTo>
                    <a:pt x="15240" y="1524"/>
                  </a:lnTo>
                  <a:lnTo>
                    <a:pt x="15240" y="5334"/>
                  </a:lnTo>
                  <a:lnTo>
                    <a:pt x="14478" y="8382"/>
                  </a:lnTo>
                  <a:lnTo>
                    <a:pt x="16764" y="9906"/>
                  </a:lnTo>
                  <a:lnTo>
                    <a:pt x="16764" y="16002"/>
                  </a:lnTo>
                  <a:lnTo>
                    <a:pt x="14478" y="17526"/>
                  </a:lnTo>
                  <a:lnTo>
                    <a:pt x="11430" y="12954"/>
                  </a:lnTo>
                  <a:lnTo>
                    <a:pt x="11430" y="9906"/>
                  </a:lnTo>
                  <a:lnTo>
                    <a:pt x="8382" y="9906"/>
                  </a:lnTo>
                  <a:lnTo>
                    <a:pt x="6858" y="11430"/>
                  </a:lnTo>
                  <a:lnTo>
                    <a:pt x="5334" y="14478"/>
                  </a:lnTo>
                  <a:lnTo>
                    <a:pt x="2286" y="11430"/>
                  </a:lnTo>
                  <a:lnTo>
                    <a:pt x="2286" y="9906"/>
                  </a:lnTo>
                  <a:lnTo>
                    <a:pt x="1524" y="8382"/>
                  </a:lnTo>
                  <a:lnTo>
                    <a:pt x="0" y="6858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4430267" y="1725929"/>
              <a:ext cx="8890" cy="17780"/>
            </a:xfrm>
            <a:custGeom>
              <a:avLst/>
              <a:gdLst/>
              <a:ahLst/>
              <a:cxnLst/>
              <a:rect l="l" t="t" r="r" b="b"/>
              <a:pathLst>
                <a:path w="8889" h="17780">
                  <a:moveTo>
                    <a:pt x="8382" y="12954"/>
                  </a:moveTo>
                  <a:lnTo>
                    <a:pt x="8382" y="8382"/>
                  </a:lnTo>
                  <a:lnTo>
                    <a:pt x="7620" y="7620"/>
                  </a:lnTo>
                  <a:lnTo>
                    <a:pt x="4572" y="6096"/>
                  </a:lnTo>
                  <a:lnTo>
                    <a:pt x="6096" y="3047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1524" y="3048"/>
                  </a:lnTo>
                  <a:lnTo>
                    <a:pt x="1524" y="7620"/>
                  </a:lnTo>
                  <a:lnTo>
                    <a:pt x="3048" y="9906"/>
                  </a:lnTo>
                  <a:lnTo>
                    <a:pt x="3048" y="12954"/>
                  </a:lnTo>
                  <a:lnTo>
                    <a:pt x="1524" y="16002"/>
                  </a:lnTo>
                  <a:lnTo>
                    <a:pt x="4572" y="17526"/>
                  </a:lnTo>
                  <a:lnTo>
                    <a:pt x="7620" y="16002"/>
                  </a:lnTo>
                  <a:lnTo>
                    <a:pt x="8382" y="1295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4430267" y="1725929"/>
              <a:ext cx="8890" cy="17780"/>
            </a:xfrm>
            <a:custGeom>
              <a:avLst/>
              <a:gdLst/>
              <a:ahLst/>
              <a:cxnLst/>
              <a:rect l="l" t="t" r="r" b="b"/>
              <a:pathLst>
                <a:path w="8889" h="17780">
                  <a:moveTo>
                    <a:pt x="0" y="0"/>
                  </a:moveTo>
                  <a:lnTo>
                    <a:pt x="3048" y="0"/>
                  </a:lnTo>
                  <a:lnTo>
                    <a:pt x="6096" y="3047"/>
                  </a:lnTo>
                  <a:lnTo>
                    <a:pt x="4572" y="6096"/>
                  </a:lnTo>
                  <a:lnTo>
                    <a:pt x="7620" y="7620"/>
                  </a:lnTo>
                  <a:lnTo>
                    <a:pt x="8382" y="8382"/>
                  </a:lnTo>
                  <a:lnTo>
                    <a:pt x="8382" y="12954"/>
                  </a:lnTo>
                  <a:lnTo>
                    <a:pt x="7620" y="16002"/>
                  </a:lnTo>
                  <a:lnTo>
                    <a:pt x="4572" y="17526"/>
                  </a:lnTo>
                  <a:lnTo>
                    <a:pt x="1524" y="16002"/>
                  </a:lnTo>
                  <a:lnTo>
                    <a:pt x="3048" y="12954"/>
                  </a:lnTo>
                  <a:lnTo>
                    <a:pt x="3048" y="9906"/>
                  </a:lnTo>
                  <a:lnTo>
                    <a:pt x="1524" y="7620"/>
                  </a:lnTo>
                  <a:lnTo>
                    <a:pt x="1524" y="304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4412742" y="1735835"/>
              <a:ext cx="17780" cy="12700"/>
            </a:xfrm>
            <a:custGeom>
              <a:avLst/>
              <a:gdLst/>
              <a:ahLst/>
              <a:cxnLst/>
              <a:rect l="l" t="t" r="r" b="b"/>
              <a:pathLst>
                <a:path w="17779" h="12700">
                  <a:moveTo>
                    <a:pt x="17526" y="10668"/>
                  </a:moveTo>
                  <a:lnTo>
                    <a:pt x="16002" y="7620"/>
                  </a:lnTo>
                  <a:lnTo>
                    <a:pt x="12954" y="4572"/>
                  </a:lnTo>
                  <a:lnTo>
                    <a:pt x="12192" y="3048"/>
                  </a:lnTo>
                  <a:lnTo>
                    <a:pt x="9144" y="1524"/>
                  </a:lnTo>
                  <a:lnTo>
                    <a:pt x="7620" y="3048"/>
                  </a:lnTo>
                  <a:lnTo>
                    <a:pt x="4572" y="3048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12192"/>
                  </a:lnTo>
                  <a:lnTo>
                    <a:pt x="6096" y="12192"/>
                  </a:lnTo>
                  <a:lnTo>
                    <a:pt x="9144" y="10668"/>
                  </a:lnTo>
                  <a:lnTo>
                    <a:pt x="9144" y="7620"/>
                  </a:lnTo>
                  <a:lnTo>
                    <a:pt x="12192" y="9144"/>
                  </a:lnTo>
                  <a:lnTo>
                    <a:pt x="14478" y="10668"/>
                  </a:lnTo>
                  <a:lnTo>
                    <a:pt x="17526" y="1066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4412742" y="1735835"/>
              <a:ext cx="17780" cy="12700"/>
            </a:xfrm>
            <a:custGeom>
              <a:avLst/>
              <a:gdLst/>
              <a:ahLst/>
              <a:cxnLst/>
              <a:rect l="l" t="t" r="r" b="b"/>
              <a:pathLst>
                <a:path w="17779" h="12700">
                  <a:moveTo>
                    <a:pt x="0" y="3048"/>
                  </a:moveTo>
                  <a:lnTo>
                    <a:pt x="0" y="1524"/>
                  </a:lnTo>
                  <a:lnTo>
                    <a:pt x="1523" y="0"/>
                  </a:lnTo>
                  <a:lnTo>
                    <a:pt x="4572" y="3048"/>
                  </a:lnTo>
                  <a:lnTo>
                    <a:pt x="7620" y="3048"/>
                  </a:lnTo>
                  <a:lnTo>
                    <a:pt x="9144" y="1524"/>
                  </a:lnTo>
                  <a:lnTo>
                    <a:pt x="12192" y="3048"/>
                  </a:lnTo>
                  <a:lnTo>
                    <a:pt x="12954" y="4572"/>
                  </a:lnTo>
                  <a:lnTo>
                    <a:pt x="16002" y="7620"/>
                  </a:lnTo>
                  <a:lnTo>
                    <a:pt x="17526" y="10668"/>
                  </a:lnTo>
                  <a:lnTo>
                    <a:pt x="14478" y="10668"/>
                  </a:lnTo>
                  <a:lnTo>
                    <a:pt x="12192" y="9144"/>
                  </a:lnTo>
                  <a:lnTo>
                    <a:pt x="9144" y="7620"/>
                  </a:lnTo>
                  <a:lnTo>
                    <a:pt x="9144" y="10668"/>
                  </a:lnTo>
                  <a:lnTo>
                    <a:pt x="6096" y="12192"/>
                  </a:lnTo>
                  <a:lnTo>
                    <a:pt x="0" y="12192"/>
                  </a:lnTo>
                  <a:lnTo>
                    <a:pt x="0" y="3048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4391405" y="1714499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60">
                  <a:moveTo>
                    <a:pt x="11430" y="1524"/>
                  </a:moveTo>
                  <a:lnTo>
                    <a:pt x="11430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3048" y="4572"/>
                  </a:lnTo>
                  <a:lnTo>
                    <a:pt x="3048" y="6858"/>
                  </a:lnTo>
                  <a:lnTo>
                    <a:pt x="6096" y="9906"/>
                  </a:lnTo>
                  <a:lnTo>
                    <a:pt x="6096" y="6858"/>
                  </a:lnTo>
                  <a:lnTo>
                    <a:pt x="7620" y="4572"/>
                  </a:lnTo>
                  <a:lnTo>
                    <a:pt x="9906" y="4572"/>
                  </a:lnTo>
                  <a:lnTo>
                    <a:pt x="11430" y="1524"/>
                  </a:lnTo>
                  <a:close/>
                </a:path>
                <a:path w="11429" h="10160">
                  <a:moveTo>
                    <a:pt x="7620" y="9906"/>
                  </a:moveTo>
                  <a:lnTo>
                    <a:pt x="6096" y="6858"/>
                  </a:lnTo>
                  <a:lnTo>
                    <a:pt x="6096" y="9906"/>
                  </a:lnTo>
                  <a:lnTo>
                    <a:pt x="7620" y="9906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4391405" y="1714499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60">
                  <a:moveTo>
                    <a:pt x="0" y="4572"/>
                  </a:moveTo>
                  <a:lnTo>
                    <a:pt x="0" y="1524"/>
                  </a:lnTo>
                  <a:lnTo>
                    <a:pt x="1523" y="0"/>
                  </a:lnTo>
                  <a:lnTo>
                    <a:pt x="11430" y="0"/>
                  </a:lnTo>
                  <a:lnTo>
                    <a:pt x="11430" y="1524"/>
                  </a:lnTo>
                  <a:lnTo>
                    <a:pt x="9906" y="4572"/>
                  </a:lnTo>
                  <a:lnTo>
                    <a:pt x="7620" y="4572"/>
                  </a:lnTo>
                  <a:lnTo>
                    <a:pt x="6096" y="6858"/>
                  </a:lnTo>
                  <a:lnTo>
                    <a:pt x="7620" y="9906"/>
                  </a:lnTo>
                  <a:lnTo>
                    <a:pt x="6096" y="9906"/>
                  </a:lnTo>
                  <a:lnTo>
                    <a:pt x="3048" y="6858"/>
                  </a:lnTo>
                  <a:lnTo>
                    <a:pt x="3048" y="4572"/>
                  </a:lnTo>
                  <a:lnTo>
                    <a:pt x="0" y="3048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4389882" y="1733549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9144" y="9906"/>
                  </a:moveTo>
                  <a:lnTo>
                    <a:pt x="7620" y="6858"/>
                  </a:lnTo>
                  <a:lnTo>
                    <a:pt x="4572" y="5334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1523" y="762"/>
                  </a:lnTo>
                  <a:lnTo>
                    <a:pt x="0" y="3810"/>
                  </a:lnTo>
                  <a:lnTo>
                    <a:pt x="0" y="5334"/>
                  </a:lnTo>
                  <a:lnTo>
                    <a:pt x="0" y="6858"/>
                  </a:lnTo>
                  <a:lnTo>
                    <a:pt x="3048" y="9906"/>
                  </a:lnTo>
                  <a:lnTo>
                    <a:pt x="4572" y="12954"/>
                  </a:lnTo>
                  <a:lnTo>
                    <a:pt x="7620" y="12954"/>
                  </a:lnTo>
                  <a:lnTo>
                    <a:pt x="9144" y="9906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4389882" y="1733549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0" y="5334"/>
                  </a:moveTo>
                  <a:lnTo>
                    <a:pt x="0" y="3810"/>
                  </a:lnTo>
                  <a:lnTo>
                    <a:pt x="1523" y="762"/>
                  </a:lnTo>
                  <a:lnTo>
                    <a:pt x="0" y="0"/>
                  </a:lnTo>
                  <a:lnTo>
                    <a:pt x="4572" y="0"/>
                  </a:lnTo>
                  <a:lnTo>
                    <a:pt x="4572" y="5334"/>
                  </a:lnTo>
                  <a:lnTo>
                    <a:pt x="7620" y="6858"/>
                  </a:lnTo>
                  <a:lnTo>
                    <a:pt x="9144" y="9906"/>
                  </a:lnTo>
                  <a:lnTo>
                    <a:pt x="7620" y="12954"/>
                  </a:lnTo>
                  <a:lnTo>
                    <a:pt x="4572" y="12954"/>
                  </a:lnTo>
                  <a:lnTo>
                    <a:pt x="3048" y="9906"/>
                  </a:lnTo>
                  <a:lnTo>
                    <a:pt x="0" y="6858"/>
                  </a:lnTo>
                  <a:lnTo>
                    <a:pt x="0" y="5334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4368546" y="1728977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60">
                  <a:moveTo>
                    <a:pt x="11430" y="8382"/>
                  </a:moveTo>
                  <a:lnTo>
                    <a:pt x="11430" y="5334"/>
                  </a:lnTo>
                  <a:lnTo>
                    <a:pt x="8382" y="4572"/>
                  </a:lnTo>
                  <a:lnTo>
                    <a:pt x="8382" y="3048"/>
                  </a:lnTo>
                  <a:lnTo>
                    <a:pt x="6858" y="0"/>
                  </a:lnTo>
                  <a:lnTo>
                    <a:pt x="5334" y="0"/>
                  </a:lnTo>
                  <a:lnTo>
                    <a:pt x="3810" y="3048"/>
                  </a:lnTo>
                  <a:lnTo>
                    <a:pt x="1524" y="4572"/>
                  </a:lnTo>
                  <a:lnTo>
                    <a:pt x="0" y="5334"/>
                  </a:lnTo>
                  <a:lnTo>
                    <a:pt x="3048" y="8382"/>
                  </a:lnTo>
                  <a:lnTo>
                    <a:pt x="5334" y="9906"/>
                  </a:lnTo>
                  <a:lnTo>
                    <a:pt x="5334" y="6858"/>
                  </a:lnTo>
                  <a:lnTo>
                    <a:pt x="8382" y="8382"/>
                  </a:lnTo>
                  <a:lnTo>
                    <a:pt x="11430" y="838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4368546" y="1728977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60">
                  <a:moveTo>
                    <a:pt x="1524" y="4572"/>
                  </a:moveTo>
                  <a:lnTo>
                    <a:pt x="3810" y="3048"/>
                  </a:lnTo>
                  <a:lnTo>
                    <a:pt x="5334" y="0"/>
                  </a:lnTo>
                  <a:lnTo>
                    <a:pt x="6858" y="0"/>
                  </a:lnTo>
                  <a:lnTo>
                    <a:pt x="8382" y="3048"/>
                  </a:lnTo>
                  <a:lnTo>
                    <a:pt x="8382" y="4572"/>
                  </a:lnTo>
                  <a:lnTo>
                    <a:pt x="11430" y="5334"/>
                  </a:lnTo>
                  <a:lnTo>
                    <a:pt x="11430" y="8382"/>
                  </a:lnTo>
                  <a:lnTo>
                    <a:pt x="8382" y="8382"/>
                  </a:lnTo>
                  <a:lnTo>
                    <a:pt x="5334" y="6858"/>
                  </a:lnTo>
                  <a:lnTo>
                    <a:pt x="5334" y="9906"/>
                  </a:lnTo>
                  <a:lnTo>
                    <a:pt x="3048" y="8382"/>
                  </a:lnTo>
                  <a:lnTo>
                    <a:pt x="0" y="5334"/>
                  </a:lnTo>
                  <a:lnTo>
                    <a:pt x="1524" y="4572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4372355" y="1719834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9144" y="4572"/>
                  </a:moveTo>
                  <a:lnTo>
                    <a:pt x="7620" y="1524"/>
                  </a:lnTo>
                  <a:lnTo>
                    <a:pt x="7620" y="0"/>
                  </a:lnTo>
                  <a:lnTo>
                    <a:pt x="1524" y="3048"/>
                  </a:lnTo>
                  <a:lnTo>
                    <a:pt x="0" y="4572"/>
                  </a:lnTo>
                  <a:lnTo>
                    <a:pt x="1524" y="6096"/>
                  </a:lnTo>
                  <a:lnTo>
                    <a:pt x="3048" y="6096"/>
                  </a:lnTo>
                  <a:lnTo>
                    <a:pt x="4572" y="4572"/>
                  </a:lnTo>
                  <a:lnTo>
                    <a:pt x="7620" y="4572"/>
                  </a:lnTo>
                  <a:lnTo>
                    <a:pt x="7620" y="6096"/>
                  </a:lnTo>
                  <a:lnTo>
                    <a:pt x="9144" y="457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4372355" y="1719834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1524" y="3048"/>
                  </a:moveTo>
                  <a:lnTo>
                    <a:pt x="7620" y="0"/>
                  </a:lnTo>
                  <a:lnTo>
                    <a:pt x="7620" y="1524"/>
                  </a:lnTo>
                  <a:lnTo>
                    <a:pt x="9144" y="4572"/>
                  </a:lnTo>
                  <a:lnTo>
                    <a:pt x="7620" y="6096"/>
                  </a:lnTo>
                  <a:lnTo>
                    <a:pt x="7620" y="4572"/>
                  </a:lnTo>
                  <a:lnTo>
                    <a:pt x="4572" y="4572"/>
                  </a:lnTo>
                  <a:lnTo>
                    <a:pt x="3048" y="6096"/>
                  </a:lnTo>
                  <a:lnTo>
                    <a:pt x="1524" y="6096"/>
                  </a:lnTo>
                  <a:lnTo>
                    <a:pt x="0" y="4572"/>
                  </a:lnTo>
                  <a:lnTo>
                    <a:pt x="1524" y="3048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4408932" y="1724406"/>
              <a:ext cx="11430" cy="13335"/>
            </a:xfrm>
            <a:custGeom>
              <a:avLst/>
              <a:gdLst/>
              <a:ahLst/>
              <a:cxnLst/>
              <a:rect l="l" t="t" r="r" b="b"/>
              <a:pathLst>
                <a:path w="11429" h="13335">
                  <a:moveTo>
                    <a:pt x="11430" y="9144"/>
                  </a:moveTo>
                  <a:lnTo>
                    <a:pt x="5334" y="6096"/>
                  </a:lnTo>
                  <a:lnTo>
                    <a:pt x="3810" y="3048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1524" y="7620"/>
                  </a:lnTo>
                  <a:lnTo>
                    <a:pt x="1524" y="11430"/>
                  </a:lnTo>
                  <a:lnTo>
                    <a:pt x="3810" y="12954"/>
                  </a:lnTo>
                  <a:lnTo>
                    <a:pt x="3810" y="9906"/>
                  </a:lnTo>
                  <a:lnTo>
                    <a:pt x="8382" y="9906"/>
                  </a:lnTo>
                  <a:lnTo>
                    <a:pt x="11430" y="914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4408932" y="1724406"/>
              <a:ext cx="11430" cy="13335"/>
            </a:xfrm>
            <a:custGeom>
              <a:avLst/>
              <a:gdLst/>
              <a:ahLst/>
              <a:cxnLst/>
              <a:rect l="l" t="t" r="r" b="b"/>
              <a:pathLst>
                <a:path w="11429" h="13335">
                  <a:moveTo>
                    <a:pt x="3810" y="3048"/>
                  </a:moveTo>
                  <a:lnTo>
                    <a:pt x="5334" y="6096"/>
                  </a:lnTo>
                  <a:lnTo>
                    <a:pt x="8382" y="7620"/>
                  </a:lnTo>
                  <a:lnTo>
                    <a:pt x="11430" y="9144"/>
                  </a:lnTo>
                  <a:lnTo>
                    <a:pt x="8382" y="9906"/>
                  </a:lnTo>
                  <a:lnTo>
                    <a:pt x="3810" y="9906"/>
                  </a:lnTo>
                  <a:lnTo>
                    <a:pt x="3810" y="12954"/>
                  </a:lnTo>
                  <a:lnTo>
                    <a:pt x="1524" y="11430"/>
                  </a:lnTo>
                  <a:lnTo>
                    <a:pt x="1524" y="7620"/>
                  </a:lnTo>
                  <a:lnTo>
                    <a:pt x="0" y="4572"/>
                  </a:lnTo>
                  <a:lnTo>
                    <a:pt x="0" y="1524"/>
                  </a:lnTo>
                  <a:lnTo>
                    <a:pt x="3048" y="0"/>
                  </a:lnTo>
                  <a:lnTo>
                    <a:pt x="3810" y="3048"/>
                  </a:lnTo>
                  <a:lnTo>
                    <a:pt x="3810" y="4572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4424933" y="1716024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30" y="6858"/>
                  </a:moveTo>
                  <a:lnTo>
                    <a:pt x="8382" y="5334"/>
                  </a:lnTo>
                  <a:lnTo>
                    <a:pt x="9906" y="3048"/>
                  </a:lnTo>
                  <a:lnTo>
                    <a:pt x="6858" y="0"/>
                  </a:lnTo>
                  <a:lnTo>
                    <a:pt x="5334" y="3048"/>
                  </a:lnTo>
                  <a:lnTo>
                    <a:pt x="3810" y="3048"/>
                  </a:lnTo>
                  <a:lnTo>
                    <a:pt x="762" y="3810"/>
                  </a:lnTo>
                  <a:lnTo>
                    <a:pt x="762" y="6858"/>
                  </a:lnTo>
                  <a:lnTo>
                    <a:pt x="0" y="6858"/>
                  </a:lnTo>
                  <a:lnTo>
                    <a:pt x="2286" y="8382"/>
                  </a:lnTo>
                  <a:lnTo>
                    <a:pt x="5334" y="8382"/>
                  </a:lnTo>
                  <a:lnTo>
                    <a:pt x="5334" y="11430"/>
                  </a:lnTo>
                  <a:lnTo>
                    <a:pt x="6858" y="11430"/>
                  </a:lnTo>
                  <a:lnTo>
                    <a:pt x="8382" y="8382"/>
                  </a:lnTo>
                  <a:lnTo>
                    <a:pt x="8382" y="6858"/>
                  </a:lnTo>
                  <a:lnTo>
                    <a:pt x="11430" y="685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4424933" y="1716024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762" y="6858"/>
                  </a:moveTo>
                  <a:lnTo>
                    <a:pt x="762" y="3810"/>
                  </a:lnTo>
                  <a:lnTo>
                    <a:pt x="3810" y="3048"/>
                  </a:lnTo>
                  <a:lnTo>
                    <a:pt x="5334" y="3048"/>
                  </a:lnTo>
                  <a:lnTo>
                    <a:pt x="6858" y="0"/>
                  </a:lnTo>
                  <a:lnTo>
                    <a:pt x="9906" y="3048"/>
                  </a:lnTo>
                  <a:lnTo>
                    <a:pt x="8382" y="5334"/>
                  </a:lnTo>
                  <a:lnTo>
                    <a:pt x="11430" y="6858"/>
                  </a:lnTo>
                  <a:lnTo>
                    <a:pt x="8382" y="6858"/>
                  </a:lnTo>
                  <a:lnTo>
                    <a:pt x="8382" y="8382"/>
                  </a:lnTo>
                  <a:lnTo>
                    <a:pt x="6858" y="11430"/>
                  </a:lnTo>
                  <a:lnTo>
                    <a:pt x="5334" y="11430"/>
                  </a:lnTo>
                  <a:lnTo>
                    <a:pt x="5334" y="8382"/>
                  </a:lnTo>
                  <a:lnTo>
                    <a:pt x="2286" y="8382"/>
                  </a:lnTo>
                  <a:lnTo>
                    <a:pt x="0" y="6858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4389882" y="1721358"/>
              <a:ext cx="9525" cy="10795"/>
            </a:xfrm>
            <a:custGeom>
              <a:avLst/>
              <a:gdLst/>
              <a:ahLst/>
              <a:cxnLst/>
              <a:rect l="l" t="t" r="r" b="b"/>
              <a:pathLst>
                <a:path w="9525" h="10794">
                  <a:moveTo>
                    <a:pt x="9144" y="7619"/>
                  </a:moveTo>
                  <a:lnTo>
                    <a:pt x="7620" y="4571"/>
                  </a:lnTo>
                  <a:lnTo>
                    <a:pt x="4572" y="3047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1524" y="3047"/>
                  </a:lnTo>
                  <a:lnTo>
                    <a:pt x="1524" y="7619"/>
                  </a:lnTo>
                  <a:lnTo>
                    <a:pt x="4572" y="10667"/>
                  </a:lnTo>
                  <a:lnTo>
                    <a:pt x="4572" y="9143"/>
                  </a:lnTo>
                  <a:lnTo>
                    <a:pt x="7620" y="10667"/>
                  </a:lnTo>
                  <a:lnTo>
                    <a:pt x="9144" y="7619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4389882" y="1721358"/>
              <a:ext cx="9525" cy="10795"/>
            </a:xfrm>
            <a:custGeom>
              <a:avLst/>
              <a:gdLst/>
              <a:ahLst/>
              <a:cxnLst/>
              <a:rect l="l" t="t" r="r" b="b"/>
              <a:pathLst>
                <a:path w="9525" h="10794">
                  <a:moveTo>
                    <a:pt x="4572" y="10667"/>
                  </a:moveTo>
                  <a:lnTo>
                    <a:pt x="1524" y="7619"/>
                  </a:lnTo>
                  <a:lnTo>
                    <a:pt x="1524" y="3047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4572" y="3047"/>
                  </a:lnTo>
                  <a:lnTo>
                    <a:pt x="7620" y="4571"/>
                  </a:lnTo>
                  <a:lnTo>
                    <a:pt x="9144" y="7619"/>
                  </a:lnTo>
                  <a:lnTo>
                    <a:pt x="7620" y="10667"/>
                  </a:lnTo>
                  <a:lnTo>
                    <a:pt x="4572" y="9143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4378451" y="1728977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80">
                  <a:moveTo>
                    <a:pt x="3048" y="4572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1524" y="3048"/>
                  </a:lnTo>
                  <a:lnTo>
                    <a:pt x="3048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4378451" y="1728977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80">
                  <a:moveTo>
                    <a:pt x="0" y="0"/>
                  </a:moveTo>
                  <a:lnTo>
                    <a:pt x="3048" y="0"/>
                  </a:lnTo>
                  <a:lnTo>
                    <a:pt x="3048" y="4572"/>
                  </a:lnTo>
                  <a:lnTo>
                    <a:pt x="1524" y="304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4399026" y="1738883"/>
              <a:ext cx="5715" cy="9525"/>
            </a:xfrm>
            <a:custGeom>
              <a:avLst/>
              <a:gdLst/>
              <a:ahLst/>
              <a:cxnLst/>
              <a:rect l="l" t="t" r="r" b="b"/>
              <a:pathLst>
                <a:path w="5714" h="9525">
                  <a:moveTo>
                    <a:pt x="5334" y="6096"/>
                  </a:moveTo>
                  <a:lnTo>
                    <a:pt x="3810" y="3048"/>
                  </a:lnTo>
                  <a:lnTo>
                    <a:pt x="3810" y="0"/>
                  </a:lnTo>
                  <a:lnTo>
                    <a:pt x="762" y="1524"/>
                  </a:lnTo>
                  <a:lnTo>
                    <a:pt x="762" y="4572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2286" y="9144"/>
                  </a:lnTo>
                  <a:lnTo>
                    <a:pt x="3810" y="9144"/>
                  </a:lnTo>
                  <a:lnTo>
                    <a:pt x="5334" y="6096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4399026" y="1738883"/>
              <a:ext cx="5715" cy="9525"/>
            </a:xfrm>
            <a:custGeom>
              <a:avLst/>
              <a:gdLst/>
              <a:ahLst/>
              <a:cxnLst/>
              <a:rect l="l" t="t" r="r" b="b"/>
              <a:pathLst>
                <a:path w="5714" h="9525">
                  <a:moveTo>
                    <a:pt x="762" y="4572"/>
                  </a:moveTo>
                  <a:lnTo>
                    <a:pt x="762" y="1524"/>
                  </a:lnTo>
                  <a:lnTo>
                    <a:pt x="3810" y="0"/>
                  </a:lnTo>
                  <a:lnTo>
                    <a:pt x="3810" y="3048"/>
                  </a:lnTo>
                  <a:lnTo>
                    <a:pt x="5334" y="6096"/>
                  </a:lnTo>
                  <a:lnTo>
                    <a:pt x="3810" y="9144"/>
                  </a:lnTo>
                  <a:lnTo>
                    <a:pt x="2286" y="9144"/>
                  </a:lnTo>
                  <a:lnTo>
                    <a:pt x="0" y="7620"/>
                  </a:lnTo>
                  <a:lnTo>
                    <a:pt x="0" y="4572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4" name="object 7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94136" y="1710727"/>
              <a:ext cx="80695" cy="38023"/>
            </a:xfrm>
            <a:prstGeom prst="rect">
              <a:avLst/>
            </a:prstGeom>
          </p:spPr>
        </p:pic>
        <p:pic>
          <p:nvPicPr>
            <p:cNvPr id="725" name="object 7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44022" y="1604809"/>
              <a:ext cx="75361" cy="159943"/>
            </a:xfrm>
            <a:prstGeom prst="rect">
              <a:avLst/>
            </a:prstGeom>
          </p:spPr>
        </p:pic>
        <p:pic>
          <p:nvPicPr>
            <p:cNvPr id="726" name="object 7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6750" y="1610105"/>
              <a:ext cx="11429" cy="1524"/>
            </a:xfrm>
            <a:prstGeom prst="rect">
              <a:avLst/>
            </a:prstGeom>
          </p:spPr>
        </p:pic>
        <p:sp>
          <p:nvSpPr>
            <p:cNvPr id="727" name="object 727"/>
            <p:cNvSpPr/>
            <p:nvPr/>
          </p:nvSpPr>
          <p:spPr>
            <a:xfrm>
              <a:off x="4476750" y="1610105"/>
              <a:ext cx="12700" cy="2540"/>
            </a:xfrm>
            <a:custGeom>
              <a:avLst/>
              <a:gdLst/>
              <a:ahLst/>
              <a:cxnLst/>
              <a:rect l="l" t="t" r="r" b="b"/>
              <a:pathLst>
                <a:path w="12700" h="2540">
                  <a:moveTo>
                    <a:pt x="12191" y="2286"/>
                  </a:moveTo>
                  <a:lnTo>
                    <a:pt x="12191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12191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4493513" y="1687067"/>
              <a:ext cx="5715" cy="2540"/>
            </a:xfrm>
            <a:custGeom>
              <a:avLst/>
              <a:gdLst/>
              <a:ahLst/>
              <a:cxnLst/>
              <a:rect l="l" t="t" r="r" b="b"/>
              <a:pathLst>
                <a:path w="5714" h="2539">
                  <a:moveTo>
                    <a:pt x="5334" y="2286"/>
                  </a:moveTo>
                  <a:lnTo>
                    <a:pt x="5334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5334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4493513" y="1687067"/>
              <a:ext cx="5715" cy="2540"/>
            </a:xfrm>
            <a:custGeom>
              <a:avLst/>
              <a:gdLst/>
              <a:ahLst/>
              <a:cxnLst/>
              <a:rect l="l" t="t" r="r" b="b"/>
              <a:pathLst>
                <a:path w="5714" h="2539">
                  <a:moveTo>
                    <a:pt x="5334" y="2286"/>
                  </a:moveTo>
                  <a:lnTo>
                    <a:pt x="5334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5334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4466081" y="1687067"/>
              <a:ext cx="6985" cy="2540"/>
            </a:xfrm>
            <a:custGeom>
              <a:avLst/>
              <a:gdLst/>
              <a:ahLst/>
              <a:cxnLst/>
              <a:rect l="l" t="t" r="r" b="b"/>
              <a:pathLst>
                <a:path w="6985" h="2539">
                  <a:moveTo>
                    <a:pt x="6858" y="2286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6858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4466081" y="1687067"/>
              <a:ext cx="6985" cy="2540"/>
            </a:xfrm>
            <a:custGeom>
              <a:avLst/>
              <a:gdLst/>
              <a:ahLst/>
              <a:cxnLst/>
              <a:rect l="l" t="t" r="r" b="b"/>
              <a:pathLst>
                <a:path w="6985" h="2539">
                  <a:moveTo>
                    <a:pt x="6858" y="2286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6858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4495038" y="1653539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39">
                  <a:moveTo>
                    <a:pt x="3810" y="1524"/>
                  </a:moveTo>
                  <a:lnTo>
                    <a:pt x="3810" y="762"/>
                  </a:lnTo>
                  <a:lnTo>
                    <a:pt x="3810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2286" y="2286"/>
                  </a:lnTo>
                  <a:lnTo>
                    <a:pt x="3810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4495038" y="1653539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39">
                  <a:moveTo>
                    <a:pt x="3810" y="762"/>
                  </a:moveTo>
                  <a:lnTo>
                    <a:pt x="3810" y="0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1524" y="2286"/>
                  </a:lnTo>
                  <a:lnTo>
                    <a:pt x="2286" y="2286"/>
                  </a:lnTo>
                  <a:lnTo>
                    <a:pt x="3810" y="1524"/>
                  </a:lnTo>
                  <a:lnTo>
                    <a:pt x="3810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4495038" y="1682496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10" h="3810">
                  <a:moveTo>
                    <a:pt x="3810" y="2286"/>
                  </a:moveTo>
                  <a:lnTo>
                    <a:pt x="3810" y="1524"/>
                  </a:lnTo>
                  <a:lnTo>
                    <a:pt x="3810" y="762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2"/>
                  </a:lnTo>
                  <a:lnTo>
                    <a:pt x="0" y="2286"/>
                  </a:lnTo>
                  <a:lnTo>
                    <a:pt x="762" y="3810"/>
                  </a:lnTo>
                  <a:lnTo>
                    <a:pt x="2286" y="3810"/>
                  </a:lnTo>
                  <a:lnTo>
                    <a:pt x="3810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4495038" y="1682496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10" h="3810">
                  <a:moveTo>
                    <a:pt x="3810" y="1524"/>
                  </a:moveTo>
                  <a:lnTo>
                    <a:pt x="3810" y="762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762" y="3810"/>
                  </a:lnTo>
                  <a:lnTo>
                    <a:pt x="1524" y="3810"/>
                  </a:lnTo>
                  <a:lnTo>
                    <a:pt x="2286" y="3810"/>
                  </a:lnTo>
                  <a:lnTo>
                    <a:pt x="3810" y="2286"/>
                  </a:lnTo>
                  <a:lnTo>
                    <a:pt x="381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4466082" y="1653539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39">
                  <a:moveTo>
                    <a:pt x="3810" y="1524"/>
                  </a:moveTo>
                  <a:lnTo>
                    <a:pt x="3810" y="762"/>
                  </a:lnTo>
                  <a:lnTo>
                    <a:pt x="3810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2286" y="2286"/>
                  </a:lnTo>
                  <a:lnTo>
                    <a:pt x="3810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4466082" y="1653539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39">
                  <a:moveTo>
                    <a:pt x="3810" y="762"/>
                  </a:moveTo>
                  <a:lnTo>
                    <a:pt x="3810" y="0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1524" y="2286"/>
                  </a:lnTo>
                  <a:lnTo>
                    <a:pt x="2286" y="2286"/>
                  </a:lnTo>
                  <a:lnTo>
                    <a:pt x="3810" y="1524"/>
                  </a:lnTo>
                  <a:lnTo>
                    <a:pt x="3810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4465319" y="1682496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10">
                  <a:moveTo>
                    <a:pt x="3048" y="2286"/>
                  </a:moveTo>
                  <a:lnTo>
                    <a:pt x="3048" y="1524"/>
                  </a:lnTo>
                  <a:lnTo>
                    <a:pt x="3048" y="762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2286" y="3810"/>
                  </a:lnTo>
                  <a:lnTo>
                    <a:pt x="3048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4465319" y="1682496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10">
                  <a:moveTo>
                    <a:pt x="3048" y="1524"/>
                  </a:moveTo>
                  <a:lnTo>
                    <a:pt x="3048" y="762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1524" y="3810"/>
                  </a:lnTo>
                  <a:lnTo>
                    <a:pt x="2286" y="3810"/>
                  </a:lnTo>
                  <a:lnTo>
                    <a:pt x="3048" y="2286"/>
                  </a:lnTo>
                  <a:lnTo>
                    <a:pt x="3048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4480560" y="1653539"/>
              <a:ext cx="16510" cy="19050"/>
            </a:xfrm>
            <a:custGeom>
              <a:avLst/>
              <a:gdLst/>
              <a:ahLst/>
              <a:cxnLst/>
              <a:rect l="l" t="t" r="r" b="b"/>
              <a:pathLst>
                <a:path w="16510" h="19050">
                  <a:moveTo>
                    <a:pt x="16002" y="16002"/>
                  </a:moveTo>
                  <a:lnTo>
                    <a:pt x="16002" y="9906"/>
                  </a:lnTo>
                  <a:lnTo>
                    <a:pt x="10668" y="9906"/>
                  </a:lnTo>
                  <a:lnTo>
                    <a:pt x="11430" y="7620"/>
                  </a:lnTo>
                  <a:lnTo>
                    <a:pt x="12954" y="4572"/>
                  </a:lnTo>
                  <a:lnTo>
                    <a:pt x="12954" y="1523"/>
                  </a:lnTo>
                  <a:lnTo>
                    <a:pt x="10668" y="0"/>
                  </a:lnTo>
                  <a:lnTo>
                    <a:pt x="9144" y="0"/>
                  </a:lnTo>
                  <a:lnTo>
                    <a:pt x="7620" y="1524"/>
                  </a:lnTo>
                  <a:lnTo>
                    <a:pt x="6096" y="4572"/>
                  </a:lnTo>
                  <a:lnTo>
                    <a:pt x="3048" y="4572"/>
                  </a:lnTo>
                  <a:lnTo>
                    <a:pt x="3048" y="8382"/>
                  </a:lnTo>
                  <a:lnTo>
                    <a:pt x="7620" y="9906"/>
                  </a:lnTo>
                  <a:lnTo>
                    <a:pt x="6096" y="11430"/>
                  </a:lnTo>
                  <a:lnTo>
                    <a:pt x="3048" y="12954"/>
                  </a:lnTo>
                  <a:lnTo>
                    <a:pt x="0" y="16002"/>
                  </a:lnTo>
                  <a:lnTo>
                    <a:pt x="0" y="19050"/>
                  </a:lnTo>
                  <a:lnTo>
                    <a:pt x="4572" y="19050"/>
                  </a:lnTo>
                  <a:lnTo>
                    <a:pt x="7620" y="16002"/>
                  </a:lnTo>
                  <a:lnTo>
                    <a:pt x="10668" y="17526"/>
                  </a:lnTo>
                  <a:lnTo>
                    <a:pt x="12954" y="17526"/>
                  </a:lnTo>
                  <a:lnTo>
                    <a:pt x="16002" y="1600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4480560" y="1653539"/>
              <a:ext cx="16510" cy="19050"/>
            </a:xfrm>
            <a:custGeom>
              <a:avLst/>
              <a:gdLst/>
              <a:ahLst/>
              <a:cxnLst/>
              <a:rect l="l" t="t" r="r" b="b"/>
              <a:pathLst>
                <a:path w="16510" h="19050">
                  <a:moveTo>
                    <a:pt x="9144" y="0"/>
                  </a:moveTo>
                  <a:lnTo>
                    <a:pt x="10668" y="0"/>
                  </a:lnTo>
                  <a:lnTo>
                    <a:pt x="12954" y="1523"/>
                  </a:lnTo>
                  <a:lnTo>
                    <a:pt x="12954" y="4572"/>
                  </a:lnTo>
                  <a:lnTo>
                    <a:pt x="11430" y="7620"/>
                  </a:lnTo>
                  <a:lnTo>
                    <a:pt x="10668" y="9906"/>
                  </a:lnTo>
                  <a:lnTo>
                    <a:pt x="16002" y="9906"/>
                  </a:lnTo>
                  <a:lnTo>
                    <a:pt x="16002" y="16002"/>
                  </a:lnTo>
                  <a:lnTo>
                    <a:pt x="12954" y="17526"/>
                  </a:lnTo>
                  <a:lnTo>
                    <a:pt x="10668" y="17526"/>
                  </a:lnTo>
                  <a:lnTo>
                    <a:pt x="7620" y="16002"/>
                  </a:lnTo>
                  <a:lnTo>
                    <a:pt x="4572" y="19050"/>
                  </a:lnTo>
                  <a:lnTo>
                    <a:pt x="0" y="19050"/>
                  </a:lnTo>
                  <a:lnTo>
                    <a:pt x="0" y="16002"/>
                  </a:lnTo>
                  <a:lnTo>
                    <a:pt x="3048" y="12954"/>
                  </a:lnTo>
                  <a:lnTo>
                    <a:pt x="6096" y="11430"/>
                  </a:lnTo>
                  <a:lnTo>
                    <a:pt x="7620" y="9906"/>
                  </a:lnTo>
                  <a:lnTo>
                    <a:pt x="3048" y="8382"/>
                  </a:lnTo>
                  <a:lnTo>
                    <a:pt x="3048" y="4572"/>
                  </a:lnTo>
                  <a:lnTo>
                    <a:pt x="6096" y="4572"/>
                  </a:lnTo>
                  <a:lnTo>
                    <a:pt x="7620" y="1524"/>
                  </a:lnTo>
                  <a:lnTo>
                    <a:pt x="9144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4466082" y="1675637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60">
                  <a:moveTo>
                    <a:pt x="19050" y="0"/>
                  </a:moveTo>
                  <a:lnTo>
                    <a:pt x="17526" y="0"/>
                  </a:lnTo>
                  <a:lnTo>
                    <a:pt x="16002" y="762"/>
                  </a:lnTo>
                  <a:lnTo>
                    <a:pt x="10668" y="762"/>
                  </a:lnTo>
                  <a:lnTo>
                    <a:pt x="9144" y="2286"/>
                  </a:lnTo>
                  <a:lnTo>
                    <a:pt x="4571" y="2286"/>
                  </a:lnTo>
                  <a:lnTo>
                    <a:pt x="1524" y="762"/>
                  </a:lnTo>
                  <a:lnTo>
                    <a:pt x="0" y="3810"/>
                  </a:lnTo>
                  <a:lnTo>
                    <a:pt x="1524" y="6858"/>
                  </a:lnTo>
                  <a:lnTo>
                    <a:pt x="7620" y="9906"/>
                  </a:lnTo>
                  <a:lnTo>
                    <a:pt x="9144" y="9906"/>
                  </a:lnTo>
                  <a:lnTo>
                    <a:pt x="12192" y="6858"/>
                  </a:lnTo>
                  <a:lnTo>
                    <a:pt x="12954" y="3810"/>
                  </a:lnTo>
                  <a:lnTo>
                    <a:pt x="16002" y="5334"/>
                  </a:lnTo>
                  <a:lnTo>
                    <a:pt x="17526" y="2286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4466082" y="1675637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60">
                  <a:moveTo>
                    <a:pt x="19050" y="0"/>
                  </a:moveTo>
                  <a:lnTo>
                    <a:pt x="17526" y="2286"/>
                  </a:lnTo>
                  <a:lnTo>
                    <a:pt x="16002" y="5334"/>
                  </a:lnTo>
                  <a:lnTo>
                    <a:pt x="12954" y="3810"/>
                  </a:lnTo>
                  <a:lnTo>
                    <a:pt x="12192" y="6858"/>
                  </a:lnTo>
                  <a:lnTo>
                    <a:pt x="9144" y="9906"/>
                  </a:lnTo>
                  <a:lnTo>
                    <a:pt x="7620" y="9906"/>
                  </a:lnTo>
                  <a:lnTo>
                    <a:pt x="1524" y="6858"/>
                  </a:lnTo>
                  <a:lnTo>
                    <a:pt x="0" y="3810"/>
                  </a:lnTo>
                  <a:lnTo>
                    <a:pt x="1524" y="762"/>
                  </a:lnTo>
                  <a:lnTo>
                    <a:pt x="4571" y="2286"/>
                  </a:lnTo>
                  <a:lnTo>
                    <a:pt x="9144" y="2286"/>
                  </a:lnTo>
                  <a:lnTo>
                    <a:pt x="10668" y="762"/>
                  </a:lnTo>
                  <a:lnTo>
                    <a:pt x="16002" y="762"/>
                  </a:lnTo>
                  <a:lnTo>
                    <a:pt x="17526" y="0"/>
                  </a:lnTo>
                  <a:lnTo>
                    <a:pt x="1905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4463796" y="1656587"/>
              <a:ext cx="11430" cy="19050"/>
            </a:xfrm>
            <a:custGeom>
              <a:avLst/>
              <a:gdLst/>
              <a:ahLst/>
              <a:cxnLst/>
              <a:rect l="l" t="t" r="r" b="b"/>
              <a:pathLst>
                <a:path w="11429" h="19050">
                  <a:moveTo>
                    <a:pt x="11430" y="3047"/>
                  </a:moveTo>
                  <a:lnTo>
                    <a:pt x="9906" y="0"/>
                  </a:lnTo>
                  <a:lnTo>
                    <a:pt x="6858" y="0"/>
                  </a:lnTo>
                  <a:lnTo>
                    <a:pt x="3810" y="0"/>
                  </a:lnTo>
                  <a:lnTo>
                    <a:pt x="2286" y="1524"/>
                  </a:lnTo>
                  <a:lnTo>
                    <a:pt x="0" y="1524"/>
                  </a:lnTo>
                  <a:lnTo>
                    <a:pt x="0" y="6858"/>
                  </a:lnTo>
                  <a:lnTo>
                    <a:pt x="1524" y="8382"/>
                  </a:lnTo>
                  <a:lnTo>
                    <a:pt x="2286" y="8382"/>
                  </a:lnTo>
                  <a:lnTo>
                    <a:pt x="2286" y="12954"/>
                  </a:lnTo>
                  <a:lnTo>
                    <a:pt x="1524" y="16002"/>
                  </a:lnTo>
                  <a:lnTo>
                    <a:pt x="2286" y="19050"/>
                  </a:lnTo>
                  <a:lnTo>
                    <a:pt x="3810" y="17526"/>
                  </a:lnTo>
                  <a:lnTo>
                    <a:pt x="5334" y="14478"/>
                  </a:lnTo>
                  <a:lnTo>
                    <a:pt x="8382" y="12954"/>
                  </a:lnTo>
                  <a:lnTo>
                    <a:pt x="9906" y="8382"/>
                  </a:lnTo>
                  <a:lnTo>
                    <a:pt x="8382" y="6858"/>
                  </a:lnTo>
                  <a:lnTo>
                    <a:pt x="8382" y="5334"/>
                  </a:lnTo>
                  <a:lnTo>
                    <a:pt x="11430" y="3047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4463796" y="1656587"/>
              <a:ext cx="11430" cy="19050"/>
            </a:xfrm>
            <a:custGeom>
              <a:avLst/>
              <a:gdLst/>
              <a:ahLst/>
              <a:cxnLst/>
              <a:rect l="l" t="t" r="r" b="b"/>
              <a:pathLst>
                <a:path w="11429" h="19050">
                  <a:moveTo>
                    <a:pt x="6858" y="0"/>
                  </a:moveTo>
                  <a:lnTo>
                    <a:pt x="9906" y="0"/>
                  </a:lnTo>
                  <a:lnTo>
                    <a:pt x="11430" y="3047"/>
                  </a:lnTo>
                  <a:lnTo>
                    <a:pt x="8382" y="5334"/>
                  </a:lnTo>
                  <a:lnTo>
                    <a:pt x="8382" y="6858"/>
                  </a:lnTo>
                  <a:lnTo>
                    <a:pt x="9906" y="8382"/>
                  </a:lnTo>
                  <a:lnTo>
                    <a:pt x="8382" y="12954"/>
                  </a:lnTo>
                  <a:lnTo>
                    <a:pt x="5334" y="14478"/>
                  </a:lnTo>
                  <a:lnTo>
                    <a:pt x="3810" y="17526"/>
                  </a:lnTo>
                  <a:lnTo>
                    <a:pt x="2286" y="19050"/>
                  </a:lnTo>
                  <a:lnTo>
                    <a:pt x="1524" y="16002"/>
                  </a:lnTo>
                  <a:lnTo>
                    <a:pt x="2286" y="12954"/>
                  </a:lnTo>
                  <a:lnTo>
                    <a:pt x="2286" y="8382"/>
                  </a:lnTo>
                  <a:lnTo>
                    <a:pt x="1524" y="8382"/>
                  </a:lnTo>
                  <a:lnTo>
                    <a:pt x="0" y="6858"/>
                  </a:lnTo>
                  <a:lnTo>
                    <a:pt x="0" y="1524"/>
                  </a:lnTo>
                  <a:lnTo>
                    <a:pt x="2286" y="1524"/>
                  </a:lnTo>
                  <a:lnTo>
                    <a:pt x="3810" y="0"/>
                  </a:lnTo>
                  <a:lnTo>
                    <a:pt x="6858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4488179" y="1636014"/>
              <a:ext cx="8890" cy="11430"/>
            </a:xfrm>
            <a:custGeom>
              <a:avLst/>
              <a:gdLst/>
              <a:ahLst/>
              <a:cxnLst/>
              <a:rect l="l" t="t" r="r" b="b"/>
              <a:pathLst>
                <a:path w="8889" h="11430">
                  <a:moveTo>
                    <a:pt x="8382" y="11430"/>
                  </a:moveTo>
                  <a:lnTo>
                    <a:pt x="8382" y="1523"/>
                  </a:lnTo>
                  <a:lnTo>
                    <a:pt x="6858" y="0"/>
                  </a:lnTo>
                  <a:lnTo>
                    <a:pt x="3810" y="0"/>
                  </a:lnTo>
                  <a:lnTo>
                    <a:pt x="3810" y="3048"/>
                  </a:lnTo>
                  <a:lnTo>
                    <a:pt x="3048" y="3048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3048" y="4572"/>
                  </a:lnTo>
                  <a:lnTo>
                    <a:pt x="3810" y="6096"/>
                  </a:lnTo>
                  <a:lnTo>
                    <a:pt x="3810" y="9144"/>
                  </a:lnTo>
                  <a:lnTo>
                    <a:pt x="5334" y="11430"/>
                  </a:lnTo>
                  <a:lnTo>
                    <a:pt x="8382" y="1143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4488179" y="1636014"/>
              <a:ext cx="8890" cy="11430"/>
            </a:xfrm>
            <a:custGeom>
              <a:avLst/>
              <a:gdLst/>
              <a:ahLst/>
              <a:cxnLst/>
              <a:rect l="l" t="t" r="r" b="b"/>
              <a:pathLst>
                <a:path w="8889" h="11430">
                  <a:moveTo>
                    <a:pt x="3810" y="0"/>
                  </a:moveTo>
                  <a:lnTo>
                    <a:pt x="6858" y="0"/>
                  </a:lnTo>
                  <a:lnTo>
                    <a:pt x="8382" y="1523"/>
                  </a:lnTo>
                  <a:lnTo>
                    <a:pt x="8382" y="11430"/>
                  </a:lnTo>
                  <a:lnTo>
                    <a:pt x="5334" y="11430"/>
                  </a:lnTo>
                  <a:lnTo>
                    <a:pt x="3810" y="9144"/>
                  </a:lnTo>
                  <a:lnTo>
                    <a:pt x="3810" y="6096"/>
                  </a:lnTo>
                  <a:lnTo>
                    <a:pt x="3048" y="4572"/>
                  </a:lnTo>
                  <a:lnTo>
                    <a:pt x="0" y="6096"/>
                  </a:lnTo>
                  <a:lnTo>
                    <a:pt x="0" y="4572"/>
                  </a:lnTo>
                  <a:lnTo>
                    <a:pt x="3048" y="3048"/>
                  </a:lnTo>
                  <a:lnTo>
                    <a:pt x="3810" y="3048"/>
                  </a:lnTo>
                  <a:lnTo>
                    <a:pt x="381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4465320" y="1634489"/>
              <a:ext cx="13335" cy="7620"/>
            </a:xfrm>
            <a:custGeom>
              <a:avLst/>
              <a:gdLst/>
              <a:ahLst/>
              <a:cxnLst/>
              <a:rect l="l" t="t" r="r" b="b"/>
              <a:pathLst>
                <a:path w="13335" h="7619">
                  <a:moveTo>
                    <a:pt x="12954" y="4571"/>
                  </a:moveTo>
                  <a:lnTo>
                    <a:pt x="12954" y="0"/>
                  </a:lnTo>
                  <a:lnTo>
                    <a:pt x="9906" y="1523"/>
                  </a:lnTo>
                  <a:lnTo>
                    <a:pt x="8382" y="0"/>
                  </a:lnTo>
                  <a:lnTo>
                    <a:pt x="5334" y="0"/>
                  </a:lnTo>
                  <a:lnTo>
                    <a:pt x="3810" y="0"/>
                  </a:lnTo>
                  <a:lnTo>
                    <a:pt x="762" y="3048"/>
                  </a:lnTo>
                  <a:lnTo>
                    <a:pt x="0" y="4572"/>
                  </a:lnTo>
                  <a:lnTo>
                    <a:pt x="762" y="6096"/>
                  </a:lnTo>
                  <a:lnTo>
                    <a:pt x="2286" y="7620"/>
                  </a:lnTo>
                  <a:lnTo>
                    <a:pt x="8382" y="4572"/>
                  </a:lnTo>
                  <a:lnTo>
                    <a:pt x="12954" y="4571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4465320" y="1634489"/>
              <a:ext cx="13335" cy="7620"/>
            </a:xfrm>
            <a:custGeom>
              <a:avLst/>
              <a:gdLst/>
              <a:ahLst/>
              <a:cxnLst/>
              <a:rect l="l" t="t" r="r" b="b"/>
              <a:pathLst>
                <a:path w="13335" h="7619">
                  <a:moveTo>
                    <a:pt x="5334" y="0"/>
                  </a:moveTo>
                  <a:lnTo>
                    <a:pt x="8382" y="0"/>
                  </a:lnTo>
                  <a:lnTo>
                    <a:pt x="9906" y="1523"/>
                  </a:lnTo>
                  <a:lnTo>
                    <a:pt x="12954" y="0"/>
                  </a:lnTo>
                  <a:lnTo>
                    <a:pt x="12954" y="4571"/>
                  </a:lnTo>
                  <a:lnTo>
                    <a:pt x="8382" y="4572"/>
                  </a:lnTo>
                  <a:lnTo>
                    <a:pt x="2286" y="7620"/>
                  </a:lnTo>
                  <a:lnTo>
                    <a:pt x="762" y="6096"/>
                  </a:lnTo>
                  <a:lnTo>
                    <a:pt x="0" y="4572"/>
                  </a:lnTo>
                  <a:lnTo>
                    <a:pt x="762" y="3048"/>
                  </a:lnTo>
                  <a:lnTo>
                    <a:pt x="3810" y="0"/>
                  </a:lnTo>
                  <a:lnTo>
                    <a:pt x="5334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4473701" y="1611630"/>
              <a:ext cx="8890" cy="11430"/>
            </a:xfrm>
            <a:custGeom>
              <a:avLst/>
              <a:gdLst/>
              <a:ahLst/>
              <a:cxnLst/>
              <a:rect l="l" t="t" r="r" b="b"/>
              <a:pathLst>
                <a:path w="8889" h="11430">
                  <a:moveTo>
                    <a:pt x="8382" y="6858"/>
                  </a:moveTo>
                  <a:lnTo>
                    <a:pt x="8382" y="4572"/>
                  </a:lnTo>
                  <a:lnTo>
                    <a:pt x="5334" y="4572"/>
                  </a:lnTo>
                  <a:lnTo>
                    <a:pt x="3048" y="1524"/>
                  </a:lnTo>
                  <a:lnTo>
                    <a:pt x="4572" y="1524"/>
                  </a:lnTo>
                  <a:lnTo>
                    <a:pt x="1524" y="0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1524" y="5334"/>
                  </a:lnTo>
                  <a:lnTo>
                    <a:pt x="0" y="8382"/>
                  </a:lnTo>
                  <a:lnTo>
                    <a:pt x="0" y="11430"/>
                  </a:lnTo>
                  <a:lnTo>
                    <a:pt x="1524" y="11430"/>
                  </a:lnTo>
                  <a:lnTo>
                    <a:pt x="3048" y="8382"/>
                  </a:lnTo>
                  <a:lnTo>
                    <a:pt x="5334" y="8382"/>
                  </a:lnTo>
                  <a:lnTo>
                    <a:pt x="8382" y="685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4473701" y="1611630"/>
              <a:ext cx="8890" cy="11430"/>
            </a:xfrm>
            <a:custGeom>
              <a:avLst/>
              <a:gdLst/>
              <a:ahLst/>
              <a:cxnLst/>
              <a:rect l="l" t="t" r="r" b="b"/>
              <a:pathLst>
                <a:path w="8889" h="11430">
                  <a:moveTo>
                    <a:pt x="3048" y="1524"/>
                  </a:moveTo>
                  <a:lnTo>
                    <a:pt x="5334" y="4572"/>
                  </a:lnTo>
                  <a:lnTo>
                    <a:pt x="8382" y="4572"/>
                  </a:lnTo>
                  <a:lnTo>
                    <a:pt x="8382" y="6858"/>
                  </a:lnTo>
                  <a:lnTo>
                    <a:pt x="5334" y="8382"/>
                  </a:lnTo>
                  <a:lnTo>
                    <a:pt x="3048" y="8382"/>
                  </a:lnTo>
                  <a:lnTo>
                    <a:pt x="1524" y="11430"/>
                  </a:lnTo>
                  <a:lnTo>
                    <a:pt x="0" y="11430"/>
                  </a:lnTo>
                  <a:lnTo>
                    <a:pt x="0" y="8382"/>
                  </a:lnTo>
                  <a:lnTo>
                    <a:pt x="1524" y="5334"/>
                  </a:lnTo>
                  <a:lnTo>
                    <a:pt x="0" y="4572"/>
                  </a:lnTo>
                  <a:lnTo>
                    <a:pt x="0" y="3048"/>
                  </a:lnTo>
                  <a:lnTo>
                    <a:pt x="1524" y="0"/>
                  </a:lnTo>
                  <a:lnTo>
                    <a:pt x="4572" y="1524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4483607" y="1616202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60">
                  <a:moveTo>
                    <a:pt x="7620" y="6858"/>
                  </a:moveTo>
                  <a:lnTo>
                    <a:pt x="7620" y="3810"/>
                  </a:lnTo>
                  <a:lnTo>
                    <a:pt x="4572" y="762"/>
                  </a:lnTo>
                  <a:lnTo>
                    <a:pt x="4572" y="0"/>
                  </a:lnTo>
                  <a:lnTo>
                    <a:pt x="1524" y="0"/>
                  </a:lnTo>
                  <a:lnTo>
                    <a:pt x="1524" y="2286"/>
                  </a:lnTo>
                  <a:lnTo>
                    <a:pt x="3048" y="3810"/>
                  </a:lnTo>
                  <a:lnTo>
                    <a:pt x="3048" y="6858"/>
                  </a:lnTo>
                  <a:lnTo>
                    <a:pt x="0" y="6858"/>
                  </a:lnTo>
                  <a:lnTo>
                    <a:pt x="1524" y="9906"/>
                  </a:lnTo>
                  <a:lnTo>
                    <a:pt x="3048" y="8382"/>
                  </a:lnTo>
                  <a:lnTo>
                    <a:pt x="6096" y="6858"/>
                  </a:lnTo>
                  <a:lnTo>
                    <a:pt x="7620" y="685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4483607" y="1616202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60">
                  <a:moveTo>
                    <a:pt x="4572" y="762"/>
                  </a:moveTo>
                  <a:lnTo>
                    <a:pt x="7620" y="3810"/>
                  </a:lnTo>
                  <a:lnTo>
                    <a:pt x="7620" y="6858"/>
                  </a:lnTo>
                  <a:lnTo>
                    <a:pt x="6096" y="6858"/>
                  </a:lnTo>
                  <a:lnTo>
                    <a:pt x="3048" y="8382"/>
                  </a:lnTo>
                  <a:lnTo>
                    <a:pt x="1524" y="9906"/>
                  </a:lnTo>
                  <a:lnTo>
                    <a:pt x="0" y="6858"/>
                  </a:lnTo>
                  <a:lnTo>
                    <a:pt x="3048" y="6858"/>
                  </a:lnTo>
                  <a:lnTo>
                    <a:pt x="3048" y="3810"/>
                  </a:lnTo>
                  <a:lnTo>
                    <a:pt x="1524" y="2286"/>
                  </a:lnTo>
                  <a:lnTo>
                    <a:pt x="1524" y="0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4473701" y="1653540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60">
                  <a:moveTo>
                    <a:pt x="11429" y="1524"/>
                  </a:moveTo>
                  <a:lnTo>
                    <a:pt x="11429" y="0"/>
                  </a:lnTo>
                  <a:lnTo>
                    <a:pt x="1523" y="0"/>
                  </a:lnTo>
                  <a:lnTo>
                    <a:pt x="0" y="3048"/>
                  </a:lnTo>
                  <a:lnTo>
                    <a:pt x="1523" y="4572"/>
                  </a:lnTo>
                  <a:lnTo>
                    <a:pt x="1523" y="8382"/>
                  </a:lnTo>
                  <a:lnTo>
                    <a:pt x="3047" y="9906"/>
                  </a:lnTo>
                  <a:lnTo>
                    <a:pt x="5333" y="8382"/>
                  </a:lnTo>
                  <a:lnTo>
                    <a:pt x="6857" y="6096"/>
                  </a:lnTo>
                  <a:lnTo>
                    <a:pt x="9905" y="3048"/>
                  </a:lnTo>
                  <a:lnTo>
                    <a:pt x="8381" y="4572"/>
                  </a:lnTo>
                  <a:lnTo>
                    <a:pt x="11429" y="152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4473701" y="1653540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60">
                  <a:moveTo>
                    <a:pt x="9905" y="3048"/>
                  </a:moveTo>
                  <a:lnTo>
                    <a:pt x="6857" y="6096"/>
                  </a:lnTo>
                  <a:lnTo>
                    <a:pt x="5333" y="8382"/>
                  </a:lnTo>
                  <a:lnTo>
                    <a:pt x="3047" y="9906"/>
                  </a:lnTo>
                  <a:lnTo>
                    <a:pt x="1523" y="8382"/>
                  </a:lnTo>
                  <a:lnTo>
                    <a:pt x="1523" y="4572"/>
                  </a:lnTo>
                  <a:lnTo>
                    <a:pt x="0" y="3048"/>
                  </a:lnTo>
                  <a:lnTo>
                    <a:pt x="1523" y="0"/>
                  </a:lnTo>
                  <a:lnTo>
                    <a:pt x="11429" y="0"/>
                  </a:lnTo>
                  <a:lnTo>
                    <a:pt x="11429" y="1524"/>
                  </a:lnTo>
                  <a:lnTo>
                    <a:pt x="8381" y="4572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4483607" y="1669541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30" y="6858"/>
                  </a:moveTo>
                  <a:lnTo>
                    <a:pt x="8382" y="6096"/>
                  </a:lnTo>
                  <a:lnTo>
                    <a:pt x="7620" y="4572"/>
                  </a:lnTo>
                  <a:lnTo>
                    <a:pt x="7620" y="1524"/>
                  </a:lnTo>
                  <a:lnTo>
                    <a:pt x="4572" y="1524"/>
                  </a:lnTo>
                  <a:lnTo>
                    <a:pt x="4572" y="0"/>
                  </a:lnTo>
                  <a:lnTo>
                    <a:pt x="1524" y="6096"/>
                  </a:lnTo>
                  <a:lnTo>
                    <a:pt x="0" y="6096"/>
                  </a:lnTo>
                  <a:lnTo>
                    <a:pt x="0" y="6858"/>
                  </a:lnTo>
                  <a:lnTo>
                    <a:pt x="1524" y="8382"/>
                  </a:lnTo>
                  <a:lnTo>
                    <a:pt x="4572" y="8382"/>
                  </a:lnTo>
                  <a:lnTo>
                    <a:pt x="4572" y="11430"/>
                  </a:lnTo>
                  <a:lnTo>
                    <a:pt x="6096" y="8382"/>
                  </a:lnTo>
                  <a:lnTo>
                    <a:pt x="7620" y="9906"/>
                  </a:lnTo>
                  <a:lnTo>
                    <a:pt x="11430" y="685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4483607" y="1669541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4572" y="1524"/>
                  </a:moveTo>
                  <a:lnTo>
                    <a:pt x="7620" y="1524"/>
                  </a:lnTo>
                  <a:lnTo>
                    <a:pt x="7620" y="4572"/>
                  </a:lnTo>
                  <a:lnTo>
                    <a:pt x="8382" y="6096"/>
                  </a:lnTo>
                  <a:lnTo>
                    <a:pt x="11430" y="6858"/>
                  </a:lnTo>
                  <a:lnTo>
                    <a:pt x="7620" y="9906"/>
                  </a:lnTo>
                  <a:lnTo>
                    <a:pt x="6096" y="8382"/>
                  </a:lnTo>
                  <a:lnTo>
                    <a:pt x="4572" y="11430"/>
                  </a:lnTo>
                  <a:lnTo>
                    <a:pt x="4572" y="8382"/>
                  </a:lnTo>
                  <a:lnTo>
                    <a:pt x="1524" y="8382"/>
                  </a:lnTo>
                  <a:lnTo>
                    <a:pt x="0" y="6858"/>
                  </a:lnTo>
                  <a:lnTo>
                    <a:pt x="0" y="6096"/>
                  </a:lnTo>
                  <a:lnTo>
                    <a:pt x="1524" y="6096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4480560" y="163296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144" y="3048"/>
                  </a:moveTo>
                  <a:lnTo>
                    <a:pt x="9144" y="0"/>
                  </a:lnTo>
                  <a:lnTo>
                    <a:pt x="6096" y="3048"/>
                  </a:lnTo>
                  <a:lnTo>
                    <a:pt x="1523" y="3048"/>
                  </a:lnTo>
                  <a:lnTo>
                    <a:pt x="0" y="6096"/>
                  </a:lnTo>
                  <a:lnTo>
                    <a:pt x="0" y="7620"/>
                  </a:lnTo>
                  <a:lnTo>
                    <a:pt x="3048" y="9144"/>
                  </a:lnTo>
                  <a:lnTo>
                    <a:pt x="9144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4480560" y="163296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6096"/>
                  </a:moveTo>
                  <a:lnTo>
                    <a:pt x="1523" y="3048"/>
                  </a:lnTo>
                  <a:lnTo>
                    <a:pt x="6096" y="3048"/>
                  </a:lnTo>
                  <a:lnTo>
                    <a:pt x="9144" y="0"/>
                  </a:lnTo>
                  <a:lnTo>
                    <a:pt x="9144" y="3048"/>
                  </a:lnTo>
                  <a:lnTo>
                    <a:pt x="3048" y="9144"/>
                  </a:lnTo>
                  <a:lnTo>
                    <a:pt x="0" y="7620"/>
                  </a:lnTo>
                  <a:lnTo>
                    <a:pt x="0" y="6096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4478273" y="1621535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5334" y="3048"/>
                  </a:moveTo>
                  <a:lnTo>
                    <a:pt x="3810" y="0"/>
                  </a:lnTo>
                  <a:lnTo>
                    <a:pt x="762" y="1524"/>
                  </a:lnTo>
                  <a:lnTo>
                    <a:pt x="0" y="4572"/>
                  </a:lnTo>
                  <a:lnTo>
                    <a:pt x="2286" y="4572"/>
                  </a:lnTo>
                  <a:lnTo>
                    <a:pt x="5334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4478273" y="1621535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3810" y="0"/>
                  </a:moveTo>
                  <a:lnTo>
                    <a:pt x="5334" y="3048"/>
                  </a:lnTo>
                  <a:lnTo>
                    <a:pt x="2286" y="4572"/>
                  </a:lnTo>
                  <a:lnTo>
                    <a:pt x="0" y="4572"/>
                  </a:lnTo>
                  <a:lnTo>
                    <a:pt x="762" y="1524"/>
                  </a:lnTo>
                  <a:lnTo>
                    <a:pt x="3810" y="0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4463796" y="1642109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6858" y="4572"/>
                  </a:moveTo>
                  <a:lnTo>
                    <a:pt x="5334" y="1524"/>
                  </a:lnTo>
                  <a:lnTo>
                    <a:pt x="2286" y="1524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1524" y="3048"/>
                  </a:lnTo>
                  <a:lnTo>
                    <a:pt x="0" y="5334"/>
                  </a:lnTo>
                  <a:lnTo>
                    <a:pt x="2286" y="6858"/>
                  </a:lnTo>
                  <a:lnTo>
                    <a:pt x="3810" y="5334"/>
                  </a:lnTo>
                  <a:lnTo>
                    <a:pt x="6858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4463796" y="1642109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2286" y="1524"/>
                  </a:moveTo>
                  <a:lnTo>
                    <a:pt x="5334" y="1524"/>
                  </a:lnTo>
                  <a:lnTo>
                    <a:pt x="6858" y="4572"/>
                  </a:lnTo>
                  <a:lnTo>
                    <a:pt x="3810" y="5334"/>
                  </a:lnTo>
                  <a:lnTo>
                    <a:pt x="2286" y="6858"/>
                  </a:lnTo>
                  <a:lnTo>
                    <a:pt x="0" y="5334"/>
                  </a:lnTo>
                  <a:lnTo>
                    <a:pt x="1524" y="3048"/>
                  </a:lnTo>
                  <a:lnTo>
                    <a:pt x="1524" y="0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4466082" y="1822704"/>
              <a:ext cx="33655" cy="24130"/>
            </a:xfrm>
            <a:custGeom>
              <a:avLst/>
              <a:gdLst/>
              <a:ahLst/>
              <a:cxnLst/>
              <a:rect l="l" t="t" r="r" b="b"/>
              <a:pathLst>
                <a:path w="33654" h="24130">
                  <a:moveTo>
                    <a:pt x="33528" y="19049"/>
                  </a:moveTo>
                  <a:lnTo>
                    <a:pt x="33528" y="4571"/>
                  </a:lnTo>
                  <a:lnTo>
                    <a:pt x="32004" y="1523"/>
                  </a:lnTo>
                  <a:lnTo>
                    <a:pt x="28956" y="0"/>
                  </a:lnTo>
                  <a:lnTo>
                    <a:pt x="4572" y="0"/>
                  </a:lnTo>
                  <a:lnTo>
                    <a:pt x="1524" y="1524"/>
                  </a:lnTo>
                  <a:lnTo>
                    <a:pt x="0" y="4572"/>
                  </a:lnTo>
                  <a:lnTo>
                    <a:pt x="0" y="19050"/>
                  </a:lnTo>
                  <a:lnTo>
                    <a:pt x="1524" y="22098"/>
                  </a:lnTo>
                  <a:lnTo>
                    <a:pt x="4572" y="23622"/>
                  </a:lnTo>
                  <a:lnTo>
                    <a:pt x="28956" y="23621"/>
                  </a:lnTo>
                  <a:lnTo>
                    <a:pt x="32004" y="22097"/>
                  </a:lnTo>
                  <a:lnTo>
                    <a:pt x="33528" y="19049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4466082" y="1822704"/>
              <a:ext cx="33655" cy="24130"/>
            </a:xfrm>
            <a:custGeom>
              <a:avLst/>
              <a:gdLst/>
              <a:ahLst/>
              <a:cxnLst/>
              <a:rect l="l" t="t" r="r" b="b"/>
              <a:pathLst>
                <a:path w="33654" h="24130">
                  <a:moveTo>
                    <a:pt x="4572" y="0"/>
                  </a:moveTo>
                  <a:lnTo>
                    <a:pt x="1524" y="1524"/>
                  </a:lnTo>
                  <a:lnTo>
                    <a:pt x="0" y="4572"/>
                  </a:lnTo>
                  <a:lnTo>
                    <a:pt x="0" y="19050"/>
                  </a:lnTo>
                  <a:lnTo>
                    <a:pt x="1524" y="22098"/>
                  </a:lnTo>
                  <a:lnTo>
                    <a:pt x="4572" y="23622"/>
                  </a:lnTo>
                  <a:lnTo>
                    <a:pt x="28956" y="23621"/>
                  </a:lnTo>
                  <a:lnTo>
                    <a:pt x="32004" y="22097"/>
                  </a:lnTo>
                  <a:lnTo>
                    <a:pt x="33528" y="19049"/>
                  </a:lnTo>
                  <a:lnTo>
                    <a:pt x="33528" y="4571"/>
                  </a:lnTo>
                  <a:lnTo>
                    <a:pt x="32004" y="1523"/>
                  </a:lnTo>
                  <a:lnTo>
                    <a:pt x="28956" y="0"/>
                  </a:lnTo>
                  <a:lnTo>
                    <a:pt x="457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4466082" y="1818893"/>
              <a:ext cx="33655" cy="8890"/>
            </a:xfrm>
            <a:custGeom>
              <a:avLst/>
              <a:gdLst/>
              <a:ahLst/>
              <a:cxnLst/>
              <a:rect l="l" t="t" r="r" b="b"/>
              <a:pathLst>
                <a:path w="33654" h="8889">
                  <a:moveTo>
                    <a:pt x="33527" y="0"/>
                  </a:moveTo>
                  <a:lnTo>
                    <a:pt x="0" y="1524"/>
                  </a:lnTo>
                  <a:lnTo>
                    <a:pt x="0" y="8382"/>
                  </a:lnTo>
                  <a:lnTo>
                    <a:pt x="32003" y="838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4466082" y="1818893"/>
              <a:ext cx="33655" cy="8890"/>
            </a:xfrm>
            <a:custGeom>
              <a:avLst/>
              <a:gdLst/>
              <a:ahLst/>
              <a:cxnLst/>
              <a:rect l="l" t="t" r="r" b="b"/>
              <a:pathLst>
                <a:path w="33654" h="8889">
                  <a:moveTo>
                    <a:pt x="33527" y="0"/>
                  </a:moveTo>
                  <a:lnTo>
                    <a:pt x="32003" y="8382"/>
                  </a:lnTo>
                  <a:lnTo>
                    <a:pt x="0" y="8382"/>
                  </a:lnTo>
                  <a:lnTo>
                    <a:pt x="0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/>
            <p:cNvSpPr/>
            <p:nvPr/>
          </p:nvSpPr>
          <p:spPr>
            <a:xfrm>
              <a:off x="4465319" y="1801367"/>
              <a:ext cx="36195" cy="20955"/>
            </a:xfrm>
            <a:custGeom>
              <a:avLst/>
              <a:gdLst/>
              <a:ahLst/>
              <a:cxnLst/>
              <a:rect l="l" t="t" r="r" b="b"/>
              <a:pathLst>
                <a:path w="36195" h="20955">
                  <a:moveTo>
                    <a:pt x="35814" y="16001"/>
                  </a:moveTo>
                  <a:lnTo>
                    <a:pt x="35814" y="4571"/>
                  </a:lnTo>
                  <a:lnTo>
                    <a:pt x="34290" y="1523"/>
                  </a:lnTo>
                  <a:lnTo>
                    <a:pt x="31242" y="0"/>
                  </a:lnTo>
                  <a:lnTo>
                    <a:pt x="3810" y="0"/>
                  </a:lnTo>
                  <a:lnTo>
                    <a:pt x="762" y="1524"/>
                  </a:lnTo>
                  <a:lnTo>
                    <a:pt x="0" y="4572"/>
                  </a:lnTo>
                  <a:lnTo>
                    <a:pt x="0" y="16002"/>
                  </a:lnTo>
                  <a:lnTo>
                    <a:pt x="762" y="19050"/>
                  </a:lnTo>
                  <a:lnTo>
                    <a:pt x="3810" y="20574"/>
                  </a:lnTo>
                  <a:lnTo>
                    <a:pt x="31242" y="20574"/>
                  </a:lnTo>
                  <a:lnTo>
                    <a:pt x="34290" y="19049"/>
                  </a:lnTo>
                  <a:lnTo>
                    <a:pt x="35814" y="16001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/>
            <p:cNvSpPr/>
            <p:nvPr/>
          </p:nvSpPr>
          <p:spPr>
            <a:xfrm>
              <a:off x="4465319" y="1801367"/>
              <a:ext cx="36195" cy="20955"/>
            </a:xfrm>
            <a:custGeom>
              <a:avLst/>
              <a:gdLst/>
              <a:ahLst/>
              <a:cxnLst/>
              <a:rect l="l" t="t" r="r" b="b"/>
              <a:pathLst>
                <a:path w="36195" h="20955">
                  <a:moveTo>
                    <a:pt x="3810" y="0"/>
                  </a:moveTo>
                  <a:lnTo>
                    <a:pt x="762" y="1524"/>
                  </a:lnTo>
                  <a:lnTo>
                    <a:pt x="0" y="4572"/>
                  </a:lnTo>
                  <a:lnTo>
                    <a:pt x="0" y="16002"/>
                  </a:lnTo>
                  <a:lnTo>
                    <a:pt x="762" y="19050"/>
                  </a:lnTo>
                  <a:lnTo>
                    <a:pt x="3810" y="20574"/>
                  </a:lnTo>
                  <a:lnTo>
                    <a:pt x="31242" y="20574"/>
                  </a:lnTo>
                  <a:lnTo>
                    <a:pt x="34290" y="19049"/>
                  </a:lnTo>
                  <a:lnTo>
                    <a:pt x="35814" y="16001"/>
                  </a:lnTo>
                  <a:lnTo>
                    <a:pt x="35814" y="4571"/>
                  </a:lnTo>
                  <a:lnTo>
                    <a:pt x="34290" y="1523"/>
                  </a:lnTo>
                  <a:lnTo>
                    <a:pt x="31242" y="0"/>
                  </a:lnTo>
                  <a:lnTo>
                    <a:pt x="381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/>
            <p:cNvSpPr/>
            <p:nvPr/>
          </p:nvSpPr>
          <p:spPr>
            <a:xfrm>
              <a:off x="4476750" y="1804415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12700" h="9525">
                  <a:moveTo>
                    <a:pt x="12191" y="9143"/>
                  </a:moveTo>
                  <a:lnTo>
                    <a:pt x="12191" y="0"/>
                  </a:lnTo>
                  <a:lnTo>
                    <a:pt x="0" y="0"/>
                  </a:lnTo>
                  <a:lnTo>
                    <a:pt x="0" y="9143"/>
                  </a:lnTo>
                  <a:lnTo>
                    <a:pt x="12191" y="9143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/>
            <p:cNvSpPr/>
            <p:nvPr/>
          </p:nvSpPr>
          <p:spPr>
            <a:xfrm>
              <a:off x="4476750" y="1804415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12700" h="9525">
                  <a:moveTo>
                    <a:pt x="12191" y="9143"/>
                  </a:moveTo>
                  <a:lnTo>
                    <a:pt x="12191" y="0"/>
                  </a:lnTo>
                  <a:lnTo>
                    <a:pt x="0" y="0"/>
                  </a:lnTo>
                  <a:lnTo>
                    <a:pt x="0" y="9143"/>
                  </a:lnTo>
                  <a:lnTo>
                    <a:pt x="12191" y="914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/>
            <p:cNvSpPr/>
            <p:nvPr/>
          </p:nvSpPr>
          <p:spPr>
            <a:xfrm>
              <a:off x="4469129" y="1824227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0" y="0"/>
                  </a:moveTo>
                  <a:lnTo>
                    <a:pt x="4572" y="304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/>
            <p:cNvSpPr/>
            <p:nvPr/>
          </p:nvSpPr>
          <p:spPr>
            <a:xfrm>
              <a:off x="4489704" y="1824228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0" y="3048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/>
            <p:cNvSpPr/>
            <p:nvPr/>
          </p:nvSpPr>
          <p:spPr>
            <a:xfrm>
              <a:off x="4491989" y="182575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/>
            <p:cNvSpPr/>
            <p:nvPr/>
          </p:nvSpPr>
          <p:spPr>
            <a:xfrm>
              <a:off x="4470654" y="1825751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 h="0">
                  <a:moveTo>
                    <a:pt x="0" y="0"/>
                  </a:moveTo>
                  <a:lnTo>
                    <a:pt x="15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/>
            <p:cNvSpPr/>
            <p:nvPr/>
          </p:nvSpPr>
          <p:spPr>
            <a:xfrm>
              <a:off x="4465319" y="1769363"/>
              <a:ext cx="35560" cy="36195"/>
            </a:xfrm>
            <a:custGeom>
              <a:avLst/>
              <a:gdLst/>
              <a:ahLst/>
              <a:cxnLst/>
              <a:rect l="l" t="t" r="r" b="b"/>
              <a:pathLst>
                <a:path w="35560" h="36194">
                  <a:moveTo>
                    <a:pt x="35051" y="35814"/>
                  </a:moveTo>
                  <a:lnTo>
                    <a:pt x="35051" y="0"/>
                  </a:lnTo>
                  <a:lnTo>
                    <a:pt x="0" y="0"/>
                  </a:lnTo>
                  <a:lnTo>
                    <a:pt x="0" y="35814"/>
                  </a:lnTo>
                  <a:lnTo>
                    <a:pt x="35051" y="35814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/>
            <p:cNvSpPr/>
            <p:nvPr/>
          </p:nvSpPr>
          <p:spPr>
            <a:xfrm>
              <a:off x="4465319" y="1769363"/>
              <a:ext cx="35560" cy="36195"/>
            </a:xfrm>
            <a:custGeom>
              <a:avLst/>
              <a:gdLst/>
              <a:ahLst/>
              <a:cxnLst/>
              <a:rect l="l" t="t" r="r" b="b"/>
              <a:pathLst>
                <a:path w="35560" h="36194">
                  <a:moveTo>
                    <a:pt x="35051" y="35814"/>
                  </a:moveTo>
                  <a:lnTo>
                    <a:pt x="35051" y="0"/>
                  </a:lnTo>
                  <a:lnTo>
                    <a:pt x="0" y="0"/>
                  </a:lnTo>
                  <a:lnTo>
                    <a:pt x="0" y="35814"/>
                  </a:lnTo>
                  <a:lnTo>
                    <a:pt x="35051" y="358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/>
            <p:cNvSpPr/>
            <p:nvPr/>
          </p:nvSpPr>
          <p:spPr>
            <a:xfrm>
              <a:off x="4465320" y="1802892"/>
              <a:ext cx="34290" cy="0"/>
            </a:xfrm>
            <a:custGeom>
              <a:avLst/>
              <a:gdLst/>
              <a:ahLst/>
              <a:cxnLst/>
              <a:rect l="l" t="t" r="r" b="b"/>
              <a:pathLst>
                <a:path w="34289" h="0">
                  <a:moveTo>
                    <a:pt x="34289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/>
            <p:cNvSpPr/>
            <p:nvPr/>
          </p:nvSpPr>
          <p:spPr>
            <a:xfrm>
              <a:off x="4479035" y="1822704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0" y="0"/>
                  </a:moveTo>
                  <a:lnTo>
                    <a:pt x="1524" y="1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/>
            <p:cNvSpPr/>
            <p:nvPr/>
          </p:nvSpPr>
          <p:spPr>
            <a:xfrm>
              <a:off x="4483607" y="18227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/>
            <p:cNvSpPr/>
            <p:nvPr/>
          </p:nvSpPr>
          <p:spPr>
            <a:xfrm>
              <a:off x="4491990" y="1825751"/>
              <a:ext cx="1905" cy="16510"/>
            </a:xfrm>
            <a:custGeom>
              <a:avLst/>
              <a:gdLst/>
              <a:ahLst/>
              <a:cxnLst/>
              <a:rect l="l" t="t" r="r" b="b"/>
              <a:pathLst>
                <a:path w="1904" h="16510">
                  <a:moveTo>
                    <a:pt x="1524" y="0"/>
                  </a:moveTo>
                  <a:lnTo>
                    <a:pt x="1524" y="9144"/>
                  </a:lnTo>
                  <a:lnTo>
                    <a:pt x="0" y="11430"/>
                  </a:lnTo>
                  <a:lnTo>
                    <a:pt x="0" y="160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/>
            <p:cNvSpPr/>
            <p:nvPr/>
          </p:nvSpPr>
          <p:spPr>
            <a:xfrm>
              <a:off x="4470653" y="1825752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10">
                  <a:moveTo>
                    <a:pt x="3048" y="16001"/>
                  </a:moveTo>
                  <a:lnTo>
                    <a:pt x="1524" y="12953"/>
                  </a:lnTo>
                  <a:lnTo>
                    <a:pt x="1524" y="9143"/>
                  </a:lnTo>
                  <a:lnTo>
                    <a:pt x="0" y="45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/>
            <p:cNvSpPr/>
            <p:nvPr/>
          </p:nvSpPr>
          <p:spPr>
            <a:xfrm>
              <a:off x="4465320" y="1843277"/>
              <a:ext cx="34290" cy="5080"/>
            </a:xfrm>
            <a:custGeom>
              <a:avLst/>
              <a:gdLst/>
              <a:ahLst/>
              <a:cxnLst/>
              <a:rect l="l" t="t" r="r" b="b"/>
              <a:pathLst>
                <a:path w="34289" h="5080">
                  <a:moveTo>
                    <a:pt x="34289" y="1524"/>
                  </a:moveTo>
                  <a:lnTo>
                    <a:pt x="34289" y="0"/>
                  </a:lnTo>
                  <a:lnTo>
                    <a:pt x="29717" y="3048"/>
                  </a:lnTo>
                  <a:lnTo>
                    <a:pt x="2285" y="3048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2285" y="4572"/>
                  </a:lnTo>
                  <a:lnTo>
                    <a:pt x="31241" y="4572"/>
                  </a:lnTo>
                  <a:lnTo>
                    <a:pt x="34289" y="1524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/>
            <p:cNvSpPr/>
            <p:nvPr/>
          </p:nvSpPr>
          <p:spPr>
            <a:xfrm>
              <a:off x="4465320" y="1843277"/>
              <a:ext cx="34290" cy="5080"/>
            </a:xfrm>
            <a:custGeom>
              <a:avLst/>
              <a:gdLst/>
              <a:ahLst/>
              <a:cxnLst/>
              <a:rect l="l" t="t" r="r" b="b"/>
              <a:pathLst>
                <a:path w="34289" h="5080">
                  <a:moveTo>
                    <a:pt x="34289" y="0"/>
                  </a:moveTo>
                  <a:lnTo>
                    <a:pt x="29717" y="3048"/>
                  </a:lnTo>
                  <a:lnTo>
                    <a:pt x="2285" y="3048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2285" y="4572"/>
                  </a:lnTo>
                  <a:lnTo>
                    <a:pt x="31241" y="4572"/>
                  </a:lnTo>
                  <a:lnTo>
                    <a:pt x="34289" y="1524"/>
                  </a:lnTo>
                  <a:lnTo>
                    <a:pt x="3428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/>
            <p:cNvSpPr/>
            <p:nvPr/>
          </p:nvSpPr>
          <p:spPr>
            <a:xfrm>
              <a:off x="4491227" y="1843277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39">
                  <a:moveTo>
                    <a:pt x="4572" y="1524"/>
                  </a:moveTo>
                  <a:lnTo>
                    <a:pt x="4572" y="762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3048" y="2286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/>
            <p:cNvSpPr/>
            <p:nvPr/>
          </p:nvSpPr>
          <p:spPr>
            <a:xfrm>
              <a:off x="4491227" y="1843277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39">
                  <a:moveTo>
                    <a:pt x="4572" y="762"/>
                  </a:moveTo>
                  <a:lnTo>
                    <a:pt x="4572" y="0"/>
                  </a:lnTo>
                  <a:lnTo>
                    <a:pt x="3048" y="0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2286" y="2286"/>
                  </a:lnTo>
                  <a:lnTo>
                    <a:pt x="3048" y="2286"/>
                  </a:lnTo>
                  <a:lnTo>
                    <a:pt x="4572" y="1524"/>
                  </a:lnTo>
                  <a:lnTo>
                    <a:pt x="4572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/>
            <p:cNvSpPr/>
            <p:nvPr/>
          </p:nvSpPr>
          <p:spPr>
            <a:xfrm>
              <a:off x="4472177" y="1843277"/>
              <a:ext cx="5715" cy="2540"/>
            </a:xfrm>
            <a:custGeom>
              <a:avLst/>
              <a:gdLst/>
              <a:ahLst/>
              <a:cxnLst/>
              <a:rect l="l" t="t" r="r" b="b"/>
              <a:pathLst>
                <a:path w="5714" h="2539">
                  <a:moveTo>
                    <a:pt x="5334" y="1524"/>
                  </a:moveTo>
                  <a:lnTo>
                    <a:pt x="5334" y="762"/>
                  </a:lnTo>
                  <a:lnTo>
                    <a:pt x="533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3810" y="2286"/>
                  </a:lnTo>
                  <a:lnTo>
                    <a:pt x="5334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/>
            <p:cNvSpPr/>
            <p:nvPr/>
          </p:nvSpPr>
          <p:spPr>
            <a:xfrm>
              <a:off x="4472177" y="1843277"/>
              <a:ext cx="5715" cy="2540"/>
            </a:xfrm>
            <a:custGeom>
              <a:avLst/>
              <a:gdLst/>
              <a:ahLst/>
              <a:cxnLst/>
              <a:rect l="l" t="t" r="r" b="b"/>
              <a:pathLst>
                <a:path w="5714" h="2539">
                  <a:moveTo>
                    <a:pt x="5334" y="762"/>
                  </a:moveTo>
                  <a:lnTo>
                    <a:pt x="5334" y="0"/>
                  </a:lnTo>
                  <a:lnTo>
                    <a:pt x="3810" y="0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2286" y="2286"/>
                  </a:lnTo>
                  <a:lnTo>
                    <a:pt x="3810" y="2286"/>
                  </a:lnTo>
                  <a:lnTo>
                    <a:pt x="5334" y="1524"/>
                  </a:lnTo>
                  <a:lnTo>
                    <a:pt x="533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/>
            <p:cNvSpPr/>
            <p:nvPr/>
          </p:nvSpPr>
          <p:spPr>
            <a:xfrm>
              <a:off x="4491990" y="1844801"/>
              <a:ext cx="2540" cy="3810"/>
            </a:xfrm>
            <a:custGeom>
              <a:avLst/>
              <a:gdLst/>
              <a:ahLst/>
              <a:cxnLst/>
              <a:rect l="l" t="t" r="r" b="b"/>
              <a:pathLst>
                <a:path w="2539" h="3810">
                  <a:moveTo>
                    <a:pt x="2286" y="3809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3809"/>
                  </a:lnTo>
                  <a:lnTo>
                    <a:pt x="2286" y="38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/>
            <p:cNvSpPr/>
            <p:nvPr/>
          </p:nvSpPr>
          <p:spPr>
            <a:xfrm>
              <a:off x="4491990" y="1844801"/>
              <a:ext cx="2540" cy="3810"/>
            </a:xfrm>
            <a:custGeom>
              <a:avLst/>
              <a:gdLst/>
              <a:ahLst/>
              <a:cxnLst/>
              <a:rect l="l" t="t" r="r" b="b"/>
              <a:pathLst>
                <a:path w="2539" h="3810">
                  <a:moveTo>
                    <a:pt x="2286" y="3809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3809"/>
                  </a:lnTo>
                  <a:lnTo>
                    <a:pt x="2286" y="38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/>
            <p:cNvSpPr/>
            <p:nvPr/>
          </p:nvSpPr>
          <p:spPr>
            <a:xfrm>
              <a:off x="4475226" y="1844801"/>
              <a:ext cx="2540" cy="3810"/>
            </a:xfrm>
            <a:custGeom>
              <a:avLst/>
              <a:gdLst/>
              <a:ahLst/>
              <a:cxnLst/>
              <a:rect l="l" t="t" r="r" b="b"/>
              <a:pathLst>
                <a:path w="2539" h="3810">
                  <a:moveTo>
                    <a:pt x="2286" y="3809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3809"/>
                  </a:lnTo>
                  <a:lnTo>
                    <a:pt x="2286" y="38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/>
            <p:cNvSpPr/>
            <p:nvPr/>
          </p:nvSpPr>
          <p:spPr>
            <a:xfrm>
              <a:off x="4475226" y="1844801"/>
              <a:ext cx="2540" cy="3810"/>
            </a:xfrm>
            <a:custGeom>
              <a:avLst/>
              <a:gdLst/>
              <a:ahLst/>
              <a:cxnLst/>
              <a:rect l="l" t="t" r="r" b="b"/>
              <a:pathLst>
                <a:path w="2539" h="3810">
                  <a:moveTo>
                    <a:pt x="2286" y="3809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3809"/>
                  </a:lnTo>
                  <a:lnTo>
                    <a:pt x="2286" y="38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3" name="object 79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7512" y="1844801"/>
              <a:ext cx="12191" cy="1524"/>
            </a:xfrm>
            <a:prstGeom prst="rect">
              <a:avLst/>
            </a:prstGeom>
          </p:spPr>
        </p:pic>
        <p:pic>
          <p:nvPicPr>
            <p:cNvPr id="794" name="object 79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64596" y="1604810"/>
              <a:ext cx="127177" cy="243001"/>
            </a:xfrm>
            <a:prstGeom prst="rect">
              <a:avLst/>
            </a:prstGeom>
          </p:spPr>
        </p:pic>
        <p:pic>
          <p:nvPicPr>
            <p:cNvPr id="795" name="object 79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48377" y="1611629"/>
              <a:ext cx="11429" cy="1524"/>
            </a:xfrm>
            <a:prstGeom prst="rect">
              <a:avLst/>
            </a:prstGeom>
          </p:spPr>
        </p:pic>
        <p:sp>
          <p:nvSpPr>
            <p:cNvPr id="796" name="object 796"/>
            <p:cNvSpPr/>
            <p:nvPr/>
          </p:nvSpPr>
          <p:spPr>
            <a:xfrm>
              <a:off x="4548377" y="1611629"/>
              <a:ext cx="12700" cy="2540"/>
            </a:xfrm>
            <a:custGeom>
              <a:avLst/>
              <a:gdLst/>
              <a:ahLst/>
              <a:cxnLst/>
              <a:rect l="l" t="t" r="r" b="b"/>
              <a:pathLst>
                <a:path w="12700" h="2540">
                  <a:moveTo>
                    <a:pt x="12191" y="2286"/>
                  </a:moveTo>
                  <a:lnTo>
                    <a:pt x="12191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12191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/>
            <p:cNvSpPr/>
            <p:nvPr/>
          </p:nvSpPr>
          <p:spPr>
            <a:xfrm>
              <a:off x="4565904" y="1688591"/>
              <a:ext cx="5080" cy="1905"/>
            </a:xfrm>
            <a:custGeom>
              <a:avLst/>
              <a:gdLst/>
              <a:ahLst/>
              <a:cxnLst/>
              <a:rect l="l" t="t" r="r" b="b"/>
              <a:pathLst>
                <a:path w="5079" h="1905">
                  <a:moveTo>
                    <a:pt x="4572" y="1524"/>
                  </a:moveTo>
                  <a:lnTo>
                    <a:pt x="45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/>
            <p:cNvSpPr/>
            <p:nvPr/>
          </p:nvSpPr>
          <p:spPr>
            <a:xfrm>
              <a:off x="4565904" y="1688591"/>
              <a:ext cx="5080" cy="1905"/>
            </a:xfrm>
            <a:custGeom>
              <a:avLst/>
              <a:gdLst/>
              <a:ahLst/>
              <a:cxnLst/>
              <a:rect l="l" t="t" r="r" b="b"/>
              <a:pathLst>
                <a:path w="5079" h="1905">
                  <a:moveTo>
                    <a:pt x="4572" y="1524"/>
                  </a:moveTo>
                  <a:lnTo>
                    <a:pt x="457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4572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/>
            <p:cNvSpPr/>
            <p:nvPr/>
          </p:nvSpPr>
          <p:spPr>
            <a:xfrm>
              <a:off x="4538472" y="1688591"/>
              <a:ext cx="6350" cy="1905"/>
            </a:xfrm>
            <a:custGeom>
              <a:avLst/>
              <a:gdLst/>
              <a:ahLst/>
              <a:cxnLst/>
              <a:rect l="l" t="t" r="r" b="b"/>
              <a:pathLst>
                <a:path w="6350" h="1905">
                  <a:moveTo>
                    <a:pt x="6096" y="1524"/>
                  </a:moveTo>
                  <a:lnTo>
                    <a:pt x="6096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6096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/>
            <p:cNvSpPr/>
            <p:nvPr/>
          </p:nvSpPr>
          <p:spPr>
            <a:xfrm>
              <a:off x="4538472" y="1688591"/>
              <a:ext cx="6350" cy="1905"/>
            </a:xfrm>
            <a:custGeom>
              <a:avLst/>
              <a:gdLst/>
              <a:ahLst/>
              <a:cxnLst/>
              <a:rect l="l" t="t" r="r" b="b"/>
              <a:pathLst>
                <a:path w="6350" h="1905">
                  <a:moveTo>
                    <a:pt x="6096" y="1524"/>
                  </a:moveTo>
                  <a:lnTo>
                    <a:pt x="6096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6096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/>
            <p:cNvSpPr/>
            <p:nvPr/>
          </p:nvSpPr>
          <p:spPr>
            <a:xfrm>
              <a:off x="4567428" y="1655064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3048" y="1524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2286" y="2286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/>
            <p:cNvSpPr/>
            <p:nvPr/>
          </p:nvSpPr>
          <p:spPr>
            <a:xfrm>
              <a:off x="4567428" y="1655064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3048" y="762"/>
                  </a:moveTo>
                  <a:lnTo>
                    <a:pt x="3048" y="0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1524" y="2286"/>
                  </a:lnTo>
                  <a:lnTo>
                    <a:pt x="2286" y="2286"/>
                  </a:lnTo>
                  <a:lnTo>
                    <a:pt x="3048" y="1524"/>
                  </a:lnTo>
                  <a:lnTo>
                    <a:pt x="3048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/>
            <p:cNvSpPr/>
            <p:nvPr/>
          </p:nvSpPr>
          <p:spPr>
            <a:xfrm>
              <a:off x="4567428" y="1684019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10">
                  <a:moveTo>
                    <a:pt x="3048" y="2286"/>
                  </a:moveTo>
                  <a:lnTo>
                    <a:pt x="3048" y="1524"/>
                  </a:lnTo>
                  <a:lnTo>
                    <a:pt x="3048" y="762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2286" y="3810"/>
                  </a:lnTo>
                  <a:lnTo>
                    <a:pt x="3048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/>
            <p:cNvSpPr/>
            <p:nvPr/>
          </p:nvSpPr>
          <p:spPr>
            <a:xfrm>
              <a:off x="4567428" y="1684019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10">
                  <a:moveTo>
                    <a:pt x="3048" y="1524"/>
                  </a:moveTo>
                  <a:lnTo>
                    <a:pt x="3048" y="762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1524" y="3810"/>
                  </a:lnTo>
                  <a:lnTo>
                    <a:pt x="2286" y="3810"/>
                  </a:lnTo>
                  <a:lnTo>
                    <a:pt x="3048" y="2286"/>
                  </a:lnTo>
                  <a:lnTo>
                    <a:pt x="3048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/>
            <p:cNvSpPr/>
            <p:nvPr/>
          </p:nvSpPr>
          <p:spPr>
            <a:xfrm>
              <a:off x="4538472" y="1655064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39">
                  <a:moveTo>
                    <a:pt x="3810" y="1524"/>
                  </a:moveTo>
                  <a:lnTo>
                    <a:pt x="3810" y="762"/>
                  </a:lnTo>
                  <a:lnTo>
                    <a:pt x="3810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2286" y="2286"/>
                  </a:lnTo>
                  <a:lnTo>
                    <a:pt x="3810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/>
            <p:cNvSpPr/>
            <p:nvPr/>
          </p:nvSpPr>
          <p:spPr>
            <a:xfrm>
              <a:off x="4538472" y="1655064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39">
                  <a:moveTo>
                    <a:pt x="3810" y="762"/>
                  </a:moveTo>
                  <a:lnTo>
                    <a:pt x="3810" y="0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1524" y="2286"/>
                  </a:lnTo>
                  <a:lnTo>
                    <a:pt x="2286" y="2286"/>
                  </a:lnTo>
                  <a:lnTo>
                    <a:pt x="3810" y="1524"/>
                  </a:lnTo>
                  <a:lnTo>
                    <a:pt x="3810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/>
            <p:cNvSpPr/>
            <p:nvPr/>
          </p:nvSpPr>
          <p:spPr>
            <a:xfrm>
              <a:off x="4536947" y="1684019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10" h="3810">
                  <a:moveTo>
                    <a:pt x="3810" y="2286"/>
                  </a:moveTo>
                  <a:lnTo>
                    <a:pt x="3810" y="1524"/>
                  </a:lnTo>
                  <a:lnTo>
                    <a:pt x="3810" y="762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2"/>
                  </a:lnTo>
                  <a:lnTo>
                    <a:pt x="0" y="2286"/>
                  </a:lnTo>
                  <a:lnTo>
                    <a:pt x="762" y="3810"/>
                  </a:lnTo>
                  <a:lnTo>
                    <a:pt x="2286" y="3810"/>
                  </a:lnTo>
                  <a:lnTo>
                    <a:pt x="3810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/>
            <p:cNvSpPr/>
            <p:nvPr/>
          </p:nvSpPr>
          <p:spPr>
            <a:xfrm>
              <a:off x="4536947" y="1684019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10" h="3810">
                  <a:moveTo>
                    <a:pt x="3810" y="1524"/>
                  </a:moveTo>
                  <a:lnTo>
                    <a:pt x="3810" y="762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762" y="3810"/>
                  </a:lnTo>
                  <a:lnTo>
                    <a:pt x="1524" y="3810"/>
                  </a:lnTo>
                  <a:lnTo>
                    <a:pt x="2286" y="3810"/>
                  </a:lnTo>
                  <a:lnTo>
                    <a:pt x="3810" y="2286"/>
                  </a:lnTo>
                  <a:lnTo>
                    <a:pt x="381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/>
            <p:cNvSpPr/>
            <p:nvPr/>
          </p:nvSpPr>
          <p:spPr>
            <a:xfrm>
              <a:off x="4552950" y="1655064"/>
              <a:ext cx="16510" cy="19050"/>
            </a:xfrm>
            <a:custGeom>
              <a:avLst/>
              <a:gdLst/>
              <a:ahLst/>
              <a:cxnLst/>
              <a:rect l="l" t="t" r="r" b="b"/>
              <a:pathLst>
                <a:path w="16510" h="19050">
                  <a:moveTo>
                    <a:pt x="16002" y="16002"/>
                  </a:moveTo>
                  <a:lnTo>
                    <a:pt x="16002" y="9906"/>
                  </a:lnTo>
                  <a:lnTo>
                    <a:pt x="12954" y="8382"/>
                  </a:lnTo>
                  <a:lnTo>
                    <a:pt x="9906" y="8382"/>
                  </a:lnTo>
                  <a:lnTo>
                    <a:pt x="11430" y="6858"/>
                  </a:lnTo>
                  <a:lnTo>
                    <a:pt x="12954" y="4572"/>
                  </a:lnTo>
                  <a:lnTo>
                    <a:pt x="12954" y="1523"/>
                  </a:lnTo>
                  <a:lnTo>
                    <a:pt x="9906" y="0"/>
                  </a:lnTo>
                  <a:lnTo>
                    <a:pt x="8382" y="0"/>
                  </a:lnTo>
                  <a:lnTo>
                    <a:pt x="6858" y="1524"/>
                  </a:lnTo>
                  <a:lnTo>
                    <a:pt x="5334" y="4572"/>
                  </a:lnTo>
                  <a:lnTo>
                    <a:pt x="3048" y="4572"/>
                  </a:lnTo>
                  <a:lnTo>
                    <a:pt x="3048" y="8382"/>
                  </a:lnTo>
                  <a:lnTo>
                    <a:pt x="6858" y="8382"/>
                  </a:lnTo>
                  <a:lnTo>
                    <a:pt x="5334" y="11430"/>
                  </a:lnTo>
                  <a:lnTo>
                    <a:pt x="3048" y="12954"/>
                  </a:lnTo>
                  <a:lnTo>
                    <a:pt x="0" y="16002"/>
                  </a:lnTo>
                  <a:lnTo>
                    <a:pt x="0" y="19050"/>
                  </a:lnTo>
                  <a:lnTo>
                    <a:pt x="4572" y="19050"/>
                  </a:lnTo>
                  <a:lnTo>
                    <a:pt x="6858" y="16002"/>
                  </a:lnTo>
                  <a:lnTo>
                    <a:pt x="9906" y="17526"/>
                  </a:lnTo>
                  <a:lnTo>
                    <a:pt x="12954" y="17526"/>
                  </a:lnTo>
                  <a:lnTo>
                    <a:pt x="16002" y="1600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/>
            <p:cNvSpPr/>
            <p:nvPr/>
          </p:nvSpPr>
          <p:spPr>
            <a:xfrm>
              <a:off x="4552950" y="1655064"/>
              <a:ext cx="16510" cy="19050"/>
            </a:xfrm>
            <a:custGeom>
              <a:avLst/>
              <a:gdLst/>
              <a:ahLst/>
              <a:cxnLst/>
              <a:rect l="l" t="t" r="r" b="b"/>
              <a:pathLst>
                <a:path w="16510" h="19050">
                  <a:moveTo>
                    <a:pt x="8382" y="0"/>
                  </a:moveTo>
                  <a:lnTo>
                    <a:pt x="9906" y="0"/>
                  </a:lnTo>
                  <a:lnTo>
                    <a:pt x="12954" y="1523"/>
                  </a:lnTo>
                  <a:lnTo>
                    <a:pt x="12954" y="4572"/>
                  </a:lnTo>
                  <a:lnTo>
                    <a:pt x="11430" y="6858"/>
                  </a:lnTo>
                  <a:lnTo>
                    <a:pt x="9906" y="8382"/>
                  </a:lnTo>
                  <a:lnTo>
                    <a:pt x="12954" y="8382"/>
                  </a:lnTo>
                  <a:lnTo>
                    <a:pt x="16002" y="9906"/>
                  </a:lnTo>
                  <a:lnTo>
                    <a:pt x="16002" y="16002"/>
                  </a:lnTo>
                  <a:lnTo>
                    <a:pt x="12954" y="17526"/>
                  </a:lnTo>
                  <a:lnTo>
                    <a:pt x="9906" y="17526"/>
                  </a:lnTo>
                  <a:lnTo>
                    <a:pt x="6858" y="16002"/>
                  </a:lnTo>
                  <a:lnTo>
                    <a:pt x="4572" y="19050"/>
                  </a:lnTo>
                  <a:lnTo>
                    <a:pt x="0" y="19050"/>
                  </a:lnTo>
                  <a:lnTo>
                    <a:pt x="0" y="16002"/>
                  </a:lnTo>
                  <a:lnTo>
                    <a:pt x="3048" y="12954"/>
                  </a:lnTo>
                  <a:lnTo>
                    <a:pt x="5334" y="11430"/>
                  </a:lnTo>
                  <a:lnTo>
                    <a:pt x="6858" y="8382"/>
                  </a:lnTo>
                  <a:lnTo>
                    <a:pt x="3048" y="8382"/>
                  </a:lnTo>
                  <a:lnTo>
                    <a:pt x="3048" y="4572"/>
                  </a:lnTo>
                  <a:lnTo>
                    <a:pt x="5334" y="4572"/>
                  </a:lnTo>
                  <a:lnTo>
                    <a:pt x="6858" y="1524"/>
                  </a:lnTo>
                  <a:lnTo>
                    <a:pt x="8382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/>
            <p:cNvSpPr/>
            <p:nvPr/>
          </p:nvSpPr>
          <p:spPr>
            <a:xfrm>
              <a:off x="4538472" y="1676399"/>
              <a:ext cx="19050" cy="9525"/>
            </a:xfrm>
            <a:custGeom>
              <a:avLst/>
              <a:gdLst/>
              <a:ahLst/>
              <a:cxnLst/>
              <a:rect l="l" t="t" r="r" b="b"/>
              <a:pathLst>
                <a:path w="19050" h="9525">
                  <a:moveTo>
                    <a:pt x="19050" y="0"/>
                  </a:moveTo>
                  <a:lnTo>
                    <a:pt x="17526" y="0"/>
                  </a:lnTo>
                  <a:lnTo>
                    <a:pt x="16002" y="1524"/>
                  </a:lnTo>
                  <a:lnTo>
                    <a:pt x="9906" y="1524"/>
                  </a:lnTo>
                  <a:lnTo>
                    <a:pt x="6858" y="3048"/>
                  </a:lnTo>
                  <a:lnTo>
                    <a:pt x="4571" y="3048"/>
                  </a:lnTo>
                  <a:lnTo>
                    <a:pt x="1524" y="1524"/>
                  </a:lnTo>
                  <a:lnTo>
                    <a:pt x="0" y="4572"/>
                  </a:lnTo>
                  <a:lnTo>
                    <a:pt x="1524" y="7620"/>
                  </a:lnTo>
                  <a:lnTo>
                    <a:pt x="4571" y="9144"/>
                  </a:lnTo>
                  <a:lnTo>
                    <a:pt x="8382" y="9144"/>
                  </a:lnTo>
                  <a:lnTo>
                    <a:pt x="11430" y="7620"/>
                  </a:lnTo>
                  <a:lnTo>
                    <a:pt x="12954" y="4572"/>
                  </a:lnTo>
                  <a:lnTo>
                    <a:pt x="16002" y="6096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/>
            <p:cNvSpPr/>
            <p:nvPr/>
          </p:nvSpPr>
          <p:spPr>
            <a:xfrm>
              <a:off x="4538472" y="1676399"/>
              <a:ext cx="19050" cy="9525"/>
            </a:xfrm>
            <a:custGeom>
              <a:avLst/>
              <a:gdLst/>
              <a:ahLst/>
              <a:cxnLst/>
              <a:rect l="l" t="t" r="r" b="b"/>
              <a:pathLst>
                <a:path w="19050" h="9525">
                  <a:moveTo>
                    <a:pt x="19050" y="0"/>
                  </a:moveTo>
                  <a:lnTo>
                    <a:pt x="16002" y="6096"/>
                  </a:lnTo>
                  <a:lnTo>
                    <a:pt x="12954" y="4572"/>
                  </a:lnTo>
                  <a:lnTo>
                    <a:pt x="11430" y="7620"/>
                  </a:lnTo>
                  <a:lnTo>
                    <a:pt x="8382" y="9144"/>
                  </a:lnTo>
                  <a:lnTo>
                    <a:pt x="4571" y="9144"/>
                  </a:lnTo>
                  <a:lnTo>
                    <a:pt x="1524" y="7620"/>
                  </a:lnTo>
                  <a:lnTo>
                    <a:pt x="0" y="4572"/>
                  </a:lnTo>
                  <a:lnTo>
                    <a:pt x="1524" y="1524"/>
                  </a:lnTo>
                  <a:lnTo>
                    <a:pt x="4571" y="3048"/>
                  </a:lnTo>
                  <a:lnTo>
                    <a:pt x="6858" y="3048"/>
                  </a:lnTo>
                  <a:lnTo>
                    <a:pt x="9906" y="1524"/>
                  </a:lnTo>
                  <a:lnTo>
                    <a:pt x="16002" y="1524"/>
                  </a:lnTo>
                  <a:lnTo>
                    <a:pt x="17526" y="0"/>
                  </a:lnTo>
                  <a:lnTo>
                    <a:pt x="1905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/>
            <p:cNvSpPr/>
            <p:nvPr/>
          </p:nvSpPr>
          <p:spPr>
            <a:xfrm>
              <a:off x="4535424" y="1658111"/>
              <a:ext cx="10160" cy="17780"/>
            </a:xfrm>
            <a:custGeom>
              <a:avLst/>
              <a:gdLst/>
              <a:ahLst/>
              <a:cxnLst/>
              <a:rect l="l" t="t" r="r" b="b"/>
              <a:pathLst>
                <a:path w="10160" h="17780">
                  <a:moveTo>
                    <a:pt x="9906" y="8382"/>
                  </a:moveTo>
                  <a:lnTo>
                    <a:pt x="9144" y="6858"/>
                  </a:lnTo>
                  <a:lnTo>
                    <a:pt x="9144" y="5334"/>
                  </a:lnTo>
                  <a:lnTo>
                    <a:pt x="9906" y="3048"/>
                  </a:lnTo>
                  <a:lnTo>
                    <a:pt x="9906" y="0"/>
                  </a:lnTo>
                  <a:lnTo>
                    <a:pt x="7620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0" y="1524"/>
                  </a:lnTo>
                  <a:lnTo>
                    <a:pt x="0" y="5334"/>
                  </a:lnTo>
                  <a:lnTo>
                    <a:pt x="1524" y="8382"/>
                  </a:lnTo>
                  <a:lnTo>
                    <a:pt x="3048" y="8382"/>
                  </a:lnTo>
                  <a:lnTo>
                    <a:pt x="3048" y="12954"/>
                  </a:lnTo>
                  <a:lnTo>
                    <a:pt x="1524" y="16002"/>
                  </a:lnTo>
                  <a:lnTo>
                    <a:pt x="3048" y="17526"/>
                  </a:lnTo>
                  <a:lnTo>
                    <a:pt x="4572" y="17526"/>
                  </a:lnTo>
                  <a:lnTo>
                    <a:pt x="6096" y="14478"/>
                  </a:lnTo>
                  <a:lnTo>
                    <a:pt x="9144" y="12954"/>
                  </a:lnTo>
                  <a:lnTo>
                    <a:pt x="9906" y="838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/>
            <p:cNvSpPr/>
            <p:nvPr/>
          </p:nvSpPr>
          <p:spPr>
            <a:xfrm>
              <a:off x="4535424" y="1658111"/>
              <a:ext cx="10160" cy="17780"/>
            </a:xfrm>
            <a:custGeom>
              <a:avLst/>
              <a:gdLst/>
              <a:ahLst/>
              <a:cxnLst/>
              <a:rect l="l" t="t" r="r" b="b"/>
              <a:pathLst>
                <a:path w="10160" h="17780">
                  <a:moveTo>
                    <a:pt x="7620" y="0"/>
                  </a:moveTo>
                  <a:lnTo>
                    <a:pt x="9906" y="0"/>
                  </a:lnTo>
                  <a:lnTo>
                    <a:pt x="9906" y="3048"/>
                  </a:lnTo>
                  <a:lnTo>
                    <a:pt x="9144" y="5334"/>
                  </a:lnTo>
                  <a:lnTo>
                    <a:pt x="9144" y="6858"/>
                  </a:lnTo>
                  <a:lnTo>
                    <a:pt x="9906" y="8382"/>
                  </a:lnTo>
                  <a:lnTo>
                    <a:pt x="9144" y="12954"/>
                  </a:lnTo>
                  <a:lnTo>
                    <a:pt x="6096" y="14478"/>
                  </a:lnTo>
                  <a:lnTo>
                    <a:pt x="4572" y="17526"/>
                  </a:lnTo>
                  <a:lnTo>
                    <a:pt x="3048" y="17526"/>
                  </a:lnTo>
                  <a:lnTo>
                    <a:pt x="1524" y="16002"/>
                  </a:lnTo>
                  <a:lnTo>
                    <a:pt x="3048" y="12954"/>
                  </a:lnTo>
                  <a:lnTo>
                    <a:pt x="3048" y="8382"/>
                  </a:lnTo>
                  <a:lnTo>
                    <a:pt x="1524" y="8382"/>
                  </a:lnTo>
                  <a:lnTo>
                    <a:pt x="0" y="5334"/>
                  </a:lnTo>
                  <a:lnTo>
                    <a:pt x="0" y="1524"/>
                  </a:lnTo>
                  <a:lnTo>
                    <a:pt x="3048" y="1524"/>
                  </a:lnTo>
                  <a:lnTo>
                    <a:pt x="4572" y="0"/>
                  </a:lnTo>
                  <a:lnTo>
                    <a:pt x="762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/>
            <p:cNvSpPr/>
            <p:nvPr/>
          </p:nvSpPr>
          <p:spPr>
            <a:xfrm>
              <a:off x="4559807" y="1637537"/>
              <a:ext cx="9525" cy="11430"/>
            </a:xfrm>
            <a:custGeom>
              <a:avLst/>
              <a:gdLst/>
              <a:ahLst/>
              <a:cxnLst/>
              <a:rect l="l" t="t" r="r" b="b"/>
              <a:pathLst>
                <a:path w="9525" h="11430">
                  <a:moveTo>
                    <a:pt x="9144" y="11430"/>
                  </a:moveTo>
                  <a:lnTo>
                    <a:pt x="9144" y="1523"/>
                  </a:lnTo>
                  <a:lnTo>
                    <a:pt x="7620" y="0"/>
                  </a:lnTo>
                  <a:lnTo>
                    <a:pt x="4572" y="0"/>
                  </a:lnTo>
                  <a:lnTo>
                    <a:pt x="4572" y="3048"/>
                  </a:lnTo>
                  <a:lnTo>
                    <a:pt x="3048" y="3048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3048" y="4572"/>
                  </a:lnTo>
                  <a:lnTo>
                    <a:pt x="4572" y="6096"/>
                  </a:lnTo>
                  <a:lnTo>
                    <a:pt x="4572" y="9144"/>
                  </a:lnTo>
                  <a:lnTo>
                    <a:pt x="6096" y="11430"/>
                  </a:lnTo>
                  <a:lnTo>
                    <a:pt x="9144" y="1143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/>
            <p:cNvSpPr/>
            <p:nvPr/>
          </p:nvSpPr>
          <p:spPr>
            <a:xfrm>
              <a:off x="4559807" y="1637537"/>
              <a:ext cx="9525" cy="11430"/>
            </a:xfrm>
            <a:custGeom>
              <a:avLst/>
              <a:gdLst/>
              <a:ahLst/>
              <a:cxnLst/>
              <a:rect l="l" t="t" r="r" b="b"/>
              <a:pathLst>
                <a:path w="9525" h="11430">
                  <a:moveTo>
                    <a:pt x="4572" y="0"/>
                  </a:moveTo>
                  <a:lnTo>
                    <a:pt x="7620" y="0"/>
                  </a:lnTo>
                  <a:lnTo>
                    <a:pt x="9144" y="1523"/>
                  </a:lnTo>
                  <a:lnTo>
                    <a:pt x="9144" y="11430"/>
                  </a:lnTo>
                  <a:lnTo>
                    <a:pt x="6096" y="11430"/>
                  </a:lnTo>
                  <a:lnTo>
                    <a:pt x="4572" y="9144"/>
                  </a:lnTo>
                  <a:lnTo>
                    <a:pt x="4572" y="6096"/>
                  </a:lnTo>
                  <a:lnTo>
                    <a:pt x="3048" y="4572"/>
                  </a:lnTo>
                  <a:lnTo>
                    <a:pt x="0" y="6096"/>
                  </a:lnTo>
                  <a:lnTo>
                    <a:pt x="0" y="4572"/>
                  </a:lnTo>
                  <a:lnTo>
                    <a:pt x="3048" y="3048"/>
                  </a:lnTo>
                  <a:lnTo>
                    <a:pt x="4572" y="3048"/>
                  </a:lnTo>
                  <a:lnTo>
                    <a:pt x="4572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/>
            <p:cNvSpPr/>
            <p:nvPr/>
          </p:nvSpPr>
          <p:spPr>
            <a:xfrm>
              <a:off x="4536948" y="1636014"/>
              <a:ext cx="13335" cy="7620"/>
            </a:xfrm>
            <a:custGeom>
              <a:avLst/>
              <a:gdLst/>
              <a:ahLst/>
              <a:cxnLst/>
              <a:rect l="l" t="t" r="r" b="b"/>
              <a:pathLst>
                <a:path w="13335" h="7619">
                  <a:moveTo>
                    <a:pt x="12954" y="4571"/>
                  </a:moveTo>
                  <a:lnTo>
                    <a:pt x="12954" y="0"/>
                  </a:lnTo>
                  <a:lnTo>
                    <a:pt x="9906" y="1523"/>
                  </a:lnTo>
                  <a:lnTo>
                    <a:pt x="8382" y="0"/>
                  </a:lnTo>
                  <a:lnTo>
                    <a:pt x="6096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3048" y="7620"/>
                  </a:lnTo>
                  <a:lnTo>
                    <a:pt x="6096" y="6096"/>
                  </a:lnTo>
                  <a:lnTo>
                    <a:pt x="8382" y="4572"/>
                  </a:lnTo>
                  <a:lnTo>
                    <a:pt x="12954" y="4571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/>
            <p:cNvSpPr/>
            <p:nvPr/>
          </p:nvSpPr>
          <p:spPr>
            <a:xfrm>
              <a:off x="4536948" y="1636014"/>
              <a:ext cx="13335" cy="7620"/>
            </a:xfrm>
            <a:custGeom>
              <a:avLst/>
              <a:gdLst/>
              <a:ahLst/>
              <a:cxnLst/>
              <a:rect l="l" t="t" r="r" b="b"/>
              <a:pathLst>
                <a:path w="13335" h="7619">
                  <a:moveTo>
                    <a:pt x="6096" y="0"/>
                  </a:moveTo>
                  <a:lnTo>
                    <a:pt x="8382" y="0"/>
                  </a:lnTo>
                  <a:lnTo>
                    <a:pt x="9906" y="1523"/>
                  </a:lnTo>
                  <a:lnTo>
                    <a:pt x="12954" y="0"/>
                  </a:lnTo>
                  <a:lnTo>
                    <a:pt x="12954" y="4571"/>
                  </a:lnTo>
                  <a:lnTo>
                    <a:pt x="8382" y="4572"/>
                  </a:lnTo>
                  <a:lnTo>
                    <a:pt x="6096" y="6096"/>
                  </a:lnTo>
                  <a:lnTo>
                    <a:pt x="3048" y="7620"/>
                  </a:lnTo>
                  <a:lnTo>
                    <a:pt x="0" y="4572"/>
                  </a:lnTo>
                  <a:lnTo>
                    <a:pt x="4572" y="0"/>
                  </a:lnTo>
                  <a:lnTo>
                    <a:pt x="6096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/>
            <p:cNvSpPr/>
            <p:nvPr/>
          </p:nvSpPr>
          <p:spPr>
            <a:xfrm>
              <a:off x="4545329" y="1613153"/>
              <a:ext cx="9525" cy="11430"/>
            </a:xfrm>
            <a:custGeom>
              <a:avLst/>
              <a:gdLst/>
              <a:ahLst/>
              <a:cxnLst/>
              <a:rect l="l" t="t" r="r" b="b"/>
              <a:pathLst>
                <a:path w="9525" h="11430">
                  <a:moveTo>
                    <a:pt x="9144" y="6858"/>
                  </a:moveTo>
                  <a:lnTo>
                    <a:pt x="9144" y="3810"/>
                  </a:lnTo>
                  <a:lnTo>
                    <a:pt x="6096" y="3048"/>
                  </a:lnTo>
                  <a:lnTo>
                    <a:pt x="3048" y="1524"/>
                  </a:lnTo>
                  <a:lnTo>
                    <a:pt x="4572" y="1524"/>
                  </a:lnTo>
                  <a:lnTo>
                    <a:pt x="1524" y="0"/>
                  </a:lnTo>
                  <a:lnTo>
                    <a:pt x="0" y="3048"/>
                  </a:lnTo>
                  <a:lnTo>
                    <a:pt x="0" y="3810"/>
                  </a:lnTo>
                  <a:lnTo>
                    <a:pt x="1524" y="5334"/>
                  </a:lnTo>
                  <a:lnTo>
                    <a:pt x="0" y="8382"/>
                  </a:lnTo>
                  <a:lnTo>
                    <a:pt x="0" y="11430"/>
                  </a:lnTo>
                  <a:lnTo>
                    <a:pt x="1524" y="11430"/>
                  </a:lnTo>
                  <a:lnTo>
                    <a:pt x="3048" y="8382"/>
                  </a:lnTo>
                  <a:lnTo>
                    <a:pt x="6096" y="8382"/>
                  </a:lnTo>
                  <a:lnTo>
                    <a:pt x="9144" y="685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/>
            <p:cNvSpPr/>
            <p:nvPr/>
          </p:nvSpPr>
          <p:spPr>
            <a:xfrm>
              <a:off x="4545329" y="1613153"/>
              <a:ext cx="9525" cy="11430"/>
            </a:xfrm>
            <a:custGeom>
              <a:avLst/>
              <a:gdLst/>
              <a:ahLst/>
              <a:cxnLst/>
              <a:rect l="l" t="t" r="r" b="b"/>
              <a:pathLst>
                <a:path w="9525" h="11430">
                  <a:moveTo>
                    <a:pt x="3048" y="1524"/>
                  </a:moveTo>
                  <a:lnTo>
                    <a:pt x="6096" y="3048"/>
                  </a:lnTo>
                  <a:lnTo>
                    <a:pt x="9144" y="3810"/>
                  </a:lnTo>
                  <a:lnTo>
                    <a:pt x="9144" y="6858"/>
                  </a:lnTo>
                  <a:lnTo>
                    <a:pt x="6096" y="8382"/>
                  </a:lnTo>
                  <a:lnTo>
                    <a:pt x="3048" y="8382"/>
                  </a:lnTo>
                  <a:lnTo>
                    <a:pt x="1524" y="11430"/>
                  </a:lnTo>
                  <a:lnTo>
                    <a:pt x="0" y="11430"/>
                  </a:lnTo>
                  <a:lnTo>
                    <a:pt x="0" y="8382"/>
                  </a:lnTo>
                  <a:lnTo>
                    <a:pt x="1524" y="5334"/>
                  </a:lnTo>
                  <a:lnTo>
                    <a:pt x="0" y="3810"/>
                  </a:lnTo>
                  <a:lnTo>
                    <a:pt x="0" y="3048"/>
                  </a:lnTo>
                  <a:lnTo>
                    <a:pt x="1524" y="0"/>
                  </a:lnTo>
                  <a:lnTo>
                    <a:pt x="4572" y="1524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/>
            <p:cNvSpPr/>
            <p:nvPr/>
          </p:nvSpPr>
          <p:spPr>
            <a:xfrm>
              <a:off x="4555997" y="1616201"/>
              <a:ext cx="6985" cy="11430"/>
            </a:xfrm>
            <a:custGeom>
              <a:avLst/>
              <a:gdLst/>
              <a:ahLst/>
              <a:cxnLst/>
              <a:rect l="l" t="t" r="r" b="b"/>
              <a:pathLst>
                <a:path w="6985" h="11430">
                  <a:moveTo>
                    <a:pt x="6858" y="8382"/>
                  </a:moveTo>
                  <a:lnTo>
                    <a:pt x="6858" y="5334"/>
                  </a:lnTo>
                  <a:lnTo>
                    <a:pt x="3810" y="2286"/>
                  </a:lnTo>
                  <a:lnTo>
                    <a:pt x="3810" y="762"/>
                  </a:lnTo>
                  <a:lnTo>
                    <a:pt x="2286" y="0"/>
                  </a:lnTo>
                  <a:lnTo>
                    <a:pt x="1524" y="762"/>
                  </a:lnTo>
                  <a:lnTo>
                    <a:pt x="1524" y="3810"/>
                  </a:lnTo>
                  <a:lnTo>
                    <a:pt x="2286" y="5334"/>
                  </a:lnTo>
                  <a:lnTo>
                    <a:pt x="2286" y="8382"/>
                  </a:lnTo>
                  <a:lnTo>
                    <a:pt x="0" y="8382"/>
                  </a:lnTo>
                  <a:lnTo>
                    <a:pt x="1524" y="11430"/>
                  </a:lnTo>
                  <a:lnTo>
                    <a:pt x="2286" y="9906"/>
                  </a:lnTo>
                  <a:lnTo>
                    <a:pt x="5334" y="8382"/>
                  </a:lnTo>
                  <a:lnTo>
                    <a:pt x="6858" y="838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/>
            <p:cNvSpPr/>
            <p:nvPr/>
          </p:nvSpPr>
          <p:spPr>
            <a:xfrm>
              <a:off x="4555997" y="1616201"/>
              <a:ext cx="6985" cy="11430"/>
            </a:xfrm>
            <a:custGeom>
              <a:avLst/>
              <a:gdLst/>
              <a:ahLst/>
              <a:cxnLst/>
              <a:rect l="l" t="t" r="r" b="b"/>
              <a:pathLst>
                <a:path w="6985" h="11430">
                  <a:moveTo>
                    <a:pt x="3810" y="2286"/>
                  </a:moveTo>
                  <a:lnTo>
                    <a:pt x="6858" y="5334"/>
                  </a:lnTo>
                  <a:lnTo>
                    <a:pt x="6858" y="8382"/>
                  </a:lnTo>
                  <a:lnTo>
                    <a:pt x="5334" y="8382"/>
                  </a:lnTo>
                  <a:lnTo>
                    <a:pt x="2286" y="9906"/>
                  </a:lnTo>
                  <a:lnTo>
                    <a:pt x="1524" y="11430"/>
                  </a:lnTo>
                  <a:lnTo>
                    <a:pt x="0" y="8382"/>
                  </a:lnTo>
                  <a:lnTo>
                    <a:pt x="2286" y="8382"/>
                  </a:lnTo>
                  <a:lnTo>
                    <a:pt x="2286" y="5334"/>
                  </a:lnTo>
                  <a:lnTo>
                    <a:pt x="1524" y="3810"/>
                  </a:lnTo>
                  <a:lnTo>
                    <a:pt x="1524" y="762"/>
                  </a:lnTo>
                  <a:lnTo>
                    <a:pt x="2286" y="0"/>
                  </a:lnTo>
                  <a:lnTo>
                    <a:pt x="3810" y="762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/>
            <p:cNvSpPr/>
            <p:nvPr/>
          </p:nvSpPr>
          <p:spPr>
            <a:xfrm>
              <a:off x="4545330" y="1653539"/>
              <a:ext cx="12700" cy="11430"/>
            </a:xfrm>
            <a:custGeom>
              <a:avLst/>
              <a:gdLst/>
              <a:ahLst/>
              <a:cxnLst/>
              <a:rect l="l" t="t" r="r" b="b"/>
              <a:pathLst>
                <a:path w="12700" h="11430">
                  <a:moveTo>
                    <a:pt x="12191" y="3048"/>
                  </a:moveTo>
                  <a:lnTo>
                    <a:pt x="12191" y="0"/>
                  </a:lnTo>
                  <a:lnTo>
                    <a:pt x="10667" y="0"/>
                  </a:lnTo>
                  <a:lnTo>
                    <a:pt x="7619" y="1524"/>
                  </a:lnTo>
                  <a:lnTo>
                    <a:pt x="1523" y="1524"/>
                  </a:lnTo>
                  <a:lnTo>
                    <a:pt x="0" y="4572"/>
                  </a:lnTo>
                  <a:lnTo>
                    <a:pt x="1523" y="6096"/>
                  </a:lnTo>
                  <a:lnTo>
                    <a:pt x="1523" y="9906"/>
                  </a:lnTo>
                  <a:lnTo>
                    <a:pt x="3047" y="11430"/>
                  </a:lnTo>
                  <a:lnTo>
                    <a:pt x="6095" y="9906"/>
                  </a:lnTo>
                  <a:lnTo>
                    <a:pt x="7619" y="7620"/>
                  </a:lnTo>
                  <a:lnTo>
                    <a:pt x="10667" y="4572"/>
                  </a:lnTo>
                  <a:lnTo>
                    <a:pt x="9143" y="6096"/>
                  </a:lnTo>
                  <a:lnTo>
                    <a:pt x="12191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4" name="object 824"/>
            <p:cNvSpPr/>
            <p:nvPr/>
          </p:nvSpPr>
          <p:spPr>
            <a:xfrm>
              <a:off x="4545330" y="1653539"/>
              <a:ext cx="12700" cy="11430"/>
            </a:xfrm>
            <a:custGeom>
              <a:avLst/>
              <a:gdLst/>
              <a:ahLst/>
              <a:cxnLst/>
              <a:rect l="l" t="t" r="r" b="b"/>
              <a:pathLst>
                <a:path w="12700" h="11430">
                  <a:moveTo>
                    <a:pt x="10667" y="4572"/>
                  </a:moveTo>
                  <a:lnTo>
                    <a:pt x="7619" y="7620"/>
                  </a:lnTo>
                  <a:lnTo>
                    <a:pt x="6095" y="9906"/>
                  </a:lnTo>
                  <a:lnTo>
                    <a:pt x="3047" y="11430"/>
                  </a:lnTo>
                  <a:lnTo>
                    <a:pt x="1523" y="9906"/>
                  </a:lnTo>
                  <a:lnTo>
                    <a:pt x="1523" y="6096"/>
                  </a:lnTo>
                  <a:lnTo>
                    <a:pt x="0" y="4572"/>
                  </a:lnTo>
                  <a:lnTo>
                    <a:pt x="1523" y="1524"/>
                  </a:lnTo>
                  <a:lnTo>
                    <a:pt x="7619" y="1524"/>
                  </a:lnTo>
                  <a:lnTo>
                    <a:pt x="10667" y="0"/>
                  </a:lnTo>
                  <a:lnTo>
                    <a:pt x="12191" y="0"/>
                  </a:lnTo>
                  <a:lnTo>
                    <a:pt x="12191" y="3048"/>
                  </a:lnTo>
                  <a:lnTo>
                    <a:pt x="9143" y="6096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5" name="object 825"/>
            <p:cNvSpPr/>
            <p:nvPr/>
          </p:nvSpPr>
          <p:spPr>
            <a:xfrm>
              <a:off x="4555997" y="1671065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30" y="6858"/>
                  </a:moveTo>
                  <a:lnTo>
                    <a:pt x="6858" y="4572"/>
                  </a:lnTo>
                  <a:lnTo>
                    <a:pt x="6858" y="1524"/>
                  </a:lnTo>
                  <a:lnTo>
                    <a:pt x="3810" y="1524"/>
                  </a:lnTo>
                  <a:lnTo>
                    <a:pt x="3810" y="0"/>
                  </a:lnTo>
                  <a:lnTo>
                    <a:pt x="1524" y="4572"/>
                  </a:lnTo>
                  <a:lnTo>
                    <a:pt x="0" y="4572"/>
                  </a:lnTo>
                  <a:lnTo>
                    <a:pt x="0" y="6858"/>
                  </a:lnTo>
                  <a:lnTo>
                    <a:pt x="1524" y="8382"/>
                  </a:lnTo>
                  <a:lnTo>
                    <a:pt x="3810" y="8382"/>
                  </a:lnTo>
                  <a:lnTo>
                    <a:pt x="3810" y="11430"/>
                  </a:lnTo>
                  <a:lnTo>
                    <a:pt x="5334" y="8382"/>
                  </a:lnTo>
                  <a:lnTo>
                    <a:pt x="6858" y="9906"/>
                  </a:lnTo>
                  <a:lnTo>
                    <a:pt x="11430" y="685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6" name="object 826"/>
            <p:cNvSpPr/>
            <p:nvPr/>
          </p:nvSpPr>
          <p:spPr>
            <a:xfrm>
              <a:off x="4555997" y="1671065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3810" y="1524"/>
                  </a:moveTo>
                  <a:lnTo>
                    <a:pt x="6858" y="1524"/>
                  </a:lnTo>
                  <a:lnTo>
                    <a:pt x="6858" y="4572"/>
                  </a:lnTo>
                  <a:lnTo>
                    <a:pt x="11430" y="6858"/>
                  </a:lnTo>
                  <a:lnTo>
                    <a:pt x="6858" y="9906"/>
                  </a:lnTo>
                  <a:lnTo>
                    <a:pt x="5334" y="8382"/>
                  </a:lnTo>
                  <a:lnTo>
                    <a:pt x="3810" y="11430"/>
                  </a:lnTo>
                  <a:lnTo>
                    <a:pt x="3810" y="8382"/>
                  </a:lnTo>
                  <a:lnTo>
                    <a:pt x="1524" y="8382"/>
                  </a:lnTo>
                  <a:lnTo>
                    <a:pt x="0" y="6858"/>
                  </a:lnTo>
                  <a:lnTo>
                    <a:pt x="0" y="4572"/>
                  </a:lnTo>
                  <a:lnTo>
                    <a:pt x="1524" y="4572"/>
                  </a:lnTo>
                  <a:lnTo>
                    <a:pt x="3810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7" name="object 827"/>
            <p:cNvSpPr/>
            <p:nvPr/>
          </p:nvSpPr>
          <p:spPr>
            <a:xfrm>
              <a:off x="4552950" y="1634489"/>
              <a:ext cx="8890" cy="9525"/>
            </a:xfrm>
            <a:custGeom>
              <a:avLst/>
              <a:gdLst/>
              <a:ahLst/>
              <a:cxnLst/>
              <a:rect l="l" t="t" r="r" b="b"/>
              <a:pathLst>
                <a:path w="8889" h="9525">
                  <a:moveTo>
                    <a:pt x="8382" y="3048"/>
                  </a:moveTo>
                  <a:lnTo>
                    <a:pt x="8382" y="0"/>
                  </a:lnTo>
                  <a:lnTo>
                    <a:pt x="5334" y="3048"/>
                  </a:lnTo>
                  <a:lnTo>
                    <a:pt x="1523" y="3048"/>
                  </a:lnTo>
                  <a:lnTo>
                    <a:pt x="0" y="6096"/>
                  </a:lnTo>
                  <a:lnTo>
                    <a:pt x="0" y="7620"/>
                  </a:lnTo>
                  <a:lnTo>
                    <a:pt x="3048" y="9144"/>
                  </a:lnTo>
                  <a:lnTo>
                    <a:pt x="4572" y="7620"/>
                  </a:lnTo>
                  <a:lnTo>
                    <a:pt x="5334" y="6096"/>
                  </a:lnTo>
                  <a:lnTo>
                    <a:pt x="8382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8" name="object 828"/>
            <p:cNvSpPr/>
            <p:nvPr/>
          </p:nvSpPr>
          <p:spPr>
            <a:xfrm>
              <a:off x="4552950" y="1634489"/>
              <a:ext cx="8890" cy="9525"/>
            </a:xfrm>
            <a:custGeom>
              <a:avLst/>
              <a:gdLst/>
              <a:ahLst/>
              <a:cxnLst/>
              <a:rect l="l" t="t" r="r" b="b"/>
              <a:pathLst>
                <a:path w="8889" h="9525">
                  <a:moveTo>
                    <a:pt x="0" y="6096"/>
                  </a:moveTo>
                  <a:lnTo>
                    <a:pt x="1523" y="3048"/>
                  </a:lnTo>
                  <a:lnTo>
                    <a:pt x="5334" y="3048"/>
                  </a:lnTo>
                  <a:lnTo>
                    <a:pt x="8382" y="0"/>
                  </a:lnTo>
                  <a:lnTo>
                    <a:pt x="8382" y="3048"/>
                  </a:lnTo>
                  <a:lnTo>
                    <a:pt x="5334" y="6096"/>
                  </a:lnTo>
                  <a:lnTo>
                    <a:pt x="4572" y="7620"/>
                  </a:lnTo>
                  <a:lnTo>
                    <a:pt x="3048" y="9144"/>
                  </a:lnTo>
                  <a:lnTo>
                    <a:pt x="0" y="7620"/>
                  </a:lnTo>
                  <a:lnTo>
                    <a:pt x="0" y="6096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9" name="object 829"/>
            <p:cNvSpPr/>
            <p:nvPr/>
          </p:nvSpPr>
          <p:spPr>
            <a:xfrm>
              <a:off x="4549901" y="1623059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80">
                  <a:moveTo>
                    <a:pt x="6096" y="3048"/>
                  </a:moveTo>
                  <a:lnTo>
                    <a:pt x="4572" y="0"/>
                  </a:lnTo>
                  <a:lnTo>
                    <a:pt x="1524" y="1524"/>
                  </a:lnTo>
                  <a:lnTo>
                    <a:pt x="0" y="4572"/>
                  </a:lnTo>
                  <a:lnTo>
                    <a:pt x="3048" y="4572"/>
                  </a:lnTo>
                  <a:lnTo>
                    <a:pt x="6096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0" name="object 830"/>
            <p:cNvSpPr/>
            <p:nvPr/>
          </p:nvSpPr>
          <p:spPr>
            <a:xfrm>
              <a:off x="4549901" y="1623059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80">
                  <a:moveTo>
                    <a:pt x="4572" y="0"/>
                  </a:moveTo>
                  <a:lnTo>
                    <a:pt x="6096" y="3048"/>
                  </a:lnTo>
                  <a:lnTo>
                    <a:pt x="3048" y="4572"/>
                  </a:lnTo>
                  <a:lnTo>
                    <a:pt x="0" y="4572"/>
                  </a:lnTo>
                  <a:lnTo>
                    <a:pt x="1524" y="1524"/>
                  </a:lnTo>
                  <a:lnTo>
                    <a:pt x="4572" y="0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1" name="object 831"/>
            <p:cNvSpPr/>
            <p:nvPr/>
          </p:nvSpPr>
          <p:spPr>
            <a:xfrm>
              <a:off x="4535423" y="1643633"/>
              <a:ext cx="7620" cy="6985"/>
            </a:xfrm>
            <a:custGeom>
              <a:avLst/>
              <a:gdLst/>
              <a:ahLst/>
              <a:cxnLst/>
              <a:rect l="l" t="t" r="r" b="b"/>
              <a:pathLst>
                <a:path w="7620" h="6985">
                  <a:moveTo>
                    <a:pt x="7620" y="3810"/>
                  </a:moveTo>
                  <a:lnTo>
                    <a:pt x="6096" y="1524"/>
                  </a:lnTo>
                  <a:lnTo>
                    <a:pt x="3048" y="1524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1524" y="3048"/>
                  </a:lnTo>
                  <a:lnTo>
                    <a:pt x="0" y="5334"/>
                  </a:lnTo>
                  <a:lnTo>
                    <a:pt x="3048" y="6858"/>
                  </a:lnTo>
                  <a:lnTo>
                    <a:pt x="4572" y="5334"/>
                  </a:lnTo>
                  <a:lnTo>
                    <a:pt x="7620" y="3810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2" name="object 832"/>
            <p:cNvSpPr/>
            <p:nvPr/>
          </p:nvSpPr>
          <p:spPr>
            <a:xfrm>
              <a:off x="4535423" y="1643633"/>
              <a:ext cx="7620" cy="6985"/>
            </a:xfrm>
            <a:custGeom>
              <a:avLst/>
              <a:gdLst/>
              <a:ahLst/>
              <a:cxnLst/>
              <a:rect l="l" t="t" r="r" b="b"/>
              <a:pathLst>
                <a:path w="7620" h="6985">
                  <a:moveTo>
                    <a:pt x="3048" y="1524"/>
                  </a:moveTo>
                  <a:lnTo>
                    <a:pt x="6096" y="1524"/>
                  </a:lnTo>
                  <a:lnTo>
                    <a:pt x="7620" y="3810"/>
                  </a:lnTo>
                  <a:lnTo>
                    <a:pt x="4572" y="5334"/>
                  </a:lnTo>
                  <a:lnTo>
                    <a:pt x="3048" y="6858"/>
                  </a:lnTo>
                  <a:lnTo>
                    <a:pt x="0" y="5334"/>
                  </a:lnTo>
                  <a:lnTo>
                    <a:pt x="1524" y="3048"/>
                  </a:lnTo>
                  <a:lnTo>
                    <a:pt x="1524" y="0"/>
                  </a:lnTo>
                  <a:lnTo>
                    <a:pt x="3048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3" name="object 8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36224" y="1765592"/>
              <a:ext cx="37261" cy="82981"/>
            </a:xfrm>
            <a:prstGeom prst="rect">
              <a:avLst/>
            </a:prstGeom>
          </p:spPr>
        </p:pic>
      </p:grpSp>
      <p:sp>
        <p:nvSpPr>
          <p:cNvPr id="834" name="object 834"/>
          <p:cNvSpPr txBox="1"/>
          <p:nvPr/>
        </p:nvSpPr>
        <p:spPr>
          <a:xfrm>
            <a:off x="4440428" y="1539038"/>
            <a:ext cx="113664" cy="48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>
                <a:latin typeface="Arial MT"/>
                <a:cs typeface="Arial MT"/>
              </a:rPr>
              <a:t>FAAD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C3I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835" name="object 835"/>
          <p:cNvGrpSpPr/>
          <p:nvPr/>
        </p:nvGrpSpPr>
        <p:grpSpPr>
          <a:xfrm>
            <a:off x="3978528" y="1534286"/>
            <a:ext cx="208279" cy="165100"/>
            <a:chOff x="3978528" y="1534286"/>
            <a:chExt cx="208279" cy="165100"/>
          </a:xfrm>
        </p:grpSpPr>
        <p:sp>
          <p:nvSpPr>
            <p:cNvPr id="836" name="object 836"/>
            <p:cNvSpPr/>
            <p:nvPr/>
          </p:nvSpPr>
          <p:spPr>
            <a:xfrm>
              <a:off x="3981449" y="1591055"/>
              <a:ext cx="12700" cy="19050"/>
            </a:xfrm>
            <a:custGeom>
              <a:avLst/>
              <a:gdLst/>
              <a:ahLst/>
              <a:cxnLst/>
              <a:rect l="l" t="t" r="r" b="b"/>
              <a:pathLst>
                <a:path w="12700" h="19050">
                  <a:moveTo>
                    <a:pt x="12192" y="16764"/>
                  </a:moveTo>
                  <a:lnTo>
                    <a:pt x="12192" y="2285"/>
                  </a:lnTo>
                  <a:lnTo>
                    <a:pt x="10668" y="1523"/>
                  </a:lnTo>
                  <a:lnTo>
                    <a:pt x="9906" y="0"/>
                  </a:lnTo>
                  <a:lnTo>
                    <a:pt x="2286" y="0"/>
                  </a:lnTo>
                  <a:lnTo>
                    <a:pt x="0" y="2286"/>
                  </a:lnTo>
                  <a:lnTo>
                    <a:pt x="0" y="16764"/>
                  </a:lnTo>
                  <a:lnTo>
                    <a:pt x="762" y="18288"/>
                  </a:lnTo>
                  <a:lnTo>
                    <a:pt x="2286" y="19050"/>
                  </a:lnTo>
                  <a:lnTo>
                    <a:pt x="9906" y="19050"/>
                  </a:lnTo>
                  <a:lnTo>
                    <a:pt x="12192" y="16764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7" name="object 837"/>
            <p:cNvSpPr/>
            <p:nvPr/>
          </p:nvSpPr>
          <p:spPr>
            <a:xfrm>
              <a:off x="3981449" y="1591055"/>
              <a:ext cx="12700" cy="19050"/>
            </a:xfrm>
            <a:custGeom>
              <a:avLst/>
              <a:gdLst/>
              <a:ahLst/>
              <a:cxnLst/>
              <a:rect l="l" t="t" r="r" b="b"/>
              <a:pathLst>
                <a:path w="12700" h="19050">
                  <a:moveTo>
                    <a:pt x="2286" y="0"/>
                  </a:moveTo>
                  <a:lnTo>
                    <a:pt x="0" y="2286"/>
                  </a:lnTo>
                  <a:lnTo>
                    <a:pt x="0" y="16764"/>
                  </a:lnTo>
                  <a:lnTo>
                    <a:pt x="762" y="18288"/>
                  </a:lnTo>
                  <a:lnTo>
                    <a:pt x="2286" y="19050"/>
                  </a:lnTo>
                  <a:lnTo>
                    <a:pt x="9906" y="19050"/>
                  </a:lnTo>
                  <a:lnTo>
                    <a:pt x="12192" y="16764"/>
                  </a:lnTo>
                  <a:lnTo>
                    <a:pt x="12192" y="2285"/>
                  </a:lnTo>
                  <a:lnTo>
                    <a:pt x="10668" y="1523"/>
                  </a:lnTo>
                  <a:lnTo>
                    <a:pt x="9906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8" name="object 838"/>
            <p:cNvSpPr/>
            <p:nvPr/>
          </p:nvSpPr>
          <p:spPr>
            <a:xfrm>
              <a:off x="3989831" y="1591055"/>
              <a:ext cx="6350" cy="19050"/>
            </a:xfrm>
            <a:custGeom>
              <a:avLst/>
              <a:gdLst/>
              <a:ahLst/>
              <a:cxnLst/>
              <a:rect l="l" t="t" r="r" b="b"/>
              <a:pathLst>
                <a:path w="6350" h="19050">
                  <a:moveTo>
                    <a:pt x="6096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4572" y="19050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9" name="object 839"/>
            <p:cNvSpPr/>
            <p:nvPr/>
          </p:nvSpPr>
          <p:spPr>
            <a:xfrm>
              <a:off x="3989831" y="1591055"/>
              <a:ext cx="6350" cy="19050"/>
            </a:xfrm>
            <a:custGeom>
              <a:avLst/>
              <a:gdLst/>
              <a:ahLst/>
              <a:cxnLst/>
              <a:rect l="l" t="t" r="r" b="b"/>
              <a:pathLst>
                <a:path w="6350" h="19050">
                  <a:moveTo>
                    <a:pt x="6096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4572" y="190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0" name="object 840"/>
            <p:cNvSpPr/>
            <p:nvPr/>
          </p:nvSpPr>
          <p:spPr>
            <a:xfrm>
              <a:off x="3994403" y="1591055"/>
              <a:ext cx="11430" cy="19050"/>
            </a:xfrm>
            <a:custGeom>
              <a:avLst/>
              <a:gdLst/>
              <a:ahLst/>
              <a:cxnLst/>
              <a:rect l="l" t="t" r="r" b="b"/>
              <a:pathLst>
                <a:path w="11429" h="19050">
                  <a:moveTo>
                    <a:pt x="11430" y="16764"/>
                  </a:moveTo>
                  <a:lnTo>
                    <a:pt x="11430" y="2285"/>
                  </a:lnTo>
                  <a:lnTo>
                    <a:pt x="9906" y="1523"/>
                  </a:lnTo>
                  <a:lnTo>
                    <a:pt x="9144" y="0"/>
                  </a:lnTo>
                  <a:lnTo>
                    <a:pt x="2286" y="0"/>
                  </a:lnTo>
                  <a:lnTo>
                    <a:pt x="1524" y="1524"/>
                  </a:lnTo>
                  <a:lnTo>
                    <a:pt x="0" y="2286"/>
                  </a:lnTo>
                  <a:lnTo>
                    <a:pt x="0" y="16764"/>
                  </a:lnTo>
                  <a:lnTo>
                    <a:pt x="2286" y="19050"/>
                  </a:lnTo>
                  <a:lnTo>
                    <a:pt x="9144" y="19050"/>
                  </a:lnTo>
                  <a:lnTo>
                    <a:pt x="11430" y="16764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1" name="object 841"/>
            <p:cNvSpPr/>
            <p:nvPr/>
          </p:nvSpPr>
          <p:spPr>
            <a:xfrm>
              <a:off x="3994403" y="1591055"/>
              <a:ext cx="11430" cy="19050"/>
            </a:xfrm>
            <a:custGeom>
              <a:avLst/>
              <a:gdLst/>
              <a:ahLst/>
              <a:cxnLst/>
              <a:rect l="l" t="t" r="r" b="b"/>
              <a:pathLst>
                <a:path w="11429" h="19050">
                  <a:moveTo>
                    <a:pt x="2286" y="0"/>
                  </a:moveTo>
                  <a:lnTo>
                    <a:pt x="1524" y="1524"/>
                  </a:lnTo>
                  <a:lnTo>
                    <a:pt x="0" y="2286"/>
                  </a:lnTo>
                  <a:lnTo>
                    <a:pt x="0" y="16764"/>
                  </a:lnTo>
                  <a:lnTo>
                    <a:pt x="2286" y="19050"/>
                  </a:lnTo>
                  <a:lnTo>
                    <a:pt x="9144" y="19050"/>
                  </a:lnTo>
                  <a:lnTo>
                    <a:pt x="11430" y="16764"/>
                  </a:lnTo>
                  <a:lnTo>
                    <a:pt x="11430" y="2285"/>
                  </a:lnTo>
                  <a:lnTo>
                    <a:pt x="9906" y="1523"/>
                  </a:lnTo>
                  <a:lnTo>
                    <a:pt x="9144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2" name="object 842"/>
            <p:cNvSpPr/>
            <p:nvPr/>
          </p:nvSpPr>
          <p:spPr>
            <a:xfrm>
              <a:off x="3999737" y="1598675"/>
              <a:ext cx="3810" cy="6350"/>
            </a:xfrm>
            <a:custGeom>
              <a:avLst/>
              <a:gdLst/>
              <a:ahLst/>
              <a:cxnLst/>
              <a:rect l="l" t="t" r="r" b="b"/>
              <a:pathLst>
                <a:path w="3810" h="6350">
                  <a:moveTo>
                    <a:pt x="3810" y="6095"/>
                  </a:moveTo>
                  <a:lnTo>
                    <a:pt x="3810" y="0"/>
                  </a:lnTo>
                  <a:lnTo>
                    <a:pt x="0" y="0"/>
                  </a:lnTo>
                  <a:lnTo>
                    <a:pt x="0" y="6095"/>
                  </a:lnTo>
                  <a:lnTo>
                    <a:pt x="3810" y="6095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3" name="object 843"/>
            <p:cNvSpPr/>
            <p:nvPr/>
          </p:nvSpPr>
          <p:spPr>
            <a:xfrm>
              <a:off x="3991355" y="1593341"/>
              <a:ext cx="12700" cy="14604"/>
            </a:xfrm>
            <a:custGeom>
              <a:avLst/>
              <a:gdLst/>
              <a:ahLst/>
              <a:cxnLst/>
              <a:rect l="l" t="t" r="r" b="b"/>
              <a:pathLst>
                <a:path w="12700" h="14605">
                  <a:moveTo>
                    <a:pt x="12192" y="11430"/>
                  </a:moveTo>
                  <a:lnTo>
                    <a:pt x="12192" y="4572"/>
                  </a:lnTo>
                  <a:lnTo>
                    <a:pt x="7620" y="4572"/>
                  </a:lnTo>
                  <a:lnTo>
                    <a:pt x="7620" y="11430"/>
                  </a:lnTo>
                  <a:lnTo>
                    <a:pt x="12192" y="11430"/>
                  </a:lnTo>
                  <a:close/>
                </a:path>
                <a:path w="12700" h="14605">
                  <a:moveTo>
                    <a:pt x="0" y="11430"/>
                  </a:moveTo>
                  <a:lnTo>
                    <a:pt x="762" y="14477"/>
                  </a:lnTo>
                </a:path>
                <a:path w="12700" h="14605">
                  <a:moveTo>
                    <a:pt x="0" y="3809"/>
                  </a:moveTo>
                  <a:lnTo>
                    <a:pt x="762" y="0"/>
                  </a:lnTo>
                </a:path>
                <a:path w="12700" h="14605">
                  <a:moveTo>
                    <a:pt x="0" y="3809"/>
                  </a:moveTo>
                  <a:lnTo>
                    <a:pt x="0" y="1524"/>
                  </a:lnTo>
                </a:path>
                <a:path w="12700" h="14605">
                  <a:moveTo>
                    <a:pt x="0" y="11430"/>
                  </a:moveTo>
                  <a:lnTo>
                    <a:pt x="0" y="137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4" name="object 844"/>
            <p:cNvSpPr/>
            <p:nvPr/>
          </p:nvSpPr>
          <p:spPr>
            <a:xfrm>
              <a:off x="4004309" y="159181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7525" y="17525"/>
                  </a:moveTo>
                  <a:lnTo>
                    <a:pt x="17525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7525" y="17525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5" name="object 845"/>
            <p:cNvSpPr/>
            <p:nvPr/>
          </p:nvSpPr>
          <p:spPr>
            <a:xfrm>
              <a:off x="3983735" y="1591055"/>
              <a:ext cx="38100" cy="19050"/>
            </a:xfrm>
            <a:custGeom>
              <a:avLst/>
              <a:gdLst/>
              <a:ahLst/>
              <a:cxnLst/>
              <a:rect l="l" t="t" r="r" b="b"/>
              <a:pathLst>
                <a:path w="38100" h="19050">
                  <a:moveTo>
                    <a:pt x="38100" y="18287"/>
                  </a:moveTo>
                  <a:lnTo>
                    <a:pt x="38100" y="0"/>
                  </a:lnTo>
                  <a:lnTo>
                    <a:pt x="19812" y="0"/>
                  </a:lnTo>
                  <a:lnTo>
                    <a:pt x="19812" y="18287"/>
                  </a:lnTo>
                  <a:lnTo>
                    <a:pt x="38100" y="18287"/>
                  </a:lnTo>
                  <a:close/>
                </a:path>
                <a:path w="38100" h="19050">
                  <a:moveTo>
                    <a:pt x="19812" y="0"/>
                  </a:moveTo>
                  <a:lnTo>
                    <a:pt x="19812" y="19050"/>
                  </a:lnTo>
                </a:path>
                <a:path w="38100" h="19050">
                  <a:moveTo>
                    <a:pt x="8381" y="9906"/>
                  </a:moveTo>
                  <a:lnTo>
                    <a:pt x="8381" y="9906"/>
                  </a:lnTo>
                </a:path>
                <a:path w="38100" h="19050">
                  <a:moveTo>
                    <a:pt x="8381" y="9143"/>
                  </a:moveTo>
                  <a:lnTo>
                    <a:pt x="8381" y="9143"/>
                  </a:lnTo>
                </a:path>
                <a:path w="38100" h="19050">
                  <a:moveTo>
                    <a:pt x="0" y="4571"/>
                  </a:moveTo>
                  <a:lnTo>
                    <a:pt x="762" y="3810"/>
                  </a:lnTo>
                  <a:lnTo>
                    <a:pt x="7619" y="3810"/>
                  </a:lnTo>
                </a:path>
                <a:path w="38100" h="19050">
                  <a:moveTo>
                    <a:pt x="7619" y="16001"/>
                  </a:moveTo>
                  <a:lnTo>
                    <a:pt x="762" y="16001"/>
                  </a:lnTo>
                  <a:lnTo>
                    <a:pt x="0" y="144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6" name="object 846"/>
            <p:cNvSpPr/>
            <p:nvPr/>
          </p:nvSpPr>
          <p:spPr>
            <a:xfrm>
              <a:off x="3979163" y="1591055"/>
              <a:ext cx="3175" cy="19050"/>
            </a:xfrm>
            <a:custGeom>
              <a:avLst/>
              <a:gdLst/>
              <a:ahLst/>
              <a:cxnLst/>
              <a:rect l="l" t="t" r="r" b="b"/>
              <a:pathLst>
                <a:path w="3175" h="19050">
                  <a:moveTo>
                    <a:pt x="3048" y="19050"/>
                  </a:moveTo>
                  <a:lnTo>
                    <a:pt x="762" y="16764"/>
                  </a:lnTo>
                  <a:lnTo>
                    <a:pt x="762" y="2286"/>
                  </a:lnTo>
                  <a:lnTo>
                    <a:pt x="3048" y="0"/>
                  </a:lnTo>
                  <a:lnTo>
                    <a:pt x="2286" y="0"/>
                  </a:lnTo>
                  <a:lnTo>
                    <a:pt x="0" y="2286"/>
                  </a:lnTo>
                  <a:lnTo>
                    <a:pt x="0" y="18288"/>
                  </a:lnTo>
                  <a:lnTo>
                    <a:pt x="2286" y="19050"/>
                  </a:lnTo>
                  <a:lnTo>
                    <a:pt x="3048" y="19050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7" name="object 847"/>
            <p:cNvSpPr/>
            <p:nvPr/>
          </p:nvSpPr>
          <p:spPr>
            <a:xfrm>
              <a:off x="3979163" y="1591055"/>
              <a:ext cx="3175" cy="19050"/>
            </a:xfrm>
            <a:custGeom>
              <a:avLst/>
              <a:gdLst/>
              <a:ahLst/>
              <a:cxnLst/>
              <a:rect l="l" t="t" r="r" b="b"/>
              <a:pathLst>
                <a:path w="3175" h="19050">
                  <a:moveTo>
                    <a:pt x="3048" y="0"/>
                  </a:moveTo>
                  <a:lnTo>
                    <a:pt x="762" y="2286"/>
                  </a:lnTo>
                  <a:lnTo>
                    <a:pt x="762" y="16764"/>
                  </a:lnTo>
                  <a:lnTo>
                    <a:pt x="3048" y="19050"/>
                  </a:lnTo>
                  <a:lnTo>
                    <a:pt x="2286" y="19050"/>
                  </a:lnTo>
                  <a:lnTo>
                    <a:pt x="0" y="18288"/>
                  </a:lnTo>
                  <a:lnTo>
                    <a:pt x="0" y="2286"/>
                  </a:lnTo>
                  <a:lnTo>
                    <a:pt x="2286" y="0"/>
                  </a:lnTo>
                  <a:lnTo>
                    <a:pt x="304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8" name="object 848"/>
            <p:cNvSpPr/>
            <p:nvPr/>
          </p:nvSpPr>
          <p:spPr>
            <a:xfrm>
              <a:off x="3981449" y="1593342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09">
                  <a:moveTo>
                    <a:pt x="1524" y="2286"/>
                  </a:moveTo>
                  <a:lnTo>
                    <a:pt x="1524" y="762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1524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9" name="object 849"/>
            <p:cNvSpPr/>
            <p:nvPr/>
          </p:nvSpPr>
          <p:spPr>
            <a:xfrm>
              <a:off x="3981449" y="1593342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09">
                  <a:moveTo>
                    <a:pt x="1524" y="1524"/>
                  </a:moveTo>
                  <a:lnTo>
                    <a:pt x="1524" y="762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1524" y="2286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0" name="object 850"/>
            <p:cNvSpPr/>
            <p:nvPr/>
          </p:nvSpPr>
          <p:spPr>
            <a:xfrm>
              <a:off x="3981449" y="1604771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1" name="object 851"/>
            <p:cNvSpPr/>
            <p:nvPr/>
          </p:nvSpPr>
          <p:spPr>
            <a:xfrm>
              <a:off x="3981449" y="1604771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762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1524" y="1524"/>
                  </a:lnTo>
                  <a:lnTo>
                    <a:pt x="152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2" name="object 852"/>
            <p:cNvSpPr/>
            <p:nvPr/>
          </p:nvSpPr>
          <p:spPr>
            <a:xfrm>
              <a:off x="3982211" y="159638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762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3" name="object 853"/>
            <p:cNvSpPr/>
            <p:nvPr/>
          </p:nvSpPr>
          <p:spPr>
            <a:xfrm>
              <a:off x="3981449" y="159562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1523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3"/>
                  </a:lnTo>
                  <a:lnTo>
                    <a:pt x="1524" y="152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4" name="object 854"/>
            <p:cNvSpPr/>
            <p:nvPr/>
          </p:nvSpPr>
          <p:spPr>
            <a:xfrm>
              <a:off x="3981449" y="1604771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 h="0">
                  <a:moveTo>
                    <a:pt x="0" y="0"/>
                  </a:moveTo>
                  <a:lnTo>
                    <a:pt x="15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5" name="object 8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81449" y="1597151"/>
              <a:ext cx="762" cy="6095"/>
            </a:xfrm>
            <a:prstGeom prst="rect">
              <a:avLst/>
            </a:prstGeom>
          </p:spPr>
        </p:pic>
        <p:pic>
          <p:nvPicPr>
            <p:cNvPr id="856" name="object 8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81068" y="1534286"/>
              <a:ext cx="112014" cy="84582"/>
            </a:xfrm>
            <a:prstGeom prst="rect">
              <a:avLst/>
            </a:prstGeom>
          </p:spPr>
        </p:pic>
        <p:pic>
          <p:nvPicPr>
            <p:cNvPr id="857" name="object 85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78985" y="1536953"/>
              <a:ext cx="6858" cy="1524"/>
            </a:xfrm>
            <a:prstGeom prst="rect">
              <a:avLst/>
            </a:prstGeom>
          </p:spPr>
        </p:pic>
        <p:pic>
          <p:nvPicPr>
            <p:cNvPr id="858" name="object 85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78782" y="1536572"/>
              <a:ext cx="163830" cy="122681"/>
            </a:xfrm>
            <a:prstGeom prst="rect">
              <a:avLst/>
            </a:prstGeom>
          </p:spPr>
        </p:pic>
        <p:pic>
          <p:nvPicPr>
            <p:cNvPr id="859" name="object 8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81449" y="1637537"/>
              <a:ext cx="762" cy="6858"/>
            </a:xfrm>
            <a:prstGeom prst="rect">
              <a:avLst/>
            </a:prstGeom>
          </p:spPr>
        </p:pic>
        <p:sp>
          <p:nvSpPr>
            <p:cNvPr id="860" name="object 860"/>
            <p:cNvSpPr/>
            <p:nvPr/>
          </p:nvSpPr>
          <p:spPr>
            <a:xfrm>
              <a:off x="3981449" y="1637537"/>
              <a:ext cx="1905" cy="6985"/>
            </a:xfrm>
            <a:custGeom>
              <a:avLst/>
              <a:gdLst/>
              <a:ahLst/>
              <a:cxnLst/>
              <a:rect l="l" t="t" r="r" b="b"/>
              <a:pathLst>
                <a:path w="1904" h="6985">
                  <a:moveTo>
                    <a:pt x="1524" y="6858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1524" y="685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1" name="object 861"/>
            <p:cNvSpPr/>
            <p:nvPr/>
          </p:nvSpPr>
          <p:spPr>
            <a:xfrm>
              <a:off x="4023359" y="1632203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39">
                  <a:moveTo>
                    <a:pt x="762" y="2286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762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2" name="object 862"/>
            <p:cNvSpPr/>
            <p:nvPr/>
          </p:nvSpPr>
          <p:spPr>
            <a:xfrm>
              <a:off x="4022597" y="1631441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524" y="3048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1524" y="30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3" name="object 863"/>
            <p:cNvSpPr/>
            <p:nvPr/>
          </p:nvSpPr>
          <p:spPr>
            <a:xfrm>
              <a:off x="4023359" y="1648205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762" y="1524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4" name="object 864"/>
            <p:cNvSpPr/>
            <p:nvPr/>
          </p:nvSpPr>
          <p:spPr>
            <a:xfrm>
              <a:off x="4022597" y="1647443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1524" y="2286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1524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5" name="object 865"/>
            <p:cNvSpPr/>
            <p:nvPr/>
          </p:nvSpPr>
          <p:spPr>
            <a:xfrm>
              <a:off x="4004309" y="163144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6" name="object 866"/>
            <p:cNvSpPr/>
            <p:nvPr/>
          </p:nvSpPr>
          <p:spPr>
            <a:xfrm>
              <a:off x="4004309" y="163144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7" name="object 867"/>
            <p:cNvSpPr/>
            <p:nvPr/>
          </p:nvSpPr>
          <p:spPr>
            <a:xfrm>
              <a:off x="4020311" y="1631442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5">
                  <a:moveTo>
                    <a:pt x="2286" y="762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lnTo>
                    <a:pt x="2286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8" name="object 868"/>
            <p:cNvSpPr/>
            <p:nvPr/>
          </p:nvSpPr>
          <p:spPr>
            <a:xfrm>
              <a:off x="4020311" y="1631442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5">
                  <a:moveTo>
                    <a:pt x="2286" y="762"/>
                  </a:move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1524"/>
                  </a:lnTo>
                  <a:lnTo>
                    <a:pt x="2286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9" name="object 869"/>
            <p:cNvSpPr/>
            <p:nvPr/>
          </p:nvSpPr>
          <p:spPr>
            <a:xfrm>
              <a:off x="4004309" y="1648967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0" name="object 870"/>
            <p:cNvSpPr/>
            <p:nvPr/>
          </p:nvSpPr>
          <p:spPr>
            <a:xfrm>
              <a:off x="4004309" y="1648967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1" name="object 871"/>
            <p:cNvSpPr/>
            <p:nvPr/>
          </p:nvSpPr>
          <p:spPr>
            <a:xfrm>
              <a:off x="4020311" y="1648967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1524" y="762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2" name="object 872"/>
            <p:cNvSpPr/>
            <p:nvPr/>
          </p:nvSpPr>
          <p:spPr>
            <a:xfrm>
              <a:off x="4020311" y="1648967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0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762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3" name="object 873"/>
            <p:cNvSpPr/>
            <p:nvPr/>
          </p:nvSpPr>
          <p:spPr>
            <a:xfrm>
              <a:off x="4004309" y="1631442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4">
                  <a:moveTo>
                    <a:pt x="10668" y="9144"/>
                  </a:moveTo>
                  <a:lnTo>
                    <a:pt x="10668" y="6858"/>
                  </a:lnTo>
                  <a:lnTo>
                    <a:pt x="9144" y="6096"/>
                  </a:lnTo>
                  <a:lnTo>
                    <a:pt x="10668" y="3810"/>
                  </a:lnTo>
                  <a:lnTo>
                    <a:pt x="10668" y="2286"/>
                  </a:lnTo>
                  <a:lnTo>
                    <a:pt x="9144" y="0"/>
                  </a:lnTo>
                  <a:lnTo>
                    <a:pt x="6096" y="0"/>
                  </a:lnTo>
                  <a:lnTo>
                    <a:pt x="6096" y="3810"/>
                  </a:lnTo>
                  <a:lnTo>
                    <a:pt x="4572" y="3810"/>
                  </a:lnTo>
                  <a:lnTo>
                    <a:pt x="2286" y="2286"/>
                  </a:lnTo>
                  <a:lnTo>
                    <a:pt x="1523" y="2286"/>
                  </a:lnTo>
                  <a:lnTo>
                    <a:pt x="0" y="3810"/>
                  </a:lnTo>
                  <a:lnTo>
                    <a:pt x="0" y="4572"/>
                  </a:lnTo>
                  <a:lnTo>
                    <a:pt x="1524" y="6096"/>
                  </a:lnTo>
                  <a:lnTo>
                    <a:pt x="2286" y="6096"/>
                  </a:lnTo>
                  <a:lnTo>
                    <a:pt x="2286" y="6858"/>
                  </a:lnTo>
                  <a:lnTo>
                    <a:pt x="4572" y="9144"/>
                  </a:lnTo>
                  <a:lnTo>
                    <a:pt x="4572" y="6858"/>
                  </a:lnTo>
                  <a:lnTo>
                    <a:pt x="6096" y="6096"/>
                  </a:lnTo>
                  <a:lnTo>
                    <a:pt x="6858" y="6096"/>
                  </a:lnTo>
                  <a:lnTo>
                    <a:pt x="8382" y="8382"/>
                  </a:lnTo>
                  <a:lnTo>
                    <a:pt x="9144" y="10668"/>
                  </a:lnTo>
                  <a:lnTo>
                    <a:pt x="10668" y="914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4" name="object 874"/>
            <p:cNvSpPr/>
            <p:nvPr/>
          </p:nvSpPr>
          <p:spPr>
            <a:xfrm>
              <a:off x="4004309" y="1631442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4">
                  <a:moveTo>
                    <a:pt x="0" y="4572"/>
                  </a:moveTo>
                  <a:lnTo>
                    <a:pt x="0" y="3810"/>
                  </a:lnTo>
                  <a:lnTo>
                    <a:pt x="1523" y="2286"/>
                  </a:lnTo>
                  <a:lnTo>
                    <a:pt x="2286" y="2286"/>
                  </a:lnTo>
                  <a:lnTo>
                    <a:pt x="4572" y="3810"/>
                  </a:lnTo>
                  <a:lnTo>
                    <a:pt x="6096" y="3810"/>
                  </a:lnTo>
                  <a:lnTo>
                    <a:pt x="6096" y="0"/>
                  </a:lnTo>
                  <a:lnTo>
                    <a:pt x="9144" y="0"/>
                  </a:lnTo>
                  <a:lnTo>
                    <a:pt x="10668" y="2286"/>
                  </a:lnTo>
                  <a:lnTo>
                    <a:pt x="10668" y="3810"/>
                  </a:lnTo>
                  <a:lnTo>
                    <a:pt x="9144" y="6096"/>
                  </a:lnTo>
                  <a:lnTo>
                    <a:pt x="10668" y="6858"/>
                  </a:lnTo>
                  <a:lnTo>
                    <a:pt x="10668" y="9144"/>
                  </a:lnTo>
                  <a:lnTo>
                    <a:pt x="9144" y="10668"/>
                  </a:lnTo>
                  <a:lnTo>
                    <a:pt x="8382" y="8382"/>
                  </a:lnTo>
                  <a:lnTo>
                    <a:pt x="6858" y="6096"/>
                  </a:lnTo>
                  <a:lnTo>
                    <a:pt x="6096" y="6096"/>
                  </a:lnTo>
                  <a:lnTo>
                    <a:pt x="4572" y="6858"/>
                  </a:lnTo>
                  <a:lnTo>
                    <a:pt x="4572" y="9144"/>
                  </a:lnTo>
                  <a:lnTo>
                    <a:pt x="2286" y="6858"/>
                  </a:lnTo>
                  <a:lnTo>
                    <a:pt x="2286" y="6096"/>
                  </a:lnTo>
                  <a:lnTo>
                    <a:pt x="1524" y="6096"/>
                  </a:lnTo>
                  <a:lnTo>
                    <a:pt x="0" y="4572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5" name="object 875"/>
            <p:cNvSpPr/>
            <p:nvPr/>
          </p:nvSpPr>
          <p:spPr>
            <a:xfrm>
              <a:off x="4017263" y="1638299"/>
              <a:ext cx="3810" cy="10795"/>
            </a:xfrm>
            <a:custGeom>
              <a:avLst/>
              <a:gdLst/>
              <a:ahLst/>
              <a:cxnLst/>
              <a:rect l="l" t="t" r="r" b="b"/>
              <a:pathLst>
                <a:path w="3810" h="10794">
                  <a:moveTo>
                    <a:pt x="3810" y="8382"/>
                  </a:moveTo>
                  <a:lnTo>
                    <a:pt x="3810" y="4572"/>
                  </a:lnTo>
                  <a:lnTo>
                    <a:pt x="3048" y="3810"/>
                  </a:lnTo>
                  <a:lnTo>
                    <a:pt x="2286" y="3810"/>
                  </a:lnTo>
                  <a:lnTo>
                    <a:pt x="2286" y="2286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762" y="2286"/>
                  </a:lnTo>
                  <a:lnTo>
                    <a:pt x="762" y="9144"/>
                  </a:lnTo>
                  <a:lnTo>
                    <a:pt x="2286" y="10668"/>
                  </a:lnTo>
                  <a:lnTo>
                    <a:pt x="3048" y="9144"/>
                  </a:lnTo>
                  <a:lnTo>
                    <a:pt x="3810" y="838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6" name="object 876"/>
            <p:cNvSpPr/>
            <p:nvPr/>
          </p:nvSpPr>
          <p:spPr>
            <a:xfrm>
              <a:off x="4017263" y="1638299"/>
              <a:ext cx="3810" cy="10795"/>
            </a:xfrm>
            <a:custGeom>
              <a:avLst/>
              <a:gdLst/>
              <a:ahLst/>
              <a:cxnLst/>
              <a:rect l="l" t="t" r="r" b="b"/>
              <a:pathLst>
                <a:path w="3810" h="10794">
                  <a:moveTo>
                    <a:pt x="0" y="0"/>
                  </a:moveTo>
                  <a:lnTo>
                    <a:pt x="762" y="0"/>
                  </a:lnTo>
                  <a:lnTo>
                    <a:pt x="2286" y="2286"/>
                  </a:lnTo>
                  <a:lnTo>
                    <a:pt x="2286" y="3810"/>
                  </a:lnTo>
                  <a:lnTo>
                    <a:pt x="3048" y="3810"/>
                  </a:lnTo>
                  <a:lnTo>
                    <a:pt x="3810" y="4572"/>
                  </a:lnTo>
                  <a:lnTo>
                    <a:pt x="3810" y="8382"/>
                  </a:lnTo>
                  <a:lnTo>
                    <a:pt x="3048" y="9144"/>
                  </a:lnTo>
                  <a:lnTo>
                    <a:pt x="2286" y="10668"/>
                  </a:lnTo>
                  <a:lnTo>
                    <a:pt x="762" y="9144"/>
                  </a:lnTo>
                  <a:lnTo>
                    <a:pt x="762" y="6858"/>
                  </a:lnTo>
                  <a:lnTo>
                    <a:pt x="762" y="4572"/>
                  </a:lnTo>
                  <a:lnTo>
                    <a:pt x="762" y="228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7" name="object 877"/>
            <p:cNvSpPr/>
            <p:nvPr/>
          </p:nvSpPr>
          <p:spPr>
            <a:xfrm>
              <a:off x="4006595" y="1644396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9144" y="5334"/>
                  </a:moveTo>
                  <a:lnTo>
                    <a:pt x="9144" y="4572"/>
                  </a:lnTo>
                  <a:lnTo>
                    <a:pt x="8382" y="3048"/>
                  </a:lnTo>
                  <a:lnTo>
                    <a:pt x="6858" y="762"/>
                  </a:lnTo>
                  <a:lnTo>
                    <a:pt x="2286" y="762"/>
                  </a:lnTo>
                  <a:lnTo>
                    <a:pt x="1523" y="0"/>
                  </a:lnTo>
                  <a:lnTo>
                    <a:pt x="0" y="762"/>
                  </a:lnTo>
                  <a:lnTo>
                    <a:pt x="0" y="2286"/>
                  </a:lnTo>
                  <a:lnTo>
                    <a:pt x="0" y="6096"/>
                  </a:lnTo>
                  <a:lnTo>
                    <a:pt x="3810" y="6096"/>
                  </a:lnTo>
                  <a:lnTo>
                    <a:pt x="4572" y="5334"/>
                  </a:lnTo>
                  <a:lnTo>
                    <a:pt x="4572" y="4572"/>
                  </a:lnTo>
                  <a:lnTo>
                    <a:pt x="6858" y="4572"/>
                  </a:lnTo>
                  <a:lnTo>
                    <a:pt x="8382" y="5334"/>
                  </a:lnTo>
                  <a:lnTo>
                    <a:pt x="9144" y="533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8" name="object 878"/>
            <p:cNvSpPr/>
            <p:nvPr/>
          </p:nvSpPr>
          <p:spPr>
            <a:xfrm>
              <a:off x="4006595" y="1644396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2286"/>
                  </a:moveTo>
                  <a:lnTo>
                    <a:pt x="0" y="762"/>
                  </a:lnTo>
                  <a:lnTo>
                    <a:pt x="1523" y="0"/>
                  </a:lnTo>
                  <a:lnTo>
                    <a:pt x="2286" y="762"/>
                  </a:lnTo>
                  <a:lnTo>
                    <a:pt x="6858" y="762"/>
                  </a:lnTo>
                  <a:lnTo>
                    <a:pt x="8382" y="3048"/>
                  </a:lnTo>
                  <a:lnTo>
                    <a:pt x="9144" y="4572"/>
                  </a:lnTo>
                  <a:lnTo>
                    <a:pt x="9144" y="5334"/>
                  </a:lnTo>
                  <a:lnTo>
                    <a:pt x="8382" y="5334"/>
                  </a:lnTo>
                  <a:lnTo>
                    <a:pt x="6858" y="4572"/>
                  </a:lnTo>
                  <a:lnTo>
                    <a:pt x="4572" y="4572"/>
                  </a:lnTo>
                  <a:lnTo>
                    <a:pt x="4572" y="5334"/>
                  </a:lnTo>
                  <a:lnTo>
                    <a:pt x="3810" y="6096"/>
                  </a:lnTo>
                  <a:lnTo>
                    <a:pt x="0" y="6096"/>
                  </a:lnTo>
                  <a:lnTo>
                    <a:pt x="0" y="2286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9" name="object 879"/>
            <p:cNvSpPr/>
            <p:nvPr/>
          </p:nvSpPr>
          <p:spPr>
            <a:xfrm>
              <a:off x="3995927" y="1631441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34" y="2286"/>
                  </a:moveTo>
                  <a:lnTo>
                    <a:pt x="5334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2286" y="1524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762" y="3810"/>
                  </a:lnTo>
                  <a:lnTo>
                    <a:pt x="762" y="4572"/>
                  </a:lnTo>
                  <a:lnTo>
                    <a:pt x="2286" y="6096"/>
                  </a:lnTo>
                  <a:lnTo>
                    <a:pt x="2286" y="4572"/>
                  </a:lnTo>
                  <a:lnTo>
                    <a:pt x="3048" y="3810"/>
                  </a:lnTo>
                  <a:lnTo>
                    <a:pt x="4572" y="3810"/>
                  </a:lnTo>
                  <a:lnTo>
                    <a:pt x="5334" y="2286"/>
                  </a:lnTo>
                  <a:close/>
                </a:path>
                <a:path w="5714" h="6350">
                  <a:moveTo>
                    <a:pt x="3048" y="6096"/>
                  </a:moveTo>
                  <a:lnTo>
                    <a:pt x="2286" y="4572"/>
                  </a:lnTo>
                  <a:lnTo>
                    <a:pt x="2286" y="6096"/>
                  </a:lnTo>
                  <a:lnTo>
                    <a:pt x="3048" y="6096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0" name="object 880"/>
            <p:cNvSpPr/>
            <p:nvPr/>
          </p:nvSpPr>
          <p:spPr>
            <a:xfrm>
              <a:off x="3995927" y="1631441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0" y="3810"/>
                  </a:moveTo>
                  <a:lnTo>
                    <a:pt x="0" y="0"/>
                  </a:lnTo>
                  <a:lnTo>
                    <a:pt x="2286" y="1524"/>
                  </a:lnTo>
                  <a:lnTo>
                    <a:pt x="3048" y="1524"/>
                  </a:lnTo>
                  <a:lnTo>
                    <a:pt x="4572" y="0"/>
                  </a:lnTo>
                  <a:lnTo>
                    <a:pt x="5334" y="0"/>
                  </a:lnTo>
                  <a:lnTo>
                    <a:pt x="5334" y="2286"/>
                  </a:lnTo>
                  <a:lnTo>
                    <a:pt x="4572" y="3810"/>
                  </a:lnTo>
                  <a:lnTo>
                    <a:pt x="3048" y="3810"/>
                  </a:lnTo>
                  <a:lnTo>
                    <a:pt x="2286" y="4572"/>
                  </a:lnTo>
                  <a:lnTo>
                    <a:pt x="3048" y="6096"/>
                  </a:lnTo>
                  <a:lnTo>
                    <a:pt x="2286" y="6096"/>
                  </a:lnTo>
                  <a:lnTo>
                    <a:pt x="762" y="4572"/>
                  </a:lnTo>
                  <a:lnTo>
                    <a:pt x="762" y="3810"/>
                  </a:lnTo>
                  <a:lnTo>
                    <a:pt x="0" y="2286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1" name="object 881"/>
            <p:cNvSpPr/>
            <p:nvPr/>
          </p:nvSpPr>
          <p:spPr>
            <a:xfrm>
              <a:off x="3994403" y="1642110"/>
              <a:ext cx="5080" cy="7620"/>
            </a:xfrm>
            <a:custGeom>
              <a:avLst/>
              <a:gdLst/>
              <a:ahLst/>
              <a:cxnLst/>
              <a:rect l="l" t="t" r="r" b="b"/>
              <a:pathLst>
                <a:path w="5079" h="7619">
                  <a:moveTo>
                    <a:pt x="4572" y="6858"/>
                  </a:moveTo>
                  <a:lnTo>
                    <a:pt x="3810" y="5334"/>
                  </a:lnTo>
                  <a:lnTo>
                    <a:pt x="2286" y="3048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1523" y="762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5334"/>
                  </a:lnTo>
                  <a:lnTo>
                    <a:pt x="2286" y="7620"/>
                  </a:lnTo>
                  <a:lnTo>
                    <a:pt x="3810" y="7620"/>
                  </a:lnTo>
                  <a:lnTo>
                    <a:pt x="4572" y="685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2" name="object 882"/>
            <p:cNvSpPr/>
            <p:nvPr/>
          </p:nvSpPr>
          <p:spPr>
            <a:xfrm>
              <a:off x="3994403" y="1642110"/>
              <a:ext cx="5080" cy="7620"/>
            </a:xfrm>
            <a:custGeom>
              <a:avLst/>
              <a:gdLst/>
              <a:ahLst/>
              <a:cxnLst/>
              <a:rect l="l" t="t" r="r" b="b"/>
              <a:pathLst>
                <a:path w="5079" h="7619">
                  <a:moveTo>
                    <a:pt x="0" y="4572"/>
                  </a:moveTo>
                  <a:lnTo>
                    <a:pt x="0" y="3048"/>
                  </a:lnTo>
                  <a:lnTo>
                    <a:pt x="1523" y="762"/>
                  </a:lnTo>
                  <a:lnTo>
                    <a:pt x="0" y="0"/>
                  </a:lnTo>
                  <a:lnTo>
                    <a:pt x="2285" y="0"/>
                  </a:lnTo>
                  <a:lnTo>
                    <a:pt x="2286" y="3048"/>
                  </a:lnTo>
                  <a:lnTo>
                    <a:pt x="3810" y="5334"/>
                  </a:lnTo>
                  <a:lnTo>
                    <a:pt x="4572" y="6858"/>
                  </a:lnTo>
                  <a:lnTo>
                    <a:pt x="3810" y="7620"/>
                  </a:lnTo>
                  <a:lnTo>
                    <a:pt x="2286" y="7620"/>
                  </a:lnTo>
                  <a:lnTo>
                    <a:pt x="0" y="5334"/>
                  </a:lnTo>
                  <a:lnTo>
                    <a:pt x="0" y="4572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3" name="object 883"/>
            <p:cNvSpPr/>
            <p:nvPr/>
          </p:nvSpPr>
          <p:spPr>
            <a:xfrm>
              <a:off x="3982211" y="1640585"/>
              <a:ext cx="6985" cy="5080"/>
            </a:xfrm>
            <a:custGeom>
              <a:avLst/>
              <a:gdLst/>
              <a:ahLst/>
              <a:cxnLst/>
              <a:rect l="l" t="t" r="r" b="b"/>
              <a:pathLst>
                <a:path w="6985" h="5080">
                  <a:moveTo>
                    <a:pt x="6858" y="4572"/>
                  </a:moveTo>
                  <a:lnTo>
                    <a:pt x="6858" y="2286"/>
                  </a:lnTo>
                  <a:lnTo>
                    <a:pt x="4572" y="2286"/>
                  </a:lnTo>
                  <a:lnTo>
                    <a:pt x="4572" y="0"/>
                  </a:lnTo>
                  <a:lnTo>
                    <a:pt x="2286" y="0"/>
                  </a:lnTo>
                  <a:lnTo>
                    <a:pt x="2286" y="1524"/>
                  </a:lnTo>
                  <a:lnTo>
                    <a:pt x="1524" y="2286"/>
                  </a:lnTo>
                  <a:lnTo>
                    <a:pt x="0" y="2286"/>
                  </a:lnTo>
                  <a:lnTo>
                    <a:pt x="1524" y="4572"/>
                  </a:lnTo>
                  <a:lnTo>
                    <a:pt x="2286" y="4572"/>
                  </a:lnTo>
                  <a:lnTo>
                    <a:pt x="3810" y="3810"/>
                  </a:lnTo>
                  <a:lnTo>
                    <a:pt x="4572" y="4572"/>
                  </a:lnTo>
                  <a:lnTo>
                    <a:pt x="6858" y="457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4" name="object 884"/>
            <p:cNvSpPr/>
            <p:nvPr/>
          </p:nvSpPr>
          <p:spPr>
            <a:xfrm>
              <a:off x="3982211" y="1640585"/>
              <a:ext cx="6985" cy="5080"/>
            </a:xfrm>
            <a:custGeom>
              <a:avLst/>
              <a:gdLst/>
              <a:ahLst/>
              <a:cxnLst/>
              <a:rect l="l" t="t" r="r" b="b"/>
              <a:pathLst>
                <a:path w="6985" h="5080">
                  <a:moveTo>
                    <a:pt x="1524" y="2286"/>
                  </a:moveTo>
                  <a:lnTo>
                    <a:pt x="2286" y="1524"/>
                  </a:lnTo>
                  <a:lnTo>
                    <a:pt x="2286" y="0"/>
                  </a:lnTo>
                  <a:lnTo>
                    <a:pt x="4572" y="0"/>
                  </a:lnTo>
                  <a:lnTo>
                    <a:pt x="4572" y="2286"/>
                  </a:lnTo>
                  <a:lnTo>
                    <a:pt x="6858" y="2286"/>
                  </a:lnTo>
                  <a:lnTo>
                    <a:pt x="6858" y="4572"/>
                  </a:lnTo>
                  <a:lnTo>
                    <a:pt x="4572" y="4572"/>
                  </a:lnTo>
                  <a:lnTo>
                    <a:pt x="3810" y="3810"/>
                  </a:lnTo>
                  <a:lnTo>
                    <a:pt x="2286" y="4572"/>
                  </a:lnTo>
                  <a:lnTo>
                    <a:pt x="1524" y="4572"/>
                  </a:lnTo>
                  <a:lnTo>
                    <a:pt x="0" y="2286"/>
                  </a:lnTo>
                  <a:lnTo>
                    <a:pt x="1524" y="2286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5" name="object 885"/>
            <p:cNvSpPr/>
            <p:nvPr/>
          </p:nvSpPr>
          <p:spPr>
            <a:xfrm>
              <a:off x="3984497" y="1635252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4572" y="2286"/>
                  </a:moveTo>
                  <a:lnTo>
                    <a:pt x="4572" y="0"/>
                  </a:lnTo>
                  <a:lnTo>
                    <a:pt x="2286" y="762"/>
                  </a:lnTo>
                  <a:lnTo>
                    <a:pt x="1524" y="2286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2286" y="3048"/>
                  </a:lnTo>
                  <a:lnTo>
                    <a:pt x="2286" y="2286"/>
                  </a:lnTo>
                  <a:lnTo>
                    <a:pt x="4572" y="2286"/>
                  </a:lnTo>
                  <a:close/>
                </a:path>
                <a:path w="5714" h="3175">
                  <a:moveTo>
                    <a:pt x="5334" y="3048"/>
                  </a:moveTo>
                  <a:lnTo>
                    <a:pt x="4572" y="2286"/>
                  </a:lnTo>
                  <a:lnTo>
                    <a:pt x="4572" y="3048"/>
                  </a:lnTo>
                  <a:lnTo>
                    <a:pt x="5334" y="304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6" name="object 886"/>
            <p:cNvSpPr/>
            <p:nvPr/>
          </p:nvSpPr>
          <p:spPr>
            <a:xfrm>
              <a:off x="3984497" y="1635252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1524" y="2286"/>
                  </a:moveTo>
                  <a:lnTo>
                    <a:pt x="2286" y="762"/>
                  </a:lnTo>
                  <a:lnTo>
                    <a:pt x="4572" y="0"/>
                  </a:lnTo>
                  <a:lnTo>
                    <a:pt x="4572" y="2286"/>
                  </a:lnTo>
                  <a:lnTo>
                    <a:pt x="5334" y="3048"/>
                  </a:lnTo>
                  <a:lnTo>
                    <a:pt x="4572" y="3048"/>
                  </a:lnTo>
                  <a:lnTo>
                    <a:pt x="4572" y="2286"/>
                  </a:lnTo>
                  <a:lnTo>
                    <a:pt x="2286" y="2286"/>
                  </a:lnTo>
                  <a:lnTo>
                    <a:pt x="2286" y="3048"/>
                  </a:lnTo>
                  <a:lnTo>
                    <a:pt x="0" y="3048"/>
                  </a:lnTo>
                  <a:lnTo>
                    <a:pt x="0" y="2286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7" name="object 887"/>
            <p:cNvSpPr/>
            <p:nvPr/>
          </p:nvSpPr>
          <p:spPr>
            <a:xfrm>
              <a:off x="4004309" y="1638299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6096" y="4572"/>
                  </a:moveTo>
                  <a:lnTo>
                    <a:pt x="4572" y="3810"/>
                  </a:lnTo>
                  <a:lnTo>
                    <a:pt x="3810" y="2286"/>
                  </a:lnTo>
                  <a:lnTo>
                    <a:pt x="2286" y="1524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2286" y="6858"/>
                  </a:lnTo>
                  <a:lnTo>
                    <a:pt x="2286" y="4572"/>
                  </a:lnTo>
                  <a:lnTo>
                    <a:pt x="6096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8" name="object 888"/>
            <p:cNvSpPr/>
            <p:nvPr/>
          </p:nvSpPr>
          <p:spPr>
            <a:xfrm>
              <a:off x="4004309" y="1638299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2286" y="1524"/>
                  </a:moveTo>
                  <a:lnTo>
                    <a:pt x="3810" y="2286"/>
                  </a:lnTo>
                  <a:lnTo>
                    <a:pt x="4572" y="3810"/>
                  </a:lnTo>
                  <a:lnTo>
                    <a:pt x="6096" y="4572"/>
                  </a:lnTo>
                  <a:lnTo>
                    <a:pt x="2286" y="4572"/>
                  </a:lnTo>
                  <a:lnTo>
                    <a:pt x="2286" y="6858"/>
                  </a:lnTo>
                  <a:lnTo>
                    <a:pt x="0" y="6096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2286" y="1524"/>
                  </a:lnTo>
                  <a:lnTo>
                    <a:pt x="2286" y="2286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9" name="object 889"/>
            <p:cNvSpPr/>
            <p:nvPr/>
          </p:nvSpPr>
          <p:spPr>
            <a:xfrm>
              <a:off x="4014977" y="1633728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79" h="6350">
                  <a:moveTo>
                    <a:pt x="4572" y="1524"/>
                  </a:moveTo>
                  <a:lnTo>
                    <a:pt x="3047" y="0"/>
                  </a:lnTo>
                  <a:lnTo>
                    <a:pt x="2286" y="1524"/>
                  </a:lnTo>
                  <a:lnTo>
                    <a:pt x="0" y="1524"/>
                  </a:lnTo>
                  <a:lnTo>
                    <a:pt x="0" y="3810"/>
                  </a:lnTo>
                  <a:lnTo>
                    <a:pt x="762" y="4572"/>
                  </a:lnTo>
                  <a:lnTo>
                    <a:pt x="762" y="6096"/>
                  </a:lnTo>
                  <a:lnTo>
                    <a:pt x="3048" y="6096"/>
                  </a:lnTo>
                  <a:lnTo>
                    <a:pt x="3048" y="2286"/>
                  </a:lnTo>
                  <a:lnTo>
                    <a:pt x="4572" y="1524"/>
                  </a:lnTo>
                  <a:close/>
                </a:path>
                <a:path w="5079" h="6350">
                  <a:moveTo>
                    <a:pt x="4572" y="3810"/>
                  </a:moveTo>
                  <a:lnTo>
                    <a:pt x="3048" y="2286"/>
                  </a:lnTo>
                  <a:lnTo>
                    <a:pt x="3048" y="3810"/>
                  </a:lnTo>
                  <a:lnTo>
                    <a:pt x="4572" y="3810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0" name="object 890"/>
            <p:cNvSpPr/>
            <p:nvPr/>
          </p:nvSpPr>
          <p:spPr>
            <a:xfrm>
              <a:off x="4013453" y="1633728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1524" y="3810"/>
                  </a:moveTo>
                  <a:lnTo>
                    <a:pt x="1524" y="1524"/>
                  </a:lnTo>
                  <a:lnTo>
                    <a:pt x="3810" y="1524"/>
                  </a:lnTo>
                  <a:lnTo>
                    <a:pt x="4572" y="0"/>
                  </a:lnTo>
                  <a:lnTo>
                    <a:pt x="5334" y="1524"/>
                  </a:lnTo>
                  <a:lnTo>
                    <a:pt x="4572" y="2286"/>
                  </a:lnTo>
                  <a:lnTo>
                    <a:pt x="5334" y="3810"/>
                  </a:lnTo>
                  <a:lnTo>
                    <a:pt x="4572" y="3810"/>
                  </a:lnTo>
                  <a:lnTo>
                    <a:pt x="4572" y="6096"/>
                  </a:lnTo>
                  <a:lnTo>
                    <a:pt x="2286" y="6096"/>
                  </a:lnTo>
                  <a:lnTo>
                    <a:pt x="2286" y="4572"/>
                  </a:lnTo>
                  <a:lnTo>
                    <a:pt x="1524" y="3810"/>
                  </a:lnTo>
                  <a:lnTo>
                    <a:pt x="0" y="381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1" name="object 891"/>
            <p:cNvSpPr/>
            <p:nvPr/>
          </p:nvSpPr>
          <p:spPr>
            <a:xfrm>
              <a:off x="3993641" y="1636014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34" y="4572"/>
                  </a:moveTo>
                  <a:lnTo>
                    <a:pt x="4572" y="2286"/>
                  </a:lnTo>
                  <a:lnTo>
                    <a:pt x="3048" y="1524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2286" y="1524"/>
                  </a:lnTo>
                  <a:lnTo>
                    <a:pt x="2286" y="4572"/>
                  </a:lnTo>
                  <a:lnTo>
                    <a:pt x="3048" y="6096"/>
                  </a:lnTo>
                  <a:lnTo>
                    <a:pt x="3048" y="4572"/>
                  </a:lnTo>
                  <a:lnTo>
                    <a:pt x="4572" y="6096"/>
                  </a:lnTo>
                  <a:lnTo>
                    <a:pt x="5334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2" name="object 892"/>
            <p:cNvSpPr/>
            <p:nvPr/>
          </p:nvSpPr>
          <p:spPr>
            <a:xfrm>
              <a:off x="3993641" y="1636014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3048" y="6096"/>
                  </a:moveTo>
                  <a:lnTo>
                    <a:pt x="2286" y="4572"/>
                  </a:lnTo>
                  <a:lnTo>
                    <a:pt x="2286" y="1524"/>
                  </a:lnTo>
                  <a:lnTo>
                    <a:pt x="0" y="0"/>
                  </a:lnTo>
                  <a:lnTo>
                    <a:pt x="2286" y="0"/>
                  </a:lnTo>
                  <a:lnTo>
                    <a:pt x="3048" y="1524"/>
                  </a:lnTo>
                  <a:lnTo>
                    <a:pt x="4572" y="2286"/>
                  </a:lnTo>
                  <a:lnTo>
                    <a:pt x="5334" y="4572"/>
                  </a:lnTo>
                  <a:lnTo>
                    <a:pt x="4572" y="6096"/>
                  </a:lnTo>
                  <a:lnTo>
                    <a:pt x="3048" y="4572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3" name="object 893"/>
            <p:cNvSpPr/>
            <p:nvPr/>
          </p:nvSpPr>
          <p:spPr>
            <a:xfrm>
              <a:off x="3988307" y="1640585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1524" y="2286"/>
                  </a:moveTo>
                  <a:lnTo>
                    <a:pt x="1524" y="1523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762" y="1524"/>
                  </a:lnTo>
                  <a:lnTo>
                    <a:pt x="1524" y="2286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4" name="object 894"/>
            <p:cNvSpPr/>
            <p:nvPr/>
          </p:nvSpPr>
          <p:spPr>
            <a:xfrm>
              <a:off x="3988307" y="1640585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0" y="0"/>
                  </a:moveTo>
                  <a:lnTo>
                    <a:pt x="762" y="0"/>
                  </a:lnTo>
                  <a:lnTo>
                    <a:pt x="1524" y="1523"/>
                  </a:lnTo>
                  <a:lnTo>
                    <a:pt x="1524" y="2286"/>
                  </a:lnTo>
                  <a:lnTo>
                    <a:pt x="762" y="152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5" name="object 895"/>
            <p:cNvSpPr/>
            <p:nvPr/>
          </p:nvSpPr>
          <p:spPr>
            <a:xfrm>
              <a:off x="3998975" y="1646681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10" h="3810">
                  <a:moveTo>
                    <a:pt x="3810" y="2286"/>
                  </a:moveTo>
                  <a:lnTo>
                    <a:pt x="2286" y="762"/>
                  </a:lnTo>
                  <a:lnTo>
                    <a:pt x="2286" y="0"/>
                  </a:lnTo>
                  <a:lnTo>
                    <a:pt x="1524" y="762"/>
                  </a:lnTo>
                  <a:lnTo>
                    <a:pt x="1524" y="2286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1524" y="3810"/>
                  </a:lnTo>
                  <a:lnTo>
                    <a:pt x="2286" y="3810"/>
                  </a:lnTo>
                  <a:lnTo>
                    <a:pt x="3810" y="2286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6" name="object 896"/>
            <p:cNvSpPr/>
            <p:nvPr/>
          </p:nvSpPr>
          <p:spPr>
            <a:xfrm>
              <a:off x="3998975" y="1646681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10" h="3810">
                  <a:moveTo>
                    <a:pt x="1524" y="1524"/>
                  </a:moveTo>
                  <a:lnTo>
                    <a:pt x="1524" y="762"/>
                  </a:lnTo>
                  <a:lnTo>
                    <a:pt x="2286" y="0"/>
                  </a:lnTo>
                  <a:lnTo>
                    <a:pt x="2286" y="762"/>
                  </a:lnTo>
                  <a:lnTo>
                    <a:pt x="3810" y="1524"/>
                  </a:lnTo>
                  <a:lnTo>
                    <a:pt x="2286" y="3810"/>
                  </a:lnTo>
                  <a:lnTo>
                    <a:pt x="1524" y="3810"/>
                  </a:lnTo>
                  <a:lnTo>
                    <a:pt x="0" y="3048"/>
                  </a:lnTo>
                  <a:lnTo>
                    <a:pt x="0" y="1524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7" name="object 897"/>
            <p:cNvSpPr/>
            <p:nvPr/>
          </p:nvSpPr>
          <p:spPr>
            <a:xfrm>
              <a:off x="4171949" y="1631442"/>
              <a:ext cx="12700" cy="19050"/>
            </a:xfrm>
            <a:custGeom>
              <a:avLst/>
              <a:gdLst/>
              <a:ahLst/>
              <a:cxnLst/>
              <a:rect l="l" t="t" r="r" b="b"/>
              <a:pathLst>
                <a:path w="12700" h="19050">
                  <a:moveTo>
                    <a:pt x="12192" y="17526"/>
                  </a:moveTo>
                  <a:lnTo>
                    <a:pt x="12192" y="2285"/>
                  </a:lnTo>
                  <a:lnTo>
                    <a:pt x="9906" y="0"/>
                  </a:lnTo>
                  <a:lnTo>
                    <a:pt x="2286" y="0"/>
                  </a:lnTo>
                  <a:lnTo>
                    <a:pt x="0" y="2286"/>
                  </a:lnTo>
                  <a:lnTo>
                    <a:pt x="0" y="17526"/>
                  </a:lnTo>
                  <a:lnTo>
                    <a:pt x="762" y="18288"/>
                  </a:lnTo>
                  <a:lnTo>
                    <a:pt x="2286" y="19050"/>
                  </a:lnTo>
                  <a:lnTo>
                    <a:pt x="9906" y="19050"/>
                  </a:lnTo>
                  <a:lnTo>
                    <a:pt x="11430" y="18288"/>
                  </a:lnTo>
                  <a:lnTo>
                    <a:pt x="12192" y="17526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8" name="object 898"/>
            <p:cNvSpPr/>
            <p:nvPr/>
          </p:nvSpPr>
          <p:spPr>
            <a:xfrm>
              <a:off x="4171949" y="1631442"/>
              <a:ext cx="12700" cy="19050"/>
            </a:xfrm>
            <a:custGeom>
              <a:avLst/>
              <a:gdLst/>
              <a:ahLst/>
              <a:cxnLst/>
              <a:rect l="l" t="t" r="r" b="b"/>
              <a:pathLst>
                <a:path w="12700" h="19050">
                  <a:moveTo>
                    <a:pt x="2286" y="0"/>
                  </a:moveTo>
                  <a:lnTo>
                    <a:pt x="0" y="2286"/>
                  </a:lnTo>
                  <a:lnTo>
                    <a:pt x="0" y="17526"/>
                  </a:lnTo>
                  <a:lnTo>
                    <a:pt x="762" y="18288"/>
                  </a:lnTo>
                  <a:lnTo>
                    <a:pt x="2286" y="19050"/>
                  </a:lnTo>
                  <a:lnTo>
                    <a:pt x="9906" y="19050"/>
                  </a:lnTo>
                  <a:lnTo>
                    <a:pt x="11430" y="18288"/>
                  </a:lnTo>
                  <a:lnTo>
                    <a:pt x="12192" y="17526"/>
                  </a:lnTo>
                  <a:lnTo>
                    <a:pt x="12192" y="2285"/>
                  </a:lnTo>
                  <a:lnTo>
                    <a:pt x="9906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9" name="object 899"/>
            <p:cNvSpPr/>
            <p:nvPr/>
          </p:nvSpPr>
          <p:spPr>
            <a:xfrm>
              <a:off x="4169663" y="1630679"/>
              <a:ext cx="5080" cy="20320"/>
            </a:xfrm>
            <a:custGeom>
              <a:avLst/>
              <a:gdLst/>
              <a:ahLst/>
              <a:cxnLst/>
              <a:rect l="l" t="t" r="r" b="b"/>
              <a:pathLst>
                <a:path w="5079" h="20319">
                  <a:moveTo>
                    <a:pt x="4572" y="19050"/>
                  </a:moveTo>
                  <a:lnTo>
                    <a:pt x="4572" y="761"/>
                  </a:lnTo>
                  <a:lnTo>
                    <a:pt x="0" y="0"/>
                  </a:lnTo>
                  <a:lnTo>
                    <a:pt x="0" y="19812"/>
                  </a:lnTo>
                  <a:lnTo>
                    <a:pt x="4572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0" name="object 900"/>
            <p:cNvSpPr/>
            <p:nvPr/>
          </p:nvSpPr>
          <p:spPr>
            <a:xfrm>
              <a:off x="4169663" y="1630679"/>
              <a:ext cx="5080" cy="20320"/>
            </a:xfrm>
            <a:custGeom>
              <a:avLst/>
              <a:gdLst/>
              <a:ahLst/>
              <a:cxnLst/>
              <a:rect l="l" t="t" r="r" b="b"/>
              <a:pathLst>
                <a:path w="5079" h="20319">
                  <a:moveTo>
                    <a:pt x="0" y="0"/>
                  </a:moveTo>
                  <a:lnTo>
                    <a:pt x="4572" y="761"/>
                  </a:lnTo>
                  <a:lnTo>
                    <a:pt x="4572" y="19050"/>
                  </a:lnTo>
                  <a:lnTo>
                    <a:pt x="0" y="198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1" name="object 901"/>
            <p:cNvSpPr/>
            <p:nvPr/>
          </p:nvSpPr>
          <p:spPr>
            <a:xfrm>
              <a:off x="4160519" y="1631442"/>
              <a:ext cx="10160" cy="19050"/>
            </a:xfrm>
            <a:custGeom>
              <a:avLst/>
              <a:gdLst/>
              <a:ahLst/>
              <a:cxnLst/>
              <a:rect l="l" t="t" r="r" b="b"/>
              <a:pathLst>
                <a:path w="10160" h="19050">
                  <a:moveTo>
                    <a:pt x="9906" y="17526"/>
                  </a:moveTo>
                  <a:lnTo>
                    <a:pt x="9906" y="2285"/>
                  </a:lnTo>
                  <a:lnTo>
                    <a:pt x="9144" y="1523"/>
                  </a:lnTo>
                  <a:lnTo>
                    <a:pt x="8382" y="0"/>
                  </a:lnTo>
                  <a:lnTo>
                    <a:pt x="2286" y="0"/>
                  </a:lnTo>
                  <a:lnTo>
                    <a:pt x="0" y="1524"/>
                  </a:lnTo>
                  <a:lnTo>
                    <a:pt x="0" y="18288"/>
                  </a:lnTo>
                  <a:lnTo>
                    <a:pt x="2286" y="19050"/>
                  </a:lnTo>
                  <a:lnTo>
                    <a:pt x="8382" y="19050"/>
                  </a:lnTo>
                  <a:lnTo>
                    <a:pt x="9906" y="17526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2" name="object 902"/>
            <p:cNvSpPr/>
            <p:nvPr/>
          </p:nvSpPr>
          <p:spPr>
            <a:xfrm>
              <a:off x="4160519" y="1631442"/>
              <a:ext cx="10160" cy="19050"/>
            </a:xfrm>
            <a:custGeom>
              <a:avLst/>
              <a:gdLst/>
              <a:ahLst/>
              <a:cxnLst/>
              <a:rect l="l" t="t" r="r" b="b"/>
              <a:pathLst>
                <a:path w="10160" h="19050">
                  <a:moveTo>
                    <a:pt x="2286" y="0"/>
                  </a:moveTo>
                  <a:lnTo>
                    <a:pt x="0" y="1524"/>
                  </a:lnTo>
                  <a:lnTo>
                    <a:pt x="0" y="18288"/>
                  </a:lnTo>
                  <a:lnTo>
                    <a:pt x="2286" y="19050"/>
                  </a:lnTo>
                  <a:lnTo>
                    <a:pt x="8382" y="19050"/>
                  </a:lnTo>
                  <a:lnTo>
                    <a:pt x="9906" y="17526"/>
                  </a:lnTo>
                  <a:lnTo>
                    <a:pt x="9906" y="2285"/>
                  </a:lnTo>
                  <a:lnTo>
                    <a:pt x="9144" y="1523"/>
                  </a:lnTo>
                  <a:lnTo>
                    <a:pt x="8382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3" name="object 903"/>
            <p:cNvSpPr/>
            <p:nvPr/>
          </p:nvSpPr>
          <p:spPr>
            <a:xfrm>
              <a:off x="4162805" y="1639061"/>
              <a:ext cx="3810" cy="6985"/>
            </a:xfrm>
            <a:custGeom>
              <a:avLst/>
              <a:gdLst/>
              <a:ahLst/>
              <a:cxnLst/>
              <a:rect l="l" t="t" r="r" b="b"/>
              <a:pathLst>
                <a:path w="3810" h="6985">
                  <a:moveTo>
                    <a:pt x="3810" y="6858"/>
                  </a:moveTo>
                  <a:lnTo>
                    <a:pt x="3810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3810" y="685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4" name="object 904"/>
            <p:cNvSpPr/>
            <p:nvPr/>
          </p:nvSpPr>
          <p:spPr>
            <a:xfrm>
              <a:off x="4162043" y="1633727"/>
              <a:ext cx="12700" cy="14604"/>
            </a:xfrm>
            <a:custGeom>
              <a:avLst/>
              <a:gdLst/>
              <a:ahLst/>
              <a:cxnLst/>
              <a:rect l="l" t="t" r="r" b="b"/>
              <a:pathLst>
                <a:path w="12700" h="14605">
                  <a:moveTo>
                    <a:pt x="4572" y="12191"/>
                  </a:moveTo>
                  <a:lnTo>
                    <a:pt x="4572" y="4571"/>
                  </a:lnTo>
                  <a:lnTo>
                    <a:pt x="0" y="4571"/>
                  </a:lnTo>
                  <a:lnTo>
                    <a:pt x="0" y="12191"/>
                  </a:lnTo>
                  <a:lnTo>
                    <a:pt x="4572" y="12191"/>
                  </a:lnTo>
                  <a:close/>
                </a:path>
                <a:path w="12700" h="14605">
                  <a:moveTo>
                    <a:pt x="10668" y="14477"/>
                  </a:moveTo>
                  <a:lnTo>
                    <a:pt x="12192" y="11429"/>
                  </a:lnTo>
                </a:path>
                <a:path w="12700" h="14605">
                  <a:moveTo>
                    <a:pt x="10668" y="0"/>
                  </a:moveTo>
                  <a:lnTo>
                    <a:pt x="12192" y="3809"/>
                  </a:lnTo>
                </a:path>
                <a:path w="12700" h="14605">
                  <a:moveTo>
                    <a:pt x="10668" y="2285"/>
                  </a:moveTo>
                  <a:lnTo>
                    <a:pt x="10668" y="2285"/>
                  </a:lnTo>
                </a:path>
                <a:path w="12700" h="14605">
                  <a:moveTo>
                    <a:pt x="10668" y="12953"/>
                  </a:moveTo>
                  <a:lnTo>
                    <a:pt x="10668" y="1295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5" name="object 905"/>
            <p:cNvSpPr/>
            <p:nvPr/>
          </p:nvSpPr>
          <p:spPr>
            <a:xfrm>
              <a:off x="4143755" y="1631441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18287" y="18287"/>
                  </a:moveTo>
                  <a:lnTo>
                    <a:pt x="18287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8287" y="18287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6" name="object 906"/>
            <p:cNvSpPr/>
            <p:nvPr/>
          </p:nvSpPr>
          <p:spPr>
            <a:xfrm>
              <a:off x="4142993" y="1630679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19">
                  <a:moveTo>
                    <a:pt x="19050" y="1905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19050" y="19050"/>
                  </a:lnTo>
                  <a:close/>
                </a:path>
                <a:path w="19050" h="20319">
                  <a:moveTo>
                    <a:pt x="19050" y="0"/>
                  </a:moveTo>
                  <a:lnTo>
                    <a:pt x="19050" y="198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7" name="object 907"/>
            <p:cNvSpPr/>
            <p:nvPr/>
          </p:nvSpPr>
          <p:spPr>
            <a:xfrm>
              <a:off x="4171949" y="1642109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 h="0">
                  <a:moveTo>
                    <a:pt x="0" y="0"/>
                  </a:moveTo>
                  <a:lnTo>
                    <a:pt x="7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8" name="object 908"/>
            <p:cNvSpPr/>
            <p:nvPr/>
          </p:nvSpPr>
          <p:spPr>
            <a:xfrm>
              <a:off x="4171949" y="1635251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60" h="12700">
                  <a:moveTo>
                    <a:pt x="0" y="4571"/>
                  </a:moveTo>
                  <a:lnTo>
                    <a:pt x="0" y="4571"/>
                  </a:lnTo>
                </a:path>
                <a:path w="10160" h="12700">
                  <a:moveTo>
                    <a:pt x="2286" y="0"/>
                  </a:moveTo>
                  <a:lnTo>
                    <a:pt x="9905" y="0"/>
                  </a:lnTo>
                  <a:lnTo>
                    <a:pt x="9905" y="761"/>
                  </a:lnTo>
                </a:path>
                <a:path w="10160" h="12700">
                  <a:moveTo>
                    <a:pt x="9905" y="11429"/>
                  </a:moveTo>
                  <a:lnTo>
                    <a:pt x="9905" y="12191"/>
                  </a:lnTo>
                  <a:lnTo>
                    <a:pt x="2286" y="1219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9" name="object 909"/>
            <p:cNvSpPr/>
            <p:nvPr/>
          </p:nvSpPr>
          <p:spPr>
            <a:xfrm>
              <a:off x="4183379" y="1630679"/>
              <a:ext cx="1905" cy="20320"/>
            </a:xfrm>
            <a:custGeom>
              <a:avLst/>
              <a:gdLst/>
              <a:ahLst/>
              <a:cxnLst/>
              <a:rect l="l" t="t" r="r" b="b"/>
              <a:pathLst>
                <a:path w="1904" h="20319">
                  <a:moveTo>
                    <a:pt x="152" y="609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152" y="609"/>
                  </a:lnTo>
                  <a:close/>
                </a:path>
                <a:path w="1904" h="20319">
                  <a:moveTo>
                    <a:pt x="762" y="19812"/>
                  </a:moveTo>
                  <a:lnTo>
                    <a:pt x="762" y="18288"/>
                  </a:lnTo>
                  <a:lnTo>
                    <a:pt x="0" y="19812"/>
                  </a:lnTo>
                  <a:lnTo>
                    <a:pt x="762" y="19812"/>
                  </a:lnTo>
                  <a:close/>
                </a:path>
                <a:path w="1904" h="20319">
                  <a:moveTo>
                    <a:pt x="1524" y="19050"/>
                  </a:moveTo>
                  <a:lnTo>
                    <a:pt x="1524" y="3048"/>
                  </a:lnTo>
                  <a:lnTo>
                    <a:pt x="762" y="0"/>
                  </a:lnTo>
                  <a:lnTo>
                    <a:pt x="152" y="609"/>
                  </a:lnTo>
                  <a:lnTo>
                    <a:pt x="762" y="3048"/>
                  </a:lnTo>
                  <a:lnTo>
                    <a:pt x="762" y="19812"/>
                  </a:lnTo>
                  <a:lnTo>
                    <a:pt x="1524" y="19050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0" name="object 910"/>
            <p:cNvSpPr/>
            <p:nvPr/>
          </p:nvSpPr>
          <p:spPr>
            <a:xfrm>
              <a:off x="4183379" y="1630679"/>
              <a:ext cx="1905" cy="20320"/>
            </a:xfrm>
            <a:custGeom>
              <a:avLst/>
              <a:gdLst/>
              <a:ahLst/>
              <a:cxnLst/>
              <a:rect l="l" t="t" r="r" b="b"/>
              <a:pathLst>
                <a:path w="1904" h="20319">
                  <a:moveTo>
                    <a:pt x="0" y="0"/>
                  </a:moveTo>
                  <a:lnTo>
                    <a:pt x="762" y="3048"/>
                  </a:lnTo>
                  <a:lnTo>
                    <a:pt x="762" y="18288"/>
                  </a:lnTo>
                  <a:lnTo>
                    <a:pt x="0" y="19812"/>
                  </a:lnTo>
                  <a:lnTo>
                    <a:pt x="762" y="19812"/>
                  </a:lnTo>
                  <a:lnTo>
                    <a:pt x="1524" y="19050"/>
                  </a:lnTo>
                  <a:lnTo>
                    <a:pt x="1524" y="3048"/>
                  </a:lnTo>
                  <a:lnTo>
                    <a:pt x="762" y="0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1" name="object 911"/>
            <p:cNvSpPr/>
            <p:nvPr/>
          </p:nvSpPr>
          <p:spPr>
            <a:xfrm>
              <a:off x="4183379" y="16337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3048"/>
                  </a:moveTo>
                  <a:lnTo>
                    <a:pt x="0" y="1524"/>
                  </a:lnTo>
                  <a:lnTo>
                    <a:pt x="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2" name="object 912"/>
            <p:cNvSpPr/>
            <p:nvPr/>
          </p:nvSpPr>
          <p:spPr>
            <a:xfrm>
              <a:off x="4183379" y="16337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1524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3" name="object 913"/>
            <p:cNvSpPr/>
            <p:nvPr/>
          </p:nvSpPr>
          <p:spPr>
            <a:xfrm>
              <a:off x="4183379" y="1645158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3048"/>
                  </a:moveTo>
                  <a:lnTo>
                    <a:pt x="0" y="1524"/>
                  </a:lnTo>
                  <a:lnTo>
                    <a:pt x="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4" name="object 914"/>
            <p:cNvSpPr/>
            <p:nvPr/>
          </p:nvSpPr>
          <p:spPr>
            <a:xfrm>
              <a:off x="4183379" y="1645158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1524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5" name="object 915"/>
            <p:cNvSpPr/>
            <p:nvPr/>
          </p:nvSpPr>
          <p:spPr>
            <a:xfrm>
              <a:off x="4183379" y="1636013"/>
              <a:ext cx="2540" cy="10160"/>
            </a:xfrm>
            <a:custGeom>
              <a:avLst/>
              <a:gdLst/>
              <a:ahLst/>
              <a:cxnLst/>
              <a:rect l="l" t="t" r="r" b="b"/>
              <a:pathLst>
                <a:path w="2539" h="10160">
                  <a:moveTo>
                    <a:pt x="2286" y="762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close/>
                </a:path>
                <a:path w="2539" h="10160">
                  <a:moveTo>
                    <a:pt x="2286" y="9906"/>
                  </a:moveTo>
                  <a:lnTo>
                    <a:pt x="2286" y="9144"/>
                  </a:lnTo>
                  <a:lnTo>
                    <a:pt x="0" y="9144"/>
                  </a:lnTo>
                  <a:lnTo>
                    <a:pt x="0" y="9906"/>
                  </a:lnTo>
                  <a:lnTo>
                    <a:pt x="2286" y="990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6" name="object 91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82617" y="1637537"/>
              <a:ext cx="1524" cy="6858"/>
            </a:xfrm>
            <a:prstGeom prst="rect">
              <a:avLst/>
            </a:prstGeom>
          </p:spPr>
        </p:pic>
        <p:sp>
          <p:nvSpPr>
            <p:cNvPr id="917" name="object 917"/>
            <p:cNvSpPr/>
            <p:nvPr/>
          </p:nvSpPr>
          <p:spPr>
            <a:xfrm>
              <a:off x="4037075" y="1538477"/>
              <a:ext cx="17780" cy="12700"/>
            </a:xfrm>
            <a:custGeom>
              <a:avLst/>
              <a:gdLst/>
              <a:ahLst/>
              <a:cxnLst/>
              <a:rect l="l" t="t" r="r" b="b"/>
              <a:pathLst>
                <a:path w="17779" h="12700">
                  <a:moveTo>
                    <a:pt x="17526" y="9905"/>
                  </a:moveTo>
                  <a:lnTo>
                    <a:pt x="17526" y="2285"/>
                  </a:lnTo>
                  <a:lnTo>
                    <a:pt x="16764" y="761"/>
                  </a:lnTo>
                  <a:lnTo>
                    <a:pt x="15240" y="0"/>
                  </a:lnTo>
                  <a:lnTo>
                    <a:pt x="2286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9906"/>
                  </a:lnTo>
                  <a:lnTo>
                    <a:pt x="762" y="11430"/>
                  </a:lnTo>
                  <a:lnTo>
                    <a:pt x="2286" y="12192"/>
                  </a:lnTo>
                  <a:lnTo>
                    <a:pt x="15240" y="12191"/>
                  </a:lnTo>
                  <a:lnTo>
                    <a:pt x="16764" y="11429"/>
                  </a:lnTo>
                  <a:lnTo>
                    <a:pt x="17526" y="9905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8" name="object 918"/>
            <p:cNvSpPr/>
            <p:nvPr/>
          </p:nvSpPr>
          <p:spPr>
            <a:xfrm>
              <a:off x="4037075" y="1538477"/>
              <a:ext cx="17780" cy="12700"/>
            </a:xfrm>
            <a:custGeom>
              <a:avLst/>
              <a:gdLst/>
              <a:ahLst/>
              <a:cxnLst/>
              <a:rect l="l" t="t" r="r" b="b"/>
              <a:pathLst>
                <a:path w="17779" h="12700">
                  <a:moveTo>
                    <a:pt x="2286" y="0"/>
                  </a:moveTo>
                  <a:lnTo>
                    <a:pt x="762" y="762"/>
                  </a:lnTo>
                  <a:lnTo>
                    <a:pt x="0" y="2286"/>
                  </a:lnTo>
                  <a:lnTo>
                    <a:pt x="0" y="9906"/>
                  </a:lnTo>
                  <a:lnTo>
                    <a:pt x="762" y="11430"/>
                  </a:lnTo>
                  <a:lnTo>
                    <a:pt x="2286" y="12192"/>
                  </a:lnTo>
                  <a:lnTo>
                    <a:pt x="15240" y="12191"/>
                  </a:lnTo>
                  <a:lnTo>
                    <a:pt x="16764" y="11429"/>
                  </a:lnTo>
                  <a:lnTo>
                    <a:pt x="17526" y="9905"/>
                  </a:lnTo>
                  <a:lnTo>
                    <a:pt x="17526" y="2285"/>
                  </a:lnTo>
                  <a:lnTo>
                    <a:pt x="16764" y="761"/>
                  </a:lnTo>
                  <a:lnTo>
                    <a:pt x="15240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9" name="object 919"/>
            <p:cNvSpPr/>
            <p:nvPr/>
          </p:nvSpPr>
          <p:spPr>
            <a:xfrm>
              <a:off x="4035551" y="1547621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80">
                  <a:moveTo>
                    <a:pt x="19050" y="4572"/>
                  </a:moveTo>
                  <a:lnTo>
                    <a:pt x="18288" y="0"/>
                  </a:lnTo>
                  <a:lnTo>
                    <a:pt x="0" y="0"/>
                  </a:lnTo>
                  <a:lnTo>
                    <a:pt x="0" y="4572"/>
                  </a:lnTo>
                  <a:lnTo>
                    <a:pt x="19050" y="4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0" name="object 920"/>
            <p:cNvSpPr/>
            <p:nvPr/>
          </p:nvSpPr>
          <p:spPr>
            <a:xfrm>
              <a:off x="4035551" y="1547621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80">
                  <a:moveTo>
                    <a:pt x="19050" y="4572"/>
                  </a:moveTo>
                  <a:lnTo>
                    <a:pt x="18288" y="0"/>
                  </a:lnTo>
                  <a:lnTo>
                    <a:pt x="0" y="0"/>
                  </a:lnTo>
                  <a:lnTo>
                    <a:pt x="0" y="4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1" name="object 921"/>
            <p:cNvSpPr/>
            <p:nvPr/>
          </p:nvSpPr>
          <p:spPr>
            <a:xfrm>
              <a:off x="4035551" y="1550670"/>
              <a:ext cx="19050" cy="11430"/>
            </a:xfrm>
            <a:custGeom>
              <a:avLst/>
              <a:gdLst/>
              <a:ahLst/>
              <a:cxnLst/>
              <a:rect l="l" t="t" r="r" b="b"/>
              <a:pathLst>
                <a:path w="19050" h="11430">
                  <a:moveTo>
                    <a:pt x="19050" y="9905"/>
                  </a:moveTo>
                  <a:lnTo>
                    <a:pt x="19050" y="1523"/>
                  </a:lnTo>
                  <a:lnTo>
                    <a:pt x="16764" y="0"/>
                  </a:lnTo>
                  <a:lnTo>
                    <a:pt x="2286" y="0"/>
                  </a:lnTo>
                  <a:lnTo>
                    <a:pt x="1524" y="1524"/>
                  </a:lnTo>
                  <a:lnTo>
                    <a:pt x="0" y="2286"/>
                  </a:lnTo>
                  <a:lnTo>
                    <a:pt x="0" y="9144"/>
                  </a:lnTo>
                  <a:lnTo>
                    <a:pt x="1524" y="9906"/>
                  </a:lnTo>
                  <a:lnTo>
                    <a:pt x="2286" y="11430"/>
                  </a:lnTo>
                  <a:lnTo>
                    <a:pt x="16764" y="11429"/>
                  </a:lnTo>
                  <a:lnTo>
                    <a:pt x="19050" y="9905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2" name="object 922"/>
            <p:cNvSpPr/>
            <p:nvPr/>
          </p:nvSpPr>
          <p:spPr>
            <a:xfrm>
              <a:off x="4035551" y="1550670"/>
              <a:ext cx="19050" cy="11430"/>
            </a:xfrm>
            <a:custGeom>
              <a:avLst/>
              <a:gdLst/>
              <a:ahLst/>
              <a:cxnLst/>
              <a:rect l="l" t="t" r="r" b="b"/>
              <a:pathLst>
                <a:path w="19050" h="11430">
                  <a:moveTo>
                    <a:pt x="2286" y="0"/>
                  </a:moveTo>
                  <a:lnTo>
                    <a:pt x="1524" y="1524"/>
                  </a:lnTo>
                  <a:lnTo>
                    <a:pt x="0" y="2286"/>
                  </a:lnTo>
                  <a:lnTo>
                    <a:pt x="0" y="9144"/>
                  </a:lnTo>
                  <a:lnTo>
                    <a:pt x="1524" y="9906"/>
                  </a:lnTo>
                  <a:lnTo>
                    <a:pt x="2286" y="11430"/>
                  </a:lnTo>
                  <a:lnTo>
                    <a:pt x="16764" y="11429"/>
                  </a:lnTo>
                  <a:lnTo>
                    <a:pt x="19050" y="9905"/>
                  </a:lnTo>
                  <a:lnTo>
                    <a:pt x="19050" y="1523"/>
                  </a:lnTo>
                  <a:lnTo>
                    <a:pt x="16764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3" name="object 923"/>
            <p:cNvSpPr/>
            <p:nvPr/>
          </p:nvSpPr>
          <p:spPr>
            <a:xfrm>
              <a:off x="4042409" y="1556765"/>
              <a:ext cx="6350" cy="3175"/>
            </a:xfrm>
            <a:custGeom>
              <a:avLst/>
              <a:gdLst/>
              <a:ahLst/>
              <a:cxnLst/>
              <a:rect l="l" t="t" r="r" b="b"/>
              <a:pathLst>
                <a:path w="6350" h="3175">
                  <a:moveTo>
                    <a:pt x="6096" y="3048"/>
                  </a:moveTo>
                  <a:lnTo>
                    <a:pt x="6096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6096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4" name="object 924"/>
            <p:cNvSpPr/>
            <p:nvPr/>
          </p:nvSpPr>
          <p:spPr>
            <a:xfrm>
              <a:off x="4037837" y="1547621"/>
              <a:ext cx="14604" cy="12700"/>
            </a:xfrm>
            <a:custGeom>
              <a:avLst/>
              <a:gdLst/>
              <a:ahLst/>
              <a:cxnLst/>
              <a:rect l="l" t="t" r="r" b="b"/>
              <a:pathLst>
                <a:path w="14604" h="12700">
                  <a:moveTo>
                    <a:pt x="10667" y="12191"/>
                  </a:moveTo>
                  <a:lnTo>
                    <a:pt x="10667" y="8381"/>
                  </a:lnTo>
                  <a:lnTo>
                    <a:pt x="3809" y="8381"/>
                  </a:lnTo>
                  <a:lnTo>
                    <a:pt x="3809" y="12191"/>
                  </a:lnTo>
                  <a:lnTo>
                    <a:pt x="10667" y="12191"/>
                  </a:lnTo>
                  <a:close/>
                </a:path>
                <a:path w="14604" h="12700">
                  <a:moveTo>
                    <a:pt x="0" y="2285"/>
                  </a:moveTo>
                  <a:lnTo>
                    <a:pt x="2286" y="0"/>
                  </a:lnTo>
                </a:path>
                <a:path w="14604" h="12700">
                  <a:moveTo>
                    <a:pt x="11429" y="0"/>
                  </a:moveTo>
                  <a:lnTo>
                    <a:pt x="14477" y="761"/>
                  </a:lnTo>
                </a:path>
                <a:path w="14604" h="12700">
                  <a:moveTo>
                    <a:pt x="11429" y="0"/>
                  </a:moveTo>
                  <a:lnTo>
                    <a:pt x="12191" y="761"/>
                  </a:lnTo>
                </a:path>
                <a:path w="14604" h="12700">
                  <a:moveTo>
                    <a:pt x="1524" y="761"/>
                  </a:moveTo>
                  <a:lnTo>
                    <a:pt x="22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5" name="object 925"/>
            <p:cNvSpPr/>
            <p:nvPr/>
          </p:nvSpPr>
          <p:spPr>
            <a:xfrm>
              <a:off x="4036313" y="1560575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80">
                  <a:moveTo>
                    <a:pt x="19050" y="17525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9050" y="17525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6" name="object 926"/>
            <p:cNvSpPr/>
            <p:nvPr/>
          </p:nvSpPr>
          <p:spPr>
            <a:xfrm>
              <a:off x="4035551" y="1539239"/>
              <a:ext cx="20320" cy="39370"/>
            </a:xfrm>
            <a:custGeom>
              <a:avLst/>
              <a:gdLst/>
              <a:ahLst/>
              <a:cxnLst/>
              <a:rect l="l" t="t" r="r" b="b"/>
              <a:pathLst>
                <a:path w="20320" h="39369">
                  <a:moveTo>
                    <a:pt x="19812" y="38862"/>
                  </a:moveTo>
                  <a:lnTo>
                    <a:pt x="19812" y="20574"/>
                  </a:lnTo>
                  <a:lnTo>
                    <a:pt x="0" y="20574"/>
                  </a:lnTo>
                  <a:lnTo>
                    <a:pt x="0" y="38862"/>
                  </a:lnTo>
                  <a:lnTo>
                    <a:pt x="19812" y="38862"/>
                  </a:lnTo>
                  <a:close/>
                </a:path>
                <a:path w="20320" h="39369">
                  <a:moveTo>
                    <a:pt x="19050" y="20574"/>
                  </a:moveTo>
                  <a:lnTo>
                    <a:pt x="0" y="20574"/>
                  </a:lnTo>
                </a:path>
                <a:path w="20320" h="39369">
                  <a:moveTo>
                    <a:pt x="8382" y="10668"/>
                  </a:moveTo>
                  <a:lnTo>
                    <a:pt x="9144" y="9144"/>
                  </a:lnTo>
                </a:path>
                <a:path w="20320" h="39369">
                  <a:moveTo>
                    <a:pt x="10668" y="10668"/>
                  </a:moveTo>
                  <a:lnTo>
                    <a:pt x="10668" y="9144"/>
                  </a:lnTo>
                </a:path>
                <a:path w="20320" h="39369">
                  <a:moveTo>
                    <a:pt x="14477" y="0"/>
                  </a:moveTo>
                  <a:lnTo>
                    <a:pt x="14477" y="2286"/>
                  </a:lnTo>
                  <a:lnTo>
                    <a:pt x="16001" y="3810"/>
                  </a:lnTo>
                  <a:lnTo>
                    <a:pt x="16001" y="8382"/>
                  </a:lnTo>
                </a:path>
                <a:path w="20320" h="39369">
                  <a:moveTo>
                    <a:pt x="3810" y="8382"/>
                  </a:moveTo>
                  <a:lnTo>
                    <a:pt x="3810" y="0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7" name="object 927"/>
            <p:cNvSpPr/>
            <p:nvPr/>
          </p:nvSpPr>
          <p:spPr>
            <a:xfrm>
              <a:off x="4035551" y="1536191"/>
              <a:ext cx="19050" cy="3175"/>
            </a:xfrm>
            <a:custGeom>
              <a:avLst/>
              <a:gdLst/>
              <a:ahLst/>
              <a:cxnLst/>
              <a:rect l="l" t="t" r="r" b="b"/>
              <a:pathLst>
                <a:path w="19050" h="3175">
                  <a:moveTo>
                    <a:pt x="19050" y="3048"/>
                  </a:moveTo>
                  <a:lnTo>
                    <a:pt x="19050" y="762"/>
                  </a:lnTo>
                  <a:lnTo>
                    <a:pt x="16764" y="0"/>
                  </a:lnTo>
                  <a:lnTo>
                    <a:pt x="2285" y="0"/>
                  </a:lnTo>
                  <a:lnTo>
                    <a:pt x="0" y="762"/>
                  </a:lnTo>
                  <a:lnTo>
                    <a:pt x="0" y="3048"/>
                  </a:lnTo>
                  <a:lnTo>
                    <a:pt x="2285" y="762"/>
                  </a:lnTo>
                  <a:lnTo>
                    <a:pt x="16764" y="762"/>
                  </a:lnTo>
                  <a:lnTo>
                    <a:pt x="19050" y="3048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8" name="object 928"/>
            <p:cNvSpPr/>
            <p:nvPr/>
          </p:nvSpPr>
          <p:spPr>
            <a:xfrm>
              <a:off x="4035551" y="1536191"/>
              <a:ext cx="19050" cy="3175"/>
            </a:xfrm>
            <a:custGeom>
              <a:avLst/>
              <a:gdLst/>
              <a:ahLst/>
              <a:cxnLst/>
              <a:rect l="l" t="t" r="r" b="b"/>
              <a:pathLst>
                <a:path w="19050" h="3175">
                  <a:moveTo>
                    <a:pt x="19050" y="3048"/>
                  </a:moveTo>
                  <a:lnTo>
                    <a:pt x="16764" y="762"/>
                  </a:lnTo>
                  <a:lnTo>
                    <a:pt x="2285" y="762"/>
                  </a:lnTo>
                  <a:lnTo>
                    <a:pt x="0" y="3048"/>
                  </a:lnTo>
                  <a:lnTo>
                    <a:pt x="0" y="762"/>
                  </a:lnTo>
                  <a:lnTo>
                    <a:pt x="2285" y="0"/>
                  </a:lnTo>
                  <a:lnTo>
                    <a:pt x="16764" y="0"/>
                  </a:lnTo>
                  <a:lnTo>
                    <a:pt x="19050" y="762"/>
                  </a:lnTo>
                  <a:lnTo>
                    <a:pt x="19050" y="30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9" name="object 929"/>
            <p:cNvSpPr/>
            <p:nvPr/>
          </p:nvSpPr>
          <p:spPr>
            <a:xfrm>
              <a:off x="4050029" y="153847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48" y="0"/>
                  </a:moveTo>
                  <a:lnTo>
                    <a:pt x="0" y="0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0" name="object 930"/>
            <p:cNvSpPr/>
            <p:nvPr/>
          </p:nvSpPr>
          <p:spPr>
            <a:xfrm>
              <a:off x="4050029" y="153847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48" y="0"/>
                  </a:move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1524" y="0"/>
                  </a:lnTo>
                  <a:lnTo>
                    <a:pt x="2286" y="0"/>
                  </a:lnTo>
                  <a:lnTo>
                    <a:pt x="304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1" name="object 931"/>
            <p:cNvSpPr/>
            <p:nvPr/>
          </p:nvSpPr>
          <p:spPr>
            <a:xfrm>
              <a:off x="4039361" y="1538477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2286" y="0"/>
                  </a:moveTo>
                  <a:lnTo>
                    <a:pt x="0" y="0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2" name="object 932"/>
            <p:cNvSpPr/>
            <p:nvPr/>
          </p:nvSpPr>
          <p:spPr>
            <a:xfrm>
              <a:off x="4039361" y="1538477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2286" y="0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762" y="0"/>
                  </a:lnTo>
                  <a:lnTo>
                    <a:pt x="1524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3" name="object 933"/>
            <p:cNvSpPr/>
            <p:nvPr/>
          </p:nvSpPr>
          <p:spPr>
            <a:xfrm>
              <a:off x="4050791" y="153771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762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4" name="object 934"/>
            <p:cNvSpPr/>
            <p:nvPr/>
          </p:nvSpPr>
          <p:spPr>
            <a:xfrm>
              <a:off x="4041647" y="1536953"/>
              <a:ext cx="10160" cy="1905"/>
            </a:xfrm>
            <a:custGeom>
              <a:avLst/>
              <a:gdLst/>
              <a:ahLst/>
              <a:cxnLst/>
              <a:rect l="l" t="t" r="r" b="b"/>
              <a:pathLst>
                <a:path w="10160" h="1905">
                  <a:moveTo>
                    <a:pt x="9905" y="1523"/>
                  </a:moveTo>
                  <a:lnTo>
                    <a:pt x="9905" y="0"/>
                  </a:lnTo>
                  <a:lnTo>
                    <a:pt x="8381" y="0"/>
                  </a:lnTo>
                  <a:lnTo>
                    <a:pt x="8381" y="1523"/>
                  </a:lnTo>
                  <a:lnTo>
                    <a:pt x="9905" y="1523"/>
                  </a:lnTo>
                  <a:close/>
                </a:path>
                <a:path w="10160" h="1905">
                  <a:moveTo>
                    <a:pt x="0" y="0"/>
                  </a:moveTo>
                  <a:lnTo>
                    <a:pt x="0" y="1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5" name="object 935"/>
            <p:cNvSpPr/>
            <p:nvPr/>
          </p:nvSpPr>
          <p:spPr>
            <a:xfrm>
              <a:off x="4042409" y="1538477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6" name="object 936"/>
            <p:cNvSpPr/>
            <p:nvPr/>
          </p:nvSpPr>
          <p:spPr>
            <a:xfrm>
              <a:off x="4052315" y="1579625"/>
              <a:ext cx="3175" cy="1270"/>
            </a:xfrm>
            <a:custGeom>
              <a:avLst/>
              <a:gdLst/>
              <a:ahLst/>
              <a:cxnLst/>
              <a:rect l="l" t="t" r="r" b="b"/>
              <a:pathLst>
                <a:path w="3175" h="1269">
                  <a:moveTo>
                    <a:pt x="3048" y="761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761"/>
                  </a:lnTo>
                  <a:lnTo>
                    <a:pt x="3048" y="7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7" name="object 937"/>
            <p:cNvSpPr/>
            <p:nvPr/>
          </p:nvSpPr>
          <p:spPr>
            <a:xfrm>
              <a:off x="4051553" y="157886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5">
                  <a:moveTo>
                    <a:pt x="3810" y="1524"/>
                  </a:moveTo>
                  <a:lnTo>
                    <a:pt x="3810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381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8" name="object 938"/>
            <p:cNvSpPr/>
            <p:nvPr/>
          </p:nvSpPr>
          <p:spPr>
            <a:xfrm>
              <a:off x="4037837" y="1579625"/>
              <a:ext cx="3175" cy="1270"/>
            </a:xfrm>
            <a:custGeom>
              <a:avLst/>
              <a:gdLst/>
              <a:ahLst/>
              <a:cxnLst/>
              <a:rect l="l" t="t" r="r" b="b"/>
              <a:pathLst>
                <a:path w="3175" h="1269">
                  <a:moveTo>
                    <a:pt x="3048" y="761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761"/>
                  </a:lnTo>
                  <a:lnTo>
                    <a:pt x="3048" y="7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9" name="object 939"/>
            <p:cNvSpPr/>
            <p:nvPr/>
          </p:nvSpPr>
          <p:spPr>
            <a:xfrm>
              <a:off x="4037075" y="157886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5">
                  <a:moveTo>
                    <a:pt x="3810" y="1524"/>
                  </a:moveTo>
                  <a:lnTo>
                    <a:pt x="3810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381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0" name="object 940"/>
            <p:cNvSpPr/>
            <p:nvPr/>
          </p:nvSpPr>
          <p:spPr>
            <a:xfrm>
              <a:off x="4053839" y="156057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1" name="object 941"/>
            <p:cNvSpPr/>
            <p:nvPr/>
          </p:nvSpPr>
          <p:spPr>
            <a:xfrm>
              <a:off x="4053839" y="156057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2" name="object 942"/>
            <p:cNvSpPr/>
            <p:nvPr/>
          </p:nvSpPr>
          <p:spPr>
            <a:xfrm>
              <a:off x="4053839" y="1576577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3" name="object 943"/>
            <p:cNvSpPr/>
            <p:nvPr/>
          </p:nvSpPr>
          <p:spPr>
            <a:xfrm>
              <a:off x="4053839" y="1576577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762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1524" y="1524"/>
                  </a:lnTo>
                  <a:lnTo>
                    <a:pt x="152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4" name="object 944"/>
            <p:cNvSpPr/>
            <p:nvPr/>
          </p:nvSpPr>
          <p:spPr>
            <a:xfrm>
              <a:off x="4037075" y="1560576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5">
                  <a:moveTo>
                    <a:pt x="2286" y="762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lnTo>
                    <a:pt x="2286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5" name="object 945"/>
            <p:cNvSpPr/>
            <p:nvPr/>
          </p:nvSpPr>
          <p:spPr>
            <a:xfrm>
              <a:off x="4037075" y="1560576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5">
                  <a:moveTo>
                    <a:pt x="2286" y="762"/>
                  </a:move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1524"/>
                  </a:lnTo>
                  <a:lnTo>
                    <a:pt x="2286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6" name="object 946"/>
            <p:cNvSpPr/>
            <p:nvPr/>
          </p:nvSpPr>
          <p:spPr>
            <a:xfrm>
              <a:off x="4037075" y="1576577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7" name="object 947"/>
            <p:cNvSpPr/>
            <p:nvPr/>
          </p:nvSpPr>
          <p:spPr>
            <a:xfrm>
              <a:off x="4037075" y="1576577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762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1524" y="1524"/>
                  </a:lnTo>
                  <a:lnTo>
                    <a:pt x="152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8" name="object 948"/>
            <p:cNvSpPr/>
            <p:nvPr/>
          </p:nvSpPr>
          <p:spPr>
            <a:xfrm>
              <a:off x="4044695" y="156209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144" y="7620"/>
                  </a:moveTo>
                  <a:lnTo>
                    <a:pt x="9144" y="5334"/>
                  </a:lnTo>
                  <a:lnTo>
                    <a:pt x="7620" y="4572"/>
                  </a:lnTo>
                  <a:lnTo>
                    <a:pt x="5334" y="4572"/>
                  </a:lnTo>
                  <a:lnTo>
                    <a:pt x="6858" y="3048"/>
                  </a:lnTo>
                  <a:lnTo>
                    <a:pt x="7620" y="761"/>
                  </a:lnTo>
                  <a:lnTo>
                    <a:pt x="7620" y="0"/>
                  </a:lnTo>
                  <a:lnTo>
                    <a:pt x="4572" y="0"/>
                  </a:lnTo>
                  <a:lnTo>
                    <a:pt x="3810" y="762"/>
                  </a:lnTo>
                  <a:lnTo>
                    <a:pt x="2286" y="762"/>
                  </a:lnTo>
                  <a:lnTo>
                    <a:pt x="1524" y="3048"/>
                  </a:lnTo>
                  <a:lnTo>
                    <a:pt x="2286" y="3048"/>
                  </a:lnTo>
                  <a:lnTo>
                    <a:pt x="4572" y="4572"/>
                  </a:lnTo>
                  <a:lnTo>
                    <a:pt x="3810" y="5334"/>
                  </a:lnTo>
                  <a:lnTo>
                    <a:pt x="1524" y="6858"/>
                  </a:lnTo>
                  <a:lnTo>
                    <a:pt x="0" y="7620"/>
                  </a:lnTo>
                  <a:lnTo>
                    <a:pt x="0" y="9144"/>
                  </a:lnTo>
                  <a:lnTo>
                    <a:pt x="2286" y="9144"/>
                  </a:lnTo>
                  <a:lnTo>
                    <a:pt x="4572" y="7620"/>
                  </a:lnTo>
                  <a:lnTo>
                    <a:pt x="9144" y="762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9" name="object 949"/>
            <p:cNvSpPr/>
            <p:nvPr/>
          </p:nvSpPr>
          <p:spPr>
            <a:xfrm>
              <a:off x="4044695" y="156209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4572" y="0"/>
                  </a:moveTo>
                  <a:lnTo>
                    <a:pt x="7620" y="0"/>
                  </a:lnTo>
                  <a:lnTo>
                    <a:pt x="7620" y="761"/>
                  </a:lnTo>
                  <a:lnTo>
                    <a:pt x="6858" y="3048"/>
                  </a:lnTo>
                  <a:lnTo>
                    <a:pt x="5334" y="4572"/>
                  </a:lnTo>
                  <a:lnTo>
                    <a:pt x="7620" y="4572"/>
                  </a:lnTo>
                  <a:lnTo>
                    <a:pt x="9144" y="5334"/>
                  </a:lnTo>
                  <a:lnTo>
                    <a:pt x="9144" y="7620"/>
                  </a:lnTo>
                  <a:lnTo>
                    <a:pt x="4572" y="7620"/>
                  </a:lnTo>
                  <a:lnTo>
                    <a:pt x="2286" y="9144"/>
                  </a:lnTo>
                  <a:lnTo>
                    <a:pt x="0" y="9144"/>
                  </a:lnTo>
                  <a:lnTo>
                    <a:pt x="0" y="7620"/>
                  </a:lnTo>
                  <a:lnTo>
                    <a:pt x="1524" y="6858"/>
                  </a:lnTo>
                  <a:lnTo>
                    <a:pt x="3810" y="5334"/>
                  </a:lnTo>
                  <a:lnTo>
                    <a:pt x="4572" y="4572"/>
                  </a:lnTo>
                  <a:lnTo>
                    <a:pt x="2286" y="3048"/>
                  </a:lnTo>
                  <a:lnTo>
                    <a:pt x="1524" y="3048"/>
                  </a:lnTo>
                  <a:lnTo>
                    <a:pt x="2286" y="762"/>
                  </a:lnTo>
                  <a:lnTo>
                    <a:pt x="3810" y="762"/>
                  </a:lnTo>
                  <a:lnTo>
                    <a:pt x="4572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0" name="object 950"/>
            <p:cNvSpPr/>
            <p:nvPr/>
          </p:nvSpPr>
          <p:spPr>
            <a:xfrm>
              <a:off x="4037837" y="1573529"/>
              <a:ext cx="9525" cy="5080"/>
            </a:xfrm>
            <a:custGeom>
              <a:avLst/>
              <a:gdLst/>
              <a:ahLst/>
              <a:cxnLst/>
              <a:rect l="l" t="t" r="r" b="b"/>
              <a:pathLst>
                <a:path w="9525" h="5080">
                  <a:moveTo>
                    <a:pt x="9144" y="762"/>
                  </a:moveTo>
                  <a:lnTo>
                    <a:pt x="9144" y="0"/>
                  </a:lnTo>
                  <a:lnTo>
                    <a:pt x="8382" y="762"/>
                  </a:lnTo>
                  <a:lnTo>
                    <a:pt x="0" y="762"/>
                  </a:lnTo>
                  <a:lnTo>
                    <a:pt x="0" y="3048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6858" y="2286"/>
                  </a:lnTo>
                  <a:lnTo>
                    <a:pt x="8382" y="3048"/>
                  </a:lnTo>
                  <a:lnTo>
                    <a:pt x="9144" y="76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1" name="object 951"/>
            <p:cNvSpPr/>
            <p:nvPr/>
          </p:nvSpPr>
          <p:spPr>
            <a:xfrm>
              <a:off x="4037837" y="1573529"/>
              <a:ext cx="9525" cy="5080"/>
            </a:xfrm>
            <a:custGeom>
              <a:avLst/>
              <a:gdLst/>
              <a:ahLst/>
              <a:cxnLst/>
              <a:rect l="l" t="t" r="r" b="b"/>
              <a:pathLst>
                <a:path w="9525" h="5080">
                  <a:moveTo>
                    <a:pt x="9144" y="0"/>
                  </a:moveTo>
                  <a:lnTo>
                    <a:pt x="9144" y="762"/>
                  </a:lnTo>
                  <a:lnTo>
                    <a:pt x="8382" y="3048"/>
                  </a:lnTo>
                  <a:lnTo>
                    <a:pt x="6858" y="2286"/>
                  </a:lnTo>
                  <a:lnTo>
                    <a:pt x="6096" y="3048"/>
                  </a:lnTo>
                  <a:lnTo>
                    <a:pt x="4572" y="4572"/>
                  </a:lnTo>
                  <a:lnTo>
                    <a:pt x="1524" y="4572"/>
                  </a:lnTo>
                  <a:lnTo>
                    <a:pt x="0" y="3048"/>
                  </a:lnTo>
                  <a:lnTo>
                    <a:pt x="0" y="762"/>
                  </a:lnTo>
                  <a:lnTo>
                    <a:pt x="8382" y="762"/>
                  </a:lnTo>
                  <a:lnTo>
                    <a:pt x="9144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2" name="object 952"/>
            <p:cNvSpPr/>
            <p:nvPr/>
          </p:nvSpPr>
          <p:spPr>
            <a:xfrm>
              <a:off x="4035551" y="1562861"/>
              <a:ext cx="6350" cy="9525"/>
            </a:xfrm>
            <a:custGeom>
              <a:avLst/>
              <a:gdLst/>
              <a:ahLst/>
              <a:cxnLst/>
              <a:rect l="l" t="t" r="r" b="b"/>
              <a:pathLst>
                <a:path w="6350" h="9525">
                  <a:moveTo>
                    <a:pt x="6096" y="4572"/>
                  </a:moveTo>
                  <a:lnTo>
                    <a:pt x="4572" y="4572"/>
                  </a:lnTo>
                  <a:lnTo>
                    <a:pt x="4572" y="2286"/>
                  </a:lnTo>
                  <a:lnTo>
                    <a:pt x="6096" y="1523"/>
                  </a:lnTo>
                  <a:lnTo>
                    <a:pt x="6096" y="0"/>
                  </a:lnTo>
                  <a:lnTo>
                    <a:pt x="3810" y="0"/>
                  </a:lnTo>
                  <a:lnTo>
                    <a:pt x="0" y="0"/>
                  </a:lnTo>
                  <a:lnTo>
                    <a:pt x="0" y="4572"/>
                  </a:lnTo>
                  <a:lnTo>
                    <a:pt x="2286" y="4572"/>
                  </a:lnTo>
                  <a:lnTo>
                    <a:pt x="2286" y="6858"/>
                  </a:lnTo>
                  <a:lnTo>
                    <a:pt x="0" y="8382"/>
                  </a:lnTo>
                  <a:lnTo>
                    <a:pt x="1524" y="9144"/>
                  </a:lnTo>
                  <a:lnTo>
                    <a:pt x="2286" y="9144"/>
                  </a:lnTo>
                  <a:lnTo>
                    <a:pt x="3810" y="6858"/>
                  </a:lnTo>
                  <a:lnTo>
                    <a:pt x="4572" y="6858"/>
                  </a:lnTo>
                  <a:lnTo>
                    <a:pt x="6096" y="457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3" name="object 953"/>
            <p:cNvSpPr/>
            <p:nvPr/>
          </p:nvSpPr>
          <p:spPr>
            <a:xfrm>
              <a:off x="4035551" y="1562861"/>
              <a:ext cx="6350" cy="9525"/>
            </a:xfrm>
            <a:custGeom>
              <a:avLst/>
              <a:gdLst/>
              <a:ahLst/>
              <a:cxnLst/>
              <a:rect l="l" t="t" r="r" b="b"/>
              <a:pathLst>
                <a:path w="6350" h="9525">
                  <a:moveTo>
                    <a:pt x="3810" y="0"/>
                  </a:moveTo>
                  <a:lnTo>
                    <a:pt x="6096" y="0"/>
                  </a:lnTo>
                  <a:lnTo>
                    <a:pt x="6096" y="1523"/>
                  </a:lnTo>
                  <a:lnTo>
                    <a:pt x="4572" y="2286"/>
                  </a:lnTo>
                  <a:lnTo>
                    <a:pt x="4572" y="4572"/>
                  </a:lnTo>
                  <a:lnTo>
                    <a:pt x="6096" y="4572"/>
                  </a:lnTo>
                  <a:lnTo>
                    <a:pt x="4572" y="6858"/>
                  </a:lnTo>
                  <a:lnTo>
                    <a:pt x="3810" y="6858"/>
                  </a:lnTo>
                  <a:lnTo>
                    <a:pt x="2286" y="9144"/>
                  </a:lnTo>
                  <a:lnTo>
                    <a:pt x="1524" y="9144"/>
                  </a:lnTo>
                  <a:lnTo>
                    <a:pt x="0" y="8382"/>
                  </a:lnTo>
                  <a:lnTo>
                    <a:pt x="2286" y="6858"/>
                  </a:lnTo>
                  <a:lnTo>
                    <a:pt x="2286" y="4572"/>
                  </a:lnTo>
                  <a:lnTo>
                    <a:pt x="0" y="4572"/>
                  </a:lnTo>
                  <a:lnTo>
                    <a:pt x="0" y="0"/>
                  </a:lnTo>
                  <a:lnTo>
                    <a:pt x="381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4" name="object 954"/>
            <p:cNvSpPr/>
            <p:nvPr/>
          </p:nvSpPr>
          <p:spPr>
            <a:xfrm>
              <a:off x="4049267" y="1552193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79" h="6350">
                  <a:moveTo>
                    <a:pt x="4572" y="6096"/>
                  </a:moveTo>
                  <a:lnTo>
                    <a:pt x="4572" y="761"/>
                  </a:lnTo>
                  <a:lnTo>
                    <a:pt x="3048" y="0"/>
                  </a:lnTo>
                  <a:lnTo>
                    <a:pt x="2286" y="0"/>
                  </a:lnTo>
                  <a:lnTo>
                    <a:pt x="2286" y="762"/>
                  </a:lnTo>
                  <a:lnTo>
                    <a:pt x="762" y="762"/>
                  </a:lnTo>
                  <a:lnTo>
                    <a:pt x="0" y="3048"/>
                  </a:lnTo>
                  <a:lnTo>
                    <a:pt x="2286" y="3048"/>
                  </a:lnTo>
                  <a:lnTo>
                    <a:pt x="2286" y="3810"/>
                  </a:lnTo>
                  <a:lnTo>
                    <a:pt x="3048" y="6096"/>
                  </a:lnTo>
                  <a:lnTo>
                    <a:pt x="4572" y="6096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5" name="object 955"/>
            <p:cNvSpPr/>
            <p:nvPr/>
          </p:nvSpPr>
          <p:spPr>
            <a:xfrm>
              <a:off x="4049267" y="1552193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79" h="6350">
                  <a:moveTo>
                    <a:pt x="2286" y="0"/>
                  </a:moveTo>
                  <a:lnTo>
                    <a:pt x="3048" y="0"/>
                  </a:lnTo>
                  <a:lnTo>
                    <a:pt x="4572" y="761"/>
                  </a:lnTo>
                  <a:lnTo>
                    <a:pt x="4572" y="6096"/>
                  </a:lnTo>
                  <a:lnTo>
                    <a:pt x="3048" y="6096"/>
                  </a:lnTo>
                  <a:lnTo>
                    <a:pt x="2286" y="3810"/>
                  </a:lnTo>
                  <a:lnTo>
                    <a:pt x="2286" y="3048"/>
                  </a:lnTo>
                  <a:lnTo>
                    <a:pt x="0" y="3048"/>
                  </a:lnTo>
                  <a:lnTo>
                    <a:pt x="762" y="762"/>
                  </a:lnTo>
                  <a:lnTo>
                    <a:pt x="2286" y="762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6" name="object 956"/>
            <p:cNvSpPr/>
            <p:nvPr/>
          </p:nvSpPr>
          <p:spPr>
            <a:xfrm>
              <a:off x="4035551" y="1552193"/>
              <a:ext cx="8890" cy="3175"/>
            </a:xfrm>
            <a:custGeom>
              <a:avLst/>
              <a:gdLst/>
              <a:ahLst/>
              <a:cxnLst/>
              <a:rect l="l" t="t" r="r" b="b"/>
              <a:pathLst>
                <a:path w="8889" h="3175">
                  <a:moveTo>
                    <a:pt x="8382" y="761"/>
                  </a:moveTo>
                  <a:lnTo>
                    <a:pt x="8382" y="0"/>
                  </a:lnTo>
                  <a:lnTo>
                    <a:pt x="3810" y="0"/>
                  </a:lnTo>
                  <a:lnTo>
                    <a:pt x="2286" y="762"/>
                  </a:lnTo>
                  <a:lnTo>
                    <a:pt x="0" y="762"/>
                  </a:lnTo>
                  <a:lnTo>
                    <a:pt x="1524" y="3048"/>
                  </a:lnTo>
                  <a:lnTo>
                    <a:pt x="3810" y="3048"/>
                  </a:lnTo>
                  <a:lnTo>
                    <a:pt x="6096" y="761"/>
                  </a:lnTo>
                  <a:lnTo>
                    <a:pt x="8382" y="761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7" name="object 957"/>
            <p:cNvSpPr/>
            <p:nvPr/>
          </p:nvSpPr>
          <p:spPr>
            <a:xfrm>
              <a:off x="4035551" y="1552193"/>
              <a:ext cx="8890" cy="3175"/>
            </a:xfrm>
            <a:custGeom>
              <a:avLst/>
              <a:gdLst/>
              <a:ahLst/>
              <a:cxnLst/>
              <a:rect l="l" t="t" r="r" b="b"/>
              <a:pathLst>
                <a:path w="8889" h="3175">
                  <a:moveTo>
                    <a:pt x="3810" y="0"/>
                  </a:moveTo>
                  <a:lnTo>
                    <a:pt x="8382" y="0"/>
                  </a:lnTo>
                  <a:lnTo>
                    <a:pt x="8382" y="761"/>
                  </a:lnTo>
                  <a:lnTo>
                    <a:pt x="6096" y="761"/>
                  </a:lnTo>
                  <a:lnTo>
                    <a:pt x="3810" y="3048"/>
                  </a:lnTo>
                  <a:lnTo>
                    <a:pt x="1524" y="3048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381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8" name="object 958"/>
            <p:cNvSpPr/>
            <p:nvPr/>
          </p:nvSpPr>
          <p:spPr>
            <a:xfrm>
              <a:off x="4041647" y="1539239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79" h="6350">
                  <a:moveTo>
                    <a:pt x="4572" y="3810"/>
                  </a:moveTo>
                  <a:lnTo>
                    <a:pt x="4572" y="2285"/>
                  </a:lnTo>
                  <a:lnTo>
                    <a:pt x="3048" y="1523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762" y="3810"/>
                  </a:lnTo>
                  <a:lnTo>
                    <a:pt x="762" y="4572"/>
                  </a:lnTo>
                  <a:lnTo>
                    <a:pt x="3048" y="4572"/>
                  </a:lnTo>
                  <a:lnTo>
                    <a:pt x="4572" y="3810"/>
                  </a:lnTo>
                  <a:close/>
                </a:path>
                <a:path w="5079" h="6350">
                  <a:moveTo>
                    <a:pt x="762" y="6096"/>
                  </a:moveTo>
                  <a:lnTo>
                    <a:pt x="762" y="3810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762" y="6096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9" name="object 959"/>
            <p:cNvSpPr/>
            <p:nvPr/>
          </p:nvSpPr>
          <p:spPr>
            <a:xfrm>
              <a:off x="4041647" y="1539239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79" h="6350">
                  <a:moveTo>
                    <a:pt x="762" y="0"/>
                  </a:moveTo>
                  <a:lnTo>
                    <a:pt x="3048" y="1523"/>
                  </a:lnTo>
                  <a:lnTo>
                    <a:pt x="4572" y="2285"/>
                  </a:lnTo>
                  <a:lnTo>
                    <a:pt x="4572" y="3810"/>
                  </a:lnTo>
                  <a:lnTo>
                    <a:pt x="3048" y="4572"/>
                  </a:lnTo>
                  <a:lnTo>
                    <a:pt x="762" y="4572"/>
                  </a:lnTo>
                  <a:lnTo>
                    <a:pt x="762" y="6096"/>
                  </a:lnTo>
                  <a:lnTo>
                    <a:pt x="0" y="6096"/>
                  </a:lnTo>
                  <a:lnTo>
                    <a:pt x="0" y="4572"/>
                  </a:lnTo>
                  <a:lnTo>
                    <a:pt x="762" y="3810"/>
                  </a:lnTo>
                  <a:lnTo>
                    <a:pt x="0" y="2286"/>
                  </a:lnTo>
                  <a:lnTo>
                    <a:pt x="0" y="1524"/>
                  </a:lnTo>
                  <a:lnTo>
                    <a:pt x="762" y="0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0" name="object 960"/>
            <p:cNvSpPr/>
            <p:nvPr/>
          </p:nvSpPr>
          <p:spPr>
            <a:xfrm>
              <a:off x="4046981" y="1540763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3048" y="4572"/>
                  </a:moveTo>
                  <a:lnTo>
                    <a:pt x="3048" y="3048"/>
                  </a:lnTo>
                  <a:lnTo>
                    <a:pt x="2286" y="2286"/>
                  </a:lnTo>
                  <a:lnTo>
                    <a:pt x="2286" y="762"/>
                  </a:lnTo>
                  <a:lnTo>
                    <a:pt x="1524" y="0"/>
                  </a:lnTo>
                  <a:lnTo>
                    <a:pt x="0" y="762"/>
                  </a:lnTo>
                  <a:lnTo>
                    <a:pt x="0" y="2286"/>
                  </a:lnTo>
                  <a:lnTo>
                    <a:pt x="1524" y="3048"/>
                  </a:lnTo>
                  <a:lnTo>
                    <a:pt x="1524" y="4572"/>
                  </a:lnTo>
                  <a:lnTo>
                    <a:pt x="0" y="4572"/>
                  </a:lnTo>
                  <a:lnTo>
                    <a:pt x="0" y="5334"/>
                  </a:lnTo>
                  <a:lnTo>
                    <a:pt x="1524" y="5334"/>
                  </a:lnTo>
                  <a:lnTo>
                    <a:pt x="2286" y="4572"/>
                  </a:lnTo>
                  <a:lnTo>
                    <a:pt x="3048" y="457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1" name="object 961"/>
            <p:cNvSpPr/>
            <p:nvPr/>
          </p:nvSpPr>
          <p:spPr>
            <a:xfrm>
              <a:off x="4046981" y="1540763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2286" y="2286"/>
                  </a:moveTo>
                  <a:lnTo>
                    <a:pt x="3048" y="3048"/>
                  </a:lnTo>
                  <a:lnTo>
                    <a:pt x="3048" y="4572"/>
                  </a:lnTo>
                  <a:lnTo>
                    <a:pt x="2286" y="4572"/>
                  </a:lnTo>
                  <a:lnTo>
                    <a:pt x="1524" y="5334"/>
                  </a:lnTo>
                  <a:lnTo>
                    <a:pt x="0" y="5334"/>
                  </a:lnTo>
                  <a:lnTo>
                    <a:pt x="0" y="4572"/>
                  </a:lnTo>
                  <a:lnTo>
                    <a:pt x="1524" y="4572"/>
                  </a:lnTo>
                  <a:lnTo>
                    <a:pt x="1524" y="3048"/>
                  </a:lnTo>
                  <a:lnTo>
                    <a:pt x="0" y="2286"/>
                  </a:lnTo>
                  <a:lnTo>
                    <a:pt x="0" y="762"/>
                  </a:lnTo>
                  <a:lnTo>
                    <a:pt x="1524" y="0"/>
                  </a:lnTo>
                  <a:lnTo>
                    <a:pt x="2286" y="762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2" name="object 962"/>
            <p:cNvSpPr/>
            <p:nvPr/>
          </p:nvSpPr>
          <p:spPr>
            <a:xfrm>
              <a:off x="4041647" y="1560575"/>
              <a:ext cx="5715" cy="6985"/>
            </a:xfrm>
            <a:custGeom>
              <a:avLst/>
              <a:gdLst/>
              <a:ahLst/>
              <a:cxnLst/>
              <a:rect l="l" t="t" r="r" b="b"/>
              <a:pathLst>
                <a:path w="5714" h="6984">
                  <a:moveTo>
                    <a:pt x="5334" y="1524"/>
                  </a:moveTo>
                  <a:lnTo>
                    <a:pt x="5334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762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6858"/>
                  </a:lnTo>
                  <a:lnTo>
                    <a:pt x="3048" y="4572"/>
                  </a:lnTo>
                  <a:lnTo>
                    <a:pt x="3048" y="3810"/>
                  </a:lnTo>
                  <a:lnTo>
                    <a:pt x="4572" y="2286"/>
                  </a:lnTo>
                  <a:lnTo>
                    <a:pt x="5334" y="152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3" name="object 963"/>
            <p:cNvSpPr/>
            <p:nvPr/>
          </p:nvSpPr>
          <p:spPr>
            <a:xfrm>
              <a:off x="4041647" y="1560575"/>
              <a:ext cx="5715" cy="6985"/>
            </a:xfrm>
            <a:custGeom>
              <a:avLst/>
              <a:gdLst/>
              <a:ahLst/>
              <a:cxnLst/>
              <a:rect l="l" t="t" r="r" b="b"/>
              <a:pathLst>
                <a:path w="5714" h="6984">
                  <a:moveTo>
                    <a:pt x="4572" y="2286"/>
                  </a:moveTo>
                  <a:lnTo>
                    <a:pt x="3048" y="3810"/>
                  </a:lnTo>
                  <a:lnTo>
                    <a:pt x="3048" y="4572"/>
                  </a:lnTo>
                  <a:lnTo>
                    <a:pt x="762" y="6858"/>
                  </a:lnTo>
                  <a:lnTo>
                    <a:pt x="762" y="2286"/>
                  </a:lnTo>
                  <a:lnTo>
                    <a:pt x="0" y="2286"/>
                  </a:lnTo>
                  <a:lnTo>
                    <a:pt x="762" y="1524"/>
                  </a:lnTo>
                  <a:lnTo>
                    <a:pt x="3048" y="1524"/>
                  </a:lnTo>
                  <a:lnTo>
                    <a:pt x="4572" y="0"/>
                  </a:lnTo>
                  <a:lnTo>
                    <a:pt x="5334" y="0"/>
                  </a:lnTo>
                  <a:lnTo>
                    <a:pt x="5334" y="1524"/>
                  </a:lnTo>
                  <a:lnTo>
                    <a:pt x="4572" y="2286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4" name="object 964"/>
            <p:cNvSpPr/>
            <p:nvPr/>
          </p:nvSpPr>
          <p:spPr>
            <a:xfrm>
              <a:off x="4044683" y="1550669"/>
              <a:ext cx="7620" cy="25400"/>
            </a:xfrm>
            <a:custGeom>
              <a:avLst/>
              <a:gdLst/>
              <a:ahLst/>
              <a:cxnLst/>
              <a:rect l="l" t="t" r="r" b="b"/>
              <a:pathLst>
                <a:path w="7620" h="25400">
                  <a:moveTo>
                    <a:pt x="4572" y="0"/>
                  </a:moveTo>
                  <a:lnTo>
                    <a:pt x="3810" y="1524"/>
                  </a:lnTo>
                  <a:lnTo>
                    <a:pt x="1524" y="1524"/>
                  </a:lnTo>
                  <a:lnTo>
                    <a:pt x="0" y="2286"/>
                  </a:lnTo>
                  <a:lnTo>
                    <a:pt x="0" y="4572"/>
                  </a:lnTo>
                  <a:lnTo>
                    <a:pt x="2286" y="4572"/>
                  </a:lnTo>
                  <a:lnTo>
                    <a:pt x="3810" y="2286"/>
                  </a:lnTo>
                  <a:lnTo>
                    <a:pt x="4572" y="1524"/>
                  </a:lnTo>
                  <a:lnTo>
                    <a:pt x="4572" y="0"/>
                  </a:lnTo>
                  <a:close/>
                </a:path>
                <a:path w="7620" h="25400">
                  <a:moveTo>
                    <a:pt x="7620" y="23634"/>
                  </a:moveTo>
                  <a:lnTo>
                    <a:pt x="5334" y="21348"/>
                  </a:lnTo>
                  <a:lnTo>
                    <a:pt x="5334" y="19062"/>
                  </a:lnTo>
                  <a:lnTo>
                    <a:pt x="4572" y="19062"/>
                  </a:lnTo>
                  <a:lnTo>
                    <a:pt x="3810" y="20586"/>
                  </a:lnTo>
                  <a:lnTo>
                    <a:pt x="2286" y="21348"/>
                  </a:lnTo>
                  <a:lnTo>
                    <a:pt x="1524" y="21348"/>
                  </a:lnTo>
                  <a:lnTo>
                    <a:pt x="1524" y="23634"/>
                  </a:lnTo>
                  <a:lnTo>
                    <a:pt x="4572" y="23634"/>
                  </a:lnTo>
                  <a:lnTo>
                    <a:pt x="5334" y="25158"/>
                  </a:lnTo>
                  <a:lnTo>
                    <a:pt x="7620" y="2363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5" name="object 965"/>
            <p:cNvSpPr/>
            <p:nvPr/>
          </p:nvSpPr>
          <p:spPr>
            <a:xfrm>
              <a:off x="4044695" y="1550669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2286"/>
                  </a:moveTo>
                  <a:lnTo>
                    <a:pt x="1524" y="1524"/>
                  </a:lnTo>
                  <a:lnTo>
                    <a:pt x="3810" y="1524"/>
                  </a:lnTo>
                  <a:lnTo>
                    <a:pt x="4572" y="0"/>
                  </a:lnTo>
                  <a:lnTo>
                    <a:pt x="4572" y="1524"/>
                  </a:lnTo>
                  <a:lnTo>
                    <a:pt x="3810" y="2286"/>
                  </a:lnTo>
                  <a:lnTo>
                    <a:pt x="2286" y="4572"/>
                  </a:lnTo>
                  <a:lnTo>
                    <a:pt x="0" y="4572"/>
                  </a:lnTo>
                  <a:lnTo>
                    <a:pt x="0" y="2286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6" name="object 966"/>
            <p:cNvSpPr/>
            <p:nvPr/>
          </p:nvSpPr>
          <p:spPr>
            <a:xfrm>
              <a:off x="4043933" y="1545335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762"/>
                  </a:moveTo>
                  <a:lnTo>
                    <a:pt x="2286" y="0"/>
                  </a:lnTo>
                  <a:lnTo>
                    <a:pt x="762" y="0"/>
                  </a:lnTo>
                  <a:lnTo>
                    <a:pt x="0" y="762"/>
                  </a:lnTo>
                  <a:lnTo>
                    <a:pt x="2286" y="76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7" name="object 967"/>
            <p:cNvSpPr/>
            <p:nvPr/>
          </p:nvSpPr>
          <p:spPr>
            <a:xfrm>
              <a:off x="4043933" y="1545335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0"/>
                  </a:moveTo>
                  <a:lnTo>
                    <a:pt x="2286" y="762"/>
                  </a:lnTo>
                  <a:lnTo>
                    <a:pt x="0" y="762"/>
                  </a:lnTo>
                  <a:lnTo>
                    <a:pt x="762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8" name="object 968"/>
            <p:cNvSpPr/>
            <p:nvPr/>
          </p:nvSpPr>
          <p:spPr>
            <a:xfrm>
              <a:off x="4035551" y="155524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810" y="2286"/>
                  </a:moveTo>
                  <a:lnTo>
                    <a:pt x="3810" y="762"/>
                  </a:lnTo>
                  <a:lnTo>
                    <a:pt x="2286" y="762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2286" y="3048"/>
                  </a:lnTo>
                  <a:lnTo>
                    <a:pt x="3810" y="2286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9" name="object 969"/>
            <p:cNvSpPr/>
            <p:nvPr/>
          </p:nvSpPr>
          <p:spPr>
            <a:xfrm>
              <a:off x="4035551" y="155524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2286" y="762"/>
                  </a:moveTo>
                  <a:lnTo>
                    <a:pt x="3810" y="762"/>
                  </a:lnTo>
                  <a:lnTo>
                    <a:pt x="3810" y="2286"/>
                  </a:lnTo>
                  <a:lnTo>
                    <a:pt x="2286" y="3048"/>
                  </a:lnTo>
                  <a:lnTo>
                    <a:pt x="0" y="3048"/>
                  </a:lnTo>
                  <a:lnTo>
                    <a:pt x="0" y="0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0" name="object 97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83354" y="1569339"/>
              <a:ext cx="201167" cy="129539"/>
            </a:xfrm>
            <a:prstGeom prst="rect">
              <a:avLst/>
            </a:prstGeom>
          </p:spPr>
        </p:pic>
      </p:grpSp>
      <p:sp>
        <p:nvSpPr>
          <p:cNvPr id="971" name="object 971"/>
          <p:cNvSpPr txBox="1"/>
          <p:nvPr/>
        </p:nvSpPr>
        <p:spPr>
          <a:xfrm>
            <a:off x="4060952" y="1472744"/>
            <a:ext cx="109220" cy="48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>
                <a:latin typeface="Arial MT"/>
                <a:cs typeface="Arial MT"/>
              </a:rPr>
              <a:t>AMDPCS</a:t>
            </a:r>
            <a:endParaRPr sz="150">
              <a:latin typeface="Arial MT"/>
              <a:cs typeface="Arial MT"/>
            </a:endParaRPr>
          </a:p>
        </p:txBody>
      </p:sp>
      <p:pic>
        <p:nvPicPr>
          <p:cNvPr id="972" name="object 97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820030" y="1494282"/>
            <a:ext cx="150114" cy="126873"/>
          </a:xfrm>
          <a:prstGeom prst="rect">
            <a:avLst/>
          </a:prstGeom>
        </p:spPr>
      </p:pic>
      <p:sp>
        <p:nvSpPr>
          <p:cNvPr id="973" name="object 973"/>
          <p:cNvSpPr txBox="1"/>
          <p:nvPr/>
        </p:nvSpPr>
        <p:spPr>
          <a:xfrm>
            <a:off x="4828285" y="1629715"/>
            <a:ext cx="121285" cy="48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>
                <a:latin typeface="Arial MT"/>
                <a:cs typeface="Arial MT"/>
              </a:rPr>
              <a:t>Patriot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ICC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974" name="object 974"/>
          <p:cNvGrpSpPr/>
          <p:nvPr/>
        </p:nvGrpSpPr>
        <p:grpSpPr>
          <a:xfrm>
            <a:off x="2724150" y="1189482"/>
            <a:ext cx="2296160" cy="1533525"/>
            <a:chOff x="2724150" y="1189482"/>
            <a:chExt cx="2296160" cy="1533525"/>
          </a:xfrm>
        </p:grpSpPr>
        <p:sp>
          <p:nvSpPr>
            <p:cNvPr id="975" name="object 975"/>
            <p:cNvSpPr/>
            <p:nvPr/>
          </p:nvSpPr>
          <p:spPr>
            <a:xfrm>
              <a:off x="4719066" y="1404366"/>
              <a:ext cx="8890" cy="17145"/>
            </a:xfrm>
            <a:custGeom>
              <a:avLst/>
              <a:gdLst/>
              <a:ahLst/>
              <a:cxnLst/>
              <a:rect l="l" t="t" r="r" b="b"/>
              <a:pathLst>
                <a:path w="8889" h="17144">
                  <a:moveTo>
                    <a:pt x="8382" y="16763"/>
                  </a:moveTo>
                  <a:lnTo>
                    <a:pt x="8382" y="0"/>
                  </a:lnTo>
                  <a:lnTo>
                    <a:pt x="0" y="0"/>
                  </a:lnTo>
                  <a:lnTo>
                    <a:pt x="0" y="16763"/>
                  </a:lnTo>
                  <a:lnTo>
                    <a:pt x="8382" y="167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6" name="object 976"/>
            <p:cNvSpPr/>
            <p:nvPr/>
          </p:nvSpPr>
          <p:spPr>
            <a:xfrm>
              <a:off x="4719066" y="1404366"/>
              <a:ext cx="8890" cy="17145"/>
            </a:xfrm>
            <a:custGeom>
              <a:avLst/>
              <a:gdLst/>
              <a:ahLst/>
              <a:cxnLst/>
              <a:rect l="l" t="t" r="r" b="b"/>
              <a:pathLst>
                <a:path w="8889" h="17144">
                  <a:moveTo>
                    <a:pt x="0" y="16763"/>
                  </a:moveTo>
                  <a:lnTo>
                    <a:pt x="0" y="0"/>
                  </a:lnTo>
                  <a:lnTo>
                    <a:pt x="8382" y="0"/>
                  </a:lnTo>
                  <a:lnTo>
                    <a:pt x="8382" y="16763"/>
                  </a:lnTo>
                  <a:lnTo>
                    <a:pt x="0" y="16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7" name="object 977"/>
            <p:cNvSpPr/>
            <p:nvPr/>
          </p:nvSpPr>
          <p:spPr>
            <a:xfrm>
              <a:off x="4719066" y="1402842"/>
              <a:ext cx="10795" cy="18415"/>
            </a:xfrm>
            <a:custGeom>
              <a:avLst/>
              <a:gdLst/>
              <a:ahLst/>
              <a:cxnLst/>
              <a:rect l="l" t="t" r="r" b="b"/>
              <a:pathLst>
                <a:path w="10795" h="18415">
                  <a:moveTo>
                    <a:pt x="10668" y="13716"/>
                  </a:moveTo>
                  <a:lnTo>
                    <a:pt x="10668" y="0"/>
                  </a:lnTo>
                  <a:lnTo>
                    <a:pt x="2286" y="762"/>
                  </a:lnTo>
                  <a:lnTo>
                    <a:pt x="0" y="1524"/>
                  </a:lnTo>
                  <a:lnTo>
                    <a:pt x="8382" y="1524"/>
                  </a:lnTo>
                  <a:lnTo>
                    <a:pt x="8382" y="18288"/>
                  </a:lnTo>
                  <a:lnTo>
                    <a:pt x="10668" y="137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8" name="object 978"/>
            <p:cNvSpPr/>
            <p:nvPr/>
          </p:nvSpPr>
          <p:spPr>
            <a:xfrm>
              <a:off x="4719066" y="1402842"/>
              <a:ext cx="10795" cy="18415"/>
            </a:xfrm>
            <a:custGeom>
              <a:avLst/>
              <a:gdLst/>
              <a:ahLst/>
              <a:cxnLst/>
              <a:rect l="l" t="t" r="r" b="b"/>
              <a:pathLst>
                <a:path w="10795" h="18415">
                  <a:moveTo>
                    <a:pt x="0" y="1524"/>
                  </a:moveTo>
                  <a:lnTo>
                    <a:pt x="2286" y="762"/>
                  </a:lnTo>
                  <a:lnTo>
                    <a:pt x="10668" y="0"/>
                  </a:lnTo>
                  <a:lnTo>
                    <a:pt x="10668" y="13716"/>
                  </a:lnTo>
                  <a:lnTo>
                    <a:pt x="8382" y="18288"/>
                  </a:lnTo>
                  <a:lnTo>
                    <a:pt x="8382" y="1524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9" name="object 97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721351" y="1414271"/>
              <a:ext cx="3048" cy="4572"/>
            </a:xfrm>
            <a:prstGeom prst="rect">
              <a:avLst/>
            </a:prstGeom>
          </p:spPr>
        </p:pic>
        <p:sp>
          <p:nvSpPr>
            <p:cNvPr id="980" name="object 980"/>
            <p:cNvSpPr/>
            <p:nvPr/>
          </p:nvSpPr>
          <p:spPr>
            <a:xfrm>
              <a:off x="4721351" y="1414271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80">
                  <a:moveTo>
                    <a:pt x="3048" y="2286"/>
                  </a:moveTo>
                  <a:lnTo>
                    <a:pt x="3048" y="1524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762" y="4572"/>
                  </a:lnTo>
                  <a:lnTo>
                    <a:pt x="1524" y="4572"/>
                  </a:lnTo>
                  <a:lnTo>
                    <a:pt x="2286" y="4572"/>
                  </a:lnTo>
                  <a:lnTo>
                    <a:pt x="3048" y="3048"/>
                  </a:lnTo>
                  <a:lnTo>
                    <a:pt x="3048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1" name="object 981"/>
            <p:cNvSpPr/>
            <p:nvPr/>
          </p:nvSpPr>
          <p:spPr>
            <a:xfrm>
              <a:off x="4725161" y="1401317"/>
              <a:ext cx="6350" cy="5715"/>
            </a:xfrm>
            <a:custGeom>
              <a:avLst/>
              <a:gdLst/>
              <a:ahLst/>
              <a:cxnLst/>
              <a:rect l="l" t="t" r="r" b="b"/>
              <a:pathLst>
                <a:path w="6350" h="5715">
                  <a:moveTo>
                    <a:pt x="0" y="5334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2" name="object 9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720589" y="1408938"/>
              <a:ext cx="5334" cy="1524"/>
            </a:xfrm>
            <a:prstGeom prst="rect">
              <a:avLst/>
            </a:prstGeom>
          </p:spPr>
        </p:pic>
        <p:pic>
          <p:nvPicPr>
            <p:cNvPr id="983" name="object 98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724150" y="1189482"/>
              <a:ext cx="2295905" cy="1533144"/>
            </a:xfrm>
            <a:prstGeom prst="rect">
              <a:avLst/>
            </a:prstGeom>
          </p:spPr>
        </p:pic>
      </p:grpSp>
      <p:sp>
        <p:nvSpPr>
          <p:cNvPr id="984" name="object 984"/>
          <p:cNvSpPr txBox="1"/>
          <p:nvPr/>
        </p:nvSpPr>
        <p:spPr>
          <a:xfrm>
            <a:off x="4774184" y="1295175"/>
            <a:ext cx="85090" cy="3937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25">
                <a:solidFill>
                  <a:srgbClr val="FFFFFF"/>
                </a:solidFill>
                <a:latin typeface="Arial MT"/>
                <a:cs typeface="Arial MT"/>
              </a:rPr>
              <a:t>MCE</a:t>
            </a:r>
            <a:r>
              <a:rPr dirty="0" sz="1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" spc="20">
                <a:solidFill>
                  <a:srgbClr val="FFFFFF"/>
                </a:solidFill>
                <a:latin typeface="Arial MT"/>
                <a:cs typeface="Arial MT"/>
              </a:rPr>
              <a:t>(CRC)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985" name="object 985"/>
          <p:cNvSpPr txBox="1"/>
          <p:nvPr/>
        </p:nvSpPr>
        <p:spPr>
          <a:xfrm>
            <a:off x="4295647" y="1297873"/>
            <a:ext cx="112395" cy="53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" spc="25">
                <a:latin typeface="Arial MT"/>
                <a:cs typeface="Arial MT"/>
              </a:rPr>
              <a:t>AWACS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986" name="object 986"/>
          <p:cNvSpPr txBox="1"/>
          <p:nvPr/>
        </p:nvSpPr>
        <p:spPr>
          <a:xfrm>
            <a:off x="4679696" y="1218626"/>
            <a:ext cx="151765" cy="53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" spc="25">
                <a:latin typeface="Arial MT"/>
                <a:cs typeface="Arial MT"/>
              </a:rPr>
              <a:t>MCE</a:t>
            </a:r>
            <a:r>
              <a:rPr dirty="0" sz="150" spc="10">
                <a:latin typeface="Arial MT"/>
                <a:cs typeface="Arial MT"/>
              </a:rPr>
              <a:t> </a:t>
            </a:r>
            <a:r>
              <a:rPr dirty="0" sz="150" spc="20">
                <a:latin typeface="Arial MT"/>
                <a:cs typeface="Arial MT"/>
              </a:rPr>
              <a:t>(CRC)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987" name="object 987"/>
          <p:cNvSpPr txBox="1"/>
          <p:nvPr/>
        </p:nvSpPr>
        <p:spPr>
          <a:xfrm>
            <a:off x="4654550" y="1286031"/>
            <a:ext cx="85090" cy="3937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25">
                <a:solidFill>
                  <a:srgbClr val="FFFFFF"/>
                </a:solidFill>
                <a:latin typeface="Arial MT"/>
                <a:cs typeface="Arial MT"/>
              </a:rPr>
              <a:t>MCE</a:t>
            </a:r>
            <a:r>
              <a:rPr dirty="0" sz="1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" spc="20">
                <a:solidFill>
                  <a:srgbClr val="FFFFFF"/>
                </a:solidFill>
                <a:latin typeface="Arial MT"/>
                <a:cs typeface="Arial MT"/>
              </a:rPr>
              <a:t>(CRC)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988" name="object 988"/>
          <p:cNvSpPr txBox="1"/>
          <p:nvPr/>
        </p:nvSpPr>
        <p:spPr>
          <a:xfrm>
            <a:off x="4686553" y="1587806"/>
            <a:ext cx="95885" cy="48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>
                <a:latin typeface="Arial MT"/>
                <a:cs typeface="Arial MT"/>
              </a:rPr>
              <a:t>LINK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16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989" name="object 989"/>
          <p:cNvSpPr txBox="1"/>
          <p:nvPr/>
        </p:nvSpPr>
        <p:spPr>
          <a:xfrm>
            <a:off x="4241546" y="1619047"/>
            <a:ext cx="95885" cy="48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>
                <a:latin typeface="Arial MT"/>
                <a:cs typeface="Arial MT"/>
              </a:rPr>
              <a:t>LINK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16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990" name="object 990"/>
          <p:cNvSpPr txBox="1"/>
          <p:nvPr/>
        </p:nvSpPr>
        <p:spPr>
          <a:xfrm>
            <a:off x="4678171" y="1455980"/>
            <a:ext cx="95885" cy="48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>
                <a:latin typeface="Arial MT"/>
                <a:cs typeface="Arial MT"/>
              </a:rPr>
              <a:t>LINK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16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991" name="object 991"/>
          <p:cNvSpPr txBox="1"/>
          <p:nvPr/>
        </p:nvSpPr>
        <p:spPr>
          <a:xfrm>
            <a:off x="4271264" y="1423976"/>
            <a:ext cx="95885" cy="48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">
                <a:latin typeface="Arial MT"/>
                <a:cs typeface="Arial MT"/>
              </a:rPr>
              <a:t>LINK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16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992" name="object 992"/>
          <p:cNvGrpSpPr/>
          <p:nvPr/>
        </p:nvGrpSpPr>
        <p:grpSpPr>
          <a:xfrm>
            <a:off x="2754629" y="4729734"/>
            <a:ext cx="1115060" cy="765175"/>
            <a:chOff x="2754629" y="4729734"/>
            <a:chExt cx="1115060" cy="765175"/>
          </a:xfrm>
        </p:grpSpPr>
        <p:sp>
          <p:nvSpPr>
            <p:cNvPr id="993" name="object 993"/>
            <p:cNvSpPr/>
            <p:nvPr/>
          </p:nvSpPr>
          <p:spPr>
            <a:xfrm>
              <a:off x="2754629" y="4729734"/>
              <a:ext cx="1115060" cy="765175"/>
            </a:xfrm>
            <a:custGeom>
              <a:avLst/>
              <a:gdLst/>
              <a:ahLst/>
              <a:cxnLst/>
              <a:rect l="l" t="t" r="r" b="b"/>
              <a:pathLst>
                <a:path w="1115060" h="765175">
                  <a:moveTo>
                    <a:pt x="1114806" y="765048"/>
                  </a:moveTo>
                  <a:lnTo>
                    <a:pt x="1114805" y="0"/>
                  </a:lnTo>
                  <a:lnTo>
                    <a:pt x="0" y="0"/>
                  </a:lnTo>
                  <a:lnTo>
                    <a:pt x="0" y="765048"/>
                  </a:lnTo>
                  <a:lnTo>
                    <a:pt x="1114806" y="765048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4" name="object 994"/>
            <p:cNvSpPr/>
            <p:nvPr/>
          </p:nvSpPr>
          <p:spPr>
            <a:xfrm>
              <a:off x="2822447" y="5267706"/>
              <a:ext cx="158115" cy="203835"/>
            </a:xfrm>
            <a:custGeom>
              <a:avLst/>
              <a:gdLst/>
              <a:ahLst/>
              <a:cxnLst/>
              <a:rect l="l" t="t" r="r" b="b"/>
              <a:pathLst>
                <a:path w="158114" h="203835">
                  <a:moveTo>
                    <a:pt x="157734" y="203453"/>
                  </a:moveTo>
                  <a:lnTo>
                    <a:pt x="157734" y="0"/>
                  </a:lnTo>
                  <a:lnTo>
                    <a:pt x="0" y="0"/>
                  </a:lnTo>
                  <a:lnTo>
                    <a:pt x="0" y="203453"/>
                  </a:lnTo>
                  <a:lnTo>
                    <a:pt x="157734" y="203453"/>
                  </a:lnTo>
                  <a:close/>
                </a:path>
              </a:pathLst>
            </a:custGeom>
            <a:solidFill>
              <a:srgbClr val="80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5" name="object 995"/>
            <p:cNvSpPr/>
            <p:nvPr/>
          </p:nvSpPr>
          <p:spPr>
            <a:xfrm>
              <a:off x="2821685" y="5266944"/>
              <a:ext cx="158750" cy="204470"/>
            </a:xfrm>
            <a:custGeom>
              <a:avLst/>
              <a:gdLst/>
              <a:ahLst/>
              <a:cxnLst/>
              <a:rect l="l" t="t" r="r" b="b"/>
              <a:pathLst>
                <a:path w="158750" h="204470">
                  <a:moveTo>
                    <a:pt x="158496" y="204215"/>
                  </a:moveTo>
                  <a:lnTo>
                    <a:pt x="158496" y="0"/>
                  </a:lnTo>
                  <a:lnTo>
                    <a:pt x="0" y="0"/>
                  </a:lnTo>
                  <a:lnTo>
                    <a:pt x="0" y="204215"/>
                  </a:lnTo>
                  <a:lnTo>
                    <a:pt x="158496" y="204215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6" name="object 996"/>
          <p:cNvSpPr txBox="1"/>
          <p:nvPr/>
        </p:nvSpPr>
        <p:spPr>
          <a:xfrm>
            <a:off x="2810510" y="5254419"/>
            <a:ext cx="8636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&lt;&lt;entity&gt;&gt;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997" name="object 997"/>
          <p:cNvSpPr txBox="1"/>
          <p:nvPr/>
        </p:nvSpPr>
        <p:spPr>
          <a:xfrm>
            <a:off x="2810510" y="5269664"/>
            <a:ext cx="10795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Network Track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998" name="object 998"/>
          <p:cNvGrpSpPr/>
          <p:nvPr/>
        </p:nvGrpSpPr>
        <p:grpSpPr>
          <a:xfrm>
            <a:off x="2822575" y="5308980"/>
            <a:ext cx="157480" cy="67310"/>
            <a:chOff x="2822575" y="5308980"/>
            <a:chExt cx="157480" cy="67310"/>
          </a:xfrm>
        </p:grpSpPr>
        <p:sp>
          <p:nvSpPr>
            <p:cNvPr id="999" name="object 999"/>
            <p:cNvSpPr/>
            <p:nvPr/>
          </p:nvSpPr>
          <p:spPr>
            <a:xfrm>
              <a:off x="2823210" y="5309615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0" y="0"/>
                  </a:moveTo>
                  <a:lnTo>
                    <a:pt x="156210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0" name="object 1000"/>
            <p:cNvSpPr/>
            <p:nvPr/>
          </p:nvSpPr>
          <p:spPr>
            <a:xfrm>
              <a:off x="2823210" y="5375148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 h="0">
                  <a:moveTo>
                    <a:pt x="0" y="0"/>
                  </a:moveTo>
                  <a:lnTo>
                    <a:pt x="156210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1" name="object 1001"/>
          <p:cNvSpPr txBox="1"/>
          <p:nvPr/>
        </p:nvSpPr>
        <p:spPr>
          <a:xfrm>
            <a:off x="2810510" y="5370243"/>
            <a:ext cx="78740" cy="87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receive ()  store ()  update ()  send ()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002" name="object 1002"/>
          <p:cNvGrpSpPr/>
          <p:nvPr/>
        </p:nvGrpSpPr>
        <p:grpSpPr>
          <a:xfrm>
            <a:off x="3296539" y="5025516"/>
            <a:ext cx="166370" cy="193040"/>
            <a:chOff x="3296539" y="5025516"/>
            <a:chExt cx="166370" cy="193040"/>
          </a:xfrm>
        </p:grpSpPr>
        <p:sp>
          <p:nvSpPr>
            <p:cNvPr id="1003" name="object 1003"/>
            <p:cNvSpPr/>
            <p:nvPr/>
          </p:nvSpPr>
          <p:spPr>
            <a:xfrm>
              <a:off x="3297936" y="5026913"/>
              <a:ext cx="163830" cy="190500"/>
            </a:xfrm>
            <a:custGeom>
              <a:avLst/>
              <a:gdLst/>
              <a:ahLst/>
              <a:cxnLst/>
              <a:rect l="l" t="t" r="r" b="b"/>
              <a:pathLst>
                <a:path w="163829" h="190500">
                  <a:moveTo>
                    <a:pt x="163829" y="190500"/>
                  </a:moveTo>
                  <a:lnTo>
                    <a:pt x="163829" y="0"/>
                  </a:lnTo>
                  <a:lnTo>
                    <a:pt x="0" y="0"/>
                  </a:lnTo>
                  <a:lnTo>
                    <a:pt x="0" y="190500"/>
                  </a:lnTo>
                  <a:lnTo>
                    <a:pt x="163829" y="190500"/>
                  </a:lnTo>
                  <a:close/>
                </a:path>
              </a:pathLst>
            </a:custGeom>
            <a:solidFill>
              <a:srgbClr val="80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4" name="object 1004"/>
            <p:cNvSpPr/>
            <p:nvPr/>
          </p:nvSpPr>
          <p:spPr>
            <a:xfrm>
              <a:off x="3297174" y="5026151"/>
              <a:ext cx="165100" cy="191770"/>
            </a:xfrm>
            <a:custGeom>
              <a:avLst/>
              <a:gdLst/>
              <a:ahLst/>
              <a:cxnLst/>
              <a:rect l="l" t="t" r="r" b="b"/>
              <a:pathLst>
                <a:path w="165100" h="191770">
                  <a:moveTo>
                    <a:pt x="164591" y="191262"/>
                  </a:moveTo>
                  <a:lnTo>
                    <a:pt x="164591" y="0"/>
                  </a:lnTo>
                  <a:lnTo>
                    <a:pt x="0" y="0"/>
                  </a:lnTo>
                  <a:lnTo>
                    <a:pt x="0" y="191262"/>
                  </a:lnTo>
                  <a:lnTo>
                    <a:pt x="164591" y="191262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5" name="object 1005"/>
          <p:cNvSpPr txBox="1"/>
          <p:nvPr/>
        </p:nvSpPr>
        <p:spPr>
          <a:xfrm>
            <a:off x="3297935" y="5026914"/>
            <a:ext cx="163830" cy="42545"/>
          </a:xfrm>
          <a:prstGeom prst="rect">
            <a:avLst/>
          </a:prstGeom>
          <a:solidFill>
            <a:srgbClr val="80FF80"/>
          </a:solidFill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&lt;&lt;interface&gt;&gt;</a:t>
            </a:r>
            <a:endParaRPr sz="100">
              <a:latin typeface="Arial MT"/>
              <a:cs typeface="Arial MT"/>
            </a:endParaRPr>
          </a:p>
          <a:p>
            <a:pPr marL="127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Network Interface Module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06" name="object 1006"/>
          <p:cNvSpPr/>
          <p:nvPr/>
        </p:nvSpPr>
        <p:spPr>
          <a:xfrm>
            <a:off x="3299460" y="5069585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544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7" name="object 1007"/>
          <p:cNvSpPr txBox="1"/>
          <p:nvPr/>
        </p:nvSpPr>
        <p:spPr>
          <a:xfrm>
            <a:off x="3297935" y="5064681"/>
            <a:ext cx="163830" cy="56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buffer capacity</a:t>
            </a:r>
            <a:endParaRPr sz="100">
              <a:latin typeface="Arial MT"/>
              <a:cs typeface="Arial MT"/>
            </a:endParaRPr>
          </a:p>
          <a:p>
            <a:pPr marL="127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/msg data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08" name="object 1008"/>
          <p:cNvSpPr/>
          <p:nvPr/>
        </p:nvSpPr>
        <p:spPr>
          <a:xfrm>
            <a:off x="3299460" y="5119878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544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9" name="object 1009"/>
          <p:cNvSpPr txBox="1"/>
          <p:nvPr/>
        </p:nvSpPr>
        <p:spPr>
          <a:xfrm>
            <a:off x="3297935" y="5120259"/>
            <a:ext cx="163830" cy="97155"/>
          </a:xfrm>
          <a:prstGeom prst="rect">
            <a:avLst/>
          </a:prstGeom>
          <a:solidFill>
            <a:srgbClr val="80FF80"/>
          </a:solidFill>
        </p:spPr>
        <p:txBody>
          <a:bodyPr wrap="square" lIns="0" tIns="6985" rIns="0" bIns="0" rtlCol="0" vert="horz">
            <a:spAutoFit/>
          </a:bodyPr>
          <a:lstStyle/>
          <a:p>
            <a:pPr marL="1270" marR="57150">
              <a:lnSpc>
                <a:spcPct val="100000"/>
              </a:lnSpc>
              <a:spcBef>
                <a:spcPts val="55"/>
              </a:spcBef>
            </a:pPr>
            <a:r>
              <a:rPr dirty="0" sz="100">
                <a:latin typeface="Arial MT"/>
                <a:cs typeface="Arial MT"/>
              </a:rPr>
              <a:t>receive msg ()  parse msg ()  route msg data ()  build msg ()  </a:t>
            </a:r>
            <a:r>
              <a:rPr dirty="0" sz="100">
                <a:latin typeface="Arial MT"/>
                <a:cs typeface="Arial MT"/>
              </a:rPr>
              <a:t> send msg ()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010" name="object 1010"/>
          <p:cNvGrpSpPr/>
          <p:nvPr/>
        </p:nvGrpSpPr>
        <p:grpSpPr>
          <a:xfrm>
            <a:off x="3551046" y="5023230"/>
            <a:ext cx="159385" cy="198120"/>
            <a:chOff x="3551046" y="5023230"/>
            <a:chExt cx="159385" cy="198120"/>
          </a:xfrm>
        </p:grpSpPr>
        <p:sp>
          <p:nvSpPr>
            <p:cNvPr id="1011" name="object 1011"/>
            <p:cNvSpPr/>
            <p:nvPr/>
          </p:nvSpPr>
          <p:spPr>
            <a:xfrm>
              <a:off x="3552443" y="5024627"/>
              <a:ext cx="157480" cy="196215"/>
            </a:xfrm>
            <a:custGeom>
              <a:avLst/>
              <a:gdLst/>
              <a:ahLst/>
              <a:cxnLst/>
              <a:rect l="l" t="t" r="r" b="b"/>
              <a:pathLst>
                <a:path w="157479" h="196214">
                  <a:moveTo>
                    <a:pt x="156972" y="195834"/>
                  </a:moveTo>
                  <a:lnTo>
                    <a:pt x="156972" y="0"/>
                  </a:lnTo>
                  <a:lnTo>
                    <a:pt x="0" y="0"/>
                  </a:lnTo>
                  <a:lnTo>
                    <a:pt x="0" y="195834"/>
                  </a:lnTo>
                  <a:lnTo>
                    <a:pt x="156972" y="195834"/>
                  </a:lnTo>
                  <a:close/>
                </a:path>
              </a:pathLst>
            </a:custGeom>
            <a:solidFill>
              <a:srgbClr val="80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2" name="object 1012"/>
            <p:cNvSpPr/>
            <p:nvPr/>
          </p:nvSpPr>
          <p:spPr>
            <a:xfrm>
              <a:off x="3551681" y="5023865"/>
              <a:ext cx="158115" cy="196850"/>
            </a:xfrm>
            <a:custGeom>
              <a:avLst/>
              <a:gdLst/>
              <a:ahLst/>
              <a:cxnLst/>
              <a:rect l="l" t="t" r="r" b="b"/>
              <a:pathLst>
                <a:path w="158114" h="196850">
                  <a:moveTo>
                    <a:pt x="157734" y="196596"/>
                  </a:moveTo>
                  <a:lnTo>
                    <a:pt x="157734" y="0"/>
                  </a:lnTo>
                  <a:lnTo>
                    <a:pt x="0" y="0"/>
                  </a:lnTo>
                  <a:lnTo>
                    <a:pt x="0" y="196596"/>
                  </a:lnTo>
                  <a:lnTo>
                    <a:pt x="157734" y="196596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3" name="object 1013"/>
          <p:cNvSpPr txBox="1"/>
          <p:nvPr/>
        </p:nvSpPr>
        <p:spPr>
          <a:xfrm>
            <a:off x="3552444" y="5024628"/>
            <a:ext cx="157480" cy="26670"/>
          </a:xfrm>
          <a:prstGeom prst="rect">
            <a:avLst/>
          </a:prstGeom>
          <a:solidFill>
            <a:srgbClr val="80FF8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14"/>
              </a:lnSpc>
            </a:pPr>
            <a:r>
              <a:rPr dirty="0" sz="100">
                <a:latin typeface="Arial MT"/>
                <a:cs typeface="Arial MT"/>
              </a:rPr>
              <a:t>Correlation Module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14" name="object 1014"/>
          <p:cNvSpPr/>
          <p:nvPr/>
        </p:nvSpPr>
        <p:spPr>
          <a:xfrm>
            <a:off x="3553205" y="5051298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 h="0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5" name="object 1015"/>
          <p:cNvSpPr txBox="1"/>
          <p:nvPr/>
        </p:nvSpPr>
        <p:spPr>
          <a:xfrm>
            <a:off x="3552444" y="5046393"/>
            <a:ext cx="157480" cy="87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63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algorithm</a:t>
            </a:r>
            <a:endParaRPr sz="100">
              <a:latin typeface="Arial MT"/>
              <a:cs typeface="Arial MT"/>
            </a:endParaRPr>
          </a:p>
          <a:p>
            <a:pPr marL="635" marR="1841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/tracks to be correlated  correlation data  decorrelation data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16" name="object 1016"/>
          <p:cNvSpPr/>
          <p:nvPr/>
        </p:nvSpPr>
        <p:spPr>
          <a:xfrm>
            <a:off x="3553205" y="5132070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 h="0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7" name="object 1017"/>
          <p:cNvSpPr txBox="1"/>
          <p:nvPr/>
        </p:nvSpPr>
        <p:spPr>
          <a:xfrm>
            <a:off x="3552444" y="5127165"/>
            <a:ext cx="157480" cy="87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635" marR="3365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correlate tracks ()  decorrelate tracks ()  retrieve track data ()  send track data ()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018" name="object 1018"/>
          <p:cNvGrpSpPr/>
          <p:nvPr/>
        </p:nvGrpSpPr>
        <p:grpSpPr>
          <a:xfrm>
            <a:off x="3437509" y="4751959"/>
            <a:ext cx="153035" cy="201930"/>
            <a:chOff x="3437509" y="4751959"/>
            <a:chExt cx="153035" cy="201930"/>
          </a:xfrm>
        </p:grpSpPr>
        <p:sp>
          <p:nvSpPr>
            <p:cNvPr id="1019" name="object 1019"/>
            <p:cNvSpPr/>
            <p:nvPr/>
          </p:nvSpPr>
          <p:spPr>
            <a:xfrm>
              <a:off x="3438906" y="4753356"/>
              <a:ext cx="151130" cy="200025"/>
            </a:xfrm>
            <a:custGeom>
              <a:avLst/>
              <a:gdLst/>
              <a:ahLst/>
              <a:cxnLst/>
              <a:rect l="l" t="t" r="r" b="b"/>
              <a:pathLst>
                <a:path w="151129" h="200025">
                  <a:moveTo>
                    <a:pt x="150875" y="199644"/>
                  </a:moveTo>
                  <a:lnTo>
                    <a:pt x="150875" y="0"/>
                  </a:lnTo>
                  <a:lnTo>
                    <a:pt x="0" y="0"/>
                  </a:lnTo>
                  <a:lnTo>
                    <a:pt x="0" y="199644"/>
                  </a:lnTo>
                  <a:lnTo>
                    <a:pt x="150875" y="199644"/>
                  </a:lnTo>
                  <a:close/>
                </a:path>
              </a:pathLst>
            </a:custGeom>
            <a:solidFill>
              <a:srgbClr val="80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0" name="object 1020"/>
            <p:cNvSpPr/>
            <p:nvPr/>
          </p:nvSpPr>
          <p:spPr>
            <a:xfrm>
              <a:off x="3438144" y="4752594"/>
              <a:ext cx="151765" cy="200660"/>
            </a:xfrm>
            <a:custGeom>
              <a:avLst/>
              <a:gdLst/>
              <a:ahLst/>
              <a:cxnLst/>
              <a:rect l="l" t="t" r="r" b="b"/>
              <a:pathLst>
                <a:path w="151764" h="200660">
                  <a:moveTo>
                    <a:pt x="151637" y="200405"/>
                  </a:moveTo>
                  <a:lnTo>
                    <a:pt x="151637" y="0"/>
                  </a:lnTo>
                  <a:lnTo>
                    <a:pt x="0" y="0"/>
                  </a:lnTo>
                  <a:lnTo>
                    <a:pt x="0" y="200405"/>
                  </a:lnTo>
                  <a:lnTo>
                    <a:pt x="151637" y="200405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1" name="object 1021"/>
            <p:cNvSpPr/>
            <p:nvPr/>
          </p:nvSpPr>
          <p:spPr>
            <a:xfrm>
              <a:off x="3439668" y="4780026"/>
              <a:ext cx="149860" cy="0"/>
            </a:xfrm>
            <a:custGeom>
              <a:avLst/>
              <a:gdLst/>
              <a:ahLst/>
              <a:cxnLst/>
              <a:rect l="l" t="t" r="r" b="b"/>
              <a:pathLst>
                <a:path w="149860" h="0">
                  <a:moveTo>
                    <a:pt x="0" y="0"/>
                  </a:moveTo>
                  <a:lnTo>
                    <a:pt x="149352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2" name="object 1022"/>
            <p:cNvSpPr/>
            <p:nvPr/>
          </p:nvSpPr>
          <p:spPr>
            <a:xfrm>
              <a:off x="3439668" y="4845558"/>
              <a:ext cx="149860" cy="0"/>
            </a:xfrm>
            <a:custGeom>
              <a:avLst/>
              <a:gdLst/>
              <a:ahLst/>
              <a:cxnLst/>
              <a:rect l="l" t="t" r="r" b="b"/>
              <a:pathLst>
                <a:path w="149860" h="0">
                  <a:moveTo>
                    <a:pt x="0" y="0"/>
                  </a:moveTo>
                  <a:lnTo>
                    <a:pt x="149352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3" name="object 1023"/>
          <p:cNvSpPr txBox="1"/>
          <p:nvPr/>
        </p:nvSpPr>
        <p:spPr>
          <a:xfrm>
            <a:off x="3438905" y="4753355"/>
            <a:ext cx="151130" cy="200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14"/>
              </a:lnSpc>
            </a:pPr>
            <a:r>
              <a:rPr dirty="0" sz="100">
                <a:latin typeface="Arial MT"/>
                <a:cs typeface="Arial MT"/>
              </a:rPr>
              <a:t>Track Mangement Module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Arial MT"/>
              <a:cs typeface="Arial MT"/>
            </a:endParaRPr>
          </a:p>
          <a:p>
            <a:pPr marL="63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/current tracks</a:t>
            </a:r>
            <a:endParaRPr sz="100">
              <a:latin typeface="Arial MT"/>
              <a:cs typeface="Arial MT"/>
            </a:endParaRPr>
          </a:p>
          <a:p>
            <a:pPr marL="63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/associated track data</a:t>
            </a:r>
            <a:endParaRPr sz="100">
              <a:latin typeface="Arial MT"/>
              <a:cs typeface="Arial MT"/>
            </a:endParaRPr>
          </a:p>
          <a:p>
            <a:pPr marL="635">
              <a:lnSpc>
                <a:spcPct val="100000"/>
              </a:lnSpc>
              <a:spcBef>
                <a:spcPts val="5"/>
              </a:spcBef>
            </a:pPr>
            <a:r>
              <a:rPr dirty="0" sz="100">
                <a:latin typeface="Arial MT"/>
                <a:cs typeface="Arial MT"/>
              </a:rPr>
              <a:t>/CID data</a:t>
            </a:r>
            <a:endParaRPr sz="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Arial MT"/>
              <a:cs typeface="Arial MT"/>
            </a:endParaRPr>
          </a:p>
          <a:p>
            <a:pPr marL="635" marR="762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assign CID () 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recommend CID ()  retrieve track file data ()  display track file data ()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024" name="object 1024"/>
          <p:cNvGrpSpPr/>
          <p:nvPr/>
        </p:nvGrpSpPr>
        <p:grpSpPr>
          <a:xfrm>
            <a:off x="2956686" y="4990465"/>
            <a:ext cx="155575" cy="177800"/>
            <a:chOff x="2956686" y="4990465"/>
            <a:chExt cx="155575" cy="177800"/>
          </a:xfrm>
        </p:grpSpPr>
        <p:sp>
          <p:nvSpPr>
            <p:cNvPr id="1025" name="object 1025"/>
            <p:cNvSpPr/>
            <p:nvPr/>
          </p:nvSpPr>
          <p:spPr>
            <a:xfrm>
              <a:off x="2958083" y="4991862"/>
              <a:ext cx="153670" cy="175260"/>
            </a:xfrm>
            <a:custGeom>
              <a:avLst/>
              <a:gdLst/>
              <a:ahLst/>
              <a:cxnLst/>
              <a:rect l="l" t="t" r="r" b="b"/>
              <a:pathLst>
                <a:path w="153669" h="175260">
                  <a:moveTo>
                    <a:pt x="153162" y="175260"/>
                  </a:moveTo>
                  <a:lnTo>
                    <a:pt x="153162" y="0"/>
                  </a:lnTo>
                  <a:lnTo>
                    <a:pt x="0" y="0"/>
                  </a:lnTo>
                  <a:lnTo>
                    <a:pt x="0" y="175260"/>
                  </a:lnTo>
                  <a:lnTo>
                    <a:pt x="153162" y="175260"/>
                  </a:lnTo>
                  <a:close/>
                </a:path>
              </a:pathLst>
            </a:custGeom>
            <a:solidFill>
              <a:srgbClr val="80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6" name="object 1026"/>
            <p:cNvSpPr/>
            <p:nvPr/>
          </p:nvSpPr>
          <p:spPr>
            <a:xfrm>
              <a:off x="2957321" y="4991100"/>
              <a:ext cx="154305" cy="176530"/>
            </a:xfrm>
            <a:custGeom>
              <a:avLst/>
              <a:gdLst/>
              <a:ahLst/>
              <a:cxnLst/>
              <a:rect l="l" t="t" r="r" b="b"/>
              <a:pathLst>
                <a:path w="154305" h="176529">
                  <a:moveTo>
                    <a:pt x="153924" y="176022"/>
                  </a:moveTo>
                  <a:lnTo>
                    <a:pt x="153924" y="0"/>
                  </a:lnTo>
                  <a:lnTo>
                    <a:pt x="0" y="0"/>
                  </a:lnTo>
                  <a:lnTo>
                    <a:pt x="0" y="176022"/>
                  </a:lnTo>
                  <a:lnTo>
                    <a:pt x="153924" y="176022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7" name="object 1027"/>
          <p:cNvSpPr txBox="1"/>
          <p:nvPr/>
        </p:nvSpPr>
        <p:spPr>
          <a:xfrm>
            <a:off x="2958083" y="4978575"/>
            <a:ext cx="153670" cy="56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" marR="8318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&lt;&lt;entity&gt;&gt;  Track File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28" name="object 1028"/>
          <p:cNvSpPr/>
          <p:nvPr/>
        </p:nvSpPr>
        <p:spPr>
          <a:xfrm>
            <a:off x="2959607" y="5033771"/>
            <a:ext cx="151130" cy="0"/>
          </a:xfrm>
          <a:custGeom>
            <a:avLst/>
            <a:gdLst/>
            <a:ahLst/>
            <a:cxnLst/>
            <a:rect l="l" t="t" r="r" b="b"/>
            <a:pathLst>
              <a:path w="151130" h="0">
                <a:moveTo>
                  <a:pt x="0" y="0"/>
                </a:moveTo>
                <a:lnTo>
                  <a:pt x="150876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9" name="object 1029"/>
          <p:cNvSpPr txBox="1"/>
          <p:nvPr/>
        </p:nvSpPr>
        <p:spPr>
          <a:xfrm>
            <a:off x="2958083" y="5034153"/>
            <a:ext cx="153670" cy="81280"/>
          </a:xfrm>
          <a:prstGeom prst="rect">
            <a:avLst/>
          </a:prstGeom>
          <a:solidFill>
            <a:srgbClr val="80FF80"/>
          </a:solidFill>
        </p:spPr>
        <p:txBody>
          <a:bodyPr wrap="square" lIns="0" tIns="6985" rIns="0" bIns="0" rtlCol="0" vert="horz">
            <a:spAutoFit/>
          </a:bodyPr>
          <a:lstStyle/>
          <a:p>
            <a:pPr marL="1270" marR="62865">
              <a:lnSpc>
                <a:spcPct val="100000"/>
              </a:lnSpc>
              <a:spcBef>
                <a:spcPts val="55"/>
              </a:spcBef>
            </a:pPr>
            <a:r>
              <a:rPr dirty="0" sz="100">
                <a:latin typeface="Arial MT"/>
                <a:cs typeface="Arial MT"/>
              </a:rPr>
              <a:t>Track Number  </a:t>
            </a:r>
            <a:r>
              <a:rPr dirty="0" sz="100">
                <a:latin typeface="Arial MT"/>
                <a:cs typeface="Arial MT"/>
              </a:rPr>
              <a:t>CID</a:t>
            </a:r>
            <a:endParaRPr sz="100">
              <a:latin typeface="Arial MT"/>
              <a:cs typeface="Arial MT"/>
            </a:endParaRPr>
          </a:p>
          <a:p>
            <a:pPr marL="1270">
              <a:lnSpc>
                <a:spcPct val="100000"/>
              </a:lnSpc>
              <a:spcBef>
                <a:spcPts val="10"/>
              </a:spcBef>
            </a:pPr>
            <a:r>
              <a:rPr dirty="0" sz="100">
                <a:latin typeface="Arial MT"/>
                <a:cs typeface="Arial MT"/>
              </a:rPr>
              <a:t>/State Vector</a:t>
            </a:r>
            <a:endParaRPr sz="100">
              <a:latin typeface="Arial MT"/>
              <a:cs typeface="Arial MT"/>
            </a:endParaRPr>
          </a:p>
          <a:p>
            <a:pPr marL="127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/Date-Time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30" name="object 1030"/>
          <p:cNvSpPr/>
          <p:nvPr/>
        </p:nvSpPr>
        <p:spPr>
          <a:xfrm>
            <a:off x="2959607" y="5115305"/>
            <a:ext cx="151130" cy="0"/>
          </a:xfrm>
          <a:custGeom>
            <a:avLst/>
            <a:gdLst/>
            <a:ahLst/>
            <a:cxnLst/>
            <a:rect l="l" t="t" r="r" b="b"/>
            <a:pathLst>
              <a:path w="151130" h="0">
                <a:moveTo>
                  <a:pt x="0" y="0"/>
                </a:moveTo>
                <a:lnTo>
                  <a:pt x="150876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1" name="object 1031"/>
          <p:cNvSpPr txBox="1"/>
          <p:nvPr/>
        </p:nvSpPr>
        <p:spPr>
          <a:xfrm>
            <a:off x="2958083" y="5115686"/>
            <a:ext cx="153670" cy="51435"/>
          </a:xfrm>
          <a:prstGeom prst="rect">
            <a:avLst/>
          </a:prstGeom>
          <a:solidFill>
            <a:srgbClr val="80FF80"/>
          </a:solidFill>
        </p:spPr>
        <p:txBody>
          <a:bodyPr wrap="square" lIns="0" tIns="6985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55"/>
              </a:spcBef>
            </a:pPr>
            <a:r>
              <a:rPr dirty="0" sz="100">
                <a:latin typeface="Arial MT"/>
                <a:cs typeface="Arial MT"/>
              </a:rPr>
              <a:t>send track data ()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032" name="object 1032"/>
          <p:cNvGrpSpPr/>
          <p:nvPr/>
        </p:nvGrpSpPr>
        <p:grpSpPr>
          <a:xfrm>
            <a:off x="3103752" y="5275453"/>
            <a:ext cx="122555" cy="179070"/>
            <a:chOff x="3103752" y="5275453"/>
            <a:chExt cx="122555" cy="179070"/>
          </a:xfrm>
        </p:grpSpPr>
        <p:sp>
          <p:nvSpPr>
            <p:cNvPr id="1033" name="object 1033"/>
            <p:cNvSpPr/>
            <p:nvPr/>
          </p:nvSpPr>
          <p:spPr>
            <a:xfrm>
              <a:off x="3105149" y="5276850"/>
              <a:ext cx="120650" cy="177165"/>
            </a:xfrm>
            <a:custGeom>
              <a:avLst/>
              <a:gdLst/>
              <a:ahLst/>
              <a:cxnLst/>
              <a:rect l="l" t="t" r="r" b="b"/>
              <a:pathLst>
                <a:path w="120650" h="177164">
                  <a:moveTo>
                    <a:pt x="120396" y="176784"/>
                  </a:moveTo>
                  <a:lnTo>
                    <a:pt x="120396" y="0"/>
                  </a:lnTo>
                  <a:lnTo>
                    <a:pt x="0" y="0"/>
                  </a:lnTo>
                  <a:lnTo>
                    <a:pt x="0" y="176784"/>
                  </a:lnTo>
                  <a:lnTo>
                    <a:pt x="120396" y="176784"/>
                  </a:lnTo>
                  <a:close/>
                </a:path>
              </a:pathLst>
            </a:custGeom>
            <a:solidFill>
              <a:srgbClr val="80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4" name="object 1034"/>
            <p:cNvSpPr/>
            <p:nvPr/>
          </p:nvSpPr>
          <p:spPr>
            <a:xfrm>
              <a:off x="3104387" y="5276088"/>
              <a:ext cx="121285" cy="177800"/>
            </a:xfrm>
            <a:custGeom>
              <a:avLst/>
              <a:gdLst/>
              <a:ahLst/>
              <a:cxnLst/>
              <a:rect l="l" t="t" r="r" b="b"/>
              <a:pathLst>
                <a:path w="121285" h="177800">
                  <a:moveTo>
                    <a:pt x="121158" y="177546"/>
                  </a:moveTo>
                  <a:lnTo>
                    <a:pt x="121158" y="0"/>
                  </a:lnTo>
                  <a:lnTo>
                    <a:pt x="0" y="0"/>
                  </a:lnTo>
                  <a:lnTo>
                    <a:pt x="0" y="177546"/>
                  </a:lnTo>
                  <a:lnTo>
                    <a:pt x="121158" y="177546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5" name="object 1035"/>
          <p:cNvSpPr txBox="1"/>
          <p:nvPr/>
        </p:nvSpPr>
        <p:spPr>
          <a:xfrm>
            <a:off x="3093973" y="5263563"/>
            <a:ext cx="8636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&lt;&lt;entity&gt;&gt;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36" name="object 1036"/>
          <p:cNvSpPr txBox="1"/>
          <p:nvPr/>
        </p:nvSpPr>
        <p:spPr>
          <a:xfrm>
            <a:off x="3093973" y="5278808"/>
            <a:ext cx="9842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BMDS Track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037" name="object 1037"/>
          <p:cNvGrpSpPr/>
          <p:nvPr/>
        </p:nvGrpSpPr>
        <p:grpSpPr>
          <a:xfrm>
            <a:off x="3106038" y="5318125"/>
            <a:ext cx="118745" cy="52069"/>
            <a:chOff x="3106038" y="5318125"/>
            <a:chExt cx="118745" cy="52069"/>
          </a:xfrm>
        </p:grpSpPr>
        <p:sp>
          <p:nvSpPr>
            <p:cNvPr id="1038" name="object 1038"/>
            <p:cNvSpPr/>
            <p:nvPr/>
          </p:nvSpPr>
          <p:spPr>
            <a:xfrm>
              <a:off x="3106673" y="5318760"/>
              <a:ext cx="117475" cy="0"/>
            </a:xfrm>
            <a:custGeom>
              <a:avLst/>
              <a:gdLst/>
              <a:ahLst/>
              <a:cxnLst/>
              <a:rect l="l" t="t" r="r" b="b"/>
              <a:pathLst>
                <a:path w="117475" h="0">
                  <a:moveTo>
                    <a:pt x="0" y="0"/>
                  </a:moveTo>
                  <a:lnTo>
                    <a:pt x="117348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9" name="object 1039"/>
            <p:cNvSpPr/>
            <p:nvPr/>
          </p:nvSpPr>
          <p:spPr>
            <a:xfrm>
              <a:off x="3106673" y="5369051"/>
              <a:ext cx="117475" cy="0"/>
            </a:xfrm>
            <a:custGeom>
              <a:avLst/>
              <a:gdLst/>
              <a:ahLst/>
              <a:cxnLst/>
              <a:rect l="l" t="t" r="r" b="b"/>
              <a:pathLst>
                <a:path w="117475" h="0">
                  <a:moveTo>
                    <a:pt x="0" y="0"/>
                  </a:moveTo>
                  <a:lnTo>
                    <a:pt x="117348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0" name="object 1040"/>
          <p:cNvSpPr txBox="1"/>
          <p:nvPr/>
        </p:nvSpPr>
        <p:spPr>
          <a:xfrm>
            <a:off x="3093973" y="5364147"/>
            <a:ext cx="7302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create ()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41" name="object 1041"/>
          <p:cNvSpPr txBox="1"/>
          <p:nvPr/>
        </p:nvSpPr>
        <p:spPr>
          <a:xfrm>
            <a:off x="3093973" y="5379392"/>
            <a:ext cx="7683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update ()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42" name="object 1042"/>
          <p:cNvSpPr txBox="1"/>
          <p:nvPr/>
        </p:nvSpPr>
        <p:spPr>
          <a:xfrm>
            <a:off x="3093973" y="5394637"/>
            <a:ext cx="7937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destroy ()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43" name="object 1043"/>
          <p:cNvSpPr txBox="1"/>
          <p:nvPr/>
        </p:nvSpPr>
        <p:spPr>
          <a:xfrm>
            <a:off x="3093973" y="5410636"/>
            <a:ext cx="8064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retrieve ()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044" name="object 1044"/>
          <p:cNvGrpSpPr/>
          <p:nvPr/>
        </p:nvGrpSpPr>
        <p:grpSpPr>
          <a:xfrm>
            <a:off x="3788029" y="4807584"/>
            <a:ext cx="54610" cy="90170"/>
            <a:chOff x="3788029" y="4807584"/>
            <a:chExt cx="54610" cy="90170"/>
          </a:xfrm>
        </p:grpSpPr>
        <p:sp>
          <p:nvSpPr>
            <p:cNvPr id="1045" name="object 1045"/>
            <p:cNvSpPr/>
            <p:nvPr/>
          </p:nvSpPr>
          <p:spPr>
            <a:xfrm>
              <a:off x="3804666" y="4808219"/>
              <a:ext cx="20320" cy="21590"/>
            </a:xfrm>
            <a:custGeom>
              <a:avLst/>
              <a:gdLst/>
              <a:ahLst/>
              <a:cxnLst/>
              <a:rect l="l" t="t" r="r" b="b"/>
              <a:pathLst>
                <a:path w="20320" h="21589">
                  <a:moveTo>
                    <a:pt x="19812" y="10668"/>
                  </a:moveTo>
                  <a:lnTo>
                    <a:pt x="19812" y="4572"/>
                  </a:lnTo>
                  <a:lnTo>
                    <a:pt x="15240" y="0"/>
                  </a:lnTo>
                  <a:lnTo>
                    <a:pt x="9906" y="0"/>
                  </a:lnTo>
                  <a:lnTo>
                    <a:pt x="3810" y="0"/>
                  </a:lnTo>
                  <a:lnTo>
                    <a:pt x="0" y="4572"/>
                  </a:lnTo>
                  <a:lnTo>
                    <a:pt x="0" y="10668"/>
                  </a:lnTo>
                  <a:lnTo>
                    <a:pt x="0" y="16002"/>
                  </a:lnTo>
                  <a:lnTo>
                    <a:pt x="3810" y="21336"/>
                  </a:lnTo>
                  <a:lnTo>
                    <a:pt x="9906" y="21336"/>
                  </a:lnTo>
                  <a:lnTo>
                    <a:pt x="15240" y="21336"/>
                  </a:lnTo>
                  <a:lnTo>
                    <a:pt x="19812" y="16002"/>
                  </a:lnTo>
                  <a:lnTo>
                    <a:pt x="19812" y="1066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6" name="object 1046"/>
            <p:cNvSpPr/>
            <p:nvPr/>
          </p:nvSpPr>
          <p:spPr>
            <a:xfrm>
              <a:off x="3814572" y="4830317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79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7" name="object 1047"/>
            <p:cNvSpPr/>
            <p:nvPr/>
          </p:nvSpPr>
          <p:spPr>
            <a:xfrm>
              <a:off x="3788664" y="4841747"/>
              <a:ext cx="53340" cy="0"/>
            </a:xfrm>
            <a:custGeom>
              <a:avLst/>
              <a:gdLst/>
              <a:ahLst/>
              <a:cxnLst/>
              <a:rect l="l" t="t" r="r" b="b"/>
              <a:pathLst>
                <a:path w="53339" h="0">
                  <a:moveTo>
                    <a:pt x="0" y="0"/>
                  </a:moveTo>
                  <a:lnTo>
                    <a:pt x="533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8" name="object 1048"/>
            <p:cNvSpPr/>
            <p:nvPr/>
          </p:nvSpPr>
          <p:spPr>
            <a:xfrm>
              <a:off x="3790188" y="4860797"/>
              <a:ext cx="50800" cy="36195"/>
            </a:xfrm>
            <a:custGeom>
              <a:avLst/>
              <a:gdLst/>
              <a:ahLst/>
              <a:cxnLst/>
              <a:rect l="l" t="t" r="r" b="b"/>
              <a:pathLst>
                <a:path w="50800" h="36195">
                  <a:moveTo>
                    <a:pt x="24384" y="0"/>
                  </a:moveTo>
                  <a:lnTo>
                    <a:pt x="0" y="35814"/>
                  </a:lnTo>
                </a:path>
                <a:path w="50800" h="36195">
                  <a:moveTo>
                    <a:pt x="24384" y="0"/>
                  </a:moveTo>
                  <a:lnTo>
                    <a:pt x="50292" y="358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9" name="object 1049"/>
          <p:cNvSpPr txBox="1"/>
          <p:nvPr/>
        </p:nvSpPr>
        <p:spPr>
          <a:xfrm>
            <a:off x="3792728" y="4762929"/>
            <a:ext cx="4762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HIC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050" name="object 1050"/>
          <p:cNvGrpSpPr/>
          <p:nvPr/>
        </p:nvGrpSpPr>
        <p:grpSpPr>
          <a:xfrm>
            <a:off x="2830194" y="4895215"/>
            <a:ext cx="54610" cy="88265"/>
            <a:chOff x="2830194" y="4895215"/>
            <a:chExt cx="54610" cy="88265"/>
          </a:xfrm>
        </p:grpSpPr>
        <p:sp>
          <p:nvSpPr>
            <p:cNvPr id="1051" name="object 1051"/>
            <p:cNvSpPr/>
            <p:nvPr/>
          </p:nvSpPr>
          <p:spPr>
            <a:xfrm>
              <a:off x="2846831" y="4895850"/>
              <a:ext cx="20320" cy="20955"/>
            </a:xfrm>
            <a:custGeom>
              <a:avLst/>
              <a:gdLst/>
              <a:ahLst/>
              <a:cxnLst/>
              <a:rect l="l" t="t" r="r" b="b"/>
              <a:pathLst>
                <a:path w="20319" h="20954">
                  <a:moveTo>
                    <a:pt x="19812" y="9906"/>
                  </a:moveTo>
                  <a:lnTo>
                    <a:pt x="19812" y="4572"/>
                  </a:lnTo>
                  <a:lnTo>
                    <a:pt x="15240" y="0"/>
                  </a:lnTo>
                  <a:lnTo>
                    <a:pt x="9906" y="0"/>
                  </a:lnTo>
                  <a:lnTo>
                    <a:pt x="3810" y="0"/>
                  </a:lnTo>
                  <a:lnTo>
                    <a:pt x="0" y="4572"/>
                  </a:lnTo>
                  <a:lnTo>
                    <a:pt x="0" y="9906"/>
                  </a:lnTo>
                  <a:lnTo>
                    <a:pt x="0" y="15240"/>
                  </a:lnTo>
                  <a:lnTo>
                    <a:pt x="3810" y="20574"/>
                  </a:lnTo>
                  <a:lnTo>
                    <a:pt x="9906" y="20574"/>
                  </a:lnTo>
                  <a:lnTo>
                    <a:pt x="15240" y="20574"/>
                  </a:lnTo>
                  <a:lnTo>
                    <a:pt x="19812" y="15240"/>
                  </a:lnTo>
                  <a:lnTo>
                    <a:pt x="19812" y="990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2" name="object 1052"/>
            <p:cNvSpPr/>
            <p:nvPr/>
          </p:nvSpPr>
          <p:spPr>
            <a:xfrm>
              <a:off x="2856737" y="4917186"/>
              <a:ext cx="0" cy="29845"/>
            </a:xfrm>
            <a:custGeom>
              <a:avLst/>
              <a:gdLst/>
              <a:ahLst/>
              <a:cxnLst/>
              <a:rect l="l" t="t" r="r" b="b"/>
              <a:pathLst>
                <a:path w="0" h="29845">
                  <a:moveTo>
                    <a:pt x="0" y="0"/>
                  </a:moveTo>
                  <a:lnTo>
                    <a:pt x="0" y="297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3" name="object 1053"/>
            <p:cNvSpPr/>
            <p:nvPr/>
          </p:nvSpPr>
          <p:spPr>
            <a:xfrm>
              <a:off x="2830829" y="4928616"/>
              <a:ext cx="53340" cy="0"/>
            </a:xfrm>
            <a:custGeom>
              <a:avLst/>
              <a:gdLst/>
              <a:ahLst/>
              <a:cxnLst/>
              <a:rect l="l" t="t" r="r" b="b"/>
              <a:pathLst>
                <a:path w="53339" h="0">
                  <a:moveTo>
                    <a:pt x="0" y="0"/>
                  </a:moveTo>
                  <a:lnTo>
                    <a:pt x="533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4" name="object 1054"/>
            <p:cNvSpPr/>
            <p:nvPr/>
          </p:nvSpPr>
          <p:spPr>
            <a:xfrm>
              <a:off x="2832353" y="4946904"/>
              <a:ext cx="50800" cy="36195"/>
            </a:xfrm>
            <a:custGeom>
              <a:avLst/>
              <a:gdLst/>
              <a:ahLst/>
              <a:cxnLst/>
              <a:rect l="l" t="t" r="r" b="b"/>
              <a:pathLst>
                <a:path w="50800" h="36195">
                  <a:moveTo>
                    <a:pt x="24383" y="0"/>
                  </a:moveTo>
                  <a:lnTo>
                    <a:pt x="0" y="35814"/>
                  </a:lnTo>
                </a:path>
                <a:path w="50800" h="36195">
                  <a:moveTo>
                    <a:pt x="24383" y="0"/>
                  </a:moveTo>
                  <a:lnTo>
                    <a:pt x="50291" y="358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5" name="object 1055"/>
          <p:cNvSpPr txBox="1"/>
          <p:nvPr/>
        </p:nvSpPr>
        <p:spPr>
          <a:xfrm>
            <a:off x="2830322" y="4850559"/>
            <a:ext cx="5080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JDN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56" name="object 1056"/>
          <p:cNvSpPr/>
          <p:nvPr/>
        </p:nvSpPr>
        <p:spPr>
          <a:xfrm>
            <a:off x="3051810" y="4829555"/>
            <a:ext cx="386715" cy="161925"/>
          </a:xfrm>
          <a:custGeom>
            <a:avLst/>
            <a:gdLst/>
            <a:ahLst/>
            <a:cxnLst/>
            <a:rect l="l" t="t" r="r" b="b"/>
            <a:pathLst>
              <a:path w="386714" h="161925">
                <a:moveTo>
                  <a:pt x="762" y="161544"/>
                </a:moveTo>
                <a:lnTo>
                  <a:pt x="0" y="0"/>
                </a:lnTo>
                <a:lnTo>
                  <a:pt x="3863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7" name="object 1057"/>
          <p:cNvSpPr txBox="1"/>
          <p:nvPr/>
        </p:nvSpPr>
        <p:spPr>
          <a:xfrm>
            <a:off x="3115310" y="4798743"/>
            <a:ext cx="7810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manages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58" name="object 1058"/>
          <p:cNvSpPr txBox="1"/>
          <p:nvPr/>
        </p:nvSpPr>
        <p:spPr>
          <a:xfrm>
            <a:off x="3048259" y="4954950"/>
            <a:ext cx="4508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0..*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59" name="object 1059"/>
          <p:cNvSpPr txBox="1"/>
          <p:nvPr/>
        </p:nvSpPr>
        <p:spPr>
          <a:xfrm>
            <a:off x="3394205" y="4793401"/>
            <a:ext cx="4508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1..*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60" name="object 1060"/>
          <p:cNvSpPr/>
          <p:nvPr/>
        </p:nvSpPr>
        <p:spPr>
          <a:xfrm>
            <a:off x="3396234" y="4908803"/>
            <a:ext cx="41910" cy="117475"/>
          </a:xfrm>
          <a:custGeom>
            <a:avLst/>
            <a:gdLst/>
            <a:ahLst/>
            <a:cxnLst/>
            <a:rect l="l" t="t" r="r" b="b"/>
            <a:pathLst>
              <a:path w="41910" h="117475">
                <a:moveTo>
                  <a:pt x="0" y="117348"/>
                </a:moveTo>
                <a:lnTo>
                  <a:pt x="0" y="0"/>
                </a:lnTo>
                <a:lnTo>
                  <a:pt x="419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1" name="object 1061"/>
          <p:cNvSpPr txBox="1"/>
          <p:nvPr/>
        </p:nvSpPr>
        <p:spPr>
          <a:xfrm>
            <a:off x="3397256" y="4874943"/>
            <a:ext cx="4508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1..*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62" name="object 1062"/>
          <p:cNvSpPr/>
          <p:nvPr/>
        </p:nvSpPr>
        <p:spPr>
          <a:xfrm>
            <a:off x="3112007" y="5079491"/>
            <a:ext cx="519430" cy="194310"/>
          </a:xfrm>
          <a:custGeom>
            <a:avLst/>
            <a:gdLst/>
            <a:ahLst/>
            <a:cxnLst/>
            <a:rect l="l" t="t" r="r" b="b"/>
            <a:pathLst>
              <a:path w="519429" h="194310">
                <a:moveTo>
                  <a:pt x="0" y="0"/>
                </a:moveTo>
                <a:lnTo>
                  <a:pt x="133350" y="0"/>
                </a:lnTo>
                <a:lnTo>
                  <a:pt x="133350" y="194310"/>
                </a:lnTo>
                <a:lnTo>
                  <a:pt x="518922" y="194310"/>
                </a:lnTo>
                <a:lnTo>
                  <a:pt x="518922" y="14173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3" name="object 1063"/>
          <p:cNvSpPr txBox="1"/>
          <p:nvPr/>
        </p:nvSpPr>
        <p:spPr>
          <a:xfrm>
            <a:off x="3272282" y="5241465"/>
            <a:ext cx="8191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correlates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64" name="object 1064"/>
          <p:cNvSpPr txBox="1"/>
          <p:nvPr/>
        </p:nvSpPr>
        <p:spPr>
          <a:xfrm>
            <a:off x="3106925" y="5045631"/>
            <a:ext cx="4508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0..*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65" name="object 1065"/>
          <p:cNvSpPr txBox="1"/>
          <p:nvPr/>
        </p:nvSpPr>
        <p:spPr>
          <a:xfrm>
            <a:off x="3628898" y="5217837"/>
            <a:ext cx="3302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1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66" name="object 1066"/>
          <p:cNvSpPr/>
          <p:nvPr/>
        </p:nvSpPr>
        <p:spPr>
          <a:xfrm>
            <a:off x="2885694" y="4938521"/>
            <a:ext cx="456565" cy="87630"/>
          </a:xfrm>
          <a:custGeom>
            <a:avLst/>
            <a:gdLst/>
            <a:ahLst/>
            <a:cxnLst/>
            <a:rect l="l" t="t" r="r" b="b"/>
            <a:pathLst>
              <a:path w="456564" h="87629">
                <a:moveTo>
                  <a:pt x="0" y="0"/>
                </a:moveTo>
                <a:lnTo>
                  <a:pt x="456438" y="0"/>
                </a:lnTo>
                <a:lnTo>
                  <a:pt x="456438" y="8762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7" name="object 1067"/>
          <p:cNvSpPr txBox="1"/>
          <p:nvPr/>
        </p:nvSpPr>
        <p:spPr>
          <a:xfrm>
            <a:off x="2897377" y="4904661"/>
            <a:ext cx="13462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communicates with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68" name="object 1068"/>
          <p:cNvSpPr txBox="1"/>
          <p:nvPr/>
        </p:nvSpPr>
        <p:spPr>
          <a:xfrm>
            <a:off x="2888228" y="4928289"/>
            <a:ext cx="3302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1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69" name="object 1069"/>
          <p:cNvSpPr txBox="1"/>
          <p:nvPr/>
        </p:nvSpPr>
        <p:spPr>
          <a:xfrm>
            <a:off x="3290315" y="4958861"/>
            <a:ext cx="222250" cy="698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interface for</a:t>
            </a:r>
            <a:endParaRPr sz="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 baseline="27777" sz="150">
                <a:latin typeface="Arial MT"/>
                <a:cs typeface="Arial MT"/>
              </a:rPr>
              <a:t>1                  </a:t>
            </a:r>
            <a:r>
              <a:rPr dirty="0" baseline="27777" sz="150" spc="22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1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70" name="object 1070"/>
          <p:cNvSpPr/>
          <p:nvPr/>
        </p:nvSpPr>
        <p:spPr>
          <a:xfrm>
            <a:off x="3590544" y="4853178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5" h="0">
                <a:moveTo>
                  <a:pt x="20116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1" name="object 1071"/>
          <p:cNvSpPr txBox="1"/>
          <p:nvPr/>
        </p:nvSpPr>
        <p:spPr>
          <a:xfrm>
            <a:off x="3664711" y="4818555"/>
            <a:ext cx="123189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uses              </a:t>
            </a:r>
            <a:r>
              <a:rPr dirty="0" sz="100" spc="-1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1..*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72" name="object 1072"/>
          <p:cNvSpPr txBox="1"/>
          <p:nvPr/>
        </p:nvSpPr>
        <p:spPr>
          <a:xfrm>
            <a:off x="3589278" y="4845224"/>
            <a:ext cx="4508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1..*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73" name="object 1073"/>
          <p:cNvSpPr/>
          <p:nvPr/>
        </p:nvSpPr>
        <p:spPr>
          <a:xfrm>
            <a:off x="2858261" y="4983479"/>
            <a:ext cx="1270" cy="283845"/>
          </a:xfrm>
          <a:custGeom>
            <a:avLst/>
            <a:gdLst/>
            <a:ahLst/>
            <a:cxnLst/>
            <a:rect l="l" t="t" r="r" b="b"/>
            <a:pathLst>
              <a:path w="1269" h="283845">
                <a:moveTo>
                  <a:pt x="0" y="0"/>
                </a:moveTo>
                <a:lnTo>
                  <a:pt x="762" y="28346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4" name="object 1074"/>
          <p:cNvSpPr txBox="1"/>
          <p:nvPr/>
        </p:nvSpPr>
        <p:spPr>
          <a:xfrm>
            <a:off x="2779267" y="5097447"/>
            <a:ext cx="10287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received from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75" name="object 1075"/>
          <p:cNvSpPr txBox="1"/>
          <p:nvPr/>
        </p:nvSpPr>
        <p:spPr>
          <a:xfrm>
            <a:off x="2862329" y="4981620"/>
            <a:ext cx="33020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1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076" name="object 1076"/>
          <p:cNvSpPr txBox="1"/>
          <p:nvPr/>
        </p:nvSpPr>
        <p:spPr>
          <a:xfrm>
            <a:off x="2860042" y="5225464"/>
            <a:ext cx="45085" cy="41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>
                <a:latin typeface="Arial MT"/>
                <a:cs typeface="Arial MT"/>
              </a:rPr>
              <a:t>0..*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077" name="object 1077"/>
          <p:cNvGrpSpPr/>
          <p:nvPr/>
        </p:nvGrpSpPr>
        <p:grpSpPr>
          <a:xfrm>
            <a:off x="2933064" y="5167248"/>
            <a:ext cx="199390" cy="210185"/>
            <a:chOff x="2933064" y="5167248"/>
            <a:chExt cx="199390" cy="210185"/>
          </a:xfrm>
        </p:grpSpPr>
        <p:sp>
          <p:nvSpPr>
            <p:cNvPr id="1078" name="object 1078"/>
            <p:cNvSpPr/>
            <p:nvPr/>
          </p:nvSpPr>
          <p:spPr>
            <a:xfrm>
              <a:off x="3092196" y="5167883"/>
              <a:ext cx="40005" cy="108585"/>
            </a:xfrm>
            <a:custGeom>
              <a:avLst/>
              <a:gdLst/>
              <a:ahLst/>
              <a:cxnLst/>
              <a:rect l="l" t="t" r="r" b="b"/>
              <a:pathLst>
                <a:path w="40005" h="108585">
                  <a:moveTo>
                    <a:pt x="39624" y="1082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9" name="object 1079"/>
            <p:cNvSpPr/>
            <p:nvPr/>
          </p:nvSpPr>
          <p:spPr>
            <a:xfrm>
              <a:off x="3088385" y="5167883"/>
              <a:ext cx="20320" cy="21590"/>
            </a:xfrm>
            <a:custGeom>
              <a:avLst/>
              <a:gdLst/>
              <a:ahLst/>
              <a:cxnLst/>
              <a:rect l="l" t="t" r="r" b="b"/>
              <a:pathLst>
                <a:path w="20319" h="21589">
                  <a:moveTo>
                    <a:pt x="19812" y="13716"/>
                  </a:moveTo>
                  <a:lnTo>
                    <a:pt x="3810" y="0"/>
                  </a:lnTo>
                  <a:lnTo>
                    <a:pt x="0" y="21336"/>
                  </a:lnTo>
                  <a:lnTo>
                    <a:pt x="19812" y="137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0" name="object 1080"/>
            <p:cNvSpPr/>
            <p:nvPr/>
          </p:nvSpPr>
          <p:spPr>
            <a:xfrm>
              <a:off x="3088385" y="5167883"/>
              <a:ext cx="20320" cy="21590"/>
            </a:xfrm>
            <a:custGeom>
              <a:avLst/>
              <a:gdLst/>
              <a:ahLst/>
              <a:cxnLst/>
              <a:rect l="l" t="t" r="r" b="b"/>
              <a:pathLst>
                <a:path w="20319" h="21589">
                  <a:moveTo>
                    <a:pt x="3810" y="0"/>
                  </a:moveTo>
                  <a:lnTo>
                    <a:pt x="0" y="21336"/>
                  </a:lnTo>
                  <a:lnTo>
                    <a:pt x="19812" y="13716"/>
                  </a:lnTo>
                  <a:lnTo>
                    <a:pt x="381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1" name="object 1081"/>
            <p:cNvSpPr/>
            <p:nvPr/>
          </p:nvSpPr>
          <p:spPr>
            <a:xfrm>
              <a:off x="2933699" y="5167883"/>
              <a:ext cx="32384" cy="99060"/>
            </a:xfrm>
            <a:custGeom>
              <a:avLst/>
              <a:gdLst/>
              <a:ahLst/>
              <a:cxnLst/>
              <a:rect l="l" t="t" r="r" b="b"/>
              <a:pathLst>
                <a:path w="32385" h="99060">
                  <a:moveTo>
                    <a:pt x="0" y="99060"/>
                  </a:moveTo>
                  <a:lnTo>
                    <a:pt x="320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2" name="object 1082"/>
            <p:cNvSpPr/>
            <p:nvPr/>
          </p:nvSpPr>
          <p:spPr>
            <a:xfrm>
              <a:off x="2948940" y="5167883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89" h="21589">
                  <a:moveTo>
                    <a:pt x="21335" y="21336"/>
                  </a:moveTo>
                  <a:lnTo>
                    <a:pt x="16763" y="0"/>
                  </a:lnTo>
                  <a:lnTo>
                    <a:pt x="0" y="13716"/>
                  </a:lnTo>
                  <a:lnTo>
                    <a:pt x="21335" y="213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3" name="object 1083"/>
            <p:cNvSpPr/>
            <p:nvPr/>
          </p:nvSpPr>
          <p:spPr>
            <a:xfrm>
              <a:off x="2948940" y="5167883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89" h="21589">
                  <a:moveTo>
                    <a:pt x="16763" y="0"/>
                  </a:moveTo>
                  <a:lnTo>
                    <a:pt x="0" y="13716"/>
                  </a:lnTo>
                  <a:lnTo>
                    <a:pt x="21335" y="21336"/>
                  </a:lnTo>
                  <a:lnTo>
                    <a:pt x="1676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4" name="object 1084"/>
            <p:cNvSpPr/>
            <p:nvPr/>
          </p:nvSpPr>
          <p:spPr>
            <a:xfrm>
              <a:off x="2980943" y="5365242"/>
              <a:ext cx="123825" cy="3810"/>
            </a:xfrm>
            <a:custGeom>
              <a:avLst/>
              <a:gdLst/>
              <a:ahLst/>
              <a:cxnLst/>
              <a:rect l="l" t="t" r="r" b="b"/>
              <a:pathLst>
                <a:path w="123825" h="3810">
                  <a:moveTo>
                    <a:pt x="123443" y="0"/>
                  </a:moveTo>
                  <a:lnTo>
                    <a:pt x="0" y="3810"/>
                  </a:lnTo>
                </a:path>
              </a:pathLst>
            </a:custGeom>
            <a:ln w="3175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5" name="object 1085"/>
            <p:cNvSpPr/>
            <p:nvPr/>
          </p:nvSpPr>
          <p:spPr>
            <a:xfrm>
              <a:off x="2980943" y="5365242"/>
              <a:ext cx="123825" cy="3810"/>
            </a:xfrm>
            <a:custGeom>
              <a:avLst/>
              <a:gdLst/>
              <a:ahLst/>
              <a:cxnLst/>
              <a:rect l="l" t="t" r="r" b="b"/>
              <a:pathLst>
                <a:path w="123825" h="3810">
                  <a:moveTo>
                    <a:pt x="123443" y="0"/>
                  </a:moveTo>
                  <a:lnTo>
                    <a:pt x="0" y="381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6" name="object 1086"/>
            <p:cNvSpPr/>
            <p:nvPr/>
          </p:nvSpPr>
          <p:spPr>
            <a:xfrm>
              <a:off x="2980943" y="5359145"/>
              <a:ext cx="18415" cy="17780"/>
            </a:xfrm>
            <a:custGeom>
              <a:avLst/>
              <a:gdLst/>
              <a:ahLst/>
              <a:cxnLst/>
              <a:rect l="l" t="t" r="r" b="b"/>
              <a:pathLst>
                <a:path w="18414" h="17779">
                  <a:moveTo>
                    <a:pt x="0" y="9906"/>
                  </a:moveTo>
                  <a:lnTo>
                    <a:pt x="18288" y="0"/>
                  </a:lnTo>
                </a:path>
                <a:path w="18414" h="17779">
                  <a:moveTo>
                    <a:pt x="0" y="9906"/>
                  </a:moveTo>
                  <a:lnTo>
                    <a:pt x="18288" y="17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7" name="object 1087"/>
          <p:cNvSpPr txBox="1"/>
          <p:nvPr/>
        </p:nvSpPr>
        <p:spPr>
          <a:xfrm>
            <a:off x="2759710" y="5313855"/>
            <a:ext cx="491490" cy="62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baseline="27777" sz="150">
                <a:latin typeface="Arial MT"/>
                <a:cs typeface="Arial MT"/>
              </a:rPr>
              <a:t>owning element                           </a:t>
            </a:r>
            <a:r>
              <a:rPr dirty="0" baseline="27777" sz="150" spc="-1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&lt;&lt;derived&gt;&gt;      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/associated data</a:t>
            </a:r>
            <a:endParaRPr sz="100">
              <a:latin typeface="Arial MT"/>
              <a:cs typeface="Arial MT"/>
            </a:endParaRPr>
          </a:p>
          <a:p>
            <a:pPr marL="63500" marR="94615">
              <a:lnSpc>
                <a:spcPct val="45000"/>
              </a:lnSpc>
              <a:spcBef>
                <a:spcPts val="65"/>
              </a:spcBef>
            </a:pPr>
            <a:r>
              <a:rPr dirty="0" baseline="27777" sz="150">
                <a:latin typeface="Arial MT"/>
                <a:cs typeface="Arial MT"/>
              </a:rPr>
              <a:t>Received Date-Time                      </a:t>
            </a:r>
            <a:r>
              <a:rPr dirty="0" baseline="27777" sz="150" spc="-7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traces to          </a:t>
            </a:r>
            <a:r>
              <a:rPr dirty="0" sz="100" spc="-1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/history  </a:t>
            </a:r>
            <a:r>
              <a:rPr dirty="0" sz="100">
                <a:latin typeface="Arial MT"/>
                <a:cs typeface="Arial MT"/>
              </a:rPr>
              <a:t>local</a:t>
            </a:r>
            <a:r>
              <a:rPr dirty="0" sz="100" spc="-5">
                <a:latin typeface="Arial MT"/>
                <a:cs typeface="Arial MT"/>
              </a:rPr>
              <a:t> </a:t>
            </a:r>
            <a:r>
              <a:rPr dirty="0" sz="100">
                <a:latin typeface="Arial MT"/>
                <a:cs typeface="Arial MT"/>
              </a:rPr>
              <a:t>track number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088" name="object 1088"/>
          <p:cNvGrpSpPr/>
          <p:nvPr/>
        </p:nvGrpSpPr>
        <p:grpSpPr>
          <a:xfrm>
            <a:off x="2745485" y="3024377"/>
            <a:ext cx="1529080" cy="2479675"/>
            <a:chOff x="2745485" y="3024377"/>
            <a:chExt cx="1529080" cy="2479675"/>
          </a:xfrm>
        </p:grpSpPr>
        <p:pic>
          <p:nvPicPr>
            <p:cNvPr id="1089" name="object 108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523106" y="4953380"/>
              <a:ext cx="108203" cy="70866"/>
            </a:xfrm>
            <a:prstGeom prst="rect">
              <a:avLst/>
            </a:prstGeom>
          </p:spPr>
        </p:pic>
        <p:sp>
          <p:nvSpPr>
            <p:cNvPr id="1090" name="object 1090"/>
            <p:cNvSpPr/>
            <p:nvPr/>
          </p:nvSpPr>
          <p:spPr>
            <a:xfrm>
              <a:off x="2745485" y="4719827"/>
              <a:ext cx="1133475" cy="784225"/>
            </a:xfrm>
            <a:custGeom>
              <a:avLst/>
              <a:gdLst/>
              <a:ahLst/>
              <a:cxnLst/>
              <a:rect l="l" t="t" r="r" b="b"/>
              <a:pathLst>
                <a:path w="1133475" h="784225">
                  <a:moveTo>
                    <a:pt x="1133094" y="784098"/>
                  </a:moveTo>
                  <a:lnTo>
                    <a:pt x="1133093" y="0"/>
                  </a:lnTo>
                  <a:lnTo>
                    <a:pt x="0" y="0"/>
                  </a:lnTo>
                  <a:lnTo>
                    <a:pt x="0" y="784098"/>
                  </a:lnTo>
                  <a:lnTo>
                    <a:pt x="4571" y="784098"/>
                  </a:lnTo>
                  <a:lnTo>
                    <a:pt x="4571" y="9906"/>
                  </a:lnTo>
                  <a:lnTo>
                    <a:pt x="9143" y="4572"/>
                  </a:lnTo>
                  <a:lnTo>
                    <a:pt x="9143" y="9906"/>
                  </a:lnTo>
                  <a:lnTo>
                    <a:pt x="1123949" y="9906"/>
                  </a:lnTo>
                  <a:lnTo>
                    <a:pt x="1123949" y="4572"/>
                  </a:lnTo>
                  <a:lnTo>
                    <a:pt x="1128521" y="9906"/>
                  </a:lnTo>
                  <a:lnTo>
                    <a:pt x="1128522" y="784098"/>
                  </a:lnTo>
                  <a:lnTo>
                    <a:pt x="1133094" y="784098"/>
                  </a:lnTo>
                  <a:close/>
                </a:path>
                <a:path w="1133475" h="784225">
                  <a:moveTo>
                    <a:pt x="9143" y="9906"/>
                  </a:moveTo>
                  <a:lnTo>
                    <a:pt x="9143" y="4572"/>
                  </a:lnTo>
                  <a:lnTo>
                    <a:pt x="4571" y="9906"/>
                  </a:lnTo>
                  <a:lnTo>
                    <a:pt x="9143" y="9906"/>
                  </a:lnTo>
                  <a:close/>
                </a:path>
                <a:path w="1133475" h="784225">
                  <a:moveTo>
                    <a:pt x="9143" y="774954"/>
                  </a:moveTo>
                  <a:lnTo>
                    <a:pt x="9143" y="9906"/>
                  </a:lnTo>
                  <a:lnTo>
                    <a:pt x="4571" y="9906"/>
                  </a:lnTo>
                  <a:lnTo>
                    <a:pt x="4571" y="774954"/>
                  </a:lnTo>
                  <a:lnTo>
                    <a:pt x="9143" y="774954"/>
                  </a:lnTo>
                  <a:close/>
                </a:path>
                <a:path w="1133475" h="784225">
                  <a:moveTo>
                    <a:pt x="1128522" y="774954"/>
                  </a:moveTo>
                  <a:lnTo>
                    <a:pt x="4571" y="774954"/>
                  </a:lnTo>
                  <a:lnTo>
                    <a:pt x="9143" y="779526"/>
                  </a:lnTo>
                  <a:lnTo>
                    <a:pt x="9143" y="784098"/>
                  </a:lnTo>
                  <a:lnTo>
                    <a:pt x="1123950" y="784098"/>
                  </a:lnTo>
                  <a:lnTo>
                    <a:pt x="1123950" y="779526"/>
                  </a:lnTo>
                  <a:lnTo>
                    <a:pt x="1128522" y="774954"/>
                  </a:lnTo>
                  <a:close/>
                </a:path>
                <a:path w="1133475" h="784225">
                  <a:moveTo>
                    <a:pt x="9143" y="784098"/>
                  </a:moveTo>
                  <a:lnTo>
                    <a:pt x="9143" y="779526"/>
                  </a:lnTo>
                  <a:lnTo>
                    <a:pt x="4571" y="774954"/>
                  </a:lnTo>
                  <a:lnTo>
                    <a:pt x="4571" y="784098"/>
                  </a:lnTo>
                  <a:lnTo>
                    <a:pt x="9143" y="784098"/>
                  </a:lnTo>
                  <a:close/>
                </a:path>
                <a:path w="1133475" h="784225">
                  <a:moveTo>
                    <a:pt x="1128521" y="9906"/>
                  </a:moveTo>
                  <a:lnTo>
                    <a:pt x="1123949" y="4572"/>
                  </a:lnTo>
                  <a:lnTo>
                    <a:pt x="1123949" y="9906"/>
                  </a:lnTo>
                  <a:lnTo>
                    <a:pt x="1128521" y="9906"/>
                  </a:lnTo>
                  <a:close/>
                </a:path>
                <a:path w="1133475" h="784225">
                  <a:moveTo>
                    <a:pt x="1128522" y="774954"/>
                  </a:moveTo>
                  <a:lnTo>
                    <a:pt x="1128521" y="9906"/>
                  </a:lnTo>
                  <a:lnTo>
                    <a:pt x="1123949" y="9906"/>
                  </a:lnTo>
                  <a:lnTo>
                    <a:pt x="1123950" y="774954"/>
                  </a:lnTo>
                  <a:lnTo>
                    <a:pt x="1128522" y="774954"/>
                  </a:lnTo>
                  <a:close/>
                </a:path>
                <a:path w="1133475" h="784225">
                  <a:moveTo>
                    <a:pt x="1128522" y="784098"/>
                  </a:moveTo>
                  <a:lnTo>
                    <a:pt x="1128522" y="774954"/>
                  </a:lnTo>
                  <a:lnTo>
                    <a:pt x="1123950" y="779526"/>
                  </a:lnTo>
                  <a:lnTo>
                    <a:pt x="1123950" y="784098"/>
                  </a:lnTo>
                  <a:lnTo>
                    <a:pt x="1128522" y="7840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1" name="object 1091"/>
            <p:cNvSpPr/>
            <p:nvPr/>
          </p:nvSpPr>
          <p:spPr>
            <a:xfrm>
              <a:off x="2952749" y="3028949"/>
              <a:ext cx="1200150" cy="716280"/>
            </a:xfrm>
            <a:custGeom>
              <a:avLst/>
              <a:gdLst/>
              <a:ahLst/>
              <a:cxnLst/>
              <a:rect l="l" t="t" r="r" b="b"/>
              <a:pathLst>
                <a:path w="1200150" h="716279">
                  <a:moveTo>
                    <a:pt x="1200150" y="716279"/>
                  </a:moveTo>
                  <a:lnTo>
                    <a:pt x="1200150" y="0"/>
                  </a:lnTo>
                  <a:lnTo>
                    <a:pt x="0" y="0"/>
                  </a:lnTo>
                  <a:lnTo>
                    <a:pt x="0" y="716279"/>
                  </a:lnTo>
                  <a:lnTo>
                    <a:pt x="1200150" y="716279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2" name="object 1092"/>
            <p:cNvSpPr/>
            <p:nvPr/>
          </p:nvSpPr>
          <p:spPr>
            <a:xfrm>
              <a:off x="2948177" y="3024377"/>
              <a:ext cx="1210310" cy="726440"/>
            </a:xfrm>
            <a:custGeom>
              <a:avLst/>
              <a:gdLst/>
              <a:ahLst/>
              <a:cxnLst/>
              <a:rect l="l" t="t" r="r" b="b"/>
              <a:pathLst>
                <a:path w="1210310" h="726439">
                  <a:moveTo>
                    <a:pt x="1210055" y="726186"/>
                  </a:moveTo>
                  <a:lnTo>
                    <a:pt x="1210055" y="0"/>
                  </a:lnTo>
                  <a:lnTo>
                    <a:pt x="0" y="0"/>
                  </a:lnTo>
                  <a:lnTo>
                    <a:pt x="0" y="726186"/>
                  </a:lnTo>
                  <a:lnTo>
                    <a:pt x="4572" y="726186"/>
                  </a:lnTo>
                  <a:lnTo>
                    <a:pt x="4572" y="9906"/>
                  </a:lnTo>
                  <a:lnTo>
                    <a:pt x="9906" y="4572"/>
                  </a:lnTo>
                  <a:lnTo>
                    <a:pt x="9906" y="9906"/>
                  </a:lnTo>
                  <a:lnTo>
                    <a:pt x="1200150" y="9906"/>
                  </a:lnTo>
                  <a:lnTo>
                    <a:pt x="1200150" y="4572"/>
                  </a:lnTo>
                  <a:lnTo>
                    <a:pt x="1204722" y="9906"/>
                  </a:lnTo>
                  <a:lnTo>
                    <a:pt x="1204722" y="726186"/>
                  </a:lnTo>
                  <a:lnTo>
                    <a:pt x="1210055" y="726186"/>
                  </a:lnTo>
                  <a:close/>
                </a:path>
                <a:path w="1210310" h="726439">
                  <a:moveTo>
                    <a:pt x="9906" y="9906"/>
                  </a:moveTo>
                  <a:lnTo>
                    <a:pt x="9906" y="4572"/>
                  </a:lnTo>
                  <a:lnTo>
                    <a:pt x="4572" y="9906"/>
                  </a:lnTo>
                  <a:lnTo>
                    <a:pt x="9906" y="9906"/>
                  </a:lnTo>
                  <a:close/>
                </a:path>
                <a:path w="1210310" h="726439">
                  <a:moveTo>
                    <a:pt x="9906" y="716280"/>
                  </a:moveTo>
                  <a:lnTo>
                    <a:pt x="9906" y="9906"/>
                  </a:lnTo>
                  <a:lnTo>
                    <a:pt x="4572" y="9906"/>
                  </a:lnTo>
                  <a:lnTo>
                    <a:pt x="4572" y="716280"/>
                  </a:lnTo>
                  <a:lnTo>
                    <a:pt x="9906" y="716280"/>
                  </a:lnTo>
                  <a:close/>
                </a:path>
                <a:path w="1210310" h="726439">
                  <a:moveTo>
                    <a:pt x="1204722" y="716280"/>
                  </a:moveTo>
                  <a:lnTo>
                    <a:pt x="4572" y="716280"/>
                  </a:lnTo>
                  <a:lnTo>
                    <a:pt x="9906" y="720851"/>
                  </a:lnTo>
                  <a:lnTo>
                    <a:pt x="9906" y="726186"/>
                  </a:lnTo>
                  <a:lnTo>
                    <a:pt x="1200150" y="726186"/>
                  </a:lnTo>
                  <a:lnTo>
                    <a:pt x="1200150" y="720851"/>
                  </a:lnTo>
                  <a:lnTo>
                    <a:pt x="1204722" y="716280"/>
                  </a:lnTo>
                  <a:close/>
                </a:path>
                <a:path w="1210310" h="726439">
                  <a:moveTo>
                    <a:pt x="9906" y="726186"/>
                  </a:moveTo>
                  <a:lnTo>
                    <a:pt x="9906" y="720851"/>
                  </a:lnTo>
                  <a:lnTo>
                    <a:pt x="4572" y="716280"/>
                  </a:lnTo>
                  <a:lnTo>
                    <a:pt x="4572" y="726186"/>
                  </a:lnTo>
                  <a:lnTo>
                    <a:pt x="9906" y="726186"/>
                  </a:lnTo>
                  <a:close/>
                </a:path>
                <a:path w="1210310" h="726439">
                  <a:moveTo>
                    <a:pt x="1204722" y="9906"/>
                  </a:moveTo>
                  <a:lnTo>
                    <a:pt x="1200150" y="4572"/>
                  </a:lnTo>
                  <a:lnTo>
                    <a:pt x="1200150" y="9906"/>
                  </a:lnTo>
                  <a:lnTo>
                    <a:pt x="1204722" y="9906"/>
                  </a:lnTo>
                  <a:close/>
                </a:path>
                <a:path w="1210310" h="726439">
                  <a:moveTo>
                    <a:pt x="1204722" y="716280"/>
                  </a:moveTo>
                  <a:lnTo>
                    <a:pt x="1204722" y="9906"/>
                  </a:lnTo>
                  <a:lnTo>
                    <a:pt x="1200150" y="9906"/>
                  </a:lnTo>
                  <a:lnTo>
                    <a:pt x="1200150" y="716280"/>
                  </a:lnTo>
                  <a:lnTo>
                    <a:pt x="1204722" y="716280"/>
                  </a:lnTo>
                  <a:close/>
                </a:path>
                <a:path w="1210310" h="726439">
                  <a:moveTo>
                    <a:pt x="1204722" y="726186"/>
                  </a:moveTo>
                  <a:lnTo>
                    <a:pt x="1204722" y="716280"/>
                  </a:lnTo>
                  <a:lnTo>
                    <a:pt x="1200150" y="720851"/>
                  </a:lnTo>
                  <a:lnTo>
                    <a:pt x="1200150" y="726186"/>
                  </a:lnTo>
                  <a:lnTo>
                    <a:pt x="1204722" y="7261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3" name="object 1093"/>
            <p:cNvSpPr/>
            <p:nvPr/>
          </p:nvSpPr>
          <p:spPr>
            <a:xfrm>
              <a:off x="3013709" y="3080003"/>
              <a:ext cx="1200150" cy="716280"/>
            </a:xfrm>
            <a:custGeom>
              <a:avLst/>
              <a:gdLst/>
              <a:ahLst/>
              <a:cxnLst/>
              <a:rect l="l" t="t" r="r" b="b"/>
              <a:pathLst>
                <a:path w="1200150" h="716279">
                  <a:moveTo>
                    <a:pt x="1200150" y="716279"/>
                  </a:moveTo>
                  <a:lnTo>
                    <a:pt x="1200150" y="0"/>
                  </a:lnTo>
                  <a:lnTo>
                    <a:pt x="0" y="0"/>
                  </a:lnTo>
                  <a:lnTo>
                    <a:pt x="0" y="716279"/>
                  </a:lnTo>
                  <a:lnTo>
                    <a:pt x="1200150" y="716279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4" name="object 1094"/>
            <p:cNvSpPr/>
            <p:nvPr/>
          </p:nvSpPr>
          <p:spPr>
            <a:xfrm>
              <a:off x="3008375" y="3075431"/>
              <a:ext cx="1210310" cy="725805"/>
            </a:xfrm>
            <a:custGeom>
              <a:avLst/>
              <a:gdLst/>
              <a:ahLst/>
              <a:cxnLst/>
              <a:rect l="l" t="t" r="r" b="b"/>
              <a:pathLst>
                <a:path w="1210310" h="725804">
                  <a:moveTo>
                    <a:pt x="1210055" y="725424"/>
                  </a:moveTo>
                  <a:lnTo>
                    <a:pt x="1210055" y="0"/>
                  </a:lnTo>
                  <a:lnTo>
                    <a:pt x="0" y="0"/>
                  </a:lnTo>
                  <a:lnTo>
                    <a:pt x="0" y="725424"/>
                  </a:lnTo>
                  <a:lnTo>
                    <a:pt x="5334" y="725424"/>
                  </a:lnTo>
                  <a:lnTo>
                    <a:pt x="5334" y="9144"/>
                  </a:lnTo>
                  <a:lnTo>
                    <a:pt x="9906" y="4572"/>
                  </a:lnTo>
                  <a:lnTo>
                    <a:pt x="9906" y="9144"/>
                  </a:lnTo>
                  <a:lnTo>
                    <a:pt x="1200150" y="9144"/>
                  </a:lnTo>
                  <a:lnTo>
                    <a:pt x="1200150" y="4572"/>
                  </a:lnTo>
                  <a:lnTo>
                    <a:pt x="1205484" y="9144"/>
                  </a:lnTo>
                  <a:lnTo>
                    <a:pt x="1205484" y="725424"/>
                  </a:lnTo>
                  <a:lnTo>
                    <a:pt x="1210055" y="725424"/>
                  </a:lnTo>
                  <a:close/>
                </a:path>
                <a:path w="1210310" h="725804">
                  <a:moveTo>
                    <a:pt x="9906" y="9144"/>
                  </a:moveTo>
                  <a:lnTo>
                    <a:pt x="9906" y="4572"/>
                  </a:lnTo>
                  <a:lnTo>
                    <a:pt x="5334" y="9144"/>
                  </a:lnTo>
                  <a:lnTo>
                    <a:pt x="9906" y="9144"/>
                  </a:lnTo>
                  <a:close/>
                </a:path>
                <a:path w="1210310" h="725804">
                  <a:moveTo>
                    <a:pt x="9906" y="716280"/>
                  </a:moveTo>
                  <a:lnTo>
                    <a:pt x="9906" y="9144"/>
                  </a:lnTo>
                  <a:lnTo>
                    <a:pt x="5334" y="9144"/>
                  </a:lnTo>
                  <a:lnTo>
                    <a:pt x="5334" y="716280"/>
                  </a:lnTo>
                  <a:lnTo>
                    <a:pt x="9906" y="716280"/>
                  </a:lnTo>
                  <a:close/>
                </a:path>
                <a:path w="1210310" h="725804">
                  <a:moveTo>
                    <a:pt x="1205484" y="716280"/>
                  </a:moveTo>
                  <a:lnTo>
                    <a:pt x="5334" y="716280"/>
                  </a:lnTo>
                  <a:lnTo>
                    <a:pt x="9906" y="720852"/>
                  </a:lnTo>
                  <a:lnTo>
                    <a:pt x="9906" y="725424"/>
                  </a:lnTo>
                  <a:lnTo>
                    <a:pt x="1200150" y="725424"/>
                  </a:lnTo>
                  <a:lnTo>
                    <a:pt x="1200150" y="720852"/>
                  </a:lnTo>
                  <a:lnTo>
                    <a:pt x="1205484" y="716280"/>
                  </a:lnTo>
                  <a:close/>
                </a:path>
                <a:path w="1210310" h="725804">
                  <a:moveTo>
                    <a:pt x="9906" y="725424"/>
                  </a:moveTo>
                  <a:lnTo>
                    <a:pt x="9906" y="720852"/>
                  </a:lnTo>
                  <a:lnTo>
                    <a:pt x="5334" y="716280"/>
                  </a:lnTo>
                  <a:lnTo>
                    <a:pt x="5334" y="725424"/>
                  </a:lnTo>
                  <a:lnTo>
                    <a:pt x="9906" y="725424"/>
                  </a:lnTo>
                  <a:close/>
                </a:path>
                <a:path w="1210310" h="725804">
                  <a:moveTo>
                    <a:pt x="1205484" y="9144"/>
                  </a:moveTo>
                  <a:lnTo>
                    <a:pt x="1200150" y="4572"/>
                  </a:lnTo>
                  <a:lnTo>
                    <a:pt x="1200150" y="9144"/>
                  </a:lnTo>
                  <a:lnTo>
                    <a:pt x="1205484" y="9144"/>
                  </a:lnTo>
                  <a:close/>
                </a:path>
                <a:path w="1210310" h="725804">
                  <a:moveTo>
                    <a:pt x="1205484" y="716280"/>
                  </a:moveTo>
                  <a:lnTo>
                    <a:pt x="1205484" y="9144"/>
                  </a:lnTo>
                  <a:lnTo>
                    <a:pt x="1200150" y="9144"/>
                  </a:lnTo>
                  <a:lnTo>
                    <a:pt x="1200150" y="716280"/>
                  </a:lnTo>
                  <a:lnTo>
                    <a:pt x="1205484" y="716280"/>
                  </a:lnTo>
                  <a:close/>
                </a:path>
                <a:path w="1210310" h="725804">
                  <a:moveTo>
                    <a:pt x="1205484" y="725424"/>
                  </a:moveTo>
                  <a:lnTo>
                    <a:pt x="1205484" y="716280"/>
                  </a:lnTo>
                  <a:lnTo>
                    <a:pt x="1200150" y="720852"/>
                  </a:lnTo>
                  <a:lnTo>
                    <a:pt x="1200150" y="725424"/>
                  </a:lnTo>
                  <a:lnTo>
                    <a:pt x="1205484" y="7254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5" name="object 1095"/>
            <p:cNvSpPr/>
            <p:nvPr/>
          </p:nvSpPr>
          <p:spPr>
            <a:xfrm>
              <a:off x="3073907" y="3141725"/>
              <a:ext cx="1200150" cy="729615"/>
            </a:xfrm>
            <a:custGeom>
              <a:avLst/>
              <a:gdLst/>
              <a:ahLst/>
              <a:cxnLst/>
              <a:rect l="l" t="t" r="r" b="b"/>
              <a:pathLst>
                <a:path w="1200150" h="729614">
                  <a:moveTo>
                    <a:pt x="1200150" y="729234"/>
                  </a:moveTo>
                  <a:lnTo>
                    <a:pt x="1200150" y="0"/>
                  </a:lnTo>
                  <a:lnTo>
                    <a:pt x="0" y="0"/>
                  </a:lnTo>
                  <a:lnTo>
                    <a:pt x="0" y="729234"/>
                  </a:lnTo>
                  <a:lnTo>
                    <a:pt x="1200150" y="729234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6" name="object 1096"/>
            <p:cNvSpPr/>
            <p:nvPr/>
          </p:nvSpPr>
          <p:spPr>
            <a:xfrm>
              <a:off x="3304791" y="3337709"/>
              <a:ext cx="158115" cy="94615"/>
            </a:xfrm>
            <a:custGeom>
              <a:avLst/>
              <a:gdLst/>
              <a:ahLst/>
              <a:cxnLst/>
              <a:rect l="l" t="t" r="r" b="b"/>
              <a:pathLst>
                <a:path w="158114" h="94614">
                  <a:moveTo>
                    <a:pt x="157730" y="94489"/>
                  </a:moveTo>
                  <a:lnTo>
                    <a:pt x="0" y="94489"/>
                  </a:lnTo>
                  <a:lnTo>
                    <a:pt x="0" y="0"/>
                  </a:lnTo>
                  <a:lnTo>
                    <a:pt x="157730" y="0"/>
                  </a:lnTo>
                  <a:lnTo>
                    <a:pt x="157730" y="94489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7" name="object 1097"/>
            <p:cNvSpPr/>
            <p:nvPr/>
          </p:nvSpPr>
          <p:spPr>
            <a:xfrm>
              <a:off x="3304791" y="3337709"/>
              <a:ext cx="158115" cy="94615"/>
            </a:xfrm>
            <a:custGeom>
              <a:avLst/>
              <a:gdLst/>
              <a:ahLst/>
              <a:cxnLst/>
              <a:rect l="l" t="t" r="r" b="b"/>
              <a:pathLst>
                <a:path w="158114" h="94614">
                  <a:moveTo>
                    <a:pt x="157730" y="0"/>
                  </a:moveTo>
                  <a:lnTo>
                    <a:pt x="0" y="0"/>
                  </a:lnTo>
                  <a:lnTo>
                    <a:pt x="0" y="94489"/>
                  </a:lnTo>
                  <a:lnTo>
                    <a:pt x="157730" y="94489"/>
                  </a:lnTo>
                  <a:lnTo>
                    <a:pt x="157730" y="0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8" name="object 1098"/>
          <p:cNvSpPr txBox="1"/>
          <p:nvPr/>
        </p:nvSpPr>
        <p:spPr>
          <a:xfrm>
            <a:off x="3327892" y="3351651"/>
            <a:ext cx="145415" cy="914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3429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Track</a:t>
            </a:r>
            <a:r>
              <a:rPr dirty="0" sz="150" spc="5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File</a:t>
            </a:r>
            <a:endParaRPr sz="1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145"/>
              </a:spcBef>
            </a:pPr>
            <a:r>
              <a:rPr dirty="0" sz="150" spc="5">
                <a:latin typeface="Arial MT"/>
                <a:cs typeface="Arial MT"/>
              </a:rPr>
              <a:t>11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099" name="object 1099"/>
          <p:cNvGrpSpPr/>
          <p:nvPr/>
        </p:nvGrpSpPr>
        <p:grpSpPr>
          <a:xfrm>
            <a:off x="3886777" y="3505930"/>
            <a:ext cx="145415" cy="104139"/>
            <a:chOff x="3886777" y="3505930"/>
            <a:chExt cx="145415" cy="104139"/>
          </a:xfrm>
        </p:grpSpPr>
        <p:sp>
          <p:nvSpPr>
            <p:cNvPr id="1100" name="object 1100"/>
            <p:cNvSpPr/>
            <p:nvPr/>
          </p:nvSpPr>
          <p:spPr>
            <a:xfrm>
              <a:off x="3887729" y="3506883"/>
              <a:ext cx="143510" cy="102235"/>
            </a:xfrm>
            <a:custGeom>
              <a:avLst/>
              <a:gdLst/>
              <a:ahLst/>
              <a:cxnLst/>
              <a:rect l="l" t="t" r="r" b="b"/>
              <a:pathLst>
                <a:path w="143510" h="102235">
                  <a:moveTo>
                    <a:pt x="143250" y="102117"/>
                  </a:moveTo>
                  <a:lnTo>
                    <a:pt x="0" y="102117"/>
                  </a:lnTo>
                  <a:lnTo>
                    <a:pt x="0" y="0"/>
                  </a:lnTo>
                  <a:lnTo>
                    <a:pt x="143250" y="0"/>
                  </a:lnTo>
                  <a:lnTo>
                    <a:pt x="143250" y="102117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1" name="object 1101"/>
            <p:cNvSpPr/>
            <p:nvPr/>
          </p:nvSpPr>
          <p:spPr>
            <a:xfrm>
              <a:off x="3887729" y="3506883"/>
              <a:ext cx="143510" cy="102235"/>
            </a:xfrm>
            <a:custGeom>
              <a:avLst/>
              <a:gdLst/>
              <a:ahLst/>
              <a:cxnLst/>
              <a:rect l="l" t="t" r="r" b="b"/>
              <a:pathLst>
                <a:path w="143510" h="102235">
                  <a:moveTo>
                    <a:pt x="143250" y="0"/>
                  </a:moveTo>
                  <a:lnTo>
                    <a:pt x="0" y="0"/>
                  </a:lnTo>
                  <a:lnTo>
                    <a:pt x="0" y="102117"/>
                  </a:lnTo>
                  <a:lnTo>
                    <a:pt x="143250" y="102117"/>
                  </a:lnTo>
                  <a:lnTo>
                    <a:pt x="143250" y="0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2" name="object 1102"/>
          <p:cNvSpPr txBox="1"/>
          <p:nvPr/>
        </p:nvSpPr>
        <p:spPr>
          <a:xfrm>
            <a:off x="3993134" y="3569577"/>
            <a:ext cx="48260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13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103" name="object 1103"/>
          <p:cNvSpPr txBox="1"/>
          <p:nvPr/>
        </p:nvSpPr>
        <p:spPr>
          <a:xfrm>
            <a:off x="3881123" y="3521561"/>
            <a:ext cx="164465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Track</a:t>
            </a:r>
            <a:r>
              <a:rPr dirty="0" sz="150" spc="5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File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Data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104" name="object 1104"/>
          <p:cNvGrpSpPr/>
          <p:nvPr/>
        </p:nvGrpSpPr>
        <p:grpSpPr>
          <a:xfrm>
            <a:off x="3591880" y="3412961"/>
            <a:ext cx="145415" cy="103505"/>
            <a:chOff x="3591880" y="3412961"/>
            <a:chExt cx="145415" cy="103505"/>
          </a:xfrm>
        </p:grpSpPr>
        <p:sp>
          <p:nvSpPr>
            <p:cNvPr id="1105" name="object 1105"/>
            <p:cNvSpPr/>
            <p:nvPr/>
          </p:nvSpPr>
          <p:spPr>
            <a:xfrm>
              <a:off x="3592833" y="3413914"/>
              <a:ext cx="143510" cy="101600"/>
            </a:xfrm>
            <a:custGeom>
              <a:avLst/>
              <a:gdLst/>
              <a:ahLst/>
              <a:cxnLst/>
              <a:rect l="l" t="t" r="r" b="b"/>
              <a:pathLst>
                <a:path w="143510" h="101600">
                  <a:moveTo>
                    <a:pt x="143250" y="101351"/>
                  </a:moveTo>
                  <a:lnTo>
                    <a:pt x="0" y="101351"/>
                  </a:lnTo>
                  <a:lnTo>
                    <a:pt x="0" y="0"/>
                  </a:lnTo>
                  <a:lnTo>
                    <a:pt x="143250" y="0"/>
                  </a:lnTo>
                  <a:lnTo>
                    <a:pt x="143250" y="101351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6" name="object 1106"/>
            <p:cNvSpPr/>
            <p:nvPr/>
          </p:nvSpPr>
          <p:spPr>
            <a:xfrm>
              <a:off x="3592833" y="3413914"/>
              <a:ext cx="143510" cy="101600"/>
            </a:xfrm>
            <a:custGeom>
              <a:avLst/>
              <a:gdLst/>
              <a:ahLst/>
              <a:cxnLst/>
              <a:rect l="l" t="t" r="r" b="b"/>
              <a:pathLst>
                <a:path w="143510" h="101600">
                  <a:moveTo>
                    <a:pt x="143250" y="0"/>
                  </a:moveTo>
                  <a:lnTo>
                    <a:pt x="0" y="0"/>
                  </a:lnTo>
                  <a:lnTo>
                    <a:pt x="0" y="101351"/>
                  </a:lnTo>
                  <a:lnTo>
                    <a:pt x="143250" y="101351"/>
                  </a:lnTo>
                  <a:lnTo>
                    <a:pt x="143250" y="0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7" name="object 1107"/>
          <p:cNvSpPr txBox="1"/>
          <p:nvPr/>
        </p:nvSpPr>
        <p:spPr>
          <a:xfrm>
            <a:off x="3698240" y="3475851"/>
            <a:ext cx="48260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12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108" name="object 1108"/>
          <p:cNvSpPr txBox="1"/>
          <p:nvPr/>
        </p:nvSpPr>
        <p:spPr>
          <a:xfrm>
            <a:off x="3630440" y="3427856"/>
            <a:ext cx="69215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>
                <a:latin typeface="Arial MT"/>
                <a:cs typeface="Arial MT"/>
              </a:rPr>
              <a:t>Files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109" name="object 1109"/>
          <p:cNvGrpSpPr/>
          <p:nvPr/>
        </p:nvGrpSpPr>
        <p:grpSpPr>
          <a:xfrm>
            <a:off x="3402884" y="3431998"/>
            <a:ext cx="233679" cy="377825"/>
            <a:chOff x="3402884" y="3431998"/>
            <a:chExt cx="233679" cy="377825"/>
          </a:xfrm>
        </p:grpSpPr>
        <p:sp>
          <p:nvSpPr>
            <p:cNvPr id="1110" name="object 1110"/>
            <p:cNvSpPr/>
            <p:nvPr/>
          </p:nvSpPr>
          <p:spPr>
            <a:xfrm>
              <a:off x="3411461" y="3720240"/>
              <a:ext cx="5080" cy="1905"/>
            </a:xfrm>
            <a:custGeom>
              <a:avLst/>
              <a:gdLst/>
              <a:ahLst/>
              <a:cxnLst/>
              <a:rect l="l" t="t" r="r" b="b"/>
              <a:pathLst>
                <a:path w="5079" h="1904">
                  <a:moveTo>
                    <a:pt x="4569" y="0"/>
                  </a:moveTo>
                  <a:lnTo>
                    <a:pt x="3042" y="0"/>
                  </a:lnTo>
                  <a:lnTo>
                    <a:pt x="1527" y="766"/>
                  </a:lnTo>
                  <a:lnTo>
                    <a:pt x="0" y="15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1" name="object 1111"/>
            <p:cNvSpPr/>
            <p:nvPr/>
          </p:nvSpPr>
          <p:spPr>
            <a:xfrm>
              <a:off x="3627864" y="3717186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39">
                  <a:moveTo>
                    <a:pt x="0" y="2287"/>
                  </a:moveTo>
                  <a:lnTo>
                    <a:pt x="1527" y="2287"/>
                  </a:lnTo>
                  <a:lnTo>
                    <a:pt x="3042" y="1520"/>
                  </a:lnTo>
                  <a:lnTo>
                    <a:pt x="45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2" name="object 1112"/>
            <p:cNvSpPr/>
            <p:nvPr/>
          </p:nvSpPr>
          <p:spPr>
            <a:xfrm>
              <a:off x="3416788" y="3720240"/>
              <a:ext cx="219075" cy="0"/>
            </a:xfrm>
            <a:custGeom>
              <a:avLst/>
              <a:gdLst/>
              <a:ahLst/>
              <a:cxnLst/>
              <a:rect l="l" t="t" r="r" b="b"/>
              <a:pathLst>
                <a:path w="219075" h="0">
                  <a:moveTo>
                    <a:pt x="0" y="0"/>
                  </a:moveTo>
                  <a:lnTo>
                    <a:pt x="22001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3" name="object 1113"/>
            <p:cNvSpPr/>
            <p:nvPr/>
          </p:nvSpPr>
          <p:spPr>
            <a:xfrm>
              <a:off x="3409933" y="3432950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w="0" h="287654">
                  <a:moveTo>
                    <a:pt x="0" y="2872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4" name="object 1114"/>
            <p:cNvSpPr/>
            <p:nvPr/>
          </p:nvSpPr>
          <p:spPr>
            <a:xfrm>
              <a:off x="3403836" y="3432951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11436" y="14476"/>
                  </a:moveTo>
                  <a:lnTo>
                    <a:pt x="0" y="14476"/>
                  </a:lnTo>
                  <a:lnTo>
                    <a:pt x="6097" y="0"/>
                  </a:lnTo>
                  <a:lnTo>
                    <a:pt x="11436" y="14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5" name="object 1115"/>
            <p:cNvSpPr/>
            <p:nvPr/>
          </p:nvSpPr>
          <p:spPr>
            <a:xfrm>
              <a:off x="3403836" y="3432951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6097" y="0"/>
                  </a:moveTo>
                  <a:lnTo>
                    <a:pt x="11436" y="14476"/>
                  </a:lnTo>
                  <a:lnTo>
                    <a:pt x="0" y="14476"/>
                  </a:lnTo>
                  <a:lnTo>
                    <a:pt x="609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6" name="object 1116"/>
            <p:cNvSpPr/>
            <p:nvPr/>
          </p:nvSpPr>
          <p:spPr>
            <a:xfrm>
              <a:off x="3409933" y="3721760"/>
              <a:ext cx="1905" cy="5715"/>
            </a:xfrm>
            <a:custGeom>
              <a:avLst/>
              <a:gdLst/>
              <a:ahLst/>
              <a:cxnLst/>
              <a:rect l="l" t="t" r="r" b="b"/>
              <a:pathLst>
                <a:path w="1904" h="5714">
                  <a:moveTo>
                    <a:pt x="1527" y="0"/>
                  </a:moveTo>
                  <a:lnTo>
                    <a:pt x="0" y="1520"/>
                  </a:lnTo>
                  <a:lnTo>
                    <a:pt x="0" y="3807"/>
                  </a:lnTo>
                  <a:lnTo>
                    <a:pt x="0" y="5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7" name="object 1117"/>
            <p:cNvSpPr/>
            <p:nvPr/>
          </p:nvSpPr>
          <p:spPr>
            <a:xfrm>
              <a:off x="3409933" y="3720239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w="0" h="88900">
                  <a:moveTo>
                    <a:pt x="0" y="8839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18" name="object 1118"/>
          <p:cNvSpPr txBox="1"/>
          <p:nvPr/>
        </p:nvSpPr>
        <p:spPr>
          <a:xfrm>
            <a:off x="3153410" y="3765411"/>
            <a:ext cx="307975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Track</a:t>
            </a:r>
            <a:r>
              <a:rPr dirty="0" sz="150" spc="5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Mangement</a:t>
            </a:r>
            <a:r>
              <a:rPr dirty="0" sz="150" spc="5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S/W</a:t>
            </a:r>
            <a:r>
              <a:rPr dirty="0" sz="150" spc="5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Module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119" name="object 1119"/>
          <p:cNvGrpSpPr/>
          <p:nvPr/>
        </p:nvGrpSpPr>
        <p:grpSpPr>
          <a:xfrm>
            <a:off x="3364029" y="3431998"/>
            <a:ext cx="13970" cy="297180"/>
            <a:chOff x="3364029" y="3431998"/>
            <a:chExt cx="13970" cy="297180"/>
          </a:xfrm>
        </p:grpSpPr>
        <p:sp>
          <p:nvSpPr>
            <p:cNvPr id="1120" name="object 1120"/>
            <p:cNvSpPr/>
            <p:nvPr/>
          </p:nvSpPr>
          <p:spPr>
            <a:xfrm>
              <a:off x="3371079" y="3432950"/>
              <a:ext cx="0" cy="295275"/>
            </a:xfrm>
            <a:custGeom>
              <a:avLst/>
              <a:gdLst/>
              <a:ahLst/>
              <a:cxnLst/>
              <a:rect l="l" t="t" r="r" b="b"/>
              <a:pathLst>
                <a:path w="0" h="295275">
                  <a:moveTo>
                    <a:pt x="0" y="2949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1" name="object 1121"/>
            <p:cNvSpPr/>
            <p:nvPr/>
          </p:nvSpPr>
          <p:spPr>
            <a:xfrm>
              <a:off x="3364982" y="3432951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11436" y="14476"/>
                  </a:moveTo>
                  <a:lnTo>
                    <a:pt x="0" y="14476"/>
                  </a:lnTo>
                  <a:lnTo>
                    <a:pt x="6097" y="0"/>
                  </a:lnTo>
                  <a:lnTo>
                    <a:pt x="11436" y="14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2" name="object 1122"/>
            <p:cNvSpPr/>
            <p:nvPr/>
          </p:nvSpPr>
          <p:spPr>
            <a:xfrm>
              <a:off x="3364982" y="3432951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6097" y="0"/>
                  </a:moveTo>
                  <a:lnTo>
                    <a:pt x="11436" y="14476"/>
                  </a:lnTo>
                  <a:lnTo>
                    <a:pt x="0" y="14476"/>
                  </a:lnTo>
                  <a:lnTo>
                    <a:pt x="609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3" name="object 1123"/>
          <p:cNvSpPr txBox="1"/>
          <p:nvPr/>
        </p:nvSpPr>
        <p:spPr>
          <a:xfrm>
            <a:off x="3226564" y="3642729"/>
            <a:ext cx="149860" cy="75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4765">
              <a:lnSpc>
                <a:spcPct val="110000"/>
              </a:lnSpc>
              <a:spcBef>
                <a:spcPts val="90"/>
              </a:spcBef>
            </a:pPr>
            <a:r>
              <a:rPr dirty="0" sz="150" spc="5">
                <a:latin typeface="Arial MT"/>
                <a:cs typeface="Arial MT"/>
              </a:rPr>
              <a:t>Network </a:t>
            </a:r>
            <a:r>
              <a:rPr dirty="0" sz="150" spc="10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Interface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S/W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124" name="object 1124"/>
          <p:cNvGrpSpPr/>
          <p:nvPr/>
        </p:nvGrpSpPr>
        <p:grpSpPr>
          <a:xfrm>
            <a:off x="3629197" y="3515064"/>
            <a:ext cx="314960" cy="206375"/>
            <a:chOff x="3629197" y="3515064"/>
            <a:chExt cx="314960" cy="206375"/>
          </a:xfrm>
        </p:grpSpPr>
        <p:sp>
          <p:nvSpPr>
            <p:cNvPr id="1125" name="object 1125"/>
            <p:cNvSpPr/>
            <p:nvPr/>
          </p:nvSpPr>
          <p:spPr>
            <a:xfrm>
              <a:off x="3929614" y="3717186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39">
                  <a:moveTo>
                    <a:pt x="0" y="2287"/>
                  </a:moveTo>
                  <a:lnTo>
                    <a:pt x="1527" y="2287"/>
                  </a:lnTo>
                  <a:lnTo>
                    <a:pt x="3042" y="1520"/>
                  </a:lnTo>
                  <a:lnTo>
                    <a:pt x="45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6" name="object 1126"/>
            <p:cNvSpPr/>
            <p:nvPr/>
          </p:nvSpPr>
          <p:spPr>
            <a:xfrm>
              <a:off x="3635489" y="3720240"/>
              <a:ext cx="294640" cy="0"/>
            </a:xfrm>
            <a:custGeom>
              <a:avLst/>
              <a:gdLst/>
              <a:ahLst/>
              <a:cxnLst/>
              <a:rect l="l" t="t" r="r" b="b"/>
              <a:pathLst>
                <a:path w="294639" h="0">
                  <a:moveTo>
                    <a:pt x="0" y="0"/>
                  </a:moveTo>
                  <a:lnTo>
                    <a:pt x="2959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7" name="object 1127"/>
            <p:cNvSpPr/>
            <p:nvPr/>
          </p:nvSpPr>
          <p:spPr>
            <a:xfrm>
              <a:off x="3934197" y="3712612"/>
              <a:ext cx="2540" cy="5080"/>
            </a:xfrm>
            <a:custGeom>
              <a:avLst/>
              <a:gdLst/>
              <a:ahLst/>
              <a:cxnLst/>
              <a:rect l="l" t="t" r="r" b="b"/>
              <a:pathLst>
                <a:path w="2539" h="5079">
                  <a:moveTo>
                    <a:pt x="0" y="4574"/>
                  </a:moveTo>
                  <a:lnTo>
                    <a:pt x="1527" y="3053"/>
                  </a:lnTo>
                  <a:lnTo>
                    <a:pt x="2284" y="1520"/>
                  </a:lnTo>
                  <a:lnTo>
                    <a:pt x="22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8" name="object 1128"/>
            <p:cNvSpPr/>
            <p:nvPr/>
          </p:nvSpPr>
          <p:spPr>
            <a:xfrm>
              <a:off x="3937239" y="3609740"/>
              <a:ext cx="0" cy="104139"/>
            </a:xfrm>
            <a:custGeom>
              <a:avLst/>
              <a:gdLst/>
              <a:ahLst/>
              <a:cxnLst/>
              <a:rect l="l" t="t" r="r" b="b"/>
              <a:pathLst>
                <a:path w="0" h="104139">
                  <a:moveTo>
                    <a:pt x="0" y="1036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9" name="object 1129"/>
            <p:cNvSpPr/>
            <p:nvPr/>
          </p:nvSpPr>
          <p:spPr>
            <a:xfrm>
              <a:off x="3931142" y="3609740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11436" y="14476"/>
                  </a:moveTo>
                  <a:lnTo>
                    <a:pt x="0" y="14476"/>
                  </a:lnTo>
                  <a:lnTo>
                    <a:pt x="6097" y="0"/>
                  </a:lnTo>
                  <a:lnTo>
                    <a:pt x="11436" y="14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0" name="object 1130"/>
            <p:cNvSpPr/>
            <p:nvPr/>
          </p:nvSpPr>
          <p:spPr>
            <a:xfrm>
              <a:off x="3931142" y="3609740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6097" y="0"/>
                  </a:moveTo>
                  <a:lnTo>
                    <a:pt x="11436" y="14476"/>
                  </a:lnTo>
                  <a:lnTo>
                    <a:pt x="0" y="14476"/>
                  </a:lnTo>
                  <a:lnTo>
                    <a:pt x="609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1" name="object 1131"/>
            <p:cNvSpPr/>
            <p:nvPr/>
          </p:nvSpPr>
          <p:spPr>
            <a:xfrm>
              <a:off x="3632434" y="3712612"/>
              <a:ext cx="2540" cy="5080"/>
            </a:xfrm>
            <a:custGeom>
              <a:avLst/>
              <a:gdLst/>
              <a:ahLst/>
              <a:cxnLst/>
              <a:rect l="l" t="t" r="r" b="b"/>
              <a:pathLst>
                <a:path w="2539" h="5079">
                  <a:moveTo>
                    <a:pt x="0" y="4574"/>
                  </a:moveTo>
                  <a:lnTo>
                    <a:pt x="1527" y="3053"/>
                  </a:lnTo>
                  <a:lnTo>
                    <a:pt x="2284" y="1520"/>
                  </a:lnTo>
                  <a:lnTo>
                    <a:pt x="22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2" name="object 1132"/>
            <p:cNvSpPr/>
            <p:nvPr/>
          </p:nvSpPr>
          <p:spPr>
            <a:xfrm>
              <a:off x="3635476" y="3516017"/>
              <a:ext cx="0" cy="197485"/>
            </a:xfrm>
            <a:custGeom>
              <a:avLst/>
              <a:gdLst/>
              <a:ahLst/>
              <a:cxnLst/>
              <a:rect l="l" t="t" r="r" b="b"/>
              <a:pathLst>
                <a:path w="0" h="197485">
                  <a:moveTo>
                    <a:pt x="0" y="1973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3" name="object 1133"/>
            <p:cNvSpPr/>
            <p:nvPr/>
          </p:nvSpPr>
          <p:spPr>
            <a:xfrm>
              <a:off x="3630149" y="3516018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11436" y="14476"/>
                  </a:moveTo>
                  <a:lnTo>
                    <a:pt x="0" y="14476"/>
                  </a:lnTo>
                  <a:lnTo>
                    <a:pt x="5339" y="0"/>
                  </a:lnTo>
                  <a:lnTo>
                    <a:pt x="11436" y="14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4" name="object 1134"/>
            <p:cNvSpPr/>
            <p:nvPr/>
          </p:nvSpPr>
          <p:spPr>
            <a:xfrm>
              <a:off x="3630149" y="3516018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5339" y="0"/>
                  </a:moveTo>
                  <a:lnTo>
                    <a:pt x="11436" y="14476"/>
                  </a:lnTo>
                  <a:lnTo>
                    <a:pt x="0" y="14476"/>
                  </a:lnTo>
                  <a:lnTo>
                    <a:pt x="53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5" name="object 1135"/>
          <p:cNvSpPr txBox="1"/>
          <p:nvPr/>
        </p:nvSpPr>
        <p:spPr>
          <a:xfrm>
            <a:off x="3520694" y="3552051"/>
            <a:ext cx="170180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-5">
                <a:latin typeface="Arial MT"/>
                <a:cs typeface="Arial MT"/>
              </a:rPr>
              <a:t>Correlatio</a:t>
            </a:r>
            <a:r>
              <a:rPr dirty="0" sz="150" spc="5">
                <a:latin typeface="Arial MT"/>
                <a:cs typeface="Arial MT"/>
              </a:rPr>
              <a:t>n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S/W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136" name="object 1136"/>
          <p:cNvSpPr txBox="1"/>
          <p:nvPr/>
        </p:nvSpPr>
        <p:spPr>
          <a:xfrm>
            <a:off x="3558030" y="3577195"/>
            <a:ext cx="92710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Module</a:t>
            </a:r>
            <a:endParaRPr sz="150">
              <a:latin typeface="Arial MT"/>
              <a:cs typeface="Arial MT"/>
            </a:endParaRPr>
          </a:p>
        </p:txBody>
      </p:sp>
      <p:pic>
        <p:nvPicPr>
          <p:cNvPr id="1137" name="object 113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736830" y="3461189"/>
            <a:ext cx="151600" cy="100504"/>
          </a:xfrm>
          <a:prstGeom prst="rect">
            <a:avLst/>
          </a:prstGeom>
        </p:spPr>
      </p:pic>
      <p:sp>
        <p:nvSpPr>
          <p:cNvPr id="1138" name="object 1138"/>
          <p:cNvSpPr txBox="1"/>
          <p:nvPr/>
        </p:nvSpPr>
        <p:spPr>
          <a:xfrm>
            <a:off x="3560073" y="3414891"/>
            <a:ext cx="391795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37037" sz="225" spc="-7">
                <a:latin typeface="Arial MT"/>
                <a:cs typeface="Arial MT"/>
              </a:rPr>
              <a:t>Correlat</a:t>
            </a:r>
            <a:r>
              <a:rPr dirty="0" baseline="37037" sz="225" spc="7">
                <a:latin typeface="Arial MT"/>
                <a:cs typeface="Arial MT"/>
              </a:rPr>
              <a:t>e</a:t>
            </a:r>
            <a:r>
              <a:rPr dirty="0" baseline="37037" sz="225">
                <a:latin typeface="Arial MT"/>
                <a:cs typeface="Arial MT"/>
              </a:rPr>
              <a:t> </a:t>
            </a:r>
            <a:r>
              <a:rPr dirty="0" baseline="37037" sz="225" spc="7">
                <a:latin typeface="Arial MT"/>
                <a:cs typeface="Arial MT"/>
              </a:rPr>
              <a:t>Track</a:t>
            </a:r>
            <a:r>
              <a:rPr dirty="0" baseline="37037" sz="225">
                <a:latin typeface="Arial MT"/>
                <a:cs typeface="Arial MT"/>
              </a:rPr>
              <a:t>   </a:t>
            </a:r>
            <a:r>
              <a:rPr dirty="0" baseline="37037" sz="225" spc="7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Correlate</a:t>
            </a:r>
            <a:r>
              <a:rPr dirty="0" sz="150" spc="5">
                <a:latin typeface="Arial MT"/>
                <a:cs typeface="Arial MT"/>
              </a:rPr>
              <a:t>d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Track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139" name="object 1139"/>
          <p:cNvGrpSpPr/>
          <p:nvPr/>
        </p:nvGrpSpPr>
        <p:grpSpPr>
          <a:xfrm>
            <a:off x="3380023" y="3177484"/>
            <a:ext cx="13970" cy="161290"/>
            <a:chOff x="3380023" y="3177484"/>
            <a:chExt cx="13970" cy="161290"/>
          </a:xfrm>
        </p:grpSpPr>
        <p:sp>
          <p:nvSpPr>
            <p:cNvPr id="1140" name="object 1140"/>
            <p:cNvSpPr/>
            <p:nvPr/>
          </p:nvSpPr>
          <p:spPr>
            <a:xfrm>
              <a:off x="3386315" y="3178437"/>
              <a:ext cx="0" cy="159385"/>
            </a:xfrm>
            <a:custGeom>
              <a:avLst/>
              <a:gdLst/>
              <a:ahLst/>
              <a:cxnLst/>
              <a:rect l="l" t="t" r="r" b="b"/>
              <a:pathLst>
                <a:path w="0" h="159385">
                  <a:moveTo>
                    <a:pt x="0" y="0"/>
                  </a:moveTo>
                  <a:lnTo>
                    <a:pt x="0" y="1582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1" name="object 1141"/>
            <p:cNvSpPr/>
            <p:nvPr/>
          </p:nvSpPr>
          <p:spPr>
            <a:xfrm>
              <a:off x="3380976" y="3323218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5339" y="14476"/>
                  </a:moveTo>
                  <a:lnTo>
                    <a:pt x="0" y="0"/>
                  </a:lnTo>
                  <a:lnTo>
                    <a:pt x="11436" y="0"/>
                  </a:lnTo>
                  <a:lnTo>
                    <a:pt x="5339" y="14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2" name="object 1142"/>
            <p:cNvSpPr/>
            <p:nvPr/>
          </p:nvSpPr>
          <p:spPr>
            <a:xfrm>
              <a:off x="3380976" y="3323218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5339" y="14476"/>
                  </a:moveTo>
                  <a:lnTo>
                    <a:pt x="0" y="0"/>
                  </a:lnTo>
                  <a:lnTo>
                    <a:pt x="11436" y="0"/>
                  </a:lnTo>
                  <a:lnTo>
                    <a:pt x="5339" y="14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3" name="object 1143"/>
          <p:cNvSpPr txBox="1"/>
          <p:nvPr/>
        </p:nvSpPr>
        <p:spPr>
          <a:xfrm>
            <a:off x="3247135" y="3217533"/>
            <a:ext cx="147320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>
                <a:latin typeface="Arial MT"/>
                <a:cs typeface="Arial MT"/>
              </a:rPr>
              <a:t>Networ</a:t>
            </a:r>
            <a:r>
              <a:rPr dirty="0" sz="150" spc="5">
                <a:latin typeface="Arial MT"/>
                <a:cs typeface="Arial MT"/>
              </a:rPr>
              <a:t>k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Plan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144" name="object 1144"/>
          <p:cNvGrpSpPr/>
          <p:nvPr/>
        </p:nvGrpSpPr>
        <p:grpSpPr>
          <a:xfrm>
            <a:off x="3463280" y="3230064"/>
            <a:ext cx="775970" cy="605790"/>
            <a:chOff x="3463280" y="3230064"/>
            <a:chExt cx="775970" cy="605790"/>
          </a:xfrm>
        </p:grpSpPr>
        <p:sp>
          <p:nvSpPr>
            <p:cNvPr id="1145" name="object 1145"/>
            <p:cNvSpPr/>
            <p:nvPr/>
          </p:nvSpPr>
          <p:spPr>
            <a:xfrm>
              <a:off x="4096496" y="3558682"/>
              <a:ext cx="142240" cy="0"/>
            </a:xfrm>
            <a:custGeom>
              <a:avLst/>
              <a:gdLst/>
              <a:ahLst/>
              <a:cxnLst/>
              <a:rect l="l" t="t" r="r" b="b"/>
              <a:pathLst>
                <a:path w="142239" h="0">
                  <a:moveTo>
                    <a:pt x="0" y="0"/>
                  </a:moveTo>
                  <a:lnTo>
                    <a:pt x="1425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6" name="object 1146"/>
            <p:cNvSpPr/>
            <p:nvPr/>
          </p:nvSpPr>
          <p:spPr>
            <a:xfrm>
              <a:off x="4223753" y="3552587"/>
              <a:ext cx="14604" cy="11430"/>
            </a:xfrm>
            <a:custGeom>
              <a:avLst/>
              <a:gdLst/>
              <a:ahLst/>
              <a:cxnLst/>
              <a:rect l="l" t="t" r="r" b="b"/>
              <a:pathLst>
                <a:path w="14604" h="11429">
                  <a:moveTo>
                    <a:pt x="0" y="11423"/>
                  </a:moveTo>
                  <a:lnTo>
                    <a:pt x="0" y="0"/>
                  </a:lnTo>
                  <a:lnTo>
                    <a:pt x="14479" y="6094"/>
                  </a:lnTo>
                  <a:lnTo>
                    <a:pt x="0" y="114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7" name="object 1147"/>
            <p:cNvSpPr/>
            <p:nvPr/>
          </p:nvSpPr>
          <p:spPr>
            <a:xfrm>
              <a:off x="4223753" y="3552587"/>
              <a:ext cx="14604" cy="11430"/>
            </a:xfrm>
            <a:custGeom>
              <a:avLst/>
              <a:gdLst/>
              <a:ahLst/>
              <a:cxnLst/>
              <a:rect l="l" t="t" r="r" b="b"/>
              <a:pathLst>
                <a:path w="14604" h="11429">
                  <a:moveTo>
                    <a:pt x="14479" y="6094"/>
                  </a:moveTo>
                  <a:lnTo>
                    <a:pt x="0" y="11423"/>
                  </a:lnTo>
                  <a:lnTo>
                    <a:pt x="0" y="0"/>
                  </a:lnTo>
                  <a:lnTo>
                    <a:pt x="14479" y="609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8" name="object 1148"/>
            <p:cNvSpPr/>
            <p:nvPr/>
          </p:nvSpPr>
          <p:spPr>
            <a:xfrm>
              <a:off x="4093454" y="3560215"/>
              <a:ext cx="2540" cy="5715"/>
            </a:xfrm>
            <a:custGeom>
              <a:avLst/>
              <a:gdLst/>
              <a:ahLst/>
              <a:cxnLst/>
              <a:rect l="l" t="t" r="r" b="b"/>
              <a:pathLst>
                <a:path w="2539" h="5714">
                  <a:moveTo>
                    <a:pt x="2284" y="5328"/>
                  </a:moveTo>
                  <a:lnTo>
                    <a:pt x="2284" y="3041"/>
                  </a:lnTo>
                  <a:lnTo>
                    <a:pt x="1527" y="152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9" name="object 1149"/>
            <p:cNvSpPr/>
            <p:nvPr/>
          </p:nvSpPr>
          <p:spPr>
            <a:xfrm>
              <a:off x="4093454" y="3826919"/>
              <a:ext cx="2540" cy="5080"/>
            </a:xfrm>
            <a:custGeom>
              <a:avLst/>
              <a:gdLst/>
              <a:ahLst/>
              <a:cxnLst/>
              <a:rect l="l" t="t" r="r" b="b"/>
              <a:pathLst>
                <a:path w="2539" h="5079">
                  <a:moveTo>
                    <a:pt x="0" y="4574"/>
                  </a:moveTo>
                  <a:lnTo>
                    <a:pt x="1527" y="3053"/>
                  </a:lnTo>
                  <a:lnTo>
                    <a:pt x="2284" y="1520"/>
                  </a:lnTo>
                  <a:lnTo>
                    <a:pt x="22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0" name="object 1150"/>
            <p:cNvSpPr/>
            <p:nvPr/>
          </p:nvSpPr>
          <p:spPr>
            <a:xfrm>
              <a:off x="4096496" y="3565543"/>
              <a:ext cx="0" cy="261620"/>
            </a:xfrm>
            <a:custGeom>
              <a:avLst/>
              <a:gdLst/>
              <a:ahLst/>
              <a:cxnLst/>
              <a:rect l="l" t="t" r="r" b="b"/>
              <a:pathLst>
                <a:path w="0" h="261620">
                  <a:moveTo>
                    <a:pt x="0" y="0"/>
                  </a:moveTo>
                  <a:lnTo>
                    <a:pt x="0" y="25979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1" name="object 1151"/>
            <p:cNvSpPr/>
            <p:nvPr/>
          </p:nvSpPr>
          <p:spPr>
            <a:xfrm>
              <a:off x="4088871" y="3831493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39">
                  <a:moveTo>
                    <a:pt x="0" y="2287"/>
                  </a:moveTo>
                  <a:lnTo>
                    <a:pt x="1527" y="2287"/>
                  </a:lnTo>
                  <a:lnTo>
                    <a:pt x="3042" y="1520"/>
                  </a:lnTo>
                  <a:lnTo>
                    <a:pt x="45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2" name="object 1152"/>
            <p:cNvSpPr/>
            <p:nvPr/>
          </p:nvSpPr>
          <p:spPr>
            <a:xfrm>
              <a:off x="3508989" y="3831493"/>
              <a:ext cx="5715" cy="2540"/>
            </a:xfrm>
            <a:custGeom>
              <a:avLst/>
              <a:gdLst/>
              <a:ahLst/>
              <a:cxnLst/>
              <a:rect l="l" t="t" r="r" b="b"/>
              <a:pathLst>
                <a:path w="5714" h="2539">
                  <a:moveTo>
                    <a:pt x="0" y="0"/>
                  </a:moveTo>
                  <a:lnTo>
                    <a:pt x="1536" y="1511"/>
                  </a:lnTo>
                  <a:lnTo>
                    <a:pt x="3060" y="2273"/>
                  </a:lnTo>
                  <a:lnTo>
                    <a:pt x="5372" y="22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3" name="object 1153"/>
            <p:cNvSpPr/>
            <p:nvPr/>
          </p:nvSpPr>
          <p:spPr>
            <a:xfrm>
              <a:off x="3515085" y="3834547"/>
              <a:ext cx="574675" cy="0"/>
            </a:xfrm>
            <a:custGeom>
              <a:avLst/>
              <a:gdLst/>
              <a:ahLst/>
              <a:cxnLst/>
              <a:rect l="l" t="t" r="r" b="b"/>
              <a:pathLst>
                <a:path w="574675" h="0">
                  <a:moveTo>
                    <a:pt x="57454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4" name="object 1154"/>
            <p:cNvSpPr/>
            <p:nvPr/>
          </p:nvSpPr>
          <p:spPr>
            <a:xfrm>
              <a:off x="3507462" y="3826932"/>
              <a:ext cx="1905" cy="5080"/>
            </a:xfrm>
            <a:custGeom>
              <a:avLst/>
              <a:gdLst/>
              <a:ahLst/>
              <a:cxnLst/>
              <a:rect l="l" t="t" r="r" b="b"/>
              <a:pathLst>
                <a:path w="1904" h="5079">
                  <a:moveTo>
                    <a:pt x="0" y="0"/>
                  </a:moveTo>
                  <a:lnTo>
                    <a:pt x="0" y="1511"/>
                  </a:lnTo>
                  <a:lnTo>
                    <a:pt x="0" y="3035"/>
                  </a:lnTo>
                  <a:lnTo>
                    <a:pt x="1536" y="45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5" name="object 1155"/>
            <p:cNvSpPr/>
            <p:nvPr/>
          </p:nvSpPr>
          <p:spPr>
            <a:xfrm>
              <a:off x="3507462" y="3487064"/>
              <a:ext cx="1905" cy="5715"/>
            </a:xfrm>
            <a:custGeom>
              <a:avLst/>
              <a:gdLst/>
              <a:ahLst/>
              <a:cxnLst/>
              <a:rect l="l" t="t" r="r" b="b"/>
              <a:pathLst>
                <a:path w="1904" h="5714">
                  <a:moveTo>
                    <a:pt x="1527" y="0"/>
                  </a:moveTo>
                  <a:lnTo>
                    <a:pt x="0" y="1520"/>
                  </a:lnTo>
                  <a:lnTo>
                    <a:pt x="0" y="3053"/>
                  </a:lnTo>
                  <a:lnTo>
                    <a:pt x="0" y="5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6" name="object 1156"/>
            <p:cNvSpPr/>
            <p:nvPr/>
          </p:nvSpPr>
          <p:spPr>
            <a:xfrm>
              <a:off x="3507462" y="3492404"/>
              <a:ext cx="0" cy="334645"/>
            </a:xfrm>
            <a:custGeom>
              <a:avLst/>
              <a:gdLst/>
              <a:ahLst/>
              <a:cxnLst/>
              <a:rect l="l" t="t" r="r" b="b"/>
              <a:pathLst>
                <a:path w="0" h="334645">
                  <a:moveTo>
                    <a:pt x="0" y="3345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7" name="object 1157"/>
            <p:cNvSpPr/>
            <p:nvPr/>
          </p:nvSpPr>
          <p:spPr>
            <a:xfrm>
              <a:off x="3508977" y="3485543"/>
              <a:ext cx="5715" cy="1905"/>
            </a:xfrm>
            <a:custGeom>
              <a:avLst/>
              <a:gdLst/>
              <a:ahLst/>
              <a:cxnLst/>
              <a:rect l="l" t="t" r="r" b="b"/>
              <a:pathLst>
                <a:path w="5714" h="1904">
                  <a:moveTo>
                    <a:pt x="5339" y="0"/>
                  </a:moveTo>
                  <a:lnTo>
                    <a:pt x="3054" y="0"/>
                  </a:lnTo>
                  <a:lnTo>
                    <a:pt x="1527" y="0"/>
                  </a:lnTo>
                  <a:lnTo>
                    <a:pt x="0" y="15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8" name="object 1158"/>
            <p:cNvSpPr/>
            <p:nvPr/>
          </p:nvSpPr>
          <p:spPr>
            <a:xfrm>
              <a:off x="3515074" y="3485543"/>
              <a:ext cx="78105" cy="0"/>
            </a:xfrm>
            <a:custGeom>
              <a:avLst/>
              <a:gdLst/>
              <a:ahLst/>
              <a:cxnLst/>
              <a:rect l="l" t="t" r="r" b="b"/>
              <a:pathLst>
                <a:path w="78104" h="0">
                  <a:moveTo>
                    <a:pt x="0" y="0"/>
                  </a:moveTo>
                  <a:lnTo>
                    <a:pt x="781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9" name="object 1159"/>
            <p:cNvSpPr/>
            <p:nvPr/>
          </p:nvSpPr>
          <p:spPr>
            <a:xfrm>
              <a:off x="3578342" y="3479436"/>
              <a:ext cx="14604" cy="11430"/>
            </a:xfrm>
            <a:custGeom>
              <a:avLst/>
              <a:gdLst/>
              <a:ahLst/>
              <a:cxnLst/>
              <a:rect l="l" t="t" r="r" b="b"/>
              <a:pathLst>
                <a:path w="14604" h="11429">
                  <a:moveTo>
                    <a:pt x="0" y="11423"/>
                  </a:moveTo>
                  <a:lnTo>
                    <a:pt x="0" y="0"/>
                  </a:lnTo>
                  <a:lnTo>
                    <a:pt x="14479" y="6094"/>
                  </a:lnTo>
                  <a:lnTo>
                    <a:pt x="0" y="114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0" name="object 1160"/>
            <p:cNvSpPr/>
            <p:nvPr/>
          </p:nvSpPr>
          <p:spPr>
            <a:xfrm>
              <a:off x="3578342" y="3479436"/>
              <a:ext cx="14604" cy="11430"/>
            </a:xfrm>
            <a:custGeom>
              <a:avLst/>
              <a:gdLst/>
              <a:ahLst/>
              <a:cxnLst/>
              <a:rect l="l" t="t" r="r" b="b"/>
              <a:pathLst>
                <a:path w="14604" h="11429">
                  <a:moveTo>
                    <a:pt x="14479" y="6094"/>
                  </a:moveTo>
                  <a:lnTo>
                    <a:pt x="0" y="11423"/>
                  </a:lnTo>
                  <a:lnTo>
                    <a:pt x="0" y="0"/>
                  </a:lnTo>
                  <a:lnTo>
                    <a:pt x="14479" y="609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61" name="object 11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463280" y="3373549"/>
              <a:ext cx="130266" cy="80698"/>
            </a:xfrm>
            <a:prstGeom prst="rect">
              <a:avLst/>
            </a:prstGeom>
          </p:spPr>
        </p:pic>
        <p:sp>
          <p:nvSpPr>
            <p:cNvPr id="1162" name="object 1162"/>
            <p:cNvSpPr/>
            <p:nvPr/>
          </p:nvSpPr>
          <p:spPr>
            <a:xfrm>
              <a:off x="3656065" y="3343790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w="0" h="70485">
                  <a:moveTo>
                    <a:pt x="0" y="0"/>
                  </a:moveTo>
                  <a:lnTo>
                    <a:pt x="0" y="696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3" name="object 1163"/>
            <p:cNvSpPr/>
            <p:nvPr/>
          </p:nvSpPr>
          <p:spPr>
            <a:xfrm>
              <a:off x="3649968" y="3399423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6097" y="14476"/>
                  </a:moveTo>
                  <a:lnTo>
                    <a:pt x="0" y="0"/>
                  </a:lnTo>
                  <a:lnTo>
                    <a:pt x="11436" y="0"/>
                  </a:lnTo>
                  <a:lnTo>
                    <a:pt x="6097" y="14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4" name="object 1164"/>
            <p:cNvSpPr/>
            <p:nvPr/>
          </p:nvSpPr>
          <p:spPr>
            <a:xfrm>
              <a:off x="3649968" y="3399423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6097" y="14476"/>
                  </a:moveTo>
                  <a:lnTo>
                    <a:pt x="0" y="0"/>
                  </a:lnTo>
                  <a:lnTo>
                    <a:pt x="11436" y="0"/>
                  </a:lnTo>
                  <a:lnTo>
                    <a:pt x="6097" y="14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5" name="object 1165"/>
            <p:cNvSpPr/>
            <p:nvPr/>
          </p:nvSpPr>
          <p:spPr>
            <a:xfrm>
              <a:off x="3656065" y="3336175"/>
              <a:ext cx="1905" cy="5080"/>
            </a:xfrm>
            <a:custGeom>
              <a:avLst/>
              <a:gdLst/>
              <a:ahLst/>
              <a:cxnLst/>
              <a:rect l="l" t="t" r="r" b="b"/>
              <a:pathLst>
                <a:path w="1904" h="5079">
                  <a:moveTo>
                    <a:pt x="0" y="0"/>
                  </a:moveTo>
                  <a:lnTo>
                    <a:pt x="0" y="1511"/>
                  </a:lnTo>
                  <a:lnTo>
                    <a:pt x="0" y="3035"/>
                  </a:lnTo>
                  <a:lnTo>
                    <a:pt x="1536" y="45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6" name="object 1166"/>
            <p:cNvSpPr/>
            <p:nvPr/>
          </p:nvSpPr>
          <p:spPr>
            <a:xfrm>
              <a:off x="3656065" y="3231016"/>
              <a:ext cx="0" cy="113030"/>
            </a:xfrm>
            <a:custGeom>
              <a:avLst/>
              <a:gdLst/>
              <a:ahLst/>
              <a:cxnLst/>
              <a:rect l="l" t="t" r="r" b="b"/>
              <a:pathLst>
                <a:path w="0" h="113029">
                  <a:moveTo>
                    <a:pt x="0" y="0"/>
                  </a:moveTo>
                  <a:lnTo>
                    <a:pt x="0" y="1120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67" name="object 1167"/>
          <p:cNvSpPr txBox="1"/>
          <p:nvPr/>
        </p:nvSpPr>
        <p:spPr>
          <a:xfrm>
            <a:off x="3661664" y="3248013"/>
            <a:ext cx="132715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>
                <a:latin typeface="Arial MT"/>
                <a:cs typeface="Arial MT"/>
              </a:rPr>
              <a:t>CI</a:t>
            </a:r>
            <a:r>
              <a:rPr dirty="0" sz="150" spc="5">
                <a:latin typeface="Arial MT"/>
                <a:cs typeface="Arial MT"/>
              </a:rPr>
              <a:t>D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>
                <a:latin typeface="Arial MT"/>
                <a:cs typeface="Arial MT"/>
              </a:rPr>
              <a:t>Criteria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168" name="object 1168"/>
          <p:cNvGrpSpPr/>
          <p:nvPr/>
        </p:nvGrpSpPr>
        <p:grpSpPr>
          <a:xfrm>
            <a:off x="3113328" y="3339796"/>
            <a:ext cx="887094" cy="414655"/>
            <a:chOff x="3113328" y="3339796"/>
            <a:chExt cx="887094" cy="414655"/>
          </a:xfrm>
        </p:grpSpPr>
        <p:sp>
          <p:nvSpPr>
            <p:cNvPr id="1169" name="object 1169"/>
            <p:cNvSpPr/>
            <p:nvPr/>
          </p:nvSpPr>
          <p:spPr>
            <a:xfrm>
              <a:off x="3657580" y="3340749"/>
              <a:ext cx="5715" cy="2540"/>
            </a:xfrm>
            <a:custGeom>
              <a:avLst/>
              <a:gdLst/>
              <a:ahLst/>
              <a:cxnLst/>
              <a:rect l="l" t="t" r="r" b="b"/>
              <a:pathLst>
                <a:path w="5714" h="2539">
                  <a:moveTo>
                    <a:pt x="0" y="0"/>
                  </a:moveTo>
                  <a:lnTo>
                    <a:pt x="1536" y="1511"/>
                  </a:lnTo>
                  <a:lnTo>
                    <a:pt x="3060" y="2273"/>
                  </a:lnTo>
                  <a:lnTo>
                    <a:pt x="5372" y="22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0" name="object 1170"/>
            <p:cNvSpPr/>
            <p:nvPr/>
          </p:nvSpPr>
          <p:spPr>
            <a:xfrm>
              <a:off x="3957815" y="3343803"/>
              <a:ext cx="5080" cy="1905"/>
            </a:xfrm>
            <a:custGeom>
              <a:avLst/>
              <a:gdLst/>
              <a:ahLst/>
              <a:cxnLst/>
              <a:rect l="l" t="t" r="r" b="b"/>
              <a:pathLst>
                <a:path w="5079" h="1904">
                  <a:moveTo>
                    <a:pt x="4569" y="1520"/>
                  </a:moveTo>
                  <a:lnTo>
                    <a:pt x="3042" y="0"/>
                  </a:lnTo>
                  <a:lnTo>
                    <a:pt x="152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1" name="object 1171"/>
            <p:cNvSpPr/>
            <p:nvPr/>
          </p:nvSpPr>
          <p:spPr>
            <a:xfrm>
              <a:off x="3662919" y="3343803"/>
              <a:ext cx="295910" cy="0"/>
            </a:xfrm>
            <a:custGeom>
              <a:avLst/>
              <a:gdLst/>
              <a:ahLst/>
              <a:cxnLst/>
              <a:rect l="l" t="t" r="r" b="b"/>
              <a:pathLst>
                <a:path w="295910" h="0">
                  <a:moveTo>
                    <a:pt x="0" y="0"/>
                  </a:moveTo>
                  <a:lnTo>
                    <a:pt x="29744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2" name="object 1172"/>
            <p:cNvSpPr/>
            <p:nvPr/>
          </p:nvSpPr>
          <p:spPr>
            <a:xfrm>
              <a:off x="3962385" y="3345336"/>
              <a:ext cx="2540" cy="5715"/>
            </a:xfrm>
            <a:custGeom>
              <a:avLst/>
              <a:gdLst/>
              <a:ahLst/>
              <a:cxnLst/>
              <a:rect l="l" t="t" r="r" b="b"/>
              <a:pathLst>
                <a:path w="2539" h="5714">
                  <a:moveTo>
                    <a:pt x="2284" y="5328"/>
                  </a:moveTo>
                  <a:lnTo>
                    <a:pt x="2284" y="3041"/>
                  </a:lnTo>
                  <a:lnTo>
                    <a:pt x="1527" y="152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3" name="object 1173"/>
            <p:cNvSpPr/>
            <p:nvPr/>
          </p:nvSpPr>
          <p:spPr>
            <a:xfrm>
              <a:off x="3965427" y="3350664"/>
              <a:ext cx="0" cy="156845"/>
            </a:xfrm>
            <a:custGeom>
              <a:avLst/>
              <a:gdLst/>
              <a:ahLst/>
              <a:cxnLst/>
              <a:rect l="l" t="t" r="r" b="b"/>
              <a:pathLst>
                <a:path w="0" h="156845">
                  <a:moveTo>
                    <a:pt x="0" y="0"/>
                  </a:moveTo>
                  <a:lnTo>
                    <a:pt x="0" y="1552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4" name="object 1174"/>
            <p:cNvSpPr/>
            <p:nvPr/>
          </p:nvSpPr>
          <p:spPr>
            <a:xfrm>
              <a:off x="3960087" y="3492392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5339" y="14476"/>
                  </a:moveTo>
                  <a:lnTo>
                    <a:pt x="0" y="0"/>
                  </a:lnTo>
                  <a:lnTo>
                    <a:pt x="11436" y="0"/>
                  </a:lnTo>
                  <a:lnTo>
                    <a:pt x="5339" y="14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5" name="object 1175"/>
            <p:cNvSpPr/>
            <p:nvPr/>
          </p:nvSpPr>
          <p:spPr>
            <a:xfrm>
              <a:off x="3960087" y="3492392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5339" y="14476"/>
                  </a:moveTo>
                  <a:lnTo>
                    <a:pt x="0" y="0"/>
                  </a:lnTo>
                  <a:lnTo>
                    <a:pt x="11436" y="0"/>
                  </a:lnTo>
                  <a:lnTo>
                    <a:pt x="5339" y="14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6" name="object 1176"/>
            <p:cNvSpPr/>
            <p:nvPr/>
          </p:nvSpPr>
          <p:spPr>
            <a:xfrm>
              <a:off x="3701017" y="3516017"/>
              <a:ext cx="0" cy="235585"/>
            </a:xfrm>
            <a:custGeom>
              <a:avLst/>
              <a:gdLst/>
              <a:ahLst/>
              <a:cxnLst/>
              <a:rect l="l" t="t" r="r" b="b"/>
              <a:pathLst>
                <a:path w="0" h="235585">
                  <a:moveTo>
                    <a:pt x="0" y="23546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7" name="object 1177"/>
            <p:cNvSpPr/>
            <p:nvPr/>
          </p:nvSpPr>
          <p:spPr>
            <a:xfrm>
              <a:off x="3694920" y="3516017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11436" y="14476"/>
                  </a:moveTo>
                  <a:lnTo>
                    <a:pt x="0" y="14476"/>
                  </a:lnTo>
                  <a:lnTo>
                    <a:pt x="6097" y="0"/>
                  </a:lnTo>
                  <a:lnTo>
                    <a:pt x="11436" y="14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8" name="object 1178"/>
            <p:cNvSpPr/>
            <p:nvPr/>
          </p:nvSpPr>
          <p:spPr>
            <a:xfrm>
              <a:off x="3694920" y="3516017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6097" y="0"/>
                  </a:moveTo>
                  <a:lnTo>
                    <a:pt x="11436" y="14476"/>
                  </a:lnTo>
                  <a:lnTo>
                    <a:pt x="0" y="14476"/>
                  </a:lnTo>
                  <a:lnTo>
                    <a:pt x="609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9" name="object 1179"/>
            <p:cNvSpPr/>
            <p:nvPr/>
          </p:nvSpPr>
          <p:spPr>
            <a:xfrm>
              <a:off x="3702544" y="3751481"/>
              <a:ext cx="5080" cy="1905"/>
            </a:xfrm>
            <a:custGeom>
              <a:avLst/>
              <a:gdLst/>
              <a:ahLst/>
              <a:cxnLst/>
              <a:rect l="l" t="t" r="r" b="b"/>
              <a:pathLst>
                <a:path w="5079" h="1904">
                  <a:moveTo>
                    <a:pt x="4569" y="0"/>
                  </a:moveTo>
                  <a:lnTo>
                    <a:pt x="3042" y="0"/>
                  </a:lnTo>
                  <a:lnTo>
                    <a:pt x="1527" y="0"/>
                  </a:lnTo>
                  <a:lnTo>
                    <a:pt x="0" y="15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0" name="object 1180"/>
            <p:cNvSpPr/>
            <p:nvPr/>
          </p:nvSpPr>
          <p:spPr>
            <a:xfrm>
              <a:off x="3985246" y="3748427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39">
                  <a:moveTo>
                    <a:pt x="0" y="2287"/>
                  </a:moveTo>
                  <a:lnTo>
                    <a:pt x="1527" y="2287"/>
                  </a:lnTo>
                  <a:lnTo>
                    <a:pt x="3042" y="1520"/>
                  </a:lnTo>
                  <a:lnTo>
                    <a:pt x="45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1" name="object 1181"/>
            <p:cNvSpPr/>
            <p:nvPr/>
          </p:nvSpPr>
          <p:spPr>
            <a:xfrm>
              <a:off x="3707884" y="3751481"/>
              <a:ext cx="278130" cy="0"/>
            </a:xfrm>
            <a:custGeom>
              <a:avLst/>
              <a:gdLst/>
              <a:ahLst/>
              <a:cxnLst/>
              <a:rect l="l" t="t" r="r" b="b"/>
              <a:pathLst>
                <a:path w="278129" h="0">
                  <a:moveTo>
                    <a:pt x="0" y="0"/>
                  </a:moveTo>
                  <a:lnTo>
                    <a:pt x="2798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2" name="object 1182"/>
            <p:cNvSpPr/>
            <p:nvPr/>
          </p:nvSpPr>
          <p:spPr>
            <a:xfrm>
              <a:off x="3989828" y="3743853"/>
              <a:ext cx="2540" cy="5080"/>
            </a:xfrm>
            <a:custGeom>
              <a:avLst/>
              <a:gdLst/>
              <a:ahLst/>
              <a:cxnLst/>
              <a:rect l="l" t="t" r="r" b="b"/>
              <a:pathLst>
                <a:path w="2539" h="5079">
                  <a:moveTo>
                    <a:pt x="0" y="4574"/>
                  </a:moveTo>
                  <a:lnTo>
                    <a:pt x="1527" y="3053"/>
                  </a:lnTo>
                  <a:lnTo>
                    <a:pt x="2284" y="1520"/>
                  </a:lnTo>
                  <a:lnTo>
                    <a:pt x="22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3" name="object 1183"/>
            <p:cNvSpPr/>
            <p:nvPr/>
          </p:nvSpPr>
          <p:spPr>
            <a:xfrm>
              <a:off x="3992870" y="3609740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w="0" h="134620">
                  <a:moveTo>
                    <a:pt x="0" y="1341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4" name="object 1184"/>
            <p:cNvSpPr/>
            <p:nvPr/>
          </p:nvSpPr>
          <p:spPr>
            <a:xfrm>
              <a:off x="3987531" y="3609740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11436" y="14476"/>
                  </a:moveTo>
                  <a:lnTo>
                    <a:pt x="0" y="14476"/>
                  </a:lnTo>
                  <a:lnTo>
                    <a:pt x="5339" y="0"/>
                  </a:lnTo>
                  <a:lnTo>
                    <a:pt x="11436" y="14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5" name="object 1185"/>
            <p:cNvSpPr/>
            <p:nvPr/>
          </p:nvSpPr>
          <p:spPr>
            <a:xfrm>
              <a:off x="3987531" y="3609740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5339" y="0"/>
                  </a:moveTo>
                  <a:lnTo>
                    <a:pt x="11436" y="14476"/>
                  </a:lnTo>
                  <a:lnTo>
                    <a:pt x="0" y="14476"/>
                  </a:lnTo>
                  <a:lnTo>
                    <a:pt x="53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6" name="object 1186"/>
            <p:cNvSpPr/>
            <p:nvPr/>
          </p:nvSpPr>
          <p:spPr>
            <a:xfrm>
              <a:off x="3114280" y="3380372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 h="0">
                  <a:moveTo>
                    <a:pt x="0" y="0"/>
                  </a:moveTo>
                  <a:lnTo>
                    <a:pt x="1916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7" name="object 1187"/>
            <p:cNvSpPr/>
            <p:nvPr/>
          </p:nvSpPr>
          <p:spPr>
            <a:xfrm>
              <a:off x="3290301" y="3374277"/>
              <a:ext cx="14604" cy="11430"/>
            </a:xfrm>
            <a:custGeom>
              <a:avLst/>
              <a:gdLst/>
              <a:ahLst/>
              <a:cxnLst/>
              <a:rect l="l" t="t" r="r" b="b"/>
              <a:pathLst>
                <a:path w="14604" h="11429">
                  <a:moveTo>
                    <a:pt x="0" y="11423"/>
                  </a:moveTo>
                  <a:lnTo>
                    <a:pt x="0" y="0"/>
                  </a:lnTo>
                  <a:lnTo>
                    <a:pt x="14479" y="6094"/>
                  </a:lnTo>
                  <a:lnTo>
                    <a:pt x="0" y="114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8" name="object 1188"/>
            <p:cNvSpPr/>
            <p:nvPr/>
          </p:nvSpPr>
          <p:spPr>
            <a:xfrm>
              <a:off x="3290301" y="3374277"/>
              <a:ext cx="14604" cy="11430"/>
            </a:xfrm>
            <a:custGeom>
              <a:avLst/>
              <a:gdLst/>
              <a:ahLst/>
              <a:cxnLst/>
              <a:rect l="l" t="t" r="r" b="b"/>
              <a:pathLst>
                <a:path w="14604" h="11429">
                  <a:moveTo>
                    <a:pt x="14479" y="6094"/>
                  </a:moveTo>
                  <a:lnTo>
                    <a:pt x="0" y="11423"/>
                  </a:lnTo>
                  <a:lnTo>
                    <a:pt x="0" y="0"/>
                  </a:lnTo>
                  <a:lnTo>
                    <a:pt x="14479" y="609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9" name="object 1189"/>
          <p:cNvSpPr txBox="1"/>
          <p:nvPr/>
        </p:nvSpPr>
        <p:spPr>
          <a:xfrm>
            <a:off x="3079242" y="3287803"/>
            <a:ext cx="543560" cy="93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 indent="379730">
              <a:lnSpc>
                <a:spcPct val="150000"/>
              </a:lnSpc>
              <a:spcBef>
                <a:spcPts val="95"/>
              </a:spcBef>
            </a:pPr>
            <a:r>
              <a:rPr dirty="0" sz="150" spc="5">
                <a:latin typeface="Arial MT"/>
                <a:cs typeface="Arial MT"/>
              </a:rPr>
              <a:t>Network  </a:t>
            </a:r>
            <a:r>
              <a:rPr dirty="0" sz="150">
                <a:latin typeface="Arial MT"/>
                <a:cs typeface="Arial MT"/>
              </a:rPr>
              <a:t>Network</a:t>
            </a:r>
            <a:r>
              <a:rPr dirty="0" sz="150" spc="-10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Track</a:t>
            </a:r>
            <a:r>
              <a:rPr dirty="0" sz="150" spc="-5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Data  </a:t>
            </a:r>
            <a:r>
              <a:rPr dirty="0" baseline="18518" sz="225">
                <a:latin typeface="Arial MT"/>
                <a:cs typeface="Arial MT"/>
              </a:rPr>
              <a:t>Receive</a:t>
            </a:r>
            <a:r>
              <a:rPr dirty="0" baseline="18518" sz="225" spc="-7">
                <a:latin typeface="Arial MT"/>
                <a:cs typeface="Arial MT"/>
              </a:rPr>
              <a:t> </a:t>
            </a:r>
            <a:r>
              <a:rPr dirty="0" baseline="18518" sz="225" spc="7">
                <a:latin typeface="Arial MT"/>
                <a:cs typeface="Arial MT"/>
              </a:rPr>
              <a:t>Network</a:t>
            </a:r>
            <a:r>
              <a:rPr dirty="0" baseline="18518" sz="225" spc="67">
                <a:latin typeface="Arial MT"/>
                <a:cs typeface="Arial MT"/>
              </a:rPr>
              <a:t> </a:t>
            </a:r>
            <a:r>
              <a:rPr dirty="0" baseline="18518" sz="225" spc="7">
                <a:latin typeface="Arial MT"/>
                <a:cs typeface="Arial MT"/>
              </a:rPr>
              <a:t>Track</a:t>
            </a:r>
            <a:r>
              <a:rPr dirty="0" baseline="18518" sz="225" spc="-7">
                <a:latin typeface="Arial MT"/>
                <a:cs typeface="Arial MT"/>
              </a:rPr>
              <a:t> </a:t>
            </a:r>
            <a:r>
              <a:rPr dirty="0" baseline="18518" sz="225" spc="7">
                <a:latin typeface="Arial MT"/>
                <a:cs typeface="Arial MT"/>
              </a:rPr>
              <a:t>Data</a:t>
            </a:r>
            <a:endParaRPr baseline="18518" sz="225">
              <a:latin typeface="Arial MT"/>
              <a:cs typeface="Arial MT"/>
            </a:endParaRPr>
          </a:p>
        </p:txBody>
      </p:sp>
      <p:grpSp>
        <p:nvGrpSpPr>
          <p:cNvPr id="1190" name="object 1190"/>
          <p:cNvGrpSpPr/>
          <p:nvPr/>
        </p:nvGrpSpPr>
        <p:grpSpPr>
          <a:xfrm>
            <a:off x="3326676" y="3431998"/>
            <a:ext cx="13970" cy="147955"/>
            <a:chOff x="3326676" y="3431998"/>
            <a:chExt cx="13970" cy="147955"/>
          </a:xfrm>
        </p:grpSpPr>
        <p:sp>
          <p:nvSpPr>
            <p:cNvPr id="1191" name="object 1191"/>
            <p:cNvSpPr/>
            <p:nvPr/>
          </p:nvSpPr>
          <p:spPr>
            <a:xfrm>
              <a:off x="3332969" y="3432951"/>
              <a:ext cx="0" cy="146050"/>
            </a:xfrm>
            <a:custGeom>
              <a:avLst/>
              <a:gdLst/>
              <a:ahLst/>
              <a:cxnLst/>
              <a:rect l="l" t="t" r="r" b="b"/>
              <a:pathLst>
                <a:path w="0" h="146050">
                  <a:moveTo>
                    <a:pt x="0" y="1455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2" name="object 1192"/>
            <p:cNvSpPr/>
            <p:nvPr/>
          </p:nvSpPr>
          <p:spPr>
            <a:xfrm>
              <a:off x="3327629" y="3432951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11436" y="14476"/>
                  </a:moveTo>
                  <a:lnTo>
                    <a:pt x="0" y="14476"/>
                  </a:lnTo>
                  <a:lnTo>
                    <a:pt x="5339" y="0"/>
                  </a:lnTo>
                  <a:lnTo>
                    <a:pt x="11436" y="14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3" name="object 1193"/>
            <p:cNvSpPr/>
            <p:nvPr/>
          </p:nvSpPr>
          <p:spPr>
            <a:xfrm>
              <a:off x="3327629" y="3432951"/>
              <a:ext cx="12065" cy="14604"/>
            </a:xfrm>
            <a:custGeom>
              <a:avLst/>
              <a:gdLst/>
              <a:ahLst/>
              <a:cxnLst/>
              <a:rect l="l" t="t" r="r" b="b"/>
              <a:pathLst>
                <a:path w="12064" h="14604">
                  <a:moveTo>
                    <a:pt x="5339" y="0"/>
                  </a:moveTo>
                  <a:lnTo>
                    <a:pt x="11436" y="14476"/>
                  </a:lnTo>
                  <a:lnTo>
                    <a:pt x="0" y="14476"/>
                  </a:lnTo>
                  <a:lnTo>
                    <a:pt x="53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4" name="object 1194"/>
          <p:cNvSpPr txBox="1"/>
          <p:nvPr/>
        </p:nvSpPr>
        <p:spPr>
          <a:xfrm>
            <a:off x="3276091" y="3531477"/>
            <a:ext cx="65405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JDN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195" name="object 1195"/>
          <p:cNvGrpSpPr/>
          <p:nvPr/>
        </p:nvGrpSpPr>
        <p:grpSpPr>
          <a:xfrm>
            <a:off x="3700064" y="3750528"/>
            <a:ext cx="3810" cy="62865"/>
            <a:chOff x="3700064" y="3750528"/>
            <a:chExt cx="3810" cy="62865"/>
          </a:xfrm>
        </p:grpSpPr>
        <p:sp>
          <p:nvSpPr>
            <p:cNvPr id="1196" name="object 1196"/>
            <p:cNvSpPr/>
            <p:nvPr/>
          </p:nvSpPr>
          <p:spPr>
            <a:xfrm>
              <a:off x="3701017" y="3753002"/>
              <a:ext cx="1905" cy="5715"/>
            </a:xfrm>
            <a:custGeom>
              <a:avLst/>
              <a:gdLst/>
              <a:ahLst/>
              <a:cxnLst/>
              <a:rect l="l" t="t" r="r" b="b"/>
              <a:pathLst>
                <a:path w="1904" h="5714">
                  <a:moveTo>
                    <a:pt x="1527" y="0"/>
                  </a:moveTo>
                  <a:lnTo>
                    <a:pt x="0" y="1520"/>
                  </a:lnTo>
                  <a:lnTo>
                    <a:pt x="0" y="3053"/>
                  </a:lnTo>
                  <a:lnTo>
                    <a:pt x="0" y="5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7" name="object 1197"/>
            <p:cNvSpPr/>
            <p:nvPr/>
          </p:nvSpPr>
          <p:spPr>
            <a:xfrm>
              <a:off x="3701017" y="3751481"/>
              <a:ext cx="0" cy="60960"/>
            </a:xfrm>
            <a:custGeom>
              <a:avLst/>
              <a:gdLst/>
              <a:ahLst/>
              <a:cxnLst/>
              <a:rect l="l" t="t" r="r" b="b"/>
              <a:pathLst>
                <a:path w="0" h="60960">
                  <a:moveTo>
                    <a:pt x="0" y="609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8" name="object 1198"/>
          <p:cNvSpPr txBox="1"/>
          <p:nvPr/>
        </p:nvSpPr>
        <p:spPr>
          <a:xfrm>
            <a:off x="3703573" y="3760839"/>
            <a:ext cx="60960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HIC</a:t>
            </a:r>
            <a:endParaRPr sz="150">
              <a:latin typeface="Arial MT"/>
              <a:cs typeface="Arial MT"/>
            </a:endParaRPr>
          </a:p>
        </p:txBody>
      </p:sp>
      <p:grpSp>
        <p:nvGrpSpPr>
          <p:cNvPr id="1199" name="object 1199"/>
          <p:cNvGrpSpPr/>
          <p:nvPr/>
        </p:nvGrpSpPr>
        <p:grpSpPr>
          <a:xfrm>
            <a:off x="4030785" y="3557742"/>
            <a:ext cx="66675" cy="3810"/>
            <a:chOff x="4030785" y="3557742"/>
            <a:chExt cx="66675" cy="3810"/>
          </a:xfrm>
        </p:grpSpPr>
        <p:sp>
          <p:nvSpPr>
            <p:cNvPr id="1200" name="object 1200"/>
            <p:cNvSpPr/>
            <p:nvPr/>
          </p:nvSpPr>
          <p:spPr>
            <a:xfrm>
              <a:off x="4088884" y="3558695"/>
              <a:ext cx="5080" cy="1905"/>
            </a:xfrm>
            <a:custGeom>
              <a:avLst/>
              <a:gdLst/>
              <a:ahLst/>
              <a:cxnLst/>
              <a:rect l="l" t="t" r="r" b="b"/>
              <a:pathLst>
                <a:path w="5079" h="1904">
                  <a:moveTo>
                    <a:pt x="4569" y="1520"/>
                  </a:moveTo>
                  <a:lnTo>
                    <a:pt x="3042" y="0"/>
                  </a:lnTo>
                  <a:lnTo>
                    <a:pt x="152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1" name="object 1201"/>
            <p:cNvSpPr/>
            <p:nvPr/>
          </p:nvSpPr>
          <p:spPr>
            <a:xfrm>
              <a:off x="4031738" y="3558695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 h="0">
                  <a:moveTo>
                    <a:pt x="0" y="0"/>
                  </a:moveTo>
                  <a:lnTo>
                    <a:pt x="651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2" name="object 1202"/>
          <p:cNvSpPr txBox="1"/>
          <p:nvPr/>
        </p:nvSpPr>
        <p:spPr>
          <a:xfrm>
            <a:off x="3855723" y="3496418"/>
            <a:ext cx="375285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Manage</a:t>
            </a:r>
            <a:r>
              <a:rPr dirty="0" sz="150" spc="5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BMDS</a:t>
            </a:r>
            <a:r>
              <a:rPr dirty="0" sz="150" spc="5">
                <a:latin typeface="Arial MT"/>
                <a:cs typeface="Arial MT"/>
              </a:rPr>
              <a:t>       </a:t>
            </a:r>
            <a:r>
              <a:rPr dirty="0" sz="150" spc="10">
                <a:latin typeface="Arial MT"/>
                <a:cs typeface="Arial MT"/>
              </a:rPr>
              <a:t> </a:t>
            </a:r>
            <a:r>
              <a:rPr dirty="0" baseline="-37037" sz="225" spc="7">
                <a:latin typeface="Arial MT"/>
                <a:cs typeface="Arial MT"/>
              </a:rPr>
              <a:t>BMDS</a:t>
            </a:r>
            <a:r>
              <a:rPr dirty="0" baseline="-37037" sz="225">
                <a:latin typeface="Arial MT"/>
                <a:cs typeface="Arial MT"/>
              </a:rPr>
              <a:t> </a:t>
            </a:r>
            <a:r>
              <a:rPr dirty="0" baseline="-37037" sz="225" spc="7">
                <a:latin typeface="Arial MT"/>
                <a:cs typeface="Arial MT"/>
              </a:rPr>
              <a:t>Track</a:t>
            </a:r>
            <a:endParaRPr baseline="-37037" sz="225">
              <a:latin typeface="Arial MT"/>
              <a:cs typeface="Arial MT"/>
            </a:endParaRPr>
          </a:p>
        </p:txBody>
      </p:sp>
      <p:grpSp>
        <p:nvGrpSpPr>
          <p:cNvPr id="1203" name="object 1203"/>
          <p:cNvGrpSpPr/>
          <p:nvPr/>
        </p:nvGrpSpPr>
        <p:grpSpPr>
          <a:xfrm>
            <a:off x="3064001" y="2466740"/>
            <a:ext cx="1219200" cy="1413510"/>
            <a:chOff x="3064001" y="2466740"/>
            <a:chExt cx="1219200" cy="1413510"/>
          </a:xfrm>
        </p:grpSpPr>
        <p:sp>
          <p:nvSpPr>
            <p:cNvPr id="1204" name="object 1204"/>
            <p:cNvSpPr/>
            <p:nvPr/>
          </p:nvSpPr>
          <p:spPr>
            <a:xfrm>
              <a:off x="3064001" y="3132582"/>
              <a:ext cx="1219200" cy="748030"/>
            </a:xfrm>
            <a:custGeom>
              <a:avLst/>
              <a:gdLst/>
              <a:ahLst/>
              <a:cxnLst/>
              <a:rect l="l" t="t" r="r" b="b"/>
              <a:pathLst>
                <a:path w="1219200" h="748029">
                  <a:moveTo>
                    <a:pt x="1219200" y="747522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747522"/>
                  </a:lnTo>
                  <a:lnTo>
                    <a:pt x="5334" y="747522"/>
                  </a:lnTo>
                  <a:lnTo>
                    <a:pt x="5334" y="9144"/>
                  </a:lnTo>
                  <a:lnTo>
                    <a:pt x="9906" y="4572"/>
                  </a:lnTo>
                  <a:lnTo>
                    <a:pt x="9906" y="9144"/>
                  </a:lnTo>
                  <a:lnTo>
                    <a:pt x="1210056" y="9144"/>
                  </a:lnTo>
                  <a:lnTo>
                    <a:pt x="1210056" y="4572"/>
                  </a:lnTo>
                  <a:lnTo>
                    <a:pt x="1214627" y="9144"/>
                  </a:lnTo>
                  <a:lnTo>
                    <a:pt x="1214627" y="747522"/>
                  </a:lnTo>
                  <a:lnTo>
                    <a:pt x="1219200" y="747522"/>
                  </a:lnTo>
                  <a:close/>
                </a:path>
                <a:path w="1219200" h="748029">
                  <a:moveTo>
                    <a:pt x="9906" y="9144"/>
                  </a:moveTo>
                  <a:lnTo>
                    <a:pt x="9906" y="4572"/>
                  </a:lnTo>
                  <a:lnTo>
                    <a:pt x="5334" y="9144"/>
                  </a:lnTo>
                  <a:lnTo>
                    <a:pt x="9906" y="9144"/>
                  </a:lnTo>
                  <a:close/>
                </a:path>
                <a:path w="1219200" h="748029">
                  <a:moveTo>
                    <a:pt x="9906" y="738378"/>
                  </a:moveTo>
                  <a:lnTo>
                    <a:pt x="9906" y="9144"/>
                  </a:lnTo>
                  <a:lnTo>
                    <a:pt x="5334" y="9144"/>
                  </a:lnTo>
                  <a:lnTo>
                    <a:pt x="5334" y="738378"/>
                  </a:lnTo>
                  <a:lnTo>
                    <a:pt x="9906" y="738378"/>
                  </a:lnTo>
                  <a:close/>
                </a:path>
                <a:path w="1219200" h="748029">
                  <a:moveTo>
                    <a:pt x="1214627" y="738378"/>
                  </a:moveTo>
                  <a:lnTo>
                    <a:pt x="5334" y="738378"/>
                  </a:lnTo>
                  <a:lnTo>
                    <a:pt x="9906" y="742950"/>
                  </a:lnTo>
                  <a:lnTo>
                    <a:pt x="9906" y="747522"/>
                  </a:lnTo>
                  <a:lnTo>
                    <a:pt x="1210056" y="747522"/>
                  </a:lnTo>
                  <a:lnTo>
                    <a:pt x="1210056" y="742950"/>
                  </a:lnTo>
                  <a:lnTo>
                    <a:pt x="1214627" y="738378"/>
                  </a:lnTo>
                  <a:close/>
                </a:path>
                <a:path w="1219200" h="748029">
                  <a:moveTo>
                    <a:pt x="9906" y="747522"/>
                  </a:moveTo>
                  <a:lnTo>
                    <a:pt x="9906" y="742950"/>
                  </a:lnTo>
                  <a:lnTo>
                    <a:pt x="5334" y="738378"/>
                  </a:lnTo>
                  <a:lnTo>
                    <a:pt x="5334" y="747522"/>
                  </a:lnTo>
                  <a:lnTo>
                    <a:pt x="9906" y="747522"/>
                  </a:lnTo>
                  <a:close/>
                </a:path>
                <a:path w="1219200" h="748029">
                  <a:moveTo>
                    <a:pt x="1214627" y="9144"/>
                  </a:moveTo>
                  <a:lnTo>
                    <a:pt x="1210056" y="4572"/>
                  </a:lnTo>
                  <a:lnTo>
                    <a:pt x="1210056" y="9144"/>
                  </a:lnTo>
                  <a:lnTo>
                    <a:pt x="1214627" y="9144"/>
                  </a:lnTo>
                  <a:close/>
                </a:path>
                <a:path w="1219200" h="748029">
                  <a:moveTo>
                    <a:pt x="1214627" y="738378"/>
                  </a:moveTo>
                  <a:lnTo>
                    <a:pt x="1214627" y="9144"/>
                  </a:lnTo>
                  <a:lnTo>
                    <a:pt x="1210056" y="9144"/>
                  </a:lnTo>
                  <a:lnTo>
                    <a:pt x="1210056" y="738378"/>
                  </a:lnTo>
                  <a:lnTo>
                    <a:pt x="1214627" y="738378"/>
                  </a:lnTo>
                  <a:close/>
                </a:path>
                <a:path w="1219200" h="748029">
                  <a:moveTo>
                    <a:pt x="1214627" y="747522"/>
                  </a:moveTo>
                  <a:lnTo>
                    <a:pt x="1214627" y="738378"/>
                  </a:lnTo>
                  <a:lnTo>
                    <a:pt x="1210056" y="742950"/>
                  </a:lnTo>
                  <a:lnTo>
                    <a:pt x="1210056" y="747522"/>
                  </a:lnTo>
                  <a:lnTo>
                    <a:pt x="1214627" y="7475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5" name="object 120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502913" y="2535936"/>
              <a:ext cx="1524" cy="6858"/>
            </a:xfrm>
            <a:prstGeom prst="rect">
              <a:avLst/>
            </a:prstGeom>
          </p:spPr>
        </p:pic>
        <p:pic>
          <p:nvPicPr>
            <p:cNvPr id="1206" name="object 120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502219" y="2466740"/>
              <a:ext cx="126983" cy="93443"/>
            </a:xfrm>
            <a:prstGeom prst="rect">
              <a:avLst/>
            </a:prstGeom>
          </p:spPr>
        </p:pic>
        <p:pic>
          <p:nvPicPr>
            <p:cNvPr id="1207" name="object 120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13403" y="2469642"/>
              <a:ext cx="7620" cy="1524"/>
            </a:xfrm>
            <a:prstGeom prst="rect">
              <a:avLst/>
            </a:prstGeom>
          </p:spPr>
        </p:pic>
        <p:pic>
          <p:nvPicPr>
            <p:cNvPr id="1208" name="object 120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499952" y="2469016"/>
              <a:ext cx="184883" cy="136118"/>
            </a:xfrm>
            <a:prstGeom prst="rect">
              <a:avLst/>
            </a:prstGeom>
          </p:spPr>
        </p:pic>
        <p:pic>
          <p:nvPicPr>
            <p:cNvPr id="1209" name="object 120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502913" y="2580132"/>
              <a:ext cx="1524" cy="7620"/>
            </a:xfrm>
            <a:prstGeom prst="rect">
              <a:avLst/>
            </a:prstGeom>
          </p:spPr>
        </p:pic>
        <p:sp>
          <p:nvSpPr>
            <p:cNvPr id="1210" name="object 1210"/>
            <p:cNvSpPr/>
            <p:nvPr/>
          </p:nvSpPr>
          <p:spPr>
            <a:xfrm>
              <a:off x="3502845" y="2580130"/>
              <a:ext cx="2540" cy="8890"/>
            </a:xfrm>
            <a:custGeom>
              <a:avLst/>
              <a:gdLst/>
              <a:ahLst/>
              <a:cxnLst/>
              <a:rect l="l" t="t" r="r" b="b"/>
              <a:pathLst>
                <a:path w="2539" h="8889">
                  <a:moveTo>
                    <a:pt x="2286" y="0"/>
                  </a:moveTo>
                  <a:lnTo>
                    <a:pt x="0" y="0"/>
                  </a:lnTo>
                  <a:lnTo>
                    <a:pt x="0" y="8384"/>
                  </a:lnTo>
                  <a:lnTo>
                    <a:pt x="2286" y="8384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1" name="object 1211"/>
            <p:cNvSpPr/>
            <p:nvPr/>
          </p:nvSpPr>
          <p:spPr>
            <a:xfrm>
              <a:off x="3549328" y="2574031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39" h="3175">
                  <a:moveTo>
                    <a:pt x="2286" y="3042"/>
                  </a:moveTo>
                  <a:lnTo>
                    <a:pt x="0" y="3042"/>
                  </a:lnTo>
                  <a:lnTo>
                    <a:pt x="0" y="0"/>
                  </a:lnTo>
                  <a:lnTo>
                    <a:pt x="2286" y="0"/>
                  </a:lnTo>
                  <a:lnTo>
                    <a:pt x="2286" y="3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2" name="object 1212"/>
            <p:cNvSpPr/>
            <p:nvPr/>
          </p:nvSpPr>
          <p:spPr>
            <a:xfrm>
              <a:off x="3549328" y="2574031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39" h="3175">
                  <a:moveTo>
                    <a:pt x="2286" y="0"/>
                  </a:moveTo>
                  <a:lnTo>
                    <a:pt x="0" y="0"/>
                  </a:lnTo>
                  <a:lnTo>
                    <a:pt x="0" y="3042"/>
                  </a:lnTo>
                  <a:lnTo>
                    <a:pt x="2286" y="3042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3" name="object 1213"/>
            <p:cNvSpPr/>
            <p:nvPr/>
          </p:nvSpPr>
          <p:spPr>
            <a:xfrm>
              <a:off x="3549328" y="2591557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39" h="3175">
                  <a:moveTo>
                    <a:pt x="2286" y="3042"/>
                  </a:moveTo>
                  <a:lnTo>
                    <a:pt x="0" y="3042"/>
                  </a:lnTo>
                  <a:lnTo>
                    <a:pt x="0" y="0"/>
                  </a:lnTo>
                  <a:lnTo>
                    <a:pt x="2286" y="0"/>
                  </a:lnTo>
                  <a:lnTo>
                    <a:pt x="2286" y="3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4" name="object 1214"/>
            <p:cNvSpPr/>
            <p:nvPr/>
          </p:nvSpPr>
          <p:spPr>
            <a:xfrm>
              <a:off x="3549328" y="2591557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39" h="3175">
                  <a:moveTo>
                    <a:pt x="2286" y="0"/>
                  </a:moveTo>
                  <a:lnTo>
                    <a:pt x="0" y="0"/>
                  </a:lnTo>
                  <a:lnTo>
                    <a:pt x="0" y="3042"/>
                  </a:lnTo>
                  <a:lnTo>
                    <a:pt x="2286" y="3042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5" name="object 1215"/>
            <p:cNvSpPr/>
            <p:nvPr/>
          </p:nvSpPr>
          <p:spPr>
            <a:xfrm>
              <a:off x="3529523" y="2574041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753" y="2285"/>
                  </a:moveTo>
                  <a:lnTo>
                    <a:pt x="0" y="2285"/>
                  </a:lnTo>
                  <a:lnTo>
                    <a:pt x="0" y="0"/>
                  </a:lnTo>
                  <a:lnTo>
                    <a:pt x="1520" y="0"/>
                  </a:lnTo>
                  <a:lnTo>
                    <a:pt x="1520" y="1515"/>
                  </a:lnTo>
                  <a:lnTo>
                    <a:pt x="753" y="22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6" name="object 1216"/>
            <p:cNvSpPr/>
            <p:nvPr/>
          </p:nvSpPr>
          <p:spPr>
            <a:xfrm>
              <a:off x="3529523" y="2574041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1520" y="757"/>
                  </a:moveTo>
                  <a:lnTo>
                    <a:pt x="1520" y="0"/>
                  </a:lnTo>
                  <a:lnTo>
                    <a:pt x="753" y="0"/>
                  </a:lnTo>
                  <a:lnTo>
                    <a:pt x="0" y="0"/>
                  </a:lnTo>
                  <a:lnTo>
                    <a:pt x="0" y="757"/>
                  </a:lnTo>
                  <a:lnTo>
                    <a:pt x="0" y="1515"/>
                  </a:lnTo>
                  <a:lnTo>
                    <a:pt x="0" y="2285"/>
                  </a:lnTo>
                  <a:lnTo>
                    <a:pt x="753" y="2285"/>
                  </a:lnTo>
                  <a:lnTo>
                    <a:pt x="1520" y="1515"/>
                  </a:lnTo>
                  <a:lnTo>
                    <a:pt x="1520" y="75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7" name="object 1217"/>
            <p:cNvSpPr/>
            <p:nvPr/>
          </p:nvSpPr>
          <p:spPr>
            <a:xfrm>
              <a:off x="3547048" y="2574041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2286" y="2285"/>
                  </a:moveTo>
                  <a:lnTo>
                    <a:pt x="0" y="2285"/>
                  </a:lnTo>
                  <a:lnTo>
                    <a:pt x="0" y="0"/>
                  </a:lnTo>
                  <a:lnTo>
                    <a:pt x="3052" y="0"/>
                  </a:lnTo>
                  <a:lnTo>
                    <a:pt x="3052" y="1515"/>
                  </a:lnTo>
                  <a:lnTo>
                    <a:pt x="2286" y="22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8" name="object 1218"/>
            <p:cNvSpPr/>
            <p:nvPr/>
          </p:nvSpPr>
          <p:spPr>
            <a:xfrm>
              <a:off x="3547048" y="2574041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3052" y="757"/>
                  </a:moveTo>
                  <a:lnTo>
                    <a:pt x="3052" y="0"/>
                  </a:lnTo>
                  <a:lnTo>
                    <a:pt x="2286" y="0"/>
                  </a:lnTo>
                  <a:lnTo>
                    <a:pt x="1532" y="0"/>
                  </a:lnTo>
                  <a:lnTo>
                    <a:pt x="0" y="0"/>
                  </a:lnTo>
                  <a:lnTo>
                    <a:pt x="0" y="757"/>
                  </a:lnTo>
                  <a:lnTo>
                    <a:pt x="0" y="1515"/>
                  </a:lnTo>
                  <a:lnTo>
                    <a:pt x="0" y="2285"/>
                  </a:lnTo>
                  <a:lnTo>
                    <a:pt x="1532" y="2285"/>
                  </a:lnTo>
                  <a:lnTo>
                    <a:pt x="2286" y="2285"/>
                  </a:lnTo>
                  <a:lnTo>
                    <a:pt x="3052" y="1515"/>
                  </a:lnTo>
                  <a:lnTo>
                    <a:pt x="3052" y="75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9" name="object 1219"/>
            <p:cNvSpPr/>
            <p:nvPr/>
          </p:nvSpPr>
          <p:spPr>
            <a:xfrm>
              <a:off x="3529523" y="2593094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753" y="1515"/>
                  </a:moveTo>
                  <a:lnTo>
                    <a:pt x="0" y="1515"/>
                  </a:lnTo>
                  <a:lnTo>
                    <a:pt x="0" y="0"/>
                  </a:lnTo>
                  <a:lnTo>
                    <a:pt x="1520" y="0"/>
                  </a:lnTo>
                  <a:lnTo>
                    <a:pt x="1520" y="757"/>
                  </a:lnTo>
                  <a:lnTo>
                    <a:pt x="753" y="15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0" name="object 1220"/>
            <p:cNvSpPr/>
            <p:nvPr/>
          </p:nvSpPr>
          <p:spPr>
            <a:xfrm>
              <a:off x="3529523" y="2593094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0" y="757"/>
                  </a:moveTo>
                  <a:lnTo>
                    <a:pt x="1520" y="0"/>
                  </a:lnTo>
                  <a:lnTo>
                    <a:pt x="753" y="0"/>
                  </a:lnTo>
                  <a:lnTo>
                    <a:pt x="0" y="0"/>
                  </a:lnTo>
                  <a:lnTo>
                    <a:pt x="0" y="757"/>
                  </a:lnTo>
                  <a:lnTo>
                    <a:pt x="0" y="1515"/>
                  </a:lnTo>
                  <a:lnTo>
                    <a:pt x="753" y="1515"/>
                  </a:lnTo>
                  <a:lnTo>
                    <a:pt x="1520" y="75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1" name="object 1221"/>
            <p:cNvSpPr/>
            <p:nvPr/>
          </p:nvSpPr>
          <p:spPr>
            <a:xfrm>
              <a:off x="3547048" y="2593094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286" y="1515"/>
                  </a:moveTo>
                  <a:lnTo>
                    <a:pt x="0" y="1515"/>
                  </a:lnTo>
                  <a:lnTo>
                    <a:pt x="0" y="0"/>
                  </a:lnTo>
                  <a:lnTo>
                    <a:pt x="3052" y="0"/>
                  </a:lnTo>
                  <a:lnTo>
                    <a:pt x="3052" y="757"/>
                  </a:lnTo>
                  <a:lnTo>
                    <a:pt x="2286" y="15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2" name="object 1222"/>
            <p:cNvSpPr/>
            <p:nvPr/>
          </p:nvSpPr>
          <p:spPr>
            <a:xfrm>
              <a:off x="3547048" y="2593094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3052" y="757"/>
                  </a:moveTo>
                  <a:lnTo>
                    <a:pt x="3052" y="0"/>
                  </a:lnTo>
                  <a:lnTo>
                    <a:pt x="2286" y="0"/>
                  </a:lnTo>
                  <a:lnTo>
                    <a:pt x="1532" y="0"/>
                  </a:lnTo>
                  <a:lnTo>
                    <a:pt x="0" y="0"/>
                  </a:lnTo>
                  <a:lnTo>
                    <a:pt x="0" y="757"/>
                  </a:lnTo>
                  <a:lnTo>
                    <a:pt x="0" y="1515"/>
                  </a:lnTo>
                  <a:lnTo>
                    <a:pt x="1532" y="1515"/>
                  </a:lnTo>
                  <a:lnTo>
                    <a:pt x="2286" y="1515"/>
                  </a:lnTo>
                  <a:lnTo>
                    <a:pt x="3052" y="75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3" name="object 1223"/>
            <p:cNvSpPr/>
            <p:nvPr/>
          </p:nvSpPr>
          <p:spPr>
            <a:xfrm>
              <a:off x="3529523" y="2574041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9899" y="11427"/>
                  </a:moveTo>
                  <a:lnTo>
                    <a:pt x="9145" y="9141"/>
                  </a:lnTo>
                  <a:lnTo>
                    <a:pt x="7625" y="6085"/>
                  </a:lnTo>
                  <a:lnTo>
                    <a:pt x="6093" y="6085"/>
                  </a:lnTo>
                  <a:lnTo>
                    <a:pt x="5339" y="7613"/>
                  </a:lnTo>
                  <a:lnTo>
                    <a:pt x="5339" y="9899"/>
                  </a:lnTo>
                  <a:lnTo>
                    <a:pt x="2286" y="7613"/>
                  </a:lnTo>
                  <a:lnTo>
                    <a:pt x="2286" y="6085"/>
                  </a:lnTo>
                  <a:lnTo>
                    <a:pt x="1520" y="6085"/>
                  </a:lnTo>
                  <a:lnTo>
                    <a:pt x="0" y="5328"/>
                  </a:lnTo>
                  <a:lnTo>
                    <a:pt x="0" y="3800"/>
                  </a:lnTo>
                  <a:lnTo>
                    <a:pt x="1520" y="3042"/>
                  </a:lnTo>
                  <a:lnTo>
                    <a:pt x="2286" y="3042"/>
                  </a:lnTo>
                  <a:lnTo>
                    <a:pt x="5339" y="3800"/>
                  </a:lnTo>
                  <a:lnTo>
                    <a:pt x="6093" y="3800"/>
                  </a:lnTo>
                  <a:lnTo>
                    <a:pt x="6093" y="0"/>
                  </a:lnTo>
                  <a:lnTo>
                    <a:pt x="9899" y="0"/>
                  </a:lnTo>
                  <a:lnTo>
                    <a:pt x="11432" y="3042"/>
                  </a:lnTo>
                  <a:lnTo>
                    <a:pt x="11432" y="3800"/>
                  </a:lnTo>
                  <a:lnTo>
                    <a:pt x="9899" y="6085"/>
                  </a:lnTo>
                  <a:lnTo>
                    <a:pt x="11432" y="7613"/>
                  </a:lnTo>
                  <a:lnTo>
                    <a:pt x="11432" y="9899"/>
                  </a:lnTo>
                  <a:lnTo>
                    <a:pt x="9899" y="11427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4" name="object 1224"/>
            <p:cNvSpPr/>
            <p:nvPr/>
          </p:nvSpPr>
          <p:spPr>
            <a:xfrm>
              <a:off x="3529523" y="2574041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0" y="5328"/>
                  </a:moveTo>
                  <a:lnTo>
                    <a:pt x="0" y="3800"/>
                  </a:lnTo>
                  <a:lnTo>
                    <a:pt x="1520" y="3042"/>
                  </a:lnTo>
                  <a:lnTo>
                    <a:pt x="2286" y="3042"/>
                  </a:lnTo>
                  <a:lnTo>
                    <a:pt x="5339" y="3800"/>
                  </a:lnTo>
                  <a:lnTo>
                    <a:pt x="6093" y="3800"/>
                  </a:lnTo>
                  <a:lnTo>
                    <a:pt x="6093" y="0"/>
                  </a:lnTo>
                  <a:lnTo>
                    <a:pt x="9899" y="0"/>
                  </a:lnTo>
                  <a:lnTo>
                    <a:pt x="11432" y="3042"/>
                  </a:lnTo>
                  <a:lnTo>
                    <a:pt x="11432" y="3800"/>
                  </a:lnTo>
                  <a:lnTo>
                    <a:pt x="9899" y="6085"/>
                  </a:lnTo>
                  <a:lnTo>
                    <a:pt x="11432" y="7613"/>
                  </a:lnTo>
                  <a:lnTo>
                    <a:pt x="11432" y="9899"/>
                  </a:lnTo>
                  <a:lnTo>
                    <a:pt x="9899" y="11427"/>
                  </a:lnTo>
                  <a:lnTo>
                    <a:pt x="9145" y="9141"/>
                  </a:lnTo>
                  <a:lnTo>
                    <a:pt x="7625" y="6085"/>
                  </a:lnTo>
                  <a:lnTo>
                    <a:pt x="6093" y="6085"/>
                  </a:lnTo>
                  <a:lnTo>
                    <a:pt x="5339" y="7613"/>
                  </a:lnTo>
                  <a:lnTo>
                    <a:pt x="5339" y="9899"/>
                  </a:lnTo>
                  <a:lnTo>
                    <a:pt x="2286" y="7613"/>
                  </a:lnTo>
                  <a:lnTo>
                    <a:pt x="2286" y="6085"/>
                  </a:lnTo>
                  <a:lnTo>
                    <a:pt x="1520" y="6085"/>
                  </a:lnTo>
                  <a:lnTo>
                    <a:pt x="0" y="5328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5" name="object 1225"/>
            <p:cNvSpPr/>
            <p:nvPr/>
          </p:nvSpPr>
          <p:spPr>
            <a:xfrm>
              <a:off x="3543242" y="2581655"/>
              <a:ext cx="5715" cy="11430"/>
            </a:xfrm>
            <a:custGeom>
              <a:avLst/>
              <a:gdLst/>
              <a:ahLst/>
              <a:cxnLst/>
              <a:rect l="l" t="t" r="r" b="b"/>
              <a:pathLst>
                <a:path w="5714" h="11430">
                  <a:moveTo>
                    <a:pt x="2273" y="11493"/>
                  </a:moveTo>
                  <a:lnTo>
                    <a:pt x="1511" y="9969"/>
                  </a:lnTo>
                  <a:lnTo>
                    <a:pt x="1511" y="2298"/>
                  </a:lnTo>
                  <a:lnTo>
                    <a:pt x="0" y="0"/>
                  </a:lnTo>
                  <a:lnTo>
                    <a:pt x="1511" y="0"/>
                  </a:lnTo>
                  <a:lnTo>
                    <a:pt x="2273" y="2298"/>
                  </a:lnTo>
                  <a:lnTo>
                    <a:pt x="2273" y="3835"/>
                  </a:lnTo>
                  <a:lnTo>
                    <a:pt x="3784" y="3835"/>
                  </a:lnTo>
                  <a:lnTo>
                    <a:pt x="5308" y="5359"/>
                  </a:lnTo>
                  <a:lnTo>
                    <a:pt x="5308" y="8432"/>
                  </a:lnTo>
                  <a:lnTo>
                    <a:pt x="2273" y="11493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6" name="object 1226"/>
            <p:cNvSpPr/>
            <p:nvPr/>
          </p:nvSpPr>
          <p:spPr>
            <a:xfrm>
              <a:off x="3543242" y="2581655"/>
              <a:ext cx="5715" cy="11430"/>
            </a:xfrm>
            <a:custGeom>
              <a:avLst/>
              <a:gdLst/>
              <a:ahLst/>
              <a:cxnLst/>
              <a:rect l="l" t="t" r="r" b="b"/>
              <a:pathLst>
                <a:path w="5714" h="11430">
                  <a:moveTo>
                    <a:pt x="0" y="0"/>
                  </a:moveTo>
                  <a:lnTo>
                    <a:pt x="1511" y="0"/>
                  </a:lnTo>
                  <a:lnTo>
                    <a:pt x="2273" y="2298"/>
                  </a:lnTo>
                  <a:lnTo>
                    <a:pt x="2273" y="3835"/>
                  </a:lnTo>
                  <a:lnTo>
                    <a:pt x="3784" y="3835"/>
                  </a:lnTo>
                  <a:lnTo>
                    <a:pt x="5308" y="5359"/>
                  </a:lnTo>
                  <a:lnTo>
                    <a:pt x="5308" y="8432"/>
                  </a:lnTo>
                  <a:lnTo>
                    <a:pt x="2273" y="11493"/>
                  </a:lnTo>
                  <a:lnTo>
                    <a:pt x="1511" y="9969"/>
                  </a:lnTo>
                  <a:lnTo>
                    <a:pt x="1511" y="7404"/>
                  </a:lnTo>
                  <a:lnTo>
                    <a:pt x="1511" y="4851"/>
                  </a:lnTo>
                  <a:lnTo>
                    <a:pt x="1511" y="229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7" name="object 1227"/>
            <p:cNvSpPr/>
            <p:nvPr/>
          </p:nvSpPr>
          <p:spPr>
            <a:xfrm>
              <a:off x="3531809" y="2587753"/>
              <a:ext cx="10795" cy="7620"/>
            </a:xfrm>
            <a:custGeom>
              <a:avLst/>
              <a:gdLst/>
              <a:ahLst/>
              <a:cxnLst/>
              <a:rect l="l" t="t" r="r" b="b"/>
              <a:pathLst>
                <a:path w="10795" h="7619">
                  <a:moveTo>
                    <a:pt x="3806" y="7613"/>
                  </a:moveTo>
                  <a:lnTo>
                    <a:pt x="0" y="7613"/>
                  </a:lnTo>
                  <a:lnTo>
                    <a:pt x="0" y="2285"/>
                  </a:lnTo>
                  <a:lnTo>
                    <a:pt x="0" y="1527"/>
                  </a:lnTo>
                  <a:lnTo>
                    <a:pt x="1520" y="0"/>
                  </a:lnTo>
                  <a:lnTo>
                    <a:pt x="3052" y="1527"/>
                  </a:lnTo>
                  <a:lnTo>
                    <a:pt x="7613" y="1527"/>
                  </a:lnTo>
                  <a:lnTo>
                    <a:pt x="9145" y="3813"/>
                  </a:lnTo>
                  <a:lnTo>
                    <a:pt x="10665" y="5328"/>
                  </a:lnTo>
                  <a:lnTo>
                    <a:pt x="10665" y="6098"/>
                  </a:lnTo>
                  <a:lnTo>
                    <a:pt x="9145" y="6098"/>
                  </a:lnTo>
                  <a:lnTo>
                    <a:pt x="7613" y="5328"/>
                  </a:lnTo>
                  <a:lnTo>
                    <a:pt x="5339" y="5328"/>
                  </a:lnTo>
                  <a:lnTo>
                    <a:pt x="5339" y="6098"/>
                  </a:lnTo>
                  <a:lnTo>
                    <a:pt x="3806" y="7613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8" name="object 1228"/>
            <p:cNvSpPr/>
            <p:nvPr/>
          </p:nvSpPr>
          <p:spPr>
            <a:xfrm>
              <a:off x="3531809" y="2587753"/>
              <a:ext cx="10795" cy="7620"/>
            </a:xfrm>
            <a:custGeom>
              <a:avLst/>
              <a:gdLst/>
              <a:ahLst/>
              <a:cxnLst/>
              <a:rect l="l" t="t" r="r" b="b"/>
              <a:pathLst>
                <a:path w="10795" h="7619">
                  <a:moveTo>
                    <a:pt x="0" y="2285"/>
                  </a:moveTo>
                  <a:lnTo>
                    <a:pt x="0" y="1527"/>
                  </a:lnTo>
                  <a:lnTo>
                    <a:pt x="1520" y="0"/>
                  </a:lnTo>
                  <a:lnTo>
                    <a:pt x="3052" y="1527"/>
                  </a:lnTo>
                  <a:lnTo>
                    <a:pt x="7613" y="1527"/>
                  </a:lnTo>
                  <a:lnTo>
                    <a:pt x="9145" y="3813"/>
                  </a:lnTo>
                  <a:lnTo>
                    <a:pt x="10665" y="5328"/>
                  </a:lnTo>
                  <a:lnTo>
                    <a:pt x="10665" y="6098"/>
                  </a:lnTo>
                  <a:lnTo>
                    <a:pt x="9145" y="6098"/>
                  </a:lnTo>
                  <a:lnTo>
                    <a:pt x="7613" y="5328"/>
                  </a:lnTo>
                  <a:lnTo>
                    <a:pt x="5339" y="5328"/>
                  </a:lnTo>
                  <a:lnTo>
                    <a:pt x="5339" y="6098"/>
                  </a:lnTo>
                  <a:lnTo>
                    <a:pt x="3806" y="7613"/>
                  </a:lnTo>
                  <a:lnTo>
                    <a:pt x="0" y="7613"/>
                  </a:lnTo>
                  <a:lnTo>
                    <a:pt x="0" y="2285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9" name="object 1229"/>
            <p:cNvSpPr/>
            <p:nvPr/>
          </p:nvSpPr>
          <p:spPr>
            <a:xfrm>
              <a:off x="3519677" y="2574036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096" y="3048"/>
                  </a:moveTo>
                  <a:lnTo>
                    <a:pt x="6096" y="0"/>
                  </a:lnTo>
                  <a:lnTo>
                    <a:pt x="4572" y="0"/>
                  </a:lnTo>
                  <a:lnTo>
                    <a:pt x="3810" y="1524"/>
                  </a:lnTo>
                  <a:lnTo>
                    <a:pt x="2286" y="1524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762" y="3810"/>
                  </a:lnTo>
                  <a:lnTo>
                    <a:pt x="762" y="5334"/>
                  </a:lnTo>
                  <a:lnTo>
                    <a:pt x="2286" y="6096"/>
                  </a:lnTo>
                  <a:lnTo>
                    <a:pt x="2286" y="5334"/>
                  </a:lnTo>
                  <a:lnTo>
                    <a:pt x="3810" y="3810"/>
                  </a:lnTo>
                  <a:lnTo>
                    <a:pt x="4572" y="3810"/>
                  </a:lnTo>
                  <a:lnTo>
                    <a:pt x="6096" y="3048"/>
                  </a:lnTo>
                  <a:close/>
                </a:path>
                <a:path w="6350" h="6350">
                  <a:moveTo>
                    <a:pt x="3810" y="6096"/>
                  </a:moveTo>
                  <a:lnTo>
                    <a:pt x="2286" y="5334"/>
                  </a:lnTo>
                  <a:lnTo>
                    <a:pt x="2286" y="6096"/>
                  </a:lnTo>
                  <a:lnTo>
                    <a:pt x="3810" y="6096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0" name="object 1230"/>
            <p:cNvSpPr/>
            <p:nvPr/>
          </p:nvSpPr>
          <p:spPr>
            <a:xfrm>
              <a:off x="3519623" y="2574041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0" y="3813"/>
                  </a:moveTo>
                  <a:lnTo>
                    <a:pt x="0" y="0"/>
                  </a:lnTo>
                  <a:lnTo>
                    <a:pt x="2286" y="1527"/>
                  </a:lnTo>
                  <a:lnTo>
                    <a:pt x="3806" y="1527"/>
                  </a:lnTo>
                  <a:lnTo>
                    <a:pt x="4572" y="0"/>
                  </a:lnTo>
                  <a:lnTo>
                    <a:pt x="6093" y="0"/>
                  </a:lnTo>
                  <a:lnTo>
                    <a:pt x="6093" y="3055"/>
                  </a:lnTo>
                  <a:lnTo>
                    <a:pt x="4572" y="3813"/>
                  </a:lnTo>
                  <a:lnTo>
                    <a:pt x="3806" y="3813"/>
                  </a:lnTo>
                  <a:lnTo>
                    <a:pt x="2286" y="5341"/>
                  </a:lnTo>
                  <a:lnTo>
                    <a:pt x="3806" y="6098"/>
                  </a:lnTo>
                  <a:lnTo>
                    <a:pt x="2286" y="6098"/>
                  </a:lnTo>
                  <a:lnTo>
                    <a:pt x="766" y="5341"/>
                  </a:lnTo>
                  <a:lnTo>
                    <a:pt x="766" y="3813"/>
                  </a:lnTo>
                  <a:lnTo>
                    <a:pt x="0" y="3055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1" name="object 1231"/>
            <p:cNvSpPr/>
            <p:nvPr/>
          </p:nvSpPr>
          <p:spPr>
            <a:xfrm>
              <a:off x="3518090" y="2585468"/>
              <a:ext cx="5715" cy="8890"/>
            </a:xfrm>
            <a:custGeom>
              <a:avLst/>
              <a:gdLst/>
              <a:ahLst/>
              <a:cxnLst/>
              <a:rect l="l" t="t" r="r" b="b"/>
              <a:pathLst>
                <a:path w="5714" h="8889">
                  <a:moveTo>
                    <a:pt x="3806" y="8384"/>
                  </a:moveTo>
                  <a:lnTo>
                    <a:pt x="2286" y="8384"/>
                  </a:lnTo>
                  <a:lnTo>
                    <a:pt x="0" y="6098"/>
                  </a:lnTo>
                  <a:lnTo>
                    <a:pt x="0" y="4570"/>
                  </a:lnTo>
                  <a:lnTo>
                    <a:pt x="0" y="3813"/>
                  </a:lnTo>
                  <a:lnTo>
                    <a:pt x="1520" y="1527"/>
                  </a:lnTo>
                  <a:lnTo>
                    <a:pt x="0" y="0"/>
                  </a:lnTo>
                  <a:lnTo>
                    <a:pt x="2286" y="0"/>
                  </a:lnTo>
                  <a:lnTo>
                    <a:pt x="2286" y="3813"/>
                  </a:lnTo>
                  <a:lnTo>
                    <a:pt x="3806" y="6098"/>
                  </a:lnTo>
                  <a:lnTo>
                    <a:pt x="5339" y="7613"/>
                  </a:lnTo>
                  <a:lnTo>
                    <a:pt x="3806" y="838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2" name="object 1232"/>
            <p:cNvSpPr/>
            <p:nvPr/>
          </p:nvSpPr>
          <p:spPr>
            <a:xfrm>
              <a:off x="3518090" y="2585468"/>
              <a:ext cx="5715" cy="8890"/>
            </a:xfrm>
            <a:custGeom>
              <a:avLst/>
              <a:gdLst/>
              <a:ahLst/>
              <a:cxnLst/>
              <a:rect l="l" t="t" r="r" b="b"/>
              <a:pathLst>
                <a:path w="5714" h="8889">
                  <a:moveTo>
                    <a:pt x="0" y="4570"/>
                  </a:moveTo>
                  <a:lnTo>
                    <a:pt x="0" y="3813"/>
                  </a:lnTo>
                  <a:lnTo>
                    <a:pt x="1520" y="1527"/>
                  </a:lnTo>
                  <a:lnTo>
                    <a:pt x="0" y="0"/>
                  </a:lnTo>
                  <a:lnTo>
                    <a:pt x="2286" y="0"/>
                  </a:lnTo>
                  <a:lnTo>
                    <a:pt x="2286" y="3813"/>
                  </a:lnTo>
                  <a:lnTo>
                    <a:pt x="3806" y="6098"/>
                  </a:lnTo>
                  <a:lnTo>
                    <a:pt x="5339" y="7613"/>
                  </a:lnTo>
                  <a:lnTo>
                    <a:pt x="3806" y="8384"/>
                  </a:lnTo>
                  <a:lnTo>
                    <a:pt x="2286" y="8384"/>
                  </a:lnTo>
                  <a:lnTo>
                    <a:pt x="0" y="6098"/>
                  </a:lnTo>
                  <a:lnTo>
                    <a:pt x="0" y="457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3" name="object 1233"/>
            <p:cNvSpPr/>
            <p:nvPr/>
          </p:nvSpPr>
          <p:spPr>
            <a:xfrm>
              <a:off x="3504384" y="2583953"/>
              <a:ext cx="7620" cy="5715"/>
            </a:xfrm>
            <a:custGeom>
              <a:avLst/>
              <a:gdLst/>
              <a:ahLst/>
              <a:cxnLst/>
              <a:rect l="l" t="t" r="r" b="b"/>
              <a:pathLst>
                <a:path w="7620" h="5714">
                  <a:moveTo>
                    <a:pt x="7613" y="5328"/>
                  </a:moveTo>
                  <a:lnTo>
                    <a:pt x="5326" y="5328"/>
                  </a:lnTo>
                  <a:lnTo>
                    <a:pt x="3806" y="3800"/>
                  </a:lnTo>
                  <a:lnTo>
                    <a:pt x="2286" y="5328"/>
                  </a:lnTo>
                  <a:lnTo>
                    <a:pt x="1520" y="5328"/>
                  </a:lnTo>
                  <a:lnTo>
                    <a:pt x="0" y="3042"/>
                  </a:lnTo>
                  <a:lnTo>
                    <a:pt x="1520" y="3042"/>
                  </a:lnTo>
                  <a:lnTo>
                    <a:pt x="2286" y="1515"/>
                  </a:lnTo>
                  <a:lnTo>
                    <a:pt x="2286" y="0"/>
                  </a:lnTo>
                  <a:lnTo>
                    <a:pt x="5326" y="0"/>
                  </a:lnTo>
                  <a:lnTo>
                    <a:pt x="5326" y="3042"/>
                  </a:lnTo>
                  <a:lnTo>
                    <a:pt x="7613" y="3042"/>
                  </a:lnTo>
                  <a:lnTo>
                    <a:pt x="7613" y="532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4" name="object 1234"/>
            <p:cNvSpPr/>
            <p:nvPr/>
          </p:nvSpPr>
          <p:spPr>
            <a:xfrm>
              <a:off x="3504384" y="2583953"/>
              <a:ext cx="7620" cy="5715"/>
            </a:xfrm>
            <a:custGeom>
              <a:avLst/>
              <a:gdLst/>
              <a:ahLst/>
              <a:cxnLst/>
              <a:rect l="l" t="t" r="r" b="b"/>
              <a:pathLst>
                <a:path w="7620" h="5714">
                  <a:moveTo>
                    <a:pt x="1520" y="3042"/>
                  </a:moveTo>
                  <a:lnTo>
                    <a:pt x="2286" y="1515"/>
                  </a:lnTo>
                  <a:lnTo>
                    <a:pt x="2286" y="0"/>
                  </a:lnTo>
                  <a:lnTo>
                    <a:pt x="5326" y="0"/>
                  </a:lnTo>
                  <a:lnTo>
                    <a:pt x="5326" y="3042"/>
                  </a:lnTo>
                  <a:lnTo>
                    <a:pt x="7613" y="3042"/>
                  </a:lnTo>
                  <a:lnTo>
                    <a:pt x="7613" y="5328"/>
                  </a:lnTo>
                  <a:lnTo>
                    <a:pt x="5326" y="5328"/>
                  </a:lnTo>
                  <a:lnTo>
                    <a:pt x="3806" y="3800"/>
                  </a:lnTo>
                  <a:lnTo>
                    <a:pt x="2286" y="5328"/>
                  </a:lnTo>
                  <a:lnTo>
                    <a:pt x="1520" y="5328"/>
                  </a:lnTo>
                  <a:lnTo>
                    <a:pt x="0" y="3042"/>
                  </a:lnTo>
                  <a:lnTo>
                    <a:pt x="1520" y="3042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5" name="object 1235"/>
            <p:cNvSpPr/>
            <p:nvPr/>
          </p:nvSpPr>
          <p:spPr>
            <a:xfrm>
              <a:off x="3506723" y="2577846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5" h="3810">
                  <a:moveTo>
                    <a:pt x="5334" y="2286"/>
                  </a:moveTo>
                  <a:lnTo>
                    <a:pt x="5334" y="0"/>
                  </a:lnTo>
                  <a:lnTo>
                    <a:pt x="3048" y="1524"/>
                  </a:lnTo>
                  <a:lnTo>
                    <a:pt x="1524" y="2286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3048" y="3810"/>
                  </a:lnTo>
                  <a:lnTo>
                    <a:pt x="3048" y="2286"/>
                  </a:lnTo>
                  <a:lnTo>
                    <a:pt x="5334" y="2286"/>
                  </a:lnTo>
                  <a:close/>
                </a:path>
                <a:path w="6985" h="3810">
                  <a:moveTo>
                    <a:pt x="6858" y="3810"/>
                  </a:moveTo>
                  <a:lnTo>
                    <a:pt x="5334" y="2286"/>
                  </a:lnTo>
                  <a:lnTo>
                    <a:pt x="5334" y="3810"/>
                  </a:lnTo>
                  <a:lnTo>
                    <a:pt x="6858" y="381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6" name="object 1236"/>
            <p:cNvSpPr/>
            <p:nvPr/>
          </p:nvSpPr>
          <p:spPr>
            <a:xfrm>
              <a:off x="3506670" y="2577854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5" h="3810">
                  <a:moveTo>
                    <a:pt x="1520" y="2285"/>
                  </a:moveTo>
                  <a:lnTo>
                    <a:pt x="3040" y="1527"/>
                  </a:lnTo>
                  <a:lnTo>
                    <a:pt x="5326" y="0"/>
                  </a:lnTo>
                  <a:lnTo>
                    <a:pt x="5326" y="2285"/>
                  </a:lnTo>
                  <a:lnTo>
                    <a:pt x="6859" y="3813"/>
                  </a:lnTo>
                  <a:lnTo>
                    <a:pt x="5326" y="3813"/>
                  </a:lnTo>
                  <a:lnTo>
                    <a:pt x="5326" y="2285"/>
                  </a:lnTo>
                  <a:lnTo>
                    <a:pt x="3040" y="2285"/>
                  </a:lnTo>
                  <a:lnTo>
                    <a:pt x="3040" y="3813"/>
                  </a:lnTo>
                  <a:lnTo>
                    <a:pt x="0" y="3813"/>
                  </a:lnTo>
                  <a:lnTo>
                    <a:pt x="0" y="2285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7" name="object 1237"/>
            <p:cNvSpPr/>
            <p:nvPr/>
          </p:nvSpPr>
          <p:spPr>
            <a:xfrm>
              <a:off x="3529584" y="2581655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19">
                  <a:moveTo>
                    <a:pt x="6096" y="5334"/>
                  </a:moveTo>
                  <a:lnTo>
                    <a:pt x="5334" y="3810"/>
                  </a:lnTo>
                  <a:lnTo>
                    <a:pt x="3810" y="2286"/>
                  </a:lnTo>
                  <a:lnTo>
                    <a:pt x="2286" y="1524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2286" y="7620"/>
                  </a:lnTo>
                  <a:lnTo>
                    <a:pt x="2286" y="5334"/>
                  </a:lnTo>
                  <a:lnTo>
                    <a:pt x="6096" y="533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8" name="object 1238"/>
            <p:cNvSpPr/>
            <p:nvPr/>
          </p:nvSpPr>
          <p:spPr>
            <a:xfrm>
              <a:off x="3529523" y="2581655"/>
              <a:ext cx="6350" cy="8255"/>
            </a:xfrm>
            <a:custGeom>
              <a:avLst/>
              <a:gdLst/>
              <a:ahLst/>
              <a:cxnLst/>
              <a:rect l="l" t="t" r="r" b="b"/>
              <a:pathLst>
                <a:path w="6350" h="8255">
                  <a:moveTo>
                    <a:pt x="2286" y="1527"/>
                  </a:moveTo>
                  <a:lnTo>
                    <a:pt x="3806" y="2285"/>
                  </a:lnTo>
                  <a:lnTo>
                    <a:pt x="5339" y="3813"/>
                  </a:lnTo>
                  <a:lnTo>
                    <a:pt x="6093" y="5341"/>
                  </a:lnTo>
                  <a:lnTo>
                    <a:pt x="2286" y="5341"/>
                  </a:lnTo>
                  <a:lnTo>
                    <a:pt x="2286" y="7626"/>
                  </a:lnTo>
                  <a:lnTo>
                    <a:pt x="0" y="6098"/>
                  </a:lnTo>
                  <a:lnTo>
                    <a:pt x="0" y="0"/>
                  </a:lnTo>
                  <a:lnTo>
                    <a:pt x="1520" y="0"/>
                  </a:lnTo>
                  <a:lnTo>
                    <a:pt x="2286" y="1527"/>
                  </a:lnTo>
                  <a:lnTo>
                    <a:pt x="2286" y="2285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9" name="object 1239"/>
            <p:cNvSpPr/>
            <p:nvPr/>
          </p:nvSpPr>
          <p:spPr>
            <a:xfrm>
              <a:off x="3541014" y="2577084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79" h="6350">
                  <a:moveTo>
                    <a:pt x="4572" y="762"/>
                  </a:moveTo>
                  <a:lnTo>
                    <a:pt x="3810" y="0"/>
                  </a:lnTo>
                  <a:lnTo>
                    <a:pt x="2286" y="762"/>
                  </a:lnTo>
                  <a:lnTo>
                    <a:pt x="0" y="762"/>
                  </a:lnTo>
                  <a:lnTo>
                    <a:pt x="0" y="3048"/>
                  </a:lnTo>
                  <a:lnTo>
                    <a:pt x="1524" y="4572"/>
                  </a:lnTo>
                  <a:lnTo>
                    <a:pt x="1524" y="6096"/>
                  </a:lnTo>
                  <a:lnTo>
                    <a:pt x="3810" y="6096"/>
                  </a:lnTo>
                  <a:lnTo>
                    <a:pt x="3810" y="2286"/>
                  </a:lnTo>
                  <a:lnTo>
                    <a:pt x="4572" y="762"/>
                  </a:lnTo>
                  <a:close/>
                </a:path>
                <a:path w="5079" h="6350">
                  <a:moveTo>
                    <a:pt x="4572" y="3048"/>
                  </a:moveTo>
                  <a:lnTo>
                    <a:pt x="3810" y="2286"/>
                  </a:lnTo>
                  <a:lnTo>
                    <a:pt x="3810" y="3048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0" name="object 1240"/>
            <p:cNvSpPr/>
            <p:nvPr/>
          </p:nvSpPr>
          <p:spPr>
            <a:xfrm>
              <a:off x="3539435" y="2577096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1520" y="3042"/>
                  </a:moveTo>
                  <a:lnTo>
                    <a:pt x="1520" y="757"/>
                  </a:lnTo>
                  <a:lnTo>
                    <a:pt x="3806" y="757"/>
                  </a:lnTo>
                  <a:lnTo>
                    <a:pt x="5326" y="0"/>
                  </a:lnTo>
                  <a:lnTo>
                    <a:pt x="6093" y="757"/>
                  </a:lnTo>
                  <a:lnTo>
                    <a:pt x="5326" y="2285"/>
                  </a:lnTo>
                  <a:lnTo>
                    <a:pt x="6093" y="3042"/>
                  </a:lnTo>
                  <a:lnTo>
                    <a:pt x="5326" y="3042"/>
                  </a:lnTo>
                  <a:lnTo>
                    <a:pt x="5326" y="6085"/>
                  </a:lnTo>
                  <a:lnTo>
                    <a:pt x="3040" y="6085"/>
                  </a:lnTo>
                  <a:lnTo>
                    <a:pt x="3040" y="4570"/>
                  </a:lnTo>
                  <a:lnTo>
                    <a:pt x="1520" y="3042"/>
                  </a:lnTo>
                  <a:lnTo>
                    <a:pt x="0" y="3042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1" name="object 1241"/>
            <p:cNvSpPr/>
            <p:nvPr/>
          </p:nvSpPr>
          <p:spPr>
            <a:xfrm>
              <a:off x="3517391" y="2579370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096" y="4572"/>
                  </a:moveTo>
                  <a:lnTo>
                    <a:pt x="4572" y="2286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2286" y="762"/>
                  </a:lnTo>
                  <a:lnTo>
                    <a:pt x="2286" y="4572"/>
                  </a:lnTo>
                  <a:lnTo>
                    <a:pt x="3048" y="6096"/>
                  </a:lnTo>
                  <a:lnTo>
                    <a:pt x="3048" y="4572"/>
                  </a:lnTo>
                  <a:lnTo>
                    <a:pt x="4572" y="6096"/>
                  </a:lnTo>
                  <a:lnTo>
                    <a:pt x="6096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2" name="object 1242"/>
            <p:cNvSpPr/>
            <p:nvPr/>
          </p:nvSpPr>
          <p:spPr>
            <a:xfrm>
              <a:off x="3517324" y="2579369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3052" y="6098"/>
                  </a:moveTo>
                  <a:lnTo>
                    <a:pt x="2286" y="4570"/>
                  </a:lnTo>
                  <a:lnTo>
                    <a:pt x="2286" y="770"/>
                  </a:lnTo>
                  <a:lnTo>
                    <a:pt x="0" y="0"/>
                  </a:lnTo>
                  <a:lnTo>
                    <a:pt x="2286" y="0"/>
                  </a:lnTo>
                  <a:lnTo>
                    <a:pt x="3052" y="770"/>
                  </a:lnTo>
                  <a:lnTo>
                    <a:pt x="4572" y="2285"/>
                  </a:lnTo>
                  <a:lnTo>
                    <a:pt x="6105" y="4570"/>
                  </a:lnTo>
                  <a:lnTo>
                    <a:pt x="4572" y="6098"/>
                  </a:lnTo>
                  <a:lnTo>
                    <a:pt x="3052" y="457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3" name="object 1243"/>
            <p:cNvSpPr/>
            <p:nvPr/>
          </p:nvSpPr>
          <p:spPr>
            <a:xfrm>
              <a:off x="3510477" y="258394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35" y="3060"/>
                  </a:moveTo>
                  <a:lnTo>
                    <a:pt x="0" y="0"/>
                  </a:lnTo>
                  <a:lnTo>
                    <a:pt x="1511" y="0"/>
                  </a:lnTo>
                  <a:lnTo>
                    <a:pt x="3035" y="1536"/>
                  </a:lnTo>
                  <a:lnTo>
                    <a:pt x="3035" y="3060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4" name="object 1244"/>
            <p:cNvSpPr/>
            <p:nvPr/>
          </p:nvSpPr>
          <p:spPr>
            <a:xfrm>
              <a:off x="3510477" y="258394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0"/>
                  </a:moveTo>
                  <a:lnTo>
                    <a:pt x="1511" y="0"/>
                  </a:lnTo>
                  <a:lnTo>
                    <a:pt x="3035" y="1536"/>
                  </a:lnTo>
                  <a:lnTo>
                    <a:pt x="3035" y="306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5" name="object 1245"/>
            <p:cNvSpPr/>
            <p:nvPr/>
          </p:nvSpPr>
          <p:spPr>
            <a:xfrm>
              <a:off x="3523487" y="2590037"/>
              <a:ext cx="3810" cy="5715"/>
            </a:xfrm>
            <a:custGeom>
              <a:avLst/>
              <a:gdLst/>
              <a:ahLst/>
              <a:cxnLst/>
              <a:rect l="l" t="t" r="r" b="b"/>
              <a:pathLst>
                <a:path w="3810" h="5714">
                  <a:moveTo>
                    <a:pt x="3810" y="3048"/>
                  </a:moveTo>
                  <a:lnTo>
                    <a:pt x="2286" y="1524"/>
                  </a:lnTo>
                  <a:lnTo>
                    <a:pt x="2286" y="0"/>
                  </a:lnTo>
                  <a:lnTo>
                    <a:pt x="762" y="1524"/>
                  </a:lnTo>
                  <a:lnTo>
                    <a:pt x="762" y="3048"/>
                  </a:lnTo>
                  <a:lnTo>
                    <a:pt x="0" y="3048"/>
                  </a:lnTo>
                  <a:lnTo>
                    <a:pt x="0" y="3810"/>
                  </a:lnTo>
                  <a:lnTo>
                    <a:pt x="762" y="5334"/>
                  </a:lnTo>
                  <a:lnTo>
                    <a:pt x="2286" y="5334"/>
                  </a:lnTo>
                  <a:lnTo>
                    <a:pt x="3810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6" name="object 1246"/>
            <p:cNvSpPr/>
            <p:nvPr/>
          </p:nvSpPr>
          <p:spPr>
            <a:xfrm>
              <a:off x="3523430" y="2590051"/>
              <a:ext cx="4445" cy="5715"/>
            </a:xfrm>
            <a:custGeom>
              <a:avLst/>
              <a:gdLst/>
              <a:ahLst/>
              <a:cxnLst/>
              <a:rect l="l" t="t" r="r" b="b"/>
              <a:pathLst>
                <a:path w="4445" h="5714">
                  <a:moveTo>
                    <a:pt x="766" y="3042"/>
                  </a:moveTo>
                  <a:lnTo>
                    <a:pt x="766" y="1515"/>
                  </a:lnTo>
                  <a:lnTo>
                    <a:pt x="2286" y="0"/>
                  </a:lnTo>
                  <a:lnTo>
                    <a:pt x="2286" y="1515"/>
                  </a:lnTo>
                  <a:lnTo>
                    <a:pt x="3819" y="3042"/>
                  </a:lnTo>
                  <a:lnTo>
                    <a:pt x="2286" y="5328"/>
                  </a:lnTo>
                  <a:lnTo>
                    <a:pt x="766" y="5328"/>
                  </a:lnTo>
                  <a:lnTo>
                    <a:pt x="0" y="3800"/>
                  </a:lnTo>
                  <a:lnTo>
                    <a:pt x="0" y="3042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7" name="object 1247"/>
            <p:cNvSpPr/>
            <p:nvPr/>
          </p:nvSpPr>
          <p:spPr>
            <a:xfrm>
              <a:off x="3717730" y="2574041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11432" y="21338"/>
                  </a:moveTo>
                  <a:lnTo>
                    <a:pt x="3052" y="21338"/>
                  </a:lnTo>
                  <a:lnTo>
                    <a:pt x="1532" y="19811"/>
                  </a:lnTo>
                  <a:lnTo>
                    <a:pt x="0" y="19053"/>
                  </a:lnTo>
                  <a:lnTo>
                    <a:pt x="0" y="3042"/>
                  </a:lnTo>
                  <a:lnTo>
                    <a:pt x="3052" y="0"/>
                  </a:lnTo>
                  <a:lnTo>
                    <a:pt x="11432" y="0"/>
                  </a:lnTo>
                  <a:lnTo>
                    <a:pt x="12965" y="1527"/>
                  </a:lnTo>
                  <a:lnTo>
                    <a:pt x="13718" y="3042"/>
                  </a:lnTo>
                  <a:lnTo>
                    <a:pt x="13718" y="19053"/>
                  </a:lnTo>
                  <a:lnTo>
                    <a:pt x="11432" y="21338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8" name="object 1248"/>
            <p:cNvSpPr/>
            <p:nvPr/>
          </p:nvSpPr>
          <p:spPr>
            <a:xfrm>
              <a:off x="3717730" y="2574041"/>
              <a:ext cx="13970" cy="21590"/>
            </a:xfrm>
            <a:custGeom>
              <a:avLst/>
              <a:gdLst/>
              <a:ahLst/>
              <a:cxnLst/>
              <a:rect l="l" t="t" r="r" b="b"/>
              <a:pathLst>
                <a:path w="13970" h="21589">
                  <a:moveTo>
                    <a:pt x="3052" y="0"/>
                  </a:moveTo>
                  <a:lnTo>
                    <a:pt x="0" y="3042"/>
                  </a:lnTo>
                  <a:lnTo>
                    <a:pt x="0" y="19053"/>
                  </a:lnTo>
                  <a:lnTo>
                    <a:pt x="1532" y="19811"/>
                  </a:lnTo>
                  <a:lnTo>
                    <a:pt x="3052" y="21338"/>
                  </a:lnTo>
                  <a:lnTo>
                    <a:pt x="11432" y="21338"/>
                  </a:lnTo>
                  <a:lnTo>
                    <a:pt x="13718" y="19053"/>
                  </a:lnTo>
                  <a:lnTo>
                    <a:pt x="13718" y="3042"/>
                  </a:lnTo>
                  <a:lnTo>
                    <a:pt x="12965" y="1527"/>
                  </a:lnTo>
                  <a:lnTo>
                    <a:pt x="11432" y="0"/>
                  </a:lnTo>
                  <a:lnTo>
                    <a:pt x="305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9" name="object 1249"/>
            <p:cNvSpPr/>
            <p:nvPr/>
          </p:nvSpPr>
          <p:spPr>
            <a:xfrm>
              <a:off x="3715511" y="2573273"/>
              <a:ext cx="5715" cy="22225"/>
            </a:xfrm>
            <a:custGeom>
              <a:avLst/>
              <a:gdLst/>
              <a:ahLst/>
              <a:cxnLst/>
              <a:rect l="l" t="t" r="r" b="b"/>
              <a:pathLst>
                <a:path w="5714" h="22225">
                  <a:moveTo>
                    <a:pt x="5334" y="20574"/>
                  </a:moveTo>
                  <a:lnTo>
                    <a:pt x="5334" y="761"/>
                  </a:lnTo>
                  <a:lnTo>
                    <a:pt x="0" y="0"/>
                  </a:lnTo>
                  <a:lnTo>
                    <a:pt x="0" y="22098"/>
                  </a:lnTo>
                  <a:lnTo>
                    <a:pt x="5334" y="20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0" name="object 1250"/>
            <p:cNvSpPr/>
            <p:nvPr/>
          </p:nvSpPr>
          <p:spPr>
            <a:xfrm>
              <a:off x="3715456" y="2573283"/>
              <a:ext cx="5715" cy="22225"/>
            </a:xfrm>
            <a:custGeom>
              <a:avLst/>
              <a:gdLst/>
              <a:ahLst/>
              <a:cxnLst/>
              <a:rect l="l" t="t" r="r" b="b"/>
              <a:pathLst>
                <a:path w="5714" h="22225">
                  <a:moveTo>
                    <a:pt x="0" y="0"/>
                  </a:moveTo>
                  <a:lnTo>
                    <a:pt x="5308" y="762"/>
                  </a:lnTo>
                  <a:lnTo>
                    <a:pt x="5308" y="20688"/>
                  </a:lnTo>
                  <a:lnTo>
                    <a:pt x="0" y="222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1" name="object 1251"/>
            <p:cNvSpPr/>
            <p:nvPr/>
          </p:nvSpPr>
          <p:spPr>
            <a:xfrm>
              <a:off x="3705544" y="2574041"/>
              <a:ext cx="11430" cy="21590"/>
            </a:xfrm>
            <a:custGeom>
              <a:avLst/>
              <a:gdLst/>
              <a:ahLst/>
              <a:cxnLst/>
              <a:rect l="l" t="t" r="r" b="b"/>
              <a:pathLst>
                <a:path w="11429" h="21589">
                  <a:moveTo>
                    <a:pt x="8379" y="21338"/>
                  </a:moveTo>
                  <a:lnTo>
                    <a:pt x="2286" y="21338"/>
                  </a:lnTo>
                  <a:lnTo>
                    <a:pt x="0" y="19811"/>
                  </a:lnTo>
                  <a:lnTo>
                    <a:pt x="0" y="1527"/>
                  </a:lnTo>
                  <a:lnTo>
                    <a:pt x="2286" y="0"/>
                  </a:lnTo>
                  <a:lnTo>
                    <a:pt x="8379" y="0"/>
                  </a:lnTo>
                  <a:lnTo>
                    <a:pt x="11432" y="3042"/>
                  </a:lnTo>
                  <a:lnTo>
                    <a:pt x="11432" y="19053"/>
                  </a:lnTo>
                  <a:lnTo>
                    <a:pt x="9912" y="19811"/>
                  </a:lnTo>
                  <a:lnTo>
                    <a:pt x="8379" y="21338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2" name="object 1252"/>
            <p:cNvSpPr/>
            <p:nvPr/>
          </p:nvSpPr>
          <p:spPr>
            <a:xfrm>
              <a:off x="3705544" y="2574041"/>
              <a:ext cx="11430" cy="21590"/>
            </a:xfrm>
            <a:custGeom>
              <a:avLst/>
              <a:gdLst/>
              <a:ahLst/>
              <a:cxnLst/>
              <a:rect l="l" t="t" r="r" b="b"/>
              <a:pathLst>
                <a:path w="11429" h="21589">
                  <a:moveTo>
                    <a:pt x="2286" y="0"/>
                  </a:moveTo>
                  <a:lnTo>
                    <a:pt x="0" y="1527"/>
                  </a:lnTo>
                  <a:lnTo>
                    <a:pt x="0" y="19811"/>
                  </a:lnTo>
                  <a:lnTo>
                    <a:pt x="2286" y="21338"/>
                  </a:lnTo>
                  <a:lnTo>
                    <a:pt x="8379" y="21338"/>
                  </a:lnTo>
                  <a:lnTo>
                    <a:pt x="9912" y="19811"/>
                  </a:lnTo>
                  <a:lnTo>
                    <a:pt x="11432" y="19053"/>
                  </a:lnTo>
                  <a:lnTo>
                    <a:pt x="11432" y="3042"/>
                  </a:lnTo>
                  <a:lnTo>
                    <a:pt x="8379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3" name="object 1253"/>
            <p:cNvSpPr/>
            <p:nvPr/>
          </p:nvSpPr>
          <p:spPr>
            <a:xfrm>
              <a:off x="3707057" y="2581645"/>
              <a:ext cx="5715" cy="7620"/>
            </a:xfrm>
            <a:custGeom>
              <a:avLst/>
              <a:gdLst/>
              <a:ahLst/>
              <a:cxnLst/>
              <a:rect l="l" t="t" r="r" b="b"/>
              <a:pathLst>
                <a:path w="5714" h="7619">
                  <a:moveTo>
                    <a:pt x="5339" y="7613"/>
                  </a:moveTo>
                  <a:lnTo>
                    <a:pt x="0" y="7613"/>
                  </a:lnTo>
                  <a:lnTo>
                    <a:pt x="0" y="0"/>
                  </a:lnTo>
                  <a:lnTo>
                    <a:pt x="5339" y="0"/>
                  </a:lnTo>
                  <a:lnTo>
                    <a:pt x="5339" y="7613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4" name="object 1254"/>
            <p:cNvSpPr/>
            <p:nvPr/>
          </p:nvSpPr>
          <p:spPr>
            <a:xfrm>
              <a:off x="3707057" y="2581645"/>
              <a:ext cx="5715" cy="7620"/>
            </a:xfrm>
            <a:custGeom>
              <a:avLst/>
              <a:gdLst/>
              <a:ahLst/>
              <a:cxnLst/>
              <a:rect l="l" t="t" r="r" b="b"/>
              <a:pathLst>
                <a:path w="5714" h="7619">
                  <a:moveTo>
                    <a:pt x="5339" y="0"/>
                  </a:moveTo>
                  <a:lnTo>
                    <a:pt x="0" y="0"/>
                  </a:lnTo>
                  <a:lnTo>
                    <a:pt x="0" y="7613"/>
                  </a:lnTo>
                  <a:lnTo>
                    <a:pt x="5339" y="7613"/>
                  </a:lnTo>
                  <a:lnTo>
                    <a:pt x="533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5" name="object 1255"/>
            <p:cNvSpPr/>
            <p:nvPr/>
          </p:nvSpPr>
          <p:spPr>
            <a:xfrm>
              <a:off x="3719263" y="2589281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10">
                  <a:moveTo>
                    <a:pt x="0" y="3813"/>
                  </a:moveTo>
                  <a:lnTo>
                    <a:pt x="1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6" name="object 1256"/>
            <p:cNvSpPr/>
            <p:nvPr/>
          </p:nvSpPr>
          <p:spPr>
            <a:xfrm>
              <a:off x="3719263" y="2577096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0" y="0"/>
                  </a:moveTo>
                  <a:lnTo>
                    <a:pt x="1511" y="30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7" name="object 1257"/>
            <p:cNvSpPr/>
            <p:nvPr/>
          </p:nvSpPr>
          <p:spPr>
            <a:xfrm>
              <a:off x="3719263" y="25793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8" name="object 1258"/>
            <p:cNvSpPr/>
            <p:nvPr/>
          </p:nvSpPr>
          <p:spPr>
            <a:xfrm>
              <a:off x="3719263" y="259005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9" name="object 1259"/>
            <p:cNvSpPr/>
            <p:nvPr/>
          </p:nvSpPr>
          <p:spPr>
            <a:xfrm>
              <a:off x="3684958" y="2573274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89">
                  <a:moveTo>
                    <a:pt x="22098" y="21338"/>
                  </a:moveTo>
                  <a:lnTo>
                    <a:pt x="0" y="21338"/>
                  </a:lnTo>
                  <a:lnTo>
                    <a:pt x="0" y="0"/>
                  </a:lnTo>
                  <a:lnTo>
                    <a:pt x="22098" y="0"/>
                  </a:lnTo>
                  <a:lnTo>
                    <a:pt x="22098" y="21338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0" name="object 1260"/>
            <p:cNvSpPr/>
            <p:nvPr/>
          </p:nvSpPr>
          <p:spPr>
            <a:xfrm>
              <a:off x="3684958" y="2573274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89">
                  <a:moveTo>
                    <a:pt x="22098" y="0"/>
                  </a:moveTo>
                  <a:lnTo>
                    <a:pt x="0" y="0"/>
                  </a:lnTo>
                  <a:lnTo>
                    <a:pt x="0" y="21338"/>
                  </a:lnTo>
                  <a:lnTo>
                    <a:pt x="22098" y="21338"/>
                  </a:lnTo>
                  <a:lnTo>
                    <a:pt x="2209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1" name="object 1261"/>
            <p:cNvSpPr/>
            <p:nvPr/>
          </p:nvSpPr>
          <p:spPr>
            <a:xfrm>
              <a:off x="3707064" y="2573283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w="0" h="22225">
                  <a:moveTo>
                    <a:pt x="0" y="0"/>
                  </a:moveTo>
                  <a:lnTo>
                    <a:pt x="0" y="222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2" name="object 1262"/>
            <p:cNvSpPr/>
            <p:nvPr/>
          </p:nvSpPr>
          <p:spPr>
            <a:xfrm>
              <a:off x="3717730" y="2585481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 h="0">
                  <a:moveTo>
                    <a:pt x="0" y="0"/>
                  </a:moveTo>
                  <a:lnTo>
                    <a:pt x="151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3" name="object 1263"/>
            <p:cNvSpPr/>
            <p:nvPr/>
          </p:nvSpPr>
          <p:spPr>
            <a:xfrm>
              <a:off x="3717730" y="258319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4" name="object 1264"/>
            <p:cNvSpPr/>
            <p:nvPr/>
          </p:nvSpPr>
          <p:spPr>
            <a:xfrm>
              <a:off x="3720783" y="2577867"/>
              <a:ext cx="8890" cy="1905"/>
            </a:xfrm>
            <a:custGeom>
              <a:avLst/>
              <a:gdLst/>
              <a:ahLst/>
              <a:cxnLst/>
              <a:rect l="l" t="t" r="r" b="b"/>
              <a:pathLst>
                <a:path w="8889" h="1905">
                  <a:moveTo>
                    <a:pt x="0" y="0"/>
                  </a:moveTo>
                  <a:lnTo>
                    <a:pt x="8331" y="0"/>
                  </a:lnTo>
                  <a:lnTo>
                    <a:pt x="8331" y="153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5" name="object 1265"/>
            <p:cNvSpPr/>
            <p:nvPr/>
          </p:nvSpPr>
          <p:spPr>
            <a:xfrm>
              <a:off x="3720783" y="2590064"/>
              <a:ext cx="8890" cy="1905"/>
            </a:xfrm>
            <a:custGeom>
              <a:avLst/>
              <a:gdLst/>
              <a:ahLst/>
              <a:cxnLst/>
              <a:rect l="l" t="t" r="r" b="b"/>
              <a:pathLst>
                <a:path w="8889" h="1905">
                  <a:moveTo>
                    <a:pt x="8379" y="0"/>
                  </a:moveTo>
                  <a:lnTo>
                    <a:pt x="8379" y="1527"/>
                  </a:lnTo>
                  <a:lnTo>
                    <a:pt x="0" y="15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6" name="object 1266"/>
            <p:cNvSpPr/>
            <p:nvPr/>
          </p:nvSpPr>
          <p:spPr>
            <a:xfrm>
              <a:off x="3730695" y="2573283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39" h="22225">
                  <a:moveTo>
                    <a:pt x="762" y="22225"/>
                  </a:moveTo>
                  <a:lnTo>
                    <a:pt x="0" y="22225"/>
                  </a:lnTo>
                  <a:lnTo>
                    <a:pt x="762" y="19926"/>
                  </a:lnTo>
                  <a:lnTo>
                    <a:pt x="762" y="3835"/>
                  </a:lnTo>
                  <a:lnTo>
                    <a:pt x="126" y="635"/>
                  </a:lnTo>
                  <a:lnTo>
                    <a:pt x="762" y="0"/>
                  </a:lnTo>
                  <a:lnTo>
                    <a:pt x="2273" y="3835"/>
                  </a:lnTo>
                  <a:lnTo>
                    <a:pt x="2273" y="20688"/>
                  </a:lnTo>
                  <a:lnTo>
                    <a:pt x="762" y="22225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7" name="object 1267"/>
            <p:cNvSpPr/>
            <p:nvPr/>
          </p:nvSpPr>
          <p:spPr>
            <a:xfrm>
              <a:off x="3730695" y="2573283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39" h="22225">
                  <a:moveTo>
                    <a:pt x="0" y="0"/>
                  </a:moveTo>
                  <a:lnTo>
                    <a:pt x="762" y="3835"/>
                  </a:lnTo>
                  <a:lnTo>
                    <a:pt x="762" y="19926"/>
                  </a:lnTo>
                  <a:lnTo>
                    <a:pt x="0" y="22225"/>
                  </a:lnTo>
                  <a:lnTo>
                    <a:pt x="762" y="22225"/>
                  </a:lnTo>
                  <a:lnTo>
                    <a:pt x="2273" y="20688"/>
                  </a:lnTo>
                  <a:lnTo>
                    <a:pt x="2273" y="3835"/>
                  </a:lnTo>
                  <a:lnTo>
                    <a:pt x="762" y="0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8" name="object 1268"/>
            <p:cNvSpPr/>
            <p:nvPr/>
          </p:nvSpPr>
          <p:spPr>
            <a:xfrm>
              <a:off x="3730695" y="2577096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w="0" h="2539">
                  <a:moveTo>
                    <a:pt x="0" y="2285"/>
                  </a:moveTo>
                  <a:lnTo>
                    <a:pt x="0" y="757"/>
                  </a:lnTo>
                  <a:lnTo>
                    <a:pt x="0" y="0"/>
                  </a:lnTo>
                  <a:lnTo>
                    <a:pt x="0" y="22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9" name="object 1269"/>
            <p:cNvSpPr/>
            <p:nvPr/>
          </p:nvSpPr>
          <p:spPr>
            <a:xfrm>
              <a:off x="3730695" y="2577096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w="0" h="2539">
                  <a:moveTo>
                    <a:pt x="0" y="757"/>
                  </a:moveTo>
                  <a:lnTo>
                    <a:pt x="0" y="0"/>
                  </a:lnTo>
                  <a:lnTo>
                    <a:pt x="0" y="757"/>
                  </a:lnTo>
                  <a:lnTo>
                    <a:pt x="0" y="1515"/>
                  </a:lnTo>
                  <a:lnTo>
                    <a:pt x="0" y="2285"/>
                  </a:lnTo>
                  <a:lnTo>
                    <a:pt x="0" y="1515"/>
                  </a:lnTo>
                  <a:lnTo>
                    <a:pt x="0" y="75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0" name="object 1270"/>
            <p:cNvSpPr/>
            <p:nvPr/>
          </p:nvSpPr>
          <p:spPr>
            <a:xfrm>
              <a:off x="3730695" y="2589281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3055"/>
                  </a:moveTo>
                  <a:lnTo>
                    <a:pt x="0" y="1527"/>
                  </a:lnTo>
                  <a:lnTo>
                    <a:pt x="0" y="0"/>
                  </a:lnTo>
                  <a:lnTo>
                    <a:pt x="0" y="30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1" name="object 1271"/>
            <p:cNvSpPr/>
            <p:nvPr/>
          </p:nvSpPr>
          <p:spPr>
            <a:xfrm>
              <a:off x="3730695" y="2589281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1527"/>
                  </a:moveTo>
                  <a:lnTo>
                    <a:pt x="0" y="0"/>
                  </a:lnTo>
                  <a:lnTo>
                    <a:pt x="0" y="1527"/>
                  </a:lnTo>
                  <a:lnTo>
                    <a:pt x="0" y="2285"/>
                  </a:lnTo>
                  <a:lnTo>
                    <a:pt x="0" y="3055"/>
                  </a:lnTo>
                  <a:lnTo>
                    <a:pt x="0" y="2285"/>
                  </a:lnTo>
                  <a:lnTo>
                    <a:pt x="0" y="15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2" name="object 1272"/>
            <p:cNvSpPr/>
            <p:nvPr/>
          </p:nvSpPr>
          <p:spPr>
            <a:xfrm>
              <a:off x="3730682" y="2579369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52" y="0"/>
                  </a:moveTo>
                  <a:lnTo>
                    <a:pt x="0" y="0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3" name="object 1273"/>
            <p:cNvSpPr/>
            <p:nvPr/>
          </p:nvSpPr>
          <p:spPr>
            <a:xfrm>
              <a:off x="3730682" y="2579369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52" y="0"/>
                  </a:moveTo>
                  <a:lnTo>
                    <a:pt x="0" y="0"/>
                  </a:lnTo>
                  <a:lnTo>
                    <a:pt x="305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4" name="object 1274"/>
            <p:cNvSpPr/>
            <p:nvPr/>
          </p:nvSpPr>
          <p:spPr>
            <a:xfrm>
              <a:off x="3730682" y="258928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52" y="0"/>
                  </a:moveTo>
                  <a:lnTo>
                    <a:pt x="0" y="0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5" name="object 1275"/>
            <p:cNvSpPr/>
            <p:nvPr/>
          </p:nvSpPr>
          <p:spPr>
            <a:xfrm>
              <a:off x="3730682" y="258928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52" y="0"/>
                  </a:moveTo>
                  <a:lnTo>
                    <a:pt x="0" y="0"/>
                  </a:lnTo>
                  <a:lnTo>
                    <a:pt x="305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76" name="object 127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730751" y="2580132"/>
              <a:ext cx="762" cy="7620"/>
            </a:xfrm>
            <a:prstGeom prst="rect">
              <a:avLst/>
            </a:prstGeom>
          </p:spPr>
        </p:pic>
        <p:sp>
          <p:nvSpPr>
            <p:cNvPr id="1277" name="object 1277"/>
            <p:cNvSpPr/>
            <p:nvPr/>
          </p:nvSpPr>
          <p:spPr>
            <a:xfrm>
              <a:off x="3566094" y="2471172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69">
                  <a:moveTo>
                    <a:pt x="17525" y="13712"/>
                  </a:moveTo>
                  <a:lnTo>
                    <a:pt x="2286" y="13712"/>
                  </a:lnTo>
                  <a:lnTo>
                    <a:pt x="766" y="12197"/>
                  </a:lnTo>
                  <a:lnTo>
                    <a:pt x="0" y="10669"/>
                  </a:lnTo>
                  <a:lnTo>
                    <a:pt x="0" y="2285"/>
                  </a:lnTo>
                  <a:lnTo>
                    <a:pt x="766" y="757"/>
                  </a:lnTo>
                  <a:lnTo>
                    <a:pt x="2286" y="0"/>
                  </a:lnTo>
                  <a:lnTo>
                    <a:pt x="17525" y="0"/>
                  </a:lnTo>
                  <a:lnTo>
                    <a:pt x="19045" y="757"/>
                  </a:lnTo>
                  <a:lnTo>
                    <a:pt x="19811" y="2285"/>
                  </a:lnTo>
                  <a:lnTo>
                    <a:pt x="19811" y="10669"/>
                  </a:lnTo>
                  <a:lnTo>
                    <a:pt x="19045" y="12197"/>
                  </a:lnTo>
                  <a:lnTo>
                    <a:pt x="17525" y="13712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8" name="object 1278"/>
            <p:cNvSpPr/>
            <p:nvPr/>
          </p:nvSpPr>
          <p:spPr>
            <a:xfrm>
              <a:off x="3566094" y="2471172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69">
                  <a:moveTo>
                    <a:pt x="2286" y="0"/>
                  </a:moveTo>
                  <a:lnTo>
                    <a:pt x="766" y="757"/>
                  </a:lnTo>
                  <a:lnTo>
                    <a:pt x="0" y="2285"/>
                  </a:lnTo>
                  <a:lnTo>
                    <a:pt x="0" y="10669"/>
                  </a:lnTo>
                  <a:lnTo>
                    <a:pt x="766" y="12197"/>
                  </a:lnTo>
                  <a:lnTo>
                    <a:pt x="2286" y="13712"/>
                  </a:lnTo>
                  <a:lnTo>
                    <a:pt x="17525" y="13712"/>
                  </a:lnTo>
                  <a:lnTo>
                    <a:pt x="19045" y="12197"/>
                  </a:lnTo>
                  <a:lnTo>
                    <a:pt x="19811" y="10669"/>
                  </a:lnTo>
                  <a:lnTo>
                    <a:pt x="19811" y="2285"/>
                  </a:lnTo>
                  <a:lnTo>
                    <a:pt x="19045" y="757"/>
                  </a:lnTo>
                  <a:lnTo>
                    <a:pt x="17525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9" name="object 1279"/>
            <p:cNvSpPr/>
            <p:nvPr/>
          </p:nvSpPr>
          <p:spPr>
            <a:xfrm>
              <a:off x="3564635" y="2481072"/>
              <a:ext cx="21590" cy="5080"/>
            </a:xfrm>
            <a:custGeom>
              <a:avLst/>
              <a:gdLst/>
              <a:ahLst/>
              <a:cxnLst/>
              <a:rect l="l" t="t" r="r" b="b"/>
              <a:pathLst>
                <a:path w="21589" h="5080">
                  <a:moveTo>
                    <a:pt x="21336" y="4572"/>
                  </a:moveTo>
                  <a:lnTo>
                    <a:pt x="20574" y="0"/>
                  </a:lnTo>
                  <a:lnTo>
                    <a:pt x="0" y="0"/>
                  </a:lnTo>
                  <a:lnTo>
                    <a:pt x="0" y="4572"/>
                  </a:lnTo>
                  <a:lnTo>
                    <a:pt x="21336" y="4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0" name="object 1280"/>
            <p:cNvSpPr/>
            <p:nvPr/>
          </p:nvSpPr>
          <p:spPr>
            <a:xfrm>
              <a:off x="3564574" y="2481071"/>
              <a:ext cx="21590" cy="5080"/>
            </a:xfrm>
            <a:custGeom>
              <a:avLst/>
              <a:gdLst/>
              <a:ahLst/>
              <a:cxnLst/>
              <a:rect l="l" t="t" r="r" b="b"/>
              <a:pathLst>
                <a:path w="21589" h="5080">
                  <a:moveTo>
                    <a:pt x="21331" y="4570"/>
                  </a:moveTo>
                  <a:lnTo>
                    <a:pt x="20565" y="0"/>
                  </a:lnTo>
                  <a:lnTo>
                    <a:pt x="0" y="0"/>
                  </a:lnTo>
                  <a:lnTo>
                    <a:pt x="0" y="45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1" name="object 1281"/>
            <p:cNvSpPr/>
            <p:nvPr/>
          </p:nvSpPr>
          <p:spPr>
            <a:xfrm>
              <a:off x="3564574" y="2484884"/>
              <a:ext cx="21590" cy="12700"/>
            </a:xfrm>
            <a:custGeom>
              <a:avLst/>
              <a:gdLst/>
              <a:ahLst/>
              <a:cxnLst/>
              <a:rect l="l" t="t" r="r" b="b"/>
              <a:pathLst>
                <a:path w="21589" h="12700">
                  <a:moveTo>
                    <a:pt x="19045" y="12197"/>
                  </a:moveTo>
                  <a:lnTo>
                    <a:pt x="2286" y="12197"/>
                  </a:lnTo>
                  <a:lnTo>
                    <a:pt x="1520" y="10669"/>
                  </a:lnTo>
                  <a:lnTo>
                    <a:pt x="0" y="9911"/>
                  </a:lnTo>
                  <a:lnTo>
                    <a:pt x="0" y="2285"/>
                  </a:lnTo>
                  <a:lnTo>
                    <a:pt x="2286" y="0"/>
                  </a:lnTo>
                  <a:lnTo>
                    <a:pt x="19045" y="0"/>
                  </a:lnTo>
                  <a:lnTo>
                    <a:pt x="21331" y="757"/>
                  </a:lnTo>
                  <a:lnTo>
                    <a:pt x="21331" y="10669"/>
                  </a:lnTo>
                  <a:lnTo>
                    <a:pt x="19045" y="12197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2" name="object 1282"/>
            <p:cNvSpPr/>
            <p:nvPr/>
          </p:nvSpPr>
          <p:spPr>
            <a:xfrm>
              <a:off x="3564574" y="2484884"/>
              <a:ext cx="21590" cy="12700"/>
            </a:xfrm>
            <a:custGeom>
              <a:avLst/>
              <a:gdLst/>
              <a:ahLst/>
              <a:cxnLst/>
              <a:rect l="l" t="t" r="r" b="b"/>
              <a:pathLst>
                <a:path w="21589" h="12700">
                  <a:moveTo>
                    <a:pt x="2286" y="0"/>
                  </a:moveTo>
                  <a:lnTo>
                    <a:pt x="1520" y="757"/>
                  </a:lnTo>
                  <a:lnTo>
                    <a:pt x="0" y="2285"/>
                  </a:lnTo>
                  <a:lnTo>
                    <a:pt x="0" y="9911"/>
                  </a:lnTo>
                  <a:lnTo>
                    <a:pt x="1520" y="10669"/>
                  </a:lnTo>
                  <a:lnTo>
                    <a:pt x="2286" y="12197"/>
                  </a:lnTo>
                  <a:lnTo>
                    <a:pt x="19045" y="12197"/>
                  </a:lnTo>
                  <a:lnTo>
                    <a:pt x="21331" y="10669"/>
                  </a:lnTo>
                  <a:lnTo>
                    <a:pt x="21331" y="757"/>
                  </a:lnTo>
                  <a:lnTo>
                    <a:pt x="19045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3" name="object 1283"/>
            <p:cNvSpPr/>
            <p:nvPr/>
          </p:nvSpPr>
          <p:spPr>
            <a:xfrm>
              <a:off x="3570673" y="249097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89" h="3810">
                  <a:moveTo>
                    <a:pt x="8379" y="3813"/>
                  </a:moveTo>
                  <a:lnTo>
                    <a:pt x="0" y="3813"/>
                  </a:lnTo>
                  <a:lnTo>
                    <a:pt x="0" y="0"/>
                  </a:lnTo>
                  <a:lnTo>
                    <a:pt x="8379" y="0"/>
                  </a:lnTo>
                  <a:lnTo>
                    <a:pt x="8379" y="3813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4" name="object 1284"/>
            <p:cNvSpPr/>
            <p:nvPr/>
          </p:nvSpPr>
          <p:spPr>
            <a:xfrm>
              <a:off x="3570673" y="249097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89" h="3810">
                  <a:moveTo>
                    <a:pt x="8379" y="0"/>
                  </a:moveTo>
                  <a:lnTo>
                    <a:pt x="0" y="0"/>
                  </a:lnTo>
                  <a:lnTo>
                    <a:pt x="0" y="3813"/>
                  </a:lnTo>
                  <a:lnTo>
                    <a:pt x="8379" y="3813"/>
                  </a:lnTo>
                  <a:lnTo>
                    <a:pt x="837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5" name="object 1285"/>
            <p:cNvSpPr/>
            <p:nvPr/>
          </p:nvSpPr>
          <p:spPr>
            <a:xfrm>
              <a:off x="3566860" y="2481071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0" y="2285"/>
                  </a:moveTo>
                  <a:lnTo>
                    <a:pt x="30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6" name="object 1286"/>
            <p:cNvSpPr/>
            <p:nvPr/>
          </p:nvSpPr>
          <p:spPr>
            <a:xfrm>
              <a:off x="3579813" y="2481071"/>
              <a:ext cx="3810" cy="1270"/>
            </a:xfrm>
            <a:custGeom>
              <a:avLst/>
              <a:gdLst/>
              <a:ahLst/>
              <a:cxnLst/>
              <a:rect l="l" t="t" r="r" b="b"/>
              <a:pathLst>
                <a:path w="3810" h="1269">
                  <a:moveTo>
                    <a:pt x="0" y="0"/>
                  </a:moveTo>
                  <a:lnTo>
                    <a:pt x="3784" y="762"/>
                  </a:lnTo>
                </a:path>
                <a:path w="3810" h="1269">
                  <a:moveTo>
                    <a:pt x="0" y="0"/>
                  </a:moveTo>
                  <a:lnTo>
                    <a:pt x="1511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7" name="object 1287"/>
            <p:cNvSpPr/>
            <p:nvPr/>
          </p:nvSpPr>
          <p:spPr>
            <a:xfrm>
              <a:off x="3568380" y="2481071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0" y="757"/>
                  </a:moveTo>
                  <a:lnTo>
                    <a:pt x="1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8" name="object 1288"/>
            <p:cNvSpPr/>
            <p:nvPr/>
          </p:nvSpPr>
          <p:spPr>
            <a:xfrm>
              <a:off x="3564567" y="2494787"/>
              <a:ext cx="22225" cy="20955"/>
            </a:xfrm>
            <a:custGeom>
              <a:avLst/>
              <a:gdLst/>
              <a:ahLst/>
              <a:cxnLst/>
              <a:rect l="l" t="t" r="r" b="b"/>
              <a:pathLst>
                <a:path w="22225" h="20955">
                  <a:moveTo>
                    <a:pt x="22098" y="20568"/>
                  </a:moveTo>
                  <a:lnTo>
                    <a:pt x="0" y="20568"/>
                  </a:lnTo>
                  <a:lnTo>
                    <a:pt x="0" y="0"/>
                  </a:lnTo>
                  <a:lnTo>
                    <a:pt x="22098" y="0"/>
                  </a:lnTo>
                  <a:lnTo>
                    <a:pt x="22098" y="20568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9" name="object 1289"/>
            <p:cNvSpPr/>
            <p:nvPr/>
          </p:nvSpPr>
          <p:spPr>
            <a:xfrm>
              <a:off x="3564567" y="2494787"/>
              <a:ext cx="22225" cy="20955"/>
            </a:xfrm>
            <a:custGeom>
              <a:avLst/>
              <a:gdLst/>
              <a:ahLst/>
              <a:cxnLst/>
              <a:rect l="l" t="t" r="r" b="b"/>
              <a:pathLst>
                <a:path w="22225" h="20955">
                  <a:moveTo>
                    <a:pt x="22098" y="0"/>
                  </a:moveTo>
                  <a:lnTo>
                    <a:pt x="0" y="0"/>
                  </a:lnTo>
                  <a:lnTo>
                    <a:pt x="0" y="20568"/>
                  </a:lnTo>
                  <a:lnTo>
                    <a:pt x="22098" y="20568"/>
                  </a:lnTo>
                  <a:lnTo>
                    <a:pt x="2209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0" name="object 1290"/>
            <p:cNvSpPr/>
            <p:nvPr/>
          </p:nvSpPr>
          <p:spPr>
            <a:xfrm>
              <a:off x="3564574" y="2494796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2133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1" name="object 1291"/>
            <p:cNvSpPr/>
            <p:nvPr/>
          </p:nvSpPr>
          <p:spPr>
            <a:xfrm>
              <a:off x="3573719" y="2481841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0" y="1527"/>
                  </a:moveTo>
                  <a:lnTo>
                    <a:pt x="7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2" name="object 1292"/>
            <p:cNvSpPr/>
            <p:nvPr/>
          </p:nvSpPr>
          <p:spPr>
            <a:xfrm>
              <a:off x="3576006" y="2481841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w="0" h="1905">
                  <a:moveTo>
                    <a:pt x="-625" y="763"/>
                  </a:moveTo>
                  <a:lnTo>
                    <a:pt x="625" y="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3" name="object 1293"/>
            <p:cNvSpPr/>
            <p:nvPr/>
          </p:nvSpPr>
          <p:spPr>
            <a:xfrm>
              <a:off x="3581345" y="2471942"/>
              <a:ext cx="1270" cy="9525"/>
            </a:xfrm>
            <a:custGeom>
              <a:avLst/>
              <a:gdLst/>
              <a:ahLst/>
              <a:cxnLst/>
              <a:rect l="l" t="t" r="r" b="b"/>
              <a:pathLst>
                <a:path w="1270" h="9525">
                  <a:moveTo>
                    <a:pt x="0" y="0"/>
                  </a:moveTo>
                  <a:lnTo>
                    <a:pt x="0" y="3060"/>
                  </a:lnTo>
                  <a:lnTo>
                    <a:pt x="762" y="3835"/>
                  </a:lnTo>
                  <a:lnTo>
                    <a:pt x="762" y="91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4" name="object 1294"/>
            <p:cNvSpPr/>
            <p:nvPr/>
          </p:nvSpPr>
          <p:spPr>
            <a:xfrm>
              <a:off x="3568393" y="2471942"/>
              <a:ext cx="1905" cy="9525"/>
            </a:xfrm>
            <a:custGeom>
              <a:avLst/>
              <a:gdLst/>
              <a:ahLst/>
              <a:cxnLst/>
              <a:rect l="l" t="t" r="r" b="b"/>
              <a:pathLst>
                <a:path w="1904" h="9525">
                  <a:moveTo>
                    <a:pt x="0" y="9141"/>
                  </a:moveTo>
                  <a:lnTo>
                    <a:pt x="0" y="0"/>
                  </a:lnTo>
                  <a:lnTo>
                    <a:pt x="1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5" name="object 1295"/>
            <p:cNvSpPr/>
            <p:nvPr/>
          </p:nvSpPr>
          <p:spPr>
            <a:xfrm>
              <a:off x="3564574" y="2468116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89" h="3810">
                  <a:moveTo>
                    <a:pt x="21331" y="3813"/>
                  </a:moveTo>
                  <a:lnTo>
                    <a:pt x="19045" y="1527"/>
                  </a:lnTo>
                  <a:lnTo>
                    <a:pt x="2286" y="1527"/>
                  </a:lnTo>
                  <a:lnTo>
                    <a:pt x="0" y="3813"/>
                  </a:lnTo>
                  <a:lnTo>
                    <a:pt x="0" y="1527"/>
                  </a:lnTo>
                  <a:lnTo>
                    <a:pt x="2286" y="0"/>
                  </a:lnTo>
                  <a:lnTo>
                    <a:pt x="19045" y="0"/>
                  </a:lnTo>
                  <a:lnTo>
                    <a:pt x="21331" y="1527"/>
                  </a:lnTo>
                  <a:lnTo>
                    <a:pt x="21331" y="3813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6" name="object 1296"/>
            <p:cNvSpPr/>
            <p:nvPr/>
          </p:nvSpPr>
          <p:spPr>
            <a:xfrm>
              <a:off x="3564574" y="2468116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89" h="3810">
                  <a:moveTo>
                    <a:pt x="21331" y="3813"/>
                  </a:moveTo>
                  <a:lnTo>
                    <a:pt x="19045" y="1527"/>
                  </a:lnTo>
                  <a:lnTo>
                    <a:pt x="2286" y="1527"/>
                  </a:lnTo>
                  <a:lnTo>
                    <a:pt x="0" y="3813"/>
                  </a:lnTo>
                  <a:lnTo>
                    <a:pt x="0" y="1527"/>
                  </a:lnTo>
                  <a:lnTo>
                    <a:pt x="2286" y="0"/>
                  </a:lnTo>
                  <a:lnTo>
                    <a:pt x="19045" y="0"/>
                  </a:lnTo>
                  <a:lnTo>
                    <a:pt x="21331" y="1527"/>
                  </a:lnTo>
                  <a:lnTo>
                    <a:pt x="21331" y="381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7" name="object 1297"/>
            <p:cNvSpPr/>
            <p:nvPr/>
          </p:nvSpPr>
          <p:spPr>
            <a:xfrm>
              <a:off x="3581333" y="247117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52" y="0"/>
                  </a:moveTo>
                  <a:lnTo>
                    <a:pt x="0" y="0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8" name="object 1298"/>
            <p:cNvSpPr/>
            <p:nvPr/>
          </p:nvSpPr>
          <p:spPr>
            <a:xfrm>
              <a:off x="3581333" y="247117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52" y="0"/>
                  </a:moveTo>
                  <a:lnTo>
                    <a:pt x="2286" y="0"/>
                  </a:lnTo>
                  <a:lnTo>
                    <a:pt x="1532" y="0"/>
                  </a:lnTo>
                  <a:lnTo>
                    <a:pt x="0" y="0"/>
                  </a:lnTo>
                  <a:lnTo>
                    <a:pt x="1532" y="0"/>
                  </a:lnTo>
                  <a:lnTo>
                    <a:pt x="2286" y="0"/>
                  </a:lnTo>
                  <a:lnTo>
                    <a:pt x="305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9" name="object 1299"/>
            <p:cNvSpPr/>
            <p:nvPr/>
          </p:nvSpPr>
          <p:spPr>
            <a:xfrm>
              <a:off x="3568380" y="247117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52" y="0"/>
                  </a:moveTo>
                  <a:lnTo>
                    <a:pt x="0" y="0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0" name="object 1300"/>
            <p:cNvSpPr/>
            <p:nvPr/>
          </p:nvSpPr>
          <p:spPr>
            <a:xfrm>
              <a:off x="3568380" y="247117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52" y="0"/>
                  </a:moveTo>
                  <a:lnTo>
                    <a:pt x="2286" y="0"/>
                  </a:lnTo>
                  <a:lnTo>
                    <a:pt x="1532" y="0"/>
                  </a:lnTo>
                  <a:lnTo>
                    <a:pt x="0" y="0"/>
                  </a:lnTo>
                  <a:lnTo>
                    <a:pt x="1532" y="0"/>
                  </a:lnTo>
                  <a:lnTo>
                    <a:pt x="2286" y="0"/>
                  </a:lnTo>
                  <a:lnTo>
                    <a:pt x="305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1" name="object 1301"/>
            <p:cNvSpPr/>
            <p:nvPr/>
          </p:nvSpPr>
          <p:spPr>
            <a:xfrm>
              <a:off x="3570655" y="2469641"/>
              <a:ext cx="12700" cy="1905"/>
            </a:xfrm>
            <a:custGeom>
              <a:avLst/>
              <a:gdLst/>
              <a:ahLst/>
              <a:cxnLst/>
              <a:rect l="l" t="t" r="r" b="b"/>
              <a:pathLst>
                <a:path w="12700" h="1905">
                  <a:moveTo>
                    <a:pt x="762" y="0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762" y="0"/>
                  </a:lnTo>
                  <a:close/>
                </a:path>
                <a:path w="12700" h="1905">
                  <a:moveTo>
                    <a:pt x="12192" y="0"/>
                  </a:moveTo>
                  <a:lnTo>
                    <a:pt x="10680" y="0"/>
                  </a:lnTo>
                  <a:lnTo>
                    <a:pt x="10680" y="1524"/>
                  </a:lnTo>
                  <a:lnTo>
                    <a:pt x="12192" y="1524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2" name="object 1302"/>
            <p:cNvSpPr/>
            <p:nvPr/>
          </p:nvSpPr>
          <p:spPr>
            <a:xfrm>
              <a:off x="3572199" y="2471172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 h="0">
                  <a:moveTo>
                    <a:pt x="8379" y="0"/>
                  </a:moveTo>
                  <a:lnTo>
                    <a:pt x="0" y="0"/>
                  </a:lnTo>
                  <a:lnTo>
                    <a:pt x="837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3" name="object 1303"/>
            <p:cNvSpPr/>
            <p:nvPr/>
          </p:nvSpPr>
          <p:spPr>
            <a:xfrm>
              <a:off x="3582092" y="2516113"/>
              <a:ext cx="5080" cy="1905"/>
            </a:xfrm>
            <a:custGeom>
              <a:avLst/>
              <a:gdLst/>
              <a:ahLst/>
              <a:cxnLst/>
              <a:rect l="l" t="t" r="r" b="b"/>
              <a:pathLst>
                <a:path w="5079" h="1905">
                  <a:moveTo>
                    <a:pt x="4572" y="1527"/>
                  </a:moveTo>
                  <a:lnTo>
                    <a:pt x="0" y="1527"/>
                  </a:lnTo>
                  <a:lnTo>
                    <a:pt x="0" y="0"/>
                  </a:lnTo>
                  <a:lnTo>
                    <a:pt x="4572" y="0"/>
                  </a:lnTo>
                  <a:lnTo>
                    <a:pt x="4572" y="15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4" name="object 1304"/>
            <p:cNvSpPr/>
            <p:nvPr/>
          </p:nvSpPr>
          <p:spPr>
            <a:xfrm>
              <a:off x="3582092" y="2516113"/>
              <a:ext cx="5080" cy="1905"/>
            </a:xfrm>
            <a:custGeom>
              <a:avLst/>
              <a:gdLst/>
              <a:ahLst/>
              <a:cxnLst/>
              <a:rect l="l" t="t" r="r" b="b"/>
              <a:pathLst>
                <a:path w="5079" h="1905">
                  <a:moveTo>
                    <a:pt x="4572" y="0"/>
                  </a:moveTo>
                  <a:lnTo>
                    <a:pt x="0" y="0"/>
                  </a:lnTo>
                  <a:lnTo>
                    <a:pt x="0" y="1527"/>
                  </a:lnTo>
                  <a:lnTo>
                    <a:pt x="4572" y="1527"/>
                  </a:lnTo>
                  <a:lnTo>
                    <a:pt x="457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5" name="object 1305"/>
            <p:cNvSpPr/>
            <p:nvPr/>
          </p:nvSpPr>
          <p:spPr>
            <a:xfrm>
              <a:off x="3566100" y="251611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5">
                  <a:moveTo>
                    <a:pt x="3806" y="1527"/>
                  </a:moveTo>
                  <a:lnTo>
                    <a:pt x="0" y="1527"/>
                  </a:lnTo>
                  <a:lnTo>
                    <a:pt x="0" y="0"/>
                  </a:lnTo>
                  <a:lnTo>
                    <a:pt x="3806" y="0"/>
                  </a:lnTo>
                  <a:lnTo>
                    <a:pt x="3806" y="15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6" name="object 1306"/>
            <p:cNvSpPr/>
            <p:nvPr/>
          </p:nvSpPr>
          <p:spPr>
            <a:xfrm>
              <a:off x="3566100" y="251611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5">
                  <a:moveTo>
                    <a:pt x="3806" y="0"/>
                  </a:moveTo>
                  <a:lnTo>
                    <a:pt x="0" y="0"/>
                  </a:lnTo>
                  <a:lnTo>
                    <a:pt x="0" y="1527"/>
                  </a:lnTo>
                  <a:lnTo>
                    <a:pt x="3806" y="1527"/>
                  </a:lnTo>
                  <a:lnTo>
                    <a:pt x="380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7" name="object 1307"/>
            <p:cNvSpPr/>
            <p:nvPr/>
          </p:nvSpPr>
          <p:spPr>
            <a:xfrm>
              <a:off x="3585152" y="2495554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753" y="2285"/>
                  </a:moveTo>
                  <a:lnTo>
                    <a:pt x="0" y="2285"/>
                  </a:lnTo>
                  <a:lnTo>
                    <a:pt x="0" y="0"/>
                  </a:lnTo>
                  <a:lnTo>
                    <a:pt x="1520" y="0"/>
                  </a:lnTo>
                  <a:lnTo>
                    <a:pt x="1520" y="1515"/>
                  </a:lnTo>
                  <a:lnTo>
                    <a:pt x="753" y="22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8" name="object 1308"/>
            <p:cNvSpPr/>
            <p:nvPr/>
          </p:nvSpPr>
          <p:spPr>
            <a:xfrm>
              <a:off x="3585152" y="2495554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1520" y="757"/>
                  </a:moveTo>
                  <a:lnTo>
                    <a:pt x="1520" y="0"/>
                  </a:lnTo>
                  <a:lnTo>
                    <a:pt x="753" y="0"/>
                  </a:lnTo>
                  <a:lnTo>
                    <a:pt x="0" y="0"/>
                  </a:lnTo>
                  <a:lnTo>
                    <a:pt x="0" y="757"/>
                  </a:lnTo>
                  <a:lnTo>
                    <a:pt x="0" y="1515"/>
                  </a:lnTo>
                  <a:lnTo>
                    <a:pt x="0" y="2285"/>
                  </a:lnTo>
                  <a:lnTo>
                    <a:pt x="753" y="2285"/>
                  </a:lnTo>
                  <a:lnTo>
                    <a:pt x="1520" y="1515"/>
                  </a:lnTo>
                  <a:lnTo>
                    <a:pt x="1520" y="75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9" name="object 1309"/>
            <p:cNvSpPr/>
            <p:nvPr/>
          </p:nvSpPr>
          <p:spPr>
            <a:xfrm>
              <a:off x="3585152" y="2513079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753" y="3055"/>
                  </a:moveTo>
                  <a:lnTo>
                    <a:pt x="0" y="3055"/>
                  </a:lnTo>
                  <a:lnTo>
                    <a:pt x="0" y="0"/>
                  </a:lnTo>
                  <a:lnTo>
                    <a:pt x="1520" y="0"/>
                  </a:lnTo>
                  <a:lnTo>
                    <a:pt x="1520" y="2285"/>
                  </a:lnTo>
                  <a:lnTo>
                    <a:pt x="753" y="30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0" name="object 1310"/>
            <p:cNvSpPr/>
            <p:nvPr/>
          </p:nvSpPr>
          <p:spPr>
            <a:xfrm>
              <a:off x="3585152" y="2513079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520" y="1527"/>
                  </a:moveTo>
                  <a:lnTo>
                    <a:pt x="1520" y="0"/>
                  </a:lnTo>
                  <a:lnTo>
                    <a:pt x="753" y="0"/>
                  </a:lnTo>
                  <a:lnTo>
                    <a:pt x="0" y="0"/>
                  </a:lnTo>
                  <a:lnTo>
                    <a:pt x="0" y="1527"/>
                  </a:lnTo>
                  <a:lnTo>
                    <a:pt x="0" y="2285"/>
                  </a:lnTo>
                  <a:lnTo>
                    <a:pt x="0" y="3055"/>
                  </a:lnTo>
                  <a:lnTo>
                    <a:pt x="753" y="3055"/>
                  </a:lnTo>
                  <a:lnTo>
                    <a:pt x="1520" y="2285"/>
                  </a:lnTo>
                  <a:lnTo>
                    <a:pt x="1520" y="15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1" name="object 1311"/>
            <p:cNvSpPr/>
            <p:nvPr/>
          </p:nvSpPr>
          <p:spPr>
            <a:xfrm>
              <a:off x="3566094" y="2495554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2286" y="2285"/>
                  </a:moveTo>
                  <a:lnTo>
                    <a:pt x="0" y="2285"/>
                  </a:lnTo>
                  <a:lnTo>
                    <a:pt x="0" y="0"/>
                  </a:lnTo>
                  <a:lnTo>
                    <a:pt x="3052" y="0"/>
                  </a:lnTo>
                  <a:lnTo>
                    <a:pt x="3052" y="1515"/>
                  </a:lnTo>
                  <a:lnTo>
                    <a:pt x="2286" y="22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2" name="object 1312"/>
            <p:cNvSpPr/>
            <p:nvPr/>
          </p:nvSpPr>
          <p:spPr>
            <a:xfrm>
              <a:off x="3566094" y="2495554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3052" y="757"/>
                  </a:moveTo>
                  <a:lnTo>
                    <a:pt x="3052" y="0"/>
                  </a:lnTo>
                  <a:lnTo>
                    <a:pt x="2286" y="0"/>
                  </a:lnTo>
                  <a:lnTo>
                    <a:pt x="1532" y="0"/>
                  </a:lnTo>
                  <a:lnTo>
                    <a:pt x="0" y="0"/>
                  </a:lnTo>
                  <a:lnTo>
                    <a:pt x="0" y="757"/>
                  </a:lnTo>
                  <a:lnTo>
                    <a:pt x="0" y="1515"/>
                  </a:lnTo>
                  <a:lnTo>
                    <a:pt x="0" y="2285"/>
                  </a:lnTo>
                  <a:lnTo>
                    <a:pt x="1532" y="2285"/>
                  </a:lnTo>
                  <a:lnTo>
                    <a:pt x="2286" y="2285"/>
                  </a:lnTo>
                  <a:lnTo>
                    <a:pt x="3052" y="1515"/>
                  </a:lnTo>
                  <a:lnTo>
                    <a:pt x="3052" y="75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3" name="object 1313"/>
            <p:cNvSpPr/>
            <p:nvPr/>
          </p:nvSpPr>
          <p:spPr>
            <a:xfrm>
              <a:off x="3566106" y="2513079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753" y="3055"/>
                  </a:moveTo>
                  <a:lnTo>
                    <a:pt x="0" y="3055"/>
                  </a:lnTo>
                  <a:lnTo>
                    <a:pt x="0" y="0"/>
                  </a:lnTo>
                  <a:lnTo>
                    <a:pt x="1520" y="0"/>
                  </a:lnTo>
                  <a:lnTo>
                    <a:pt x="1520" y="2285"/>
                  </a:lnTo>
                  <a:lnTo>
                    <a:pt x="753" y="30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4" name="object 1314"/>
            <p:cNvSpPr/>
            <p:nvPr/>
          </p:nvSpPr>
          <p:spPr>
            <a:xfrm>
              <a:off x="3566106" y="2513079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520" y="1527"/>
                  </a:moveTo>
                  <a:lnTo>
                    <a:pt x="1520" y="0"/>
                  </a:lnTo>
                  <a:lnTo>
                    <a:pt x="753" y="0"/>
                  </a:lnTo>
                  <a:lnTo>
                    <a:pt x="0" y="0"/>
                  </a:lnTo>
                  <a:lnTo>
                    <a:pt x="0" y="1527"/>
                  </a:lnTo>
                  <a:lnTo>
                    <a:pt x="0" y="2285"/>
                  </a:lnTo>
                  <a:lnTo>
                    <a:pt x="0" y="3055"/>
                  </a:lnTo>
                  <a:lnTo>
                    <a:pt x="753" y="3055"/>
                  </a:lnTo>
                  <a:lnTo>
                    <a:pt x="1520" y="2285"/>
                  </a:lnTo>
                  <a:lnTo>
                    <a:pt x="1520" y="15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5" name="object 1315"/>
            <p:cNvSpPr/>
            <p:nvPr/>
          </p:nvSpPr>
          <p:spPr>
            <a:xfrm>
              <a:off x="3574473" y="2497082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3052" y="9911"/>
                  </a:moveTo>
                  <a:lnTo>
                    <a:pt x="0" y="9911"/>
                  </a:lnTo>
                  <a:lnTo>
                    <a:pt x="0" y="8384"/>
                  </a:lnTo>
                  <a:lnTo>
                    <a:pt x="1532" y="7613"/>
                  </a:lnTo>
                  <a:lnTo>
                    <a:pt x="3819" y="6098"/>
                  </a:lnTo>
                  <a:lnTo>
                    <a:pt x="5339" y="5328"/>
                  </a:lnTo>
                  <a:lnTo>
                    <a:pt x="3052" y="3813"/>
                  </a:lnTo>
                  <a:lnTo>
                    <a:pt x="1532" y="3813"/>
                  </a:lnTo>
                  <a:lnTo>
                    <a:pt x="3052" y="1527"/>
                  </a:lnTo>
                  <a:lnTo>
                    <a:pt x="3819" y="1527"/>
                  </a:lnTo>
                  <a:lnTo>
                    <a:pt x="5339" y="0"/>
                  </a:lnTo>
                  <a:lnTo>
                    <a:pt x="9145" y="0"/>
                  </a:lnTo>
                  <a:lnTo>
                    <a:pt x="9145" y="1527"/>
                  </a:lnTo>
                  <a:lnTo>
                    <a:pt x="7625" y="3813"/>
                  </a:lnTo>
                  <a:lnTo>
                    <a:pt x="6859" y="5328"/>
                  </a:lnTo>
                  <a:lnTo>
                    <a:pt x="9145" y="5328"/>
                  </a:lnTo>
                  <a:lnTo>
                    <a:pt x="10678" y="6098"/>
                  </a:lnTo>
                  <a:lnTo>
                    <a:pt x="10678" y="8384"/>
                  </a:lnTo>
                  <a:lnTo>
                    <a:pt x="5339" y="8384"/>
                  </a:lnTo>
                  <a:lnTo>
                    <a:pt x="3052" y="9911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6" name="object 1316"/>
            <p:cNvSpPr/>
            <p:nvPr/>
          </p:nvSpPr>
          <p:spPr>
            <a:xfrm>
              <a:off x="3574473" y="2497082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5339" y="0"/>
                  </a:moveTo>
                  <a:lnTo>
                    <a:pt x="9145" y="0"/>
                  </a:lnTo>
                  <a:lnTo>
                    <a:pt x="9145" y="1527"/>
                  </a:lnTo>
                  <a:lnTo>
                    <a:pt x="7625" y="3813"/>
                  </a:lnTo>
                  <a:lnTo>
                    <a:pt x="6859" y="5328"/>
                  </a:lnTo>
                  <a:lnTo>
                    <a:pt x="9145" y="5328"/>
                  </a:lnTo>
                  <a:lnTo>
                    <a:pt x="10678" y="6098"/>
                  </a:lnTo>
                  <a:lnTo>
                    <a:pt x="10678" y="8384"/>
                  </a:lnTo>
                  <a:lnTo>
                    <a:pt x="5339" y="8384"/>
                  </a:lnTo>
                  <a:lnTo>
                    <a:pt x="3052" y="9911"/>
                  </a:lnTo>
                  <a:lnTo>
                    <a:pt x="0" y="9911"/>
                  </a:lnTo>
                  <a:lnTo>
                    <a:pt x="0" y="8384"/>
                  </a:lnTo>
                  <a:lnTo>
                    <a:pt x="1532" y="7613"/>
                  </a:lnTo>
                  <a:lnTo>
                    <a:pt x="3819" y="6098"/>
                  </a:lnTo>
                  <a:lnTo>
                    <a:pt x="5339" y="5328"/>
                  </a:lnTo>
                  <a:lnTo>
                    <a:pt x="3052" y="3813"/>
                  </a:lnTo>
                  <a:lnTo>
                    <a:pt x="1532" y="3813"/>
                  </a:lnTo>
                  <a:lnTo>
                    <a:pt x="3052" y="1527"/>
                  </a:lnTo>
                  <a:lnTo>
                    <a:pt x="3819" y="1527"/>
                  </a:lnTo>
                  <a:lnTo>
                    <a:pt x="5339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7" name="object 1317"/>
            <p:cNvSpPr/>
            <p:nvPr/>
          </p:nvSpPr>
          <p:spPr>
            <a:xfrm>
              <a:off x="3566860" y="2509266"/>
              <a:ext cx="10795" cy="5715"/>
            </a:xfrm>
            <a:custGeom>
              <a:avLst/>
              <a:gdLst/>
              <a:ahLst/>
              <a:cxnLst/>
              <a:rect l="l" t="t" r="r" b="b"/>
              <a:pathLst>
                <a:path w="10795" h="5714">
                  <a:moveTo>
                    <a:pt x="5326" y="5328"/>
                  </a:moveTo>
                  <a:lnTo>
                    <a:pt x="1520" y="5328"/>
                  </a:lnTo>
                  <a:lnTo>
                    <a:pt x="0" y="3813"/>
                  </a:lnTo>
                  <a:lnTo>
                    <a:pt x="0" y="1527"/>
                  </a:lnTo>
                  <a:lnTo>
                    <a:pt x="9145" y="1527"/>
                  </a:lnTo>
                  <a:lnTo>
                    <a:pt x="10665" y="0"/>
                  </a:lnTo>
                  <a:lnTo>
                    <a:pt x="10665" y="1527"/>
                  </a:lnTo>
                  <a:lnTo>
                    <a:pt x="9145" y="3813"/>
                  </a:lnTo>
                  <a:lnTo>
                    <a:pt x="7613" y="3042"/>
                  </a:lnTo>
                  <a:lnTo>
                    <a:pt x="5326" y="532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8" name="object 1318"/>
            <p:cNvSpPr/>
            <p:nvPr/>
          </p:nvSpPr>
          <p:spPr>
            <a:xfrm>
              <a:off x="3566860" y="2509266"/>
              <a:ext cx="10795" cy="5715"/>
            </a:xfrm>
            <a:custGeom>
              <a:avLst/>
              <a:gdLst/>
              <a:ahLst/>
              <a:cxnLst/>
              <a:rect l="l" t="t" r="r" b="b"/>
              <a:pathLst>
                <a:path w="10795" h="5714">
                  <a:moveTo>
                    <a:pt x="10665" y="0"/>
                  </a:moveTo>
                  <a:lnTo>
                    <a:pt x="10665" y="1527"/>
                  </a:lnTo>
                  <a:lnTo>
                    <a:pt x="9145" y="3813"/>
                  </a:lnTo>
                  <a:lnTo>
                    <a:pt x="7613" y="3042"/>
                  </a:lnTo>
                  <a:lnTo>
                    <a:pt x="5326" y="5328"/>
                  </a:lnTo>
                  <a:lnTo>
                    <a:pt x="1520" y="5328"/>
                  </a:lnTo>
                  <a:lnTo>
                    <a:pt x="0" y="3813"/>
                  </a:lnTo>
                  <a:lnTo>
                    <a:pt x="0" y="1527"/>
                  </a:lnTo>
                  <a:lnTo>
                    <a:pt x="9145" y="1527"/>
                  </a:lnTo>
                  <a:lnTo>
                    <a:pt x="10665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9" name="object 1319"/>
            <p:cNvSpPr/>
            <p:nvPr/>
          </p:nvSpPr>
          <p:spPr>
            <a:xfrm>
              <a:off x="3564574" y="2498597"/>
              <a:ext cx="6350" cy="10160"/>
            </a:xfrm>
            <a:custGeom>
              <a:avLst/>
              <a:gdLst/>
              <a:ahLst/>
              <a:cxnLst/>
              <a:rect l="l" t="t" r="r" b="b"/>
              <a:pathLst>
                <a:path w="6350" h="10160">
                  <a:moveTo>
                    <a:pt x="2286" y="9911"/>
                  </a:moveTo>
                  <a:lnTo>
                    <a:pt x="1520" y="9911"/>
                  </a:lnTo>
                  <a:lnTo>
                    <a:pt x="0" y="8384"/>
                  </a:lnTo>
                  <a:lnTo>
                    <a:pt x="2286" y="6856"/>
                  </a:lnTo>
                  <a:lnTo>
                    <a:pt x="2286" y="4570"/>
                  </a:lnTo>
                  <a:lnTo>
                    <a:pt x="0" y="4570"/>
                  </a:lnTo>
                  <a:lnTo>
                    <a:pt x="0" y="0"/>
                  </a:lnTo>
                  <a:lnTo>
                    <a:pt x="3806" y="0"/>
                  </a:lnTo>
                  <a:lnTo>
                    <a:pt x="6093" y="0"/>
                  </a:lnTo>
                  <a:lnTo>
                    <a:pt x="6093" y="757"/>
                  </a:lnTo>
                  <a:lnTo>
                    <a:pt x="5326" y="2285"/>
                  </a:lnTo>
                  <a:lnTo>
                    <a:pt x="5326" y="4570"/>
                  </a:lnTo>
                  <a:lnTo>
                    <a:pt x="6093" y="4570"/>
                  </a:lnTo>
                  <a:lnTo>
                    <a:pt x="5326" y="6856"/>
                  </a:lnTo>
                  <a:lnTo>
                    <a:pt x="3806" y="6856"/>
                  </a:lnTo>
                  <a:lnTo>
                    <a:pt x="2286" y="9911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0" name="object 1320"/>
            <p:cNvSpPr/>
            <p:nvPr/>
          </p:nvSpPr>
          <p:spPr>
            <a:xfrm>
              <a:off x="3564574" y="2498597"/>
              <a:ext cx="6350" cy="10160"/>
            </a:xfrm>
            <a:custGeom>
              <a:avLst/>
              <a:gdLst/>
              <a:ahLst/>
              <a:cxnLst/>
              <a:rect l="l" t="t" r="r" b="b"/>
              <a:pathLst>
                <a:path w="6350" h="10160">
                  <a:moveTo>
                    <a:pt x="3806" y="0"/>
                  </a:moveTo>
                  <a:lnTo>
                    <a:pt x="6093" y="0"/>
                  </a:lnTo>
                  <a:lnTo>
                    <a:pt x="6093" y="757"/>
                  </a:lnTo>
                  <a:lnTo>
                    <a:pt x="5326" y="2285"/>
                  </a:lnTo>
                  <a:lnTo>
                    <a:pt x="5326" y="4570"/>
                  </a:lnTo>
                  <a:lnTo>
                    <a:pt x="6093" y="4570"/>
                  </a:lnTo>
                  <a:lnTo>
                    <a:pt x="5326" y="6856"/>
                  </a:lnTo>
                  <a:lnTo>
                    <a:pt x="3806" y="6856"/>
                  </a:lnTo>
                  <a:lnTo>
                    <a:pt x="2286" y="9911"/>
                  </a:lnTo>
                  <a:lnTo>
                    <a:pt x="1520" y="9911"/>
                  </a:lnTo>
                  <a:lnTo>
                    <a:pt x="0" y="8384"/>
                  </a:lnTo>
                  <a:lnTo>
                    <a:pt x="2286" y="6856"/>
                  </a:lnTo>
                  <a:lnTo>
                    <a:pt x="2286" y="4570"/>
                  </a:lnTo>
                  <a:lnTo>
                    <a:pt x="0" y="4570"/>
                  </a:lnTo>
                  <a:lnTo>
                    <a:pt x="0" y="0"/>
                  </a:lnTo>
                  <a:lnTo>
                    <a:pt x="3806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1" name="object 1321"/>
            <p:cNvSpPr/>
            <p:nvPr/>
          </p:nvSpPr>
          <p:spPr>
            <a:xfrm>
              <a:off x="3579813" y="2485642"/>
              <a:ext cx="5715" cy="7620"/>
            </a:xfrm>
            <a:custGeom>
              <a:avLst/>
              <a:gdLst/>
              <a:ahLst/>
              <a:cxnLst/>
              <a:rect l="l" t="t" r="r" b="b"/>
              <a:pathLst>
                <a:path w="5714" h="7619">
                  <a:moveTo>
                    <a:pt x="5339" y="7613"/>
                  </a:moveTo>
                  <a:lnTo>
                    <a:pt x="3806" y="7613"/>
                  </a:lnTo>
                  <a:lnTo>
                    <a:pt x="2286" y="5328"/>
                  </a:lnTo>
                  <a:lnTo>
                    <a:pt x="2286" y="3813"/>
                  </a:lnTo>
                  <a:lnTo>
                    <a:pt x="0" y="3813"/>
                  </a:lnTo>
                  <a:lnTo>
                    <a:pt x="1520" y="1527"/>
                  </a:lnTo>
                  <a:lnTo>
                    <a:pt x="2286" y="1527"/>
                  </a:lnTo>
                  <a:lnTo>
                    <a:pt x="2286" y="0"/>
                  </a:lnTo>
                  <a:lnTo>
                    <a:pt x="3806" y="0"/>
                  </a:lnTo>
                  <a:lnTo>
                    <a:pt x="5339" y="1527"/>
                  </a:lnTo>
                  <a:lnTo>
                    <a:pt x="5339" y="7613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2" name="object 1322"/>
            <p:cNvSpPr/>
            <p:nvPr/>
          </p:nvSpPr>
          <p:spPr>
            <a:xfrm>
              <a:off x="3579813" y="2485642"/>
              <a:ext cx="5715" cy="7620"/>
            </a:xfrm>
            <a:custGeom>
              <a:avLst/>
              <a:gdLst/>
              <a:ahLst/>
              <a:cxnLst/>
              <a:rect l="l" t="t" r="r" b="b"/>
              <a:pathLst>
                <a:path w="5714" h="7619">
                  <a:moveTo>
                    <a:pt x="2286" y="0"/>
                  </a:moveTo>
                  <a:lnTo>
                    <a:pt x="3806" y="0"/>
                  </a:lnTo>
                  <a:lnTo>
                    <a:pt x="5339" y="1527"/>
                  </a:lnTo>
                  <a:lnTo>
                    <a:pt x="5339" y="7613"/>
                  </a:lnTo>
                  <a:lnTo>
                    <a:pt x="3806" y="7613"/>
                  </a:lnTo>
                  <a:lnTo>
                    <a:pt x="2286" y="5328"/>
                  </a:lnTo>
                  <a:lnTo>
                    <a:pt x="2286" y="3813"/>
                  </a:lnTo>
                  <a:lnTo>
                    <a:pt x="0" y="3813"/>
                  </a:lnTo>
                  <a:lnTo>
                    <a:pt x="1520" y="1527"/>
                  </a:lnTo>
                  <a:lnTo>
                    <a:pt x="2286" y="1527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3" name="object 1323"/>
            <p:cNvSpPr/>
            <p:nvPr/>
          </p:nvSpPr>
          <p:spPr>
            <a:xfrm>
              <a:off x="3564574" y="2485642"/>
              <a:ext cx="9525" cy="3810"/>
            </a:xfrm>
            <a:custGeom>
              <a:avLst/>
              <a:gdLst/>
              <a:ahLst/>
              <a:cxnLst/>
              <a:rect l="l" t="t" r="r" b="b"/>
              <a:pathLst>
                <a:path w="9525" h="3810">
                  <a:moveTo>
                    <a:pt x="3806" y="3813"/>
                  </a:moveTo>
                  <a:lnTo>
                    <a:pt x="1520" y="3813"/>
                  </a:lnTo>
                  <a:lnTo>
                    <a:pt x="0" y="1527"/>
                  </a:lnTo>
                  <a:lnTo>
                    <a:pt x="2286" y="1527"/>
                  </a:lnTo>
                  <a:lnTo>
                    <a:pt x="3806" y="0"/>
                  </a:lnTo>
                  <a:lnTo>
                    <a:pt x="9145" y="0"/>
                  </a:lnTo>
                  <a:lnTo>
                    <a:pt x="9145" y="1527"/>
                  </a:lnTo>
                  <a:lnTo>
                    <a:pt x="6093" y="1527"/>
                  </a:lnTo>
                  <a:lnTo>
                    <a:pt x="3806" y="3813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4" name="object 1324"/>
            <p:cNvSpPr/>
            <p:nvPr/>
          </p:nvSpPr>
          <p:spPr>
            <a:xfrm>
              <a:off x="3564574" y="2485642"/>
              <a:ext cx="9525" cy="3810"/>
            </a:xfrm>
            <a:custGeom>
              <a:avLst/>
              <a:gdLst/>
              <a:ahLst/>
              <a:cxnLst/>
              <a:rect l="l" t="t" r="r" b="b"/>
              <a:pathLst>
                <a:path w="9525" h="3810">
                  <a:moveTo>
                    <a:pt x="3806" y="0"/>
                  </a:moveTo>
                  <a:lnTo>
                    <a:pt x="9145" y="0"/>
                  </a:lnTo>
                  <a:lnTo>
                    <a:pt x="9145" y="1527"/>
                  </a:lnTo>
                  <a:lnTo>
                    <a:pt x="6093" y="1527"/>
                  </a:lnTo>
                  <a:lnTo>
                    <a:pt x="3806" y="3813"/>
                  </a:lnTo>
                  <a:lnTo>
                    <a:pt x="1520" y="3813"/>
                  </a:lnTo>
                  <a:lnTo>
                    <a:pt x="0" y="1527"/>
                  </a:lnTo>
                  <a:lnTo>
                    <a:pt x="2286" y="1527"/>
                  </a:lnTo>
                  <a:lnTo>
                    <a:pt x="3806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5" name="object 1325"/>
            <p:cNvSpPr/>
            <p:nvPr/>
          </p:nvSpPr>
          <p:spPr>
            <a:xfrm>
              <a:off x="3570731" y="2471928"/>
              <a:ext cx="5715" cy="6985"/>
            </a:xfrm>
            <a:custGeom>
              <a:avLst/>
              <a:gdLst/>
              <a:ahLst/>
              <a:cxnLst/>
              <a:rect l="l" t="t" r="r" b="b"/>
              <a:pathLst>
                <a:path w="5714" h="6985">
                  <a:moveTo>
                    <a:pt x="5334" y="3810"/>
                  </a:moveTo>
                  <a:lnTo>
                    <a:pt x="5334" y="3047"/>
                  </a:lnTo>
                  <a:lnTo>
                    <a:pt x="3810" y="1523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1524" y="3810"/>
                  </a:lnTo>
                  <a:lnTo>
                    <a:pt x="1524" y="5334"/>
                  </a:lnTo>
                  <a:lnTo>
                    <a:pt x="3810" y="5334"/>
                  </a:lnTo>
                  <a:lnTo>
                    <a:pt x="5334" y="3810"/>
                  </a:lnTo>
                  <a:close/>
                </a:path>
                <a:path w="5714" h="6985">
                  <a:moveTo>
                    <a:pt x="1524" y="6858"/>
                  </a:moveTo>
                  <a:lnTo>
                    <a:pt x="1524" y="3810"/>
                  </a:lnTo>
                  <a:lnTo>
                    <a:pt x="0" y="5334"/>
                  </a:lnTo>
                  <a:lnTo>
                    <a:pt x="0" y="6858"/>
                  </a:lnTo>
                  <a:lnTo>
                    <a:pt x="1524" y="685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6" name="object 1326"/>
            <p:cNvSpPr/>
            <p:nvPr/>
          </p:nvSpPr>
          <p:spPr>
            <a:xfrm>
              <a:off x="3570679" y="2471929"/>
              <a:ext cx="5715" cy="6985"/>
            </a:xfrm>
            <a:custGeom>
              <a:avLst/>
              <a:gdLst/>
              <a:ahLst/>
              <a:cxnLst/>
              <a:rect l="l" t="t" r="r" b="b"/>
              <a:pathLst>
                <a:path w="5714" h="6985">
                  <a:moveTo>
                    <a:pt x="1520" y="0"/>
                  </a:moveTo>
                  <a:lnTo>
                    <a:pt x="3806" y="1527"/>
                  </a:lnTo>
                  <a:lnTo>
                    <a:pt x="5326" y="3042"/>
                  </a:lnTo>
                  <a:lnTo>
                    <a:pt x="5326" y="3813"/>
                  </a:lnTo>
                  <a:lnTo>
                    <a:pt x="3806" y="5328"/>
                  </a:lnTo>
                  <a:lnTo>
                    <a:pt x="1520" y="5328"/>
                  </a:lnTo>
                  <a:lnTo>
                    <a:pt x="1520" y="6856"/>
                  </a:lnTo>
                  <a:lnTo>
                    <a:pt x="0" y="6856"/>
                  </a:lnTo>
                  <a:lnTo>
                    <a:pt x="0" y="5328"/>
                  </a:lnTo>
                  <a:lnTo>
                    <a:pt x="1520" y="3813"/>
                  </a:lnTo>
                  <a:lnTo>
                    <a:pt x="0" y="3042"/>
                  </a:lnTo>
                  <a:lnTo>
                    <a:pt x="0" y="1527"/>
                  </a:lnTo>
                  <a:lnTo>
                    <a:pt x="1520" y="0"/>
                  </a:lnTo>
                  <a:lnTo>
                    <a:pt x="3040" y="0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7" name="object 1327"/>
            <p:cNvSpPr/>
            <p:nvPr/>
          </p:nvSpPr>
          <p:spPr>
            <a:xfrm>
              <a:off x="3577590" y="2473452"/>
              <a:ext cx="3810" cy="6350"/>
            </a:xfrm>
            <a:custGeom>
              <a:avLst/>
              <a:gdLst/>
              <a:ahLst/>
              <a:cxnLst/>
              <a:rect l="l" t="t" r="r" b="b"/>
              <a:pathLst>
                <a:path w="3810" h="6350">
                  <a:moveTo>
                    <a:pt x="3810" y="5334"/>
                  </a:moveTo>
                  <a:lnTo>
                    <a:pt x="3810" y="3810"/>
                  </a:lnTo>
                  <a:lnTo>
                    <a:pt x="2286" y="2286"/>
                  </a:lnTo>
                  <a:lnTo>
                    <a:pt x="2286" y="1524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762" y="3810"/>
                  </a:lnTo>
                  <a:lnTo>
                    <a:pt x="762" y="5334"/>
                  </a:lnTo>
                  <a:lnTo>
                    <a:pt x="0" y="5334"/>
                  </a:lnTo>
                  <a:lnTo>
                    <a:pt x="0" y="6096"/>
                  </a:lnTo>
                  <a:lnTo>
                    <a:pt x="762" y="6096"/>
                  </a:lnTo>
                  <a:lnTo>
                    <a:pt x="2286" y="5334"/>
                  </a:lnTo>
                  <a:lnTo>
                    <a:pt x="3810" y="533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8" name="object 1328"/>
            <p:cNvSpPr/>
            <p:nvPr/>
          </p:nvSpPr>
          <p:spPr>
            <a:xfrm>
              <a:off x="3577526" y="2473457"/>
              <a:ext cx="3810" cy="6350"/>
            </a:xfrm>
            <a:custGeom>
              <a:avLst/>
              <a:gdLst/>
              <a:ahLst/>
              <a:cxnLst/>
              <a:rect l="l" t="t" r="r" b="b"/>
              <a:pathLst>
                <a:path w="3810" h="6350">
                  <a:moveTo>
                    <a:pt x="2286" y="2285"/>
                  </a:moveTo>
                  <a:lnTo>
                    <a:pt x="3806" y="3813"/>
                  </a:lnTo>
                  <a:lnTo>
                    <a:pt x="3806" y="5328"/>
                  </a:lnTo>
                  <a:lnTo>
                    <a:pt x="2286" y="5328"/>
                  </a:lnTo>
                  <a:lnTo>
                    <a:pt x="766" y="6098"/>
                  </a:lnTo>
                  <a:lnTo>
                    <a:pt x="0" y="6098"/>
                  </a:lnTo>
                  <a:lnTo>
                    <a:pt x="0" y="5328"/>
                  </a:lnTo>
                  <a:lnTo>
                    <a:pt x="766" y="5328"/>
                  </a:lnTo>
                  <a:lnTo>
                    <a:pt x="766" y="3813"/>
                  </a:lnTo>
                  <a:lnTo>
                    <a:pt x="0" y="2285"/>
                  </a:lnTo>
                  <a:lnTo>
                    <a:pt x="0" y="1527"/>
                  </a:lnTo>
                  <a:lnTo>
                    <a:pt x="766" y="0"/>
                  </a:lnTo>
                  <a:lnTo>
                    <a:pt x="2286" y="1527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9" name="object 1329"/>
            <p:cNvSpPr/>
            <p:nvPr/>
          </p:nvSpPr>
          <p:spPr>
            <a:xfrm>
              <a:off x="3570731" y="2495550"/>
              <a:ext cx="6985" cy="7620"/>
            </a:xfrm>
            <a:custGeom>
              <a:avLst/>
              <a:gdLst/>
              <a:ahLst/>
              <a:cxnLst/>
              <a:rect l="l" t="t" r="r" b="b"/>
              <a:pathLst>
                <a:path w="6985" h="7619">
                  <a:moveTo>
                    <a:pt x="6858" y="1524"/>
                  </a:moveTo>
                  <a:lnTo>
                    <a:pt x="6858" y="0"/>
                  </a:lnTo>
                  <a:lnTo>
                    <a:pt x="5334" y="0"/>
                  </a:lnTo>
                  <a:lnTo>
                    <a:pt x="3810" y="1524"/>
                  </a:lnTo>
                  <a:lnTo>
                    <a:pt x="1524" y="1524"/>
                  </a:lnTo>
                  <a:lnTo>
                    <a:pt x="0" y="3048"/>
                  </a:lnTo>
                  <a:lnTo>
                    <a:pt x="1524" y="3048"/>
                  </a:lnTo>
                  <a:lnTo>
                    <a:pt x="1524" y="7620"/>
                  </a:lnTo>
                  <a:lnTo>
                    <a:pt x="3810" y="5334"/>
                  </a:lnTo>
                  <a:lnTo>
                    <a:pt x="3810" y="3810"/>
                  </a:lnTo>
                  <a:lnTo>
                    <a:pt x="5334" y="3048"/>
                  </a:lnTo>
                  <a:lnTo>
                    <a:pt x="6858" y="152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0" name="object 1330"/>
            <p:cNvSpPr/>
            <p:nvPr/>
          </p:nvSpPr>
          <p:spPr>
            <a:xfrm>
              <a:off x="3570667" y="2495554"/>
              <a:ext cx="6985" cy="7620"/>
            </a:xfrm>
            <a:custGeom>
              <a:avLst/>
              <a:gdLst/>
              <a:ahLst/>
              <a:cxnLst/>
              <a:rect l="l" t="t" r="r" b="b"/>
              <a:pathLst>
                <a:path w="6985" h="7619">
                  <a:moveTo>
                    <a:pt x="5339" y="3042"/>
                  </a:moveTo>
                  <a:lnTo>
                    <a:pt x="3819" y="3800"/>
                  </a:lnTo>
                  <a:lnTo>
                    <a:pt x="3819" y="5328"/>
                  </a:lnTo>
                  <a:lnTo>
                    <a:pt x="1532" y="7613"/>
                  </a:lnTo>
                  <a:lnTo>
                    <a:pt x="1532" y="3042"/>
                  </a:lnTo>
                  <a:lnTo>
                    <a:pt x="0" y="3042"/>
                  </a:lnTo>
                  <a:lnTo>
                    <a:pt x="1532" y="1515"/>
                  </a:lnTo>
                  <a:lnTo>
                    <a:pt x="3819" y="1515"/>
                  </a:lnTo>
                  <a:lnTo>
                    <a:pt x="5339" y="0"/>
                  </a:lnTo>
                  <a:lnTo>
                    <a:pt x="6859" y="0"/>
                  </a:lnTo>
                  <a:lnTo>
                    <a:pt x="6859" y="1515"/>
                  </a:lnTo>
                  <a:lnTo>
                    <a:pt x="5339" y="3042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1" name="object 1331"/>
            <p:cNvSpPr/>
            <p:nvPr/>
          </p:nvSpPr>
          <p:spPr>
            <a:xfrm>
              <a:off x="3576065" y="2505456"/>
              <a:ext cx="7620" cy="6985"/>
            </a:xfrm>
            <a:custGeom>
              <a:avLst/>
              <a:gdLst/>
              <a:ahLst/>
              <a:cxnLst/>
              <a:rect l="l" t="t" r="r" b="b"/>
              <a:pathLst>
                <a:path w="7620" h="6985">
                  <a:moveTo>
                    <a:pt x="7620" y="5334"/>
                  </a:moveTo>
                  <a:lnTo>
                    <a:pt x="5334" y="3048"/>
                  </a:lnTo>
                  <a:lnTo>
                    <a:pt x="5334" y="0"/>
                  </a:lnTo>
                  <a:lnTo>
                    <a:pt x="3810" y="0"/>
                  </a:lnTo>
                  <a:lnTo>
                    <a:pt x="2286" y="1524"/>
                  </a:lnTo>
                  <a:lnTo>
                    <a:pt x="1524" y="3048"/>
                  </a:lnTo>
                  <a:lnTo>
                    <a:pt x="0" y="3048"/>
                  </a:lnTo>
                  <a:lnTo>
                    <a:pt x="0" y="5334"/>
                  </a:lnTo>
                  <a:lnTo>
                    <a:pt x="3810" y="5334"/>
                  </a:lnTo>
                  <a:lnTo>
                    <a:pt x="5334" y="6858"/>
                  </a:lnTo>
                  <a:lnTo>
                    <a:pt x="7620" y="533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2" name="object 1332"/>
            <p:cNvSpPr/>
            <p:nvPr/>
          </p:nvSpPr>
          <p:spPr>
            <a:xfrm>
              <a:off x="3576006" y="2505453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3806" y="0"/>
                  </a:moveTo>
                  <a:lnTo>
                    <a:pt x="5326" y="0"/>
                  </a:lnTo>
                  <a:lnTo>
                    <a:pt x="5326" y="3042"/>
                  </a:lnTo>
                  <a:lnTo>
                    <a:pt x="6093" y="3813"/>
                  </a:lnTo>
                  <a:lnTo>
                    <a:pt x="7613" y="5328"/>
                  </a:lnTo>
                  <a:lnTo>
                    <a:pt x="5326" y="6856"/>
                  </a:lnTo>
                  <a:lnTo>
                    <a:pt x="3806" y="5328"/>
                  </a:lnTo>
                  <a:lnTo>
                    <a:pt x="3806" y="7613"/>
                  </a:lnTo>
                  <a:lnTo>
                    <a:pt x="3806" y="5328"/>
                  </a:lnTo>
                  <a:lnTo>
                    <a:pt x="0" y="5328"/>
                  </a:lnTo>
                  <a:lnTo>
                    <a:pt x="0" y="3042"/>
                  </a:lnTo>
                  <a:lnTo>
                    <a:pt x="1520" y="3042"/>
                  </a:lnTo>
                  <a:lnTo>
                    <a:pt x="2286" y="1527"/>
                  </a:lnTo>
                  <a:lnTo>
                    <a:pt x="3806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3" name="object 1333"/>
            <p:cNvSpPr/>
            <p:nvPr/>
          </p:nvSpPr>
          <p:spPr>
            <a:xfrm>
              <a:off x="3574486" y="2484884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3052" y="4570"/>
                  </a:moveTo>
                  <a:lnTo>
                    <a:pt x="0" y="4570"/>
                  </a:lnTo>
                  <a:lnTo>
                    <a:pt x="0" y="2285"/>
                  </a:lnTo>
                  <a:lnTo>
                    <a:pt x="1520" y="757"/>
                  </a:lnTo>
                  <a:lnTo>
                    <a:pt x="3806" y="757"/>
                  </a:lnTo>
                  <a:lnTo>
                    <a:pt x="5339" y="0"/>
                  </a:lnTo>
                  <a:lnTo>
                    <a:pt x="5339" y="757"/>
                  </a:lnTo>
                  <a:lnTo>
                    <a:pt x="3806" y="2285"/>
                  </a:lnTo>
                  <a:lnTo>
                    <a:pt x="3052" y="4570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4" name="object 1334"/>
            <p:cNvSpPr/>
            <p:nvPr/>
          </p:nvSpPr>
          <p:spPr>
            <a:xfrm>
              <a:off x="3574486" y="2484884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0" y="2285"/>
                  </a:moveTo>
                  <a:lnTo>
                    <a:pt x="1520" y="757"/>
                  </a:lnTo>
                  <a:lnTo>
                    <a:pt x="3806" y="757"/>
                  </a:lnTo>
                  <a:lnTo>
                    <a:pt x="5339" y="0"/>
                  </a:lnTo>
                  <a:lnTo>
                    <a:pt x="5339" y="757"/>
                  </a:lnTo>
                  <a:lnTo>
                    <a:pt x="3806" y="2285"/>
                  </a:lnTo>
                  <a:lnTo>
                    <a:pt x="3052" y="4570"/>
                  </a:lnTo>
                  <a:lnTo>
                    <a:pt x="0" y="4570"/>
                  </a:lnTo>
                  <a:lnTo>
                    <a:pt x="0" y="2285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5" name="object 1335"/>
            <p:cNvSpPr/>
            <p:nvPr/>
          </p:nvSpPr>
          <p:spPr>
            <a:xfrm>
              <a:off x="3573719" y="2478786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757"/>
                  </a:moveTo>
                  <a:lnTo>
                    <a:pt x="0" y="757"/>
                  </a:lnTo>
                  <a:lnTo>
                    <a:pt x="766" y="0"/>
                  </a:lnTo>
                  <a:lnTo>
                    <a:pt x="2286" y="0"/>
                  </a:lnTo>
                  <a:lnTo>
                    <a:pt x="2286" y="757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6" name="object 1336"/>
            <p:cNvSpPr/>
            <p:nvPr/>
          </p:nvSpPr>
          <p:spPr>
            <a:xfrm>
              <a:off x="3573719" y="2478786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0"/>
                  </a:moveTo>
                  <a:lnTo>
                    <a:pt x="2286" y="757"/>
                  </a:lnTo>
                  <a:lnTo>
                    <a:pt x="0" y="757"/>
                  </a:lnTo>
                  <a:lnTo>
                    <a:pt x="766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7" name="object 1337"/>
            <p:cNvSpPr/>
            <p:nvPr/>
          </p:nvSpPr>
          <p:spPr>
            <a:xfrm>
              <a:off x="3564635" y="2489454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10" h="3810">
                  <a:moveTo>
                    <a:pt x="3810" y="2286"/>
                  </a:moveTo>
                  <a:lnTo>
                    <a:pt x="3810" y="1524"/>
                  </a:lnTo>
                  <a:lnTo>
                    <a:pt x="2286" y="1524"/>
                  </a:lnTo>
                  <a:lnTo>
                    <a:pt x="228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2286" y="3810"/>
                  </a:lnTo>
                  <a:lnTo>
                    <a:pt x="3810" y="2286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8" name="object 1338"/>
            <p:cNvSpPr/>
            <p:nvPr/>
          </p:nvSpPr>
          <p:spPr>
            <a:xfrm>
              <a:off x="3564574" y="2489455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10" h="3810">
                  <a:moveTo>
                    <a:pt x="2286" y="1527"/>
                  </a:moveTo>
                  <a:lnTo>
                    <a:pt x="3806" y="1527"/>
                  </a:lnTo>
                  <a:lnTo>
                    <a:pt x="3806" y="2285"/>
                  </a:lnTo>
                  <a:lnTo>
                    <a:pt x="2286" y="3813"/>
                  </a:lnTo>
                  <a:lnTo>
                    <a:pt x="0" y="3813"/>
                  </a:lnTo>
                  <a:lnTo>
                    <a:pt x="0" y="0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39" name="object 13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505275" y="2573406"/>
              <a:ext cx="227558" cy="75151"/>
            </a:xfrm>
            <a:prstGeom prst="rect">
              <a:avLst/>
            </a:prstGeom>
          </p:spPr>
        </p:pic>
      </p:grpSp>
      <p:sp>
        <p:nvSpPr>
          <p:cNvPr id="1340" name="object 1340"/>
          <p:cNvSpPr txBox="1"/>
          <p:nvPr/>
        </p:nvSpPr>
        <p:spPr>
          <a:xfrm>
            <a:off x="3590035" y="2659434"/>
            <a:ext cx="98425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20">
                <a:latin typeface="Arial MT"/>
                <a:cs typeface="Arial MT"/>
              </a:rPr>
              <a:t>AMDPCS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341" name="object 1341"/>
          <p:cNvGrpSpPr/>
          <p:nvPr/>
        </p:nvGrpSpPr>
        <p:grpSpPr>
          <a:xfrm>
            <a:off x="3253866" y="2463164"/>
            <a:ext cx="181610" cy="154305"/>
            <a:chOff x="3253866" y="2463164"/>
            <a:chExt cx="181610" cy="154305"/>
          </a:xfrm>
        </p:grpSpPr>
        <p:sp>
          <p:nvSpPr>
            <p:cNvPr id="1342" name="object 1342"/>
            <p:cNvSpPr/>
            <p:nvPr/>
          </p:nvSpPr>
          <p:spPr>
            <a:xfrm>
              <a:off x="3306317" y="2605277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29" y="5334"/>
                  </a:moveTo>
                  <a:lnTo>
                    <a:pt x="11429" y="2286"/>
                  </a:lnTo>
                  <a:lnTo>
                    <a:pt x="8381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5333" y="11430"/>
                  </a:lnTo>
                  <a:lnTo>
                    <a:pt x="8381" y="11430"/>
                  </a:lnTo>
                  <a:lnTo>
                    <a:pt x="11429" y="8382"/>
                  </a:lnTo>
                  <a:lnTo>
                    <a:pt x="11429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3" name="object 1343"/>
            <p:cNvSpPr/>
            <p:nvPr/>
          </p:nvSpPr>
          <p:spPr>
            <a:xfrm>
              <a:off x="3324605" y="2605277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29" y="8382"/>
                  </a:moveTo>
                  <a:lnTo>
                    <a:pt x="11429" y="5334"/>
                  </a:lnTo>
                  <a:lnTo>
                    <a:pt x="11429" y="2286"/>
                  </a:lnTo>
                  <a:lnTo>
                    <a:pt x="8381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8381" y="11430"/>
                  </a:lnTo>
                  <a:lnTo>
                    <a:pt x="11429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4" name="object 1344"/>
            <p:cNvSpPr/>
            <p:nvPr/>
          </p:nvSpPr>
          <p:spPr>
            <a:xfrm>
              <a:off x="3324605" y="2605277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29" y="5334"/>
                  </a:moveTo>
                  <a:lnTo>
                    <a:pt x="11429" y="2286"/>
                  </a:lnTo>
                  <a:lnTo>
                    <a:pt x="8381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5333" y="11430"/>
                  </a:lnTo>
                  <a:lnTo>
                    <a:pt x="8381" y="11430"/>
                  </a:lnTo>
                  <a:lnTo>
                    <a:pt x="11429" y="8382"/>
                  </a:lnTo>
                  <a:lnTo>
                    <a:pt x="11429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5" name="object 1345"/>
            <p:cNvSpPr/>
            <p:nvPr/>
          </p:nvSpPr>
          <p:spPr>
            <a:xfrm>
              <a:off x="3342893" y="2605277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29" y="5334"/>
                  </a:moveTo>
                  <a:lnTo>
                    <a:pt x="11429" y="2286"/>
                  </a:lnTo>
                  <a:lnTo>
                    <a:pt x="8381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5333" y="11430"/>
                  </a:lnTo>
                  <a:lnTo>
                    <a:pt x="8381" y="11430"/>
                  </a:lnTo>
                  <a:lnTo>
                    <a:pt x="11429" y="8382"/>
                  </a:lnTo>
                  <a:lnTo>
                    <a:pt x="11429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6" name="object 1346"/>
            <p:cNvSpPr/>
            <p:nvPr/>
          </p:nvSpPr>
          <p:spPr>
            <a:xfrm>
              <a:off x="3256787" y="2525267"/>
              <a:ext cx="13335" cy="19050"/>
            </a:xfrm>
            <a:custGeom>
              <a:avLst/>
              <a:gdLst/>
              <a:ahLst/>
              <a:cxnLst/>
              <a:rect l="l" t="t" r="r" b="b"/>
              <a:pathLst>
                <a:path w="13335" h="19050">
                  <a:moveTo>
                    <a:pt x="12954" y="16764"/>
                  </a:moveTo>
                  <a:lnTo>
                    <a:pt x="12954" y="2285"/>
                  </a:lnTo>
                  <a:lnTo>
                    <a:pt x="12192" y="761"/>
                  </a:lnTo>
                  <a:lnTo>
                    <a:pt x="10668" y="0"/>
                  </a:lnTo>
                  <a:lnTo>
                    <a:pt x="3048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16764"/>
                  </a:lnTo>
                  <a:lnTo>
                    <a:pt x="762" y="18288"/>
                  </a:lnTo>
                  <a:lnTo>
                    <a:pt x="3048" y="19050"/>
                  </a:lnTo>
                  <a:lnTo>
                    <a:pt x="10668" y="19050"/>
                  </a:lnTo>
                  <a:lnTo>
                    <a:pt x="12192" y="18288"/>
                  </a:lnTo>
                  <a:lnTo>
                    <a:pt x="12954" y="16764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7" name="object 1347"/>
            <p:cNvSpPr/>
            <p:nvPr/>
          </p:nvSpPr>
          <p:spPr>
            <a:xfrm>
              <a:off x="3256787" y="2525267"/>
              <a:ext cx="13335" cy="19050"/>
            </a:xfrm>
            <a:custGeom>
              <a:avLst/>
              <a:gdLst/>
              <a:ahLst/>
              <a:cxnLst/>
              <a:rect l="l" t="t" r="r" b="b"/>
              <a:pathLst>
                <a:path w="13335" h="19050">
                  <a:moveTo>
                    <a:pt x="3048" y="0"/>
                  </a:moveTo>
                  <a:lnTo>
                    <a:pt x="762" y="762"/>
                  </a:lnTo>
                  <a:lnTo>
                    <a:pt x="0" y="2286"/>
                  </a:lnTo>
                  <a:lnTo>
                    <a:pt x="0" y="16764"/>
                  </a:lnTo>
                  <a:lnTo>
                    <a:pt x="762" y="18288"/>
                  </a:lnTo>
                  <a:lnTo>
                    <a:pt x="3048" y="19050"/>
                  </a:lnTo>
                  <a:lnTo>
                    <a:pt x="10668" y="19050"/>
                  </a:lnTo>
                  <a:lnTo>
                    <a:pt x="12192" y="18288"/>
                  </a:lnTo>
                  <a:lnTo>
                    <a:pt x="12954" y="16764"/>
                  </a:lnTo>
                  <a:lnTo>
                    <a:pt x="12954" y="2285"/>
                  </a:lnTo>
                  <a:lnTo>
                    <a:pt x="12192" y="761"/>
                  </a:lnTo>
                  <a:lnTo>
                    <a:pt x="10668" y="0"/>
                  </a:lnTo>
                  <a:lnTo>
                    <a:pt x="304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8" name="object 1348"/>
            <p:cNvSpPr/>
            <p:nvPr/>
          </p:nvSpPr>
          <p:spPr>
            <a:xfrm>
              <a:off x="3265931" y="2524505"/>
              <a:ext cx="5715" cy="20955"/>
            </a:xfrm>
            <a:custGeom>
              <a:avLst/>
              <a:gdLst/>
              <a:ahLst/>
              <a:cxnLst/>
              <a:rect l="l" t="t" r="r" b="b"/>
              <a:pathLst>
                <a:path w="5714" h="20955">
                  <a:moveTo>
                    <a:pt x="5334" y="0"/>
                  </a:moveTo>
                  <a:lnTo>
                    <a:pt x="0" y="762"/>
                  </a:lnTo>
                  <a:lnTo>
                    <a:pt x="0" y="19812"/>
                  </a:lnTo>
                  <a:lnTo>
                    <a:pt x="4572" y="20574"/>
                  </a:lnTo>
                  <a:lnTo>
                    <a:pt x="53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9" name="object 1349"/>
            <p:cNvSpPr/>
            <p:nvPr/>
          </p:nvSpPr>
          <p:spPr>
            <a:xfrm>
              <a:off x="3265931" y="2524505"/>
              <a:ext cx="5715" cy="20955"/>
            </a:xfrm>
            <a:custGeom>
              <a:avLst/>
              <a:gdLst/>
              <a:ahLst/>
              <a:cxnLst/>
              <a:rect l="l" t="t" r="r" b="b"/>
              <a:pathLst>
                <a:path w="5714" h="20955">
                  <a:moveTo>
                    <a:pt x="5334" y="0"/>
                  </a:moveTo>
                  <a:lnTo>
                    <a:pt x="0" y="762"/>
                  </a:lnTo>
                  <a:lnTo>
                    <a:pt x="0" y="19812"/>
                  </a:lnTo>
                  <a:lnTo>
                    <a:pt x="4572" y="205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0" name="object 1350"/>
            <p:cNvSpPr/>
            <p:nvPr/>
          </p:nvSpPr>
          <p:spPr>
            <a:xfrm>
              <a:off x="3270503" y="2524505"/>
              <a:ext cx="11430" cy="20955"/>
            </a:xfrm>
            <a:custGeom>
              <a:avLst/>
              <a:gdLst/>
              <a:ahLst/>
              <a:cxnLst/>
              <a:rect l="l" t="t" r="r" b="b"/>
              <a:pathLst>
                <a:path w="11429" h="20955">
                  <a:moveTo>
                    <a:pt x="11430" y="18288"/>
                  </a:moveTo>
                  <a:lnTo>
                    <a:pt x="11430" y="2285"/>
                  </a:lnTo>
                  <a:lnTo>
                    <a:pt x="10668" y="761"/>
                  </a:lnTo>
                  <a:lnTo>
                    <a:pt x="9144" y="0"/>
                  </a:lnTo>
                  <a:lnTo>
                    <a:pt x="2286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18288"/>
                  </a:lnTo>
                  <a:lnTo>
                    <a:pt x="762" y="19812"/>
                  </a:lnTo>
                  <a:lnTo>
                    <a:pt x="2286" y="20574"/>
                  </a:lnTo>
                  <a:lnTo>
                    <a:pt x="9144" y="20574"/>
                  </a:lnTo>
                  <a:lnTo>
                    <a:pt x="10668" y="19812"/>
                  </a:lnTo>
                  <a:lnTo>
                    <a:pt x="11430" y="18288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1" name="object 1351"/>
            <p:cNvSpPr/>
            <p:nvPr/>
          </p:nvSpPr>
          <p:spPr>
            <a:xfrm>
              <a:off x="3270503" y="2524505"/>
              <a:ext cx="11430" cy="20955"/>
            </a:xfrm>
            <a:custGeom>
              <a:avLst/>
              <a:gdLst/>
              <a:ahLst/>
              <a:cxnLst/>
              <a:rect l="l" t="t" r="r" b="b"/>
              <a:pathLst>
                <a:path w="11429" h="20955">
                  <a:moveTo>
                    <a:pt x="2286" y="0"/>
                  </a:moveTo>
                  <a:lnTo>
                    <a:pt x="762" y="762"/>
                  </a:lnTo>
                  <a:lnTo>
                    <a:pt x="0" y="2286"/>
                  </a:lnTo>
                  <a:lnTo>
                    <a:pt x="0" y="18288"/>
                  </a:lnTo>
                  <a:lnTo>
                    <a:pt x="762" y="19812"/>
                  </a:lnTo>
                  <a:lnTo>
                    <a:pt x="2286" y="20574"/>
                  </a:lnTo>
                  <a:lnTo>
                    <a:pt x="9144" y="20574"/>
                  </a:lnTo>
                  <a:lnTo>
                    <a:pt x="10668" y="19812"/>
                  </a:lnTo>
                  <a:lnTo>
                    <a:pt x="11430" y="18288"/>
                  </a:lnTo>
                  <a:lnTo>
                    <a:pt x="11430" y="2285"/>
                  </a:lnTo>
                  <a:lnTo>
                    <a:pt x="10668" y="761"/>
                  </a:lnTo>
                  <a:lnTo>
                    <a:pt x="9144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2" name="object 1352"/>
            <p:cNvSpPr/>
            <p:nvPr/>
          </p:nvSpPr>
          <p:spPr>
            <a:xfrm>
              <a:off x="3275837" y="2532887"/>
              <a:ext cx="3810" cy="6985"/>
            </a:xfrm>
            <a:custGeom>
              <a:avLst/>
              <a:gdLst/>
              <a:ahLst/>
              <a:cxnLst/>
              <a:rect l="l" t="t" r="r" b="b"/>
              <a:pathLst>
                <a:path w="3810" h="6985">
                  <a:moveTo>
                    <a:pt x="3810" y="6858"/>
                  </a:moveTo>
                  <a:lnTo>
                    <a:pt x="3810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3810" y="685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3" name="object 1353"/>
            <p:cNvSpPr/>
            <p:nvPr/>
          </p:nvSpPr>
          <p:spPr>
            <a:xfrm>
              <a:off x="3266693" y="2527553"/>
              <a:ext cx="13335" cy="15240"/>
            </a:xfrm>
            <a:custGeom>
              <a:avLst/>
              <a:gdLst/>
              <a:ahLst/>
              <a:cxnLst/>
              <a:rect l="l" t="t" r="r" b="b"/>
              <a:pathLst>
                <a:path w="13335" h="15239">
                  <a:moveTo>
                    <a:pt x="12953" y="12191"/>
                  </a:moveTo>
                  <a:lnTo>
                    <a:pt x="12953" y="4571"/>
                  </a:lnTo>
                  <a:lnTo>
                    <a:pt x="8381" y="4571"/>
                  </a:lnTo>
                  <a:lnTo>
                    <a:pt x="8381" y="12191"/>
                  </a:lnTo>
                  <a:lnTo>
                    <a:pt x="12953" y="12191"/>
                  </a:lnTo>
                  <a:close/>
                </a:path>
                <a:path w="13335" h="15239">
                  <a:moveTo>
                    <a:pt x="0" y="11429"/>
                  </a:moveTo>
                  <a:lnTo>
                    <a:pt x="761" y="15239"/>
                  </a:lnTo>
                </a:path>
                <a:path w="13335" h="15239">
                  <a:moveTo>
                    <a:pt x="0" y="2285"/>
                  </a:moveTo>
                  <a:lnTo>
                    <a:pt x="761" y="0"/>
                  </a:lnTo>
                </a:path>
                <a:path w="13335" h="15239">
                  <a:moveTo>
                    <a:pt x="0" y="2285"/>
                  </a:moveTo>
                  <a:lnTo>
                    <a:pt x="761" y="762"/>
                  </a:lnTo>
                </a:path>
                <a:path w="13335" h="15239">
                  <a:moveTo>
                    <a:pt x="0" y="11429"/>
                  </a:moveTo>
                  <a:lnTo>
                    <a:pt x="761" y="137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4" name="object 1354"/>
            <p:cNvSpPr/>
            <p:nvPr/>
          </p:nvSpPr>
          <p:spPr>
            <a:xfrm>
              <a:off x="3281171" y="2526029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18287" y="18287"/>
                  </a:moveTo>
                  <a:lnTo>
                    <a:pt x="18287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8287" y="18287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5" name="object 1355"/>
            <p:cNvSpPr/>
            <p:nvPr/>
          </p:nvSpPr>
          <p:spPr>
            <a:xfrm>
              <a:off x="3257549" y="2524505"/>
              <a:ext cx="41910" cy="20320"/>
            </a:xfrm>
            <a:custGeom>
              <a:avLst/>
              <a:gdLst/>
              <a:ahLst/>
              <a:cxnLst/>
              <a:rect l="l" t="t" r="r" b="b"/>
              <a:pathLst>
                <a:path w="41910" h="20319">
                  <a:moveTo>
                    <a:pt x="41910" y="19812"/>
                  </a:moveTo>
                  <a:lnTo>
                    <a:pt x="41910" y="762"/>
                  </a:lnTo>
                  <a:lnTo>
                    <a:pt x="22860" y="762"/>
                  </a:lnTo>
                  <a:lnTo>
                    <a:pt x="22860" y="19812"/>
                  </a:lnTo>
                  <a:lnTo>
                    <a:pt x="41910" y="19812"/>
                  </a:lnTo>
                  <a:close/>
                </a:path>
                <a:path w="41910" h="20319">
                  <a:moveTo>
                    <a:pt x="22860" y="0"/>
                  </a:moveTo>
                  <a:lnTo>
                    <a:pt x="22860" y="19812"/>
                  </a:lnTo>
                </a:path>
                <a:path w="41910" h="20319">
                  <a:moveTo>
                    <a:pt x="9905" y="10668"/>
                  </a:moveTo>
                  <a:lnTo>
                    <a:pt x="11429" y="11430"/>
                  </a:lnTo>
                </a:path>
                <a:path w="41910" h="20319">
                  <a:moveTo>
                    <a:pt x="9905" y="9143"/>
                  </a:moveTo>
                  <a:lnTo>
                    <a:pt x="11429" y="9143"/>
                  </a:lnTo>
                </a:path>
                <a:path w="41910" h="20319">
                  <a:moveTo>
                    <a:pt x="0" y="4571"/>
                  </a:moveTo>
                  <a:lnTo>
                    <a:pt x="762" y="3810"/>
                  </a:lnTo>
                  <a:lnTo>
                    <a:pt x="9144" y="3810"/>
                  </a:lnTo>
                </a:path>
                <a:path w="41910" h="20319">
                  <a:moveTo>
                    <a:pt x="9144" y="17525"/>
                  </a:moveTo>
                  <a:lnTo>
                    <a:pt x="6096" y="17525"/>
                  </a:lnTo>
                  <a:lnTo>
                    <a:pt x="3048" y="16763"/>
                  </a:lnTo>
                  <a:lnTo>
                    <a:pt x="762" y="16763"/>
                  </a:lnTo>
                  <a:lnTo>
                    <a:pt x="0" y="160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6" name="object 1356"/>
            <p:cNvSpPr/>
            <p:nvPr/>
          </p:nvSpPr>
          <p:spPr>
            <a:xfrm>
              <a:off x="3254501" y="2524505"/>
              <a:ext cx="3175" cy="20955"/>
            </a:xfrm>
            <a:custGeom>
              <a:avLst/>
              <a:gdLst/>
              <a:ahLst/>
              <a:cxnLst/>
              <a:rect l="l" t="t" r="r" b="b"/>
              <a:pathLst>
                <a:path w="3175" h="20955">
                  <a:moveTo>
                    <a:pt x="2540" y="508"/>
                  </a:moveTo>
                  <a:lnTo>
                    <a:pt x="1524" y="0"/>
                  </a:lnTo>
                  <a:lnTo>
                    <a:pt x="0" y="2286"/>
                  </a:lnTo>
                  <a:lnTo>
                    <a:pt x="0" y="19050"/>
                  </a:lnTo>
                  <a:lnTo>
                    <a:pt x="762" y="19812"/>
                  </a:lnTo>
                  <a:lnTo>
                    <a:pt x="762" y="2286"/>
                  </a:lnTo>
                  <a:lnTo>
                    <a:pt x="2540" y="508"/>
                  </a:lnTo>
                  <a:close/>
                </a:path>
                <a:path w="3175" h="20955">
                  <a:moveTo>
                    <a:pt x="3048" y="20574"/>
                  </a:moveTo>
                  <a:lnTo>
                    <a:pt x="762" y="18288"/>
                  </a:lnTo>
                  <a:lnTo>
                    <a:pt x="762" y="19812"/>
                  </a:lnTo>
                  <a:lnTo>
                    <a:pt x="1524" y="20574"/>
                  </a:lnTo>
                  <a:lnTo>
                    <a:pt x="3048" y="20574"/>
                  </a:lnTo>
                  <a:close/>
                </a:path>
                <a:path w="3175" h="20955">
                  <a:moveTo>
                    <a:pt x="3048" y="762"/>
                  </a:moveTo>
                  <a:lnTo>
                    <a:pt x="3048" y="0"/>
                  </a:lnTo>
                  <a:lnTo>
                    <a:pt x="2540" y="508"/>
                  </a:lnTo>
                  <a:lnTo>
                    <a:pt x="3048" y="762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7" name="object 1357"/>
            <p:cNvSpPr/>
            <p:nvPr/>
          </p:nvSpPr>
          <p:spPr>
            <a:xfrm>
              <a:off x="3254501" y="2524505"/>
              <a:ext cx="3175" cy="20955"/>
            </a:xfrm>
            <a:custGeom>
              <a:avLst/>
              <a:gdLst/>
              <a:ahLst/>
              <a:cxnLst/>
              <a:rect l="l" t="t" r="r" b="b"/>
              <a:pathLst>
                <a:path w="3175" h="20955">
                  <a:moveTo>
                    <a:pt x="3048" y="0"/>
                  </a:moveTo>
                  <a:lnTo>
                    <a:pt x="762" y="2286"/>
                  </a:lnTo>
                  <a:lnTo>
                    <a:pt x="762" y="18288"/>
                  </a:lnTo>
                  <a:lnTo>
                    <a:pt x="3048" y="20574"/>
                  </a:lnTo>
                  <a:lnTo>
                    <a:pt x="1524" y="20574"/>
                  </a:lnTo>
                  <a:lnTo>
                    <a:pt x="0" y="19050"/>
                  </a:lnTo>
                  <a:lnTo>
                    <a:pt x="0" y="2286"/>
                  </a:lnTo>
                  <a:lnTo>
                    <a:pt x="1524" y="0"/>
                  </a:lnTo>
                  <a:lnTo>
                    <a:pt x="3048" y="762"/>
                  </a:lnTo>
                  <a:lnTo>
                    <a:pt x="304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8" name="object 1358"/>
            <p:cNvSpPr/>
            <p:nvPr/>
          </p:nvSpPr>
          <p:spPr>
            <a:xfrm>
              <a:off x="3256787" y="252755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3048"/>
                  </a:moveTo>
                  <a:lnTo>
                    <a:pt x="0" y="1524"/>
                  </a:lnTo>
                  <a:lnTo>
                    <a:pt x="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9" name="object 1359"/>
            <p:cNvSpPr/>
            <p:nvPr/>
          </p:nvSpPr>
          <p:spPr>
            <a:xfrm>
              <a:off x="3256787" y="252755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1524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0" name="object 1360"/>
            <p:cNvSpPr/>
            <p:nvPr/>
          </p:nvSpPr>
          <p:spPr>
            <a:xfrm>
              <a:off x="3256787" y="253898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3048"/>
                  </a:moveTo>
                  <a:lnTo>
                    <a:pt x="0" y="1524"/>
                  </a:lnTo>
                  <a:lnTo>
                    <a:pt x="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1" name="object 1361"/>
            <p:cNvSpPr/>
            <p:nvPr/>
          </p:nvSpPr>
          <p:spPr>
            <a:xfrm>
              <a:off x="3256787" y="253898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1524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2" name="object 1362"/>
            <p:cNvSpPr/>
            <p:nvPr/>
          </p:nvSpPr>
          <p:spPr>
            <a:xfrm>
              <a:off x="3256025" y="2525267"/>
              <a:ext cx="45085" cy="19050"/>
            </a:xfrm>
            <a:custGeom>
              <a:avLst/>
              <a:gdLst/>
              <a:ahLst/>
              <a:cxnLst/>
              <a:rect l="l" t="t" r="r" b="b"/>
              <a:pathLst>
                <a:path w="45085" h="19050">
                  <a:moveTo>
                    <a:pt x="762" y="5333"/>
                  </a:moveTo>
                  <a:lnTo>
                    <a:pt x="762" y="4571"/>
                  </a:lnTo>
                  <a:lnTo>
                    <a:pt x="0" y="4571"/>
                  </a:lnTo>
                  <a:lnTo>
                    <a:pt x="0" y="5333"/>
                  </a:lnTo>
                  <a:lnTo>
                    <a:pt x="762" y="5333"/>
                  </a:lnTo>
                  <a:close/>
                </a:path>
                <a:path w="45085" h="19050">
                  <a:moveTo>
                    <a:pt x="762" y="14477"/>
                  </a:moveTo>
                  <a:lnTo>
                    <a:pt x="762" y="13715"/>
                  </a:lnTo>
                  <a:lnTo>
                    <a:pt x="0" y="13715"/>
                  </a:lnTo>
                  <a:lnTo>
                    <a:pt x="0" y="14477"/>
                  </a:lnTo>
                  <a:lnTo>
                    <a:pt x="762" y="14477"/>
                  </a:lnTo>
                  <a:close/>
                </a:path>
                <a:path w="45085" h="19050">
                  <a:moveTo>
                    <a:pt x="762" y="6095"/>
                  </a:moveTo>
                  <a:lnTo>
                    <a:pt x="762" y="12954"/>
                  </a:lnTo>
                </a:path>
                <a:path w="45085" h="19050">
                  <a:moveTo>
                    <a:pt x="44958" y="3048"/>
                  </a:moveTo>
                  <a:lnTo>
                    <a:pt x="44958" y="0"/>
                  </a:lnTo>
                  <a:lnTo>
                    <a:pt x="44196" y="0"/>
                  </a:lnTo>
                  <a:lnTo>
                    <a:pt x="44196" y="3048"/>
                  </a:lnTo>
                  <a:lnTo>
                    <a:pt x="44958" y="3048"/>
                  </a:lnTo>
                  <a:close/>
                </a:path>
                <a:path w="45085" h="19050">
                  <a:moveTo>
                    <a:pt x="44958" y="19050"/>
                  </a:moveTo>
                  <a:lnTo>
                    <a:pt x="44958" y="16763"/>
                  </a:lnTo>
                  <a:lnTo>
                    <a:pt x="44196" y="16763"/>
                  </a:lnTo>
                  <a:lnTo>
                    <a:pt x="44196" y="19050"/>
                  </a:lnTo>
                  <a:lnTo>
                    <a:pt x="44958" y="190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3" name="object 1363"/>
            <p:cNvSpPr/>
            <p:nvPr/>
          </p:nvSpPr>
          <p:spPr>
            <a:xfrm>
              <a:off x="3281171" y="252526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4" name="object 1364"/>
            <p:cNvSpPr/>
            <p:nvPr/>
          </p:nvSpPr>
          <p:spPr>
            <a:xfrm>
              <a:off x="3281171" y="252526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5" name="object 1365"/>
            <p:cNvSpPr/>
            <p:nvPr/>
          </p:nvSpPr>
          <p:spPr>
            <a:xfrm>
              <a:off x="3297935" y="252526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6" name="object 1366"/>
            <p:cNvSpPr/>
            <p:nvPr/>
          </p:nvSpPr>
          <p:spPr>
            <a:xfrm>
              <a:off x="3297935" y="252526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7" name="object 1367"/>
            <p:cNvSpPr/>
            <p:nvPr/>
          </p:nvSpPr>
          <p:spPr>
            <a:xfrm>
              <a:off x="3281171" y="2543555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8" name="object 1368"/>
            <p:cNvSpPr/>
            <p:nvPr/>
          </p:nvSpPr>
          <p:spPr>
            <a:xfrm>
              <a:off x="3281171" y="2543555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9" name="object 1369"/>
            <p:cNvSpPr/>
            <p:nvPr/>
          </p:nvSpPr>
          <p:spPr>
            <a:xfrm>
              <a:off x="3297935" y="2543555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0" name="object 1370"/>
            <p:cNvSpPr/>
            <p:nvPr/>
          </p:nvSpPr>
          <p:spPr>
            <a:xfrm>
              <a:off x="3297935" y="2543555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1" name="object 1371"/>
            <p:cNvSpPr/>
            <p:nvPr/>
          </p:nvSpPr>
          <p:spPr>
            <a:xfrm>
              <a:off x="3281933" y="252602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9906" y="9144"/>
                  </a:moveTo>
                  <a:lnTo>
                    <a:pt x="9906" y="6096"/>
                  </a:lnTo>
                  <a:lnTo>
                    <a:pt x="8382" y="5334"/>
                  </a:lnTo>
                  <a:lnTo>
                    <a:pt x="9144" y="3048"/>
                  </a:lnTo>
                  <a:lnTo>
                    <a:pt x="9144" y="762"/>
                  </a:lnTo>
                  <a:lnTo>
                    <a:pt x="8382" y="0"/>
                  </a:lnTo>
                  <a:lnTo>
                    <a:pt x="6096" y="0"/>
                  </a:lnTo>
                  <a:lnTo>
                    <a:pt x="5334" y="762"/>
                  </a:lnTo>
                  <a:lnTo>
                    <a:pt x="5334" y="2286"/>
                  </a:lnTo>
                  <a:lnTo>
                    <a:pt x="3048" y="2286"/>
                  </a:lnTo>
                  <a:lnTo>
                    <a:pt x="1523" y="762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762" y="5334"/>
                  </a:lnTo>
                  <a:lnTo>
                    <a:pt x="1524" y="6096"/>
                  </a:lnTo>
                  <a:lnTo>
                    <a:pt x="1524" y="6858"/>
                  </a:lnTo>
                  <a:lnTo>
                    <a:pt x="3048" y="8382"/>
                  </a:lnTo>
                  <a:lnTo>
                    <a:pt x="3810" y="6858"/>
                  </a:lnTo>
                  <a:lnTo>
                    <a:pt x="5334" y="6096"/>
                  </a:lnTo>
                  <a:lnTo>
                    <a:pt x="6858" y="6096"/>
                  </a:lnTo>
                  <a:lnTo>
                    <a:pt x="6858" y="7620"/>
                  </a:lnTo>
                  <a:lnTo>
                    <a:pt x="8382" y="9906"/>
                  </a:lnTo>
                  <a:lnTo>
                    <a:pt x="9906" y="914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2" name="object 1372"/>
            <p:cNvSpPr/>
            <p:nvPr/>
          </p:nvSpPr>
          <p:spPr>
            <a:xfrm>
              <a:off x="3281933" y="252602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3810"/>
                  </a:moveTo>
                  <a:lnTo>
                    <a:pt x="0" y="2286"/>
                  </a:lnTo>
                  <a:lnTo>
                    <a:pt x="761" y="762"/>
                  </a:lnTo>
                  <a:lnTo>
                    <a:pt x="1523" y="762"/>
                  </a:lnTo>
                  <a:lnTo>
                    <a:pt x="3048" y="2286"/>
                  </a:lnTo>
                  <a:lnTo>
                    <a:pt x="5334" y="2286"/>
                  </a:lnTo>
                  <a:lnTo>
                    <a:pt x="5334" y="762"/>
                  </a:lnTo>
                  <a:lnTo>
                    <a:pt x="6096" y="0"/>
                  </a:lnTo>
                  <a:lnTo>
                    <a:pt x="8382" y="0"/>
                  </a:lnTo>
                  <a:lnTo>
                    <a:pt x="9144" y="762"/>
                  </a:lnTo>
                  <a:lnTo>
                    <a:pt x="9144" y="3048"/>
                  </a:lnTo>
                  <a:lnTo>
                    <a:pt x="8382" y="5334"/>
                  </a:lnTo>
                  <a:lnTo>
                    <a:pt x="9906" y="6096"/>
                  </a:lnTo>
                  <a:lnTo>
                    <a:pt x="9906" y="9144"/>
                  </a:lnTo>
                  <a:lnTo>
                    <a:pt x="8382" y="9906"/>
                  </a:lnTo>
                  <a:lnTo>
                    <a:pt x="6858" y="7620"/>
                  </a:lnTo>
                  <a:lnTo>
                    <a:pt x="6858" y="6096"/>
                  </a:lnTo>
                  <a:lnTo>
                    <a:pt x="5334" y="6096"/>
                  </a:lnTo>
                  <a:lnTo>
                    <a:pt x="3810" y="6858"/>
                  </a:lnTo>
                  <a:lnTo>
                    <a:pt x="3048" y="8382"/>
                  </a:lnTo>
                  <a:lnTo>
                    <a:pt x="1524" y="6858"/>
                  </a:lnTo>
                  <a:lnTo>
                    <a:pt x="1524" y="6096"/>
                  </a:lnTo>
                  <a:lnTo>
                    <a:pt x="762" y="5334"/>
                  </a:lnTo>
                  <a:lnTo>
                    <a:pt x="0" y="381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3" name="object 1373"/>
            <p:cNvSpPr/>
            <p:nvPr/>
          </p:nvSpPr>
          <p:spPr>
            <a:xfrm>
              <a:off x="3293363" y="2532888"/>
              <a:ext cx="5715" cy="10160"/>
            </a:xfrm>
            <a:custGeom>
              <a:avLst/>
              <a:gdLst/>
              <a:ahLst/>
              <a:cxnLst/>
              <a:rect l="l" t="t" r="r" b="b"/>
              <a:pathLst>
                <a:path w="5714" h="10160">
                  <a:moveTo>
                    <a:pt x="5334" y="7620"/>
                  </a:moveTo>
                  <a:lnTo>
                    <a:pt x="5334" y="4572"/>
                  </a:lnTo>
                  <a:lnTo>
                    <a:pt x="4572" y="3810"/>
                  </a:lnTo>
                  <a:lnTo>
                    <a:pt x="3048" y="3047"/>
                  </a:lnTo>
                  <a:lnTo>
                    <a:pt x="3810" y="152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762" y="1524"/>
                  </a:lnTo>
                  <a:lnTo>
                    <a:pt x="762" y="3810"/>
                  </a:lnTo>
                  <a:lnTo>
                    <a:pt x="1524" y="5334"/>
                  </a:lnTo>
                  <a:lnTo>
                    <a:pt x="1524" y="7620"/>
                  </a:lnTo>
                  <a:lnTo>
                    <a:pt x="762" y="9144"/>
                  </a:lnTo>
                  <a:lnTo>
                    <a:pt x="3048" y="9906"/>
                  </a:lnTo>
                  <a:lnTo>
                    <a:pt x="4572" y="9144"/>
                  </a:lnTo>
                  <a:lnTo>
                    <a:pt x="5334" y="762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4" name="object 1374"/>
            <p:cNvSpPr/>
            <p:nvPr/>
          </p:nvSpPr>
          <p:spPr>
            <a:xfrm>
              <a:off x="3293363" y="2532888"/>
              <a:ext cx="5715" cy="10160"/>
            </a:xfrm>
            <a:custGeom>
              <a:avLst/>
              <a:gdLst/>
              <a:ahLst/>
              <a:cxnLst/>
              <a:rect l="l" t="t" r="r" b="b"/>
              <a:pathLst>
                <a:path w="5714" h="10160">
                  <a:moveTo>
                    <a:pt x="0" y="0"/>
                  </a:moveTo>
                  <a:lnTo>
                    <a:pt x="1524" y="0"/>
                  </a:lnTo>
                  <a:lnTo>
                    <a:pt x="3810" y="1523"/>
                  </a:lnTo>
                  <a:lnTo>
                    <a:pt x="3048" y="3047"/>
                  </a:lnTo>
                  <a:lnTo>
                    <a:pt x="4572" y="3810"/>
                  </a:lnTo>
                  <a:lnTo>
                    <a:pt x="5334" y="4572"/>
                  </a:lnTo>
                  <a:lnTo>
                    <a:pt x="5334" y="7620"/>
                  </a:lnTo>
                  <a:lnTo>
                    <a:pt x="4572" y="9144"/>
                  </a:lnTo>
                  <a:lnTo>
                    <a:pt x="3048" y="9906"/>
                  </a:lnTo>
                  <a:lnTo>
                    <a:pt x="762" y="9144"/>
                  </a:lnTo>
                  <a:lnTo>
                    <a:pt x="1524" y="7620"/>
                  </a:lnTo>
                  <a:lnTo>
                    <a:pt x="1524" y="5334"/>
                  </a:lnTo>
                  <a:lnTo>
                    <a:pt x="762" y="3810"/>
                  </a:lnTo>
                  <a:lnTo>
                    <a:pt x="762" y="152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5" name="object 1375"/>
            <p:cNvSpPr/>
            <p:nvPr/>
          </p:nvSpPr>
          <p:spPr>
            <a:xfrm>
              <a:off x="3283457" y="2538221"/>
              <a:ext cx="10160" cy="6985"/>
            </a:xfrm>
            <a:custGeom>
              <a:avLst/>
              <a:gdLst/>
              <a:ahLst/>
              <a:cxnLst/>
              <a:rect l="l" t="t" r="r" b="b"/>
              <a:pathLst>
                <a:path w="10160" h="6985">
                  <a:moveTo>
                    <a:pt x="9906" y="6096"/>
                  </a:moveTo>
                  <a:lnTo>
                    <a:pt x="9144" y="4572"/>
                  </a:lnTo>
                  <a:lnTo>
                    <a:pt x="5334" y="762"/>
                  </a:lnTo>
                  <a:lnTo>
                    <a:pt x="4572" y="2286"/>
                  </a:lnTo>
                  <a:lnTo>
                    <a:pt x="2286" y="2286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2286"/>
                  </a:lnTo>
                  <a:lnTo>
                    <a:pt x="0" y="6858"/>
                  </a:lnTo>
                  <a:lnTo>
                    <a:pt x="3810" y="6858"/>
                  </a:lnTo>
                  <a:lnTo>
                    <a:pt x="5334" y="6096"/>
                  </a:lnTo>
                  <a:lnTo>
                    <a:pt x="5334" y="4572"/>
                  </a:lnTo>
                  <a:lnTo>
                    <a:pt x="8382" y="6096"/>
                  </a:lnTo>
                  <a:lnTo>
                    <a:pt x="9906" y="6096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6" name="object 1376"/>
            <p:cNvSpPr/>
            <p:nvPr/>
          </p:nvSpPr>
          <p:spPr>
            <a:xfrm>
              <a:off x="3283457" y="2538221"/>
              <a:ext cx="10160" cy="6985"/>
            </a:xfrm>
            <a:custGeom>
              <a:avLst/>
              <a:gdLst/>
              <a:ahLst/>
              <a:cxnLst/>
              <a:rect l="l" t="t" r="r" b="b"/>
              <a:pathLst>
                <a:path w="10160" h="6985">
                  <a:moveTo>
                    <a:pt x="0" y="2286"/>
                  </a:moveTo>
                  <a:lnTo>
                    <a:pt x="0" y="762"/>
                  </a:lnTo>
                  <a:lnTo>
                    <a:pt x="761" y="0"/>
                  </a:lnTo>
                  <a:lnTo>
                    <a:pt x="2286" y="2286"/>
                  </a:lnTo>
                  <a:lnTo>
                    <a:pt x="4572" y="2286"/>
                  </a:lnTo>
                  <a:lnTo>
                    <a:pt x="5334" y="762"/>
                  </a:lnTo>
                  <a:lnTo>
                    <a:pt x="6858" y="2286"/>
                  </a:lnTo>
                  <a:lnTo>
                    <a:pt x="7620" y="3048"/>
                  </a:lnTo>
                  <a:lnTo>
                    <a:pt x="9144" y="4572"/>
                  </a:lnTo>
                  <a:lnTo>
                    <a:pt x="9906" y="6096"/>
                  </a:lnTo>
                  <a:lnTo>
                    <a:pt x="8382" y="6096"/>
                  </a:lnTo>
                  <a:lnTo>
                    <a:pt x="6858" y="5334"/>
                  </a:lnTo>
                  <a:lnTo>
                    <a:pt x="5334" y="4572"/>
                  </a:lnTo>
                  <a:lnTo>
                    <a:pt x="5334" y="6096"/>
                  </a:lnTo>
                  <a:lnTo>
                    <a:pt x="3810" y="6858"/>
                  </a:lnTo>
                  <a:lnTo>
                    <a:pt x="0" y="6858"/>
                  </a:lnTo>
                  <a:lnTo>
                    <a:pt x="0" y="2286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7" name="object 1377"/>
            <p:cNvSpPr/>
            <p:nvPr/>
          </p:nvSpPr>
          <p:spPr>
            <a:xfrm>
              <a:off x="3271265" y="2526030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6858" y="762"/>
                  </a:moveTo>
                  <a:lnTo>
                    <a:pt x="6858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1524" y="2286"/>
                  </a:lnTo>
                  <a:lnTo>
                    <a:pt x="1524" y="3810"/>
                  </a:lnTo>
                  <a:lnTo>
                    <a:pt x="3048" y="6096"/>
                  </a:lnTo>
                  <a:lnTo>
                    <a:pt x="3048" y="3810"/>
                  </a:lnTo>
                  <a:lnTo>
                    <a:pt x="3810" y="2286"/>
                  </a:lnTo>
                  <a:lnTo>
                    <a:pt x="5334" y="2286"/>
                  </a:lnTo>
                  <a:lnTo>
                    <a:pt x="6858" y="762"/>
                  </a:lnTo>
                  <a:close/>
                </a:path>
                <a:path w="6985" h="6350">
                  <a:moveTo>
                    <a:pt x="3810" y="6096"/>
                  </a:moveTo>
                  <a:lnTo>
                    <a:pt x="3048" y="3810"/>
                  </a:lnTo>
                  <a:lnTo>
                    <a:pt x="3048" y="6096"/>
                  </a:lnTo>
                  <a:lnTo>
                    <a:pt x="3810" y="6096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8" name="object 1378"/>
            <p:cNvSpPr/>
            <p:nvPr/>
          </p:nvSpPr>
          <p:spPr>
            <a:xfrm>
              <a:off x="3271265" y="2526030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0" y="2286"/>
                  </a:moveTo>
                  <a:lnTo>
                    <a:pt x="0" y="762"/>
                  </a:lnTo>
                  <a:lnTo>
                    <a:pt x="761" y="0"/>
                  </a:lnTo>
                  <a:lnTo>
                    <a:pt x="6858" y="0"/>
                  </a:lnTo>
                  <a:lnTo>
                    <a:pt x="6858" y="762"/>
                  </a:lnTo>
                  <a:lnTo>
                    <a:pt x="5334" y="2286"/>
                  </a:lnTo>
                  <a:lnTo>
                    <a:pt x="3810" y="2286"/>
                  </a:lnTo>
                  <a:lnTo>
                    <a:pt x="3048" y="3810"/>
                  </a:lnTo>
                  <a:lnTo>
                    <a:pt x="3810" y="6096"/>
                  </a:lnTo>
                  <a:lnTo>
                    <a:pt x="3048" y="6096"/>
                  </a:lnTo>
                  <a:lnTo>
                    <a:pt x="1524" y="3810"/>
                  </a:lnTo>
                  <a:lnTo>
                    <a:pt x="1524" y="2286"/>
                  </a:lnTo>
                  <a:lnTo>
                    <a:pt x="0" y="1524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9" name="object 1379"/>
            <p:cNvSpPr/>
            <p:nvPr/>
          </p:nvSpPr>
          <p:spPr>
            <a:xfrm>
              <a:off x="3270503" y="2536697"/>
              <a:ext cx="5080" cy="7620"/>
            </a:xfrm>
            <a:custGeom>
              <a:avLst/>
              <a:gdLst/>
              <a:ahLst/>
              <a:cxnLst/>
              <a:rect l="l" t="t" r="r" b="b"/>
              <a:pathLst>
                <a:path w="5079" h="7619">
                  <a:moveTo>
                    <a:pt x="4572" y="6096"/>
                  </a:moveTo>
                  <a:lnTo>
                    <a:pt x="3810" y="4572"/>
                  </a:lnTo>
                  <a:lnTo>
                    <a:pt x="2286" y="3810"/>
                  </a:lnTo>
                  <a:lnTo>
                    <a:pt x="2285" y="0"/>
                  </a:lnTo>
                  <a:lnTo>
                    <a:pt x="0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0" y="4572"/>
                  </a:lnTo>
                  <a:lnTo>
                    <a:pt x="1524" y="6096"/>
                  </a:lnTo>
                  <a:lnTo>
                    <a:pt x="2286" y="7620"/>
                  </a:lnTo>
                  <a:lnTo>
                    <a:pt x="3810" y="7620"/>
                  </a:lnTo>
                  <a:lnTo>
                    <a:pt x="4572" y="6096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0" name="object 1380"/>
            <p:cNvSpPr/>
            <p:nvPr/>
          </p:nvSpPr>
          <p:spPr>
            <a:xfrm>
              <a:off x="3270503" y="2536697"/>
              <a:ext cx="5080" cy="7620"/>
            </a:xfrm>
            <a:custGeom>
              <a:avLst/>
              <a:gdLst/>
              <a:ahLst/>
              <a:cxnLst/>
              <a:rect l="l" t="t" r="r" b="b"/>
              <a:pathLst>
                <a:path w="5079" h="7619">
                  <a:moveTo>
                    <a:pt x="0" y="3810"/>
                  </a:moveTo>
                  <a:lnTo>
                    <a:pt x="0" y="2286"/>
                  </a:lnTo>
                  <a:lnTo>
                    <a:pt x="761" y="762"/>
                  </a:lnTo>
                  <a:lnTo>
                    <a:pt x="0" y="0"/>
                  </a:lnTo>
                  <a:lnTo>
                    <a:pt x="2285" y="0"/>
                  </a:lnTo>
                  <a:lnTo>
                    <a:pt x="2286" y="3810"/>
                  </a:lnTo>
                  <a:lnTo>
                    <a:pt x="3810" y="4572"/>
                  </a:lnTo>
                  <a:lnTo>
                    <a:pt x="4572" y="6096"/>
                  </a:lnTo>
                  <a:lnTo>
                    <a:pt x="3810" y="7620"/>
                  </a:lnTo>
                  <a:lnTo>
                    <a:pt x="2286" y="7620"/>
                  </a:lnTo>
                  <a:lnTo>
                    <a:pt x="1524" y="6096"/>
                  </a:lnTo>
                  <a:lnTo>
                    <a:pt x="0" y="4572"/>
                  </a:lnTo>
                  <a:lnTo>
                    <a:pt x="0" y="381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1" name="object 1381"/>
            <p:cNvSpPr/>
            <p:nvPr/>
          </p:nvSpPr>
          <p:spPr>
            <a:xfrm>
              <a:off x="3257549" y="2534412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6858" y="4572"/>
                  </a:moveTo>
                  <a:lnTo>
                    <a:pt x="6858" y="3048"/>
                  </a:lnTo>
                  <a:lnTo>
                    <a:pt x="5334" y="2286"/>
                  </a:lnTo>
                  <a:lnTo>
                    <a:pt x="5334" y="1524"/>
                  </a:lnTo>
                  <a:lnTo>
                    <a:pt x="4572" y="0"/>
                  </a:lnTo>
                  <a:lnTo>
                    <a:pt x="3810" y="0"/>
                  </a:lnTo>
                  <a:lnTo>
                    <a:pt x="3048" y="1524"/>
                  </a:lnTo>
                  <a:lnTo>
                    <a:pt x="762" y="2286"/>
                  </a:lnTo>
                  <a:lnTo>
                    <a:pt x="0" y="3048"/>
                  </a:lnTo>
                  <a:lnTo>
                    <a:pt x="2286" y="4572"/>
                  </a:lnTo>
                  <a:lnTo>
                    <a:pt x="3810" y="6096"/>
                  </a:lnTo>
                  <a:lnTo>
                    <a:pt x="3810" y="3810"/>
                  </a:lnTo>
                  <a:lnTo>
                    <a:pt x="5334" y="4572"/>
                  </a:lnTo>
                  <a:lnTo>
                    <a:pt x="6858" y="457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2" name="object 1382"/>
            <p:cNvSpPr/>
            <p:nvPr/>
          </p:nvSpPr>
          <p:spPr>
            <a:xfrm>
              <a:off x="3257549" y="2534412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762" y="2286"/>
                  </a:moveTo>
                  <a:lnTo>
                    <a:pt x="3048" y="1524"/>
                  </a:lnTo>
                  <a:lnTo>
                    <a:pt x="3810" y="0"/>
                  </a:lnTo>
                  <a:lnTo>
                    <a:pt x="4572" y="0"/>
                  </a:lnTo>
                  <a:lnTo>
                    <a:pt x="5334" y="1524"/>
                  </a:lnTo>
                  <a:lnTo>
                    <a:pt x="5334" y="2286"/>
                  </a:lnTo>
                  <a:lnTo>
                    <a:pt x="6858" y="3048"/>
                  </a:lnTo>
                  <a:lnTo>
                    <a:pt x="6858" y="4572"/>
                  </a:lnTo>
                  <a:lnTo>
                    <a:pt x="5334" y="4572"/>
                  </a:lnTo>
                  <a:lnTo>
                    <a:pt x="3810" y="3810"/>
                  </a:lnTo>
                  <a:lnTo>
                    <a:pt x="3810" y="6096"/>
                  </a:lnTo>
                  <a:lnTo>
                    <a:pt x="2286" y="4572"/>
                  </a:lnTo>
                  <a:lnTo>
                    <a:pt x="0" y="3048"/>
                  </a:lnTo>
                  <a:lnTo>
                    <a:pt x="762" y="2286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3" name="object 1383"/>
            <p:cNvSpPr/>
            <p:nvPr/>
          </p:nvSpPr>
          <p:spPr>
            <a:xfrm>
              <a:off x="3260597" y="2529078"/>
              <a:ext cx="5080" cy="3810"/>
            </a:xfrm>
            <a:custGeom>
              <a:avLst/>
              <a:gdLst/>
              <a:ahLst/>
              <a:cxnLst/>
              <a:rect l="l" t="t" r="r" b="b"/>
              <a:pathLst>
                <a:path w="5079" h="3810">
                  <a:moveTo>
                    <a:pt x="4572" y="3048"/>
                  </a:moveTo>
                  <a:lnTo>
                    <a:pt x="3810" y="762"/>
                  </a:lnTo>
                  <a:lnTo>
                    <a:pt x="3810" y="0"/>
                  </a:lnTo>
                  <a:lnTo>
                    <a:pt x="2286" y="762"/>
                  </a:lnTo>
                  <a:lnTo>
                    <a:pt x="762" y="2286"/>
                  </a:lnTo>
                  <a:lnTo>
                    <a:pt x="0" y="3048"/>
                  </a:lnTo>
                  <a:lnTo>
                    <a:pt x="762" y="3810"/>
                  </a:lnTo>
                  <a:lnTo>
                    <a:pt x="1524" y="3810"/>
                  </a:lnTo>
                  <a:lnTo>
                    <a:pt x="2286" y="3048"/>
                  </a:lnTo>
                  <a:lnTo>
                    <a:pt x="3810" y="3048"/>
                  </a:lnTo>
                  <a:lnTo>
                    <a:pt x="3810" y="3810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4" name="object 1384"/>
            <p:cNvSpPr/>
            <p:nvPr/>
          </p:nvSpPr>
          <p:spPr>
            <a:xfrm>
              <a:off x="3260597" y="2529077"/>
              <a:ext cx="5080" cy="3810"/>
            </a:xfrm>
            <a:custGeom>
              <a:avLst/>
              <a:gdLst/>
              <a:ahLst/>
              <a:cxnLst/>
              <a:rect l="l" t="t" r="r" b="b"/>
              <a:pathLst>
                <a:path w="5079" h="3810">
                  <a:moveTo>
                    <a:pt x="762" y="1524"/>
                  </a:moveTo>
                  <a:lnTo>
                    <a:pt x="3810" y="0"/>
                  </a:lnTo>
                  <a:lnTo>
                    <a:pt x="3810" y="762"/>
                  </a:lnTo>
                  <a:lnTo>
                    <a:pt x="4572" y="3048"/>
                  </a:lnTo>
                  <a:lnTo>
                    <a:pt x="3810" y="3810"/>
                  </a:lnTo>
                  <a:lnTo>
                    <a:pt x="3810" y="3048"/>
                  </a:lnTo>
                  <a:lnTo>
                    <a:pt x="2286" y="3048"/>
                  </a:lnTo>
                  <a:lnTo>
                    <a:pt x="1524" y="3810"/>
                  </a:lnTo>
                  <a:lnTo>
                    <a:pt x="762" y="3810"/>
                  </a:lnTo>
                  <a:lnTo>
                    <a:pt x="0" y="3048"/>
                  </a:lnTo>
                  <a:lnTo>
                    <a:pt x="762" y="1524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5" name="object 1385"/>
            <p:cNvSpPr/>
            <p:nvPr/>
          </p:nvSpPr>
          <p:spPr>
            <a:xfrm>
              <a:off x="3281171" y="2532125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6858" y="4572"/>
                  </a:moveTo>
                  <a:lnTo>
                    <a:pt x="4572" y="3810"/>
                  </a:lnTo>
                  <a:lnTo>
                    <a:pt x="3048" y="3048"/>
                  </a:lnTo>
                  <a:lnTo>
                    <a:pt x="1524" y="0"/>
                  </a:lnTo>
                  <a:lnTo>
                    <a:pt x="0" y="762"/>
                  </a:lnTo>
                  <a:lnTo>
                    <a:pt x="0" y="2286"/>
                  </a:lnTo>
                  <a:lnTo>
                    <a:pt x="762" y="3810"/>
                  </a:lnTo>
                  <a:lnTo>
                    <a:pt x="762" y="6096"/>
                  </a:lnTo>
                  <a:lnTo>
                    <a:pt x="2286" y="6858"/>
                  </a:lnTo>
                  <a:lnTo>
                    <a:pt x="2286" y="5334"/>
                  </a:lnTo>
                  <a:lnTo>
                    <a:pt x="4572" y="5334"/>
                  </a:lnTo>
                  <a:lnTo>
                    <a:pt x="6858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6" name="object 1386"/>
            <p:cNvSpPr/>
            <p:nvPr/>
          </p:nvSpPr>
          <p:spPr>
            <a:xfrm>
              <a:off x="3281171" y="2532125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2286" y="1524"/>
                  </a:moveTo>
                  <a:lnTo>
                    <a:pt x="3048" y="3048"/>
                  </a:lnTo>
                  <a:lnTo>
                    <a:pt x="4572" y="3810"/>
                  </a:lnTo>
                  <a:lnTo>
                    <a:pt x="6858" y="4572"/>
                  </a:lnTo>
                  <a:lnTo>
                    <a:pt x="4572" y="5334"/>
                  </a:lnTo>
                  <a:lnTo>
                    <a:pt x="2286" y="5334"/>
                  </a:lnTo>
                  <a:lnTo>
                    <a:pt x="2286" y="6858"/>
                  </a:lnTo>
                  <a:lnTo>
                    <a:pt x="762" y="6096"/>
                  </a:lnTo>
                  <a:lnTo>
                    <a:pt x="762" y="3810"/>
                  </a:lnTo>
                  <a:lnTo>
                    <a:pt x="0" y="2286"/>
                  </a:lnTo>
                  <a:lnTo>
                    <a:pt x="0" y="762"/>
                  </a:lnTo>
                  <a:lnTo>
                    <a:pt x="1524" y="0"/>
                  </a:lnTo>
                  <a:lnTo>
                    <a:pt x="2286" y="1524"/>
                  </a:lnTo>
                  <a:lnTo>
                    <a:pt x="2286" y="2286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7" name="object 1387"/>
            <p:cNvSpPr/>
            <p:nvPr/>
          </p:nvSpPr>
          <p:spPr>
            <a:xfrm>
              <a:off x="3290315" y="2526792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6858" y="4572"/>
                  </a:moveTo>
                  <a:lnTo>
                    <a:pt x="4572" y="3048"/>
                  </a:lnTo>
                  <a:lnTo>
                    <a:pt x="6096" y="1524"/>
                  </a:lnTo>
                  <a:lnTo>
                    <a:pt x="3810" y="0"/>
                  </a:lnTo>
                  <a:lnTo>
                    <a:pt x="3048" y="1524"/>
                  </a:lnTo>
                  <a:lnTo>
                    <a:pt x="2286" y="1524"/>
                  </a:lnTo>
                  <a:lnTo>
                    <a:pt x="762" y="2286"/>
                  </a:lnTo>
                  <a:lnTo>
                    <a:pt x="762" y="4572"/>
                  </a:lnTo>
                  <a:lnTo>
                    <a:pt x="0" y="4572"/>
                  </a:lnTo>
                  <a:lnTo>
                    <a:pt x="1524" y="5334"/>
                  </a:lnTo>
                  <a:lnTo>
                    <a:pt x="3048" y="5334"/>
                  </a:lnTo>
                  <a:lnTo>
                    <a:pt x="3048" y="6858"/>
                  </a:lnTo>
                  <a:lnTo>
                    <a:pt x="3810" y="6858"/>
                  </a:lnTo>
                  <a:lnTo>
                    <a:pt x="4572" y="5334"/>
                  </a:lnTo>
                  <a:lnTo>
                    <a:pt x="4572" y="4572"/>
                  </a:lnTo>
                  <a:lnTo>
                    <a:pt x="6858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8" name="object 1388"/>
            <p:cNvSpPr/>
            <p:nvPr/>
          </p:nvSpPr>
          <p:spPr>
            <a:xfrm>
              <a:off x="3290315" y="2526791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762" y="3810"/>
                  </a:moveTo>
                  <a:lnTo>
                    <a:pt x="762" y="2286"/>
                  </a:lnTo>
                  <a:lnTo>
                    <a:pt x="2286" y="1524"/>
                  </a:lnTo>
                  <a:lnTo>
                    <a:pt x="3048" y="1524"/>
                  </a:lnTo>
                  <a:lnTo>
                    <a:pt x="3810" y="0"/>
                  </a:lnTo>
                  <a:lnTo>
                    <a:pt x="6096" y="1524"/>
                  </a:lnTo>
                  <a:lnTo>
                    <a:pt x="4572" y="3048"/>
                  </a:lnTo>
                  <a:lnTo>
                    <a:pt x="6858" y="3810"/>
                  </a:lnTo>
                  <a:lnTo>
                    <a:pt x="4572" y="3810"/>
                  </a:lnTo>
                  <a:lnTo>
                    <a:pt x="4572" y="5334"/>
                  </a:lnTo>
                  <a:lnTo>
                    <a:pt x="3810" y="6858"/>
                  </a:lnTo>
                  <a:lnTo>
                    <a:pt x="3048" y="6858"/>
                  </a:lnTo>
                  <a:lnTo>
                    <a:pt x="3048" y="5334"/>
                  </a:lnTo>
                  <a:lnTo>
                    <a:pt x="1524" y="5334"/>
                  </a:lnTo>
                  <a:lnTo>
                    <a:pt x="0" y="381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9" name="object 1389"/>
            <p:cNvSpPr/>
            <p:nvPr/>
          </p:nvSpPr>
          <p:spPr>
            <a:xfrm>
              <a:off x="3270503" y="2529839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79" h="6350">
                  <a:moveTo>
                    <a:pt x="4572" y="4572"/>
                  </a:moveTo>
                  <a:lnTo>
                    <a:pt x="3810" y="3048"/>
                  </a:lnTo>
                  <a:lnTo>
                    <a:pt x="2286" y="2286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762" y="2286"/>
                  </a:lnTo>
                  <a:lnTo>
                    <a:pt x="762" y="4572"/>
                  </a:lnTo>
                  <a:lnTo>
                    <a:pt x="2286" y="6096"/>
                  </a:lnTo>
                  <a:lnTo>
                    <a:pt x="2286" y="5334"/>
                  </a:lnTo>
                  <a:lnTo>
                    <a:pt x="3810" y="6096"/>
                  </a:lnTo>
                  <a:lnTo>
                    <a:pt x="4572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0" name="object 1390"/>
            <p:cNvSpPr/>
            <p:nvPr/>
          </p:nvSpPr>
          <p:spPr>
            <a:xfrm>
              <a:off x="3270503" y="2529839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79" h="6350">
                  <a:moveTo>
                    <a:pt x="2286" y="6096"/>
                  </a:moveTo>
                  <a:lnTo>
                    <a:pt x="762" y="4572"/>
                  </a:lnTo>
                  <a:lnTo>
                    <a:pt x="762" y="2286"/>
                  </a:lnTo>
                  <a:lnTo>
                    <a:pt x="0" y="0"/>
                  </a:lnTo>
                  <a:lnTo>
                    <a:pt x="762" y="0"/>
                  </a:lnTo>
                  <a:lnTo>
                    <a:pt x="2286" y="2286"/>
                  </a:lnTo>
                  <a:lnTo>
                    <a:pt x="3810" y="3048"/>
                  </a:lnTo>
                  <a:lnTo>
                    <a:pt x="4572" y="4572"/>
                  </a:lnTo>
                  <a:lnTo>
                    <a:pt x="3810" y="6096"/>
                  </a:lnTo>
                  <a:lnTo>
                    <a:pt x="2286" y="5334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1" name="object 1391"/>
            <p:cNvSpPr/>
            <p:nvPr/>
          </p:nvSpPr>
          <p:spPr>
            <a:xfrm>
              <a:off x="3263645" y="2534411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1524" y="2286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762" y="1524"/>
                  </a:lnTo>
                  <a:lnTo>
                    <a:pt x="1524" y="2286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2" name="object 1392"/>
            <p:cNvSpPr/>
            <p:nvPr/>
          </p:nvSpPr>
          <p:spPr>
            <a:xfrm>
              <a:off x="3263645" y="2534411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0" y="0"/>
                  </a:moveTo>
                  <a:lnTo>
                    <a:pt x="1524" y="0"/>
                  </a:lnTo>
                  <a:lnTo>
                    <a:pt x="1524" y="2286"/>
                  </a:lnTo>
                  <a:lnTo>
                    <a:pt x="762" y="152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3" name="object 1393"/>
            <p:cNvSpPr/>
            <p:nvPr/>
          </p:nvSpPr>
          <p:spPr>
            <a:xfrm>
              <a:off x="3275075" y="2540507"/>
              <a:ext cx="3810" cy="5080"/>
            </a:xfrm>
            <a:custGeom>
              <a:avLst/>
              <a:gdLst/>
              <a:ahLst/>
              <a:cxnLst/>
              <a:rect l="l" t="t" r="r" b="b"/>
              <a:pathLst>
                <a:path w="3810" h="5080">
                  <a:moveTo>
                    <a:pt x="3810" y="3048"/>
                  </a:moveTo>
                  <a:lnTo>
                    <a:pt x="3048" y="1524"/>
                  </a:lnTo>
                  <a:lnTo>
                    <a:pt x="3048" y="0"/>
                  </a:lnTo>
                  <a:lnTo>
                    <a:pt x="762" y="762"/>
                  </a:lnTo>
                  <a:lnTo>
                    <a:pt x="762" y="2286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1524" y="4572"/>
                  </a:lnTo>
                  <a:lnTo>
                    <a:pt x="3048" y="4572"/>
                  </a:lnTo>
                  <a:lnTo>
                    <a:pt x="3810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4" name="object 1394"/>
            <p:cNvSpPr/>
            <p:nvPr/>
          </p:nvSpPr>
          <p:spPr>
            <a:xfrm>
              <a:off x="3275075" y="2540507"/>
              <a:ext cx="3810" cy="5080"/>
            </a:xfrm>
            <a:custGeom>
              <a:avLst/>
              <a:gdLst/>
              <a:ahLst/>
              <a:cxnLst/>
              <a:rect l="l" t="t" r="r" b="b"/>
              <a:pathLst>
                <a:path w="3810" h="5080">
                  <a:moveTo>
                    <a:pt x="762" y="2286"/>
                  </a:moveTo>
                  <a:lnTo>
                    <a:pt x="762" y="762"/>
                  </a:lnTo>
                  <a:lnTo>
                    <a:pt x="3048" y="0"/>
                  </a:lnTo>
                  <a:lnTo>
                    <a:pt x="3048" y="1524"/>
                  </a:lnTo>
                  <a:lnTo>
                    <a:pt x="3810" y="3048"/>
                  </a:lnTo>
                  <a:lnTo>
                    <a:pt x="3048" y="4572"/>
                  </a:lnTo>
                  <a:lnTo>
                    <a:pt x="1524" y="4572"/>
                  </a:lnTo>
                  <a:lnTo>
                    <a:pt x="0" y="3810"/>
                  </a:lnTo>
                  <a:lnTo>
                    <a:pt x="0" y="2286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5" name="object 1395"/>
            <p:cNvSpPr/>
            <p:nvPr/>
          </p:nvSpPr>
          <p:spPr>
            <a:xfrm>
              <a:off x="3419855" y="2525267"/>
              <a:ext cx="12700" cy="19050"/>
            </a:xfrm>
            <a:custGeom>
              <a:avLst/>
              <a:gdLst/>
              <a:ahLst/>
              <a:cxnLst/>
              <a:rect l="l" t="t" r="r" b="b"/>
              <a:pathLst>
                <a:path w="12700" h="19050">
                  <a:moveTo>
                    <a:pt x="12192" y="16764"/>
                  </a:moveTo>
                  <a:lnTo>
                    <a:pt x="12192" y="2285"/>
                  </a:lnTo>
                  <a:lnTo>
                    <a:pt x="11430" y="761"/>
                  </a:lnTo>
                  <a:lnTo>
                    <a:pt x="10668" y="0"/>
                  </a:lnTo>
                  <a:lnTo>
                    <a:pt x="2286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16764"/>
                  </a:lnTo>
                  <a:lnTo>
                    <a:pt x="762" y="18288"/>
                  </a:lnTo>
                  <a:lnTo>
                    <a:pt x="2286" y="19050"/>
                  </a:lnTo>
                  <a:lnTo>
                    <a:pt x="10668" y="19050"/>
                  </a:lnTo>
                  <a:lnTo>
                    <a:pt x="11430" y="18288"/>
                  </a:lnTo>
                  <a:lnTo>
                    <a:pt x="12192" y="16764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6" name="object 1396"/>
            <p:cNvSpPr/>
            <p:nvPr/>
          </p:nvSpPr>
          <p:spPr>
            <a:xfrm>
              <a:off x="3419855" y="2525267"/>
              <a:ext cx="12700" cy="19050"/>
            </a:xfrm>
            <a:custGeom>
              <a:avLst/>
              <a:gdLst/>
              <a:ahLst/>
              <a:cxnLst/>
              <a:rect l="l" t="t" r="r" b="b"/>
              <a:pathLst>
                <a:path w="12700" h="19050">
                  <a:moveTo>
                    <a:pt x="2286" y="0"/>
                  </a:moveTo>
                  <a:lnTo>
                    <a:pt x="762" y="762"/>
                  </a:lnTo>
                  <a:lnTo>
                    <a:pt x="0" y="2286"/>
                  </a:lnTo>
                  <a:lnTo>
                    <a:pt x="0" y="16764"/>
                  </a:lnTo>
                  <a:lnTo>
                    <a:pt x="762" y="18288"/>
                  </a:lnTo>
                  <a:lnTo>
                    <a:pt x="2286" y="19050"/>
                  </a:lnTo>
                  <a:lnTo>
                    <a:pt x="10668" y="19050"/>
                  </a:lnTo>
                  <a:lnTo>
                    <a:pt x="11430" y="18288"/>
                  </a:lnTo>
                  <a:lnTo>
                    <a:pt x="12192" y="16764"/>
                  </a:lnTo>
                  <a:lnTo>
                    <a:pt x="12192" y="2285"/>
                  </a:lnTo>
                  <a:lnTo>
                    <a:pt x="11430" y="761"/>
                  </a:lnTo>
                  <a:lnTo>
                    <a:pt x="10668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7" name="object 1397"/>
            <p:cNvSpPr/>
            <p:nvPr/>
          </p:nvSpPr>
          <p:spPr>
            <a:xfrm>
              <a:off x="3417569" y="2524505"/>
              <a:ext cx="5080" cy="20955"/>
            </a:xfrm>
            <a:custGeom>
              <a:avLst/>
              <a:gdLst/>
              <a:ahLst/>
              <a:cxnLst/>
              <a:rect l="l" t="t" r="r" b="b"/>
              <a:pathLst>
                <a:path w="5079" h="20955">
                  <a:moveTo>
                    <a:pt x="4572" y="19812"/>
                  </a:moveTo>
                  <a:lnTo>
                    <a:pt x="4572" y="761"/>
                  </a:lnTo>
                  <a:lnTo>
                    <a:pt x="0" y="0"/>
                  </a:lnTo>
                  <a:lnTo>
                    <a:pt x="762" y="20574"/>
                  </a:lnTo>
                  <a:lnTo>
                    <a:pt x="4572" y="19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8" name="object 1398"/>
            <p:cNvSpPr/>
            <p:nvPr/>
          </p:nvSpPr>
          <p:spPr>
            <a:xfrm>
              <a:off x="3417569" y="2524505"/>
              <a:ext cx="5080" cy="20955"/>
            </a:xfrm>
            <a:custGeom>
              <a:avLst/>
              <a:gdLst/>
              <a:ahLst/>
              <a:cxnLst/>
              <a:rect l="l" t="t" r="r" b="b"/>
              <a:pathLst>
                <a:path w="5079" h="20955">
                  <a:moveTo>
                    <a:pt x="0" y="0"/>
                  </a:moveTo>
                  <a:lnTo>
                    <a:pt x="4572" y="761"/>
                  </a:lnTo>
                  <a:lnTo>
                    <a:pt x="4572" y="19812"/>
                  </a:lnTo>
                  <a:lnTo>
                    <a:pt x="762" y="205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9" name="object 1399"/>
            <p:cNvSpPr/>
            <p:nvPr/>
          </p:nvSpPr>
          <p:spPr>
            <a:xfrm>
              <a:off x="3407663" y="2524505"/>
              <a:ext cx="11430" cy="20955"/>
            </a:xfrm>
            <a:custGeom>
              <a:avLst/>
              <a:gdLst/>
              <a:ahLst/>
              <a:cxnLst/>
              <a:rect l="l" t="t" r="r" b="b"/>
              <a:pathLst>
                <a:path w="11429" h="20955">
                  <a:moveTo>
                    <a:pt x="11430" y="18288"/>
                  </a:moveTo>
                  <a:lnTo>
                    <a:pt x="11430" y="2285"/>
                  </a:lnTo>
                  <a:lnTo>
                    <a:pt x="10668" y="761"/>
                  </a:lnTo>
                  <a:lnTo>
                    <a:pt x="9144" y="0"/>
                  </a:lnTo>
                  <a:lnTo>
                    <a:pt x="2286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18288"/>
                  </a:lnTo>
                  <a:lnTo>
                    <a:pt x="762" y="19812"/>
                  </a:lnTo>
                  <a:lnTo>
                    <a:pt x="2286" y="20574"/>
                  </a:lnTo>
                  <a:lnTo>
                    <a:pt x="9144" y="20574"/>
                  </a:lnTo>
                  <a:lnTo>
                    <a:pt x="10668" y="19812"/>
                  </a:lnTo>
                  <a:lnTo>
                    <a:pt x="11430" y="18288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0" name="object 1400"/>
            <p:cNvSpPr/>
            <p:nvPr/>
          </p:nvSpPr>
          <p:spPr>
            <a:xfrm>
              <a:off x="3407663" y="2524505"/>
              <a:ext cx="11430" cy="20955"/>
            </a:xfrm>
            <a:custGeom>
              <a:avLst/>
              <a:gdLst/>
              <a:ahLst/>
              <a:cxnLst/>
              <a:rect l="l" t="t" r="r" b="b"/>
              <a:pathLst>
                <a:path w="11429" h="20955">
                  <a:moveTo>
                    <a:pt x="2286" y="0"/>
                  </a:moveTo>
                  <a:lnTo>
                    <a:pt x="762" y="762"/>
                  </a:lnTo>
                  <a:lnTo>
                    <a:pt x="0" y="2286"/>
                  </a:lnTo>
                  <a:lnTo>
                    <a:pt x="0" y="18288"/>
                  </a:lnTo>
                  <a:lnTo>
                    <a:pt x="762" y="19812"/>
                  </a:lnTo>
                  <a:lnTo>
                    <a:pt x="2286" y="20574"/>
                  </a:lnTo>
                  <a:lnTo>
                    <a:pt x="9144" y="20574"/>
                  </a:lnTo>
                  <a:lnTo>
                    <a:pt x="10668" y="19812"/>
                  </a:lnTo>
                  <a:lnTo>
                    <a:pt x="11430" y="18288"/>
                  </a:lnTo>
                  <a:lnTo>
                    <a:pt x="11430" y="2285"/>
                  </a:lnTo>
                  <a:lnTo>
                    <a:pt x="10668" y="761"/>
                  </a:lnTo>
                  <a:lnTo>
                    <a:pt x="9144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1" name="object 1401"/>
            <p:cNvSpPr/>
            <p:nvPr/>
          </p:nvSpPr>
          <p:spPr>
            <a:xfrm>
              <a:off x="3409949" y="2532887"/>
              <a:ext cx="5080" cy="6985"/>
            </a:xfrm>
            <a:custGeom>
              <a:avLst/>
              <a:gdLst/>
              <a:ahLst/>
              <a:cxnLst/>
              <a:rect l="l" t="t" r="r" b="b"/>
              <a:pathLst>
                <a:path w="5079" h="6985">
                  <a:moveTo>
                    <a:pt x="4572" y="6858"/>
                  </a:moveTo>
                  <a:lnTo>
                    <a:pt x="4572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4572" y="685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2" name="object 1402"/>
            <p:cNvSpPr/>
            <p:nvPr/>
          </p:nvSpPr>
          <p:spPr>
            <a:xfrm>
              <a:off x="3409187" y="2527553"/>
              <a:ext cx="12700" cy="15240"/>
            </a:xfrm>
            <a:custGeom>
              <a:avLst/>
              <a:gdLst/>
              <a:ahLst/>
              <a:cxnLst/>
              <a:rect l="l" t="t" r="r" b="b"/>
              <a:pathLst>
                <a:path w="12700" h="15239">
                  <a:moveTo>
                    <a:pt x="5334" y="12191"/>
                  </a:moveTo>
                  <a:lnTo>
                    <a:pt x="5334" y="4571"/>
                  </a:lnTo>
                  <a:lnTo>
                    <a:pt x="0" y="4571"/>
                  </a:lnTo>
                  <a:lnTo>
                    <a:pt x="0" y="12191"/>
                  </a:lnTo>
                  <a:lnTo>
                    <a:pt x="5334" y="12191"/>
                  </a:lnTo>
                  <a:close/>
                </a:path>
                <a:path w="12700" h="15239">
                  <a:moveTo>
                    <a:pt x="11429" y="15239"/>
                  </a:moveTo>
                  <a:lnTo>
                    <a:pt x="12191" y="11429"/>
                  </a:lnTo>
                </a:path>
                <a:path w="12700" h="15239">
                  <a:moveTo>
                    <a:pt x="11429" y="0"/>
                  </a:moveTo>
                  <a:lnTo>
                    <a:pt x="12191" y="2285"/>
                  </a:lnTo>
                </a:path>
                <a:path w="12700" h="15239">
                  <a:moveTo>
                    <a:pt x="11429" y="1523"/>
                  </a:moveTo>
                  <a:lnTo>
                    <a:pt x="11429" y="1523"/>
                  </a:lnTo>
                </a:path>
                <a:path w="12700" h="15239">
                  <a:moveTo>
                    <a:pt x="11429" y="12953"/>
                  </a:moveTo>
                  <a:lnTo>
                    <a:pt x="11429" y="137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3" name="object 1403"/>
            <p:cNvSpPr/>
            <p:nvPr/>
          </p:nvSpPr>
          <p:spPr>
            <a:xfrm>
              <a:off x="3390137" y="252526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9050" y="1905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19050" y="19050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4" name="object 1404"/>
            <p:cNvSpPr/>
            <p:nvPr/>
          </p:nvSpPr>
          <p:spPr>
            <a:xfrm>
              <a:off x="3389375" y="2524505"/>
              <a:ext cx="41275" cy="20320"/>
            </a:xfrm>
            <a:custGeom>
              <a:avLst/>
              <a:gdLst/>
              <a:ahLst/>
              <a:cxnLst/>
              <a:rect l="l" t="t" r="r" b="b"/>
              <a:pathLst>
                <a:path w="41275" h="20319">
                  <a:moveTo>
                    <a:pt x="19812" y="19812"/>
                  </a:moveTo>
                  <a:lnTo>
                    <a:pt x="19812" y="0"/>
                  </a:lnTo>
                  <a:lnTo>
                    <a:pt x="0" y="0"/>
                  </a:lnTo>
                  <a:lnTo>
                    <a:pt x="0" y="19812"/>
                  </a:lnTo>
                  <a:lnTo>
                    <a:pt x="19812" y="19812"/>
                  </a:lnTo>
                  <a:close/>
                </a:path>
                <a:path w="41275" h="20319">
                  <a:moveTo>
                    <a:pt x="19050" y="0"/>
                  </a:moveTo>
                  <a:lnTo>
                    <a:pt x="19050" y="19812"/>
                  </a:lnTo>
                </a:path>
                <a:path w="41275" h="20319">
                  <a:moveTo>
                    <a:pt x="30479" y="11430"/>
                  </a:moveTo>
                  <a:lnTo>
                    <a:pt x="31241" y="10668"/>
                  </a:lnTo>
                </a:path>
                <a:path w="41275" h="20319">
                  <a:moveTo>
                    <a:pt x="30479" y="9143"/>
                  </a:moveTo>
                  <a:lnTo>
                    <a:pt x="30479" y="9143"/>
                  </a:lnTo>
                </a:path>
                <a:path w="41275" h="20319">
                  <a:moveTo>
                    <a:pt x="32003" y="3810"/>
                  </a:moveTo>
                  <a:lnTo>
                    <a:pt x="40386" y="3810"/>
                  </a:lnTo>
                  <a:lnTo>
                    <a:pt x="41148" y="4571"/>
                  </a:lnTo>
                </a:path>
                <a:path w="41275" h="20319">
                  <a:moveTo>
                    <a:pt x="41148" y="16001"/>
                  </a:moveTo>
                  <a:lnTo>
                    <a:pt x="40386" y="16763"/>
                  </a:lnTo>
                  <a:lnTo>
                    <a:pt x="38862" y="16763"/>
                  </a:lnTo>
                  <a:lnTo>
                    <a:pt x="35813" y="17525"/>
                  </a:lnTo>
                  <a:lnTo>
                    <a:pt x="32003" y="175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5" name="object 1405"/>
            <p:cNvSpPr/>
            <p:nvPr/>
          </p:nvSpPr>
          <p:spPr>
            <a:xfrm>
              <a:off x="3430523" y="2524505"/>
              <a:ext cx="3810" cy="20955"/>
            </a:xfrm>
            <a:custGeom>
              <a:avLst/>
              <a:gdLst/>
              <a:ahLst/>
              <a:cxnLst/>
              <a:rect l="l" t="t" r="r" b="b"/>
              <a:pathLst>
                <a:path w="3810" h="20955">
                  <a:moveTo>
                    <a:pt x="609" y="457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609" y="457"/>
                  </a:lnTo>
                  <a:close/>
                </a:path>
                <a:path w="3810" h="20955">
                  <a:moveTo>
                    <a:pt x="3048" y="19558"/>
                  </a:moveTo>
                  <a:lnTo>
                    <a:pt x="3048" y="18288"/>
                  </a:lnTo>
                  <a:lnTo>
                    <a:pt x="0" y="20574"/>
                  </a:lnTo>
                  <a:lnTo>
                    <a:pt x="1524" y="20574"/>
                  </a:lnTo>
                  <a:lnTo>
                    <a:pt x="3048" y="19558"/>
                  </a:lnTo>
                  <a:close/>
                </a:path>
                <a:path w="3810" h="20955">
                  <a:moveTo>
                    <a:pt x="3810" y="19050"/>
                  </a:moveTo>
                  <a:lnTo>
                    <a:pt x="3810" y="2285"/>
                  </a:lnTo>
                  <a:lnTo>
                    <a:pt x="1524" y="0"/>
                  </a:lnTo>
                  <a:lnTo>
                    <a:pt x="609" y="457"/>
                  </a:lnTo>
                  <a:lnTo>
                    <a:pt x="3048" y="2285"/>
                  </a:lnTo>
                  <a:lnTo>
                    <a:pt x="3048" y="19558"/>
                  </a:lnTo>
                  <a:lnTo>
                    <a:pt x="3810" y="19050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6" name="object 1406"/>
            <p:cNvSpPr/>
            <p:nvPr/>
          </p:nvSpPr>
          <p:spPr>
            <a:xfrm>
              <a:off x="3430523" y="2524505"/>
              <a:ext cx="3810" cy="20955"/>
            </a:xfrm>
            <a:custGeom>
              <a:avLst/>
              <a:gdLst/>
              <a:ahLst/>
              <a:cxnLst/>
              <a:rect l="l" t="t" r="r" b="b"/>
              <a:pathLst>
                <a:path w="3810" h="20955">
                  <a:moveTo>
                    <a:pt x="0" y="0"/>
                  </a:moveTo>
                  <a:lnTo>
                    <a:pt x="3048" y="2285"/>
                  </a:lnTo>
                  <a:lnTo>
                    <a:pt x="3048" y="18288"/>
                  </a:lnTo>
                  <a:lnTo>
                    <a:pt x="0" y="20574"/>
                  </a:lnTo>
                  <a:lnTo>
                    <a:pt x="1524" y="20574"/>
                  </a:lnTo>
                  <a:lnTo>
                    <a:pt x="3810" y="19050"/>
                  </a:lnTo>
                  <a:lnTo>
                    <a:pt x="3810" y="2285"/>
                  </a:lnTo>
                  <a:lnTo>
                    <a:pt x="1524" y="0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7" name="object 1407"/>
            <p:cNvSpPr/>
            <p:nvPr/>
          </p:nvSpPr>
          <p:spPr>
            <a:xfrm>
              <a:off x="3431285" y="252755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3048"/>
                  </a:moveTo>
                  <a:lnTo>
                    <a:pt x="0" y="1524"/>
                  </a:lnTo>
                  <a:lnTo>
                    <a:pt x="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8" name="object 1408"/>
            <p:cNvSpPr/>
            <p:nvPr/>
          </p:nvSpPr>
          <p:spPr>
            <a:xfrm>
              <a:off x="3431285" y="252755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1524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9" name="object 1409"/>
            <p:cNvSpPr/>
            <p:nvPr/>
          </p:nvSpPr>
          <p:spPr>
            <a:xfrm>
              <a:off x="3431285" y="253898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3048"/>
                  </a:moveTo>
                  <a:lnTo>
                    <a:pt x="0" y="1524"/>
                  </a:lnTo>
                  <a:lnTo>
                    <a:pt x="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0" name="object 1410"/>
            <p:cNvSpPr/>
            <p:nvPr/>
          </p:nvSpPr>
          <p:spPr>
            <a:xfrm>
              <a:off x="3431285" y="253898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1524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1" name="object 1411"/>
            <p:cNvSpPr/>
            <p:nvPr/>
          </p:nvSpPr>
          <p:spPr>
            <a:xfrm>
              <a:off x="3431285" y="2529839"/>
              <a:ext cx="2540" cy="10160"/>
            </a:xfrm>
            <a:custGeom>
              <a:avLst/>
              <a:gdLst/>
              <a:ahLst/>
              <a:cxnLst/>
              <a:rect l="l" t="t" r="r" b="b"/>
              <a:pathLst>
                <a:path w="2539" h="10160">
                  <a:moveTo>
                    <a:pt x="2286" y="762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close/>
                </a:path>
                <a:path w="2539" h="10160">
                  <a:moveTo>
                    <a:pt x="2286" y="9906"/>
                  </a:moveTo>
                  <a:lnTo>
                    <a:pt x="2286" y="9144"/>
                  </a:lnTo>
                  <a:lnTo>
                    <a:pt x="0" y="9144"/>
                  </a:lnTo>
                  <a:lnTo>
                    <a:pt x="0" y="9906"/>
                  </a:lnTo>
                  <a:lnTo>
                    <a:pt x="2286" y="990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12" name="object 141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431285" y="2530601"/>
              <a:ext cx="762" cy="7619"/>
            </a:xfrm>
            <a:prstGeom prst="rect">
              <a:avLst/>
            </a:prstGeom>
          </p:spPr>
        </p:pic>
        <p:pic>
          <p:nvPicPr>
            <p:cNvPr id="1413" name="object 141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301364" y="2463164"/>
              <a:ext cx="131826" cy="91439"/>
            </a:xfrm>
            <a:prstGeom prst="rect">
              <a:avLst/>
            </a:prstGeom>
          </p:spPr>
        </p:pic>
        <p:pic>
          <p:nvPicPr>
            <p:cNvPr id="1414" name="object 141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320033" y="2465831"/>
              <a:ext cx="6858" cy="762"/>
            </a:xfrm>
            <a:prstGeom prst="rect">
              <a:avLst/>
            </a:prstGeom>
          </p:spPr>
        </p:pic>
        <p:sp>
          <p:nvSpPr>
            <p:cNvPr id="1415" name="object 1415"/>
            <p:cNvSpPr/>
            <p:nvPr/>
          </p:nvSpPr>
          <p:spPr>
            <a:xfrm>
              <a:off x="3314699" y="2465831"/>
              <a:ext cx="18415" cy="45085"/>
            </a:xfrm>
            <a:custGeom>
              <a:avLst/>
              <a:gdLst/>
              <a:ahLst/>
              <a:cxnLst/>
              <a:rect l="l" t="t" r="r" b="b"/>
              <a:pathLst>
                <a:path w="18414" h="45085">
                  <a:moveTo>
                    <a:pt x="12191" y="762"/>
                  </a:moveTo>
                  <a:lnTo>
                    <a:pt x="12191" y="0"/>
                  </a:lnTo>
                  <a:lnTo>
                    <a:pt x="5333" y="0"/>
                  </a:lnTo>
                  <a:lnTo>
                    <a:pt x="5333" y="762"/>
                  </a:lnTo>
                  <a:lnTo>
                    <a:pt x="12191" y="762"/>
                  </a:lnTo>
                  <a:close/>
                </a:path>
                <a:path w="18414" h="45085">
                  <a:moveTo>
                    <a:pt x="18287" y="44957"/>
                  </a:moveTo>
                  <a:lnTo>
                    <a:pt x="18287" y="44195"/>
                  </a:lnTo>
                  <a:lnTo>
                    <a:pt x="15239" y="44195"/>
                  </a:lnTo>
                  <a:lnTo>
                    <a:pt x="15239" y="44957"/>
                  </a:lnTo>
                  <a:lnTo>
                    <a:pt x="18287" y="44957"/>
                  </a:lnTo>
                  <a:close/>
                </a:path>
                <a:path w="18414" h="45085">
                  <a:moveTo>
                    <a:pt x="3048" y="44957"/>
                  </a:moveTo>
                  <a:lnTo>
                    <a:pt x="3048" y="44195"/>
                  </a:lnTo>
                  <a:lnTo>
                    <a:pt x="0" y="44195"/>
                  </a:lnTo>
                  <a:lnTo>
                    <a:pt x="0" y="44957"/>
                  </a:lnTo>
                  <a:lnTo>
                    <a:pt x="3048" y="4495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6" name="object 1416"/>
            <p:cNvSpPr/>
            <p:nvPr/>
          </p:nvSpPr>
          <p:spPr>
            <a:xfrm>
              <a:off x="3330701" y="2490977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1524" y="762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7" name="object 1417"/>
            <p:cNvSpPr/>
            <p:nvPr/>
          </p:nvSpPr>
          <p:spPr>
            <a:xfrm>
              <a:off x="3330701" y="2490977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0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762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8" name="object 1418"/>
            <p:cNvSpPr/>
            <p:nvPr/>
          </p:nvSpPr>
          <p:spPr>
            <a:xfrm>
              <a:off x="3330701" y="2507742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5">
                  <a:moveTo>
                    <a:pt x="2286" y="762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lnTo>
                    <a:pt x="2286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9" name="object 1419"/>
            <p:cNvSpPr/>
            <p:nvPr/>
          </p:nvSpPr>
          <p:spPr>
            <a:xfrm>
              <a:off x="3330701" y="2507742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5">
                  <a:moveTo>
                    <a:pt x="2286" y="762"/>
                  </a:move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1524"/>
                  </a:lnTo>
                  <a:lnTo>
                    <a:pt x="2286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0" name="object 1420"/>
            <p:cNvSpPr/>
            <p:nvPr/>
          </p:nvSpPr>
          <p:spPr>
            <a:xfrm>
              <a:off x="3314699" y="2490977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1" name="object 1421"/>
            <p:cNvSpPr/>
            <p:nvPr/>
          </p:nvSpPr>
          <p:spPr>
            <a:xfrm>
              <a:off x="3314699" y="2490977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2" name="object 1422"/>
            <p:cNvSpPr/>
            <p:nvPr/>
          </p:nvSpPr>
          <p:spPr>
            <a:xfrm>
              <a:off x="3313175" y="2507742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5">
                  <a:moveTo>
                    <a:pt x="2286" y="762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lnTo>
                    <a:pt x="2286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3" name="object 1423"/>
            <p:cNvSpPr/>
            <p:nvPr/>
          </p:nvSpPr>
          <p:spPr>
            <a:xfrm>
              <a:off x="3313175" y="2507742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5">
                  <a:moveTo>
                    <a:pt x="2286" y="762"/>
                  </a:move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1524"/>
                  </a:lnTo>
                  <a:lnTo>
                    <a:pt x="2286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4" name="object 1424"/>
            <p:cNvSpPr/>
            <p:nvPr/>
          </p:nvSpPr>
          <p:spPr>
            <a:xfrm>
              <a:off x="3322319" y="2490977"/>
              <a:ext cx="9525" cy="10795"/>
            </a:xfrm>
            <a:custGeom>
              <a:avLst/>
              <a:gdLst/>
              <a:ahLst/>
              <a:cxnLst/>
              <a:rect l="l" t="t" r="r" b="b"/>
              <a:pathLst>
                <a:path w="9525" h="10794">
                  <a:moveTo>
                    <a:pt x="9144" y="9144"/>
                  </a:moveTo>
                  <a:lnTo>
                    <a:pt x="9144" y="6096"/>
                  </a:lnTo>
                  <a:lnTo>
                    <a:pt x="6096" y="6096"/>
                  </a:lnTo>
                  <a:lnTo>
                    <a:pt x="6858" y="4572"/>
                  </a:lnTo>
                  <a:lnTo>
                    <a:pt x="7620" y="2286"/>
                  </a:lnTo>
                  <a:lnTo>
                    <a:pt x="7620" y="761"/>
                  </a:lnTo>
                  <a:lnTo>
                    <a:pt x="6096" y="0"/>
                  </a:lnTo>
                  <a:lnTo>
                    <a:pt x="5334" y="0"/>
                  </a:lnTo>
                  <a:lnTo>
                    <a:pt x="4572" y="762"/>
                  </a:lnTo>
                  <a:lnTo>
                    <a:pt x="3810" y="2286"/>
                  </a:lnTo>
                  <a:lnTo>
                    <a:pt x="2286" y="2286"/>
                  </a:lnTo>
                  <a:lnTo>
                    <a:pt x="2286" y="5334"/>
                  </a:lnTo>
                  <a:lnTo>
                    <a:pt x="4572" y="6096"/>
                  </a:lnTo>
                  <a:lnTo>
                    <a:pt x="3810" y="6858"/>
                  </a:lnTo>
                  <a:lnTo>
                    <a:pt x="2286" y="7620"/>
                  </a:lnTo>
                  <a:lnTo>
                    <a:pt x="0" y="9144"/>
                  </a:lnTo>
                  <a:lnTo>
                    <a:pt x="0" y="10668"/>
                  </a:lnTo>
                  <a:lnTo>
                    <a:pt x="3048" y="10668"/>
                  </a:lnTo>
                  <a:lnTo>
                    <a:pt x="4572" y="9144"/>
                  </a:lnTo>
                  <a:lnTo>
                    <a:pt x="6096" y="9906"/>
                  </a:lnTo>
                  <a:lnTo>
                    <a:pt x="7620" y="9906"/>
                  </a:lnTo>
                  <a:lnTo>
                    <a:pt x="9144" y="914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5" name="object 1425"/>
            <p:cNvSpPr/>
            <p:nvPr/>
          </p:nvSpPr>
          <p:spPr>
            <a:xfrm>
              <a:off x="3322319" y="2490977"/>
              <a:ext cx="9525" cy="10795"/>
            </a:xfrm>
            <a:custGeom>
              <a:avLst/>
              <a:gdLst/>
              <a:ahLst/>
              <a:cxnLst/>
              <a:rect l="l" t="t" r="r" b="b"/>
              <a:pathLst>
                <a:path w="9525" h="10794">
                  <a:moveTo>
                    <a:pt x="5334" y="0"/>
                  </a:moveTo>
                  <a:lnTo>
                    <a:pt x="6096" y="0"/>
                  </a:lnTo>
                  <a:lnTo>
                    <a:pt x="7620" y="761"/>
                  </a:lnTo>
                  <a:lnTo>
                    <a:pt x="7620" y="2286"/>
                  </a:lnTo>
                  <a:lnTo>
                    <a:pt x="6858" y="4572"/>
                  </a:lnTo>
                  <a:lnTo>
                    <a:pt x="6096" y="6096"/>
                  </a:lnTo>
                  <a:lnTo>
                    <a:pt x="9144" y="6096"/>
                  </a:lnTo>
                  <a:lnTo>
                    <a:pt x="9144" y="9144"/>
                  </a:lnTo>
                  <a:lnTo>
                    <a:pt x="7620" y="9906"/>
                  </a:lnTo>
                  <a:lnTo>
                    <a:pt x="6096" y="9906"/>
                  </a:lnTo>
                  <a:lnTo>
                    <a:pt x="4572" y="9144"/>
                  </a:lnTo>
                  <a:lnTo>
                    <a:pt x="3048" y="10668"/>
                  </a:lnTo>
                  <a:lnTo>
                    <a:pt x="0" y="10668"/>
                  </a:lnTo>
                  <a:lnTo>
                    <a:pt x="0" y="9144"/>
                  </a:lnTo>
                  <a:lnTo>
                    <a:pt x="2286" y="7620"/>
                  </a:lnTo>
                  <a:lnTo>
                    <a:pt x="3810" y="6858"/>
                  </a:lnTo>
                  <a:lnTo>
                    <a:pt x="4572" y="6096"/>
                  </a:lnTo>
                  <a:lnTo>
                    <a:pt x="2286" y="5334"/>
                  </a:lnTo>
                  <a:lnTo>
                    <a:pt x="2286" y="2286"/>
                  </a:lnTo>
                  <a:lnTo>
                    <a:pt x="3810" y="2286"/>
                  </a:lnTo>
                  <a:lnTo>
                    <a:pt x="4572" y="762"/>
                  </a:lnTo>
                  <a:lnTo>
                    <a:pt x="5334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6" name="object 1426"/>
            <p:cNvSpPr/>
            <p:nvPr/>
          </p:nvSpPr>
          <p:spPr>
            <a:xfrm>
              <a:off x="3314699" y="2503170"/>
              <a:ext cx="10795" cy="6350"/>
            </a:xfrm>
            <a:custGeom>
              <a:avLst/>
              <a:gdLst/>
              <a:ahLst/>
              <a:cxnLst/>
              <a:rect l="l" t="t" r="r" b="b"/>
              <a:pathLst>
                <a:path w="10795" h="6350">
                  <a:moveTo>
                    <a:pt x="10667" y="0"/>
                  </a:moveTo>
                  <a:lnTo>
                    <a:pt x="9905" y="0"/>
                  </a:lnTo>
                  <a:lnTo>
                    <a:pt x="9143" y="1524"/>
                  </a:lnTo>
                  <a:lnTo>
                    <a:pt x="5333" y="1524"/>
                  </a:lnTo>
                  <a:lnTo>
                    <a:pt x="4571" y="2286"/>
                  </a:lnTo>
                  <a:lnTo>
                    <a:pt x="2285" y="2286"/>
                  </a:lnTo>
                  <a:lnTo>
                    <a:pt x="761" y="1524"/>
                  </a:lnTo>
                  <a:lnTo>
                    <a:pt x="0" y="3048"/>
                  </a:lnTo>
                  <a:lnTo>
                    <a:pt x="761" y="4572"/>
                  </a:lnTo>
                  <a:lnTo>
                    <a:pt x="3809" y="6096"/>
                  </a:lnTo>
                  <a:lnTo>
                    <a:pt x="4571" y="6096"/>
                  </a:lnTo>
                  <a:lnTo>
                    <a:pt x="6095" y="4572"/>
                  </a:lnTo>
                  <a:lnTo>
                    <a:pt x="6857" y="3048"/>
                  </a:lnTo>
                  <a:lnTo>
                    <a:pt x="9143" y="3810"/>
                  </a:lnTo>
                  <a:lnTo>
                    <a:pt x="9905" y="2286"/>
                  </a:lnTo>
                  <a:lnTo>
                    <a:pt x="10667" y="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7" name="object 1427"/>
            <p:cNvSpPr/>
            <p:nvPr/>
          </p:nvSpPr>
          <p:spPr>
            <a:xfrm>
              <a:off x="3314699" y="2503170"/>
              <a:ext cx="10795" cy="6350"/>
            </a:xfrm>
            <a:custGeom>
              <a:avLst/>
              <a:gdLst/>
              <a:ahLst/>
              <a:cxnLst/>
              <a:rect l="l" t="t" r="r" b="b"/>
              <a:pathLst>
                <a:path w="10795" h="6350">
                  <a:moveTo>
                    <a:pt x="10667" y="0"/>
                  </a:moveTo>
                  <a:lnTo>
                    <a:pt x="9905" y="2286"/>
                  </a:lnTo>
                  <a:lnTo>
                    <a:pt x="9143" y="3810"/>
                  </a:lnTo>
                  <a:lnTo>
                    <a:pt x="6857" y="3048"/>
                  </a:lnTo>
                  <a:lnTo>
                    <a:pt x="6095" y="4572"/>
                  </a:lnTo>
                  <a:lnTo>
                    <a:pt x="4571" y="6096"/>
                  </a:lnTo>
                  <a:lnTo>
                    <a:pt x="3809" y="6096"/>
                  </a:lnTo>
                  <a:lnTo>
                    <a:pt x="761" y="4572"/>
                  </a:lnTo>
                  <a:lnTo>
                    <a:pt x="0" y="3048"/>
                  </a:lnTo>
                  <a:lnTo>
                    <a:pt x="761" y="1524"/>
                  </a:lnTo>
                  <a:lnTo>
                    <a:pt x="2285" y="2286"/>
                  </a:lnTo>
                  <a:lnTo>
                    <a:pt x="4571" y="2286"/>
                  </a:lnTo>
                  <a:lnTo>
                    <a:pt x="5333" y="1524"/>
                  </a:lnTo>
                  <a:lnTo>
                    <a:pt x="9143" y="1524"/>
                  </a:lnTo>
                  <a:lnTo>
                    <a:pt x="9905" y="0"/>
                  </a:lnTo>
                  <a:lnTo>
                    <a:pt x="10667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8" name="object 1428"/>
            <p:cNvSpPr/>
            <p:nvPr/>
          </p:nvSpPr>
          <p:spPr>
            <a:xfrm>
              <a:off x="3312413" y="2492501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4">
                  <a:moveTo>
                    <a:pt x="6858" y="1523"/>
                  </a:moveTo>
                  <a:lnTo>
                    <a:pt x="6096" y="0"/>
                  </a:lnTo>
                  <a:lnTo>
                    <a:pt x="4572" y="0"/>
                  </a:lnTo>
                  <a:lnTo>
                    <a:pt x="3048" y="0"/>
                  </a:lnTo>
                  <a:lnTo>
                    <a:pt x="2286" y="762"/>
                  </a:lnTo>
                  <a:lnTo>
                    <a:pt x="0" y="762"/>
                  </a:lnTo>
                  <a:lnTo>
                    <a:pt x="0" y="4572"/>
                  </a:lnTo>
                  <a:lnTo>
                    <a:pt x="762" y="5334"/>
                  </a:lnTo>
                  <a:lnTo>
                    <a:pt x="2286" y="5334"/>
                  </a:lnTo>
                  <a:lnTo>
                    <a:pt x="2286" y="7620"/>
                  </a:lnTo>
                  <a:lnTo>
                    <a:pt x="762" y="9144"/>
                  </a:lnTo>
                  <a:lnTo>
                    <a:pt x="2286" y="10668"/>
                  </a:lnTo>
                  <a:lnTo>
                    <a:pt x="3048" y="9906"/>
                  </a:lnTo>
                  <a:lnTo>
                    <a:pt x="3810" y="8382"/>
                  </a:lnTo>
                  <a:lnTo>
                    <a:pt x="5334" y="7620"/>
                  </a:lnTo>
                  <a:lnTo>
                    <a:pt x="6096" y="5334"/>
                  </a:lnTo>
                  <a:lnTo>
                    <a:pt x="5334" y="4572"/>
                  </a:lnTo>
                  <a:lnTo>
                    <a:pt x="5334" y="3810"/>
                  </a:lnTo>
                  <a:lnTo>
                    <a:pt x="6858" y="1523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9" name="object 1429"/>
            <p:cNvSpPr/>
            <p:nvPr/>
          </p:nvSpPr>
          <p:spPr>
            <a:xfrm>
              <a:off x="3312413" y="2492501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4">
                  <a:moveTo>
                    <a:pt x="4572" y="0"/>
                  </a:moveTo>
                  <a:lnTo>
                    <a:pt x="6096" y="0"/>
                  </a:lnTo>
                  <a:lnTo>
                    <a:pt x="6858" y="1523"/>
                  </a:lnTo>
                  <a:lnTo>
                    <a:pt x="5334" y="3810"/>
                  </a:lnTo>
                  <a:lnTo>
                    <a:pt x="5334" y="4572"/>
                  </a:lnTo>
                  <a:lnTo>
                    <a:pt x="6096" y="5334"/>
                  </a:lnTo>
                  <a:lnTo>
                    <a:pt x="5334" y="7620"/>
                  </a:lnTo>
                  <a:lnTo>
                    <a:pt x="3810" y="8382"/>
                  </a:lnTo>
                  <a:lnTo>
                    <a:pt x="3048" y="9906"/>
                  </a:lnTo>
                  <a:lnTo>
                    <a:pt x="2286" y="10668"/>
                  </a:lnTo>
                  <a:lnTo>
                    <a:pt x="762" y="9144"/>
                  </a:lnTo>
                  <a:lnTo>
                    <a:pt x="2286" y="7620"/>
                  </a:lnTo>
                  <a:lnTo>
                    <a:pt x="2286" y="5334"/>
                  </a:lnTo>
                  <a:lnTo>
                    <a:pt x="762" y="5334"/>
                  </a:lnTo>
                  <a:lnTo>
                    <a:pt x="0" y="4572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3048" y="0"/>
                  </a:lnTo>
                  <a:lnTo>
                    <a:pt x="4572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0" name="object 1430"/>
            <p:cNvSpPr/>
            <p:nvPr/>
          </p:nvSpPr>
          <p:spPr>
            <a:xfrm>
              <a:off x="3326891" y="2481071"/>
              <a:ext cx="5080" cy="6985"/>
            </a:xfrm>
            <a:custGeom>
              <a:avLst/>
              <a:gdLst/>
              <a:ahLst/>
              <a:cxnLst/>
              <a:rect l="l" t="t" r="r" b="b"/>
              <a:pathLst>
                <a:path w="5079" h="6985">
                  <a:moveTo>
                    <a:pt x="4572" y="6858"/>
                  </a:moveTo>
                  <a:lnTo>
                    <a:pt x="4572" y="761"/>
                  </a:lnTo>
                  <a:lnTo>
                    <a:pt x="3810" y="0"/>
                  </a:lnTo>
                  <a:lnTo>
                    <a:pt x="2286" y="0"/>
                  </a:lnTo>
                  <a:lnTo>
                    <a:pt x="2286" y="1524"/>
                  </a:lnTo>
                  <a:lnTo>
                    <a:pt x="1524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1524" y="2286"/>
                  </a:lnTo>
                  <a:lnTo>
                    <a:pt x="2286" y="3048"/>
                  </a:lnTo>
                  <a:lnTo>
                    <a:pt x="2286" y="4572"/>
                  </a:lnTo>
                  <a:lnTo>
                    <a:pt x="3048" y="6858"/>
                  </a:lnTo>
                  <a:lnTo>
                    <a:pt x="4572" y="685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1" name="object 1431"/>
            <p:cNvSpPr/>
            <p:nvPr/>
          </p:nvSpPr>
          <p:spPr>
            <a:xfrm>
              <a:off x="3326891" y="2481071"/>
              <a:ext cx="5080" cy="6985"/>
            </a:xfrm>
            <a:custGeom>
              <a:avLst/>
              <a:gdLst/>
              <a:ahLst/>
              <a:cxnLst/>
              <a:rect l="l" t="t" r="r" b="b"/>
              <a:pathLst>
                <a:path w="5079" h="6985">
                  <a:moveTo>
                    <a:pt x="2286" y="0"/>
                  </a:moveTo>
                  <a:lnTo>
                    <a:pt x="3810" y="0"/>
                  </a:lnTo>
                  <a:lnTo>
                    <a:pt x="4572" y="761"/>
                  </a:lnTo>
                  <a:lnTo>
                    <a:pt x="4572" y="6858"/>
                  </a:lnTo>
                  <a:lnTo>
                    <a:pt x="3048" y="6858"/>
                  </a:lnTo>
                  <a:lnTo>
                    <a:pt x="2286" y="4572"/>
                  </a:lnTo>
                  <a:lnTo>
                    <a:pt x="2286" y="3048"/>
                  </a:lnTo>
                  <a:lnTo>
                    <a:pt x="1524" y="2286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1524" y="1524"/>
                  </a:lnTo>
                  <a:lnTo>
                    <a:pt x="2286" y="1524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2" name="object 1432"/>
            <p:cNvSpPr/>
            <p:nvPr/>
          </p:nvSpPr>
          <p:spPr>
            <a:xfrm>
              <a:off x="3313175" y="2480310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10">
                  <a:moveTo>
                    <a:pt x="7620" y="2285"/>
                  </a:moveTo>
                  <a:lnTo>
                    <a:pt x="7620" y="0"/>
                  </a:lnTo>
                  <a:lnTo>
                    <a:pt x="6096" y="761"/>
                  </a:lnTo>
                  <a:lnTo>
                    <a:pt x="5334" y="0"/>
                  </a:lnTo>
                  <a:lnTo>
                    <a:pt x="3810" y="0"/>
                  </a:lnTo>
                  <a:lnTo>
                    <a:pt x="3048" y="0"/>
                  </a:lnTo>
                  <a:lnTo>
                    <a:pt x="1524" y="1524"/>
                  </a:lnTo>
                  <a:lnTo>
                    <a:pt x="0" y="2286"/>
                  </a:lnTo>
                  <a:lnTo>
                    <a:pt x="1524" y="3048"/>
                  </a:lnTo>
                  <a:lnTo>
                    <a:pt x="2286" y="3810"/>
                  </a:lnTo>
                  <a:lnTo>
                    <a:pt x="5334" y="2286"/>
                  </a:lnTo>
                  <a:lnTo>
                    <a:pt x="7620" y="2285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3" name="object 1433"/>
            <p:cNvSpPr/>
            <p:nvPr/>
          </p:nvSpPr>
          <p:spPr>
            <a:xfrm>
              <a:off x="3313175" y="2480310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10">
                  <a:moveTo>
                    <a:pt x="3810" y="0"/>
                  </a:moveTo>
                  <a:lnTo>
                    <a:pt x="5334" y="0"/>
                  </a:lnTo>
                  <a:lnTo>
                    <a:pt x="6096" y="761"/>
                  </a:lnTo>
                  <a:lnTo>
                    <a:pt x="7620" y="0"/>
                  </a:lnTo>
                  <a:lnTo>
                    <a:pt x="7620" y="2285"/>
                  </a:lnTo>
                  <a:lnTo>
                    <a:pt x="5334" y="2286"/>
                  </a:lnTo>
                  <a:lnTo>
                    <a:pt x="2286" y="3810"/>
                  </a:lnTo>
                  <a:lnTo>
                    <a:pt x="1524" y="3048"/>
                  </a:lnTo>
                  <a:lnTo>
                    <a:pt x="0" y="2286"/>
                  </a:lnTo>
                  <a:lnTo>
                    <a:pt x="1524" y="1524"/>
                  </a:lnTo>
                  <a:lnTo>
                    <a:pt x="3048" y="0"/>
                  </a:lnTo>
                  <a:lnTo>
                    <a:pt x="381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4" name="object 1434"/>
            <p:cNvSpPr/>
            <p:nvPr/>
          </p:nvSpPr>
          <p:spPr>
            <a:xfrm>
              <a:off x="3318509" y="2466593"/>
              <a:ext cx="5715" cy="6985"/>
            </a:xfrm>
            <a:custGeom>
              <a:avLst/>
              <a:gdLst/>
              <a:ahLst/>
              <a:cxnLst/>
              <a:rect l="l" t="t" r="r" b="b"/>
              <a:pathLst>
                <a:path w="5714" h="6985">
                  <a:moveTo>
                    <a:pt x="5334" y="4572"/>
                  </a:moveTo>
                  <a:lnTo>
                    <a:pt x="5334" y="3048"/>
                  </a:lnTo>
                  <a:lnTo>
                    <a:pt x="3048" y="3048"/>
                  </a:lnTo>
                  <a:lnTo>
                    <a:pt x="1524" y="762"/>
                  </a:lnTo>
                  <a:lnTo>
                    <a:pt x="2286" y="762"/>
                  </a:lnTo>
                  <a:lnTo>
                    <a:pt x="762" y="0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762" y="3810"/>
                  </a:lnTo>
                  <a:lnTo>
                    <a:pt x="0" y="5334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1524" y="5334"/>
                  </a:lnTo>
                  <a:lnTo>
                    <a:pt x="3048" y="5334"/>
                  </a:lnTo>
                  <a:lnTo>
                    <a:pt x="5334" y="457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5" name="object 1435"/>
            <p:cNvSpPr/>
            <p:nvPr/>
          </p:nvSpPr>
          <p:spPr>
            <a:xfrm>
              <a:off x="3318509" y="2466593"/>
              <a:ext cx="5715" cy="6985"/>
            </a:xfrm>
            <a:custGeom>
              <a:avLst/>
              <a:gdLst/>
              <a:ahLst/>
              <a:cxnLst/>
              <a:rect l="l" t="t" r="r" b="b"/>
              <a:pathLst>
                <a:path w="5714" h="6985">
                  <a:moveTo>
                    <a:pt x="1524" y="762"/>
                  </a:moveTo>
                  <a:lnTo>
                    <a:pt x="3048" y="3048"/>
                  </a:lnTo>
                  <a:lnTo>
                    <a:pt x="5334" y="3048"/>
                  </a:lnTo>
                  <a:lnTo>
                    <a:pt x="5334" y="4572"/>
                  </a:lnTo>
                  <a:lnTo>
                    <a:pt x="3048" y="5334"/>
                  </a:lnTo>
                  <a:lnTo>
                    <a:pt x="1524" y="5334"/>
                  </a:lnTo>
                  <a:lnTo>
                    <a:pt x="762" y="6858"/>
                  </a:lnTo>
                  <a:lnTo>
                    <a:pt x="0" y="6858"/>
                  </a:lnTo>
                  <a:lnTo>
                    <a:pt x="0" y="5334"/>
                  </a:lnTo>
                  <a:lnTo>
                    <a:pt x="762" y="3810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762" y="0"/>
                  </a:lnTo>
                  <a:lnTo>
                    <a:pt x="2286" y="762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6" name="object 1436"/>
            <p:cNvSpPr/>
            <p:nvPr/>
          </p:nvSpPr>
          <p:spPr>
            <a:xfrm>
              <a:off x="3324605" y="2469642"/>
              <a:ext cx="3810" cy="5715"/>
            </a:xfrm>
            <a:custGeom>
              <a:avLst/>
              <a:gdLst/>
              <a:ahLst/>
              <a:cxnLst/>
              <a:rect l="l" t="t" r="r" b="b"/>
              <a:pathLst>
                <a:path w="3810" h="5714">
                  <a:moveTo>
                    <a:pt x="3810" y="3810"/>
                  </a:moveTo>
                  <a:lnTo>
                    <a:pt x="3810" y="2286"/>
                  </a:lnTo>
                  <a:lnTo>
                    <a:pt x="2286" y="762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762" y="1524"/>
                  </a:lnTo>
                  <a:lnTo>
                    <a:pt x="1524" y="2286"/>
                  </a:lnTo>
                  <a:lnTo>
                    <a:pt x="1524" y="3810"/>
                  </a:lnTo>
                  <a:lnTo>
                    <a:pt x="0" y="3810"/>
                  </a:lnTo>
                  <a:lnTo>
                    <a:pt x="762" y="5334"/>
                  </a:lnTo>
                  <a:lnTo>
                    <a:pt x="1524" y="4572"/>
                  </a:lnTo>
                  <a:lnTo>
                    <a:pt x="3048" y="3810"/>
                  </a:lnTo>
                  <a:lnTo>
                    <a:pt x="3810" y="381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7" name="object 1437"/>
            <p:cNvSpPr/>
            <p:nvPr/>
          </p:nvSpPr>
          <p:spPr>
            <a:xfrm>
              <a:off x="3324605" y="2469642"/>
              <a:ext cx="3810" cy="5715"/>
            </a:xfrm>
            <a:custGeom>
              <a:avLst/>
              <a:gdLst/>
              <a:ahLst/>
              <a:cxnLst/>
              <a:rect l="l" t="t" r="r" b="b"/>
              <a:pathLst>
                <a:path w="3810" h="5714">
                  <a:moveTo>
                    <a:pt x="2286" y="762"/>
                  </a:moveTo>
                  <a:lnTo>
                    <a:pt x="3810" y="2286"/>
                  </a:lnTo>
                  <a:lnTo>
                    <a:pt x="3810" y="3810"/>
                  </a:lnTo>
                  <a:lnTo>
                    <a:pt x="3048" y="3810"/>
                  </a:lnTo>
                  <a:lnTo>
                    <a:pt x="1524" y="4572"/>
                  </a:lnTo>
                  <a:lnTo>
                    <a:pt x="762" y="5334"/>
                  </a:lnTo>
                  <a:lnTo>
                    <a:pt x="0" y="3810"/>
                  </a:lnTo>
                  <a:lnTo>
                    <a:pt x="1524" y="3810"/>
                  </a:lnTo>
                  <a:lnTo>
                    <a:pt x="1524" y="2286"/>
                  </a:lnTo>
                  <a:lnTo>
                    <a:pt x="762" y="1524"/>
                  </a:lnTo>
                  <a:lnTo>
                    <a:pt x="762" y="0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8" name="object 1438"/>
            <p:cNvSpPr/>
            <p:nvPr/>
          </p:nvSpPr>
          <p:spPr>
            <a:xfrm>
              <a:off x="3318509" y="2490977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6858" y="762"/>
                  </a:moveTo>
                  <a:lnTo>
                    <a:pt x="6858" y="0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762" y="5334"/>
                  </a:lnTo>
                  <a:lnTo>
                    <a:pt x="1524" y="6096"/>
                  </a:lnTo>
                  <a:lnTo>
                    <a:pt x="3048" y="5334"/>
                  </a:lnTo>
                  <a:lnTo>
                    <a:pt x="3810" y="3048"/>
                  </a:lnTo>
                  <a:lnTo>
                    <a:pt x="6096" y="1524"/>
                  </a:lnTo>
                  <a:lnTo>
                    <a:pt x="6858" y="76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9" name="object 1439"/>
            <p:cNvSpPr/>
            <p:nvPr/>
          </p:nvSpPr>
          <p:spPr>
            <a:xfrm>
              <a:off x="3318509" y="2490977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6096" y="1524"/>
                  </a:moveTo>
                  <a:lnTo>
                    <a:pt x="3810" y="3048"/>
                  </a:lnTo>
                  <a:lnTo>
                    <a:pt x="3048" y="5334"/>
                  </a:lnTo>
                  <a:lnTo>
                    <a:pt x="1524" y="6096"/>
                  </a:lnTo>
                  <a:lnTo>
                    <a:pt x="762" y="5334"/>
                  </a:lnTo>
                  <a:lnTo>
                    <a:pt x="762" y="2286"/>
                  </a:lnTo>
                  <a:lnTo>
                    <a:pt x="0" y="1524"/>
                  </a:lnTo>
                  <a:lnTo>
                    <a:pt x="762" y="0"/>
                  </a:lnTo>
                  <a:lnTo>
                    <a:pt x="6858" y="0"/>
                  </a:lnTo>
                  <a:lnTo>
                    <a:pt x="6858" y="762"/>
                  </a:lnTo>
                  <a:lnTo>
                    <a:pt x="5334" y="2286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0" name="object 1440"/>
            <p:cNvSpPr/>
            <p:nvPr/>
          </p:nvSpPr>
          <p:spPr>
            <a:xfrm>
              <a:off x="3324605" y="2500121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6096" y="4572"/>
                  </a:moveTo>
                  <a:lnTo>
                    <a:pt x="3810" y="2286"/>
                  </a:lnTo>
                  <a:lnTo>
                    <a:pt x="3810" y="762"/>
                  </a:lnTo>
                  <a:lnTo>
                    <a:pt x="2286" y="762"/>
                  </a:lnTo>
                  <a:lnTo>
                    <a:pt x="2286" y="0"/>
                  </a:lnTo>
                  <a:lnTo>
                    <a:pt x="762" y="3048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762" y="5334"/>
                  </a:lnTo>
                  <a:lnTo>
                    <a:pt x="2286" y="5334"/>
                  </a:lnTo>
                  <a:lnTo>
                    <a:pt x="2286" y="6858"/>
                  </a:lnTo>
                  <a:lnTo>
                    <a:pt x="3048" y="5334"/>
                  </a:lnTo>
                  <a:lnTo>
                    <a:pt x="3810" y="6096"/>
                  </a:lnTo>
                  <a:lnTo>
                    <a:pt x="6096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1" name="object 1441"/>
            <p:cNvSpPr/>
            <p:nvPr/>
          </p:nvSpPr>
          <p:spPr>
            <a:xfrm>
              <a:off x="3324605" y="2500121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2286" y="762"/>
                  </a:moveTo>
                  <a:lnTo>
                    <a:pt x="3810" y="762"/>
                  </a:lnTo>
                  <a:lnTo>
                    <a:pt x="3810" y="2286"/>
                  </a:lnTo>
                  <a:lnTo>
                    <a:pt x="4572" y="3048"/>
                  </a:lnTo>
                  <a:lnTo>
                    <a:pt x="6096" y="4572"/>
                  </a:lnTo>
                  <a:lnTo>
                    <a:pt x="3810" y="6096"/>
                  </a:lnTo>
                  <a:lnTo>
                    <a:pt x="3048" y="5334"/>
                  </a:lnTo>
                  <a:lnTo>
                    <a:pt x="2286" y="6858"/>
                  </a:lnTo>
                  <a:lnTo>
                    <a:pt x="2286" y="5334"/>
                  </a:lnTo>
                  <a:lnTo>
                    <a:pt x="762" y="5334"/>
                  </a:lnTo>
                  <a:lnTo>
                    <a:pt x="0" y="4572"/>
                  </a:lnTo>
                  <a:lnTo>
                    <a:pt x="0" y="3048"/>
                  </a:lnTo>
                  <a:lnTo>
                    <a:pt x="762" y="3048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2" name="object 1442"/>
            <p:cNvSpPr/>
            <p:nvPr/>
          </p:nvSpPr>
          <p:spPr>
            <a:xfrm>
              <a:off x="3322319" y="2479547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5334" y="1524"/>
                  </a:moveTo>
                  <a:lnTo>
                    <a:pt x="5334" y="0"/>
                  </a:lnTo>
                  <a:lnTo>
                    <a:pt x="3810" y="1524"/>
                  </a:lnTo>
                  <a:lnTo>
                    <a:pt x="1523" y="1524"/>
                  </a:lnTo>
                  <a:lnTo>
                    <a:pt x="0" y="3048"/>
                  </a:lnTo>
                  <a:lnTo>
                    <a:pt x="0" y="3810"/>
                  </a:lnTo>
                  <a:lnTo>
                    <a:pt x="2286" y="4572"/>
                  </a:lnTo>
                  <a:lnTo>
                    <a:pt x="5334" y="152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3" name="object 1443"/>
            <p:cNvSpPr/>
            <p:nvPr/>
          </p:nvSpPr>
          <p:spPr>
            <a:xfrm>
              <a:off x="3322319" y="2479547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0" y="3048"/>
                  </a:moveTo>
                  <a:lnTo>
                    <a:pt x="1523" y="1524"/>
                  </a:lnTo>
                  <a:lnTo>
                    <a:pt x="3810" y="1524"/>
                  </a:lnTo>
                  <a:lnTo>
                    <a:pt x="5334" y="0"/>
                  </a:lnTo>
                  <a:lnTo>
                    <a:pt x="5334" y="1524"/>
                  </a:lnTo>
                  <a:lnTo>
                    <a:pt x="2286" y="4572"/>
                  </a:lnTo>
                  <a:lnTo>
                    <a:pt x="0" y="3810"/>
                  </a:lnTo>
                  <a:lnTo>
                    <a:pt x="0" y="3048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4" name="object 1444"/>
            <p:cNvSpPr/>
            <p:nvPr/>
          </p:nvSpPr>
          <p:spPr>
            <a:xfrm>
              <a:off x="3320795" y="2472689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39">
                  <a:moveTo>
                    <a:pt x="3810" y="1524"/>
                  </a:moveTo>
                  <a:lnTo>
                    <a:pt x="3048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1524" y="2286"/>
                  </a:lnTo>
                  <a:lnTo>
                    <a:pt x="3810" y="152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5" name="object 1445"/>
            <p:cNvSpPr/>
            <p:nvPr/>
          </p:nvSpPr>
          <p:spPr>
            <a:xfrm>
              <a:off x="3320795" y="2472689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39">
                  <a:moveTo>
                    <a:pt x="3048" y="0"/>
                  </a:moveTo>
                  <a:lnTo>
                    <a:pt x="3810" y="1524"/>
                  </a:lnTo>
                  <a:lnTo>
                    <a:pt x="1524" y="2286"/>
                  </a:lnTo>
                  <a:lnTo>
                    <a:pt x="0" y="2286"/>
                  </a:lnTo>
                  <a:lnTo>
                    <a:pt x="762" y="762"/>
                  </a:lnTo>
                  <a:lnTo>
                    <a:pt x="3048" y="0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6" name="object 1446"/>
            <p:cNvSpPr/>
            <p:nvPr/>
          </p:nvSpPr>
          <p:spPr>
            <a:xfrm>
              <a:off x="3312413" y="2484120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4572" y="3048"/>
                  </a:moveTo>
                  <a:lnTo>
                    <a:pt x="3810" y="762"/>
                  </a:lnTo>
                  <a:lnTo>
                    <a:pt x="2286" y="762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762" y="1524"/>
                  </a:lnTo>
                  <a:lnTo>
                    <a:pt x="0" y="3810"/>
                  </a:lnTo>
                  <a:lnTo>
                    <a:pt x="2286" y="4572"/>
                  </a:lnTo>
                  <a:lnTo>
                    <a:pt x="3048" y="3810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7" name="object 1447"/>
            <p:cNvSpPr/>
            <p:nvPr/>
          </p:nvSpPr>
          <p:spPr>
            <a:xfrm>
              <a:off x="3312413" y="2484120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2286" y="762"/>
                  </a:moveTo>
                  <a:lnTo>
                    <a:pt x="3810" y="762"/>
                  </a:lnTo>
                  <a:lnTo>
                    <a:pt x="4572" y="3048"/>
                  </a:lnTo>
                  <a:lnTo>
                    <a:pt x="3048" y="3810"/>
                  </a:lnTo>
                  <a:lnTo>
                    <a:pt x="2286" y="4572"/>
                  </a:lnTo>
                  <a:lnTo>
                    <a:pt x="0" y="3810"/>
                  </a:lnTo>
                  <a:lnTo>
                    <a:pt x="762" y="1524"/>
                  </a:lnTo>
                  <a:lnTo>
                    <a:pt x="762" y="0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8" name="object 1448"/>
            <p:cNvSpPr/>
            <p:nvPr/>
          </p:nvSpPr>
          <p:spPr>
            <a:xfrm>
              <a:off x="3314699" y="2588514"/>
              <a:ext cx="19050" cy="13335"/>
            </a:xfrm>
            <a:custGeom>
              <a:avLst/>
              <a:gdLst/>
              <a:ahLst/>
              <a:cxnLst/>
              <a:rect l="l" t="t" r="r" b="b"/>
              <a:pathLst>
                <a:path w="19050" h="13335">
                  <a:moveTo>
                    <a:pt x="19050" y="10667"/>
                  </a:moveTo>
                  <a:lnTo>
                    <a:pt x="19050" y="2285"/>
                  </a:lnTo>
                  <a:lnTo>
                    <a:pt x="18288" y="761"/>
                  </a:lnTo>
                  <a:lnTo>
                    <a:pt x="16002" y="0"/>
                  </a:lnTo>
                  <a:lnTo>
                    <a:pt x="2286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10668"/>
                  </a:lnTo>
                  <a:lnTo>
                    <a:pt x="762" y="12192"/>
                  </a:lnTo>
                  <a:lnTo>
                    <a:pt x="2286" y="12954"/>
                  </a:lnTo>
                  <a:lnTo>
                    <a:pt x="16002" y="12954"/>
                  </a:lnTo>
                  <a:lnTo>
                    <a:pt x="18288" y="12191"/>
                  </a:lnTo>
                  <a:lnTo>
                    <a:pt x="19050" y="10667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9" name="object 1449"/>
            <p:cNvSpPr/>
            <p:nvPr/>
          </p:nvSpPr>
          <p:spPr>
            <a:xfrm>
              <a:off x="3314699" y="2588514"/>
              <a:ext cx="19050" cy="13335"/>
            </a:xfrm>
            <a:custGeom>
              <a:avLst/>
              <a:gdLst/>
              <a:ahLst/>
              <a:cxnLst/>
              <a:rect l="l" t="t" r="r" b="b"/>
              <a:pathLst>
                <a:path w="19050" h="13335">
                  <a:moveTo>
                    <a:pt x="2286" y="0"/>
                  </a:moveTo>
                  <a:lnTo>
                    <a:pt x="762" y="762"/>
                  </a:lnTo>
                  <a:lnTo>
                    <a:pt x="0" y="2286"/>
                  </a:lnTo>
                  <a:lnTo>
                    <a:pt x="0" y="10668"/>
                  </a:lnTo>
                  <a:lnTo>
                    <a:pt x="762" y="12192"/>
                  </a:lnTo>
                  <a:lnTo>
                    <a:pt x="2286" y="12954"/>
                  </a:lnTo>
                  <a:lnTo>
                    <a:pt x="16002" y="12954"/>
                  </a:lnTo>
                  <a:lnTo>
                    <a:pt x="18288" y="12191"/>
                  </a:lnTo>
                  <a:lnTo>
                    <a:pt x="19050" y="10667"/>
                  </a:lnTo>
                  <a:lnTo>
                    <a:pt x="19050" y="2285"/>
                  </a:lnTo>
                  <a:lnTo>
                    <a:pt x="18288" y="761"/>
                  </a:lnTo>
                  <a:lnTo>
                    <a:pt x="16002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0" name="object 1450"/>
            <p:cNvSpPr/>
            <p:nvPr/>
          </p:nvSpPr>
          <p:spPr>
            <a:xfrm>
              <a:off x="3314699" y="2586227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80">
                  <a:moveTo>
                    <a:pt x="19050" y="0"/>
                  </a:moveTo>
                  <a:lnTo>
                    <a:pt x="0" y="762"/>
                  </a:lnTo>
                  <a:lnTo>
                    <a:pt x="0" y="4572"/>
                  </a:lnTo>
                  <a:lnTo>
                    <a:pt x="18288" y="457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1" name="object 1451"/>
            <p:cNvSpPr/>
            <p:nvPr/>
          </p:nvSpPr>
          <p:spPr>
            <a:xfrm>
              <a:off x="3314699" y="2586227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80">
                  <a:moveTo>
                    <a:pt x="19050" y="0"/>
                  </a:moveTo>
                  <a:lnTo>
                    <a:pt x="18288" y="4572"/>
                  </a:lnTo>
                  <a:lnTo>
                    <a:pt x="0" y="4572"/>
                  </a:lnTo>
                  <a:lnTo>
                    <a:pt x="0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2" name="object 1452"/>
            <p:cNvSpPr/>
            <p:nvPr/>
          </p:nvSpPr>
          <p:spPr>
            <a:xfrm>
              <a:off x="3313175" y="2576321"/>
              <a:ext cx="21590" cy="11430"/>
            </a:xfrm>
            <a:custGeom>
              <a:avLst/>
              <a:gdLst/>
              <a:ahLst/>
              <a:cxnLst/>
              <a:rect l="l" t="t" r="r" b="b"/>
              <a:pathLst>
                <a:path w="21589" h="11430">
                  <a:moveTo>
                    <a:pt x="21336" y="9143"/>
                  </a:moveTo>
                  <a:lnTo>
                    <a:pt x="21336" y="2285"/>
                  </a:lnTo>
                  <a:lnTo>
                    <a:pt x="20574" y="761"/>
                  </a:lnTo>
                  <a:lnTo>
                    <a:pt x="18288" y="0"/>
                  </a:lnTo>
                  <a:lnTo>
                    <a:pt x="3048" y="0"/>
                  </a:lnTo>
                  <a:lnTo>
                    <a:pt x="1524" y="762"/>
                  </a:lnTo>
                  <a:lnTo>
                    <a:pt x="0" y="2286"/>
                  </a:lnTo>
                  <a:lnTo>
                    <a:pt x="0" y="9144"/>
                  </a:lnTo>
                  <a:lnTo>
                    <a:pt x="1524" y="10668"/>
                  </a:lnTo>
                  <a:lnTo>
                    <a:pt x="3048" y="11430"/>
                  </a:lnTo>
                  <a:lnTo>
                    <a:pt x="18288" y="11429"/>
                  </a:lnTo>
                  <a:lnTo>
                    <a:pt x="20574" y="10667"/>
                  </a:lnTo>
                  <a:lnTo>
                    <a:pt x="21336" y="9143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3" name="object 1453"/>
            <p:cNvSpPr/>
            <p:nvPr/>
          </p:nvSpPr>
          <p:spPr>
            <a:xfrm>
              <a:off x="3313175" y="2576321"/>
              <a:ext cx="21590" cy="11430"/>
            </a:xfrm>
            <a:custGeom>
              <a:avLst/>
              <a:gdLst/>
              <a:ahLst/>
              <a:cxnLst/>
              <a:rect l="l" t="t" r="r" b="b"/>
              <a:pathLst>
                <a:path w="21589" h="11430">
                  <a:moveTo>
                    <a:pt x="3048" y="0"/>
                  </a:moveTo>
                  <a:lnTo>
                    <a:pt x="1524" y="762"/>
                  </a:lnTo>
                  <a:lnTo>
                    <a:pt x="0" y="2286"/>
                  </a:lnTo>
                  <a:lnTo>
                    <a:pt x="0" y="9144"/>
                  </a:lnTo>
                  <a:lnTo>
                    <a:pt x="1524" y="10668"/>
                  </a:lnTo>
                  <a:lnTo>
                    <a:pt x="3048" y="11430"/>
                  </a:lnTo>
                  <a:lnTo>
                    <a:pt x="18288" y="11429"/>
                  </a:lnTo>
                  <a:lnTo>
                    <a:pt x="20574" y="10667"/>
                  </a:lnTo>
                  <a:lnTo>
                    <a:pt x="21336" y="9143"/>
                  </a:lnTo>
                  <a:lnTo>
                    <a:pt x="21336" y="2285"/>
                  </a:lnTo>
                  <a:lnTo>
                    <a:pt x="20574" y="761"/>
                  </a:lnTo>
                  <a:lnTo>
                    <a:pt x="18288" y="0"/>
                  </a:lnTo>
                  <a:lnTo>
                    <a:pt x="304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4" name="object 1454"/>
            <p:cNvSpPr/>
            <p:nvPr/>
          </p:nvSpPr>
          <p:spPr>
            <a:xfrm>
              <a:off x="3320795" y="2578607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10">
                  <a:moveTo>
                    <a:pt x="6096" y="3810"/>
                  </a:moveTo>
                  <a:lnTo>
                    <a:pt x="609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6096" y="3810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5" name="object 1455"/>
            <p:cNvSpPr/>
            <p:nvPr/>
          </p:nvSpPr>
          <p:spPr>
            <a:xfrm>
              <a:off x="3316223" y="2577845"/>
              <a:ext cx="14604" cy="13335"/>
            </a:xfrm>
            <a:custGeom>
              <a:avLst/>
              <a:gdLst/>
              <a:ahLst/>
              <a:cxnLst/>
              <a:rect l="l" t="t" r="r" b="b"/>
              <a:pathLst>
                <a:path w="14604" h="13335">
                  <a:moveTo>
                    <a:pt x="10667" y="4572"/>
                  </a:moveTo>
                  <a:lnTo>
                    <a:pt x="10667" y="0"/>
                  </a:lnTo>
                  <a:lnTo>
                    <a:pt x="3809" y="0"/>
                  </a:lnTo>
                  <a:lnTo>
                    <a:pt x="3809" y="4572"/>
                  </a:lnTo>
                  <a:lnTo>
                    <a:pt x="10667" y="4572"/>
                  </a:lnTo>
                  <a:close/>
                </a:path>
                <a:path w="14604" h="13335">
                  <a:moveTo>
                    <a:pt x="0" y="11430"/>
                  </a:moveTo>
                  <a:lnTo>
                    <a:pt x="2286" y="12954"/>
                  </a:lnTo>
                </a:path>
                <a:path w="14604" h="13335">
                  <a:moveTo>
                    <a:pt x="11429" y="12954"/>
                  </a:moveTo>
                  <a:lnTo>
                    <a:pt x="14477" y="11430"/>
                  </a:lnTo>
                </a:path>
                <a:path w="14604" h="13335">
                  <a:moveTo>
                    <a:pt x="12953" y="12192"/>
                  </a:moveTo>
                  <a:lnTo>
                    <a:pt x="12953" y="121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6" name="object 1456"/>
            <p:cNvSpPr/>
            <p:nvPr/>
          </p:nvSpPr>
          <p:spPr>
            <a:xfrm>
              <a:off x="3316985" y="2590037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 h="0">
                  <a:moveTo>
                    <a:pt x="0" y="0"/>
                  </a:moveTo>
                  <a:lnTo>
                    <a:pt x="7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7" name="object 1457"/>
            <p:cNvSpPr/>
            <p:nvPr/>
          </p:nvSpPr>
          <p:spPr>
            <a:xfrm>
              <a:off x="3313937" y="255803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9812" y="19812"/>
                  </a:moveTo>
                  <a:lnTo>
                    <a:pt x="19812" y="0"/>
                  </a:lnTo>
                  <a:lnTo>
                    <a:pt x="0" y="0"/>
                  </a:lnTo>
                  <a:lnTo>
                    <a:pt x="0" y="19812"/>
                  </a:lnTo>
                  <a:lnTo>
                    <a:pt x="19812" y="19812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8" name="object 1458"/>
            <p:cNvSpPr/>
            <p:nvPr/>
          </p:nvSpPr>
          <p:spPr>
            <a:xfrm>
              <a:off x="3313175" y="2557271"/>
              <a:ext cx="20955" cy="41910"/>
            </a:xfrm>
            <a:custGeom>
              <a:avLst/>
              <a:gdLst/>
              <a:ahLst/>
              <a:cxnLst/>
              <a:rect l="l" t="t" r="r" b="b"/>
              <a:pathLst>
                <a:path w="20954" h="41910">
                  <a:moveTo>
                    <a:pt x="20574" y="20574"/>
                  </a:moveTo>
                  <a:lnTo>
                    <a:pt x="20574" y="0"/>
                  </a:lnTo>
                  <a:lnTo>
                    <a:pt x="0" y="0"/>
                  </a:lnTo>
                  <a:lnTo>
                    <a:pt x="0" y="20574"/>
                  </a:lnTo>
                  <a:lnTo>
                    <a:pt x="20574" y="20574"/>
                  </a:lnTo>
                  <a:close/>
                </a:path>
                <a:path w="20954" h="41910">
                  <a:moveTo>
                    <a:pt x="20574" y="19812"/>
                  </a:moveTo>
                  <a:lnTo>
                    <a:pt x="0" y="19812"/>
                  </a:lnTo>
                </a:path>
                <a:path w="20954" h="41910">
                  <a:moveTo>
                    <a:pt x="8382" y="31242"/>
                  </a:moveTo>
                  <a:lnTo>
                    <a:pt x="9144" y="32004"/>
                  </a:lnTo>
                </a:path>
                <a:path w="20954" h="41910">
                  <a:moveTo>
                    <a:pt x="11429" y="31242"/>
                  </a:moveTo>
                  <a:lnTo>
                    <a:pt x="11429" y="31242"/>
                  </a:lnTo>
                </a:path>
                <a:path w="20954" h="41910">
                  <a:moveTo>
                    <a:pt x="16763" y="32766"/>
                  </a:moveTo>
                  <a:lnTo>
                    <a:pt x="16763" y="38100"/>
                  </a:lnTo>
                  <a:lnTo>
                    <a:pt x="16001" y="39624"/>
                  </a:lnTo>
                  <a:lnTo>
                    <a:pt x="16001" y="41910"/>
                  </a:lnTo>
                </a:path>
                <a:path w="20954" h="41910">
                  <a:moveTo>
                    <a:pt x="5334" y="41910"/>
                  </a:moveTo>
                  <a:lnTo>
                    <a:pt x="4572" y="40386"/>
                  </a:lnTo>
                  <a:lnTo>
                    <a:pt x="4572" y="38100"/>
                  </a:lnTo>
                  <a:lnTo>
                    <a:pt x="3810" y="35052"/>
                  </a:lnTo>
                  <a:lnTo>
                    <a:pt x="3810" y="327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9" name="object 1459"/>
            <p:cNvSpPr/>
            <p:nvPr/>
          </p:nvSpPr>
          <p:spPr>
            <a:xfrm>
              <a:off x="3313175" y="2599943"/>
              <a:ext cx="20955" cy="3175"/>
            </a:xfrm>
            <a:custGeom>
              <a:avLst/>
              <a:gdLst/>
              <a:ahLst/>
              <a:cxnLst/>
              <a:rect l="l" t="t" r="r" b="b"/>
              <a:pathLst>
                <a:path w="20954" h="3175">
                  <a:moveTo>
                    <a:pt x="20574" y="762"/>
                  </a:moveTo>
                  <a:lnTo>
                    <a:pt x="20574" y="0"/>
                  </a:lnTo>
                  <a:lnTo>
                    <a:pt x="17526" y="1524"/>
                  </a:lnTo>
                  <a:lnTo>
                    <a:pt x="2286" y="1524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2286" y="3048"/>
                  </a:lnTo>
                  <a:lnTo>
                    <a:pt x="18288" y="3048"/>
                  </a:lnTo>
                  <a:lnTo>
                    <a:pt x="20574" y="762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0" name="object 1460"/>
            <p:cNvSpPr/>
            <p:nvPr/>
          </p:nvSpPr>
          <p:spPr>
            <a:xfrm>
              <a:off x="3313175" y="2599943"/>
              <a:ext cx="20955" cy="3175"/>
            </a:xfrm>
            <a:custGeom>
              <a:avLst/>
              <a:gdLst/>
              <a:ahLst/>
              <a:cxnLst/>
              <a:rect l="l" t="t" r="r" b="b"/>
              <a:pathLst>
                <a:path w="20954" h="3175">
                  <a:moveTo>
                    <a:pt x="20574" y="0"/>
                  </a:moveTo>
                  <a:lnTo>
                    <a:pt x="17526" y="1524"/>
                  </a:lnTo>
                  <a:lnTo>
                    <a:pt x="2286" y="1524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2286" y="3048"/>
                  </a:lnTo>
                  <a:lnTo>
                    <a:pt x="18288" y="3048"/>
                  </a:lnTo>
                  <a:lnTo>
                    <a:pt x="20574" y="762"/>
                  </a:lnTo>
                  <a:lnTo>
                    <a:pt x="2057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1" name="object 1461"/>
            <p:cNvSpPr/>
            <p:nvPr/>
          </p:nvSpPr>
          <p:spPr>
            <a:xfrm>
              <a:off x="3328415" y="2599943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1524" y="762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2" name="object 1462"/>
            <p:cNvSpPr/>
            <p:nvPr/>
          </p:nvSpPr>
          <p:spPr>
            <a:xfrm>
              <a:off x="3328415" y="2599943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0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762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3" name="object 1463"/>
            <p:cNvSpPr/>
            <p:nvPr/>
          </p:nvSpPr>
          <p:spPr>
            <a:xfrm>
              <a:off x="3317747" y="2599943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1524" y="762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4" name="object 1464"/>
            <p:cNvSpPr/>
            <p:nvPr/>
          </p:nvSpPr>
          <p:spPr>
            <a:xfrm>
              <a:off x="3317747" y="2599943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69">
                  <a:moveTo>
                    <a:pt x="2286" y="0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762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5" name="object 1465"/>
            <p:cNvSpPr/>
            <p:nvPr/>
          </p:nvSpPr>
          <p:spPr>
            <a:xfrm>
              <a:off x="3319271" y="2600705"/>
              <a:ext cx="10795" cy="2540"/>
            </a:xfrm>
            <a:custGeom>
              <a:avLst/>
              <a:gdLst/>
              <a:ahLst/>
              <a:cxnLst/>
              <a:rect l="l" t="t" r="r" b="b"/>
              <a:pathLst>
                <a:path w="10795" h="2539">
                  <a:moveTo>
                    <a:pt x="10667" y="2286"/>
                  </a:moveTo>
                  <a:lnTo>
                    <a:pt x="10667" y="0"/>
                  </a:lnTo>
                  <a:lnTo>
                    <a:pt x="9905" y="0"/>
                  </a:lnTo>
                  <a:lnTo>
                    <a:pt x="9905" y="2286"/>
                  </a:lnTo>
                  <a:lnTo>
                    <a:pt x="10667" y="2286"/>
                  </a:lnTo>
                  <a:close/>
                </a:path>
                <a:path w="10795" h="2539">
                  <a:moveTo>
                    <a:pt x="762" y="2286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762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66" name="object 14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320795" y="2600705"/>
              <a:ext cx="6858" cy="762"/>
            </a:xfrm>
            <a:prstGeom prst="rect">
              <a:avLst/>
            </a:prstGeom>
          </p:spPr>
        </p:pic>
        <p:pic>
          <p:nvPicPr>
            <p:cNvPr id="1467" name="object 14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12794" y="2463164"/>
              <a:ext cx="73152" cy="139446"/>
            </a:xfrm>
            <a:prstGeom prst="rect">
              <a:avLst/>
            </a:prstGeom>
          </p:spPr>
        </p:pic>
        <p:pic>
          <p:nvPicPr>
            <p:cNvPr id="1468" name="object 146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361943" y="2466593"/>
              <a:ext cx="6096" cy="762"/>
            </a:xfrm>
            <a:prstGeom prst="rect">
              <a:avLst/>
            </a:prstGeom>
          </p:spPr>
        </p:pic>
        <p:sp>
          <p:nvSpPr>
            <p:cNvPr id="1469" name="object 1469"/>
            <p:cNvSpPr/>
            <p:nvPr/>
          </p:nvSpPr>
          <p:spPr>
            <a:xfrm>
              <a:off x="3355847" y="2466593"/>
              <a:ext cx="18415" cy="45085"/>
            </a:xfrm>
            <a:custGeom>
              <a:avLst/>
              <a:gdLst/>
              <a:ahLst/>
              <a:cxnLst/>
              <a:rect l="l" t="t" r="r" b="b"/>
              <a:pathLst>
                <a:path w="18414" h="45085">
                  <a:moveTo>
                    <a:pt x="12953" y="1524"/>
                  </a:moveTo>
                  <a:lnTo>
                    <a:pt x="12953" y="0"/>
                  </a:lnTo>
                  <a:lnTo>
                    <a:pt x="6095" y="0"/>
                  </a:lnTo>
                  <a:lnTo>
                    <a:pt x="6095" y="1524"/>
                  </a:lnTo>
                  <a:lnTo>
                    <a:pt x="12953" y="1524"/>
                  </a:lnTo>
                  <a:close/>
                </a:path>
                <a:path w="18414" h="45085">
                  <a:moveTo>
                    <a:pt x="18287" y="44957"/>
                  </a:moveTo>
                  <a:lnTo>
                    <a:pt x="18287" y="44195"/>
                  </a:lnTo>
                  <a:lnTo>
                    <a:pt x="16001" y="44195"/>
                  </a:lnTo>
                  <a:lnTo>
                    <a:pt x="16001" y="44957"/>
                  </a:lnTo>
                  <a:lnTo>
                    <a:pt x="18287" y="44957"/>
                  </a:lnTo>
                  <a:close/>
                </a:path>
                <a:path w="18414" h="45085">
                  <a:moveTo>
                    <a:pt x="3810" y="44957"/>
                  </a:moveTo>
                  <a:lnTo>
                    <a:pt x="3810" y="44195"/>
                  </a:lnTo>
                  <a:lnTo>
                    <a:pt x="0" y="44195"/>
                  </a:lnTo>
                  <a:lnTo>
                    <a:pt x="0" y="44957"/>
                  </a:lnTo>
                  <a:lnTo>
                    <a:pt x="3810" y="4495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0" name="object 1470"/>
            <p:cNvSpPr/>
            <p:nvPr/>
          </p:nvSpPr>
          <p:spPr>
            <a:xfrm>
              <a:off x="3372611" y="2491739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1" name="object 1471"/>
            <p:cNvSpPr/>
            <p:nvPr/>
          </p:nvSpPr>
          <p:spPr>
            <a:xfrm>
              <a:off x="3372611" y="2491739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2" name="object 1472"/>
            <p:cNvSpPr/>
            <p:nvPr/>
          </p:nvSpPr>
          <p:spPr>
            <a:xfrm>
              <a:off x="3372611" y="250850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3" name="object 1473"/>
            <p:cNvSpPr/>
            <p:nvPr/>
          </p:nvSpPr>
          <p:spPr>
            <a:xfrm>
              <a:off x="3372611" y="250850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4" name="object 1474"/>
            <p:cNvSpPr/>
            <p:nvPr/>
          </p:nvSpPr>
          <p:spPr>
            <a:xfrm>
              <a:off x="3355847" y="2491739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5" name="object 1475"/>
            <p:cNvSpPr/>
            <p:nvPr/>
          </p:nvSpPr>
          <p:spPr>
            <a:xfrm>
              <a:off x="3355847" y="2491739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0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52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6" name="object 1476"/>
            <p:cNvSpPr/>
            <p:nvPr/>
          </p:nvSpPr>
          <p:spPr>
            <a:xfrm>
              <a:off x="3355085" y="250850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7" name="object 1477"/>
            <p:cNvSpPr/>
            <p:nvPr/>
          </p:nvSpPr>
          <p:spPr>
            <a:xfrm>
              <a:off x="3355085" y="250850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8" name="object 1478"/>
            <p:cNvSpPr/>
            <p:nvPr/>
          </p:nvSpPr>
          <p:spPr>
            <a:xfrm>
              <a:off x="3364229" y="2491739"/>
              <a:ext cx="9525" cy="10795"/>
            </a:xfrm>
            <a:custGeom>
              <a:avLst/>
              <a:gdLst/>
              <a:ahLst/>
              <a:cxnLst/>
              <a:rect l="l" t="t" r="r" b="b"/>
              <a:pathLst>
                <a:path w="9525" h="10794">
                  <a:moveTo>
                    <a:pt x="9144" y="9144"/>
                  </a:moveTo>
                  <a:lnTo>
                    <a:pt x="9144" y="6096"/>
                  </a:lnTo>
                  <a:lnTo>
                    <a:pt x="7620" y="5334"/>
                  </a:lnTo>
                  <a:lnTo>
                    <a:pt x="6096" y="5334"/>
                  </a:lnTo>
                  <a:lnTo>
                    <a:pt x="6858" y="4572"/>
                  </a:lnTo>
                  <a:lnTo>
                    <a:pt x="7620" y="2286"/>
                  </a:lnTo>
                  <a:lnTo>
                    <a:pt x="7620" y="761"/>
                  </a:lnTo>
                  <a:lnTo>
                    <a:pt x="6096" y="0"/>
                  </a:lnTo>
                  <a:lnTo>
                    <a:pt x="5334" y="0"/>
                  </a:lnTo>
                  <a:lnTo>
                    <a:pt x="3810" y="762"/>
                  </a:lnTo>
                  <a:lnTo>
                    <a:pt x="3048" y="2286"/>
                  </a:lnTo>
                  <a:lnTo>
                    <a:pt x="1524" y="2286"/>
                  </a:lnTo>
                  <a:lnTo>
                    <a:pt x="1524" y="5334"/>
                  </a:lnTo>
                  <a:lnTo>
                    <a:pt x="3810" y="5334"/>
                  </a:lnTo>
                  <a:lnTo>
                    <a:pt x="3048" y="6858"/>
                  </a:lnTo>
                  <a:lnTo>
                    <a:pt x="1524" y="7620"/>
                  </a:lnTo>
                  <a:lnTo>
                    <a:pt x="0" y="9144"/>
                  </a:lnTo>
                  <a:lnTo>
                    <a:pt x="0" y="10668"/>
                  </a:lnTo>
                  <a:lnTo>
                    <a:pt x="2286" y="10668"/>
                  </a:lnTo>
                  <a:lnTo>
                    <a:pt x="3810" y="9144"/>
                  </a:lnTo>
                  <a:lnTo>
                    <a:pt x="6096" y="9906"/>
                  </a:lnTo>
                  <a:lnTo>
                    <a:pt x="7620" y="9906"/>
                  </a:lnTo>
                  <a:lnTo>
                    <a:pt x="9144" y="914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9" name="object 1479"/>
            <p:cNvSpPr/>
            <p:nvPr/>
          </p:nvSpPr>
          <p:spPr>
            <a:xfrm>
              <a:off x="3364229" y="2491739"/>
              <a:ext cx="9525" cy="10795"/>
            </a:xfrm>
            <a:custGeom>
              <a:avLst/>
              <a:gdLst/>
              <a:ahLst/>
              <a:cxnLst/>
              <a:rect l="l" t="t" r="r" b="b"/>
              <a:pathLst>
                <a:path w="9525" h="10794">
                  <a:moveTo>
                    <a:pt x="5334" y="0"/>
                  </a:moveTo>
                  <a:lnTo>
                    <a:pt x="6096" y="0"/>
                  </a:lnTo>
                  <a:lnTo>
                    <a:pt x="7620" y="761"/>
                  </a:lnTo>
                  <a:lnTo>
                    <a:pt x="7620" y="2286"/>
                  </a:lnTo>
                  <a:lnTo>
                    <a:pt x="6858" y="4572"/>
                  </a:lnTo>
                  <a:lnTo>
                    <a:pt x="6096" y="5334"/>
                  </a:lnTo>
                  <a:lnTo>
                    <a:pt x="7620" y="5334"/>
                  </a:lnTo>
                  <a:lnTo>
                    <a:pt x="9144" y="6096"/>
                  </a:lnTo>
                  <a:lnTo>
                    <a:pt x="9144" y="9144"/>
                  </a:lnTo>
                  <a:lnTo>
                    <a:pt x="7620" y="9906"/>
                  </a:lnTo>
                  <a:lnTo>
                    <a:pt x="6096" y="9906"/>
                  </a:lnTo>
                  <a:lnTo>
                    <a:pt x="3810" y="9144"/>
                  </a:lnTo>
                  <a:lnTo>
                    <a:pt x="2286" y="10668"/>
                  </a:lnTo>
                  <a:lnTo>
                    <a:pt x="0" y="10668"/>
                  </a:lnTo>
                  <a:lnTo>
                    <a:pt x="0" y="9144"/>
                  </a:lnTo>
                  <a:lnTo>
                    <a:pt x="1524" y="7620"/>
                  </a:lnTo>
                  <a:lnTo>
                    <a:pt x="3048" y="6858"/>
                  </a:lnTo>
                  <a:lnTo>
                    <a:pt x="3810" y="5334"/>
                  </a:lnTo>
                  <a:lnTo>
                    <a:pt x="1524" y="5334"/>
                  </a:lnTo>
                  <a:lnTo>
                    <a:pt x="1524" y="2286"/>
                  </a:lnTo>
                  <a:lnTo>
                    <a:pt x="3048" y="2286"/>
                  </a:lnTo>
                  <a:lnTo>
                    <a:pt x="3810" y="762"/>
                  </a:lnTo>
                  <a:lnTo>
                    <a:pt x="5334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0" name="object 1480"/>
            <p:cNvSpPr/>
            <p:nvPr/>
          </p:nvSpPr>
          <p:spPr>
            <a:xfrm>
              <a:off x="3355847" y="2504693"/>
              <a:ext cx="10795" cy="5080"/>
            </a:xfrm>
            <a:custGeom>
              <a:avLst/>
              <a:gdLst/>
              <a:ahLst/>
              <a:cxnLst/>
              <a:rect l="l" t="t" r="r" b="b"/>
              <a:pathLst>
                <a:path w="10795" h="5080">
                  <a:moveTo>
                    <a:pt x="10667" y="0"/>
                  </a:moveTo>
                  <a:lnTo>
                    <a:pt x="9905" y="0"/>
                  </a:lnTo>
                  <a:lnTo>
                    <a:pt x="9143" y="762"/>
                  </a:lnTo>
                  <a:lnTo>
                    <a:pt x="6095" y="762"/>
                  </a:lnTo>
                  <a:lnTo>
                    <a:pt x="4571" y="1524"/>
                  </a:lnTo>
                  <a:lnTo>
                    <a:pt x="2285" y="1524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761" y="3810"/>
                  </a:lnTo>
                  <a:lnTo>
                    <a:pt x="2285" y="4572"/>
                  </a:lnTo>
                  <a:lnTo>
                    <a:pt x="5333" y="4572"/>
                  </a:lnTo>
                  <a:lnTo>
                    <a:pt x="6857" y="3810"/>
                  </a:lnTo>
                  <a:lnTo>
                    <a:pt x="7619" y="2286"/>
                  </a:lnTo>
                  <a:lnTo>
                    <a:pt x="9143" y="3048"/>
                  </a:lnTo>
                  <a:lnTo>
                    <a:pt x="10667" y="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1" name="object 1481"/>
            <p:cNvSpPr/>
            <p:nvPr/>
          </p:nvSpPr>
          <p:spPr>
            <a:xfrm>
              <a:off x="3355847" y="2504693"/>
              <a:ext cx="10795" cy="5080"/>
            </a:xfrm>
            <a:custGeom>
              <a:avLst/>
              <a:gdLst/>
              <a:ahLst/>
              <a:cxnLst/>
              <a:rect l="l" t="t" r="r" b="b"/>
              <a:pathLst>
                <a:path w="10795" h="5080">
                  <a:moveTo>
                    <a:pt x="10667" y="0"/>
                  </a:moveTo>
                  <a:lnTo>
                    <a:pt x="9143" y="3048"/>
                  </a:lnTo>
                  <a:lnTo>
                    <a:pt x="7619" y="2286"/>
                  </a:lnTo>
                  <a:lnTo>
                    <a:pt x="6857" y="3810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761" y="3810"/>
                  </a:lnTo>
                  <a:lnTo>
                    <a:pt x="0" y="2286"/>
                  </a:lnTo>
                  <a:lnTo>
                    <a:pt x="761" y="762"/>
                  </a:lnTo>
                  <a:lnTo>
                    <a:pt x="2285" y="1524"/>
                  </a:lnTo>
                  <a:lnTo>
                    <a:pt x="4571" y="1524"/>
                  </a:lnTo>
                  <a:lnTo>
                    <a:pt x="6095" y="762"/>
                  </a:lnTo>
                  <a:lnTo>
                    <a:pt x="9143" y="762"/>
                  </a:lnTo>
                  <a:lnTo>
                    <a:pt x="9905" y="0"/>
                  </a:lnTo>
                  <a:lnTo>
                    <a:pt x="10667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2" name="object 1482"/>
            <p:cNvSpPr/>
            <p:nvPr/>
          </p:nvSpPr>
          <p:spPr>
            <a:xfrm>
              <a:off x="3354323" y="2493264"/>
              <a:ext cx="6350" cy="10160"/>
            </a:xfrm>
            <a:custGeom>
              <a:avLst/>
              <a:gdLst/>
              <a:ahLst/>
              <a:cxnLst/>
              <a:rect l="l" t="t" r="r" b="b"/>
              <a:pathLst>
                <a:path w="6350" h="10160">
                  <a:moveTo>
                    <a:pt x="6096" y="5334"/>
                  </a:moveTo>
                  <a:lnTo>
                    <a:pt x="4572" y="4572"/>
                  </a:lnTo>
                  <a:lnTo>
                    <a:pt x="4572" y="3810"/>
                  </a:lnTo>
                  <a:lnTo>
                    <a:pt x="6096" y="2286"/>
                  </a:lnTo>
                  <a:lnTo>
                    <a:pt x="6096" y="0"/>
                  </a:lnTo>
                  <a:lnTo>
                    <a:pt x="3810" y="0"/>
                  </a:lnTo>
                  <a:lnTo>
                    <a:pt x="2286" y="0"/>
                  </a:lnTo>
                  <a:lnTo>
                    <a:pt x="1524" y="762"/>
                  </a:lnTo>
                  <a:lnTo>
                    <a:pt x="0" y="762"/>
                  </a:lnTo>
                  <a:lnTo>
                    <a:pt x="0" y="3810"/>
                  </a:lnTo>
                  <a:lnTo>
                    <a:pt x="762" y="5334"/>
                  </a:lnTo>
                  <a:lnTo>
                    <a:pt x="1524" y="5334"/>
                  </a:lnTo>
                  <a:lnTo>
                    <a:pt x="1524" y="7620"/>
                  </a:lnTo>
                  <a:lnTo>
                    <a:pt x="762" y="9144"/>
                  </a:lnTo>
                  <a:lnTo>
                    <a:pt x="1524" y="9906"/>
                  </a:lnTo>
                  <a:lnTo>
                    <a:pt x="2286" y="9906"/>
                  </a:lnTo>
                  <a:lnTo>
                    <a:pt x="3048" y="8382"/>
                  </a:lnTo>
                  <a:lnTo>
                    <a:pt x="4572" y="7620"/>
                  </a:lnTo>
                  <a:lnTo>
                    <a:pt x="6096" y="533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3" name="object 1483"/>
            <p:cNvSpPr/>
            <p:nvPr/>
          </p:nvSpPr>
          <p:spPr>
            <a:xfrm>
              <a:off x="3354323" y="2493264"/>
              <a:ext cx="6350" cy="10160"/>
            </a:xfrm>
            <a:custGeom>
              <a:avLst/>
              <a:gdLst/>
              <a:ahLst/>
              <a:cxnLst/>
              <a:rect l="l" t="t" r="r" b="b"/>
              <a:pathLst>
                <a:path w="6350" h="10160">
                  <a:moveTo>
                    <a:pt x="3810" y="0"/>
                  </a:moveTo>
                  <a:lnTo>
                    <a:pt x="6096" y="0"/>
                  </a:lnTo>
                  <a:lnTo>
                    <a:pt x="6096" y="2286"/>
                  </a:lnTo>
                  <a:lnTo>
                    <a:pt x="4572" y="3810"/>
                  </a:lnTo>
                  <a:lnTo>
                    <a:pt x="4572" y="4572"/>
                  </a:lnTo>
                  <a:lnTo>
                    <a:pt x="6096" y="5334"/>
                  </a:lnTo>
                  <a:lnTo>
                    <a:pt x="4572" y="7620"/>
                  </a:lnTo>
                  <a:lnTo>
                    <a:pt x="3048" y="8382"/>
                  </a:lnTo>
                  <a:lnTo>
                    <a:pt x="2286" y="9906"/>
                  </a:lnTo>
                  <a:lnTo>
                    <a:pt x="1524" y="9906"/>
                  </a:lnTo>
                  <a:lnTo>
                    <a:pt x="762" y="9144"/>
                  </a:lnTo>
                  <a:lnTo>
                    <a:pt x="1524" y="7620"/>
                  </a:lnTo>
                  <a:lnTo>
                    <a:pt x="1524" y="5334"/>
                  </a:lnTo>
                  <a:lnTo>
                    <a:pt x="762" y="5334"/>
                  </a:lnTo>
                  <a:lnTo>
                    <a:pt x="0" y="3810"/>
                  </a:lnTo>
                  <a:lnTo>
                    <a:pt x="0" y="762"/>
                  </a:lnTo>
                  <a:lnTo>
                    <a:pt x="1524" y="762"/>
                  </a:lnTo>
                  <a:lnTo>
                    <a:pt x="2286" y="0"/>
                  </a:lnTo>
                  <a:lnTo>
                    <a:pt x="3810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4" name="object 1484"/>
            <p:cNvSpPr/>
            <p:nvPr/>
          </p:nvSpPr>
          <p:spPr>
            <a:xfrm>
              <a:off x="3368039" y="2481833"/>
              <a:ext cx="5715" cy="6985"/>
            </a:xfrm>
            <a:custGeom>
              <a:avLst/>
              <a:gdLst/>
              <a:ahLst/>
              <a:cxnLst/>
              <a:rect l="l" t="t" r="r" b="b"/>
              <a:pathLst>
                <a:path w="5714" h="6985">
                  <a:moveTo>
                    <a:pt x="5334" y="6858"/>
                  </a:moveTo>
                  <a:lnTo>
                    <a:pt x="5334" y="761"/>
                  </a:lnTo>
                  <a:lnTo>
                    <a:pt x="4572" y="0"/>
                  </a:lnTo>
                  <a:lnTo>
                    <a:pt x="3048" y="0"/>
                  </a:lnTo>
                  <a:lnTo>
                    <a:pt x="3048" y="1524"/>
                  </a:lnTo>
                  <a:lnTo>
                    <a:pt x="2286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2286" y="2286"/>
                  </a:lnTo>
                  <a:lnTo>
                    <a:pt x="3048" y="3048"/>
                  </a:lnTo>
                  <a:lnTo>
                    <a:pt x="3048" y="5334"/>
                  </a:lnTo>
                  <a:lnTo>
                    <a:pt x="3810" y="6858"/>
                  </a:lnTo>
                  <a:lnTo>
                    <a:pt x="5334" y="685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5" name="object 1485"/>
            <p:cNvSpPr/>
            <p:nvPr/>
          </p:nvSpPr>
          <p:spPr>
            <a:xfrm>
              <a:off x="3368039" y="2481833"/>
              <a:ext cx="5715" cy="6985"/>
            </a:xfrm>
            <a:custGeom>
              <a:avLst/>
              <a:gdLst/>
              <a:ahLst/>
              <a:cxnLst/>
              <a:rect l="l" t="t" r="r" b="b"/>
              <a:pathLst>
                <a:path w="5714" h="6985">
                  <a:moveTo>
                    <a:pt x="3048" y="0"/>
                  </a:moveTo>
                  <a:lnTo>
                    <a:pt x="4572" y="0"/>
                  </a:lnTo>
                  <a:lnTo>
                    <a:pt x="5334" y="761"/>
                  </a:lnTo>
                  <a:lnTo>
                    <a:pt x="5334" y="6858"/>
                  </a:lnTo>
                  <a:lnTo>
                    <a:pt x="3810" y="6858"/>
                  </a:lnTo>
                  <a:lnTo>
                    <a:pt x="3048" y="5334"/>
                  </a:lnTo>
                  <a:lnTo>
                    <a:pt x="3048" y="3048"/>
                  </a:lnTo>
                  <a:lnTo>
                    <a:pt x="2286" y="2286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2286" y="1524"/>
                  </a:lnTo>
                  <a:lnTo>
                    <a:pt x="3048" y="1524"/>
                  </a:lnTo>
                  <a:lnTo>
                    <a:pt x="3048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6" name="object 1486"/>
            <p:cNvSpPr/>
            <p:nvPr/>
          </p:nvSpPr>
          <p:spPr>
            <a:xfrm>
              <a:off x="3355085" y="2481071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10">
                  <a:moveTo>
                    <a:pt x="7620" y="2285"/>
                  </a:moveTo>
                  <a:lnTo>
                    <a:pt x="7620" y="0"/>
                  </a:lnTo>
                  <a:lnTo>
                    <a:pt x="6096" y="761"/>
                  </a:lnTo>
                  <a:lnTo>
                    <a:pt x="5334" y="0"/>
                  </a:lnTo>
                  <a:lnTo>
                    <a:pt x="3048" y="0"/>
                  </a:lnTo>
                  <a:lnTo>
                    <a:pt x="2286" y="0"/>
                  </a:lnTo>
                  <a:lnTo>
                    <a:pt x="0" y="2286"/>
                  </a:lnTo>
                  <a:lnTo>
                    <a:pt x="1524" y="3810"/>
                  </a:lnTo>
                  <a:lnTo>
                    <a:pt x="3048" y="3048"/>
                  </a:lnTo>
                  <a:lnTo>
                    <a:pt x="5334" y="2286"/>
                  </a:lnTo>
                  <a:lnTo>
                    <a:pt x="7620" y="2285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7" name="object 1487"/>
            <p:cNvSpPr/>
            <p:nvPr/>
          </p:nvSpPr>
          <p:spPr>
            <a:xfrm>
              <a:off x="3355085" y="2481071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10">
                  <a:moveTo>
                    <a:pt x="3048" y="0"/>
                  </a:moveTo>
                  <a:lnTo>
                    <a:pt x="5334" y="0"/>
                  </a:lnTo>
                  <a:lnTo>
                    <a:pt x="6096" y="761"/>
                  </a:lnTo>
                  <a:lnTo>
                    <a:pt x="7620" y="0"/>
                  </a:lnTo>
                  <a:lnTo>
                    <a:pt x="7620" y="2285"/>
                  </a:lnTo>
                  <a:lnTo>
                    <a:pt x="5334" y="2286"/>
                  </a:lnTo>
                  <a:lnTo>
                    <a:pt x="3048" y="3048"/>
                  </a:lnTo>
                  <a:lnTo>
                    <a:pt x="1524" y="3810"/>
                  </a:lnTo>
                  <a:lnTo>
                    <a:pt x="0" y="2286"/>
                  </a:lnTo>
                  <a:lnTo>
                    <a:pt x="2286" y="0"/>
                  </a:lnTo>
                  <a:lnTo>
                    <a:pt x="3048" y="0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8" name="object 1488"/>
            <p:cNvSpPr/>
            <p:nvPr/>
          </p:nvSpPr>
          <p:spPr>
            <a:xfrm>
              <a:off x="3360419" y="2467355"/>
              <a:ext cx="5080" cy="6985"/>
            </a:xfrm>
            <a:custGeom>
              <a:avLst/>
              <a:gdLst/>
              <a:ahLst/>
              <a:cxnLst/>
              <a:rect l="l" t="t" r="r" b="b"/>
              <a:pathLst>
                <a:path w="5079" h="6985">
                  <a:moveTo>
                    <a:pt x="4572" y="4572"/>
                  </a:moveTo>
                  <a:lnTo>
                    <a:pt x="4572" y="3048"/>
                  </a:lnTo>
                  <a:lnTo>
                    <a:pt x="1524" y="1524"/>
                  </a:lnTo>
                  <a:lnTo>
                    <a:pt x="2286" y="1524"/>
                  </a:lnTo>
                  <a:lnTo>
                    <a:pt x="762" y="0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762" y="3810"/>
                  </a:lnTo>
                  <a:lnTo>
                    <a:pt x="0" y="5334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1524" y="5334"/>
                  </a:lnTo>
                  <a:lnTo>
                    <a:pt x="3048" y="5334"/>
                  </a:lnTo>
                  <a:lnTo>
                    <a:pt x="4572" y="457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9" name="object 1489"/>
            <p:cNvSpPr/>
            <p:nvPr/>
          </p:nvSpPr>
          <p:spPr>
            <a:xfrm>
              <a:off x="3360419" y="2467355"/>
              <a:ext cx="5080" cy="6985"/>
            </a:xfrm>
            <a:custGeom>
              <a:avLst/>
              <a:gdLst/>
              <a:ahLst/>
              <a:cxnLst/>
              <a:rect l="l" t="t" r="r" b="b"/>
              <a:pathLst>
                <a:path w="5079" h="6985">
                  <a:moveTo>
                    <a:pt x="1524" y="1524"/>
                  </a:moveTo>
                  <a:lnTo>
                    <a:pt x="3048" y="2286"/>
                  </a:lnTo>
                  <a:lnTo>
                    <a:pt x="4572" y="3048"/>
                  </a:lnTo>
                  <a:lnTo>
                    <a:pt x="4572" y="4572"/>
                  </a:lnTo>
                  <a:lnTo>
                    <a:pt x="3048" y="5334"/>
                  </a:lnTo>
                  <a:lnTo>
                    <a:pt x="1524" y="5334"/>
                  </a:lnTo>
                  <a:lnTo>
                    <a:pt x="762" y="6858"/>
                  </a:lnTo>
                  <a:lnTo>
                    <a:pt x="0" y="6858"/>
                  </a:lnTo>
                  <a:lnTo>
                    <a:pt x="0" y="5334"/>
                  </a:lnTo>
                  <a:lnTo>
                    <a:pt x="762" y="3810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762" y="0"/>
                  </a:lnTo>
                  <a:lnTo>
                    <a:pt x="2286" y="1524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0" name="object 1490"/>
            <p:cNvSpPr/>
            <p:nvPr/>
          </p:nvSpPr>
          <p:spPr>
            <a:xfrm>
              <a:off x="3365753" y="2469641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79" h="6350">
                  <a:moveTo>
                    <a:pt x="4572" y="4572"/>
                  </a:moveTo>
                  <a:lnTo>
                    <a:pt x="4572" y="3048"/>
                  </a:lnTo>
                  <a:lnTo>
                    <a:pt x="2286" y="1524"/>
                  </a:lnTo>
                  <a:lnTo>
                    <a:pt x="2286" y="762"/>
                  </a:lnTo>
                  <a:lnTo>
                    <a:pt x="1524" y="0"/>
                  </a:lnTo>
                  <a:lnTo>
                    <a:pt x="762" y="762"/>
                  </a:lnTo>
                  <a:lnTo>
                    <a:pt x="762" y="2286"/>
                  </a:lnTo>
                  <a:lnTo>
                    <a:pt x="1524" y="3048"/>
                  </a:lnTo>
                  <a:lnTo>
                    <a:pt x="1524" y="4572"/>
                  </a:lnTo>
                  <a:lnTo>
                    <a:pt x="0" y="4572"/>
                  </a:lnTo>
                  <a:lnTo>
                    <a:pt x="762" y="6096"/>
                  </a:lnTo>
                  <a:lnTo>
                    <a:pt x="1524" y="5334"/>
                  </a:lnTo>
                  <a:lnTo>
                    <a:pt x="3810" y="4572"/>
                  </a:lnTo>
                  <a:lnTo>
                    <a:pt x="4572" y="4572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1" name="object 1491"/>
            <p:cNvSpPr/>
            <p:nvPr/>
          </p:nvSpPr>
          <p:spPr>
            <a:xfrm>
              <a:off x="3365753" y="2469641"/>
              <a:ext cx="5080" cy="6350"/>
            </a:xfrm>
            <a:custGeom>
              <a:avLst/>
              <a:gdLst/>
              <a:ahLst/>
              <a:cxnLst/>
              <a:rect l="l" t="t" r="r" b="b"/>
              <a:pathLst>
                <a:path w="5079" h="6350">
                  <a:moveTo>
                    <a:pt x="2286" y="1524"/>
                  </a:moveTo>
                  <a:lnTo>
                    <a:pt x="4572" y="3048"/>
                  </a:lnTo>
                  <a:lnTo>
                    <a:pt x="4572" y="4572"/>
                  </a:lnTo>
                  <a:lnTo>
                    <a:pt x="3810" y="4572"/>
                  </a:lnTo>
                  <a:lnTo>
                    <a:pt x="1524" y="5334"/>
                  </a:lnTo>
                  <a:lnTo>
                    <a:pt x="762" y="6096"/>
                  </a:lnTo>
                  <a:lnTo>
                    <a:pt x="0" y="4572"/>
                  </a:lnTo>
                  <a:lnTo>
                    <a:pt x="1524" y="4572"/>
                  </a:lnTo>
                  <a:lnTo>
                    <a:pt x="1524" y="3048"/>
                  </a:lnTo>
                  <a:lnTo>
                    <a:pt x="762" y="2286"/>
                  </a:lnTo>
                  <a:lnTo>
                    <a:pt x="762" y="762"/>
                  </a:lnTo>
                  <a:lnTo>
                    <a:pt x="1524" y="0"/>
                  </a:lnTo>
                  <a:lnTo>
                    <a:pt x="2286" y="762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2" name="object 1492"/>
            <p:cNvSpPr/>
            <p:nvPr/>
          </p:nvSpPr>
          <p:spPr>
            <a:xfrm>
              <a:off x="3360419" y="2490978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6096" y="1524"/>
                  </a:moveTo>
                  <a:lnTo>
                    <a:pt x="6096" y="0"/>
                  </a:lnTo>
                  <a:lnTo>
                    <a:pt x="5334" y="0"/>
                  </a:lnTo>
                  <a:lnTo>
                    <a:pt x="3810" y="762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762" y="3048"/>
                  </a:lnTo>
                  <a:lnTo>
                    <a:pt x="762" y="6096"/>
                  </a:lnTo>
                  <a:lnTo>
                    <a:pt x="1524" y="6858"/>
                  </a:lnTo>
                  <a:lnTo>
                    <a:pt x="3048" y="6096"/>
                  </a:lnTo>
                  <a:lnTo>
                    <a:pt x="3810" y="4572"/>
                  </a:lnTo>
                  <a:lnTo>
                    <a:pt x="4572" y="3429"/>
                  </a:lnTo>
                  <a:lnTo>
                    <a:pt x="4572" y="3048"/>
                  </a:lnTo>
                  <a:lnTo>
                    <a:pt x="6096" y="1524"/>
                  </a:lnTo>
                  <a:close/>
                </a:path>
                <a:path w="6350" h="6985">
                  <a:moveTo>
                    <a:pt x="5334" y="2286"/>
                  </a:moveTo>
                  <a:lnTo>
                    <a:pt x="4572" y="3048"/>
                  </a:lnTo>
                  <a:lnTo>
                    <a:pt x="4572" y="3429"/>
                  </a:lnTo>
                  <a:lnTo>
                    <a:pt x="5334" y="2286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3" name="object 1493"/>
            <p:cNvSpPr/>
            <p:nvPr/>
          </p:nvSpPr>
          <p:spPr>
            <a:xfrm>
              <a:off x="3360419" y="2490978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5334" y="2286"/>
                  </a:moveTo>
                  <a:lnTo>
                    <a:pt x="3810" y="3810"/>
                  </a:lnTo>
                  <a:lnTo>
                    <a:pt x="3048" y="6096"/>
                  </a:lnTo>
                  <a:lnTo>
                    <a:pt x="1524" y="6858"/>
                  </a:lnTo>
                  <a:lnTo>
                    <a:pt x="762" y="6096"/>
                  </a:lnTo>
                  <a:lnTo>
                    <a:pt x="762" y="3048"/>
                  </a:lnTo>
                  <a:lnTo>
                    <a:pt x="0" y="2286"/>
                  </a:lnTo>
                  <a:lnTo>
                    <a:pt x="762" y="762"/>
                  </a:lnTo>
                  <a:lnTo>
                    <a:pt x="3810" y="762"/>
                  </a:lnTo>
                  <a:lnTo>
                    <a:pt x="5334" y="0"/>
                  </a:lnTo>
                  <a:lnTo>
                    <a:pt x="6096" y="0"/>
                  </a:lnTo>
                  <a:lnTo>
                    <a:pt x="6096" y="1524"/>
                  </a:lnTo>
                  <a:lnTo>
                    <a:pt x="4572" y="3048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4" name="object 1494"/>
            <p:cNvSpPr/>
            <p:nvPr/>
          </p:nvSpPr>
          <p:spPr>
            <a:xfrm>
              <a:off x="3365753" y="2500883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6858" y="4572"/>
                  </a:moveTo>
                  <a:lnTo>
                    <a:pt x="5334" y="3810"/>
                  </a:lnTo>
                  <a:lnTo>
                    <a:pt x="4572" y="2286"/>
                  </a:lnTo>
                  <a:lnTo>
                    <a:pt x="4572" y="762"/>
                  </a:lnTo>
                  <a:lnTo>
                    <a:pt x="2286" y="762"/>
                  </a:lnTo>
                  <a:lnTo>
                    <a:pt x="2286" y="0"/>
                  </a:lnTo>
                  <a:lnTo>
                    <a:pt x="1524" y="1524"/>
                  </a:lnTo>
                  <a:lnTo>
                    <a:pt x="762" y="2286"/>
                  </a:lnTo>
                  <a:lnTo>
                    <a:pt x="0" y="2286"/>
                  </a:lnTo>
                  <a:lnTo>
                    <a:pt x="0" y="4572"/>
                  </a:lnTo>
                  <a:lnTo>
                    <a:pt x="762" y="5334"/>
                  </a:lnTo>
                  <a:lnTo>
                    <a:pt x="2286" y="5334"/>
                  </a:lnTo>
                  <a:lnTo>
                    <a:pt x="2286" y="6858"/>
                  </a:lnTo>
                  <a:lnTo>
                    <a:pt x="3810" y="5334"/>
                  </a:lnTo>
                  <a:lnTo>
                    <a:pt x="4572" y="6096"/>
                  </a:lnTo>
                  <a:lnTo>
                    <a:pt x="6858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5" name="object 1495"/>
            <p:cNvSpPr/>
            <p:nvPr/>
          </p:nvSpPr>
          <p:spPr>
            <a:xfrm>
              <a:off x="3365753" y="2500883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2286" y="762"/>
                  </a:moveTo>
                  <a:lnTo>
                    <a:pt x="4572" y="762"/>
                  </a:lnTo>
                  <a:lnTo>
                    <a:pt x="4572" y="2286"/>
                  </a:lnTo>
                  <a:lnTo>
                    <a:pt x="5334" y="3810"/>
                  </a:lnTo>
                  <a:lnTo>
                    <a:pt x="6858" y="4572"/>
                  </a:lnTo>
                  <a:lnTo>
                    <a:pt x="4572" y="6096"/>
                  </a:lnTo>
                  <a:lnTo>
                    <a:pt x="3810" y="5334"/>
                  </a:lnTo>
                  <a:lnTo>
                    <a:pt x="2286" y="6858"/>
                  </a:lnTo>
                  <a:lnTo>
                    <a:pt x="2286" y="5334"/>
                  </a:lnTo>
                  <a:lnTo>
                    <a:pt x="762" y="5334"/>
                  </a:lnTo>
                  <a:lnTo>
                    <a:pt x="0" y="4572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1524" y="1524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6" name="object 1496"/>
            <p:cNvSpPr/>
            <p:nvPr/>
          </p:nvSpPr>
          <p:spPr>
            <a:xfrm>
              <a:off x="3364229" y="2480309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5334" y="1524"/>
                  </a:moveTo>
                  <a:lnTo>
                    <a:pt x="5334" y="0"/>
                  </a:lnTo>
                  <a:lnTo>
                    <a:pt x="3048" y="1524"/>
                  </a:lnTo>
                  <a:lnTo>
                    <a:pt x="761" y="1524"/>
                  </a:lnTo>
                  <a:lnTo>
                    <a:pt x="0" y="3048"/>
                  </a:lnTo>
                  <a:lnTo>
                    <a:pt x="0" y="3810"/>
                  </a:lnTo>
                  <a:lnTo>
                    <a:pt x="1524" y="4572"/>
                  </a:lnTo>
                  <a:lnTo>
                    <a:pt x="3048" y="3048"/>
                  </a:lnTo>
                  <a:lnTo>
                    <a:pt x="5334" y="152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7" name="object 1497"/>
            <p:cNvSpPr/>
            <p:nvPr/>
          </p:nvSpPr>
          <p:spPr>
            <a:xfrm>
              <a:off x="3364229" y="2480309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0" y="3048"/>
                  </a:moveTo>
                  <a:lnTo>
                    <a:pt x="761" y="1524"/>
                  </a:lnTo>
                  <a:lnTo>
                    <a:pt x="3048" y="1524"/>
                  </a:lnTo>
                  <a:lnTo>
                    <a:pt x="5334" y="0"/>
                  </a:lnTo>
                  <a:lnTo>
                    <a:pt x="5334" y="1524"/>
                  </a:lnTo>
                  <a:lnTo>
                    <a:pt x="3048" y="3048"/>
                  </a:lnTo>
                  <a:lnTo>
                    <a:pt x="2286" y="3810"/>
                  </a:lnTo>
                  <a:lnTo>
                    <a:pt x="1524" y="4572"/>
                  </a:lnTo>
                  <a:lnTo>
                    <a:pt x="0" y="3810"/>
                  </a:lnTo>
                  <a:lnTo>
                    <a:pt x="0" y="3048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8" name="object 1498"/>
            <p:cNvSpPr/>
            <p:nvPr/>
          </p:nvSpPr>
          <p:spPr>
            <a:xfrm>
              <a:off x="3362705" y="2473451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3048" y="1524"/>
                  </a:moveTo>
                  <a:lnTo>
                    <a:pt x="2286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1524" y="2286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9" name="object 1499"/>
            <p:cNvSpPr/>
            <p:nvPr/>
          </p:nvSpPr>
          <p:spPr>
            <a:xfrm>
              <a:off x="3362705" y="2473451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2286" y="0"/>
                  </a:moveTo>
                  <a:lnTo>
                    <a:pt x="3048" y="1524"/>
                  </a:lnTo>
                  <a:lnTo>
                    <a:pt x="1524" y="2286"/>
                  </a:lnTo>
                  <a:lnTo>
                    <a:pt x="0" y="2286"/>
                  </a:lnTo>
                  <a:lnTo>
                    <a:pt x="762" y="762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0" name="object 1500"/>
            <p:cNvSpPr/>
            <p:nvPr/>
          </p:nvSpPr>
          <p:spPr>
            <a:xfrm>
              <a:off x="3354323" y="2484881"/>
              <a:ext cx="3810" cy="5080"/>
            </a:xfrm>
            <a:custGeom>
              <a:avLst/>
              <a:gdLst/>
              <a:ahLst/>
              <a:cxnLst/>
              <a:rect l="l" t="t" r="r" b="b"/>
              <a:pathLst>
                <a:path w="3810" h="5080">
                  <a:moveTo>
                    <a:pt x="3810" y="3048"/>
                  </a:moveTo>
                  <a:lnTo>
                    <a:pt x="3048" y="762"/>
                  </a:lnTo>
                  <a:lnTo>
                    <a:pt x="1524" y="762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762" y="2286"/>
                  </a:lnTo>
                  <a:lnTo>
                    <a:pt x="0" y="3810"/>
                  </a:lnTo>
                  <a:lnTo>
                    <a:pt x="1524" y="4572"/>
                  </a:lnTo>
                  <a:lnTo>
                    <a:pt x="2286" y="3810"/>
                  </a:lnTo>
                  <a:lnTo>
                    <a:pt x="3810" y="3048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1" name="object 1501"/>
            <p:cNvSpPr/>
            <p:nvPr/>
          </p:nvSpPr>
          <p:spPr>
            <a:xfrm>
              <a:off x="3354323" y="2484881"/>
              <a:ext cx="3810" cy="5080"/>
            </a:xfrm>
            <a:custGeom>
              <a:avLst/>
              <a:gdLst/>
              <a:ahLst/>
              <a:cxnLst/>
              <a:rect l="l" t="t" r="r" b="b"/>
              <a:pathLst>
                <a:path w="3810" h="5080">
                  <a:moveTo>
                    <a:pt x="1524" y="762"/>
                  </a:moveTo>
                  <a:lnTo>
                    <a:pt x="3048" y="762"/>
                  </a:lnTo>
                  <a:lnTo>
                    <a:pt x="3810" y="3048"/>
                  </a:lnTo>
                  <a:lnTo>
                    <a:pt x="2286" y="3810"/>
                  </a:lnTo>
                  <a:lnTo>
                    <a:pt x="1524" y="4572"/>
                  </a:lnTo>
                  <a:lnTo>
                    <a:pt x="0" y="3810"/>
                  </a:lnTo>
                  <a:lnTo>
                    <a:pt x="762" y="2286"/>
                  </a:lnTo>
                  <a:lnTo>
                    <a:pt x="762" y="0"/>
                  </a:lnTo>
                  <a:lnTo>
                    <a:pt x="1524" y="0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2" name="object 1502"/>
            <p:cNvSpPr/>
            <p:nvPr/>
          </p:nvSpPr>
          <p:spPr>
            <a:xfrm>
              <a:off x="3356609" y="2588514"/>
              <a:ext cx="18415" cy="13335"/>
            </a:xfrm>
            <a:custGeom>
              <a:avLst/>
              <a:gdLst/>
              <a:ahLst/>
              <a:cxnLst/>
              <a:rect l="l" t="t" r="r" b="b"/>
              <a:pathLst>
                <a:path w="18414" h="13335">
                  <a:moveTo>
                    <a:pt x="18288" y="10667"/>
                  </a:moveTo>
                  <a:lnTo>
                    <a:pt x="18288" y="2285"/>
                  </a:lnTo>
                  <a:lnTo>
                    <a:pt x="17526" y="761"/>
                  </a:lnTo>
                  <a:lnTo>
                    <a:pt x="16002" y="0"/>
                  </a:lnTo>
                  <a:lnTo>
                    <a:pt x="1524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10668"/>
                  </a:lnTo>
                  <a:lnTo>
                    <a:pt x="762" y="12192"/>
                  </a:lnTo>
                  <a:lnTo>
                    <a:pt x="1524" y="12954"/>
                  </a:lnTo>
                  <a:lnTo>
                    <a:pt x="16002" y="12954"/>
                  </a:lnTo>
                  <a:lnTo>
                    <a:pt x="17526" y="12191"/>
                  </a:lnTo>
                  <a:lnTo>
                    <a:pt x="18288" y="10667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3" name="object 1503"/>
            <p:cNvSpPr/>
            <p:nvPr/>
          </p:nvSpPr>
          <p:spPr>
            <a:xfrm>
              <a:off x="3356609" y="2588514"/>
              <a:ext cx="18415" cy="13335"/>
            </a:xfrm>
            <a:custGeom>
              <a:avLst/>
              <a:gdLst/>
              <a:ahLst/>
              <a:cxnLst/>
              <a:rect l="l" t="t" r="r" b="b"/>
              <a:pathLst>
                <a:path w="18414" h="13335">
                  <a:moveTo>
                    <a:pt x="1524" y="0"/>
                  </a:moveTo>
                  <a:lnTo>
                    <a:pt x="762" y="762"/>
                  </a:lnTo>
                  <a:lnTo>
                    <a:pt x="0" y="2286"/>
                  </a:lnTo>
                  <a:lnTo>
                    <a:pt x="0" y="10668"/>
                  </a:lnTo>
                  <a:lnTo>
                    <a:pt x="762" y="12192"/>
                  </a:lnTo>
                  <a:lnTo>
                    <a:pt x="1524" y="12954"/>
                  </a:lnTo>
                  <a:lnTo>
                    <a:pt x="16002" y="12954"/>
                  </a:lnTo>
                  <a:lnTo>
                    <a:pt x="17526" y="12191"/>
                  </a:lnTo>
                  <a:lnTo>
                    <a:pt x="18288" y="10667"/>
                  </a:lnTo>
                  <a:lnTo>
                    <a:pt x="18288" y="2285"/>
                  </a:lnTo>
                  <a:lnTo>
                    <a:pt x="17526" y="761"/>
                  </a:lnTo>
                  <a:lnTo>
                    <a:pt x="16002" y="0"/>
                  </a:lnTo>
                  <a:lnTo>
                    <a:pt x="152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4" name="object 1504"/>
            <p:cNvSpPr/>
            <p:nvPr/>
          </p:nvSpPr>
          <p:spPr>
            <a:xfrm>
              <a:off x="3355847" y="2585465"/>
              <a:ext cx="20320" cy="5715"/>
            </a:xfrm>
            <a:custGeom>
              <a:avLst/>
              <a:gdLst/>
              <a:ahLst/>
              <a:cxnLst/>
              <a:rect l="l" t="t" r="r" b="b"/>
              <a:pathLst>
                <a:path w="20320" h="5714">
                  <a:moveTo>
                    <a:pt x="19812" y="0"/>
                  </a:moveTo>
                  <a:lnTo>
                    <a:pt x="0" y="762"/>
                  </a:lnTo>
                  <a:lnTo>
                    <a:pt x="0" y="5334"/>
                  </a:lnTo>
                  <a:lnTo>
                    <a:pt x="19050" y="5334"/>
                  </a:lnTo>
                  <a:lnTo>
                    <a:pt x="198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5" name="object 1505"/>
            <p:cNvSpPr/>
            <p:nvPr/>
          </p:nvSpPr>
          <p:spPr>
            <a:xfrm>
              <a:off x="3355847" y="2585465"/>
              <a:ext cx="20320" cy="5715"/>
            </a:xfrm>
            <a:custGeom>
              <a:avLst/>
              <a:gdLst/>
              <a:ahLst/>
              <a:cxnLst/>
              <a:rect l="l" t="t" r="r" b="b"/>
              <a:pathLst>
                <a:path w="20320" h="5714">
                  <a:moveTo>
                    <a:pt x="19812" y="0"/>
                  </a:moveTo>
                  <a:lnTo>
                    <a:pt x="19050" y="5334"/>
                  </a:lnTo>
                  <a:lnTo>
                    <a:pt x="0" y="5334"/>
                  </a:lnTo>
                  <a:lnTo>
                    <a:pt x="0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6" name="object 1506"/>
            <p:cNvSpPr/>
            <p:nvPr/>
          </p:nvSpPr>
          <p:spPr>
            <a:xfrm>
              <a:off x="3355847" y="2576321"/>
              <a:ext cx="20320" cy="11430"/>
            </a:xfrm>
            <a:custGeom>
              <a:avLst/>
              <a:gdLst/>
              <a:ahLst/>
              <a:cxnLst/>
              <a:rect l="l" t="t" r="r" b="b"/>
              <a:pathLst>
                <a:path w="20320" h="11430">
                  <a:moveTo>
                    <a:pt x="19812" y="9143"/>
                  </a:moveTo>
                  <a:lnTo>
                    <a:pt x="19812" y="2285"/>
                  </a:lnTo>
                  <a:lnTo>
                    <a:pt x="19050" y="761"/>
                  </a:lnTo>
                  <a:lnTo>
                    <a:pt x="17526" y="0"/>
                  </a:lnTo>
                  <a:lnTo>
                    <a:pt x="1524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9144"/>
                  </a:lnTo>
                  <a:lnTo>
                    <a:pt x="762" y="10668"/>
                  </a:lnTo>
                  <a:lnTo>
                    <a:pt x="1524" y="11430"/>
                  </a:lnTo>
                  <a:lnTo>
                    <a:pt x="17526" y="11429"/>
                  </a:lnTo>
                  <a:lnTo>
                    <a:pt x="19050" y="10667"/>
                  </a:lnTo>
                  <a:lnTo>
                    <a:pt x="19812" y="9143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7" name="object 1507"/>
            <p:cNvSpPr/>
            <p:nvPr/>
          </p:nvSpPr>
          <p:spPr>
            <a:xfrm>
              <a:off x="3355847" y="2576321"/>
              <a:ext cx="20320" cy="11430"/>
            </a:xfrm>
            <a:custGeom>
              <a:avLst/>
              <a:gdLst/>
              <a:ahLst/>
              <a:cxnLst/>
              <a:rect l="l" t="t" r="r" b="b"/>
              <a:pathLst>
                <a:path w="20320" h="11430">
                  <a:moveTo>
                    <a:pt x="1524" y="0"/>
                  </a:moveTo>
                  <a:lnTo>
                    <a:pt x="762" y="762"/>
                  </a:lnTo>
                  <a:lnTo>
                    <a:pt x="0" y="2286"/>
                  </a:lnTo>
                  <a:lnTo>
                    <a:pt x="0" y="9144"/>
                  </a:lnTo>
                  <a:lnTo>
                    <a:pt x="762" y="10668"/>
                  </a:lnTo>
                  <a:lnTo>
                    <a:pt x="1524" y="11430"/>
                  </a:lnTo>
                  <a:lnTo>
                    <a:pt x="17526" y="11429"/>
                  </a:lnTo>
                  <a:lnTo>
                    <a:pt x="19050" y="10667"/>
                  </a:lnTo>
                  <a:lnTo>
                    <a:pt x="19812" y="9143"/>
                  </a:lnTo>
                  <a:lnTo>
                    <a:pt x="19812" y="2285"/>
                  </a:lnTo>
                  <a:lnTo>
                    <a:pt x="19050" y="761"/>
                  </a:lnTo>
                  <a:lnTo>
                    <a:pt x="17526" y="0"/>
                  </a:lnTo>
                  <a:lnTo>
                    <a:pt x="152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8" name="object 1508"/>
            <p:cNvSpPr/>
            <p:nvPr/>
          </p:nvSpPr>
          <p:spPr>
            <a:xfrm>
              <a:off x="3362705" y="2578607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5" h="3810">
                  <a:moveTo>
                    <a:pt x="6858" y="3810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6858" y="3810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9" name="object 1509"/>
            <p:cNvSpPr/>
            <p:nvPr/>
          </p:nvSpPr>
          <p:spPr>
            <a:xfrm>
              <a:off x="3357371" y="2577845"/>
              <a:ext cx="16510" cy="12700"/>
            </a:xfrm>
            <a:custGeom>
              <a:avLst/>
              <a:gdLst/>
              <a:ahLst/>
              <a:cxnLst/>
              <a:rect l="l" t="t" r="r" b="b"/>
              <a:pathLst>
                <a:path w="16510" h="12700">
                  <a:moveTo>
                    <a:pt x="12191" y="4572"/>
                  </a:moveTo>
                  <a:lnTo>
                    <a:pt x="12191" y="0"/>
                  </a:lnTo>
                  <a:lnTo>
                    <a:pt x="4571" y="0"/>
                  </a:lnTo>
                  <a:lnTo>
                    <a:pt x="4571" y="4572"/>
                  </a:lnTo>
                  <a:lnTo>
                    <a:pt x="12191" y="4572"/>
                  </a:lnTo>
                  <a:close/>
                </a:path>
                <a:path w="16510" h="12700">
                  <a:moveTo>
                    <a:pt x="0" y="10668"/>
                  </a:moveTo>
                  <a:lnTo>
                    <a:pt x="3048" y="12192"/>
                  </a:lnTo>
                </a:path>
                <a:path w="16510" h="12700">
                  <a:moveTo>
                    <a:pt x="12191" y="12192"/>
                  </a:moveTo>
                  <a:lnTo>
                    <a:pt x="16001" y="10668"/>
                  </a:lnTo>
                </a:path>
                <a:path w="16510" h="12700">
                  <a:moveTo>
                    <a:pt x="13715" y="11430"/>
                  </a:moveTo>
                  <a:lnTo>
                    <a:pt x="13715" y="114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0" name="object 1510"/>
            <p:cNvSpPr/>
            <p:nvPr/>
          </p:nvSpPr>
          <p:spPr>
            <a:xfrm>
              <a:off x="3358133" y="2589275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 h="0">
                  <a:moveTo>
                    <a:pt x="0" y="0"/>
                  </a:moveTo>
                  <a:lnTo>
                    <a:pt x="7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1" name="object 1511"/>
            <p:cNvSpPr/>
            <p:nvPr/>
          </p:nvSpPr>
          <p:spPr>
            <a:xfrm>
              <a:off x="3355847" y="2557271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19">
                  <a:moveTo>
                    <a:pt x="19050" y="19811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9811"/>
                  </a:lnTo>
                  <a:lnTo>
                    <a:pt x="19050" y="19811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2" name="object 1512"/>
            <p:cNvSpPr/>
            <p:nvPr/>
          </p:nvSpPr>
          <p:spPr>
            <a:xfrm>
              <a:off x="3355085" y="2556509"/>
              <a:ext cx="20320" cy="43180"/>
            </a:xfrm>
            <a:custGeom>
              <a:avLst/>
              <a:gdLst/>
              <a:ahLst/>
              <a:cxnLst/>
              <a:rect l="l" t="t" r="r" b="b"/>
              <a:pathLst>
                <a:path w="20320" h="43180">
                  <a:moveTo>
                    <a:pt x="19812" y="20574"/>
                  </a:moveTo>
                  <a:lnTo>
                    <a:pt x="19812" y="0"/>
                  </a:lnTo>
                  <a:lnTo>
                    <a:pt x="0" y="0"/>
                  </a:lnTo>
                  <a:lnTo>
                    <a:pt x="0" y="20574"/>
                  </a:lnTo>
                  <a:lnTo>
                    <a:pt x="19812" y="20574"/>
                  </a:lnTo>
                  <a:close/>
                </a:path>
                <a:path w="20320" h="43180">
                  <a:moveTo>
                    <a:pt x="19812" y="20574"/>
                  </a:moveTo>
                  <a:lnTo>
                    <a:pt x="0" y="20574"/>
                  </a:lnTo>
                </a:path>
                <a:path w="20320" h="43180">
                  <a:moveTo>
                    <a:pt x="9143" y="32004"/>
                  </a:moveTo>
                  <a:lnTo>
                    <a:pt x="9143" y="32004"/>
                  </a:lnTo>
                </a:path>
                <a:path w="20320" h="43180">
                  <a:moveTo>
                    <a:pt x="11429" y="31242"/>
                  </a:moveTo>
                  <a:lnTo>
                    <a:pt x="11429" y="32004"/>
                  </a:lnTo>
                </a:path>
                <a:path w="20320" h="43180">
                  <a:moveTo>
                    <a:pt x="16763" y="33528"/>
                  </a:moveTo>
                  <a:lnTo>
                    <a:pt x="16763" y="38862"/>
                  </a:lnTo>
                  <a:lnTo>
                    <a:pt x="16001" y="40386"/>
                  </a:lnTo>
                  <a:lnTo>
                    <a:pt x="16001" y="42672"/>
                  </a:lnTo>
                </a:path>
                <a:path w="20320" h="43180">
                  <a:moveTo>
                    <a:pt x="5334" y="42672"/>
                  </a:moveTo>
                  <a:lnTo>
                    <a:pt x="3810" y="41148"/>
                  </a:lnTo>
                  <a:lnTo>
                    <a:pt x="3810" y="38862"/>
                  </a:lnTo>
                  <a:lnTo>
                    <a:pt x="3048" y="35052"/>
                  </a:lnTo>
                  <a:lnTo>
                    <a:pt x="3048" y="335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3" name="object 1513"/>
            <p:cNvSpPr/>
            <p:nvPr/>
          </p:nvSpPr>
          <p:spPr>
            <a:xfrm>
              <a:off x="3355085" y="2599182"/>
              <a:ext cx="20955" cy="3810"/>
            </a:xfrm>
            <a:custGeom>
              <a:avLst/>
              <a:gdLst/>
              <a:ahLst/>
              <a:cxnLst/>
              <a:rect l="l" t="t" r="r" b="b"/>
              <a:pathLst>
                <a:path w="20954" h="3810">
                  <a:moveTo>
                    <a:pt x="20574" y="1524"/>
                  </a:moveTo>
                  <a:lnTo>
                    <a:pt x="20574" y="0"/>
                  </a:lnTo>
                  <a:lnTo>
                    <a:pt x="17526" y="2286"/>
                  </a:lnTo>
                  <a:lnTo>
                    <a:pt x="2286" y="2286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2286" y="3810"/>
                  </a:lnTo>
                  <a:lnTo>
                    <a:pt x="18288" y="3810"/>
                  </a:lnTo>
                  <a:lnTo>
                    <a:pt x="20574" y="1524"/>
                  </a:lnTo>
                  <a:close/>
                </a:path>
              </a:pathLst>
            </a:custGeom>
            <a:solidFill>
              <a:srgbClr val="FFF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4" name="object 1514"/>
            <p:cNvSpPr/>
            <p:nvPr/>
          </p:nvSpPr>
          <p:spPr>
            <a:xfrm>
              <a:off x="3355085" y="2599182"/>
              <a:ext cx="20955" cy="3810"/>
            </a:xfrm>
            <a:custGeom>
              <a:avLst/>
              <a:gdLst/>
              <a:ahLst/>
              <a:cxnLst/>
              <a:rect l="l" t="t" r="r" b="b"/>
              <a:pathLst>
                <a:path w="20954" h="3810">
                  <a:moveTo>
                    <a:pt x="20574" y="0"/>
                  </a:moveTo>
                  <a:lnTo>
                    <a:pt x="17526" y="2286"/>
                  </a:lnTo>
                  <a:lnTo>
                    <a:pt x="2286" y="2286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2286" y="3810"/>
                  </a:lnTo>
                  <a:lnTo>
                    <a:pt x="18288" y="3810"/>
                  </a:lnTo>
                  <a:lnTo>
                    <a:pt x="20574" y="1524"/>
                  </a:lnTo>
                  <a:lnTo>
                    <a:pt x="2057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5" name="object 1515"/>
            <p:cNvSpPr/>
            <p:nvPr/>
          </p:nvSpPr>
          <p:spPr>
            <a:xfrm>
              <a:off x="3370325" y="2599943"/>
              <a:ext cx="3175" cy="1270"/>
            </a:xfrm>
            <a:custGeom>
              <a:avLst/>
              <a:gdLst/>
              <a:ahLst/>
              <a:cxnLst/>
              <a:rect l="l" t="t" r="r" b="b"/>
              <a:pathLst>
                <a:path w="3175" h="1269">
                  <a:moveTo>
                    <a:pt x="3048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6" name="object 1516"/>
            <p:cNvSpPr/>
            <p:nvPr/>
          </p:nvSpPr>
          <p:spPr>
            <a:xfrm>
              <a:off x="3370325" y="2599943"/>
              <a:ext cx="3175" cy="1270"/>
            </a:xfrm>
            <a:custGeom>
              <a:avLst/>
              <a:gdLst/>
              <a:ahLst/>
              <a:cxnLst/>
              <a:rect l="l" t="t" r="r" b="b"/>
              <a:pathLst>
                <a:path w="3175" h="1269">
                  <a:moveTo>
                    <a:pt x="3048" y="0"/>
                  </a:move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1524" y="762"/>
                  </a:lnTo>
                  <a:lnTo>
                    <a:pt x="2286" y="762"/>
                  </a:lnTo>
                  <a:lnTo>
                    <a:pt x="304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7" name="object 1517"/>
            <p:cNvSpPr/>
            <p:nvPr/>
          </p:nvSpPr>
          <p:spPr>
            <a:xfrm>
              <a:off x="3358895" y="2599943"/>
              <a:ext cx="3175" cy="1270"/>
            </a:xfrm>
            <a:custGeom>
              <a:avLst/>
              <a:gdLst/>
              <a:ahLst/>
              <a:cxnLst/>
              <a:rect l="l" t="t" r="r" b="b"/>
              <a:pathLst>
                <a:path w="3175" h="1269">
                  <a:moveTo>
                    <a:pt x="3048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8" name="object 1518"/>
            <p:cNvSpPr/>
            <p:nvPr/>
          </p:nvSpPr>
          <p:spPr>
            <a:xfrm>
              <a:off x="3358895" y="2599943"/>
              <a:ext cx="3175" cy="1270"/>
            </a:xfrm>
            <a:custGeom>
              <a:avLst/>
              <a:gdLst/>
              <a:ahLst/>
              <a:cxnLst/>
              <a:rect l="l" t="t" r="r" b="b"/>
              <a:pathLst>
                <a:path w="3175" h="1269">
                  <a:moveTo>
                    <a:pt x="3048" y="0"/>
                  </a:move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1524" y="762"/>
                  </a:lnTo>
                  <a:lnTo>
                    <a:pt x="2286" y="762"/>
                  </a:lnTo>
                  <a:lnTo>
                    <a:pt x="304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9" name="object 1519"/>
            <p:cNvSpPr/>
            <p:nvPr/>
          </p:nvSpPr>
          <p:spPr>
            <a:xfrm>
              <a:off x="3361181" y="2600705"/>
              <a:ext cx="10795" cy="1905"/>
            </a:xfrm>
            <a:custGeom>
              <a:avLst/>
              <a:gdLst/>
              <a:ahLst/>
              <a:cxnLst/>
              <a:rect l="l" t="t" r="r" b="b"/>
              <a:pathLst>
                <a:path w="10795" h="1905">
                  <a:moveTo>
                    <a:pt x="10667" y="1524"/>
                  </a:moveTo>
                  <a:lnTo>
                    <a:pt x="10667" y="0"/>
                  </a:lnTo>
                  <a:lnTo>
                    <a:pt x="9905" y="0"/>
                  </a:lnTo>
                  <a:lnTo>
                    <a:pt x="9905" y="1524"/>
                  </a:lnTo>
                  <a:lnTo>
                    <a:pt x="10667" y="1524"/>
                  </a:lnTo>
                  <a:close/>
                </a:path>
                <a:path w="10795" h="1905">
                  <a:moveTo>
                    <a:pt x="762" y="1524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20" name="object 152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362705" y="2600705"/>
              <a:ext cx="6858" cy="762"/>
            </a:xfrm>
            <a:prstGeom prst="rect">
              <a:avLst/>
            </a:prstGeom>
          </p:spPr>
        </p:pic>
        <p:sp>
          <p:nvSpPr>
            <p:cNvPr id="1521" name="object 1521"/>
            <p:cNvSpPr/>
            <p:nvPr/>
          </p:nvSpPr>
          <p:spPr>
            <a:xfrm>
              <a:off x="3356609" y="2555747"/>
              <a:ext cx="18415" cy="46990"/>
            </a:xfrm>
            <a:custGeom>
              <a:avLst/>
              <a:gdLst/>
              <a:ahLst/>
              <a:cxnLst/>
              <a:rect l="l" t="t" r="r" b="b"/>
              <a:pathLst>
                <a:path w="18414" h="46989">
                  <a:moveTo>
                    <a:pt x="12953" y="46481"/>
                  </a:moveTo>
                  <a:lnTo>
                    <a:pt x="12953" y="44957"/>
                  </a:lnTo>
                  <a:lnTo>
                    <a:pt x="6095" y="44957"/>
                  </a:lnTo>
                  <a:lnTo>
                    <a:pt x="6095" y="46481"/>
                  </a:lnTo>
                  <a:lnTo>
                    <a:pt x="12953" y="46481"/>
                  </a:lnTo>
                  <a:close/>
                </a:path>
                <a:path w="18414" h="46989">
                  <a:moveTo>
                    <a:pt x="18287" y="761"/>
                  </a:moveTo>
                  <a:lnTo>
                    <a:pt x="18287" y="0"/>
                  </a:lnTo>
                  <a:lnTo>
                    <a:pt x="16001" y="0"/>
                  </a:lnTo>
                  <a:lnTo>
                    <a:pt x="16001" y="761"/>
                  </a:lnTo>
                  <a:lnTo>
                    <a:pt x="18287" y="761"/>
                  </a:lnTo>
                  <a:close/>
                </a:path>
                <a:path w="18414" h="46989">
                  <a:moveTo>
                    <a:pt x="3810" y="761"/>
                  </a:moveTo>
                  <a:lnTo>
                    <a:pt x="3810" y="0"/>
                  </a:lnTo>
                  <a:lnTo>
                    <a:pt x="0" y="0"/>
                  </a:lnTo>
                  <a:lnTo>
                    <a:pt x="0" y="761"/>
                  </a:lnTo>
                  <a:lnTo>
                    <a:pt x="3810" y="76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2" name="object 1522"/>
            <p:cNvSpPr/>
            <p:nvPr/>
          </p:nvSpPr>
          <p:spPr>
            <a:xfrm>
              <a:off x="3374135" y="2574798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762" y="762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3" name="object 1523"/>
            <p:cNvSpPr/>
            <p:nvPr/>
          </p:nvSpPr>
          <p:spPr>
            <a:xfrm>
              <a:off x="3374135" y="2574798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762" y="762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4" name="object 1524"/>
            <p:cNvSpPr/>
            <p:nvPr/>
          </p:nvSpPr>
          <p:spPr>
            <a:xfrm>
              <a:off x="3374135" y="2557271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39">
                  <a:moveTo>
                    <a:pt x="762" y="1524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762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5" name="object 1525"/>
            <p:cNvSpPr/>
            <p:nvPr/>
          </p:nvSpPr>
          <p:spPr>
            <a:xfrm>
              <a:off x="3374135" y="2557271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39">
                  <a:moveTo>
                    <a:pt x="762" y="762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762" y="1524"/>
                  </a:lnTo>
                  <a:lnTo>
                    <a:pt x="762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6" name="object 1526"/>
            <p:cNvSpPr/>
            <p:nvPr/>
          </p:nvSpPr>
          <p:spPr>
            <a:xfrm>
              <a:off x="3356609" y="2574798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7" name="object 1527"/>
            <p:cNvSpPr/>
            <p:nvPr/>
          </p:nvSpPr>
          <p:spPr>
            <a:xfrm>
              <a:off x="3356609" y="2574798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24" y="762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1524"/>
                  </a:lnTo>
                  <a:lnTo>
                    <a:pt x="1524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8" name="object 1528"/>
            <p:cNvSpPr/>
            <p:nvPr/>
          </p:nvSpPr>
          <p:spPr>
            <a:xfrm>
              <a:off x="3356609" y="2557271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39">
                  <a:moveTo>
                    <a:pt x="762" y="1524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2286"/>
                  </a:lnTo>
                  <a:lnTo>
                    <a:pt x="762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9" name="object 1529"/>
            <p:cNvSpPr/>
            <p:nvPr/>
          </p:nvSpPr>
          <p:spPr>
            <a:xfrm>
              <a:off x="3356609" y="2557271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39">
                  <a:moveTo>
                    <a:pt x="762" y="762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762" y="1524"/>
                  </a:lnTo>
                  <a:lnTo>
                    <a:pt x="762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0" name="object 1530"/>
            <p:cNvSpPr/>
            <p:nvPr/>
          </p:nvSpPr>
          <p:spPr>
            <a:xfrm>
              <a:off x="3364991" y="2564130"/>
              <a:ext cx="10160" cy="10795"/>
            </a:xfrm>
            <a:custGeom>
              <a:avLst/>
              <a:gdLst/>
              <a:ahLst/>
              <a:cxnLst/>
              <a:rect l="l" t="t" r="r" b="b"/>
              <a:pathLst>
                <a:path w="10160" h="10794">
                  <a:moveTo>
                    <a:pt x="9906" y="3047"/>
                  </a:moveTo>
                  <a:lnTo>
                    <a:pt x="9144" y="1523"/>
                  </a:lnTo>
                  <a:lnTo>
                    <a:pt x="7620" y="761"/>
                  </a:lnTo>
                  <a:lnTo>
                    <a:pt x="6096" y="761"/>
                  </a:lnTo>
                  <a:lnTo>
                    <a:pt x="4572" y="1523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0" y="761"/>
                  </a:lnTo>
                  <a:lnTo>
                    <a:pt x="0" y="3047"/>
                  </a:lnTo>
                  <a:lnTo>
                    <a:pt x="1524" y="3047"/>
                  </a:lnTo>
                  <a:lnTo>
                    <a:pt x="3048" y="3809"/>
                  </a:lnTo>
                  <a:lnTo>
                    <a:pt x="4572" y="5333"/>
                  </a:lnTo>
                  <a:lnTo>
                    <a:pt x="2286" y="6095"/>
                  </a:lnTo>
                  <a:lnTo>
                    <a:pt x="1524" y="7619"/>
                  </a:lnTo>
                  <a:lnTo>
                    <a:pt x="2286" y="8381"/>
                  </a:lnTo>
                  <a:lnTo>
                    <a:pt x="3048" y="8381"/>
                  </a:lnTo>
                  <a:lnTo>
                    <a:pt x="5334" y="10667"/>
                  </a:lnTo>
                  <a:lnTo>
                    <a:pt x="6096" y="10667"/>
                  </a:lnTo>
                  <a:lnTo>
                    <a:pt x="7620" y="9143"/>
                  </a:lnTo>
                  <a:lnTo>
                    <a:pt x="7620" y="8381"/>
                  </a:lnTo>
                  <a:lnTo>
                    <a:pt x="6096" y="5333"/>
                  </a:lnTo>
                  <a:lnTo>
                    <a:pt x="9144" y="5333"/>
                  </a:lnTo>
                  <a:lnTo>
                    <a:pt x="9906" y="3047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1" name="object 1531"/>
            <p:cNvSpPr/>
            <p:nvPr/>
          </p:nvSpPr>
          <p:spPr>
            <a:xfrm>
              <a:off x="3364991" y="2564130"/>
              <a:ext cx="10160" cy="10795"/>
            </a:xfrm>
            <a:custGeom>
              <a:avLst/>
              <a:gdLst/>
              <a:ahLst/>
              <a:cxnLst/>
              <a:rect l="l" t="t" r="r" b="b"/>
              <a:pathLst>
                <a:path w="10160" h="10794">
                  <a:moveTo>
                    <a:pt x="5334" y="10667"/>
                  </a:moveTo>
                  <a:lnTo>
                    <a:pt x="6096" y="10667"/>
                  </a:lnTo>
                  <a:lnTo>
                    <a:pt x="7620" y="9143"/>
                  </a:lnTo>
                  <a:lnTo>
                    <a:pt x="7620" y="8381"/>
                  </a:lnTo>
                  <a:lnTo>
                    <a:pt x="6096" y="5333"/>
                  </a:lnTo>
                  <a:lnTo>
                    <a:pt x="9144" y="5333"/>
                  </a:lnTo>
                  <a:lnTo>
                    <a:pt x="9906" y="3047"/>
                  </a:lnTo>
                  <a:lnTo>
                    <a:pt x="9144" y="1523"/>
                  </a:lnTo>
                  <a:lnTo>
                    <a:pt x="7620" y="761"/>
                  </a:lnTo>
                  <a:lnTo>
                    <a:pt x="6096" y="761"/>
                  </a:lnTo>
                  <a:lnTo>
                    <a:pt x="4572" y="1523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0" y="761"/>
                  </a:lnTo>
                  <a:lnTo>
                    <a:pt x="0" y="3047"/>
                  </a:lnTo>
                  <a:lnTo>
                    <a:pt x="1524" y="3047"/>
                  </a:lnTo>
                  <a:lnTo>
                    <a:pt x="3048" y="3809"/>
                  </a:lnTo>
                  <a:lnTo>
                    <a:pt x="4572" y="5333"/>
                  </a:lnTo>
                  <a:lnTo>
                    <a:pt x="2286" y="6095"/>
                  </a:lnTo>
                  <a:lnTo>
                    <a:pt x="1524" y="7619"/>
                  </a:lnTo>
                  <a:lnTo>
                    <a:pt x="2286" y="8381"/>
                  </a:lnTo>
                  <a:lnTo>
                    <a:pt x="3048" y="8381"/>
                  </a:lnTo>
                  <a:lnTo>
                    <a:pt x="5334" y="10667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2" name="object 1532"/>
            <p:cNvSpPr/>
            <p:nvPr/>
          </p:nvSpPr>
          <p:spPr>
            <a:xfrm>
              <a:off x="3357371" y="2557271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9905" y="5334"/>
                  </a:moveTo>
                  <a:lnTo>
                    <a:pt x="9905" y="4572"/>
                  </a:lnTo>
                  <a:lnTo>
                    <a:pt x="9905" y="3048"/>
                  </a:lnTo>
                  <a:lnTo>
                    <a:pt x="6857" y="3048"/>
                  </a:lnTo>
                  <a:lnTo>
                    <a:pt x="5333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1523" y="3810"/>
                  </a:lnTo>
                  <a:lnTo>
                    <a:pt x="4571" y="3048"/>
                  </a:lnTo>
                  <a:lnTo>
                    <a:pt x="5333" y="4572"/>
                  </a:lnTo>
                  <a:lnTo>
                    <a:pt x="6857" y="3810"/>
                  </a:lnTo>
                  <a:lnTo>
                    <a:pt x="8381" y="3810"/>
                  </a:lnTo>
                  <a:lnTo>
                    <a:pt x="9905" y="533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3" name="object 1533"/>
            <p:cNvSpPr/>
            <p:nvPr/>
          </p:nvSpPr>
          <p:spPr>
            <a:xfrm>
              <a:off x="3357371" y="2557271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9905" y="4572"/>
                  </a:moveTo>
                  <a:lnTo>
                    <a:pt x="9905" y="3048"/>
                  </a:lnTo>
                  <a:lnTo>
                    <a:pt x="6857" y="3048"/>
                  </a:lnTo>
                  <a:lnTo>
                    <a:pt x="5333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1523" y="3810"/>
                  </a:lnTo>
                  <a:lnTo>
                    <a:pt x="4571" y="3048"/>
                  </a:lnTo>
                  <a:lnTo>
                    <a:pt x="5333" y="4572"/>
                  </a:lnTo>
                  <a:lnTo>
                    <a:pt x="6857" y="3810"/>
                  </a:lnTo>
                  <a:lnTo>
                    <a:pt x="8381" y="3810"/>
                  </a:lnTo>
                  <a:lnTo>
                    <a:pt x="9905" y="5334"/>
                  </a:lnTo>
                  <a:lnTo>
                    <a:pt x="9905" y="4572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4" name="object 1534"/>
            <p:cNvSpPr/>
            <p:nvPr/>
          </p:nvSpPr>
          <p:spPr>
            <a:xfrm>
              <a:off x="3355085" y="2563367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6858" y="8381"/>
                  </a:moveTo>
                  <a:lnTo>
                    <a:pt x="5334" y="7619"/>
                  </a:lnTo>
                  <a:lnTo>
                    <a:pt x="5334" y="6095"/>
                  </a:lnTo>
                  <a:lnTo>
                    <a:pt x="6096" y="4571"/>
                  </a:lnTo>
                  <a:lnTo>
                    <a:pt x="3048" y="1523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762" y="1523"/>
                  </a:lnTo>
                  <a:lnTo>
                    <a:pt x="2286" y="3809"/>
                  </a:lnTo>
                  <a:lnTo>
                    <a:pt x="2286" y="4571"/>
                  </a:lnTo>
                  <a:lnTo>
                    <a:pt x="762" y="4571"/>
                  </a:lnTo>
                  <a:lnTo>
                    <a:pt x="0" y="6095"/>
                  </a:lnTo>
                  <a:lnTo>
                    <a:pt x="0" y="9143"/>
                  </a:lnTo>
                  <a:lnTo>
                    <a:pt x="2286" y="9143"/>
                  </a:lnTo>
                  <a:lnTo>
                    <a:pt x="3810" y="9905"/>
                  </a:lnTo>
                  <a:lnTo>
                    <a:pt x="6096" y="9143"/>
                  </a:lnTo>
                  <a:lnTo>
                    <a:pt x="6858" y="8381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5" name="object 1535"/>
            <p:cNvSpPr/>
            <p:nvPr/>
          </p:nvSpPr>
          <p:spPr>
            <a:xfrm>
              <a:off x="3355085" y="2563367"/>
              <a:ext cx="6985" cy="10160"/>
            </a:xfrm>
            <a:custGeom>
              <a:avLst/>
              <a:gdLst/>
              <a:ahLst/>
              <a:cxnLst/>
              <a:rect l="l" t="t" r="r" b="b"/>
              <a:pathLst>
                <a:path w="6985" h="10160">
                  <a:moveTo>
                    <a:pt x="3810" y="9905"/>
                  </a:moveTo>
                  <a:lnTo>
                    <a:pt x="6096" y="9143"/>
                  </a:lnTo>
                  <a:lnTo>
                    <a:pt x="6858" y="8381"/>
                  </a:lnTo>
                  <a:lnTo>
                    <a:pt x="5334" y="7619"/>
                  </a:lnTo>
                  <a:lnTo>
                    <a:pt x="5334" y="6095"/>
                  </a:lnTo>
                  <a:lnTo>
                    <a:pt x="6096" y="4571"/>
                  </a:lnTo>
                  <a:lnTo>
                    <a:pt x="3048" y="1523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762" y="1523"/>
                  </a:lnTo>
                  <a:lnTo>
                    <a:pt x="2286" y="3809"/>
                  </a:lnTo>
                  <a:lnTo>
                    <a:pt x="2286" y="4571"/>
                  </a:lnTo>
                  <a:lnTo>
                    <a:pt x="762" y="4571"/>
                  </a:lnTo>
                  <a:lnTo>
                    <a:pt x="0" y="6095"/>
                  </a:lnTo>
                  <a:lnTo>
                    <a:pt x="0" y="9143"/>
                  </a:lnTo>
                  <a:lnTo>
                    <a:pt x="2286" y="9143"/>
                  </a:lnTo>
                  <a:lnTo>
                    <a:pt x="3810" y="9905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6" name="object 1536"/>
            <p:cNvSpPr/>
            <p:nvPr/>
          </p:nvSpPr>
          <p:spPr>
            <a:xfrm>
              <a:off x="3369563" y="2578607"/>
              <a:ext cx="5715" cy="6985"/>
            </a:xfrm>
            <a:custGeom>
              <a:avLst/>
              <a:gdLst/>
              <a:ahLst/>
              <a:cxnLst/>
              <a:rect l="l" t="t" r="r" b="b"/>
              <a:pathLst>
                <a:path w="5714" h="6985">
                  <a:moveTo>
                    <a:pt x="5334" y="6858"/>
                  </a:moveTo>
                  <a:lnTo>
                    <a:pt x="4572" y="3810"/>
                  </a:lnTo>
                  <a:lnTo>
                    <a:pt x="4572" y="2286"/>
                  </a:lnTo>
                  <a:lnTo>
                    <a:pt x="5334" y="1524"/>
                  </a:lnTo>
                  <a:lnTo>
                    <a:pt x="4572" y="762"/>
                  </a:lnTo>
                  <a:lnTo>
                    <a:pt x="3048" y="0"/>
                  </a:lnTo>
                  <a:lnTo>
                    <a:pt x="2286" y="762"/>
                  </a:lnTo>
                  <a:lnTo>
                    <a:pt x="2286" y="2286"/>
                  </a:lnTo>
                  <a:lnTo>
                    <a:pt x="1524" y="3810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1524" y="5334"/>
                  </a:lnTo>
                  <a:lnTo>
                    <a:pt x="2286" y="5334"/>
                  </a:lnTo>
                  <a:lnTo>
                    <a:pt x="2286" y="6858"/>
                  </a:lnTo>
                  <a:lnTo>
                    <a:pt x="5334" y="6858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7" name="object 1537"/>
            <p:cNvSpPr/>
            <p:nvPr/>
          </p:nvSpPr>
          <p:spPr>
            <a:xfrm>
              <a:off x="3369563" y="2578607"/>
              <a:ext cx="5715" cy="6985"/>
            </a:xfrm>
            <a:custGeom>
              <a:avLst/>
              <a:gdLst/>
              <a:ahLst/>
              <a:cxnLst/>
              <a:rect l="l" t="t" r="r" b="b"/>
              <a:pathLst>
                <a:path w="5714" h="6985">
                  <a:moveTo>
                    <a:pt x="2286" y="6858"/>
                  </a:moveTo>
                  <a:lnTo>
                    <a:pt x="5334" y="6858"/>
                  </a:lnTo>
                  <a:lnTo>
                    <a:pt x="4572" y="3810"/>
                  </a:lnTo>
                  <a:lnTo>
                    <a:pt x="4572" y="2286"/>
                  </a:lnTo>
                  <a:lnTo>
                    <a:pt x="5334" y="1524"/>
                  </a:lnTo>
                  <a:lnTo>
                    <a:pt x="4572" y="762"/>
                  </a:lnTo>
                  <a:lnTo>
                    <a:pt x="3048" y="0"/>
                  </a:lnTo>
                  <a:lnTo>
                    <a:pt x="2286" y="762"/>
                  </a:lnTo>
                  <a:lnTo>
                    <a:pt x="2286" y="2286"/>
                  </a:lnTo>
                  <a:lnTo>
                    <a:pt x="1524" y="3810"/>
                  </a:lnTo>
                  <a:lnTo>
                    <a:pt x="0" y="2286"/>
                  </a:lnTo>
                  <a:lnTo>
                    <a:pt x="0" y="3810"/>
                  </a:lnTo>
                  <a:lnTo>
                    <a:pt x="1524" y="5334"/>
                  </a:lnTo>
                  <a:lnTo>
                    <a:pt x="2286" y="5334"/>
                  </a:lnTo>
                  <a:lnTo>
                    <a:pt x="2286" y="6858"/>
                  </a:lnTo>
                  <a:close/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8" name="object 1538"/>
            <p:cNvSpPr/>
            <p:nvPr/>
          </p:nvSpPr>
          <p:spPr>
            <a:xfrm>
              <a:off x="3355847" y="258165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80">
                  <a:moveTo>
                    <a:pt x="7620" y="3810"/>
                  </a:moveTo>
                  <a:lnTo>
                    <a:pt x="7620" y="2286"/>
                  </a:lnTo>
                  <a:lnTo>
                    <a:pt x="6858" y="1524"/>
                  </a:lnTo>
                  <a:lnTo>
                    <a:pt x="5334" y="1524"/>
                  </a:lnTo>
                  <a:lnTo>
                    <a:pt x="3048" y="762"/>
                  </a:lnTo>
                  <a:lnTo>
                    <a:pt x="1524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1524" y="3810"/>
                  </a:lnTo>
                  <a:lnTo>
                    <a:pt x="2286" y="3810"/>
                  </a:lnTo>
                  <a:lnTo>
                    <a:pt x="3048" y="4572"/>
                  </a:lnTo>
                  <a:lnTo>
                    <a:pt x="3048" y="3810"/>
                  </a:lnTo>
                  <a:lnTo>
                    <a:pt x="7620" y="3810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9" name="object 1539"/>
            <p:cNvSpPr/>
            <p:nvPr/>
          </p:nvSpPr>
          <p:spPr>
            <a:xfrm>
              <a:off x="3355847" y="258165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80">
                  <a:moveTo>
                    <a:pt x="3048" y="3810"/>
                  </a:moveTo>
                  <a:lnTo>
                    <a:pt x="7620" y="3810"/>
                  </a:lnTo>
                  <a:lnTo>
                    <a:pt x="7620" y="2286"/>
                  </a:lnTo>
                  <a:lnTo>
                    <a:pt x="6858" y="1524"/>
                  </a:lnTo>
                  <a:lnTo>
                    <a:pt x="5334" y="1524"/>
                  </a:lnTo>
                  <a:lnTo>
                    <a:pt x="3048" y="762"/>
                  </a:lnTo>
                  <a:lnTo>
                    <a:pt x="1524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1524" y="3810"/>
                  </a:lnTo>
                  <a:lnTo>
                    <a:pt x="2286" y="3810"/>
                  </a:lnTo>
                  <a:lnTo>
                    <a:pt x="3048" y="4572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0" name="object 1540"/>
            <p:cNvSpPr/>
            <p:nvPr/>
          </p:nvSpPr>
          <p:spPr>
            <a:xfrm>
              <a:off x="3361181" y="2591562"/>
              <a:ext cx="5080" cy="7620"/>
            </a:xfrm>
            <a:custGeom>
              <a:avLst/>
              <a:gdLst/>
              <a:ahLst/>
              <a:cxnLst/>
              <a:rect l="l" t="t" r="r" b="b"/>
              <a:pathLst>
                <a:path w="5079" h="7619">
                  <a:moveTo>
                    <a:pt x="4572" y="5334"/>
                  </a:moveTo>
                  <a:lnTo>
                    <a:pt x="4572" y="3810"/>
                  </a:lnTo>
                  <a:lnTo>
                    <a:pt x="3048" y="3048"/>
                  </a:lnTo>
                  <a:lnTo>
                    <a:pt x="1524" y="1524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3810"/>
                  </a:lnTo>
                  <a:lnTo>
                    <a:pt x="0" y="5334"/>
                  </a:lnTo>
                  <a:lnTo>
                    <a:pt x="0" y="6858"/>
                  </a:lnTo>
                  <a:lnTo>
                    <a:pt x="1524" y="7620"/>
                  </a:lnTo>
                  <a:lnTo>
                    <a:pt x="2286" y="6858"/>
                  </a:lnTo>
                  <a:lnTo>
                    <a:pt x="1524" y="6858"/>
                  </a:lnTo>
                  <a:lnTo>
                    <a:pt x="3048" y="5334"/>
                  </a:lnTo>
                  <a:lnTo>
                    <a:pt x="4572" y="5334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1" name="object 1541"/>
            <p:cNvSpPr/>
            <p:nvPr/>
          </p:nvSpPr>
          <p:spPr>
            <a:xfrm>
              <a:off x="3361181" y="2591562"/>
              <a:ext cx="5080" cy="7620"/>
            </a:xfrm>
            <a:custGeom>
              <a:avLst/>
              <a:gdLst/>
              <a:ahLst/>
              <a:cxnLst/>
              <a:rect l="l" t="t" r="r" b="b"/>
              <a:pathLst>
                <a:path w="5079" h="7619">
                  <a:moveTo>
                    <a:pt x="1524" y="6858"/>
                  </a:moveTo>
                  <a:lnTo>
                    <a:pt x="3048" y="5334"/>
                  </a:lnTo>
                  <a:lnTo>
                    <a:pt x="4572" y="5334"/>
                  </a:lnTo>
                  <a:lnTo>
                    <a:pt x="4572" y="3810"/>
                  </a:lnTo>
                  <a:lnTo>
                    <a:pt x="3048" y="3048"/>
                  </a:lnTo>
                  <a:lnTo>
                    <a:pt x="1524" y="1524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3810"/>
                  </a:lnTo>
                  <a:lnTo>
                    <a:pt x="0" y="5334"/>
                  </a:lnTo>
                  <a:lnTo>
                    <a:pt x="0" y="6858"/>
                  </a:lnTo>
                  <a:lnTo>
                    <a:pt x="1524" y="7620"/>
                  </a:lnTo>
                  <a:lnTo>
                    <a:pt x="2286" y="6858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2" name="object 1542"/>
            <p:cNvSpPr/>
            <p:nvPr/>
          </p:nvSpPr>
          <p:spPr>
            <a:xfrm>
              <a:off x="3367277" y="2590799"/>
              <a:ext cx="3810" cy="6985"/>
            </a:xfrm>
            <a:custGeom>
              <a:avLst/>
              <a:gdLst/>
              <a:ahLst/>
              <a:cxnLst/>
              <a:rect l="l" t="t" r="r" b="b"/>
              <a:pathLst>
                <a:path w="3810" h="6985">
                  <a:moveTo>
                    <a:pt x="762" y="762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close/>
                </a:path>
                <a:path w="3810" h="6985">
                  <a:moveTo>
                    <a:pt x="3810" y="2286"/>
                  </a:moveTo>
                  <a:lnTo>
                    <a:pt x="3810" y="1524"/>
                  </a:lnTo>
                  <a:lnTo>
                    <a:pt x="3048" y="762"/>
                  </a:lnTo>
                  <a:lnTo>
                    <a:pt x="762" y="762"/>
                  </a:lnTo>
                  <a:lnTo>
                    <a:pt x="762" y="2286"/>
                  </a:lnTo>
                  <a:lnTo>
                    <a:pt x="0" y="4572"/>
                  </a:lnTo>
                  <a:lnTo>
                    <a:pt x="0" y="5334"/>
                  </a:lnTo>
                  <a:lnTo>
                    <a:pt x="762" y="6858"/>
                  </a:lnTo>
                  <a:lnTo>
                    <a:pt x="2286" y="6096"/>
                  </a:lnTo>
                  <a:lnTo>
                    <a:pt x="2286" y="4572"/>
                  </a:lnTo>
                  <a:lnTo>
                    <a:pt x="3810" y="2286"/>
                  </a:lnTo>
                  <a:close/>
                </a:path>
              </a:pathLst>
            </a:custGeom>
            <a:solidFill>
              <a:srgbClr val="D9C1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3" name="object 1543"/>
            <p:cNvSpPr/>
            <p:nvPr/>
          </p:nvSpPr>
          <p:spPr>
            <a:xfrm>
              <a:off x="3367277" y="2590799"/>
              <a:ext cx="3810" cy="6985"/>
            </a:xfrm>
            <a:custGeom>
              <a:avLst/>
              <a:gdLst/>
              <a:ahLst/>
              <a:cxnLst/>
              <a:rect l="l" t="t" r="r" b="b"/>
              <a:pathLst>
                <a:path w="3810" h="6985">
                  <a:moveTo>
                    <a:pt x="2286" y="4572"/>
                  </a:moveTo>
                  <a:lnTo>
                    <a:pt x="3810" y="2286"/>
                  </a:lnTo>
                  <a:lnTo>
                    <a:pt x="3810" y="1524"/>
                  </a:lnTo>
                  <a:lnTo>
                    <a:pt x="3048" y="762"/>
                  </a:lnTo>
                  <a:lnTo>
                    <a:pt x="762" y="762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2286"/>
                  </a:lnTo>
                  <a:lnTo>
                    <a:pt x="0" y="4572"/>
                  </a:lnTo>
                  <a:lnTo>
                    <a:pt x="0" y="5334"/>
                  </a:lnTo>
                  <a:lnTo>
                    <a:pt x="762" y="6858"/>
                  </a:lnTo>
                  <a:lnTo>
                    <a:pt x="2286" y="6096"/>
                  </a:lnTo>
                </a:path>
              </a:pathLst>
            </a:custGeom>
            <a:ln w="3175">
              <a:solidFill>
                <a:srgbClr val="D9C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4" name="object 1544"/>
            <p:cNvSpPr/>
            <p:nvPr/>
          </p:nvSpPr>
          <p:spPr>
            <a:xfrm>
              <a:off x="3361181" y="2569463"/>
              <a:ext cx="6350" cy="5715"/>
            </a:xfrm>
            <a:custGeom>
              <a:avLst/>
              <a:gdLst/>
              <a:ahLst/>
              <a:cxnLst/>
              <a:rect l="l" t="t" r="r" b="b"/>
              <a:pathLst>
                <a:path w="6350" h="5714">
                  <a:moveTo>
                    <a:pt x="5334" y="3048"/>
                  </a:moveTo>
                  <a:lnTo>
                    <a:pt x="3810" y="2286"/>
                  </a:lnTo>
                  <a:lnTo>
                    <a:pt x="3048" y="762"/>
                  </a:lnTo>
                  <a:lnTo>
                    <a:pt x="1524" y="0"/>
                  </a:lnTo>
                  <a:lnTo>
                    <a:pt x="1524" y="3048"/>
                  </a:lnTo>
                  <a:lnTo>
                    <a:pt x="0" y="3810"/>
                  </a:lnTo>
                  <a:lnTo>
                    <a:pt x="1524" y="5334"/>
                  </a:lnTo>
                  <a:lnTo>
                    <a:pt x="4572" y="5334"/>
                  </a:lnTo>
                  <a:lnTo>
                    <a:pt x="4572" y="3048"/>
                  </a:lnTo>
                  <a:lnTo>
                    <a:pt x="5334" y="3048"/>
                  </a:lnTo>
                  <a:close/>
                </a:path>
                <a:path w="6350" h="5714">
                  <a:moveTo>
                    <a:pt x="6096" y="5334"/>
                  </a:moveTo>
                  <a:lnTo>
                    <a:pt x="6096" y="3810"/>
                  </a:lnTo>
                  <a:lnTo>
                    <a:pt x="5334" y="3048"/>
                  </a:lnTo>
                  <a:lnTo>
                    <a:pt x="4572" y="3048"/>
                  </a:lnTo>
                  <a:lnTo>
                    <a:pt x="4572" y="5334"/>
                  </a:lnTo>
                  <a:lnTo>
                    <a:pt x="6096" y="533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5" name="object 1545"/>
            <p:cNvSpPr/>
            <p:nvPr/>
          </p:nvSpPr>
          <p:spPr>
            <a:xfrm>
              <a:off x="3361181" y="2569463"/>
              <a:ext cx="6350" cy="5715"/>
            </a:xfrm>
            <a:custGeom>
              <a:avLst/>
              <a:gdLst/>
              <a:ahLst/>
              <a:cxnLst/>
              <a:rect l="l" t="t" r="r" b="b"/>
              <a:pathLst>
                <a:path w="6350" h="5714">
                  <a:moveTo>
                    <a:pt x="5334" y="3048"/>
                  </a:moveTo>
                  <a:lnTo>
                    <a:pt x="3810" y="2286"/>
                  </a:lnTo>
                  <a:lnTo>
                    <a:pt x="3048" y="762"/>
                  </a:lnTo>
                  <a:lnTo>
                    <a:pt x="1524" y="0"/>
                  </a:lnTo>
                  <a:lnTo>
                    <a:pt x="1524" y="3048"/>
                  </a:lnTo>
                  <a:lnTo>
                    <a:pt x="0" y="3810"/>
                  </a:lnTo>
                  <a:lnTo>
                    <a:pt x="1524" y="5334"/>
                  </a:lnTo>
                  <a:lnTo>
                    <a:pt x="6096" y="5334"/>
                  </a:lnTo>
                  <a:lnTo>
                    <a:pt x="6096" y="3810"/>
                  </a:lnTo>
                  <a:lnTo>
                    <a:pt x="5334" y="3048"/>
                  </a:lnTo>
                  <a:lnTo>
                    <a:pt x="4572" y="3048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6" name="object 1546"/>
            <p:cNvSpPr/>
            <p:nvPr/>
          </p:nvSpPr>
          <p:spPr>
            <a:xfrm>
              <a:off x="3366515" y="2559558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6858" y="2286"/>
                  </a:moveTo>
                  <a:lnTo>
                    <a:pt x="4572" y="762"/>
                  </a:lnTo>
                  <a:lnTo>
                    <a:pt x="3810" y="762"/>
                  </a:lnTo>
                  <a:lnTo>
                    <a:pt x="3048" y="0"/>
                  </a:lnTo>
                  <a:lnTo>
                    <a:pt x="3048" y="762"/>
                  </a:lnTo>
                  <a:lnTo>
                    <a:pt x="762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762" y="3810"/>
                  </a:lnTo>
                  <a:lnTo>
                    <a:pt x="1524" y="5334"/>
                  </a:lnTo>
                  <a:lnTo>
                    <a:pt x="3048" y="6096"/>
                  </a:lnTo>
                  <a:lnTo>
                    <a:pt x="4572" y="5334"/>
                  </a:lnTo>
                  <a:lnTo>
                    <a:pt x="4572" y="3810"/>
                  </a:lnTo>
                  <a:lnTo>
                    <a:pt x="5334" y="2286"/>
                  </a:lnTo>
                  <a:lnTo>
                    <a:pt x="6858" y="2286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7" name="object 1547"/>
            <p:cNvSpPr/>
            <p:nvPr/>
          </p:nvSpPr>
          <p:spPr>
            <a:xfrm>
              <a:off x="3366515" y="2559558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3048" y="6096"/>
                  </a:moveTo>
                  <a:lnTo>
                    <a:pt x="4572" y="5334"/>
                  </a:lnTo>
                  <a:lnTo>
                    <a:pt x="4572" y="3810"/>
                  </a:lnTo>
                  <a:lnTo>
                    <a:pt x="5334" y="2286"/>
                  </a:lnTo>
                  <a:lnTo>
                    <a:pt x="6858" y="2286"/>
                  </a:lnTo>
                  <a:lnTo>
                    <a:pt x="4572" y="762"/>
                  </a:lnTo>
                  <a:lnTo>
                    <a:pt x="3810" y="762"/>
                  </a:lnTo>
                  <a:lnTo>
                    <a:pt x="3048" y="0"/>
                  </a:lnTo>
                  <a:lnTo>
                    <a:pt x="3048" y="762"/>
                  </a:lnTo>
                  <a:lnTo>
                    <a:pt x="762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762" y="3810"/>
                  </a:lnTo>
                  <a:lnTo>
                    <a:pt x="1524" y="5334"/>
                  </a:lnTo>
                  <a:lnTo>
                    <a:pt x="3048" y="6096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8" name="object 1548"/>
            <p:cNvSpPr/>
            <p:nvPr/>
          </p:nvSpPr>
          <p:spPr>
            <a:xfrm>
              <a:off x="3364991" y="2581655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5334" y="4572"/>
                  </a:moveTo>
                  <a:lnTo>
                    <a:pt x="5334" y="3810"/>
                  </a:lnTo>
                  <a:lnTo>
                    <a:pt x="3048" y="2286"/>
                  </a:lnTo>
                  <a:lnTo>
                    <a:pt x="2286" y="762"/>
                  </a:lnTo>
                  <a:lnTo>
                    <a:pt x="1523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3810"/>
                  </a:lnTo>
                  <a:lnTo>
                    <a:pt x="3048" y="3810"/>
                  </a:lnTo>
                  <a:lnTo>
                    <a:pt x="5334" y="457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9" name="object 1549"/>
            <p:cNvSpPr/>
            <p:nvPr/>
          </p:nvSpPr>
          <p:spPr>
            <a:xfrm>
              <a:off x="3364991" y="2581655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0" y="1524"/>
                  </a:moveTo>
                  <a:lnTo>
                    <a:pt x="762" y="3810"/>
                  </a:lnTo>
                  <a:lnTo>
                    <a:pt x="3048" y="3810"/>
                  </a:lnTo>
                  <a:lnTo>
                    <a:pt x="5334" y="4572"/>
                  </a:lnTo>
                  <a:lnTo>
                    <a:pt x="5334" y="3810"/>
                  </a:lnTo>
                  <a:lnTo>
                    <a:pt x="3048" y="2286"/>
                  </a:lnTo>
                  <a:lnTo>
                    <a:pt x="2286" y="762"/>
                  </a:lnTo>
                  <a:lnTo>
                    <a:pt x="1523" y="0"/>
                  </a:lnTo>
                  <a:lnTo>
                    <a:pt x="0" y="762"/>
                  </a:lnTo>
                  <a:lnTo>
                    <a:pt x="0" y="2286"/>
                  </a:lnTo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0" name="object 1550"/>
            <p:cNvSpPr/>
            <p:nvPr/>
          </p:nvSpPr>
          <p:spPr>
            <a:xfrm>
              <a:off x="3363467" y="2590799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3048" y="762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762" y="1524"/>
                  </a:lnTo>
                  <a:lnTo>
                    <a:pt x="2286" y="2286"/>
                  </a:lnTo>
                  <a:lnTo>
                    <a:pt x="3048" y="762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1" name="object 1551"/>
            <p:cNvSpPr/>
            <p:nvPr/>
          </p:nvSpPr>
          <p:spPr>
            <a:xfrm>
              <a:off x="3363467" y="2590799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2286" y="2286"/>
                  </a:moveTo>
                  <a:lnTo>
                    <a:pt x="3048" y="762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762" y="1524"/>
                  </a:lnTo>
                  <a:lnTo>
                    <a:pt x="2286" y="2286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2" name="object 1552"/>
            <p:cNvSpPr/>
            <p:nvPr/>
          </p:nvSpPr>
          <p:spPr>
            <a:xfrm>
              <a:off x="3355085" y="2577845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810" y="1524"/>
                  </a:moveTo>
                  <a:lnTo>
                    <a:pt x="2286" y="1524"/>
                  </a:lnTo>
                  <a:lnTo>
                    <a:pt x="1524" y="0"/>
                  </a:lnTo>
                  <a:lnTo>
                    <a:pt x="0" y="762"/>
                  </a:lnTo>
                  <a:lnTo>
                    <a:pt x="762" y="1524"/>
                  </a:lnTo>
                  <a:lnTo>
                    <a:pt x="762" y="3048"/>
                  </a:lnTo>
                  <a:lnTo>
                    <a:pt x="2286" y="3048"/>
                  </a:lnTo>
                  <a:lnTo>
                    <a:pt x="3810" y="1524"/>
                  </a:lnTo>
                  <a:close/>
                </a:path>
              </a:pathLst>
            </a:custGeom>
            <a:solidFill>
              <a:srgbClr val="FDF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3" name="object 1553"/>
            <p:cNvSpPr/>
            <p:nvPr/>
          </p:nvSpPr>
          <p:spPr>
            <a:xfrm>
              <a:off x="3355085" y="2577845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2286" y="3048"/>
                  </a:moveTo>
                  <a:lnTo>
                    <a:pt x="3810" y="1524"/>
                  </a:lnTo>
                  <a:lnTo>
                    <a:pt x="2286" y="1524"/>
                  </a:lnTo>
                  <a:lnTo>
                    <a:pt x="1524" y="0"/>
                  </a:lnTo>
                  <a:lnTo>
                    <a:pt x="0" y="762"/>
                  </a:lnTo>
                  <a:lnTo>
                    <a:pt x="762" y="1524"/>
                  </a:lnTo>
                  <a:lnTo>
                    <a:pt x="762" y="3048"/>
                  </a:lnTo>
                  <a:lnTo>
                    <a:pt x="2286" y="3048"/>
                  </a:lnTo>
                  <a:close/>
                </a:path>
              </a:pathLst>
            </a:custGeom>
            <a:ln w="3175">
              <a:solidFill>
                <a:srgbClr val="FDF2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54" name="object 1554"/>
          <p:cNvSpPr txBox="1"/>
          <p:nvPr/>
        </p:nvSpPr>
        <p:spPr>
          <a:xfrm>
            <a:off x="3301238" y="2603046"/>
            <a:ext cx="102235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20">
                <a:latin typeface="Arial MT"/>
                <a:cs typeface="Arial MT"/>
              </a:rPr>
              <a:t>FAAD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C3I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555" name="object 1555"/>
          <p:cNvGrpSpPr/>
          <p:nvPr/>
        </p:nvGrpSpPr>
        <p:grpSpPr>
          <a:xfrm>
            <a:off x="3793235" y="2061210"/>
            <a:ext cx="371475" cy="89535"/>
            <a:chOff x="3793235" y="2061210"/>
            <a:chExt cx="371475" cy="89535"/>
          </a:xfrm>
        </p:grpSpPr>
        <p:sp>
          <p:nvSpPr>
            <p:cNvPr id="1556" name="object 1556"/>
            <p:cNvSpPr/>
            <p:nvPr/>
          </p:nvSpPr>
          <p:spPr>
            <a:xfrm>
              <a:off x="4012692" y="2138933"/>
              <a:ext cx="11430" cy="10795"/>
            </a:xfrm>
            <a:custGeom>
              <a:avLst/>
              <a:gdLst/>
              <a:ahLst/>
              <a:cxnLst/>
              <a:rect l="l" t="t" r="r" b="b"/>
              <a:pathLst>
                <a:path w="11429" h="10794">
                  <a:moveTo>
                    <a:pt x="11429" y="5334"/>
                  </a:moveTo>
                  <a:lnTo>
                    <a:pt x="11429" y="2286"/>
                  </a:lnTo>
                  <a:lnTo>
                    <a:pt x="8381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7620"/>
                  </a:lnTo>
                  <a:lnTo>
                    <a:pt x="2285" y="10668"/>
                  </a:lnTo>
                  <a:lnTo>
                    <a:pt x="5333" y="10668"/>
                  </a:lnTo>
                  <a:lnTo>
                    <a:pt x="8381" y="10668"/>
                  </a:lnTo>
                  <a:lnTo>
                    <a:pt x="11429" y="7620"/>
                  </a:lnTo>
                  <a:lnTo>
                    <a:pt x="11429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7" name="object 1557"/>
            <p:cNvSpPr/>
            <p:nvPr/>
          </p:nvSpPr>
          <p:spPr>
            <a:xfrm>
              <a:off x="4030980" y="2138933"/>
              <a:ext cx="11430" cy="10795"/>
            </a:xfrm>
            <a:custGeom>
              <a:avLst/>
              <a:gdLst/>
              <a:ahLst/>
              <a:cxnLst/>
              <a:rect l="l" t="t" r="r" b="b"/>
              <a:pathLst>
                <a:path w="11429" h="10794">
                  <a:moveTo>
                    <a:pt x="11429" y="7620"/>
                  </a:moveTo>
                  <a:lnTo>
                    <a:pt x="11429" y="5334"/>
                  </a:lnTo>
                  <a:lnTo>
                    <a:pt x="11429" y="2286"/>
                  </a:lnTo>
                  <a:lnTo>
                    <a:pt x="8381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7620"/>
                  </a:lnTo>
                  <a:lnTo>
                    <a:pt x="2285" y="10668"/>
                  </a:lnTo>
                  <a:lnTo>
                    <a:pt x="8381" y="10668"/>
                  </a:lnTo>
                  <a:lnTo>
                    <a:pt x="11429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8" name="object 1558"/>
            <p:cNvSpPr/>
            <p:nvPr/>
          </p:nvSpPr>
          <p:spPr>
            <a:xfrm>
              <a:off x="4030980" y="2138933"/>
              <a:ext cx="11430" cy="10795"/>
            </a:xfrm>
            <a:custGeom>
              <a:avLst/>
              <a:gdLst/>
              <a:ahLst/>
              <a:cxnLst/>
              <a:rect l="l" t="t" r="r" b="b"/>
              <a:pathLst>
                <a:path w="11429" h="10794">
                  <a:moveTo>
                    <a:pt x="11429" y="5334"/>
                  </a:moveTo>
                  <a:lnTo>
                    <a:pt x="11429" y="2286"/>
                  </a:lnTo>
                  <a:lnTo>
                    <a:pt x="8381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7620"/>
                  </a:lnTo>
                  <a:lnTo>
                    <a:pt x="2285" y="10668"/>
                  </a:lnTo>
                  <a:lnTo>
                    <a:pt x="5333" y="10668"/>
                  </a:lnTo>
                  <a:lnTo>
                    <a:pt x="8381" y="10668"/>
                  </a:lnTo>
                  <a:lnTo>
                    <a:pt x="11429" y="7620"/>
                  </a:lnTo>
                  <a:lnTo>
                    <a:pt x="11429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59" name="object 155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793235" y="2061210"/>
              <a:ext cx="371360" cy="88772"/>
            </a:xfrm>
            <a:prstGeom prst="rect">
              <a:avLst/>
            </a:prstGeom>
          </p:spPr>
        </p:pic>
      </p:grpSp>
      <p:sp>
        <p:nvSpPr>
          <p:cNvPr id="1560" name="object 1560"/>
          <p:cNvSpPr txBox="1"/>
          <p:nvPr/>
        </p:nvSpPr>
        <p:spPr>
          <a:xfrm>
            <a:off x="4007611" y="2135940"/>
            <a:ext cx="124460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20">
                <a:latin typeface="Arial MT"/>
                <a:cs typeface="Arial MT"/>
              </a:rPr>
              <a:t>ACDS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(CVN)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561" name="object 1561"/>
          <p:cNvGrpSpPr/>
          <p:nvPr/>
        </p:nvGrpSpPr>
        <p:grpSpPr>
          <a:xfrm>
            <a:off x="3716502" y="2217991"/>
            <a:ext cx="310515" cy="84455"/>
            <a:chOff x="3716502" y="2217991"/>
            <a:chExt cx="310515" cy="84455"/>
          </a:xfrm>
        </p:grpSpPr>
        <p:sp>
          <p:nvSpPr>
            <p:cNvPr id="1562" name="object 1562"/>
            <p:cNvSpPr/>
            <p:nvPr/>
          </p:nvSpPr>
          <p:spPr>
            <a:xfrm>
              <a:off x="3821430" y="2289810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30">
                  <a:moveTo>
                    <a:pt x="10667" y="5334"/>
                  </a:moveTo>
                  <a:lnTo>
                    <a:pt x="10667" y="2286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5333" y="11430"/>
                  </a:lnTo>
                  <a:lnTo>
                    <a:pt x="7619" y="11430"/>
                  </a:lnTo>
                  <a:lnTo>
                    <a:pt x="10667" y="8382"/>
                  </a:lnTo>
                  <a:lnTo>
                    <a:pt x="10667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3" name="object 1563"/>
            <p:cNvSpPr/>
            <p:nvPr/>
          </p:nvSpPr>
          <p:spPr>
            <a:xfrm>
              <a:off x="3838955" y="2289810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29" y="8382"/>
                  </a:moveTo>
                  <a:lnTo>
                    <a:pt x="11429" y="5334"/>
                  </a:lnTo>
                  <a:lnTo>
                    <a:pt x="11429" y="2286"/>
                  </a:lnTo>
                  <a:lnTo>
                    <a:pt x="8381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8381" y="11430"/>
                  </a:lnTo>
                  <a:lnTo>
                    <a:pt x="11429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4" name="object 1564"/>
            <p:cNvSpPr/>
            <p:nvPr/>
          </p:nvSpPr>
          <p:spPr>
            <a:xfrm>
              <a:off x="3838955" y="2289810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29" y="5334"/>
                  </a:moveTo>
                  <a:lnTo>
                    <a:pt x="11429" y="2286"/>
                  </a:lnTo>
                  <a:lnTo>
                    <a:pt x="8381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5333" y="11430"/>
                  </a:lnTo>
                  <a:lnTo>
                    <a:pt x="8381" y="11430"/>
                  </a:lnTo>
                  <a:lnTo>
                    <a:pt x="11429" y="8382"/>
                  </a:lnTo>
                  <a:lnTo>
                    <a:pt x="11429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5" name="object 1565"/>
            <p:cNvSpPr/>
            <p:nvPr/>
          </p:nvSpPr>
          <p:spPr>
            <a:xfrm>
              <a:off x="3857244" y="2289810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29" y="5334"/>
                  </a:moveTo>
                  <a:lnTo>
                    <a:pt x="11429" y="2286"/>
                  </a:lnTo>
                  <a:lnTo>
                    <a:pt x="8381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5333" y="11430"/>
                  </a:lnTo>
                  <a:lnTo>
                    <a:pt x="8381" y="11430"/>
                  </a:lnTo>
                  <a:lnTo>
                    <a:pt x="11429" y="8382"/>
                  </a:lnTo>
                  <a:lnTo>
                    <a:pt x="11429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6" name="object 1566"/>
            <p:cNvSpPr/>
            <p:nvPr/>
          </p:nvSpPr>
          <p:spPr>
            <a:xfrm>
              <a:off x="3720084" y="2246375"/>
              <a:ext cx="304800" cy="41910"/>
            </a:xfrm>
            <a:custGeom>
              <a:avLst/>
              <a:gdLst/>
              <a:ahLst/>
              <a:cxnLst/>
              <a:rect l="l" t="t" r="r" b="b"/>
              <a:pathLst>
                <a:path w="304800" h="41910">
                  <a:moveTo>
                    <a:pt x="24384" y="41910"/>
                  </a:moveTo>
                  <a:lnTo>
                    <a:pt x="24383" y="30480"/>
                  </a:lnTo>
                  <a:lnTo>
                    <a:pt x="22097" y="34290"/>
                  </a:lnTo>
                  <a:lnTo>
                    <a:pt x="0" y="35052"/>
                  </a:lnTo>
                  <a:lnTo>
                    <a:pt x="2285" y="41910"/>
                  </a:lnTo>
                  <a:lnTo>
                    <a:pt x="24384" y="41910"/>
                  </a:lnTo>
                  <a:close/>
                </a:path>
                <a:path w="304800" h="41910">
                  <a:moveTo>
                    <a:pt x="31241" y="29718"/>
                  </a:moveTo>
                  <a:lnTo>
                    <a:pt x="29717" y="28956"/>
                  </a:lnTo>
                  <a:lnTo>
                    <a:pt x="25907" y="28956"/>
                  </a:lnTo>
                  <a:lnTo>
                    <a:pt x="25145" y="29718"/>
                  </a:lnTo>
                  <a:lnTo>
                    <a:pt x="14477" y="29718"/>
                  </a:lnTo>
                  <a:lnTo>
                    <a:pt x="24383" y="30480"/>
                  </a:lnTo>
                  <a:lnTo>
                    <a:pt x="24384" y="41910"/>
                  </a:lnTo>
                  <a:lnTo>
                    <a:pt x="28955" y="41910"/>
                  </a:lnTo>
                  <a:lnTo>
                    <a:pt x="28955" y="33528"/>
                  </a:lnTo>
                  <a:lnTo>
                    <a:pt x="30479" y="32766"/>
                  </a:lnTo>
                  <a:lnTo>
                    <a:pt x="30479" y="31242"/>
                  </a:lnTo>
                  <a:lnTo>
                    <a:pt x="31241" y="29718"/>
                  </a:lnTo>
                  <a:close/>
                </a:path>
                <a:path w="304800" h="41910">
                  <a:moveTo>
                    <a:pt x="37337" y="41910"/>
                  </a:moveTo>
                  <a:lnTo>
                    <a:pt x="37337" y="35052"/>
                  </a:lnTo>
                  <a:lnTo>
                    <a:pt x="33527" y="35052"/>
                  </a:lnTo>
                  <a:lnTo>
                    <a:pt x="33527" y="34705"/>
                  </a:lnTo>
                  <a:lnTo>
                    <a:pt x="28955" y="34290"/>
                  </a:lnTo>
                  <a:lnTo>
                    <a:pt x="28955" y="41910"/>
                  </a:lnTo>
                  <a:lnTo>
                    <a:pt x="37337" y="41910"/>
                  </a:lnTo>
                  <a:close/>
                </a:path>
                <a:path w="304800" h="41910">
                  <a:moveTo>
                    <a:pt x="43434" y="41910"/>
                  </a:moveTo>
                  <a:lnTo>
                    <a:pt x="43433" y="28194"/>
                  </a:lnTo>
                  <a:lnTo>
                    <a:pt x="38099" y="28194"/>
                  </a:lnTo>
                  <a:lnTo>
                    <a:pt x="38099" y="29718"/>
                  </a:lnTo>
                  <a:lnTo>
                    <a:pt x="33527" y="29718"/>
                  </a:lnTo>
                  <a:lnTo>
                    <a:pt x="33527" y="34705"/>
                  </a:lnTo>
                  <a:lnTo>
                    <a:pt x="37337" y="35052"/>
                  </a:lnTo>
                  <a:lnTo>
                    <a:pt x="37337" y="41910"/>
                  </a:lnTo>
                  <a:lnTo>
                    <a:pt x="43434" y="41910"/>
                  </a:lnTo>
                  <a:close/>
                </a:path>
                <a:path w="304800" h="41910">
                  <a:moveTo>
                    <a:pt x="48767" y="24384"/>
                  </a:moveTo>
                  <a:lnTo>
                    <a:pt x="35813" y="22098"/>
                  </a:lnTo>
                  <a:lnTo>
                    <a:pt x="35051" y="22860"/>
                  </a:lnTo>
                  <a:lnTo>
                    <a:pt x="41147" y="24384"/>
                  </a:lnTo>
                  <a:lnTo>
                    <a:pt x="41147" y="27432"/>
                  </a:lnTo>
                  <a:lnTo>
                    <a:pt x="43433" y="27432"/>
                  </a:lnTo>
                  <a:lnTo>
                    <a:pt x="43434" y="41910"/>
                  </a:lnTo>
                  <a:lnTo>
                    <a:pt x="46481" y="41910"/>
                  </a:lnTo>
                  <a:lnTo>
                    <a:pt x="46481" y="27432"/>
                  </a:lnTo>
                  <a:lnTo>
                    <a:pt x="47243" y="27432"/>
                  </a:lnTo>
                  <a:lnTo>
                    <a:pt x="47243" y="26670"/>
                  </a:lnTo>
                  <a:lnTo>
                    <a:pt x="48767" y="24384"/>
                  </a:lnTo>
                  <a:close/>
                </a:path>
                <a:path w="304800" h="41910">
                  <a:moveTo>
                    <a:pt x="206501" y="3048"/>
                  </a:moveTo>
                  <a:lnTo>
                    <a:pt x="189737" y="3048"/>
                  </a:lnTo>
                  <a:lnTo>
                    <a:pt x="189737" y="12192"/>
                  </a:lnTo>
                  <a:lnTo>
                    <a:pt x="181355" y="12192"/>
                  </a:lnTo>
                  <a:lnTo>
                    <a:pt x="179831" y="6096"/>
                  </a:lnTo>
                  <a:lnTo>
                    <a:pt x="166115" y="6096"/>
                  </a:lnTo>
                  <a:lnTo>
                    <a:pt x="165353" y="12192"/>
                  </a:lnTo>
                  <a:lnTo>
                    <a:pt x="161543" y="12192"/>
                  </a:lnTo>
                  <a:lnTo>
                    <a:pt x="161543" y="7620"/>
                  </a:lnTo>
                  <a:lnTo>
                    <a:pt x="157733" y="7620"/>
                  </a:lnTo>
                  <a:lnTo>
                    <a:pt x="157733" y="6096"/>
                  </a:lnTo>
                  <a:lnTo>
                    <a:pt x="156971" y="6096"/>
                  </a:lnTo>
                  <a:lnTo>
                    <a:pt x="156971" y="762"/>
                  </a:lnTo>
                  <a:lnTo>
                    <a:pt x="155447" y="0"/>
                  </a:lnTo>
                  <a:lnTo>
                    <a:pt x="154685" y="762"/>
                  </a:lnTo>
                  <a:lnTo>
                    <a:pt x="154685" y="6858"/>
                  </a:lnTo>
                  <a:lnTo>
                    <a:pt x="153923" y="6858"/>
                  </a:lnTo>
                  <a:lnTo>
                    <a:pt x="153923" y="7620"/>
                  </a:lnTo>
                  <a:lnTo>
                    <a:pt x="145541" y="7620"/>
                  </a:lnTo>
                  <a:lnTo>
                    <a:pt x="145541" y="17526"/>
                  </a:lnTo>
                  <a:lnTo>
                    <a:pt x="135635" y="17526"/>
                  </a:lnTo>
                  <a:lnTo>
                    <a:pt x="135635" y="14478"/>
                  </a:lnTo>
                  <a:lnTo>
                    <a:pt x="134873" y="14478"/>
                  </a:lnTo>
                  <a:lnTo>
                    <a:pt x="134873" y="12954"/>
                  </a:lnTo>
                  <a:lnTo>
                    <a:pt x="134111" y="12954"/>
                  </a:lnTo>
                  <a:lnTo>
                    <a:pt x="134111" y="14478"/>
                  </a:lnTo>
                  <a:lnTo>
                    <a:pt x="132587" y="14478"/>
                  </a:lnTo>
                  <a:lnTo>
                    <a:pt x="132587" y="17526"/>
                  </a:lnTo>
                  <a:lnTo>
                    <a:pt x="131825" y="17526"/>
                  </a:lnTo>
                  <a:lnTo>
                    <a:pt x="131825" y="14478"/>
                  </a:lnTo>
                  <a:lnTo>
                    <a:pt x="130301" y="14478"/>
                  </a:lnTo>
                  <a:lnTo>
                    <a:pt x="130301" y="12954"/>
                  </a:lnTo>
                  <a:lnTo>
                    <a:pt x="129539" y="12954"/>
                  </a:lnTo>
                  <a:lnTo>
                    <a:pt x="129539" y="17526"/>
                  </a:lnTo>
                  <a:lnTo>
                    <a:pt x="128015" y="17526"/>
                  </a:lnTo>
                  <a:lnTo>
                    <a:pt x="128015" y="7620"/>
                  </a:lnTo>
                  <a:lnTo>
                    <a:pt x="125729" y="7620"/>
                  </a:lnTo>
                  <a:lnTo>
                    <a:pt x="125729" y="6858"/>
                  </a:lnTo>
                  <a:lnTo>
                    <a:pt x="119633" y="6858"/>
                  </a:lnTo>
                  <a:lnTo>
                    <a:pt x="119633" y="3810"/>
                  </a:lnTo>
                  <a:lnTo>
                    <a:pt x="104393" y="3810"/>
                  </a:lnTo>
                  <a:lnTo>
                    <a:pt x="100583" y="9906"/>
                  </a:lnTo>
                  <a:lnTo>
                    <a:pt x="100583" y="24384"/>
                  </a:lnTo>
                  <a:lnTo>
                    <a:pt x="93725" y="24384"/>
                  </a:lnTo>
                  <a:lnTo>
                    <a:pt x="93725" y="21336"/>
                  </a:lnTo>
                  <a:lnTo>
                    <a:pt x="63245" y="21336"/>
                  </a:lnTo>
                  <a:lnTo>
                    <a:pt x="63245" y="24384"/>
                  </a:lnTo>
                  <a:lnTo>
                    <a:pt x="61721" y="24384"/>
                  </a:lnTo>
                  <a:lnTo>
                    <a:pt x="61721" y="29718"/>
                  </a:lnTo>
                  <a:lnTo>
                    <a:pt x="48005" y="29718"/>
                  </a:lnTo>
                  <a:lnTo>
                    <a:pt x="46481" y="28194"/>
                  </a:lnTo>
                  <a:lnTo>
                    <a:pt x="46481" y="41910"/>
                  </a:lnTo>
                  <a:lnTo>
                    <a:pt x="205740" y="41910"/>
                  </a:lnTo>
                  <a:lnTo>
                    <a:pt x="205740" y="7620"/>
                  </a:lnTo>
                  <a:lnTo>
                    <a:pt x="206501" y="3048"/>
                  </a:lnTo>
                  <a:close/>
                </a:path>
                <a:path w="304800" h="41910">
                  <a:moveTo>
                    <a:pt x="208787" y="15240"/>
                  </a:moveTo>
                  <a:lnTo>
                    <a:pt x="206501" y="9144"/>
                  </a:lnTo>
                  <a:lnTo>
                    <a:pt x="205740" y="7620"/>
                  </a:lnTo>
                  <a:lnTo>
                    <a:pt x="205740" y="41910"/>
                  </a:lnTo>
                  <a:lnTo>
                    <a:pt x="208025" y="41910"/>
                  </a:lnTo>
                  <a:lnTo>
                    <a:pt x="208026" y="15240"/>
                  </a:lnTo>
                  <a:lnTo>
                    <a:pt x="208787" y="15240"/>
                  </a:lnTo>
                  <a:close/>
                </a:path>
                <a:path w="304800" h="41910">
                  <a:moveTo>
                    <a:pt x="223265" y="41910"/>
                  </a:moveTo>
                  <a:lnTo>
                    <a:pt x="223265" y="28956"/>
                  </a:lnTo>
                  <a:lnTo>
                    <a:pt x="209549" y="29718"/>
                  </a:lnTo>
                  <a:lnTo>
                    <a:pt x="209549" y="17526"/>
                  </a:lnTo>
                  <a:lnTo>
                    <a:pt x="208026" y="15240"/>
                  </a:lnTo>
                  <a:lnTo>
                    <a:pt x="208025" y="41910"/>
                  </a:lnTo>
                  <a:lnTo>
                    <a:pt x="223265" y="41910"/>
                  </a:lnTo>
                  <a:close/>
                </a:path>
                <a:path w="304800" h="41910">
                  <a:moveTo>
                    <a:pt x="234695" y="22860"/>
                  </a:moveTo>
                  <a:lnTo>
                    <a:pt x="233933" y="22860"/>
                  </a:lnTo>
                  <a:lnTo>
                    <a:pt x="221741" y="25146"/>
                  </a:lnTo>
                  <a:lnTo>
                    <a:pt x="222503" y="26670"/>
                  </a:lnTo>
                  <a:lnTo>
                    <a:pt x="222503" y="27432"/>
                  </a:lnTo>
                  <a:lnTo>
                    <a:pt x="223265" y="27432"/>
                  </a:lnTo>
                  <a:lnTo>
                    <a:pt x="223265" y="41910"/>
                  </a:lnTo>
                  <a:lnTo>
                    <a:pt x="227075" y="41910"/>
                  </a:lnTo>
                  <a:lnTo>
                    <a:pt x="227076" y="27432"/>
                  </a:lnTo>
                  <a:lnTo>
                    <a:pt x="228599" y="27432"/>
                  </a:lnTo>
                  <a:lnTo>
                    <a:pt x="228599" y="25146"/>
                  </a:lnTo>
                  <a:lnTo>
                    <a:pt x="234695" y="22860"/>
                  </a:lnTo>
                  <a:close/>
                </a:path>
                <a:path w="304800" h="41910">
                  <a:moveTo>
                    <a:pt x="243077" y="41910"/>
                  </a:moveTo>
                  <a:lnTo>
                    <a:pt x="243077" y="28194"/>
                  </a:lnTo>
                  <a:lnTo>
                    <a:pt x="227076" y="28956"/>
                  </a:lnTo>
                  <a:lnTo>
                    <a:pt x="227075" y="41910"/>
                  </a:lnTo>
                  <a:lnTo>
                    <a:pt x="243077" y="41910"/>
                  </a:lnTo>
                  <a:close/>
                </a:path>
                <a:path w="304800" h="41910">
                  <a:moveTo>
                    <a:pt x="256794" y="23622"/>
                  </a:moveTo>
                  <a:lnTo>
                    <a:pt x="246887" y="23622"/>
                  </a:lnTo>
                  <a:lnTo>
                    <a:pt x="246126" y="22860"/>
                  </a:lnTo>
                  <a:lnTo>
                    <a:pt x="241553" y="22860"/>
                  </a:lnTo>
                  <a:lnTo>
                    <a:pt x="240791" y="23622"/>
                  </a:lnTo>
                  <a:lnTo>
                    <a:pt x="240791" y="25908"/>
                  </a:lnTo>
                  <a:lnTo>
                    <a:pt x="243077" y="28194"/>
                  </a:lnTo>
                  <a:lnTo>
                    <a:pt x="243077" y="41910"/>
                  </a:lnTo>
                  <a:lnTo>
                    <a:pt x="246887" y="41910"/>
                  </a:lnTo>
                  <a:lnTo>
                    <a:pt x="246887" y="24384"/>
                  </a:lnTo>
                  <a:lnTo>
                    <a:pt x="256794" y="23622"/>
                  </a:lnTo>
                  <a:close/>
                </a:path>
                <a:path w="304800" h="41910">
                  <a:moveTo>
                    <a:pt x="304800" y="23622"/>
                  </a:moveTo>
                  <a:lnTo>
                    <a:pt x="252222" y="25146"/>
                  </a:lnTo>
                  <a:lnTo>
                    <a:pt x="252222" y="25908"/>
                  </a:lnTo>
                  <a:lnTo>
                    <a:pt x="250697" y="27432"/>
                  </a:lnTo>
                  <a:lnTo>
                    <a:pt x="249173" y="28194"/>
                  </a:lnTo>
                  <a:lnTo>
                    <a:pt x="246887" y="24384"/>
                  </a:lnTo>
                  <a:lnTo>
                    <a:pt x="246887" y="41910"/>
                  </a:lnTo>
                  <a:lnTo>
                    <a:pt x="285750" y="41910"/>
                  </a:lnTo>
                  <a:lnTo>
                    <a:pt x="304800" y="236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7" name="object 1567"/>
            <p:cNvSpPr/>
            <p:nvPr/>
          </p:nvSpPr>
          <p:spPr>
            <a:xfrm>
              <a:off x="3720084" y="2246375"/>
              <a:ext cx="304800" cy="41910"/>
            </a:xfrm>
            <a:custGeom>
              <a:avLst/>
              <a:gdLst/>
              <a:ahLst/>
              <a:cxnLst/>
              <a:rect l="l" t="t" r="r" b="b"/>
              <a:pathLst>
                <a:path w="304800" h="41910">
                  <a:moveTo>
                    <a:pt x="189737" y="3048"/>
                  </a:moveTo>
                  <a:lnTo>
                    <a:pt x="206501" y="3048"/>
                  </a:lnTo>
                  <a:lnTo>
                    <a:pt x="205740" y="7620"/>
                  </a:lnTo>
                  <a:lnTo>
                    <a:pt x="206501" y="9144"/>
                  </a:lnTo>
                  <a:lnTo>
                    <a:pt x="208787" y="15240"/>
                  </a:lnTo>
                  <a:lnTo>
                    <a:pt x="208026" y="15240"/>
                  </a:lnTo>
                  <a:lnTo>
                    <a:pt x="209549" y="17526"/>
                  </a:lnTo>
                  <a:lnTo>
                    <a:pt x="209549" y="29718"/>
                  </a:lnTo>
                  <a:lnTo>
                    <a:pt x="223265" y="28956"/>
                  </a:lnTo>
                  <a:lnTo>
                    <a:pt x="223265" y="27432"/>
                  </a:lnTo>
                  <a:lnTo>
                    <a:pt x="222503" y="27432"/>
                  </a:lnTo>
                  <a:lnTo>
                    <a:pt x="222503" y="26670"/>
                  </a:lnTo>
                  <a:lnTo>
                    <a:pt x="221741" y="25146"/>
                  </a:lnTo>
                  <a:lnTo>
                    <a:pt x="233933" y="22860"/>
                  </a:lnTo>
                  <a:lnTo>
                    <a:pt x="234695" y="22860"/>
                  </a:lnTo>
                  <a:lnTo>
                    <a:pt x="228599" y="25146"/>
                  </a:lnTo>
                  <a:lnTo>
                    <a:pt x="228599" y="27432"/>
                  </a:lnTo>
                  <a:lnTo>
                    <a:pt x="227076" y="27432"/>
                  </a:lnTo>
                  <a:lnTo>
                    <a:pt x="227076" y="28956"/>
                  </a:lnTo>
                  <a:lnTo>
                    <a:pt x="243077" y="28194"/>
                  </a:lnTo>
                  <a:lnTo>
                    <a:pt x="240791" y="25908"/>
                  </a:lnTo>
                  <a:lnTo>
                    <a:pt x="240791" y="23622"/>
                  </a:lnTo>
                  <a:lnTo>
                    <a:pt x="241553" y="22860"/>
                  </a:lnTo>
                  <a:lnTo>
                    <a:pt x="246126" y="22860"/>
                  </a:lnTo>
                  <a:lnTo>
                    <a:pt x="246887" y="23622"/>
                  </a:lnTo>
                  <a:lnTo>
                    <a:pt x="256794" y="23622"/>
                  </a:lnTo>
                  <a:lnTo>
                    <a:pt x="246887" y="24384"/>
                  </a:lnTo>
                  <a:lnTo>
                    <a:pt x="249173" y="28194"/>
                  </a:lnTo>
                  <a:lnTo>
                    <a:pt x="250697" y="27432"/>
                  </a:lnTo>
                  <a:lnTo>
                    <a:pt x="252222" y="25908"/>
                  </a:lnTo>
                  <a:lnTo>
                    <a:pt x="252222" y="25146"/>
                  </a:lnTo>
                  <a:lnTo>
                    <a:pt x="304800" y="23622"/>
                  </a:lnTo>
                  <a:lnTo>
                    <a:pt x="285750" y="41910"/>
                  </a:lnTo>
                  <a:lnTo>
                    <a:pt x="2285" y="41910"/>
                  </a:lnTo>
                  <a:lnTo>
                    <a:pt x="0" y="35052"/>
                  </a:lnTo>
                  <a:lnTo>
                    <a:pt x="22097" y="34290"/>
                  </a:lnTo>
                  <a:lnTo>
                    <a:pt x="24383" y="30480"/>
                  </a:lnTo>
                  <a:lnTo>
                    <a:pt x="14477" y="29718"/>
                  </a:lnTo>
                  <a:lnTo>
                    <a:pt x="25145" y="29718"/>
                  </a:lnTo>
                  <a:lnTo>
                    <a:pt x="25907" y="28956"/>
                  </a:lnTo>
                  <a:lnTo>
                    <a:pt x="29717" y="28956"/>
                  </a:lnTo>
                  <a:lnTo>
                    <a:pt x="31241" y="29718"/>
                  </a:lnTo>
                  <a:lnTo>
                    <a:pt x="30479" y="31242"/>
                  </a:lnTo>
                  <a:lnTo>
                    <a:pt x="30479" y="32766"/>
                  </a:lnTo>
                  <a:lnTo>
                    <a:pt x="28955" y="33528"/>
                  </a:lnTo>
                  <a:lnTo>
                    <a:pt x="28955" y="34290"/>
                  </a:lnTo>
                  <a:lnTo>
                    <a:pt x="37337" y="35052"/>
                  </a:lnTo>
                  <a:lnTo>
                    <a:pt x="33527" y="35052"/>
                  </a:lnTo>
                  <a:lnTo>
                    <a:pt x="33527" y="29718"/>
                  </a:lnTo>
                  <a:lnTo>
                    <a:pt x="38099" y="29718"/>
                  </a:lnTo>
                  <a:lnTo>
                    <a:pt x="38099" y="28194"/>
                  </a:lnTo>
                  <a:lnTo>
                    <a:pt x="43433" y="28194"/>
                  </a:lnTo>
                  <a:lnTo>
                    <a:pt x="43433" y="27432"/>
                  </a:lnTo>
                  <a:lnTo>
                    <a:pt x="41147" y="27432"/>
                  </a:lnTo>
                  <a:lnTo>
                    <a:pt x="41147" y="24384"/>
                  </a:lnTo>
                  <a:lnTo>
                    <a:pt x="35051" y="22860"/>
                  </a:lnTo>
                  <a:lnTo>
                    <a:pt x="35813" y="22098"/>
                  </a:lnTo>
                  <a:lnTo>
                    <a:pt x="48767" y="24384"/>
                  </a:lnTo>
                  <a:lnTo>
                    <a:pt x="47243" y="26670"/>
                  </a:lnTo>
                  <a:lnTo>
                    <a:pt x="47243" y="27432"/>
                  </a:lnTo>
                  <a:lnTo>
                    <a:pt x="46481" y="27432"/>
                  </a:lnTo>
                  <a:lnTo>
                    <a:pt x="46481" y="28194"/>
                  </a:lnTo>
                  <a:lnTo>
                    <a:pt x="48005" y="29718"/>
                  </a:lnTo>
                  <a:lnTo>
                    <a:pt x="61721" y="29718"/>
                  </a:lnTo>
                  <a:lnTo>
                    <a:pt x="61721" y="24384"/>
                  </a:lnTo>
                  <a:lnTo>
                    <a:pt x="63245" y="24384"/>
                  </a:lnTo>
                  <a:lnTo>
                    <a:pt x="63245" y="21336"/>
                  </a:lnTo>
                  <a:lnTo>
                    <a:pt x="93725" y="21336"/>
                  </a:lnTo>
                  <a:lnTo>
                    <a:pt x="93725" y="24384"/>
                  </a:lnTo>
                  <a:lnTo>
                    <a:pt x="100583" y="24384"/>
                  </a:lnTo>
                  <a:lnTo>
                    <a:pt x="100583" y="9906"/>
                  </a:lnTo>
                  <a:lnTo>
                    <a:pt x="104393" y="3810"/>
                  </a:lnTo>
                  <a:lnTo>
                    <a:pt x="119633" y="3810"/>
                  </a:lnTo>
                  <a:lnTo>
                    <a:pt x="119633" y="6858"/>
                  </a:lnTo>
                  <a:lnTo>
                    <a:pt x="125729" y="6858"/>
                  </a:lnTo>
                  <a:lnTo>
                    <a:pt x="125729" y="7620"/>
                  </a:lnTo>
                  <a:lnTo>
                    <a:pt x="128015" y="7620"/>
                  </a:lnTo>
                  <a:lnTo>
                    <a:pt x="128015" y="17526"/>
                  </a:lnTo>
                  <a:lnTo>
                    <a:pt x="129539" y="17526"/>
                  </a:lnTo>
                  <a:lnTo>
                    <a:pt x="129539" y="12954"/>
                  </a:lnTo>
                  <a:lnTo>
                    <a:pt x="130301" y="12954"/>
                  </a:lnTo>
                  <a:lnTo>
                    <a:pt x="130301" y="14478"/>
                  </a:lnTo>
                  <a:lnTo>
                    <a:pt x="131063" y="14478"/>
                  </a:lnTo>
                  <a:lnTo>
                    <a:pt x="131063" y="12954"/>
                  </a:lnTo>
                  <a:lnTo>
                    <a:pt x="131063" y="14478"/>
                  </a:lnTo>
                  <a:lnTo>
                    <a:pt x="131825" y="14478"/>
                  </a:lnTo>
                  <a:lnTo>
                    <a:pt x="131825" y="17526"/>
                  </a:lnTo>
                  <a:lnTo>
                    <a:pt x="132587" y="17526"/>
                  </a:lnTo>
                  <a:lnTo>
                    <a:pt x="132587" y="14478"/>
                  </a:lnTo>
                  <a:lnTo>
                    <a:pt x="133349" y="14478"/>
                  </a:lnTo>
                  <a:lnTo>
                    <a:pt x="133349" y="12954"/>
                  </a:lnTo>
                  <a:lnTo>
                    <a:pt x="133349" y="14478"/>
                  </a:lnTo>
                  <a:lnTo>
                    <a:pt x="134111" y="14478"/>
                  </a:lnTo>
                  <a:lnTo>
                    <a:pt x="134111" y="12954"/>
                  </a:lnTo>
                  <a:lnTo>
                    <a:pt x="134873" y="12954"/>
                  </a:lnTo>
                  <a:lnTo>
                    <a:pt x="134873" y="14478"/>
                  </a:lnTo>
                  <a:lnTo>
                    <a:pt x="135635" y="14478"/>
                  </a:lnTo>
                  <a:lnTo>
                    <a:pt x="135635" y="17526"/>
                  </a:lnTo>
                  <a:lnTo>
                    <a:pt x="145541" y="17526"/>
                  </a:lnTo>
                  <a:lnTo>
                    <a:pt x="145541" y="7620"/>
                  </a:lnTo>
                  <a:lnTo>
                    <a:pt x="153923" y="7620"/>
                  </a:lnTo>
                  <a:lnTo>
                    <a:pt x="153923" y="6858"/>
                  </a:lnTo>
                  <a:lnTo>
                    <a:pt x="154685" y="6858"/>
                  </a:lnTo>
                  <a:lnTo>
                    <a:pt x="154685" y="762"/>
                  </a:lnTo>
                  <a:lnTo>
                    <a:pt x="155447" y="0"/>
                  </a:lnTo>
                  <a:lnTo>
                    <a:pt x="156971" y="762"/>
                  </a:lnTo>
                  <a:lnTo>
                    <a:pt x="156971" y="6096"/>
                  </a:lnTo>
                  <a:lnTo>
                    <a:pt x="157733" y="6096"/>
                  </a:lnTo>
                  <a:lnTo>
                    <a:pt x="157733" y="7620"/>
                  </a:lnTo>
                  <a:lnTo>
                    <a:pt x="161543" y="7620"/>
                  </a:lnTo>
                  <a:lnTo>
                    <a:pt x="161543" y="12192"/>
                  </a:lnTo>
                  <a:lnTo>
                    <a:pt x="165353" y="12192"/>
                  </a:lnTo>
                  <a:lnTo>
                    <a:pt x="166115" y="6096"/>
                  </a:lnTo>
                  <a:lnTo>
                    <a:pt x="179831" y="6096"/>
                  </a:lnTo>
                  <a:lnTo>
                    <a:pt x="181355" y="12192"/>
                  </a:lnTo>
                  <a:lnTo>
                    <a:pt x="189737" y="12192"/>
                  </a:lnTo>
                  <a:lnTo>
                    <a:pt x="189737" y="30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8" name="object 1568"/>
            <p:cNvSpPr/>
            <p:nvPr/>
          </p:nvSpPr>
          <p:spPr>
            <a:xfrm>
              <a:off x="3830574" y="2253234"/>
              <a:ext cx="17780" cy="24130"/>
            </a:xfrm>
            <a:custGeom>
              <a:avLst/>
              <a:gdLst/>
              <a:ahLst/>
              <a:cxnLst/>
              <a:rect l="l" t="t" r="r" b="b"/>
              <a:pathLst>
                <a:path w="17779" h="24130">
                  <a:moveTo>
                    <a:pt x="13715" y="23622"/>
                  </a:moveTo>
                  <a:lnTo>
                    <a:pt x="13715" y="762"/>
                  </a:lnTo>
                  <a:lnTo>
                    <a:pt x="17525" y="762"/>
                  </a:lnTo>
                  <a:lnTo>
                    <a:pt x="17525" y="23622"/>
                  </a:lnTo>
                  <a:lnTo>
                    <a:pt x="13715" y="23622"/>
                  </a:lnTo>
                  <a:close/>
                </a:path>
                <a:path w="17779" h="24130">
                  <a:moveTo>
                    <a:pt x="16001" y="6096"/>
                  </a:moveTo>
                  <a:lnTo>
                    <a:pt x="15239" y="0"/>
                  </a:lnTo>
                  <a:lnTo>
                    <a:pt x="1524" y="0"/>
                  </a:lnTo>
                  <a:lnTo>
                    <a:pt x="0" y="6096"/>
                  </a:lnTo>
                  <a:lnTo>
                    <a:pt x="16001" y="609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9" name="object 1569"/>
            <p:cNvSpPr/>
            <p:nvPr/>
          </p:nvSpPr>
          <p:spPr>
            <a:xfrm>
              <a:off x="3834384" y="2250185"/>
              <a:ext cx="8890" cy="3175"/>
            </a:xfrm>
            <a:custGeom>
              <a:avLst/>
              <a:gdLst/>
              <a:ahLst/>
              <a:cxnLst/>
              <a:rect l="l" t="t" r="r" b="b"/>
              <a:pathLst>
                <a:path w="8889" h="3175">
                  <a:moveTo>
                    <a:pt x="2286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2286" y="3048"/>
                  </a:lnTo>
                  <a:lnTo>
                    <a:pt x="2286" y="0"/>
                  </a:lnTo>
                  <a:close/>
                </a:path>
                <a:path w="8889" h="3175">
                  <a:moveTo>
                    <a:pt x="5334" y="0"/>
                  </a:moveTo>
                  <a:lnTo>
                    <a:pt x="3048" y="0"/>
                  </a:lnTo>
                  <a:lnTo>
                    <a:pt x="3048" y="3048"/>
                  </a:lnTo>
                  <a:lnTo>
                    <a:pt x="5334" y="3048"/>
                  </a:lnTo>
                  <a:lnTo>
                    <a:pt x="5334" y="0"/>
                  </a:lnTo>
                  <a:close/>
                </a:path>
                <a:path w="8889" h="3175">
                  <a:moveTo>
                    <a:pt x="8382" y="0"/>
                  </a:moveTo>
                  <a:lnTo>
                    <a:pt x="6096" y="0"/>
                  </a:lnTo>
                  <a:lnTo>
                    <a:pt x="6096" y="3048"/>
                  </a:lnTo>
                  <a:lnTo>
                    <a:pt x="8382" y="3048"/>
                  </a:lnTo>
                  <a:lnTo>
                    <a:pt x="83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0" name="object 1570"/>
            <p:cNvSpPr/>
            <p:nvPr/>
          </p:nvSpPr>
          <p:spPr>
            <a:xfrm>
              <a:off x="3832860" y="2240280"/>
              <a:ext cx="6350" cy="10160"/>
            </a:xfrm>
            <a:custGeom>
              <a:avLst/>
              <a:gdLst/>
              <a:ahLst/>
              <a:cxnLst/>
              <a:rect l="l" t="t" r="r" b="b"/>
              <a:pathLst>
                <a:path w="6350" h="10160">
                  <a:moveTo>
                    <a:pt x="1524" y="9906"/>
                  </a:moveTo>
                  <a:lnTo>
                    <a:pt x="1524" y="6095"/>
                  </a:lnTo>
                  <a:lnTo>
                    <a:pt x="5334" y="6095"/>
                  </a:lnTo>
                  <a:lnTo>
                    <a:pt x="5334" y="9906"/>
                  </a:lnTo>
                  <a:lnTo>
                    <a:pt x="1524" y="9906"/>
                  </a:lnTo>
                  <a:close/>
                </a:path>
                <a:path w="6350" h="10160">
                  <a:moveTo>
                    <a:pt x="5334" y="6095"/>
                  </a:moveTo>
                  <a:lnTo>
                    <a:pt x="4572" y="3047"/>
                  </a:lnTo>
                  <a:lnTo>
                    <a:pt x="6095" y="1524"/>
                  </a:lnTo>
                  <a:lnTo>
                    <a:pt x="3810" y="1524"/>
                  </a:lnTo>
                  <a:lnTo>
                    <a:pt x="3048" y="3047"/>
                  </a:lnTo>
                  <a:lnTo>
                    <a:pt x="2286" y="6095"/>
                  </a:lnTo>
                  <a:lnTo>
                    <a:pt x="5334" y="6095"/>
                  </a:lnTo>
                  <a:close/>
                </a:path>
                <a:path w="6350" h="10160">
                  <a:moveTo>
                    <a:pt x="3048" y="2286"/>
                  </a:moveTo>
                  <a:lnTo>
                    <a:pt x="2286" y="3047"/>
                  </a:lnTo>
                  <a:lnTo>
                    <a:pt x="2286" y="0"/>
                  </a:lnTo>
                  <a:lnTo>
                    <a:pt x="3810" y="1524"/>
                  </a:lnTo>
                  <a:lnTo>
                    <a:pt x="3048" y="2286"/>
                  </a:lnTo>
                  <a:close/>
                </a:path>
                <a:path w="6350" h="10160">
                  <a:moveTo>
                    <a:pt x="2286" y="2286"/>
                  </a:moveTo>
                  <a:lnTo>
                    <a:pt x="0" y="1524"/>
                  </a:lnTo>
                  <a:lnTo>
                    <a:pt x="2286" y="0"/>
                  </a:lnTo>
                  <a:lnTo>
                    <a:pt x="2286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1" name="object 1571"/>
            <p:cNvSpPr/>
            <p:nvPr/>
          </p:nvSpPr>
          <p:spPr>
            <a:xfrm>
              <a:off x="3835146" y="224561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 h="0">
                  <a:moveTo>
                    <a:pt x="457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2" name="object 1572"/>
            <p:cNvSpPr/>
            <p:nvPr/>
          </p:nvSpPr>
          <p:spPr>
            <a:xfrm>
              <a:off x="3829812" y="2245613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80">
                  <a:moveTo>
                    <a:pt x="3048" y="4572"/>
                  </a:moveTo>
                  <a:lnTo>
                    <a:pt x="2286" y="762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762" y="762"/>
                  </a:lnTo>
                  <a:lnTo>
                    <a:pt x="0" y="4572"/>
                  </a:lnTo>
                  <a:lnTo>
                    <a:pt x="3048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3" name="object 1573"/>
            <p:cNvSpPr/>
            <p:nvPr/>
          </p:nvSpPr>
          <p:spPr>
            <a:xfrm>
              <a:off x="3829812" y="2243328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10">
                  <a:moveTo>
                    <a:pt x="762" y="3048"/>
                  </a:moveTo>
                  <a:lnTo>
                    <a:pt x="0" y="3810"/>
                  </a:lnTo>
                  <a:lnTo>
                    <a:pt x="0" y="0"/>
                  </a:lnTo>
                  <a:lnTo>
                    <a:pt x="1524" y="2286"/>
                  </a:lnTo>
                  <a:lnTo>
                    <a:pt x="762" y="30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4" name="object 1574"/>
            <p:cNvSpPr/>
            <p:nvPr/>
          </p:nvSpPr>
          <p:spPr>
            <a:xfrm>
              <a:off x="3826764" y="224332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3048"/>
                  </a:moveTo>
                  <a:lnTo>
                    <a:pt x="0" y="2286"/>
                  </a:lnTo>
                  <a:lnTo>
                    <a:pt x="3048" y="0"/>
                  </a:lnTo>
                  <a:lnTo>
                    <a:pt x="3048" y="30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5" name="object 1575"/>
            <p:cNvSpPr/>
            <p:nvPr/>
          </p:nvSpPr>
          <p:spPr>
            <a:xfrm>
              <a:off x="3829812" y="224942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 h="0">
                  <a:moveTo>
                    <a:pt x="457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6" name="object 1576"/>
            <p:cNvSpPr/>
            <p:nvPr/>
          </p:nvSpPr>
          <p:spPr>
            <a:xfrm>
              <a:off x="3843528" y="2250186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524" y="3048"/>
                  </a:moveTo>
                  <a:lnTo>
                    <a:pt x="1524" y="0"/>
                  </a:lnTo>
                  <a:lnTo>
                    <a:pt x="762" y="0"/>
                  </a:lnTo>
                  <a:lnTo>
                    <a:pt x="0" y="762"/>
                  </a:lnTo>
                  <a:lnTo>
                    <a:pt x="0" y="3048"/>
                  </a:lnTo>
                  <a:lnTo>
                    <a:pt x="1524" y="30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7" name="object 1577"/>
            <p:cNvSpPr/>
            <p:nvPr/>
          </p:nvSpPr>
          <p:spPr>
            <a:xfrm>
              <a:off x="3845052" y="2234946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67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8" name="object 1578"/>
            <p:cNvSpPr/>
            <p:nvPr/>
          </p:nvSpPr>
          <p:spPr>
            <a:xfrm>
              <a:off x="3831335" y="2272284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0" y="2286"/>
                  </a:moveTo>
                  <a:lnTo>
                    <a:pt x="0" y="0"/>
                  </a:lnTo>
                  <a:lnTo>
                    <a:pt x="1523" y="0"/>
                  </a:lnTo>
                  <a:lnTo>
                    <a:pt x="1524" y="2286"/>
                  </a:lnTo>
                  <a:lnTo>
                    <a:pt x="0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9" name="object 1579"/>
            <p:cNvSpPr/>
            <p:nvPr/>
          </p:nvSpPr>
          <p:spPr>
            <a:xfrm>
              <a:off x="3823716" y="2269236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0" y="1524"/>
                  </a:moveTo>
                  <a:lnTo>
                    <a:pt x="0" y="0"/>
                  </a:lnTo>
                  <a:lnTo>
                    <a:pt x="3048" y="0"/>
                  </a:lnTo>
                  <a:lnTo>
                    <a:pt x="3048" y="1524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0" name="object 1580"/>
            <p:cNvSpPr/>
            <p:nvPr/>
          </p:nvSpPr>
          <p:spPr>
            <a:xfrm>
              <a:off x="3846576" y="2272284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0" y="3048"/>
                  </a:moveTo>
                  <a:lnTo>
                    <a:pt x="0" y="0"/>
                  </a:lnTo>
                  <a:lnTo>
                    <a:pt x="1523" y="0"/>
                  </a:lnTo>
                  <a:lnTo>
                    <a:pt x="1524" y="3048"/>
                  </a:lnTo>
                  <a:lnTo>
                    <a:pt x="0" y="30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1" name="object 1581"/>
            <p:cNvSpPr/>
            <p:nvPr/>
          </p:nvSpPr>
          <p:spPr>
            <a:xfrm>
              <a:off x="3820668" y="2256282"/>
              <a:ext cx="6985" cy="3175"/>
            </a:xfrm>
            <a:custGeom>
              <a:avLst/>
              <a:gdLst/>
              <a:ahLst/>
              <a:cxnLst/>
              <a:rect l="l" t="t" r="r" b="b"/>
              <a:pathLst>
                <a:path w="6985" h="3175">
                  <a:moveTo>
                    <a:pt x="0" y="0"/>
                  </a:moveTo>
                  <a:lnTo>
                    <a:pt x="6858" y="0"/>
                  </a:lnTo>
                  <a:lnTo>
                    <a:pt x="6858" y="304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2" name="object 1582"/>
            <p:cNvSpPr/>
            <p:nvPr/>
          </p:nvSpPr>
          <p:spPr>
            <a:xfrm>
              <a:off x="3827526" y="2259329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 h="0">
                  <a:moveTo>
                    <a:pt x="0" y="0"/>
                  </a:moveTo>
                  <a:lnTo>
                    <a:pt x="205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3" name="object 1583"/>
            <p:cNvSpPr/>
            <p:nvPr/>
          </p:nvSpPr>
          <p:spPr>
            <a:xfrm>
              <a:off x="3820668" y="2259330"/>
              <a:ext cx="24765" cy="17145"/>
            </a:xfrm>
            <a:custGeom>
              <a:avLst/>
              <a:gdLst/>
              <a:ahLst/>
              <a:cxnLst/>
              <a:rect l="l" t="t" r="r" b="b"/>
              <a:pathLst>
                <a:path w="24764" h="17144">
                  <a:moveTo>
                    <a:pt x="0" y="0"/>
                  </a:moveTo>
                  <a:lnTo>
                    <a:pt x="0" y="16763"/>
                  </a:lnTo>
                  <a:lnTo>
                    <a:pt x="24384" y="16763"/>
                  </a:lnTo>
                  <a:lnTo>
                    <a:pt x="2438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4" name="object 1584"/>
            <p:cNvSpPr/>
            <p:nvPr/>
          </p:nvSpPr>
          <p:spPr>
            <a:xfrm>
              <a:off x="3845052" y="2259329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5" name="object 1585"/>
            <p:cNvSpPr/>
            <p:nvPr/>
          </p:nvSpPr>
          <p:spPr>
            <a:xfrm>
              <a:off x="3782568" y="2270760"/>
              <a:ext cx="46990" cy="5080"/>
            </a:xfrm>
            <a:custGeom>
              <a:avLst/>
              <a:gdLst/>
              <a:ahLst/>
              <a:cxnLst/>
              <a:rect l="l" t="t" r="r" b="b"/>
              <a:pathLst>
                <a:path w="46989" h="5080">
                  <a:moveTo>
                    <a:pt x="0" y="0"/>
                  </a:moveTo>
                  <a:lnTo>
                    <a:pt x="0" y="4572"/>
                  </a:lnTo>
                  <a:lnTo>
                    <a:pt x="46482" y="4572"/>
                  </a:lnTo>
                  <a:lnTo>
                    <a:pt x="4648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6" name="object 1586"/>
            <p:cNvSpPr/>
            <p:nvPr/>
          </p:nvSpPr>
          <p:spPr>
            <a:xfrm>
              <a:off x="3814572" y="227076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0"/>
                  </a:moveTo>
                  <a:lnTo>
                    <a:pt x="0" y="68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7" name="object 1587"/>
            <p:cNvSpPr/>
            <p:nvPr/>
          </p:nvSpPr>
          <p:spPr>
            <a:xfrm>
              <a:off x="3819144" y="227076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0"/>
                  </a:moveTo>
                  <a:lnTo>
                    <a:pt x="0" y="68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8" name="object 1588"/>
            <p:cNvSpPr/>
            <p:nvPr/>
          </p:nvSpPr>
          <p:spPr>
            <a:xfrm>
              <a:off x="3824478" y="227076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0"/>
                  </a:moveTo>
                  <a:lnTo>
                    <a:pt x="0" y="68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9" name="object 1589"/>
            <p:cNvSpPr/>
            <p:nvPr/>
          </p:nvSpPr>
          <p:spPr>
            <a:xfrm>
              <a:off x="3783330" y="2267712"/>
              <a:ext cx="31750" cy="3175"/>
            </a:xfrm>
            <a:custGeom>
              <a:avLst/>
              <a:gdLst/>
              <a:ahLst/>
              <a:cxnLst/>
              <a:rect l="l" t="t" r="r" b="b"/>
              <a:pathLst>
                <a:path w="31750" h="3175">
                  <a:moveTo>
                    <a:pt x="0" y="3048"/>
                  </a:moveTo>
                  <a:lnTo>
                    <a:pt x="0" y="0"/>
                  </a:lnTo>
                  <a:lnTo>
                    <a:pt x="31242" y="0"/>
                  </a:lnTo>
                  <a:lnTo>
                    <a:pt x="31242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0" name="object 1590"/>
            <p:cNvSpPr/>
            <p:nvPr/>
          </p:nvSpPr>
          <p:spPr>
            <a:xfrm>
              <a:off x="3787140" y="2267712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w="0" h="5080">
                  <a:moveTo>
                    <a:pt x="0" y="45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1" name="object 1591"/>
            <p:cNvSpPr/>
            <p:nvPr/>
          </p:nvSpPr>
          <p:spPr>
            <a:xfrm>
              <a:off x="3790950" y="2267712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w="0" h="5080">
                  <a:moveTo>
                    <a:pt x="0" y="0"/>
                  </a:moveTo>
                  <a:lnTo>
                    <a:pt x="0" y="4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2" name="object 1592"/>
            <p:cNvSpPr/>
            <p:nvPr/>
          </p:nvSpPr>
          <p:spPr>
            <a:xfrm>
              <a:off x="3794760" y="2267712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w="0" h="5080">
                  <a:moveTo>
                    <a:pt x="0" y="45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3" name="object 1593"/>
            <p:cNvSpPr/>
            <p:nvPr/>
          </p:nvSpPr>
          <p:spPr>
            <a:xfrm>
              <a:off x="3797807" y="2267712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w="0" h="5080">
                  <a:moveTo>
                    <a:pt x="0" y="0"/>
                  </a:moveTo>
                  <a:lnTo>
                    <a:pt x="0" y="4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4" name="object 1594"/>
            <p:cNvSpPr/>
            <p:nvPr/>
          </p:nvSpPr>
          <p:spPr>
            <a:xfrm>
              <a:off x="3801618" y="2267712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w="0" h="5080">
                  <a:moveTo>
                    <a:pt x="0" y="45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5" name="object 1595"/>
            <p:cNvSpPr/>
            <p:nvPr/>
          </p:nvSpPr>
          <p:spPr>
            <a:xfrm>
              <a:off x="3805428" y="2267712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w="0" h="5080">
                  <a:moveTo>
                    <a:pt x="0" y="0"/>
                  </a:moveTo>
                  <a:lnTo>
                    <a:pt x="0" y="4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6" name="object 1596"/>
            <p:cNvSpPr/>
            <p:nvPr/>
          </p:nvSpPr>
          <p:spPr>
            <a:xfrm>
              <a:off x="3809238" y="2267712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w="0" h="5080">
                  <a:moveTo>
                    <a:pt x="0" y="45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7" name="object 1597"/>
            <p:cNvSpPr/>
            <p:nvPr/>
          </p:nvSpPr>
          <p:spPr>
            <a:xfrm>
              <a:off x="3717455" y="2270759"/>
              <a:ext cx="4445" cy="12700"/>
            </a:xfrm>
            <a:custGeom>
              <a:avLst/>
              <a:gdLst/>
              <a:ahLst/>
              <a:cxnLst/>
              <a:rect l="l" t="t" r="r" b="b"/>
              <a:pathLst>
                <a:path w="4445" h="12700">
                  <a:moveTo>
                    <a:pt x="4267" y="1219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8" name="object 1598"/>
            <p:cNvSpPr/>
            <p:nvPr/>
          </p:nvSpPr>
          <p:spPr>
            <a:xfrm>
              <a:off x="3719575" y="2276093"/>
              <a:ext cx="3810" cy="6985"/>
            </a:xfrm>
            <a:custGeom>
              <a:avLst/>
              <a:gdLst/>
              <a:ahLst/>
              <a:cxnLst/>
              <a:rect l="l" t="t" r="r" b="b"/>
              <a:pathLst>
                <a:path w="3810" h="6985">
                  <a:moveTo>
                    <a:pt x="0" y="0"/>
                  </a:moveTo>
                  <a:lnTo>
                    <a:pt x="3265" y="68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9" name="object 1599"/>
            <p:cNvSpPr/>
            <p:nvPr/>
          </p:nvSpPr>
          <p:spPr>
            <a:xfrm>
              <a:off x="3723132" y="2273046"/>
              <a:ext cx="3810" cy="7620"/>
            </a:xfrm>
            <a:custGeom>
              <a:avLst/>
              <a:gdLst/>
              <a:ahLst/>
              <a:cxnLst/>
              <a:rect l="l" t="t" r="r" b="b"/>
              <a:pathLst>
                <a:path w="3810" h="7619">
                  <a:moveTo>
                    <a:pt x="3810" y="7620"/>
                  </a:moveTo>
                  <a:lnTo>
                    <a:pt x="3810" y="3810"/>
                  </a:lnTo>
                  <a:lnTo>
                    <a:pt x="3047" y="3810"/>
                  </a:lnTo>
                  <a:lnTo>
                    <a:pt x="3047" y="0"/>
                  </a:lnTo>
                  <a:lnTo>
                    <a:pt x="761" y="0"/>
                  </a:lnTo>
                  <a:lnTo>
                    <a:pt x="761" y="381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3810" y="7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0" name="object 1600"/>
            <p:cNvSpPr/>
            <p:nvPr/>
          </p:nvSpPr>
          <p:spPr>
            <a:xfrm>
              <a:off x="3723132" y="2273046"/>
              <a:ext cx="3810" cy="7620"/>
            </a:xfrm>
            <a:custGeom>
              <a:avLst/>
              <a:gdLst/>
              <a:ahLst/>
              <a:cxnLst/>
              <a:rect l="l" t="t" r="r" b="b"/>
              <a:pathLst>
                <a:path w="3810" h="7619">
                  <a:moveTo>
                    <a:pt x="0" y="7620"/>
                  </a:moveTo>
                  <a:lnTo>
                    <a:pt x="0" y="3810"/>
                  </a:lnTo>
                  <a:lnTo>
                    <a:pt x="761" y="3810"/>
                  </a:lnTo>
                  <a:lnTo>
                    <a:pt x="761" y="0"/>
                  </a:lnTo>
                  <a:lnTo>
                    <a:pt x="3047" y="0"/>
                  </a:lnTo>
                  <a:lnTo>
                    <a:pt x="3047" y="3810"/>
                  </a:lnTo>
                  <a:lnTo>
                    <a:pt x="3810" y="3810"/>
                  </a:lnTo>
                  <a:lnTo>
                    <a:pt x="3810" y="7620"/>
                  </a:lnTo>
                  <a:lnTo>
                    <a:pt x="0" y="76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1" name="object 1601"/>
            <p:cNvSpPr/>
            <p:nvPr/>
          </p:nvSpPr>
          <p:spPr>
            <a:xfrm>
              <a:off x="3725418" y="2273046"/>
              <a:ext cx="0" cy="10160"/>
            </a:xfrm>
            <a:custGeom>
              <a:avLst/>
              <a:gdLst/>
              <a:ahLst/>
              <a:cxnLst/>
              <a:rect l="l" t="t" r="r" b="b"/>
              <a:pathLst>
                <a:path w="0" h="10160">
                  <a:moveTo>
                    <a:pt x="0" y="0"/>
                  </a:moveTo>
                  <a:lnTo>
                    <a:pt x="0" y="99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2" name="object 1602"/>
            <p:cNvSpPr/>
            <p:nvPr/>
          </p:nvSpPr>
          <p:spPr>
            <a:xfrm>
              <a:off x="3722370" y="227457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 h="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3" name="object 1603"/>
            <p:cNvSpPr/>
            <p:nvPr/>
          </p:nvSpPr>
          <p:spPr>
            <a:xfrm>
              <a:off x="3722370" y="227837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 h="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4" name="object 1604"/>
            <p:cNvSpPr/>
            <p:nvPr/>
          </p:nvSpPr>
          <p:spPr>
            <a:xfrm>
              <a:off x="3723132" y="227914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 h="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5" name="object 1605"/>
            <p:cNvSpPr/>
            <p:nvPr/>
          </p:nvSpPr>
          <p:spPr>
            <a:xfrm>
              <a:off x="3723894" y="227609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0"/>
                  </a:moveTo>
                  <a:lnTo>
                    <a:pt x="0" y="68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6" name="object 1606"/>
            <p:cNvSpPr/>
            <p:nvPr/>
          </p:nvSpPr>
          <p:spPr>
            <a:xfrm>
              <a:off x="3726180" y="2276093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0"/>
                  </a:moveTo>
                  <a:lnTo>
                    <a:pt x="0" y="68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7" name="object 1607"/>
            <p:cNvSpPr/>
            <p:nvPr/>
          </p:nvSpPr>
          <p:spPr>
            <a:xfrm>
              <a:off x="3722370" y="22768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 h="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8" name="object 1608"/>
            <p:cNvSpPr/>
            <p:nvPr/>
          </p:nvSpPr>
          <p:spPr>
            <a:xfrm>
              <a:off x="3753612" y="2276094"/>
              <a:ext cx="14604" cy="5715"/>
            </a:xfrm>
            <a:custGeom>
              <a:avLst/>
              <a:gdLst/>
              <a:ahLst/>
              <a:cxnLst/>
              <a:rect l="l" t="t" r="r" b="b"/>
              <a:pathLst>
                <a:path w="14604" h="5714">
                  <a:moveTo>
                    <a:pt x="14477" y="0"/>
                  </a:moveTo>
                  <a:lnTo>
                    <a:pt x="12191" y="0"/>
                  </a:lnTo>
                  <a:lnTo>
                    <a:pt x="11429" y="762"/>
                  </a:lnTo>
                  <a:lnTo>
                    <a:pt x="10667" y="2286"/>
                  </a:lnTo>
                  <a:lnTo>
                    <a:pt x="9143" y="3810"/>
                  </a:lnTo>
                  <a:lnTo>
                    <a:pt x="7619" y="4572"/>
                  </a:lnTo>
                  <a:lnTo>
                    <a:pt x="6095" y="4572"/>
                  </a:lnTo>
                  <a:lnTo>
                    <a:pt x="4571" y="5334"/>
                  </a:lnTo>
                  <a:lnTo>
                    <a:pt x="0" y="533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9" name="object 1609"/>
            <p:cNvSpPr/>
            <p:nvPr/>
          </p:nvSpPr>
          <p:spPr>
            <a:xfrm>
              <a:off x="3733800" y="2286762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1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0" name="object 1610"/>
            <p:cNvSpPr/>
            <p:nvPr/>
          </p:nvSpPr>
          <p:spPr>
            <a:xfrm>
              <a:off x="3736848" y="2282952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0"/>
                  </a:moveTo>
                  <a:lnTo>
                    <a:pt x="0" y="60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1" name="object 1611"/>
            <p:cNvSpPr/>
            <p:nvPr/>
          </p:nvSpPr>
          <p:spPr>
            <a:xfrm>
              <a:off x="3740657" y="2282952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0"/>
                  </a:moveTo>
                  <a:lnTo>
                    <a:pt x="0" y="60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2" name="object 1612"/>
            <p:cNvSpPr/>
            <p:nvPr/>
          </p:nvSpPr>
          <p:spPr>
            <a:xfrm>
              <a:off x="3743706" y="2282952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0"/>
                  </a:moveTo>
                  <a:lnTo>
                    <a:pt x="0" y="60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3" name="object 1613"/>
            <p:cNvSpPr/>
            <p:nvPr/>
          </p:nvSpPr>
          <p:spPr>
            <a:xfrm>
              <a:off x="3742182" y="2280666"/>
              <a:ext cx="8890" cy="0"/>
            </a:xfrm>
            <a:custGeom>
              <a:avLst/>
              <a:gdLst/>
              <a:ahLst/>
              <a:cxnLst/>
              <a:rect l="l" t="t" r="r" b="b"/>
              <a:pathLst>
                <a:path w="8889" h="0">
                  <a:moveTo>
                    <a:pt x="0" y="0"/>
                  </a:moveTo>
                  <a:lnTo>
                    <a:pt x="83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4" name="object 1614"/>
            <p:cNvSpPr/>
            <p:nvPr/>
          </p:nvSpPr>
          <p:spPr>
            <a:xfrm>
              <a:off x="3744468" y="2275332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524" y="0"/>
                  </a:moveTo>
                  <a:lnTo>
                    <a:pt x="0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5" name="object 1615"/>
            <p:cNvSpPr/>
            <p:nvPr/>
          </p:nvSpPr>
          <p:spPr>
            <a:xfrm>
              <a:off x="3761231" y="2270933"/>
              <a:ext cx="7620" cy="2540"/>
            </a:xfrm>
            <a:custGeom>
              <a:avLst/>
              <a:gdLst/>
              <a:ahLst/>
              <a:cxnLst/>
              <a:rect l="l" t="t" r="r" b="b"/>
              <a:pathLst>
                <a:path w="7620" h="2539">
                  <a:moveTo>
                    <a:pt x="0" y="0"/>
                  </a:moveTo>
                  <a:lnTo>
                    <a:pt x="7620" y="24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6" name="object 1616"/>
            <p:cNvSpPr/>
            <p:nvPr/>
          </p:nvSpPr>
          <p:spPr>
            <a:xfrm>
              <a:off x="3762756" y="227380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7" name="object 1617"/>
            <p:cNvSpPr/>
            <p:nvPr/>
          </p:nvSpPr>
          <p:spPr>
            <a:xfrm>
              <a:off x="3762756" y="227457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8" name="object 1618"/>
            <p:cNvSpPr/>
            <p:nvPr/>
          </p:nvSpPr>
          <p:spPr>
            <a:xfrm>
              <a:off x="3850385" y="2241804"/>
              <a:ext cx="6985" cy="16510"/>
            </a:xfrm>
            <a:custGeom>
              <a:avLst/>
              <a:gdLst/>
              <a:ahLst/>
              <a:cxnLst/>
              <a:rect l="l" t="t" r="r" b="b"/>
              <a:pathLst>
                <a:path w="6985" h="16510">
                  <a:moveTo>
                    <a:pt x="6858" y="16002"/>
                  </a:moveTo>
                  <a:lnTo>
                    <a:pt x="6858" y="14478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6858" y="160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9" name="object 1619"/>
            <p:cNvSpPr/>
            <p:nvPr/>
          </p:nvSpPr>
          <p:spPr>
            <a:xfrm>
              <a:off x="3850385" y="2241804"/>
              <a:ext cx="6985" cy="16510"/>
            </a:xfrm>
            <a:custGeom>
              <a:avLst/>
              <a:gdLst/>
              <a:ahLst/>
              <a:cxnLst/>
              <a:rect l="l" t="t" r="r" b="b"/>
              <a:pathLst>
                <a:path w="6985" h="16510">
                  <a:moveTo>
                    <a:pt x="0" y="0"/>
                  </a:moveTo>
                  <a:lnTo>
                    <a:pt x="6858" y="16002"/>
                  </a:lnTo>
                  <a:lnTo>
                    <a:pt x="6858" y="14478"/>
                  </a:ln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0" name="object 1620"/>
            <p:cNvSpPr/>
            <p:nvPr/>
          </p:nvSpPr>
          <p:spPr>
            <a:xfrm>
              <a:off x="3863340" y="2218944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 h="0">
                  <a:moveTo>
                    <a:pt x="0" y="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1" name="object 1621"/>
            <p:cNvSpPr/>
            <p:nvPr/>
          </p:nvSpPr>
          <p:spPr>
            <a:xfrm>
              <a:off x="3856482" y="2231898"/>
              <a:ext cx="3810" cy="32384"/>
            </a:xfrm>
            <a:custGeom>
              <a:avLst/>
              <a:gdLst/>
              <a:ahLst/>
              <a:cxnLst/>
              <a:rect l="l" t="t" r="r" b="b"/>
              <a:pathLst>
                <a:path w="3810" h="32385">
                  <a:moveTo>
                    <a:pt x="3810" y="0"/>
                  </a:moveTo>
                  <a:lnTo>
                    <a:pt x="3048" y="0"/>
                  </a:lnTo>
                  <a:lnTo>
                    <a:pt x="0" y="32004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2" name="object 1622"/>
            <p:cNvSpPr/>
            <p:nvPr/>
          </p:nvSpPr>
          <p:spPr>
            <a:xfrm>
              <a:off x="3856482" y="2231898"/>
              <a:ext cx="3810" cy="32384"/>
            </a:xfrm>
            <a:custGeom>
              <a:avLst/>
              <a:gdLst/>
              <a:ahLst/>
              <a:cxnLst/>
              <a:rect l="l" t="t" r="r" b="b"/>
              <a:pathLst>
                <a:path w="3810" h="32385">
                  <a:moveTo>
                    <a:pt x="3810" y="0"/>
                  </a:moveTo>
                  <a:lnTo>
                    <a:pt x="0" y="32004"/>
                  </a:lnTo>
                  <a:lnTo>
                    <a:pt x="3048" y="0"/>
                  </a:lnTo>
                  <a:lnTo>
                    <a:pt x="381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3" name="object 1623"/>
            <p:cNvSpPr/>
            <p:nvPr/>
          </p:nvSpPr>
          <p:spPr>
            <a:xfrm>
              <a:off x="3865626" y="2218944"/>
              <a:ext cx="1270" cy="45085"/>
            </a:xfrm>
            <a:custGeom>
              <a:avLst/>
              <a:gdLst/>
              <a:ahLst/>
              <a:cxnLst/>
              <a:rect l="l" t="t" r="r" b="b"/>
              <a:pathLst>
                <a:path w="1270" h="45085">
                  <a:moveTo>
                    <a:pt x="762" y="44957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44957"/>
                  </a:lnTo>
                  <a:lnTo>
                    <a:pt x="762" y="449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4" name="object 1624"/>
            <p:cNvSpPr/>
            <p:nvPr/>
          </p:nvSpPr>
          <p:spPr>
            <a:xfrm>
              <a:off x="3865626" y="2218944"/>
              <a:ext cx="1270" cy="45085"/>
            </a:xfrm>
            <a:custGeom>
              <a:avLst/>
              <a:gdLst/>
              <a:ahLst/>
              <a:cxnLst/>
              <a:rect l="l" t="t" r="r" b="b"/>
              <a:pathLst>
                <a:path w="1270" h="45085">
                  <a:moveTo>
                    <a:pt x="762" y="0"/>
                  </a:moveTo>
                  <a:lnTo>
                    <a:pt x="762" y="44957"/>
                  </a:lnTo>
                  <a:lnTo>
                    <a:pt x="0" y="44957"/>
                  </a:ln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5" name="object 1625"/>
            <p:cNvSpPr/>
            <p:nvPr/>
          </p:nvSpPr>
          <p:spPr>
            <a:xfrm>
              <a:off x="3858006" y="2241803"/>
              <a:ext cx="7620" cy="22225"/>
            </a:xfrm>
            <a:custGeom>
              <a:avLst/>
              <a:gdLst/>
              <a:ahLst/>
              <a:cxnLst/>
              <a:rect l="l" t="t" r="r" b="b"/>
              <a:pathLst>
                <a:path w="7620" h="22225">
                  <a:moveTo>
                    <a:pt x="7620" y="22098"/>
                  </a:moveTo>
                  <a:lnTo>
                    <a:pt x="0" y="16764"/>
                  </a:lnTo>
                  <a:lnTo>
                    <a:pt x="7620" y="16764"/>
                  </a:lnTo>
                  <a:lnTo>
                    <a:pt x="0" y="11430"/>
                  </a:lnTo>
                  <a:lnTo>
                    <a:pt x="7620" y="11430"/>
                  </a:lnTo>
                  <a:lnTo>
                    <a:pt x="762" y="6096"/>
                  </a:lnTo>
                  <a:lnTo>
                    <a:pt x="7620" y="6096"/>
                  </a:lnTo>
                  <a:lnTo>
                    <a:pt x="15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6" name="object 1626"/>
            <p:cNvSpPr/>
            <p:nvPr/>
          </p:nvSpPr>
          <p:spPr>
            <a:xfrm>
              <a:off x="3860292" y="2231898"/>
              <a:ext cx="5715" cy="10160"/>
            </a:xfrm>
            <a:custGeom>
              <a:avLst/>
              <a:gdLst/>
              <a:ahLst/>
              <a:cxnLst/>
              <a:rect l="l" t="t" r="r" b="b"/>
              <a:pathLst>
                <a:path w="5714" h="10160">
                  <a:moveTo>
                    <a:pt x="5334" y="9905"/>
                  </a:moveTo>
                  <a:lnTo>
                    <a:pt x="0" y="5333"/>
                  </a:lnTo>
                  <a:lnTo>
                    <a:pt x="5334" y="533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7" name="object 1627"/>
            <p:cNvSpPr/>
            <p:nvPr/>
          </p:nvSpPr>
          <p:spPr>
            <a:xfrm>
              <a:off x="3854196" y="2243328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3810" y="4572"/>
                  </a:moveTo>
                  <a:lnTo>
                    <a:pt x="0" y="4572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8" name="object 1628"/>
            <p:cNvSpPr/>
            <p:nvPr/>
          </p:nvSpPr>
          <p:spPr>
            <a:xfrm>
              <a:off x="3851148" y="2241042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1524" y="762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1524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9" name="object 1629"/>
            <p:cNvSpPr/>
            <p:nvPr/>
          </p:nvSpPr>
          <p:spPr>
            <a:xfrm>
              <a:off x="3851148" y="2241042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0" y="762"/>
                  </a:moveTo>
                  <a:lnTo>
                    <a:pt x="0" y="0"/>
                  </a:lnTo>
                  <a:lnTo>
                    <a:pt x="1524" y="0"/>
                  </a:lnTo>
                  <a:lnTo>
                    <a:pt x="1524" y="762"/>
                  </a:lnTo>
                  <a:lnTo>
                    <a:pt x="0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0" name="object 1630"/>
            <p:cNvSpPr/>
            <p:nvPr/>
          </p:nvSpPr>
          <p:spPr>
            <a:xfrm>
              <a:off x="3860292" y="2225801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0" y="0"/>
                  </a:moveTo>
                  <a:lnTo>
                    <a:pt x="129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1" name="object 1631"/>
            <p:cNvSpPr/>
            <p:nvPr/>
          </p:nvSpPr>
          <p:spPr>
            <a:xfrm>
              <a:off x="3856481" y="223189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2" name="object 1632"/>
            <p:cNvSpPr/>
            <p:nvPr/>
          </p:nvSpPr>
          <p:spPr>
            <a:xfrm>
              <a:off x="3847338" y="2241804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22225" h="0">
                  <a:moveTo>
                    <a:pt x="0" y="0"/>
                  </a:moveTo>
                  <a:lnTo>
                    <a:pt x="220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3" name="object 1633"/>
            <p:cNvSpPr/>
            <p:nvPr/>
          </p:nvSpPr>
          <p:spPr>
            <a:xfrm>
              <a:off x="3845052" y="2234946"/>
              <a:ext cx="13335" cy="6350"/>
            </a:xfrm>
            <a:custGeom>
              <a:avLst/>
              <a:gdLst/>
              <a:ahLst/>
              <a:cxnLst/>
              <a:rect l="l" t="t" r="r" b="b"/>
              <a:pathLst>
                <a:path w="13335" h="6350">
                  <a:moveTo>
                    <a:pt x="12954" y="3810"/>
                  </a:moveTo>
                  <a:lnTo>
                    <a:pt x="12954" y="2285"/>
                  </a:lnTo>
                  <a:lnTo>
                    <a:pt x="10668" y="0"/>
                  </a:lnTo>
                  <a:lnTo>
                    <a:pt x="9144" y="0"/>
                  </a:lnTo>
                  <a:lnTo>
                    <a:pt x="2286" y="0"/>
                  </a:lnTo>
                  <a:lnTo>
                    <a:pt x="2286" y="762"/>
                  </a:lnTo>
                  <a:lnTo>
                    <a:pt x="762" y="762"/>
                  </a:lnTo>
                  <a:lnTo>
                    <a:pt x="762" y="2286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762" y="3810"/>
                  </a:lnTo>
                  <a:lnTo>
                    <a:pt x="762" y="4572"/>
                  </a:lnTo>
                  <a:lnTo>
                    <a:pt x="1524" y="5334"/>
                  </a:lnTo>
                  <a:lnTo>
                    <a:pt x="3048" y="5334"/>
                  </a:lnTo>
                  <a:lnTo>
                    <a:pt x="3048" y="6096"/>
                  </a:lnTo>
                  <a:lnTo>
                    <a:pt x="9906" y="6096"/>
                  </a:lnTo>
                  <a:lnTo>
                    <a:pt x="10668" y="5334"/>
                  </a:lnTo>
                  <a:lnTo>
                    <a:pt x="11430" y="5334"/>
                  </a:lnTo>
                  <a:lnTo>
                    <a:pt x="11430" y="4572"/>
                  </a:lnTo>
                  <a:lnTo>
                    <a:pt x="12192" y="4572"/>
                  </a:lnTo>
                  <a:lnTo>
                    <a:pt x="12192" y="3810"/>
                  </a:lnTo>
                  <a:lnTo>
                    <a:pt x="12954" y="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4" name="object 1634"/>
            <p:cNvSpPr/>
            <p:nvPr/>
          </p:nvSpPr>
          <p:spPr>
            <a:xfrm>
              <a:off x="3845052" y="2234946"/>
              <a:ext cx="13335" cy="6350"/>
            </a:xfrm>
            <a:custGeom>
              <a:avLst/>
              <a:gdLst/>
              <a:ahLst/>
              <a:cxnLst/>
              <a:rect l="l" t="t" r="r" b="b"/>
              <a:pathLst>
                <a:path w="13335" h="6350">
                  <a:moveTo>
                    <a:pt x="9144" y="0"/>
                  </a:moveTo>
                  <a:lnTo>
                    <a:pt x="10668" y="0"/>
                  </a:lnTo>
                  <a:lnTo>
                    <a:pt x="12954" y="2285"/>
                  </a:lnTo>
                  <a:lnTo>
                    <a:pt x="12954" y="3810"/>
                  </a:lnTo>
                  <a:lnTo>
                    <a:pt x="12192" y="3810"/>
                  </a:lnTo>
                  <a:lnTo>
                    <a:pt x="12192" y="4572"/>
                  </a:lnTo>
                  <a:lnTo>
                    <a:pt x="11430" y="4572"/>
                  </a:lnTo>
                  <a:lnTo>
                    <a:pt x="11430" y="5334"/>
                  </a:lnTo>
                  <a:lnTo>
                    <a:pt x="10668" y="5334"/>
                  </a:lnTo>
                  <a:lnTo>
                    <a:pt x="9906" y="6096"/>
                  </a:lnTo>
                  <a:lnTo>
                    <a:pt x="3048" y="6096"/>
                  </a:lnTo>
                  <a:lnTo>
                    <a:pt x="3048" y="5334"/>
                  </a:lnTo>
                  <a:lnTo>
                    <a:pt x="1524" y="5334"/>
                  </a:lnTo>
                  <a:lnTo>
                    <a:pt x="762" y="4572"/>
                  </a:lnTo>
                  <a:lnTo>
                    <a:pt x="762" y="3810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762"/>
                  </a:lnTo>
                  <a:lnTo>
                    <a:pt x="2286" y="762"/>
                  </a:lnTo>
                  <a:lnTo>
                    <a:pt x="2286" y="0"/>
                  </a:lnTo>
                  <a:lnTo>
                    <a:pt x="3810" y="0"/>
                  </a:lnTo>
                  <a:lnTo>
                    <a:pt x="914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5" name="object 1635"/>
            <p:cNvSpPr/>
            <p:nvPr/>
          </p:nvSpPr>
          <p:spPr>
            <a:xfrm>
              <a:off x="3845883" y="2236470"/>
              <a:ext cx="635" cy="5080"/>
            </a:xfrm>
            <a:custGeom>
              <a:avLst/>
              <a:gdLst/>
              <a:ahLst/>
              <a:cxnLst/>
              <a:rect l="l" t="t" r="r" b="b"/>
              <a:pathLst>
                <a:path w="635" h="5080">
                  <a:moveTo>
                    <a:pt x="207" y="-825"/>
                  </a:moveTo>
                  <a:lnTo>
                    <a:pt x="207" y="539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6" name="object 1636"/>
            <p:cNvSpPr/>
            <p:nvPr/>
          </p:nvSpPr>
          <p:spPr>
            <a:xfrm>
              <a:off x="3857244" y="2236469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w="0" h="5080">
                  <a:moveTo>
                    <a:pt x="0" y="0"/>
                  </a:moveTo>
                  <a:lnTo>
                    <a:pt x="0" y="4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7" name="object 1637"/>
            <p:cNvSpPr/>
            <p:nvPr/>
          </p:nvSpPr>
          <p:spPr>
            <a:xfrm>
              <a:off x="3851910" y="2229612"/>
              <a:ext cx="0" cy="13335"/>
            </a:xfrm>
            <a:custGeom>
              <a:avLst/>
              <a:gdLst/>
              <a:ahLst/>
              <a:cxnLst/>
              <a:rect l="l" t="t" r="r" b="b"/>
              <a:pathLst>
                <a:path w="0" h="13335">
                  <a:moveTo>
                    <a:pt x="0" y="129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8" name="object 1638"/>
            <p:cNvSpPr/>
            <p:nvPr/>
          </p:nvSpPr>
          <p:spPr>
            <a:xfrm>
              <a:off x="3848100" y="2234946"/>
              <a:ext cx="1905" cy="6350"/>
            </a:xfrm>
            <a:custGeom>
              <a:avLst/>
              <a:gdLst/>
              <a:ahLst/>
              <a:cxnLst/>
              <a:rect l="l" t="t" r="r" b="b"/>
              <a:pathLst>
                <a:path w="1904" h="6350">
                  <a:moveTo>
                    <a:pt x="0" y="0"/>
                  </a:moveTo>
                  <a:lnTo>
                    <a:pt x="0" y="5334"/>
                  </a:lnTo>
                  <a:lnTo>
                    <a:pt x="1524" y="6096"/>
                  </a:lnTo>
                  <a:lnTo>
                    <a:pt x="15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9" name="object 1639"/>
            <p:cNvSpPr/>
            <p:nvPr/>
          </p:nvSpPr>
          <p:spPr>
            <a:xfrm>
              <a:off x="3849624" y="2234946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3810" y="0"/>
                  </a:moveTo>
                  <a:lnTo>
                    <a:pt x="3810" y="6096"/>
                  </a:lnTo>
                  <a:lnTo>
                    <a:pt x="5334" y="5334"/>
                  </a:lnTo>
                  <a:lnTo>
                    <a:pt x="5334" y="0"/>
                  </a:lnTo>
                </a:path>
                <a:path w="5714" h="6350">
                  <a:moveTo>
                    <a:pt x="3810" y="0"/>
                  </a:moveTo>
                  <a:lnTo>
                    <a:pt x="2286" y="1524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0" name="object 1640"/>
            <p:cNvSpPr/>
            <p:nvPr/>
          </p:nvSpPr>
          <p:spPr>
            <a:xfrm>
              <a:off x="3848100" y="2234946"/>
              <a:ext cx="6985" cy="5080"/>
            </a:xfrm>
            <a:custGeom>
              <a:avLst/>
              <a:gdLst/>
              <a:ahLst/>
              <a:cxnLst/>
              <a:rect l="l" t="t" r="r" b="b"/>
              <a:pathLst>
                <a:path w="6985" h="5080">
                  <a:moveTo>
                    <a:pt x="0" y="0"/>
                  </a:moveTo>
                  <a:lnTo>
                    <a:pt x="3810" y="4572"/>
                  </a:lnTo>
                  <a:lnTo>
                    <a:pt x="68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1" name="object 1641"/>
            <p:cNvSpPr/>
            <p:nvPr/>
          </p:nvSpPr>
          <p:spPr>
            <a:xfrm>
              <a:off x="3845814" y="2236470"/>
              <a:ext cx="11430" cy="5080"/>
            </a:xfrm>
            <a:custGeom>
              <a:avLst/>
              <a:gdLst/>
              <a:ahLst/>
              <a:cxnLst/>
              <a:rect l="l" t="t" r="r" b="b"/>
              <a:pathLst>
                <a:path w="11429" h="5080">
                  <a:moveTo>
                    <a:pt x="11429" y="0"/>
                  </a:moveTo>
                  <a:lnTo>
                    <a:pt x="6095" y="457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2" name="object 1642"/>
            <p:cNvSpPr/>
            <p:nvPr/>
          </p:nvSpPr>
          <p:spPr>
            <a:xfrm>
              <a:off x="3846576" y="2236470"/>
              <a:ext cx="10160" cy="0"/>
            </a:xfrm>
            <a:custGeom>
              <a:avLst/>
              <a:gdLst/>
              <a:ahLst/>
              <a:cxnLst/>
              <a:rect l="l" t="t" r="r" b="b"/>
              <a:pathLst>
                <a:path w="10160" h="0">
                  <a:moveTo>
                    <a:pt x="0" y="0"/>
                  </a:moveTo>
                  <a:lnTo>
                    <a:pt x="762" y="0"/>
                  </a:lnTo>
                  <a:lnTo>
                    <a:pt x="3556" y="0"/>
                  </a:lnTo>
                  <a:lnTo>
                    <a:pt x="6350" y="0"/>
                  </a:lnTo>
                  <a:lnTo>
                    <a:pt x="9144" y="0"/>
                  </a:lnTo>
                  <a:lnTo>
                    <a:pt x="99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3" name="object 1643"/>
            <p:cNvSpPr/>
            <p:nvPr/>
          </p:nvSpPr>
          <p:spPr>
            <a:xfrm>
              <a:off x="3845814" y="2238756"/>
              <a:ext cx="11430" cy="1270"/>
            </a:xfrm>
            <a:custGeom>
              <a:avLst/>
              <a:gdLst/>
              <a:ahLst/>
              <a:cxnLst/>
              <a:rect l="l" t="t" r="r" b="b"/>
              <a:pathLst>
                <a:path w="11429" h="1269">
                  <a:moveTo>
                    <a:pt x="0" y="0"/>
                  </a:moveTo>
                  <a:lnTo>
                    <a:pt x="1524" y="0"/>
                  </a:lnTo>
                  <a:lnTo>
                    <a:pt x="1524" y="761"/>
                  </a:lnTo>
                  <a:lnTo>
                    <a:pt x="2286" y="761"/>
                  </a:lnTo>
                  <a:lnTo>
                    <a:pt x="4826" y="761"/>
                  </a:lnTo>
                  <a:lnTo>
                    <a:pt x="7365" y="761"/>
                  </a:lnTo>
                  <a:lnTo>
                    <a:pt x="9906" y="761"/>
                  </a:lnTo>
                  <a:lnTo>
                    <a:pt x="10668" y="761"/>
                  </a:lnTo>
                  <a:lnTo>
                    <a:pt x="10668" y="0"/>
                  </a:lnTo>
                  <a:lnTo>
                    <a:pt x="114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4" name="object 1644"/>
            <p:cNvSpPr/>
            <p:nvPr/>
          </p:nvSpPr>
          <p:spPr>
            <a:xfrm>
              <a:off x="3894582" y="2232660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0"/>
                  </a:moveTo>
                  <a:lnTo>
                    <a:pt x="0" y="144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5" name="object 1645"/>
            <p:cNvSpPr/>
            <p:nvPr/>
          </p:nvSpPr>
          <p:spPr>
            <a:xfrm>
              <a:off x="3890772" y="2244851"/>
              <a:ext cx="9525" cy="8890"/>
            </a:xfrm>
            <a:custGeom>
              <a:avLst/>
              <a:gdLst/>
              <a:ahLst/>
              <a:cxnLst/>
              <a:rect l="l" t="t" r="r" b="b"/>
              <a:pathLst>
                <a:path w="9525" h="8889">
                  <a:moveTo>
                    <a:pt x="9144" y="4572"/>
                  </a:moveTo>
                  <a:lnTo>
                    <a:pt x="0" y="4572"/>
                  </a:lnTo>
                  <a:lnTo>
                    <a:pt x="0" y="8382"/>
                  </a:lnTo>
                  <a:lnTo>
                    <a:pt x="9144" y="8382"/>
                  </a:lnTo>
                  <a:lnTo>
                    <a:pt x="9144" y="4572"/>
                  </a:lnTo>
                  <a:close/>
                </a:path>
                <a:path w="9525" h="8889">
                  <a:moveTo>
                    <a:pt x="9144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9144" y="3810"/>
                  </a:lnTo>
                  <a:lnTo>
                    <a:pt x="91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6" name="object 1646"/>
            <p:cNvSpPr/>
            <p:nvPr/>
          </p:nvSpPr>
          <p:spPr>
            <a:xfrm>
              <a:off x="3887724" y="2244852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19">
                  <a:moveTo>
                    <a:pt x="9143" y="7619"/>
                  </a:moveTo>
                  <a:lnTo>
                    <a:pt x="9143" y="4571"/>
                  </a:lnTo>
                  <a:lnTo>
                    <a:pt x="11429" y="4571"/>
                  </a:lnTo>
                  <a:lnTo>
                    <a:pt x="11429" y="7619"/>
                  </a:lnTo>
                  <a:lnTo>
                    <a:pt x="9143" y="7619"/>
                  </a:lnTo>
                  <a:close/>
                </a:path>
                <a:path w="11429" h="7619">
                  <a:moveTo>
                    <a:pt x="6096" y="7619"/>
                  </a:moveTo>
                  <a:lnTo>
                    <a:pt x="6096" y="4571"/>
                  </a:lnTo>
                  <a:lnTo>
                    <a:pt x="8382" y="4571"/>
                  </a:lnTo>
                  <a:lnTo>
                    <a:pt x="8382" y="7619"/>
                  </a:lnTo>
                  <a:lnTo>
                    <a:pt x="6096" y="7619"/>
                  </a:lnTo>
                  <a:close/>
                </a:path>
                <a:path w="11429" h="7619">
                  <a:moveTo>
                    <a:pt x="3048" y="7619"/>
                  </a:moveTo>
                  <a:lnTo>
                    <a:pt x="3048" y="4571"/>
                  </a:lnTo>
                  <a:lnTo>
                    <a:pt x="5334" y="4571"/>
                  </a:lnTo>
                  <a:lnTo>
                    <a:pt x="5334" y="7619"/>
                  </a:lnTo>
                  <a:lnTo>
                    <a:pt x="3048" y="7619"/>
                  </a:lnTo>
                  <a:close/>
                </a:path>
                <a:path w="11429" h="7619">
                  <a:moveTo>
                    <a:pt x="9143" y="3047"/>
                  </a:moveTo>
                  <a:lnTo>
                    <a:pt x="9143" y="0"/>
                  </a:lnTo>
                  <a:lnTo>
                    <a:pt x="11429" y="0"/>
                  </a:lnTo>
                  <a:lnTo>
                    <a:pt x="11429" y="3047"/>
                  </a:lnTo>
                  <a:lnTo>
                    <a:pt x="9143" y="3047"/>
                  </a:lnTo>
                  <a:close/>
                </a:path>
                <a:path w="11429" h="7619">
                  <a:moveTo>
                    <a:pt x="6096" y="3047"/>
                  </a:moveTo>
                  <a:lnTo>
                    <a:pt x="6096" y="0"/>
                  </a:lnTo>
                  <a:lnTo>
                    <a:pt x="8382" y="0"/>
                  </a:lnTo>
                  <a:lnTo>
                    <a:pt x="8382" y="3047"/>
                  </a:lnTo>
                  <a:lnTo>
                    <a:pt x="6096" y="3047"/>
                  </a:lnTo>
                  <a:close/>
                </a:path>
                <a:path w="11429" h="7619">
                  <a:moveTo>
                    <a:pt x="3048" y="3047"/>
                  </a:moveTo>
                  <a:lnTo>
                    <a:pt x="3048" y="0"/>
                  </a:lnTo>
                  <a:lnTo>
                    <a:pt x="5334" y="0"/>
                  </a:lnTo>
                  <a:lnTo>
                    <a:pt x="5334" y="3047"/>
                  </a:lnTo>
                  <a:lnTo>
                    <a:pt x="3048" y="3047"/>
                  </a:lnTo>
                  <a:close/>
                </a:path>
                <a:path w="11429" h="7619">
                  <a:moveTo>
                    <a:pt x="0" y="7619"/>
                  </a:moveTo>
                  <a:lnTo>
                    <a:pt x="0" y="5333"/>
                  </a:lnTo>
                  <a:lnTo>
                    <a:pt x="1524" y="5333"/>
                  </a:lnTo>
                  <a:lnTo>
                    <a:pt x="1524" y="7619"/>
                  </a:lnTo>
                  <a:lnTo>
                    <a:pt x="0" y="761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7" name="object 1647"/>
            <p:cNvSpPr/>
            <p:nvPr/>
          </p:nvSpPr>
          <p:spPr>
            <a:xfrm>
              <a:off x="3886200" y="2250185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8" name="object 1648"/>
            <p:cNvSpPr/>
            <p:nvPr/>
          </p:nvSpPr>
          <p:spPr>
            <a:xfrm>
              <a:off x="3900678" y="2241042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129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9" name="object 1649"/>
            <p:cNvSpPr/>
            <p:nvPr/>
          </p:nvSpPr>
          <p:spPr>
            <a:xfrm>
              <a:off x="3903726" y="2223516"/>
              <a:ext cx="1905" cy="35560"/>
            </a:xfrm>
            <a:custGeom>
              <a:avLst/>
              <a:gdLst/>
              <a:ahLst/>
              <a:cxnLst/>
              <a:rect l="l" t="t" r="r" b="b"/>
              <a:pathLst>
                <a:path w="1904" h="35560">
                  <a:moveTo>
                    <a:pt x="0" y="35051"/>
                  </a:moveTo>
                  <a:lnTo>
                    <a:pt x="0" y="761"/>
                  </a:lnTo>
                  <a:lnTo>
                    <a:pt x="761" y="0"/>
                  </a:lnTo>
                  <a:lnTo>
                    <a:pt x="762" y="35051"/>
                  </a:lnTo>
                  <a:lnTo>
                    <a:pt x="0" y="35051"/>
                  </a:lnTo>
                  <a:close/>
                </a:path>
                <a:path w="1904" h="35560">
                  <a:moveTo>
                    <a:pt x="0" y="761"/>
                  </a:moveTo>
                  <a:lnTo>
                    <a:pt x="0" y="0"/>
                  </a:lnTo>
                  <a:lnTo>
                    <a:pt x="1523" y="0"/>
                  </a:lnTo>
                  <a:lnTo>
                    <a:pt x="1523" y="761"/>
                  </a:lnTo>
                  <a:lnTo>
                    <a:pt x="0" y="76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0" name="object 1650"/>
            <p:cNvSpPr/>
            <p:nvPr/>
          </p:nvSpPr>
          <p:spPr>
            <a:xfrm>
              <a:off x="3909060" y="2241042"/>
              <a:ext cx="2540" cy="8890"/>
            </a:xfrm>
            <a:custGeom>
              <a:avLst/>
              <a:gdLst/>
              <a:ahLst/>
              <a:cxnLst/>
              <a:rect l="l" t="t" r="r" b="b"/>
              <a:pathLst>
                <a:path w="2539" h="8889">
                  <a:moveTo>
                    <a:pt x="762" y="0"/>
                  </a:moveTo>
                  <a:lnTo>
                    <a:pt x="2286" y="8382"/>
                  </a:lnTo>
                  <a:lnTo>
                    <a:pt x="1524" y="8382"/>
                  </a:ln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1" name="object 1651"/>
            <p:cNvSpPr/>
            <p:nvPr/>
          </p:nvSpPr>
          <p:spPr>
            <a:xfrm>
              <a:off x="3904488" y="2241041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0" y="8382"/>
                  </a:moveTo>
                  <a:lnTo>
                    <a:pt x="6096" y="8382"/>
                  </a:lnTo>
                  <a:lnTo>
                    <a:pt x="0" y="4572"/>
                  </a:lnTo>
                  <a:lnTo>
                    <a:pt x="4572" y="381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2" name="object 1652"/>
            <p:cNvSpPr/>
            <p:nvPr/>
          </p:nvSpPr>
          <p:spPr>
            <a:xfrm>
              <a:off x="3902202" y="2228850"/>
              <a:ext cx="6985" cy="5080"/>
            </a:xfrm>
            <a:custGeom>
              <a:avLst/>
              <a:gdLst/>
              <a:ahLst/>
              <a:cxnLst/>
              <a:rect l="l" t="t" r="r" b="b"/>
              <a:pathLst>
                <a:path w="6985" h="5080">
                  <a:moveTo>
                    <a:pt x="0" y="4572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3" name="object 1653"/>
            <p:cNvSpPr/>
            <p:nvPr/>
          </p:nvSpPr>
          <p:spPr>
            <a:xfrm>
              <a:off x="3902202" y="2232659"/>
              <a:ext cx="6985" cy="7620"/>
            </a:xfrm>
            <a:custGeom>
              <a:avLst/>
              <a:gdLst/>
              <a:ahLst/>
              <a:cxnLst/>
              <a:rect l="l" t="t" r="r" b="b"/>
              <a:pathLst>
                <a:path w="6985" h="7619">
                  <a:moveTo>
                    <a:pt x="0" y="7620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4" name="object 1654"/>
            <p:cNvSpPr/>
            <p:nvPr/>
          </p:nvSpPr>
          <p:spPr>
            <a:xfrm>
              <a:off x="3901440" y="2230373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38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5" name="object 1655"/>
            <p:cNvSpPr/>
            <p:nvPr/>
          </p:nvSpPr>
          <p:spPr>
            <a:xfrm>
              <a:off x="3900678" y="223494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 h="0">
                  <a:moveTo>
                    <a:pt x="457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6" name="object 1656"/>
            <p:cNvSpPr/>
            <p:nvPr/>
          </p:nvSpPr>
          <p:spPr>
            <a:xfrm>
              <a:off x="3907536" y="2237232"/>
              <a:ext cx="5080" cy="3810"/>
            </a:xfrm>
            <a:custGeom>
              <a:avLst/>
              <a:gdLst/>
              <a:ahLst/>
              <a:cxnLst/>
              <a:rect l="l" t="t" r="r" b="b"/>
              <a:pathLst>
                <a:path w="5079" h="3810">
                  <a:moveTo>
                    <a:pt x="3810" y="3810"/>
                  </a:moveTo>
                  <a:lnTo>
                    <a:pt x="4572" y="3810"/>
                  </a:lnTo>
                  <a:lnTo>
                    <a:pt x="4572" y="762"/>
                  </a:lnTo>
                  <a:lnTo>
                    <a:pt x="3810" y="762"/>
                  </a:lnTo>
                  <a:lnTo>
                    <a:pt x="381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3810" y="381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7" name="object 1657"/>
            <p:cNvSpPr/>
            <p:nvPr/>
          </p:nvSpPr>
          <p:spPr>
            <a:xfrm>
              <a:off x="3909060" y="223799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2286" y="2286"/>
                  </a:moveTo>
                  <a:lnTo>
                    <a:pt x="3048" y="2286"/>
                  </a:lnTo>
                  <a:lnTo>
                    <a:pt x="3048" y="762"/>
                  </a:lnTo>
                  <a:lnTo>
                    <a:pt x="2286" y="762"/>
                  </a:lnTo>
                  <a:lnTo>
                    <a:pt x="2286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8" name="object 1658"/>
            <p:cNvSpPr/>
            <p:nvPr/>
          </p:nvSpPr>
          <p:spPr>
            <a:xfrm>
              <a:off x="3906774" y="2234183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-825" y="380"/>
                  </a:moveTo>
                  <a:lnTo>
                    <a:pt x="825" y="3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9" name="object 1659"/>
            <p:cNvSpPr/>
            <p:nvPr/>
          </p:nvSpPr>
          <p:spPr>
            <a:xfrm>
              <a:off x="3906012" y="2233422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0" y="762"/>
                  </a:moveTo>
                  <a:lnTo>
                    <a:pt x="0" y="0"/>
                  </a:lnTo>
                  <a:lnTo>
                    <a:pt x="1524" y="0"/>
                  </a:lnTo>
                  <a:lnTo>
                    <a:pt x="1524" y="762"/>
                  </a:lnTo>
                  <a:lnTo>
                    <a:pt x="0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0" name="object 1660"/>
            <p:cNvSpPr/>
            <p:nvPr/>
          </p:nvSpPr>
          <p:spPr>
            <a:xfrm>
              <a:off x="3906774" y="2232660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69">
                  <a:moveTo>
                    <a:pt x="-825" y="380"/>
                  </a:moveTo>
                  <a:lnTo>
                    <a:pt x="825" y="3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1" name="object 1661"/>
            <p:cNvSpPr/>
            <p:nvPr/>
          </p:nvSpPr>
          <p:spPr>
            <a:xfrm>
              <a:off x="3907536" y="2228850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0" y="1524"/>
                  </a:moveTo>
                  <a:lnTo>
                    <a:pt x="0" y="0"/>
                  </a:lnTo>
                  <a:lnTo>
                    <a:pt x="761" y="0"/>
                  </a:lnTo>
                  <a:lnTo>
                    <a:pt x="761" y="1524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2" name="object 1662"/>
            <p:cNvSpPr/>
            <p:nvPr/>
          </p:nvSpPr>
          <p:spPr>
            <a:xfrm>
              <a:off x="3906774" y="2228850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2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3" name="object 1663"/>
            <p:cNvSpPr/>
            <p:nvPr/>
          </p:nvSpPr>
          <p:spPr>
            <a:xfrm>
              <a:off x="3904487" y="2234946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4" name="object 1664"/>
            <p:cNvSpPr/>
            <p:nvPr/>
          </p:nvSpPr>
          <p:spPr>
            <a:xfrm>
              <a:off x="3904487" y="223037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5" name="object 1665"/>
            <p:cNvSpPr/>
            <p:nvPr/>
          </p:nvSpPr>
          <p:spPr>
            <a:xfrm>
              <a:off x="3912108" y="2244851"/>
              <a:ext cx="3810" cy="5080"/>
            </a:xfrm>
            <a:custGeom>
              <a:avLst/>
              <a:gdLst/>
              <a:ahLst/>
              <a:cxnLst/>
              <a:rect l="l" t="t" r="r" b="b"/>
              <a:pathLst>
                <a:path w="3810" h="5080">
                  <a:moveTo>
                    <a:pt x="762" y="4572"/>
                  </a:moveTo>
                  <a:lnTo>
                    <a:pt x="762" y="762"/>
                  </a:lnTo>
                  <a:lnTo>
                    <a:pt x="0" y="0"/>
                  </a:lnTo>
                  <a:lnTo>
                    <a:pt x="2286" y="0"/>
                  </a:lnTo>
                  <a:lnTo>
                    <a:pt x="3048" y="762"/>
                  </a:lnTo>
                  <a:lnTo>
                    <a:pt x="3810" y="4572"/>
                  </a:lnTo>
                  <a:lnTo>
                    <a:pt x="762" y="45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6" name="object 1666"/>
            <p:cNvSpPr/>
            <p:nvPr/>
          </p:nvSpPr>
          <p:spPr>
            <a:xfrm>
              <a:off x="3913632" y="2243328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39" h="3175">
                  <a:moveTo>
                    <a:pt x="1524" y="2286"/>
                  </a:moveTo>
                  <a:lnTo>
                    <a:pt x="2286" y="3048"/>
                  </a:lnTo>
                  <a:lnTo>
                    <a:pt x="2286" y="0"/>
                  </a:lnTo>
                  <a:lnTo>
                    <a:pt x="0" y="1524"/>
                  </a:lnTo>
                  <a:lnTo>
                    <a:pt x="1524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7" name="object 1667"/>
            <p:cNvSpPr/>
            <p:nvPr/>
          </p:nvSpPr>
          <p:spPr>
            <a:xfrm>
              <a:off x="3915918" y="2243328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0" y="2286"/>
                  </a:moveTo>
                  <a:lnTo>
                    <a:pt x="3048" y="1524"/>
                  </a:lnTo>
                  <a:lnTo>
                    <a:pt x="0" y="0"/>
                  </a:lnTo>
                  <a:lnTo>
                    <a:pt x="0" y="22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8" name="object 1668"/>
            <p:cNvSpPr/>
            <p:nvPr/>
          </p:nvSpPr>
          <p:spPr>
            <a:xfrm>
              <a:off x="3912870" y="224866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 h="0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9" name="object 1669"/>
            <p:cNvSpPr/>
            <p:nvPr/>
          </p:nvSpPr>
          <p:spPr>
            <a:xfrm>
              <a:off x="3913632" y="2244851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762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0" name="object 1670"/>
            <p:cNvSpPr/>
            <p:nvPr/>
          </p:nvSpPr>
          <p:spPr>
            <a:xfrm>
              <a:off x="3926586" y="2241042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0" y="8381"/>
                  </a:moveTo>
                  <a:lnTo>
                    <a:pt x="838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1" name="object 1671"/>
            <p:cNvSpPr/>
            <p:nvPr/>
          </p:nvSpPr>
          <p:spPr>
            <a:xfrm>
              <a:off x="3922014" y="2245613"/>
              <a:ext cx="1270" cy="3810"/>
            </a:xfrm>
            <a:custGeom>
              <a:avLst/>
              <a:gdLst/>
              <a:ahLst/>
              <a:cxnLst/>
              <a:rect l="l" t="t" r="r" b="b"/>
              <a:pathLst>
                <a:path w="1270" h="3810">
                  <a:moveTo>
                    <a:pt x="0" y="3810"/>
                  </a:moveTo>
                  <a:lnTo>
                    <a:pt x="0" y="0"/>
                  </a:lnTo>
                  <a:lnTo>
                    <a:pt x="761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2" name="object 1672"/>
            <p:cNvSpPr/>
            <p:nvPr/>
          </p:nvSpPr>
          <p:spPr>
            <a:xfrm>
              <a:off x="3885438" y="2272283"/>
              <a:ext cx="20955" cy="2540"/>
            </a:xfrm>
            <a:custGeom>
              <a:avLst/>
              <a:gdLst/>
              <a:ahLst/>
              <a:cxnLst/>
              <a:rect l="l" t="t" r="r" b="b"/>
              <a:pathLst>
                <a:path w="20954" h="2539">
                  <a:moveTo>
                    <a:pt x="4572" y="0"/>
                  </a:moveTo>
                  <a:lnTo>
                    <a:pt x="0" y="0"/>
                  </a:lnTo>
                  <a:lnTo>
                    <a:pt x="0" y="2286"/>
                  </a:lnTo>
                  <a:lnTo>
                    <a:pt x="4572" y="2286"/>
                  </a:lnTo>
                  <a:lnTo>
                    <a:pt x="4572" y="0"/>
                  </a:lnTo>
                  <a:close/>
                </a:path>
                <a:path w="20954" h="2539">
                  <a:moveTo>
                    <a:pt x="20574" y="0"/>
                  </a:moveTo>
                  <a:lnTo>
                    <a:pt x="14478" y="0"/>
                  </a:lnTo>
                  <a:lnTo>
                    <a:pt x="14478" y="2286"/>
                  </a:lnTo>
                  <a:lnTo>
                    <a:pt x="20574" y="2286"/>
                  </a:lnTo>
                  <a:lnTo>
                    <a:pt x="205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3" name="object 1673"/>
            <p:cNvSpPr/>
            <p:nvPr/>
          </p:nvSpPr>
          <p:spPr>
            <a:xfrm>
              <a:off x="3866388" y="2258568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39" h="5714">
                  <a:moveTo>
                    <a:pt x="15239" y="0"/>
                  </a:moveTo>
                  <a:lnTo>
                    <a:pt x="15239" y="5334"/>
                  </a:lnTo>
                  <a:lnTo>
                    <a:pt x="0" y="533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4" name="object 1674"/>
            <p:cNvSpPr/>
            <p:nvPr/>
          </p:nvSpPr>
          <p:spPr>
            <a:xfrm>
              <a:off x="3873246" y="22532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19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5" name="object 1675"/>
            <p:cNvSpPr/>
            <p:nvPr/>
          </p:nvSpPr>
          <p:spPr>
            <a:xfrm>
              <a:off x="3877056" y="2253234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0"/>
                  </a:moveTo>
                  <a:lnTo>
                    <a:pt x="0" y="68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6" name="object 1676"/>
            <p:cNvSpPr/>
            <p:nvPr/>
          </p:nvSpPr>
          <p:spPr>
            <a:xfrm>
              <a:off x="3878580" y="2253234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4">
                  <a:moveTo>
                    <a:pt x="0" y="5334"/>
                  </a:moveTo>
                  <a:lnTo>
                    <a:pt x="0" y="0"/>
                  </a:lnTo>
                  <a:lnTo>
                    <a:pt x="3048" y="533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7" name="object 1677"/>
            <p:cNvSpPr/>
            <p:nvPr/>
          </p:nvSpPr>
          <p:spPr>
            <a:xfrm>
              <a:off x="3874770" y="225323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 h="0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8" name="object 1678"/>
            <p:cNvSpPr/>
            <p:nvPr/>
          </p:nvSpPr>
          <p:spPr>
            <a:xfrm>
              <a:off x="3874769" y="225247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 h="0">
                  <a:moveTo>
                    <a:pt x="457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9" name="object 1679"/>
            <p:cNvSpPr/>
            <p:nvPr/>
          </p:nvSpPr>
          <p:spPr>
            <a:xfrm>
              <a:off x="3873246" y="2250185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0" name="object 1680"/>
            <p:cNvSpPr/>
            <p:nvPr/>
          </p:nvSpPr>
          <p:spPr>
            <a:xfrm>
              <a:off x="3873246" y="224790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533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1" name="object 1681"/>
            <p:cNvSpPr/>
            <p:nvPr/>
          </p:nvSpPr>
          <p:spPr>
            <a:xfrm>
              <a:off x="3874007" y="2253996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2" name="object 1682"/>
            <p:cNvSpPr/>
            <p:nvPr/>
          </p:nvSpPr>
          <p:spPr>
            <a:xfrm>
              <a:off x="3874770" y="2260092"/>
              <a:ext cx="1270" cy="3175"/>
            </a:xfrm>
            <a:custGeom>
              <a:avLst/>
              <a:gdLst/>
              <a:ahLst/>
              <a:cxnLst/>
              <a:rect l="l" t="t" r="r" b="b"/>
              <a:pathLst>
                <a:path w="1270" h="3175">
                  <a:moveTo>
                    <a:pt x="0" y="3048"/>
                  </a:moveTo>
                  <a:lnTo>
                    <a:pt x="0" y="0"/>
                  </a:lnTo>
                  <a:lnTo>
                    <a:pt x="762" y="0"/>
                  </a:lnTo>
                  <a:lnTo>
                    <a:pt x="762" y="3048"/>
                  </a:lnTo>
                  <a:lnTo>
                    <a:pt x="0" y="30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3" name="object 1683"/>
            <p:cNvSpPr/>
            <p:nvPr/>
          </p:nvSpPr>
          <p:spPr>
            <a:xfrm>
              <a:off x="3874770" y="2263901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w="0" h="13969">
                  <a:moveTo>
                    <a:pt x="0" y="0"/>
                  </a:moveTo>
                  <a:lnTo>
                    <a:pt x="0" y="137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4" name="object 1684"/>
            <p:cNvSpPr/>
            <p:nvPr/>
          </p:nvSpPr>
          <p:spPr>
            <a:xfrm>
              <a:off x="3877056" y="227304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0" y="1524"/>
                  </a:moveTo>
                  <a:lnTo>
                    <a:pt x="0" y="0"/>
                  </a:lnTo>
                  <a:lnTo>
                    <a:pt x="1523" y="0"/>
                  </a:lnTo>
                  <a:lnTo>
                    <a:pt x="1524" y="1524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5" name="object 1685"/>
            <p:cNvSpPr/>
            <p:nvPr/>
          </p:nvSpPr>
          <p:spPr>
            <a:xfrm>
              <a:off x="3879342" y="2273046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0" y="1524"/>
                  </a:moveTo>
                  <a:lnTo>
                    <a:pt x="0" y="0"/>
                  </a:lnTo>
                  <a:lnTo>
                    <a:pt x="761" y="0"/>
                  </a:lnTo>
                  <a:lnTo>
                    <a:pt x="762" y="1524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6" name="object 1686"/>
            <p:cNvSpPr/>
            <p:nvPr/>
          </p:nvSpPr>
          <p:spPr>
            <a:xfrm>
              <a:off x="3886199" y="22585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67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7" name="object 1687"/>
            <p:cNvSpPr/>
            <p:nvPr/>
          </p:nvSpPr>
          <p:spPr>
            <a:xfrm>
              <a:off x="3848862" y="2258568"/>
              <a:ext cx="60960" cy="17780"/>
            </a:xfrm>
            <a:custGeom>
              <a:avLst/>
              <a:gdLst/>
              <a:ahLst/>
              <a:cxnLst/>
              <a:rect l="l" t="t" r="r" b="b"/>
              <a:pathLst>
                <a:path w="60960" h="17780">
                  <a:moveTo>
                    <a:pt x="0" y="17525"/>
                  </a:moveTo>
                  <a:lnTo>
                    <a:pt x="60960" y="17525"/>
                  </a:lnTo>
                  <a:lnTo>
                    <a:pt x="609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8" name="object 1688"/>
            <p:cNvSpPr/>
            <p:nvPr/>
          </p:nvSpPr>
          <p:spPr>
            <a:xfrm>
              <a:off x="3910583" y="2262949"/>
              <a:ext cx="20955" cy="5715"/>
            </a:xfrm>
            <a:custGeom>
              <a:avLst/>
              <a:gdLst/>
              <a:ahLst/>
              <a:cxnLst/>
              <a:rect l="l" t="t" r="r" b="b"/>
              <a:pathLst>
                <a:path w="20954" h="5714">
                  <a:moveTo>
                    <a:pt x="20574" y="0"/>
                  </a:moveTo>
                  <a:lnTo>
                    <a:pt x="0" y="5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9" name="object 1689"/>
            <p:cNvSpPr/>
            <p:nvPr/>
          </p:nvSpPr>
          <p:spPr>
            <a:xfrm>
              <a:off x="3910584" y="2253996"/>
              <a:ext cx="15240" cy="1905"/>
            </a:xfrm>
            <a:custGeom>
              <a:avLst/>
              <a:gdLst/>
              <a:ahLst/>
              <a:cxnLst/>
              <a:rect l="l" t="t" r="r" b="b"/>
              <a:pathLst>
                <a:path w="15239" h="1905">
                  <a:moveTo>
                    <a:pt x="15239" y="0"/>
                  </a:moveTo>
                  <a:lnTo>
                    <a:pt x="4571" y="0"/>
                  </a:lnTo>
                  <a:lnTo>
                    <a:pt x="4571" y="1524"/>
                  </a:lnTo>
                  <a:lnTo>
                    <a:pt x="0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0" name="object 1690"/>
            <p:cNvSpPr/>
            <p:nvPr/>
          </p:nvSpPr>
          <p:spPr>
            <a:xfrm>
              <a:off x="3918204" y="2252471"/>
              <a:ext cx="7620" cy="1905"/>
            </a:xfrm>
            <a:custGeom>
              <a:avLst/>
              <a:gdLst/>
              <a:ahLst/>
              <a:cxnLst/>
              <a:rect l="l" t="t" r="r" b="b"/>
              <a:pathLst>
                <a:path w="7620" h="1905">
                  <a:moveTo>
                    <a:pt x="7620" y="0"/>
                  </a:moveTo>
                  <a:lnTo>
                    <a:pt x="7620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20" y="1524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1" name="object 1691"/>
            <p:cNvSpPr/>
            <p:nvPr/>
          </p:nvSpPr>
          <p:spPr>
            <a:xfrm>
              <a:off x="3912108" y="2251710"/>
              <a:ext cx="17145" cy="12700"/>
            </a:xfrm>
            <a:custGeom>
              <a:avLst/>
              <a:gdLst/>
              <a:ahLst/>
              <a:cxnLst/>
              <a:rect l="l" t="t" r="r" b="b"/>
              <a:pathLst>
                <a:path w="17145" h="12700">
                  <a:moveTo>
                    <a:pt x="11429" y="1524"/>
                  </a:moveTo>
                  <a:lnTo>
                    <a:pt x="11429" y="762"/>
                  </a:lnTo>
                  <a:lnTo>
                    <a:pt x="13715" y="762"/>
                  </a:lnTo>
                  <a:lnTo>
                    <a:pt x="13715" y="1524"/>
                  </a:lnTo>
                  <a:lnTo>
                    <a:pt x="11429" y="1524"/>
                  </a:lnTo>
                  <a:close/>
                </a:path>
                <a:path w="17145" h="12700">
                  <a:moveTo>
                    <a:pt x="9905" y="1524"/>
                  </a:moveTo>
                  <a:lnTo>
                    <a:pt x="9905" y="762"/>
                  </a:lnTo>
                  <a:lnTo>
                    <a:pt x="11429" y="762"/>
                  </a:lnTo>
                  <a:lnTo>
                    <a:pt x="11429" y="1524"/>
                  </a:lnTo>
                  <a:lnTo>
                    <a:pt x="9905" y="1524"/>
                  </a:lnTo>
                  <a:close/>
                </a:path>
                <a:path w="17145" h="12700">
                  <a:moveTo>
                    <a:pt x="8381" y="1524"/>
                  </a:moveTo>
                  <a:lnTo>
                    <a:pt x="8381" y="762"/>
                  </a:lnTo>
                  <a:lnTo>
                    <a:pt x="9905" y="762"/>
                  </a:lnTo>
                  <a:lnTo>
                    <a:pt x="9905" y="1524"/>
                  </a:lnTo>
                  <a:lnTo>
                    <a:pt x="8381" y="1524"/>
                  </a:lnTo>
                  <a:close/>
                </a:path>
                <a:path w="17145" h="12700">
                  <a:moveTo>
                    <a:pt x="6095" y="1524"/>
                  </a:moveTo>
                  <a:lnTo>
                    <a:pt x="6095" y="762"/>
                  </a:lnTo>
                  <a:lnTo>
                    <a:pt x="7619" y="762"/>
                  </a:lnTo>
                  <a:lnTo>
                    <a:pt x="7619" y="1524"/>
                  </a:lnTo>
                  <a:lnTo>
                    <a:pt x="6095" y="1524"/>
                  </a:lnTo>
                  <a:close/>
                </a:path>
                <a:path w="17145" h="12700">
                  <a:moveTo>
                    <a:pt x="0" y="2286"/>
                  </a:moveTo>
                  <a:lnTo>
                    <a:pt x="0" y="0"/>
                  </a:lnTo>
                  <a:lnTo>
                    <a:pt x="762" y="0"/>
                  </a:lnTo>
                  <a:lnTo>
                    <a:pt x="762" y="2286"/>
                  </a:lnTo>
                  <a:lnTo>
                    <a:pt x="0" y="2286"/>
                  </a:lnTo>
                  <a:close/>
                </a:path>
                <a:path w="17145" h="12700">
                  <a:moveTo>
                    <a:pt x="4571" y="11430"/>
                  </a:moveTo>
                  <a:lnTo>
                    <a:pt x="6857" y="12192"/>
                  </a:lnTo>
                  <a:lnTo>
                    <a:pt x="8381" y="12192"/>
                  </a:lnTo>
                  <a:lnTo>
                    <a:pt x="10667" y="11430"/>
                  </a:lnTo>
                  <a:lnTo>
                    <a:pt x="10667" y="6096"/>
                  </a:lnTo>
                  <a:lnTo>
                    <a:pt x="8381" y="5334"/>
                  </a:lnTo>
                  <a:lnTo>
                    <a:pt x="6857" y="5334"/>
                  </a:lnTo>
                  <a:lnTo>
                    <a:pt x="4571" y="6096"/>
                  </a:lnTo>
                  <a:lnTo>
                    <a:pt x="4571" y="11430"/>
                  </a:lnTo>
                </a:path>
                <a:path w="17145" h="12700">
                  <a:moveTo>
                    <a:pt x="14477" y="3810"/>
                  </a:moveTo>
                  <a:lnTo>
                    <a:pt x="13715" y="3810"/>
                  </a:lnTo>
                  <a:lnTo>
                    <a:pt x="16001" y="9906"/>
                  </a:lnTo>
                  <a:lnTo>
                    <a:pt x="16763" y="99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2" name="object 1692"/>
            <p:cNvSpPr/>
            <p:nvPr/>
          </p:nvSpPr>
          <p:spPr>
            <a:xfrm>
              <a:off x="4003548" y="2276094"/>
              <a:ext cx="3810" cy="6350"/>
            </a:xfrm>
            <a:custGeom>
              <a:avLst/>
              <a:gdLst/>
              <a:ahLst/>
              <a:cxnLst/>
              <a:rect l="l" t="t" r="r" b="b"/>
              <a:pathLst>
                <a:path w="3810" h="6350">
                  <a:moveTo>
                    <a:pt x="381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1"/>
                  </a:lnTo>
                  <a:lnTo>
                    <a:pt x="0" y="6096"/>
                  </a:lnTo>
                  <a:lnTo>
                    <a:pt x="1524" y="6096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3" name="object 1693"/>
            <p:cNvSpPr/>
            <p:nvPr/>
          </p:nvSpPr>
          <p:spPr>
            <a:xfrm>
              <a:off x="4003548" y="2276094"/>
              <a:ext cx="3810" cy="6350"/>
            </a:xfrm>
            <a:custGeom>
              <a:avLst/>
              <a:gdLst/>
              <a:ahLst/>
              <a:cxnLst/>
              <a:rect l="l" t="t" r="r" b="b"/>
              <a:pathLst>
                <a:path w="3810" h="6350">
                  <a:moveTo>
                    <a:pt x="0" y="0"/>
                  </a:moveTo>
                  <a:lnTo>
                    <a:pt x="3810" y="0"/>
                  </a:lnTo>
                  <a:lnTo>
                    <a:pt x="1524" y="6096"/>
                  </a:lnTo>
                  <a:lnTo>
                    <a:pt x="0" y="6096"/>
                  </a:lnTo>
                  <a:lnTo>
                    <a:pt x="2286" y="761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4" name="object 1694"/>
            <p:cNvSpPr/>
            <p:nvPr/>
          </p:nvSpPr>
          <p:spPr>
            <a:xfrm>
              <a:off x="3998976" y="2275332"/>
              <a:ext cx="5080" cy="7620"/>
            </a:xfrm>
            <a:custGeom>
              <a:avLst/>
              <a:gdLst/>
              <a:ahLst/>
              <a:cxnLst/>
              <a:rect l="l" t="t" r="r" b="b"/>
              <a:pathLst>
                <a:path w="5079" h="7619">
                  <a:moveTo>
                    <a:pt x="3810" y="1523"/>
                  </a:moveTo>
                  <a:lnTo>
                    <a:pt x="3810" y="0"/>
                  </a:lnTo>
                  <a:lnTo>
                    <a:pt x="2286" y="0"/>
                  </a:lnTo>
                  <a:lnTo>
                    <a:pt x="0" y="3810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3810"/>
                  </a:lnTo>
                  <a:lnTo>
                    <a:pt x="2286" y="1524"/>
                  </a:lnTo>
                  <a:lnTo>
                    <a:pt x="3810" y="1523"/>
                  </a:lnTo>
                  <a:close/>
                </a:path>
                <a:path w="5079" h="7619">
                  <a:moveTo>
                    <a:pt x="2286" y="5334"/>
                  </a:moveTo>
                  <a:lnTo>
                    <a:pt x="2286" y="3810"/>
                  </a:lnTo>
                  <a:lnTo>
                    <a:pt x="762" y="3810"/>
                  </a:lnTo>
                  <a:lnTo>
                    <a:pt x="762" y="5334"/>
                  </a:lnTo>
                  <a:lnTo>
                    <a:pt x="2286" y="5334"/>
                  </a:lnTo>
                  <a:close/>
                </a:path>
                <a:path w="5079" h="7619">
                  <a:moveTo>
                    <a:pt x="3810" y="7620"/>
                  </a:moveTo>
                  <a:lnTo>
                    <a:pt x="3810" y="1523"/>
                  </a:lnTo>
                  <a:lnTo>
                    <a:pt x="2286" y="1524"/>
                  </a:lnTo>
                  <a:lnTo>
                    <a:pt x="2286" y="7620"/>
                  </a:lnTo>
                  <a:lnTo>
                    <a:pt x="3810" y="7620"/>
                  </a:lnTo>
                  <a:close/>
                </a:path>
                <a:path w="5079" h="7619">
                  <a:moveTo>
                    <a:pt x="4572" y="5334"/>
                  </a:moveTo>
                  <a:lnTo>
                    <a:pt x="4572" y="3810"/>
                  </a:lnTo>
                  <a:lnTo>
                    <a:pt x="3810" y="3810"/>
                  </a:lnTo>
                  <a:lnTo>
                    <a:pt x="3810" y="5334"/>
                  </a:lnTo>
                  <a:lnTo>
                    <a:pt x="4572" y="53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5" name="object 1695"/>
            <p:cNvSpPr/>
            <p:nvPr/>
          </p:nvSpPr>
          <p:spPr>
            <a:xfrm>
              <a:off x="3998976" y="2275332"/>
              <a:ext cx="3810" cy="6985"/>
            </a:xfrm>
            <a:custGeom>
              <a:avLst/>
              <a:gdLst/>
              <a:ahLst/>
              <a:cxnLst/>
              <a:rect l="l" t="t" r="r" b="b"/>
              <a:pathLst>
                <a:path w="3810" h="6985">
                  <a:moveTo>
                    <a:pt x="2286" y="0"/>
                  </a:moveTo>
                  <a:lnTo>
                    <a:pt x="0" y="3810"/>
                  </a:lnTo>
                  <a:lnTo>
                    <a:pt x="0" y="4572"/>
                  </a:lnTo>
                  <a:lnTo>
                    <a:pt x="2286" y="4572"/>
                  </a:lnTo>
                  <a:lnTo>
                    <a:pt x="2286" y="6858"/>
                  </a:lnTo>
                  <a:lnTo>
                    <a:pt x="3048" y="6858"/>
                  </a:lnTo>
                  <a:lnTo>
                    <a:pt x="3048" y="4572"/>
                  </a:lnTo>
                  <a:lnTo>
                    <a:pt x="3810" y="4572"/>
                  </a:lnTo>
                  <a:lnTo>
                    <a:pt x="3810" y="3810"/>
                  </a:lnTo>
                  <a:lnTo>
                    <a:pt x="3048" y="3810"/>
                  </a:lnTo>
                  <a:lnTo>
                    <a:pt x="3048" y="0"/>
                  </a:lnTo>
                  <a:lnTo>
                    <a:pt x="228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6" name="object 1696"/>
            <p:cNvSpPr/>
            <p:nvPr/>
          </p:nvSpPr>
          <p:spPr>
            <a:xfrm>
              <a:off x="3999738" y="2276856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1524" y="0"/>
                  </a:moveTo>
                  <a:lnTo>
                    <a:pt x="0" y="2286"/>
                  </a:lnTo>
                  <a:lnTo>
                    <a:pt x="1524" y="2286"/>
                  </a:lnTo>
                  <a:lnTo>
                    <a:pt x="152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7" name="object 1697"/>
            <p:cNvSpPr/>
            <p:nvPr/>
          </p:nvSpPr>
          <p:spPr>
            <a:xfrm>
              <a:off x="4024122" y="226009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1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8" name="object 1698"/>
            <p:cNvSpPr/>
            <p:nvPr/>
          </p:nvSpPr>
          <p:spPr>
            <a:xfrm>
              <a:off x="4021378" y="2263902"/>
              <a:ext cx="3810" cy="8890"/>
            </a:xfrm>
            <a:custGeom>
              <a:avLst/>
              <a:gdLst/>
              <a:ahLst/>
              <a:cxnLst/>
              <a:rect l="l" t="t" r="r" b="b"/>
              <a:pathLst>
                <a:path w="3810" h="8889">
                  <a:moveTo>
                    <a:pt x="3352" y="0"/>
                  </a:moveTo>
                  <a:lnTo>
                    <a:pt x="0" y="8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9" name="object 1699"/>
            <p:cNvSpPr/>
            <p:nvPr/>
          </p:nvSpPr>
          <p:spPr>
            <a:xfrm>
              <a:off x="4021835" y="2267712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0" name="object 1700"/>
            <p:cNvSpPr/>
            <p:nvPr/>
          </p:nvSpPr>
          <p:spPr>
            <a:xfrm>
              <a:off x="3943350" y="227380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1" name="object 1701"/>
            <p:cNvSpPr/>
            <p:nvPr/>
          </p:nvSpPr>
          <p:spPr>
            <a:xfrm>
              <a:off x="3942588" y="2271331"/>
              <a:ext cx="7620" cy="2540"/>
            </a:xfrm>
            <a:custGeom>
              <a:avLst/>
              <a:gdLst/>
              <a:ahLst/>
              <a:cxnLst/>
              <a:rect l="l" t="t" r="r" b="b"/>
              <a:pathLst>
                <a:path w="7620" h="2539">
                  <a:moveTo>
                    <a:pt x="0" y="2222"/>
                  </a:moveTo>
                  <a:lnTo>
                    <a:pt x="76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2" name="object 1702"/>
            <p:cNvSpPr/>
            <p:nvPr/>
          </p:nvSpPr>
          <p:spPr>
            <a:xfrm>
              <a:off x="3943350" y="2275332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3" name="object 1703"/>
            <p:cNvSpPr/>
            <p:nvPr/>
          </p:nvSpPr>
          <p:spPr>
            <a:xfrm>
              <a:off x="3966210" y="2268473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10">
                  <a:moveTo>
                    <a:pt x="0" y="0"/>
                  </a:moveTo>
                  <a:lnTo>
                    <a:pt x="1524" y="38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4" name="object 1704"/>
            <p:cNvSpPr/>
            <p:nvPr/>
          </p:nvSpPr>
          <p:spPr>
            <a:xfrm>
              <a:off x="3963162" y="227457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5" name="object 1705"/>
            <p:cNvSpPr/>
            <p:nvPr/>
          </p:nvSpPr>
          <p:spPr>
            <a:xfrm>
              <a:off x="3851909" y="2266950"/>
              <a:ext cx="3175" cy="9525"/>
            </a:xfrm>
            <a:custGeom>
              <a:avLst/>
              <a:gdLst/>
              <a:ahLst/>
              <a:cxnLst/>
              <a:rect l="l" t="t" r="r" b="b"/>
              <a:pathLst>
                <a:path w="3175" h="9525">
                  <a:moveTo>
                    <a:pt x="3048" y="9144"/>
                  </a:moveTo>
                  <a:lnTo>
                    <a:pt x="1524" y="6858"/>
                  </a:lnTo>
                  <a:lnTo>
                    <a:pt x="1524" y="0"/>
                  </a:lnTo>
                  <a:lnTo>
                    <a:pt x="762" y="762"/>
                  </a:lnTo>
                  <a:lnTo>
                    <a:pt x="762" y="6858"/>
                  </a:lnTo>
                  <a:lnTo>
                    <a:pt x="0" y="8382"/>
                  </a:lnTo>
                  <a:lnTo>
                    <a:pt x="3048" y="91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6" name="object 1706"/>
            <p:cNvSpPr/>
            <p:nvPr/>
          </p:nvSpPr>
          <p:spPr>
            <a:xfrm>
              <a:off x="3845814" y="2264664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4" h="3175">
                  <a:moveTo>
                    <a:pt x="0" y="762"/>
                  </a:moveTo>
                  <a:lnTo>
                    <a:pt x="762" y="3048"/>
                  </a:lnTo>
                  <a:lnTo>
                    <a:pt x="12954" y="3048"/>
                  </a:lnTo>
                  <a:lnTo>
                    <a:pt x="13716" y="2286"/>
                  </a:lnTo>
                  <a:lnTo>
                    <a:pt x="13716" y="762"/>
                  </a:lnTo>
                  <a:lnTo>
                    <a:pt x="14478" y="0"/>
                  </a:lnTo>
                  <a:lnTo>
                    <a:pt x="12954" y="762"/>
                  </a:lnTo>
                  <a:lnTo>
                    <a:pt x="0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7" name="object 1707"/>
            <p:cNvSpPr/>
            <p:nvPr/>
          </p:nvSpPr>
          <p:spPr>
            <a:xfrm>
              <a:off x="3846576" y="2266950"/>
              <a:ext cx="14604" cy="0"/>
            </a:xfrm>
            <a:custGeom>
              <a:avLst/>
              <a:gdLst/>
              <a:ahLst/>
              <a:cxnLst/>
              <a:rect l="l" t="t" r="r" b="b"/>
              <a:pathLst>
                <a:path w="14604" h="0">
                  <a:moveTo>
                    <a:pt x="0" y="0"/>
                  </a:moveTo>
                  <a:lnTo>
                    <a:pt x="144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8" name="object 1708"/>
            <p:cNvSpPr/>
            <p:nvPr/>
          </p:nvSpPr>
          <p:spPr>
            <a:xfrm>
              <a:off x="3864864" y="2271522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69">
                  <a:moveTo>
                    <a:pt x="0" y="762"/>
                  </a:moveTo>
                  <a:lnTo>
                    <a:pt x="0" y="0"/>
                  </a:lnTo>
                  <a:lnTo>
                    <a:pt x="1524" y="0"/>
                  </a:lnTo>
                  <a:lnTo>
                    <a:pt x="1524" y="762"/>
                  </a:lnTo>
                  <a:lnTo>
                    <a:pt x="0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9" name="object 1709"/>
            <p:cNvSpPr/>
            <p:nvPr/>
          </p:nvSpPr>
          <p:spPr>
            <a:xfrm>
              <a:off x="3866388" y="2265426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w="0" h="7619">
                  <a:moveTo>
                    <a:pt x="0" y="76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0" name="object 1710"/>
            <p:cNvSpPr/>
            <p:nvPr/>
          </p:nvSpPr>
          <p:spPr>
            <a:xfrm>
              <a:off x="3865626" y="2265426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w="0" h="7619">
                  <a:moveTo>
                    <a:pt x="0" y="0"/>
                  </a:moveTo>
                  <a:lnTo>
                    <a:pt x="0" y="76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1" name="object 1711"/>
            <p:cNvSpPr/>
            <p:nvPr/>
          </p:nvSpPr>
          <p:spPr>
            <a:xfrm>
              <a:off x="3858006" y="2267712"/>
              <a:ext cx="0" cy="10160"/>
            </a:xfrm>
            <a:custGeom>
              <a:avLst/>
              <a:gdLst/>
              <a:ahLst/>
              <a:cxnLst/>
              <a:rect l="l" t="t" r="r" b="b"/>
              <a:pathLst>
                <a:path w="0" h="10160">
                  <a:moveTo>
                    <a:pt x="0" y="0"/>
                  </a:moveTo>
                  <a:lnTo>
                    <a:pt x="0" y="99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2" name="object 1712"/>
            <p:cNvSpPr/>
            <p:nvPr/>
          </p:nvSpPr>
          <p:spPr>
            <a:xfrm>
              <a:off x="3857244" y="2267712"/>
              <a:ext cx="0" cy="10160"/>
            </a:xfrm>
            <a:custGeom>
              <a:avLst/>
              <a:gdLst/>
              <a:ahLst/>
              <a:cxnLst/>
              <a:rect l="l" t="t" r="r" b="b"/>
              <a:pathLst>
                <a:path w="0" h="10160">
                  <a:moveTo>
                    <a:pt x="0" y="9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3" name="object 1713"/>
            <p:cNvSpPr/>
            <p:nvPr/>
          </p:nvSpPr>
          <p:spPr>
            <a:xfrm>
              <a:off x="3870198" y="2263902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w="0" h="13969">
                  <a:moveTo>
                    <a:pt x="0" y="0"/>
                  </a:moveTo>
                  <a:lnTo>
                    <a:pt x="0" y="137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4" name="object 1714"/>
            <p:cNvSpPr/>
            <p:nvPr/>
          </p:nvSpPr>
          <p:spPr>
            <a:xfrm>
              <a:off x="3866388" y="22585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67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5" name="object 1715"/>
            <p:cNvSpPr/>
            <p:nvPr/>
          </p:nvSpPr>
          <p:spPr>
            <a:xfrm>
              <a:off x="3867912" y="2273046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0" y="1524"/>
                  </a:moveTo>
                  <a:lnTo>
                    <a:pt x="0" y="0"/>
                  </a:lnTo>
                  <a:lnTo>
                    <a:pt x="762" y="0"/>
                  </a:lnTo>
                  <a:lnTo>
                    <a:pt x="762" y="1524"/>
                  </a:lnTo>
                  <a:lnTo>
                    <a:pt x="0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6" name="object 1716"/>
            <p:cNvSpPr/>
            <p:nvPr/>
          </p:nvSpPr>
          <p:spPr>
            <a:xfrm>
              <a:off x="3864864" y="2265426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w="0" h="7619">
                  <a:moveTo>
                    <a:pt x="0" y="76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7" name="object 1717"/>
            <p:cNvSpPr/>
            <p:nvPr/>
          </p:nvSpPr>
          <p:spPr>
            <a:xfrm>
              <a:off x="3848862" y="2267712"/>
              <a:ext cx="0" cy="10160"/>
            </a:xfrm>
            <a:custGeom>
              <a:avLst/>
              <a:gdLst/>
              <a:ahLst/>
              <a:cxnLst/>
              <a:rect l="l" t="t" r="r" b="b"/>
              <a:pathLst>
                <a:path w="0" h="10160">
                  <a:moveTo>
                    <a:pt x="0" y="0"/>
                  </a:moveTo>
                  <a:lnTo>
                    <a:pt x="0" y="99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8" name="object 1718"/>
          <p:cNvSpPr txBox="1"/>
          <p:nvPr/>
        </p:nvSpPr>
        <p:spPr>
          <a:xfrm>
            <a:off x="3820159" y="2287578"/>
            <a:ext cx="222885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20">
                <a:latin typeface="Arial MT"/>
                <a:cs typeface="Arial MT"/>
              </a:rPr>
              <a:t>DDG-51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20">
                <a:latin typeface="Arial MT"/>
                <a:cs typeface="Arial MT"/>
              </a:rPr>
              <a:t>AEGIS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Destroyer</a:t>
            </a:r>
            <a:endParaRPr sz="100">
              <a:latin typeface="Arial MT"/>
              <a:cs typeface="Arial MT"/>
            </a:endParaRPr>
          </a:p>
        </p:txBody>
      </p:sp>
      <p:pic>
        <p:nvPicPr>
          <p:cNvPr id="1719" name="object 1719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754738" y="2018157"/>
            <a:ext cx="213906" cy="149890"/>
          </a:xfrm>
          <a:prstGeom prst="rect">
            <a:avLst/>
          </a:prstGeom>
        </p:spPr>
      </p:pic>
      <p:sp>
        <p:nvSpPr>
          <p:cNvPr id="1720" name="object 1720"/>
          <p:cNvSpPr txBox="1"/>
          <p:nvPr/>
        </p:nvSpPr>
        <p:spPr>
          <a:xfrm>
            <a:off x="2766314" y="2016306"/>
            <a:ext cx="73025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5">
                <a:latin typeface="Arial MT"/>
                <a:cs typeface="Arial MT"/>
              </a:rPr>
              <a:t>F-15C</a:t>
            </a:r>
            <a:endParaRPr sz="100">
              <a:latin typeface="Arial MT"/>
              <a:cs typeface="Arial MT"/>
            </a:endParaRPr>
          </a:p>
        </p:txBody>
      </p:sp>
      <p:pic>
        <p:nvPicPr>
          <p:cNvPr id="1721" name="object 1721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2799969" y="1707261"/>
            <a:ext cx="470446" cy="185546"/>
          </a:xfrm>
          <a:prstGeom prst="rect">
            <a:avLst/>
          </a:prstGeom>
        </p:spPr>
      </p:pic>
      <p:sp>
        <p:nvSpPr>
          <p:cNvPr id="1722" name="object 1722"/>
          <p:cNvSpPr txBox="1"/>
          <p:nvPr/>
        </p:nvSpPr>
        <p:spPr>
          <a:xfrm>
            <a:off x="3147314" y="1705586"/>
            <a:ext cx="100965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AWACS</a:t>
            </a:r>
            <a:endParaRPr sz="150">
              <a:latin typeface="Arial MT"/>
              <a:cs typeface="Arial MT"/>
            </a:endParaRPr>
          </a:p>
        </p:txBody>
      </p:sp>
      <p:pic>
        <p:nvPicPr>
          <p:cNvPr id="1723" name="object 1723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3680078" y="1715642"/>
            <a:ext cx="324612" cy="287731"/>
          </a:xfrm>
          <a:prstGeom prst="rect">
            <a:avLst/>
          </a:prstGeom>
        </p:spPr>
      </p:pic>
      <p:sp>
        <p:nvSpPr>
          <p:cNvPr id="1724" name="object 1724"/>
          <p:cNvSpPr txBox="1"/>
          <p:nvPr/>
        </p:nvSpPr>
        <p:spPr>
          <a:xfrm>
            <a:off x="3671570" y="1714730"/>
            <a:ext cx="87630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F/A-18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725" name="object 1725"/>
          <p:cNvSpPr txBox="1"/>
          <p:nvPr/>
        </p:nvSpPr>
        <p:spPr>
          <a:xfrm>
            <a:off x="3932173" y="1847904"/>
            <a:ext cx="63500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20">
                <a:latin typeface="Arial MT"/>
                <a:cs typeface="Arial MT"/>
              </a:rPr>
              <a:t>MCE</a:t>
            </a:r>
            <a:endParaRPr sz="100">
              <a:latin typeface="Arial MT"/>
              <a:cs typeface="Arial MT"/>
            </a:endParaRPr>
          </a:p>
        </p:txBody>
      </p:sp>
      <p:pic>
        <p:nvPicPr>
          <p:cNvPr id="1726" name="object 172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2978689" y="2428494"/>
            <a:ext cx="154273" cy="88360"/>
          </a:xfrm>
          <a:prstGeom prst="rect">
            <a:avLst/>
          </a:prstGeom>
        </p:spPr>
      </p:pic>
      <p:sp>
        <p:nvSpPr>
          <p:cNvPr id="1727" name="object 1727"/>
          <p:cNvSpPr txBox="1"/>
          <p:nvPr/>
        </p:nvSpPr>
        <p:spPr>
          <a:xfrm>
            <a:off x="3074161" y="2375208"/>
            <a:ext cx="74930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20">
                <a:latin typeface="Arial MT"/>
                <a:cs typeface="Arial MT"/>
              </a:rPr>
              <a:t>TAOM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1728" name="object 1728"/>
          <p:cNvSpPr txBox="1"/>
          <p:nvPr/>
        </p:nvSpPr>
        <p:spPr>
          <a:xfrm>
            <a:off x="2854705" y="1826743"/>
            <a:ext cx="151765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>
                <a:latin typeface="Arial MT"/>
                <a:cs typeface="Arial MT"/>
              </a:rPr>
              <a:t>RIVE</a:t>
            </a:r>
            <a:r>
              <a:rPr dirty="0" sz="150" spc="5">
                <a:latin typeface="Arial MT"/>
                <a:cs typeface="Arial MT"/>
              </a:rPr>
              <a:t>T</a:t>
            </a:r>
            <a:r>
              <a:rPr dirty="0" sz="150">
                <a:latin typeface="Arial MT"/>
                <a:cs typeface="Arial MT"/>
              </a:rPr>
              <a:t> </a:t>
            </a:r>
            <a:r>
              <a:rPr dirty="0" sz="150" spc="5">
                <a:latin typeface="Arial MT"/>
                <a:cs typeface="Arial MT"/>
              </a:rPr>
              <a:t>JOINT</a:t>
            </a:r>
            <a:endParaRPr sz="150">
              <a:latin typeface="Arial MT"/>
              <a:cs typeface="Arial MT"/>
            </a:endParaRPr>
          </a:p>
        </p:txBody>
      </p:sp>
      <p:pic>
        <p:nvPicPr>
          <p:cNvPr id="1729" name="object 1729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2816351" y="2269235"/>
            <a:ext cx="218795" cy="65151"/>
          </a:xfrm>
          <a:prstGeom prst="rect">
            <a:avLst/>
          </a:prstGeom>
        </p:spPr>
      </p:pic>
      <p:sp>
        <p:nvSpPr>
          <p:cNvPr id="1730" name="object 1730"/>
          <p:cNvSpPr txBox="1"/>
          <p:nvPr/>
        </p:nvSpPr>
        <p:spPr>
          <a:xfrm>
            <a:off x="2856992" y="2320344"/>
            <a:ext cx="51435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25">
                <a:latin typeface="Arial MT"/>
                <a:cs typeface="Arial MT"/>
              </a:rPr>
              <a:t>CG</a:t>
            </a:r>
            <a:endParaRPr sz="100">
              <a:latin typeface="Arial MT"/>
              <a:cs typeface="Arial MT"/>
            </a:endParaRPr>
          </a:p>
        </p:txBody>
      </p:sp>
      <p:pic>
        <p:nvPicPr>
          <p:cNvPr id="1731" name="object 1731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3728846" y="2339339"/>
            <a:ext cx="127254" cy="100965"/>
          </a:xfrm>
          <a:prstGeom prst="rect">
            <a:avLst/>
          </a:prstGeom>
        </p:spPr>
      </p:pic>
      <p:sp>
        <p:nvSpPr>
          <p:cNvPr id="1732" name="object 1732"/>
          <p:cNvSpPr txBox="1"/>
          <p:nvPr/>
        </p:nvSpPr>
        <p:spPr>
          <a:xfrm>
            <a:off x="3723385" y="2426262"/>
            <a:ext cx="108585" cy="4635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" spc="10">
                <a:latin typeface="Arial MT"/>
                <a:cs typeface="Arial MT"/>
              </a:rPr>
              <a:t>Patriot</a:t>
            </a:r>
            <a:r>
              <a:rPr dirty="0" sz="100" spc="5">
                <a:latin typeface="Arial MT"/>
                <a:cs typeface="Arial MT"/>
              </a:rPr>
              <a:t> </a:t>
            </a:r>
            <a:r>
              <a:rPr dirty="0" sz="100" spc="15">
                <a:latin typeface="Arial MT"/>
                <a:cs typeface="Arial MT"/>
              </a:rPr>
              <a:t>ICC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1733" name="object 1733"/>
          <p:cNvGrpSpPr/>
          <p:nvPr/>
        </p:nvGrpSpPr>
        <p:grpSpPr>
          <a:xfrm>
            <a:off x="3360991" y="1684908"/>
            <a:ext cx="161925" cy="94615"/>
            <a:chOff x="3360991" y="1684908"/>
            <a:chExt cx="161925" cy="94615"/>
          </a:xfrm>
        </p:grpSpPr>
        <p:sp>
          <p:nvSpPr>
            <p:cNvPr id="1734" name="object 1734"/>
            <p:cNvSpPr/>
            <p:nvPr/>
          </p:nvSpPr>
          <p:spPr>
            <a:xfrm>
              <a:off x="3383279" y="1685543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29" y="5334"/>
                  </a:moveTo>
                  <a:lnTo>
                    <a:pt x="11429" y="2286"/>
                  </a:lnTo>
                  <a:lnTo>
                    <a:pt x="8381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5333" y="11430"/>
                  </a:lnTo>
                  <a:lnTo>
                    <a:pt x="8381" y="11430"/>
                  </a:lnTo>
                  <a:lnTo>
                    <a:pt x="11429" y="8382"/>
                  </a:lnTo>
                  <a:lnTo>
                    <a:pt x="11429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5" name="object 1735"/>
            <p:cNvSpPr/>
            <p:nvPr/>
          </p:nvSpPr>
          <p:spPr>
            <a:xfrm>
              <a:off x="3401567" y="1685543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30">
                  <a:moveTo>
                    <a:pt x="10667" y="8382"/>
                  </a:moveTo>
                  <a:lnTo>
                    <a:pt x="10667" y="5334"/>
                  </a:lnTo>
                  <a:lnTo>
                    <a:pt x="10667" y="2286"/>
                  </a:lnTo>
                  <a:lnTo>
                    <a:pt x="7619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7619" y="11430"/>
                  </a:lnTo>
                  <a:lnTo>
                    <a:pt x="10667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6" name="object 1736"/>
            <p:cNvSpPr/>
            <p:nvPr/>
          </p:nvSpPr>
          <p:spPr>
            <a:xfrm>
              <a:off x="3401567" y="1685543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30">
                  <a:moveTo>
                    <a:pt x="10667" y="5334"/>
                  </a:moveTo>
                  <a:lnTo>
                    <a:pt x="10667" y="2286"/>
                  </a:lnTo>
                  <a:lnTo>
                    <a:pt x="7619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5333" y="11430"/>
                  </a:lnTo>
                  <a:lnTo>
                    <a:pt x="7619" y="11430"/>
                  </a:lnTo>
                  <a:lnTo>
                    <a:pt x="10667" y="8382"/>
                  </a:lnTo>
                  <a:lnTo>
                    <a:pt x="10667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7" name="object 1737"/>
            <p:cNvSpPr/>
            <p:nvPr/>
          </p:nvSpPr>
          <p:spPr>
            <a:xfrm>
              <a:off x="3419093" y="1685543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11429" y="5334"/>
                  </a:moveTo>
                  <a:lnTo>
                    <a:pt x="11429" y="2286"/>
                  </a:lnTo>
                  <a:lnTo>
                    <a:pt x="8381" y="0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2285" y="11430"/>
                  </a:lnTo>
                  <a:lnTo>
                    <a:pt x="5333" y="11430"/>
                  </a:lnTo>
                  <a:lnTo>
                    <a:pt x="8381" y="11430"/>
                  </a:lnTo>
                  <a:lnTo>
                    <a:pt x="11429" y="8382"/>
                  </a:lnTo>
                  <a:lnTo>
                    <a:pt x="11429" y="53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8" name="object 1738"/>
            <p:cNvSpPr/>
            <p:nvPr/>
          </p:nvSpPr>
          <p:spPr>
            <a:xfrm>
              <a:off x="3364991" y="1733549"/>
              <a:ext cx="157480" cy="45085"/>
            </a:xfrm>
            <a:custGeom>
              <a:avLst/>
              <a:gdLst/>
              <a:ahLst/>
              <a:cxnLst/>
              <a:rect l="l" t="t" r="r" b="b"/>
              <a:pathLst>
                <a:path w="157479" h="45085">
                  <a:moveTo>
                    <a:pt x="51053" y="21793"/>
                  </a:moveTo>
                  <a:lnTo>
                    <a:pt x="51053" y="16002"/>
                  </a:lnTo>
                  <a:lnTo>
                    <a:pt x="46481" y="25146"/>
                  </a:lnTo>
                  <a:lnTo>
                    <a:pt x="25145" y="25146"/>
                  </a:lnTo>
                  <a:lnTo>
                    <a:pt x="23621" y="24384"/>
                  </a:lnTo>
                  <a:lnTo>
                    <a:pt x="22097" y="24384"/>
                  </a:lnTo>
                  <a:lnTo>
                    <a:pt x="21335" y="23622"/>
                  </a:lnTo>
                  <a:lnTo>
                    <a:pt x="17525" y="17526"/>
                  </a:lnTo>
                  <a:lnTo>
                    <a:pt x="16763" y="16764"/>
                  </a:lnTo>
                  <a:lnTo>
                    <a:pt x="12953" y="7620"/>
                  </a:lnTo>
                  <a:lnTo>
                    <a:pt x="12953" y="6858"/>
                  </a:lnTo>
                  <a:lnTo>
                    <a:pt x="12191" y="6096"/>
                  </a:lnTo>
                  <a:lnTo>
                    <a:pt x="9143" y="6096"/>
                  </a:lnTo>
                  <a:lnTo>
                    <a:pt x="6095" y="5334"/>
                  </a:lnTo>
                  <a:lnTo>
                    <a:pt x="3809" y="5334"/>
                  </a:lnTo>
                  <a:lnTo>
                    <a:pt x="2285" y="6096"/>
                  </a:lnTo>
                  <a:lnTo>
                    <a:pt x="761" y="6096"/>
                  </a:lnTo>
                  <a:lnTo>
                    <a:pt x="0" y="6858"/>
                  </a:lnTo>
                  <a:lnTo>
                    <a:pt x="0" y="34290"/>
                  </a:lnTo>
                  <a:lnTo>
                    <a:pt x="761" y="34290"/>
                  </a:lnTo>
                  <a:lnTo>
                    <a:pt x="2285" y="35052"/>
                  </a:lnTo>
                  <a:lnTo>
                    <a:pt x="3809" y="35052"/>
                  </a:lnTo>
                  <a:lnTo>
                    <a:pt x="4571" y="36576"/>
                  </a:lnTo>
                  <a:lnTo>
                    <a:pt x="5333" y="36576"/>
                  </a:lnTo>
                  <a:lnTo>
                    <a:pt x="5333" y="35814"/>
                  </a:lnTo>
                  <a:lnTo>
                    <a:pt x="6095" y="35814"/>
                  </a:lnTo>
                  <a:lnTo>
                    <a:pt x="6857" y="36576"/>
                  </a:lnTo>
                  <a:lnTo>
                    <a:pt x="8381" y="36576"/>
                  </a:lnTo>
                  <a:lnTo>
                    <a:pt x="10667" y="37338"/>
                  </a:lnTo>
                  <a:lnTo>
                    <a:pt x="11429" y="37338"/>
                  </a:lnTo>
                  <a:lnTo>
                    <a:pt x="11429" y="38100"/>
                  </a:lnTo>
                  <a:lnTo>
                    <a:pt x="12953" y="38100"/>
                  </a:lnTo>
                  <a:lnTo>
                    <a:pt x="14477" y="38862"/>
                  </a:lnTo>
                  <a:lnTo>
                    <a:pt x="16001" y="38862"/>
                  </a:lnTo>
                  <a:lnTo>
                    <a:pt x="16763" y="38100"/>
                  </a:lnTo>
                  <a:lnTo>
                    <a:pt x="23621" y="38862"/>
                  </a:lnTo>
                  <a:lnTo>
                    <a:pt x="23621" y="39624"/>
                  </a:lnTo>
                  <a:lnTo>
                    <a:pt x="24383" y="40386"/>
                  </a:lnTo>
                  <a:lnTo>
                    <a:pt x="25907" y="40386"/>
                  </a:lnTo>
                  <a:lnTo>
                    <a:pt x="27431" y="41148"/>
                  </a:lnTo>
                  <a:lnTo>
                    <a:pt x="28193" y="41148"/>
                  </a:lnTo>
                  <a:lnTo>
                    <a:pt x="28955" y="40386"/>
                  </a:lnTo>
                  <a:lnTo>
                    <a:pt x="31241" y="40386"/>
                  </a:lnTo>
                  <a:lnTo>
                    <a:pt x="32765" y="41910"/>
                  </a:lnTo>
                  <a:lnTo>
                    <a:pt x="33527" y="41910"/>
                  </a:lnTo>
                  <a:lnTo>
                    <a:pt x="33527" y="41148"/>
                  </a:lnTo>
                  <a:lnTo>
                    <a:pt x="35051" y="41232"/>
                  </a:lnTo>
                  <a:lnTo>
                    <a:pt x="41147" y="41910"/>
                  </a:lnTo>
                  <a:lnTo>
                    <a:pt x="44957" y="41910"/>
                  </a:lnTo>
                  <a:lnTo>
                    <a:pt x="48767" y="42672"/>
                  </a:lnTo>
                  <a:lnTo>
                    <a:pt x="49529" y="42672"/>
                  </a:lnTo>
                  <a:lnTo>
                    <a:pt x="49529" y="25146"/>
                  </a:lnTo>
                  <a:lnTo>
                    <a:pt x="51053" y="21793"/>
                  </a:lnTo>
                  <a:close/>
                </a:path>
                <a:path w="157479" h="45085">
                  <a:moveTo>
                    <a:pt x="99821" y="4572"/>
                  </a:moveTo>
                  <a:lnTo>
                    <a:pt x="99821" y="3810"/>
                  </a:lnTo>
                  <a:lnTo>
                    <a:pt x="99059" y="3048"/>
                  </a:lnTo>
                  <a:lnTo>
                    <a:pt x="98297" y="3048"/>
                  </a:lnTo>
                  <a:lnTo>
                    <a:pt x="89915" y="1524"/>
                  </a:lnTo>
                  <a:lnTo>
                    <a:pt x="86105" y="1524"/>
                  </a:lnTo>
                  <a:lnTo>
                    <a:pt x="82295" y="762"/>
                  </a:lnTo>
                  <a:lnTo>
                    <a:pt x="70865" y="762"/>
                  </a:lnTo>
                  <a:lnTo>
                    <a:pt x="67055" y="0"/>
                  </a:lnTo>
                  <a:lnTo>
                    <a:pt x="63245" y="762"/>
                  </a:lnTo>
                  <a:lnTo>
                    <a:pt x="56387" y="739"/>
                  </a:lnTo>
                  <a:lnTo>
                    <a:pt x="50291" y="1026"/>
                  </a:lnTo>
                  <a:lnTo>
                    <a:pt x="48767" y="1139"/>
                  </a:lnTo>
                  <a:lnTo>
                    <a:pt x="42488" y="1815"/>
                  </a:lnTo>
                  <a:lnTo>
                    <a:pt x="35813" y="3048"/>
                  </a:lnTo>
                  <a:lnTo>
                    <a:pt x="34289" y="3048"/>
                  </a:lnTo>
                  <a:lnTo>
                    <a:pt x="34289" y="4572"/>
                  </a:lnTo>
                  <a:lnTo>
                    <a:pt x="35051" y="5334"/>
                  </a:lnTo>
                  <a:lnTo>
                    <a:pt x="35813" y="5334"/>
                  </a:lnTo>
                  <a:lnTo>
                    <a:pt x="44957" y="6858"/>
                  </a:lnTo>
                  <a:lnTo>
                    <a:pt x="49529" y="6858"/>
                  </a:lnTo>
                  <a:lnTo>
                    <a:pt x="53339" y="7620"/>
                  </a:lnTo>
                  <a:lnTo>
                    <a:pt x="53339" y="16764"/>
                  </a:lnTo>
                  <a:lnTo>
                    <a:pt x="59435" y="18288"/>
                  </a:lnTo>
                  <a:lnTo>
                    <a:pt x="63245" y="19050"/>
                  </a:lnTo>
                  <a:lnTo>
                    <a:pt x="65531" y="19050"/>
                  </a:lnTo>
                  <a:lnTo>
                    <a:pt x="65531" y="37947"/>
                  </a:lnTo>
                  <a:lnTo>
                    <a:pt x="67817" y="39776"/>
                  </a:lnTo>
                  <a:lnTo>
                    <a:pt x="67817" y="19812"/>
                  </a:lnTo>
                  <a:lnTo>
                    <a:pt x="68579" y="19812"/>
                  </a:lnTo>
                  <a:lnTo>
                    <a:pt x="70865" y="21771"/>
                  </a:lnTo>
                  <a:lnTo>
                    <a:pt x="70865" y="19050"/>
                  </a:lnTo>
                  <a:lnTo>
                    <a:pt x="71627" y="19050"/>
                  </a:lnTo>
                  <a:lnTo>
                    <a:pt x="71627" y="18288"/>
                  </a:lnTo>
                  <a:lnTo>
                    <a:pt x="73151" y="18288"/>
                  </a:lnTo>
                  <a:lnTo>
                    <a:pt x="73151" y="7620"/>
                  </a:lnTo>
                  <a:lnTo>
                    <a:pt x="79247" y="7620"/>
                  </a:lnTo>
                  <a:lnTo>
                    <a:pt x="91439" y="6096"/>
                  </a:lnTo>
                  <a:lnTo>
                    <a:pt x="98297" y="5334"/>
                  </a:lnTo>
                  <a:lnTo>
                    <a:pt x="99059" y="4572"/>
                  </a:lnTo>
                  <a:lnTo>
                    <a:pt x="99821" y="4572"/>
                  </a:lnTo>
                  <a:close/>
                </a:path>
                <a:path w="157479" h="45085">
                  <a:moveTo>
                    <a:pt x="65531" y="37947"/>
                  </a:moveTo>
                  <a:lnTo>
                    <a:pt x="65531" y="25146"/>
                  </a:lnTo>
                  <a:lnTo>
                    <a:pt x="49529" y="25146"/>
                  </a:lnTo>
                  <a:lnTo>
                    <a:pt x="65531" y="37947"/>
                  </a:lnTo>
                  <a:close/>
                </a:path>
                <a:path w="157479" h="45085">
                  <a:moveTo>
                    <a:pt x="72389" y="43434"/>
                  </a:moveTo>
                  <a:lnTo>
                    <a:pt x="49529" y="25146"/>
                  </a:lnTo>
                  <a:lnTo>
                    <a:pt x="49529" y="42672"/>
                  </a:lnTo>
                  <a:lnTo>
                    <a:pt x="53339" y="42672"/>
                  </a:lnTo>
                  <a:lnTo>
                    <a:pt x="57149" y="43434"/>
                  </a:lnTo>
                  <a:lnTo>
                    <a:pt x="57149" y="44196"/>
                  </a:lnTo>
                  <a:lnTo>
                    <a:pt x="57911" y="43434"/>
                  </a:lnTo>
                  <a:lnTo>
                    <a:pt x="71627" y="43434"/>
                  </a:lnTo>
                  <a:lnTo>
                    <a:pt x="71627" y="44196"/>
                  </a:lnTo>
                  <a:lnTo>
                    <a:pt x="72389" y="43434"/>
                  </a:lnTo>
                  <a:close/>
                </a:path>
                <a:path w="157479" h="45085">
                  <a:moveTo>
                    <a:pt x="53339" y="16764"/>
                  </a:moveTo>
                  <a:lnTo>
                    <a:pt x="53339" y="7620"/>
                  </a:lnTo>
                  <a:lnTo>
                    <a:pt x="52577" y="11430"/>
                  </a:lnTo>
                  <a:lnTo>
                    <a:pt x="52577" y="12192"/>
                  </a:lnTo>
                  <a:lnTo>
                    <a:pt x="51815" y="12954"/>
                  </a:lnTo>
                  <a:lnTo>
                    <a:pt x="51815" y="13716"/>
                  </a:lnTo>
                  <a:lnTo>
                    <a:pt x="51053" y="14478"/>
                  </a:lnTo>
                  <a:lnTo>
                    <a:pt x="50291" y="14478"/>
                  </a:lnTo>
                  <a:lnTo>
                    <a:pt x="50291" y="15240"/>
                  </a:lnTo>
                  <a:lnTo>
                    <a:pt x="51053" y="16002"/>
                  </a:lnTo>
                  <a:lnTo>
                    <a:pt x="51053" y="21793"/>
                  </a:lnTo>
                  <a:lnTo>
                    <a:pt x="53339" y="16764"/>
                  </a:lnTo>
                  <a:close/>
                </a:path>
                <a:path w="157479" h="45085">
                  <a:moveTo>
                    <a:pt x="57149" y="44196"/>
                  </a:moveTo>
                  <a:lnTo>
                    <a:pt x="57149" y="43434"/>
                  </a:lnTo>
                  <a:lnTo>
                    <a:pt x="56387" y="44958"/>
                  </a:lnTo>
                  <a:lnTo>
                    <a:pt x="57149" y="44196"/>
                  </a:lnTo>
                  <a:close/>
                </a:path>
                <a:path w="157479" h="45085">
                  <a:moveTo>
                    <a:pt x="73913" y="29210"/>
                  </a:moveTo>
                  <a:lnTo>
                    <a:pt x="73913" y="25146"/>
                  </a:lnTo>
                  <a:lnTo>
                    <a:pt x="67817" y="25146"/>
                  </a:lnTo>
                  <a:lnTo>
                    <a:pt x="72389" y="43434"/>
                  </a:lnTo>
                  <a:lnTo>
                    <a:pt x="73913" y="29210"/>
                  </a:lnTo>
                  <a:close/>
                </a:path>
                <a:path w="157479" h="45085">
                  <a:moveTo>
                    <a:pt x="72389" y="43434"/>
                  </a:moveTo>
                  <a:lnTo>
                    <a:pt x="67817" y="25146"/>
                  </a:lnTo>
                  <a:lnTo>
                    <a:pt x="67817" y="39776"/>
                  </a:lnTo>
                  <a:lnTo>
                    <a:pt x="72389" y="43434"/>
                  </a:lnTo>
                  <a:close/>
                </a:path>
                <a:path w="157479" h="45085">
                  <a:moveTo>
                    <a:pt x="74675" y="22098"/>
                  </a:moveTo>
                  <a:lnTo>
                    <a:pt x="71627" y="19050"/>
                  </a:lnTo>
                  <a:lnTo>
                    <a:pt x="70865" y="19050"/>
                  </a:lnTo>
                  <a:lnTo>
                    <a:pt x="70865" y="21771"/>
                  </a:lnTo>
                  <a:lnTo>
                    <a:pt x="73913" y="24384"/>
                  </a:lnTo>
                  <a:lnTo>
                    <a:pt x="73913" y="29210"/>
                  </a:lnTo>
                  <a:lnTo>
                    <a:pt x="74675" y="22098"/>
                  </a:lnTo>
                  <a:close/>
                </a:path>
                <a:path w="157479" h="45085">
                  <a:moveTo>
                    <a:pt x="71627" y="44196"/>
                  </a:moveTo>
                  <a:lnTo>
                    <a:pt x="71627" y="43434"/>
                  </a:lnTo>
                  <a:lnTo>
                    <a:pt x="70865" y="44958"/>
                  </a:lnTo>
                  <a:lnTo>
                    <a:pt x="71627" y="44196"/>
                  </a:lnTo>
                  <a:close/>
                </a:path>
                <a:path w="157479" h="45085">
                  <a:moveTo>
                    <a:pt x="76961" y="16002"/>
                  </a:moveTo>
                  <a:lnTo>
                    <a:pt x="76199" y="16002"/>
                  </a:lnTo>
                  <a:lnTo>
                    <a:pt x="74675" y="14478"/>
                  </a:lnTo>
                  <a:lnTo>
                    <a:pt x="74675" y="22098"/>
                  </a:lnTo>
                  <a:lnTo>
                    <a:pt x="72389" y="43434"/>
                  </a:lnTo>
                  <a:lnTo>
                    <a:pt x="75437" y="43434"/>
                  </a:lnTo>
                  <a:lnTo>
                    <a:pt x="75437" y="17526"/>
                  </a:lnTo>
                  <a:lnTo>
                    <a:pt x="76961" y="16002"/>
                  </a:lnTo>
                  <a:close/>
                </a:path>
                <a:path w="157479" h="45085">
                  <a:moveTo>
                    <a:pt x="74675" y="22098"/>
                  </a:moveTo>
                  <a:lnTo>
                    <a:pt x="74675" y="12954"/>
                  </a:lnTo>
                  <a:lnTo>
                    <a:pt x="73913" y="12192"/>
                  </a:lnTo>
                  <a:lnTo>
                    <a:pt x="73913" y="9906"/>
                  </a:lnTo>
                  <a:lnTo>
                    <a:pt x="73151" y="9144"/>
                  </a:lnTo>
                  <a:lnTo>
                    <a:pt x="73151" y="19050"/>
                  </a:lnTo>
                  <a:lnTo>
                    <a:pt x="74675" y="22098"/>
                  </a:lnTo>
                  <a:close/>
                </a:path>
                <a:path w="157479" h="45085">
                  <a:moveTo>
                    <a:pt x="113537" y="43434"/>
                  </a:moveTo>
                  <a:lnTo>
                    <a:pt x="113537" y="12954"/>
                  </a:lnTo>
                  <a:lnTo>
                    <a:pt x="112013" y="12954"/>
                  </a:lnTo>
                  <a:lnTo>
                    <a:pt x="112013" y="21336"/>
                  </a:lnTo>
                  <a:lnTo>
                    <a:pt x="109727" y="21336"/>
                  </a:lnTo>
                  <a:lnTo>
                    <a:pt x="102908" y="21611"/>
                  </a:lnTo>
                  <a:lnTo>
                    <a:pt x="95226" y="22078"/>
                  </a:lnTo>
                  <a:lnTo>
                    <a:pt x="87555" y="22746"/>
                  </a:lnTo>
                  <a:lnTo>
                    <a:pt x="80771" y="23622"/>
                  </a:lnTo>
                  <a:lnTo>
                    <a:pt x="76961" y="23622"/>
                  </a:lnTo>
                  <a:lnTo>
                    <a:pt x="75437" y="17526"/>
                  </a:lnTo>
                  <a:lnTo>
                    <a:pt x="75437" y="43434"/>
                  </a:lnTo>
                  <a:lnTo>
                    <a:pt x="89915" y="43434"/>
                  </a:lnTo>
                  <a:lnTo>
                    <a:pt x="89915" y="44196"/>
                  </a:lnTo>
                  <a:lnTo>
                    <a:pt x="90677" y="43434"/>
                  </a:lnTo>
                  <a:lnTo>
                    <a:pt x="104393" y="43434"/>
                  </a:lnTo>
                  <a:lnTo>
                    <a:pt x="104393" y="44196"/>
                  </a:lnTo>
                  <a:lnTo>
                    <a:pt x="105155" y="43434"/>
                  </a:lnTo>
                  <a:lnTo>
                    <a:pt x="113537" y="43434"/>
                  </a:lnTo>
                  <a:close/>
                </a:path>
                <a:path w="157479" h="45085">
                  <a:moveTo>
                    <a:pt x="89915" y="44196"/>
                  </a:moveTo>
                  <a:lnTo>
                    <a:pt x="89915" y="43434"/>
                  </a:lnTo>
                  <a:lnTo>
                    <a:pt x="89153" y="44958"/>
                  </a:lnTo>
                  <a:lnTo>
                    <a:pt x="89915" y="44196"/>
                  </a:lnTo>
                  <a:close/>
                </a:path>
                <a:path w="157479" h="45085">
                  <a:moveTo>
                    <a:pt x="104393" y="44196"/>
                  </a:moveTo>
                  <a:lnTo>
                    <a:pt x="104393" y="43434"/>
                  </a:lnTo>
                  <a:lnTo>
                    <a:pt x="103631" y="44958"/>
                  </a:lnTo>
                  <a:lnTo>
                    <a:pt x="104393" y="44196"/>
                  </a:lnTo>
                  <a:close/>
                </a:path>
                <a:path w="157479" h="45085">
                  <a:moveTo>
                    <a:pt x="114299" y="44196"/>
                  </a:moveTo>
                  <a:lnTo>
                    <a:pt x="114299" y="15240"/>
                  </a:lnTo>
                  <a:lnTo>
                    <a:pt x="113537" y="14478"/>
                  </a:lnTo>
                  <a:lnTo>
                    <a:pt x="113537" y="44196"/>
                  </a:lnTo>
                  <a:lnTo>
                    <a:pt x="114299" y="44196"/>
                  </a:lnTo>
                  <a:close/>
                </a:path>
                <a:path w="157479" h="45085">
                  <a:moveTo>
                    <a:pt x="156971" y="37338"/>
                  </a:moveTo>
                  <a:lnTo>
                    <a:pt x="156971" y="35052"/>
                  </a:lnTo>
                  <a:lnTo>
                    <a:pt x="156209" y="35052"/>
                  </a:lnTo>
                  <a:lnTo>
                    <a:pt x="156209" y="34290"/>
                  </a:lnTo>
                  <a:lnTo>
                    <a:pt x="155447" y="33528"/>
                  </a:lnTo>
                  <a:lnTo>
                    <a:pt x="153923" y="32766"/>
                  </a:lnTo>
                  <a:lnTo>
                    <a:pt x="152399" y="31242"/>
                  </a:lnTo>
                  <a:lnTo>
                    <a:pt x="150113" y="30480"/>
                  </a:lnTo>
                  <a:lnTo>
                    <a:pt x="148589" y="29718"/>
                  </a:lnTo>
                  <a:lnTo>
                    <a:pt x="145541" y="28956"/>
                  </a:lnTo>
                  <a:lnTo>
                    <a:pt x="143255" y="25146"/>
                  </a:lnTo>
                  <a:lnTo>
                    <a:pt x="142493" y="24384"/>
                  </a:lnTo>
                  <a:lnTo>
                    <a:pt x="140969" y="23622"/>
                  </a:lnTo>
                  <a:lnTo>
                    <a:pt x="140207" y="23622"/>
                  </a:lnTo>
                  <a:lnTo>
                    <a:pt x="139445" y="22860"/>
                  </a:lnTo>
                  <a:lnTo>
                    <a:pt x="137921" y="22098"/>
                  </a:lnTo>
                  <a:lnTo>
                    <a:pt x="135635" y="22098"/>
                  </a:lnTo>
                  <a:lnTo>
                    <a:pt x="133349" y="21336"/>
                  </a:lnTo>
                  <a:lnTo>
                    <a:pt x="130301" y="21336"/>
                  </a:lnTo>
                  <a:lnTo>
                    <a:pt x="128015" y="22098"/>
                  </a:lnTo>
                  <a:lnTo>
                    <a:pt x="127253" y="21336"/>
                  </a:lnTo>
                  <a:lnTo>
                    <a:pt x="126491" y="21336"/>
                  </a:lnTo>
                  <a:lnTo>
                    <a:pt x="126491" y="22098"/>
                  </a:lnTo>
                  <a:lnTo>
                    <a:pt x="122681" y="22098"/>
                  </a:lnTo>
                  <a:lnTo>
                    <a:pt x="122681" y="19812"/>
                  </a:lnTo>
                  <a:lnTo>
                    <a:pt x="121919" y="19812"/>
                  </a:lnTo>
                  <a:lnTo>
                    <a:pt x="121919" y="22098"/>
                  </a:lnTo>
                  <a:lnTo>
                    <a:pt x="118871" y="22860"/>
                  </a:lnTo>
                  <a:lnTo>
                    <a:pt x="115061" y="23622"/>
                  </a:lnTo>
                  <a:lnTo>
                    <a:pt x="115061" y="21336"/>
                  </a:lnTo>
                  <a:lnTo>
                    <a:pt x="114299" y="21336"/>
                  </a:lnTo>
                  <a:lnTo>
                    <a:pt x="114299" y="43434"/>
                  </a:lnTo>
                  <a:lnTo>
                    <a:pt x="130301" y="43434"/>
                  </a:lnTo>
                  <a:lnTo>
                    <a:pt x="135635" y="42552"/>
                  </a:lnTo>
                  <a:lnTo>
                    <a:pt x="143255" y="42521"/>
                  </a:lnTo>
                  <a:lnTo>
                    <a:pt x="148589" y="41910"/>
                  </a:lnTo>
                  <a:lnTo>
                    <a:pt x="150113" y="41148"/>
                  </a:lnTo>
                  <a:lnTo>
                    <a:pt x="152399" y="40386"/>
                  </a:lnTo>
                  <a:lnTo>
                    <a:pt x="155447" y="38862"/>
                  </a:lnTo>
                  <a:lnTo>
                    <a:pt x="156971" y="373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9" name="object 1739"/>
            <p:cNvSpPr/>
            <p:nvPr/>
          </p:nvSpPr>
          <p:spPr>
            <a:xfrm>
              <a:off x="3364991" y="1733549"/>
              <a:ext cx="157480" cy="45085"/>
            </a:xfrm>
            <a:custGeom>
              <a:avLst/>
              <a:gdLst/>
              <a:ahLst/>
              <a:cxnLst/>
              <a:rect l="l" t="t" r="r" b="b"/>
              <a:pathLst>
                <a:path w="157479" h="45085">
                  <a:moveTo>
                    <a:pt x="72389" y="43434"/>
                  </a:moveTo>
                  <a:lnTo>
                    <a:pt x="70865" y="44958"/>
                  </a:lnTo>
                  <a:lnTo>
                    <a:pt x="71627" y="43434"/>
                  </a:lnTo>
                  <a:lnTo>
                    <a:pt x="57911" y="43434"/>
                  </a:lnTo>
                  <a:lnTo>
                    <a:pt x="56387" y="44958"/>
                  </a:lnTo>
                  <a:lnTo>
                    <a:pt x="57149" y="43434"/>
                  </a:lnTo>
                  <a:lnTo>
                    <a:pt x="53339" y="42672"/>
                  </a:lnTo>
                  <a:lnTo>
                    <a:pt x="48767" y="42672"/>
                  </a:lnTo>
                  <a:lnTo>
                    <a:pt x="44957" y="41910"/>
                  </a:lnTo>
                  <a:lnTo>
                    <a:pt x="41147" y="41910"/>
                  </a:lnTo>
                  <a:lnTo>
                    <a:pt x="34289" y="41148"/>
                  </a:lnTo>
                  <a:lnTo>
                    <a:pt x="33527" y="41148"/>
                  </a:lnTo>
                  <a:lnTo>
                    <a:pt x="33527" y="41910"/>
                  </a:lnTo>
                  <a:lnTo>
                    <a:pt x="32765" y="41910"/>
                  </a:lnTo>
                  <a:lnTo>
                    <a:pt x="31241" y="40386"/>
                  </a:lnTo>
                  <a:lnTo>
                    <a:pt x="28955" y="40386"/>
                  </a:lnTo>
                  <a:lnTo>
                    <a:pt x="28193" y="41148"/>
                  </a:lnTo>
                  <a:lnTo>
                    <a:pt x="27431" y="41148"/>
                  </a:lnTo>
                  <a:lnTo>
                    <a:pt x="25907" y="40386"/>
                  </a:lnTo>
                  <a:lnTo>
                    <a:pt x="24383" y="40386"/>
                  </a:lnTo>
                  <a:lnTo>
                    <a:pt x="23621" y="39624"/>
                  </a:lnTo>
                  <a:lnTo>
                    <a:pt x="23621" y="38862"/>
                  </a:lnTo>
                  <a:lnTo>
                    <a:pt x="16763" y="38100"/>
                  </a:lnTo>
                  <a:lnTo>
                    <a:pt x="16001" y="38862"/>
                  </a:lnTo>
                  <a:lnTo>
                    <a:pt x="14477" y="38862"/>
                  </a:lnTo>
                  <a:lnTo>
                    <a:pt x="12953" y="38100"/>
                  </a:lnTo>
                  <a:lnTo>
                    <a:pt x="11429" y="38100"/>
                  </a:lnTo>
                  <a:lnTo>
                    <a:pt x="11429" y="37338"/>
                  </a:lnTo>
                  <a:lnTo>
                    <a:pt x="10667" y="37338"/>
                  </a:lnTo>
                  <a:lnTo>
                    <a:pt x="8381" y="36576"/>
                  </a:lnTo>
                  <a:lnTo>
                    <a:pt x="6857" y="36576"/>
                  </a:lnTo>
                  <a:lnTo>
                    <a:pt x="6095" y="35814"/>
                  </a:lnTo>
                  <a:lnTo>
                    <a:pt x="5333" y="35814"/>
                  </a:lnTo>
                  <a:lnTo>
                    <a:pt x="5333" y="35052"/>
                  </a:lnTo>
                  <a:lnTo>
                    <a:pt x="5333" y="36576"/>
                  </a:lnTo>
                  <a:lnTo>
                    <a:pt x="4571" y="36576"/>
                  </a:lnTo>
                  <a:lnTo>
                    <a:pt x="3809" y="35052"/>
                  </a:lnTo>
                  <a:lnTo>
                    <a:pt x="2285" y="35052"/>
                  </a:lnTo>
                  <a:lnTo>
                    <a:pt x="761" y="34290"/>
                  </a:lnTo>
                  <a:lnTo>
                    <a:pt x="0" y="34290"/>
                  </a:lnTo>
                  <a:lnTo>
                    <a:pt x="0" y="6858"/>
                  </a:lnTo>
                  <a:lnTo>
                    <a:pt x="761" y="6096"/>
                  </a:lnTo>
                  <a:lnTo>
                    <a:pt x="2285" y="6096"/>
                  </a:lnTo>
                  <a:lnTo>
                    <a:pt x="3809" y="5334"/>
                  </a:lnTo>
                  <a:lnTo>
                    <a:pt x="6095" y="5334"/>
                  </a:lnTo>
                  <a:lnTo>
                    <a:pt x="9143" y="6096"/>
                  </a:lnTo>
                  <a:lnTo>
                    <a:pt x="12191" y="6096"/>
                  </a:lnTo>
                  <a:lnTo>
                    <a:pt x="12953" y="6858"/>
                  </a:lnTo>
                  <a:lnTo>
                    <a:pt x="12953" y="7620"/>
                  </a:lnTo>
                  <a:lnTo>
                    <a:pt x="16763" y="16764"/>
                  </a:lnTo>
                  <a:lnTo>
                    <a:pt x="17525" y="17526"/>
                  </a:lnTo>
                  <a:lnTo>
                    <a:pt x="21335" y="23622"/>
                  </a:lnTo>
                  <a:lnTo>
                    <a:pt x="22097" y="24384"/>
                  </a:lnTo>
                  <a:lnTo>
                    <a:pt x="23621" y="24384"/>
                  </a:lnTo>
                  <a:lnTo>
                    <a:pt x="25145" y="25146"/>
                  </a:lnTo>
                  <a:lnTo>
                    <a:pt x="46481" y="25146"/>
                  </a:lnTo>
                  <a:lnTo>
                    <a:pt x="51053" y="16002"/>
                  </a:lnTo>
                  <a:lnTo>
                    <a:pt x="50291" y="15240"/>
                  </a:lnTo>
                  <a:lnTo>
                    <a:pt x="50291" y="14478"/>
                  </a:lnTo>
                  <a:lnTo>
                    <a:pt x="51053" y="14478"/>
                  </a:lnTo>
                  <a:lnTo>
                    <a:pt x="51815" y="13716"/>
                  </a:lnTo>
                  <a:lnTo>
                    <a:pt x="51815" y="12954"/>
                  </a:lnTo>
                  <a:lnTo>
                    <a:pt x="52577" y="12192"/>
                  </a:lnTo>
                  <a:lnTo>
                    <a:pt x="52577" y="11430"/>
                  </a:lnTo>
                  <a:lnTo>
                    <a:pt x="53339" y="7620"/>
                  </a:lnTo>
                  <a:lnTo>
                    <a:pt x="49529" y="6858"/>
                  </a:lnTo>
                  <a:lnTo>
                    <a:pt x="44957" y="6858"/>
                  </a:lnTo>
                  <a:lnTo>
                    <a:pt x="40385" y="6096"/>
                  </a:lnTo>
                  <a:lnTo>
                    <a:pt x="35813" y="5334"/>
                  </a:lnTo>
                  <a:lnTo>
                    <a:pt x="35051" y="5334"/>
                  </a:lnTo>
                  <a:lnTo>
                    <a:pt x="34289" y="4572"/>
                  </a:lnTo>
                  <a:lnTo>
                    <a:pt x="34289" y="3048"/>
                  </a:lnTo>
                  <a:lnTo>
                    <a:pt x="35813" y="3048"/>
                  </a:lnTo>
                  <a:lnTo>
                    <a:pt x="42488" y="1815"/>
                  </a:lnTo>
                  <a:lnTo>
                    <a:pt x="49439" y="1066"/>
                  </a:lnTo>
                  <a:lnTo>
                    <a:pt x="56436" y="736"/>
                  </a:lnTo>
                  <a:lnTo>
                    <a:pt x="63245" y="762"/>
                  </a:lnTo>
                  <a:lnTo>
                    <a:pt x="67055" y="0"/>
                  </a:lnTo>
                  <a:lnTo>
                    <a:pt x="70865" y="762"/>
                  </a:lnTo>
                  <a:lnTo>
                    <a:pt x="82295" y="762"/>
                  </a:lnTo>
                  <a:lnTo>
                    <a:pt x="86105" y="1524"/>
                  </a:lnTo>
                  <a:lnTo>
                    <a:pt x="89915" y="1524"/>
                  </a:lnTo>
                  <a:lnTo>
                    <a:pt x="98297" y="3048"/>
                  </a:lnTo>
                  <a:lnTo>
                    <a:pt x="99059" y="3048"/>
                  </a:lnTo>
                  <a:lnTo>
                    <a:pt x="99821" y="3810"/>
                  </a:lnTo>
                  <a:lnTo>
                    <a:pt x="99821" y="4572"/>
                  </a:lnTo>
                  <a:lnTo>
                    <a:pt x="99059" y="4572"/>
                  </a:lnTo>
                  <a:lnTo>
                    <a:pt x="98297" y="5334"/>
                  </a:lnTo>
                  <a:lnTo>
                    <a:pt x="91439" y="6096"/>
                  </a:lnTo>
                  <a:lnTo>
                    <a:pt x="85343" y="6858"/>
                  </a:lnTo>
                  <a:lnTo>
                    <a:pt x="79247" y="7620"/>
                  </a:lnTo>
                  <a:lnTo>
                    <a:pt x="73151" y="7620"/>
                  </a:lnTo>
                  <a:lnTo>
                    <a:pt x="73151" y="9144"/>
                  </a:lnTo>
                  <a:lnTo>
                    <a:pt x="73913" y="9906"/>
                  </a:lnTo>
                  <a:lnTo>
                    <a:pt x="73913" y="12192"/>
                  </a:lnTo>
                  <a:lnTo>
                    <a:pt x="74675" y="12954"/>
                  </a:lnTo>
                  <a:lnTo>
                    <a:pt x="74675" y="14478"/>
                  </a:lnTo>
                  <a:lnTo>
                    <a:pt x="76199" y="16002"/>
                  </a:lnTo>
                  <a:lnTo>
                    <a:pt x="76961" y="16002"/>
                  </a:lnTo>
                  <a:lnTo>
                    <a:pt x="75437" y="17526"/>
                  </a:lnTo>
                  <a:lnTo>
                    <a:pt x="76961" y="23622"/>
                  </a:lnTo>
                  <a:lnTo>
                    <a:pt x="80771" y="23622"/>
                  </a:lnTo>
                  <a:lnTo>
                    <a:pt x="87555" y="22746"/>
                  </a:lnTo>
                  <a:lnTo>
                    <a:pt x="95226" y="22078"/>
                  </a:lnTo>
                  <a:lnTo>
                    <a:pt x="102908" y="21611"/>
                  </a:lnTo>
                  <a:lnTo>
                    <a:pt x="109727" y="21336"/>
                  </a:lnTo>
                  <a:lnTo>
                    <a:pt x="112013" y="21336"/>
                  </a:lnTo>
                  <a:lnTo>
                    <a:pt x="112013" y="12954"/>
                  </a:lnTo>
                  <a:lnTo>
                    <a:pt x="113537" y="12954"/>
                  </a:lnTo>
                  <a:lnTo>
                    <a:pt x="113537" y="14478"/>
                  </a:lnTo>
                  <a:lnTo>
                    <a:pt x="114299" y="15240"/>
                  </a:lnTo>
                  <a:lnTo>
                    <a:pt x="114299" y="21336"/>
                  </a:lnTo>
                  <a:lnTo>
                    <a:pt x="115061" y="21336"/>
                  </a:lnTo>
                  <a:lnTo>
                    <a:pt x="115061" y="23622"/>
                  </a:lnTo>
                  <a:lnTo>
                    <a:pt x="118871" y="22860"/>
                  </a:lnTo>
                  <a:lnTo>
                    <a:pt x="121919" y="22098"/>
                  </a:lnTo>
                  <a:lnTo>
                    <a:pt x="121919" y="19812"/>
                  </a:lnTo>
                  <a:lnTo>
                    <a:pt x="122681" y="19812"/>
                  </a:lnTo>
                  <a:lnTo>
                    <a:pt x="122681" y="22098"/>
                  </a:lnTo>
                  <a:lnTo>
                    <a:pt x="126491" y="22098"/>
                  </a:lnTo>
                  <a:lnTo>
                    <a:pt x="126491" y="21336"/>
                  </a:lnTo>
                  <a:lnTo>
                    <a:pt x="127253" y="21336"/>
                  </a:lnTo>
                  <a:lnTo>
                    <a:pt x="128015" y="22098"/>
                  </a:lnTo>
                  <a:lnTo>
                    <a:pt x="130301" y="21336"/>
                  </a:lnTo>
                  <a:lnTo>
                    <a:pt x="133349" y="21336"/>
                  </a:lnTo>
                  <a:lnTo>
                    <a:pt x="135635" y="22098"/>
                  </a:lnTo>
                  <a:lnTo>
                    <a:pt x="137921" y="22098"/>
                  </a:lnTo>
                  <a:lnTo>
                    <a:pt x="139445" y="22860"/>
                  </a:lnTo>
                  <a:lnTo>
                    <a:pt x="140207" y="23622"/>
                  </a:lnTo>
                  <a:lnTo>
                    <a:pt x="140969" y="23622"/>
                  </a:lnTo>
                  <a:lnTo>
                    <a:pt x="142493" y="24384"/>
                  </a:lnTo>
                  <a:lnTo>
                    <a:pt x="143255" y="25146"/>
                  </a:lnTo>
                  <a:lnTo>
                    <a:pt x="145541" y="28956"/>
                  </a:lnTo>
                  <a:lnTo>
                    <a:pt x="148589" y="29718"/>
                  </a:lnTo>
                  <a:lnTo>
                    <a:pt x="150113" y="30480"/>
                  </a:lnTo>
                  <a:lnTo>
                    <a:pt x="152399" y="31242"/>
                  </a:lnTo>
                  <a:lnTo>
                    <a:pt x="153923" y="32766"/>
                  </a:lnTo>
                  <a:lnTo>
                    <a:pt x="155447" y="33528"/>
                  </a:lnTo>
                  <a:lnTo>
                    <a:pt x="156209" y="34290"/>
                  </a:lnTo>
                  <a:lnTo>
                    <a:pt x="156209" y="35052"/>
                  </a:lnTo>
                  <a:lnTo>
                    <a:pt x="156971" y="35052"/>
                  </a:lnTo>
                  <a:lnTo>
                    <a:pt x="156971" y="37338"/>
                  </a:lnTo>
                  <a:lnTo>
                    <a:pt x="155447" y="38862"/>
                  </a:lnTo>
                  <a:lnTo>
                    <a:pt x="153923" y="39624"/>
                  </a:lnTo>
                  <a:lnTo>
                    <a:pt x="152399" y="40386"/>
                  </a:lnTo>
                  <a:lnTo>
                    <a:pt x="150113" y="41148"/>
                  </a:lnTo>
                  <a:lnTo>
                    <a:pt x="148589" y="41910"/>
                  </a:lnTo>
                  <a:lnTo>
                    <a:pt x="142493" y="42608"/>
                  </a:lnTo>
                  <a:lnTo>
                    <a:pt x="136372" y="42430"/>
                  </a:lnTo>
                  <a:lnTo>
                    <a:pt x="130301" y="43434"/>
                  </a:lnTo>
                  <a:lnTo>
                    <a:pt x="114299" y="43434"/>
                  </a:lnTo>
                  <a:lnTo>
                    <a:pt x="114299" y="44196"/>
                  </a:lnTo>
                  <a:lnTo>
                    <a:pt x="113537" y="44196"/>
                  </a:lnTo>
                  <a:lnTo>
                    <a:pt x="113537" y="43434"/>
                  </a:lnTo>
                  <a:lnTo>
                    <a:pt x="105155" y="43434"/>
                  </a:lnTo>
                  <a:lnTo>
                    <a:pt x="103631" y="44958"/>
                  </a:lnTo>
                  <a:lnTo>
                    <a:pt x="104393" y="43434"/>
                  </a:lnTo>
                  <a:lnTo>
                    <a:pt x="90677" y="43434"/>
                  </a:lnTo>
                  <a:lnTo>
                    <a:pt x="89153" y="44958"/>
                  </a:lnTo>
                  <a:lnTo>
                    <a:pt x="89915" y="43434"/>
                  </a:lnTo>
                  <a:lnTo>
                    <a:pt x="72389" y="43434"/>
                  </a:lnTo>
                  <a:lnTo>
                    <a:pt x="49529" y="25146"/>
                  </a:lnTo>
                  <a:lnTo>
                    <a:pt x="53339" y="16764"/>
                  </a:lnTo>
                  <a:lnTo>
                    <a:pt x="56387" y="17526"/>
                  </a:lnTo>
                  <a:lnTo>
                    <a:pt x="59435" y="18288"/>
                  </a:lnTo>
                  <a:lnTo>
                    <a:pt x="63245" y="19050"/>
                  </a:lnTo>
                  <a:lnTo>
                    <a:pt x="65531" y="19050"/>
                  </a:lnTo>
                  <a:lnTo>
                    <a:pt x="65531" y="25146"/>
                  </a:lnTo>
                  <a:lnTo>
                    <a:pt x="49529" y="25146"/>
                  </a:lnTo>
                  <a:lnTo>
                    <a:pt x="72389" y="43434"/>
                  </a:lnTo>
                  <a:lnTo>
                    <a:pt x="67817" y="25146"/>
                  </a:lnTo>
                  <a:lnTo>
                    <a:pt x="67817" y="19050"/>
                  </a:lnTo>
                  <a:lnTo>
                    <a:pt x="67817" y="19812"/>
                  </a:lnTo>
                  <a:lnTo>
                    <a:pt x="68579" y="19812"/>
                  </a:lnTo>
                  <a:lnTo>
                    <a:pt x="73913" y="24384"/>
                  </a:lnTo>
                  <a:lnTo>
                    <a:pt x="73913" y="25146"/>
                  </a:lnTo>
                  <a:lnTo>
                    <a:pt x="67817" y="25146"/>
                  </a:lnTo>
                  <a:lnTo>
                    <a:pt x="72389" y="43434"/>
                  </a:lnTo>
                  <a:lnTo>
                    <a:pt x="74675" y="22098"/>
                  </a:lnTo>
                  <a:lnTo>
                    <a:pt x="71627" y="19050"/>
                  </a:lnTo>
                  <a:lnTo>
                    <a:pt x="70865" y="19050"/>
                  </a:lnTo>
                  <a:lnTo>
                    <a:pt x="71627" y="19050"/>
                  </a:lnTo>
                  <a:lnTo>
                    <a:pt x="71627" y="18288"/>
                  </a:lnTo>
                  <a:lnTo>
                    <a:pt x="73151" y="18288"/>
                  </a:lnTo>
                  <a:lnTo>
                    <a:pt x="73151" y="19050"/>
                  </a:lnTo>
                  <a:lnTo>
                    <a:pt x="74675" y="22098"/>
                  </a:lnTo>
                  <a:lnTo>
                    <a:pt x="72389" y="43434"/>
                  </a:lnTo>
                  <a:close/>
                </a:path>
                <a:path w="157479" h="45085">
                  <a:moveTo>
                    <a:pt x="72389" y="43434"/>
                  </a:moveTo>
                  <a:lnTo>
                    <a:pt x="70865" y="44958"/>
                  </a:lnTo>
                  <a:lnTo>
                    <a:pt x="71627" y="43434"/>
                  </a:lnTo>
                  <a:lnTo>
                    <a:pt x="57911" y="43434"/>
                  </a:lnTo>
                  <a:lnTo>
                    <a:pt x="56387" y="44958"/>
                  </a:lnTo>
                  <a:lnTo>
                    <a:pt x="57149" y="43434"/>
                  </a:lnTo>
                  <a:lnTo>
                    <a:pt x="53339" y="42672"/>
                  </a:lnTo>
                  <a:lnTo>
                    <a:pt x="48767" y="42672"/>
                  </a:lnTo>
                  <a:lnTo>
                    <a:pt x="44957" y="41910"/>
                  </a:lnTo>
                  <a:lnTo>
                    <a:pt x="41147" y="41910"/>
                  </a:lnTo>
                  <a:lnTo>
                    <a:pt x="34289" y="41148"/>
                  </a:lnTo>
                  <a:lnTo>
                    <a:pt x="33527" y="41148"/>
                  </a:lnTo>
                  <a:lnTo>
                    <a:pt x="33527" y="41910"/>
                  </a:lnTo>
                  <a:lnTo>
                    <a:pt x="32765" y="41910"/>
                  </a:lnTo>
                  <a:lnTo>
                    <a:pt x="31241" y="40386"/>
                  </a:lnTo>
                  <a:lnTo>
                    <a:pt x="28955" y="40386"/>
                  </a:lnTo>
                  <a:lnTo>
                    <a:pt x="28193" y="41148"/>
                  </a:lnTo>
                  <a:lnTo>
                    <a:pt x="27431" y="41148"/>
                  </a:lnTo>
                  <a:lnTo>
                    <a:pt x="25907" y="40386"/>
                  </a:lnTo>
                  <a:lnTo>
                    <a:pt x="24383" y="40386"/>
                  </a:lnTo>
                  <a:lnTo>
                    <a:pt x="23621" y="39624"/>
                  </a:lnTo>
                  <a:lnTo>
                    <a:pt x="23621" y="38862"/>
                  </a:lnTo>
                  <a:lnTo>
                    <a:pt x="16763" y="38100"/>
                  </a:lnTo>
                  <a:lnTo>
                    <a:pt x="16001" y="38862"/>
                  </a:lnTo>
                  <a:lnTo>
                    <a:pt x="14477" y="38862"/>
                  </a:lnTo>
                  <a:lnTo>
                    <a:pt x="12953" y="38100"/>
                  </a:lnTo>
                  <a:lnTo>
                    <a:pt x="11429" y="38100"/>
                  </a:lnTo>
                  <a:lnTo>
                    <a:pt x="11429" y="37338"/>
                  </a:lnTo>
                  <a:lnTo>
                    <a:pt x="10667" y="37338"/>
                  </a:lnTo>
                  <a:lnTo>
                    <a:pt x="8381" y="36576"/>
                  </a:lnTo>
                  <a:lnTo>
                    <a:pt x="6857" y="36576"/>
                  </a:lnTo>
                  <a:lnTo>
                    <a:pt x="6095" y="35814"/>
                  </a:lnTo>
                  <a:lnTo>
                    <a:pt x="5333" y="35814"/>
                  </a:lnTo>
                  <a:lnTo>
                    <a:pt x="5333" y="35052"/>
                  </a:lnTo>
                  <a:lnTo>
                    <a:pt x="5333" y="36576"/>
                  </a:lnTo>
                  <a:lnTo>
                    <a:pt x="4571" y="36576"/>
                  </a:lnTo>
                  <a:lnTo>
                    <a:pt x="3809" y="35052"/>
                  </a:lnTo>
                  <a:lnTo>
                    <a:pt x="2285" y="35052"/>
                  </a:lnTo>
                  <a:lnTo>
                    <a:pt x="761" y="34290"/>
                  </a:lnTo>
                  <a:lnTo>
                    <a:pt x="0" y="34290"/>
                  </a:lnTo>
                  <a:lnTo>
                    <a:pt x="0" y="6858"/>
                  </a:lnTo>
                  <a:lnTo>
                    <a:pt x="761" y="6096"/>
                  </a:lnTo>
                  <a:lnTo>
                    <a:pt x="2285" y="6096"/>
                  </a:lnTo>
                  <a:lnTo>
                    <a:pt x="3809" y="5334"/>
                  </a:lnTo>
                  <a:lnTo>
                    <a:pt x="6095" y="5334"/>
                  </a:lnTo>
                  <a:lnTo>
                    <a:pt x="9143" y="6096"/>
                  </a:lnTo>
                  <a:lnTo>
                    <a:pt x="12191" y="6096"/>
                  </a:lnTo>
                  <a:lnTo>
                    <a:pt x="12953" y="6858"/>
                  </a:lnTo>
                  <a:lnTo>
                    <a:pt x="12953" y="7620"/>
                  </a:lnTo>
                  <a:lnTo>
                    <a:pt x="16763" y="16764"/>
                  </a:lnTo>
                  <a:lnTo>
                    <a:pt x="17525" y="17526"/>
                  </a:lnTo>
                  <a:lnTo>
                    <a:pt x="21335" y="23622"/>
                  </a:lnTo>
                  <a:lnTo>
                    <a:pt x="22097" y="24384"/>
                  </a:lnTo>
                  <a:lnTo>
                    <a:pt x="23621" y="24384"/>
                  </a:lnTo>
                  <a:lnTo>
                    <a:pt x="25145" y="25146"/>
                  </a:lnTo>
                  <a:lnTo>
                    <a:pt x="46481" y="25146"/>
                  </a:lnTo>
                  <a:lnTo>
                    <a:pt x="51053" y="16002"/>
                  </a:lnTo>
                  <a:lnTo>
                    <a:pt x="50291" y="15240"/>
                  </a:lnTo>
                  <a:lnTo>
                    <a:pt x="50291" y="14478"/>
                  </a:lnTo>
                  <a:lnTo>
                    <a:pt x="51053" y="14478"/>
                  </a:lnTo>
                  <a:lnTo>
                    <a:pt x="51815" y="13716"/>
                  </a:lnTo>
                  <a:lnTo>
                    <a:pt x="51815" y="12954"/>
                  </a:lnTo>
                  <a:lnTo>
                    <a:pt x="52577" y="12192"/>
                  </a:lnTo>
                  <a:lnTo>
                    <a:pt x="52577" y="11430"/>
                  </a:lnTo>
                  <a:lnTo>
                    <a:pt x="53339" y="7620"/>
                  </a:lnTo>
                  <a:lnTo>
                    <a:pt x="49529" y="6858"/>
                  </a:lnTo>
                  <a:lnTo>
                    <a:pt x="44957" y="6858"/>
                  </a:lnTo>
                  <a:lnTo>
                    <a:pt x="40385" y="6096"/>
                  </a:lnTo>
                  <a:lnTo>
                    <a:pt x="35813" y="5334"/>
                  </a:lnTo>
                  <a:lnTo>
                    <a:pt x="35051" y="5334"/>
                  </a:lnTo>
                  <a:lnTo>
                    <a:pt x="34289" y="4572"/>
                  </a:lnTo>
                  <a:lnTo>
                    <a:pt x="34289" y="3048"/>
                  </a:lnTo>
                  <a:lnTo>
                    <a:pt x="35813" y="3048"/>
                  </a:lnTo>
                  <a:lnTo>
                    <a:pt x="42488" y="1815"/>
                  </a:lnTo>
                  <a:lnTo>
                    <a:pt x="49439" y="1066"/>
                  </a:lnTo>
                  <a:lnTo>
                    <a:pt x="56436" y="736"/>
                  </a:lnTo>
                  <a:lnTo>
                    <a:pt x="63245" y="762"/>
                  </a:lnTo>
                  <a:lnTo>
                    <a:pt x="67055" y="0"/>
                  </a:lnTo>
                  <a:lnTo>
                    <a:pt x="70865" y="762"/>
                  </a:lnTo>
                  <a:lnTo>
                    <a:pt x="82295" y="762"/>
                  </a:lnTo>
                  <a:lnTo>
                    <a:pt x="86105" y="1524"/>
                  </a:lnTo>
                  <a:lnTo>
                    <a:pt x="89915" y="1524"/>
                  </a:lnTo>
                  <a:lnTo>
                    <a:pt x="98297" y="3048"/>
                  </a:lnTo>
                  <a:lnTo>
                    <a:pt x="99059" y="3048"/>
                  </a:lnTo>
                  <a:lnTo>
                    <a:pt x="99821" y="3810"/>
                  </a:lnTo>
                  <a:lnTo>
                    <a:pt x="99821" y="4572"/>
                  </a:lnTo>
                  <a:lnTo>
                    <a:pt x="99059" y="4572"/>
                  </a:lnTo>
                  <a:lnTo>
                    <a:pt x="98297" y="5334"/>
                  </a:lnTo>
                  <a:lnTo>
                    <a:pt x="91439" y="6096"/>
                  </a:lnTo>
                  <a:lnTo>
                    <a:pt x="85343" y="6858"/>
                  </a:lnTo>
                  <a:lnTo>
                    <a:pt x="79247" y="7620"/>
                  </a:lnTo>
                  <a:lnTo>
                    <a:pt x="73151" y="7620"/>
                  </a:lnTo>
                  <a:lnTo>
                    <a:pt x="73151" y="9144"/>
                  </a:lnTo>
                  <a:lnTo>
                    <a:pt x="73913" y="9906"/>
                  </a:lnTo>
                  <a:lnTo>
                    <a:pt x="73913" y="12192"/>
                  </a:lnTo>
                  <a:lnTo>
                    <a:pt x="74675" y="12954"/>
                  </a:lnTo>
                  <a:lnTo>
                    <a:pt x="74675" y="14478"/>
                  </a:lnTo>
                  <a:lnTo>
                    <a:pt x="76199" y="16002"/>
                  </a:lnTo>
                  <a:lnTo>
                    <a:pt x="76961" y="16002"/>
                  </a:lnTo>
                  <a:lnTo>
                    <a:pt x="75437" y="17526"/>
                  </a:lnTo>
                  <a:lnTo>
                    <a:pt x="76961" y="23622"/>
                  </a:lnTo>
                  <a:lnTo>
                    <a:pt x="80771" y="23622"/>
                  </a:lnTo>
                  <a:lnTo>
                    <a:pt x="87555" y="22746"/>
                  </a:lnTo>
                  <a:lnTo>
                    <a:pt x="95226" y="22078"/>
                  </a:lnTo>
                  <a:lnTo>
                    <a:pt x="102908" y="21611"/>
                  </a:lnTo>
                  <a:lnTo>
                    <a:pt x="109727" y="21336"/>
                  </a:lnTo>
                  <a:lnTo>
                    <a:pt x="112013" y="21336"/>
                  </a:lnTo>
                  <a:lnTo>
                    <a:pt x="112013" y="12954"/>
                  </a:lnTo>
                  <a:lnTo>
                    <a:pt x="113537" y="12954"/>
                  </a:lnTo>
                  <a:lnTo>
                    <a:pt x="113537" y="14478"/>
                  </a:lnTo>
                  <a:lnTo>
                    <a:pt x="114299" y="15240"/>
                  </a:lnTo>
                  <a:lnTo>
                    <a:pt x="114299" y="21336"/>
                  </a:lnTo>
                  <a:lnTo>
                    <a:pt x="115061" y="21336"/>
                  </a:lnTo>
                  <a:lnTo>
                    <a:pt x="115061" y="23622"/>
                  </a:lnTo>
                  <a:lnTo>
                    <a:pt x="118871" y="22860"/>
                  </a:lnTo>
                  <a:lnTo>
                    <a:pt x="121919" y="22098"/>
                  </a:lnTo>
                  <a:lnTo>
                    <a:pt x="121919" y="19812"/>
                  </a:lnTo>
                  <a:lnTo>
                    <a:pt x="122681" y="19812"/>
                  </a:lnTo>
                  <a:lnTo>
                    <a:pt x="122681" y="22098"/>
                  </a:lnTo>
                  <a:lnTo>
                    <a:pt x="126491" y="22098"/>
                  </a:lnTo>
                  <a:lnTo>
                    <a:pt x="126491" y="21336"/>
                  </a:lnTo>
                  <a:lnTo>
                    <a:pt x="127253" y="21336"/>
                  </a:lnTo>
                  <a:lnTo>
                    <a:pt x="128015" y="22098"/>
                  </a:lnTo>
                  <a:lnTo>
                    <a:pt x="130301" y="21336"/>
                  </a:lnTo>
                  <a:lnTo>
                    <a:pt x="133349" y="21336"/>
                  </a:lnTo>
                  <a:lnTo>
                    <a:pt x="135635" y="22098"/>
                  </a:lnTo>
                  <a:lnTo>
                    <a:pt x="137921" y="22098"/>
                  </a:lnTo>
                  <a:lnTo>
                    <a:pt x="139445" y="22860"/>
                  </a:lnTo>
                  <a:lnTo>
                    <a:pt x="140207" y="23622"/>
                  </a:lnTo>
                  <a:lnTo>
                    <a:pt x="140969" y="23622"/>
                  </a:lnTo>
                  <a:lnTo>
                    <a:pt x="142493" y="24384"/>
                  </a:lnTo>
                  <a:lnTo>
                    <a:pt x="143255" y="25146"/>
                  </a:lnTo>
                  <a:lnTo>
                    <a:pt x="145541" y="28956"/>
                  </a:lnTo>
                  <a:lnTo>
                    <a:pt x="148589" y="29718"/>
                  </a:lnTo>
                  <a:lnTo>
                    <a:pt x="150113" y="30480"/>
                  </a:lnTo>
                  <a:lnTo>
                    <a:pt x="152399" y="31242"/>
                  </a:lnTo>
                  <a:lnTo>
                    <a:pt x="153923" y="32766"/>
                  </a:lnTo>
                  <a:lnTo>
                    <a:pt x="155447" y="33528"/>
                  </a:lnTo>
                  <a:lnTo>
                    <a:pt x="156209" y="34290"/>
                  </a:lnTo>
                  <a:lnTo>
                    <a:pt x="156209" y="35052"/>
                  </a:lnTo>
                  <a:lnTo>
                    <a:pt x="156971" y="35052"/>
                  </a:lnTo>
                  <a:lnTo>
                    <a:pt x="156971" y="37338"/>
                  </a:lnTo>
                  <a:lnTo>
                    <a:pt x="155447" y="38862"/>
                  </a:lnTo>
                  <a:lnTo>
                    <a:pt x="153923" y="39624"/>
                  </a:lnTo>
                  <a:lnTo>
                    <a:pt x="152399" y="40386"/>
                  </a:lnTo>
                  <a:lnTo>
                    <a:pt x="150113" y="41148"/>
                  </a:lnTo>
                  <a:lnTo>
                    <a:pt x="148589" y="41910"/>
                  </a:lnTo>
                  <a:lnTo>
                    <a:pt x="142493" y="42608"/>
                  </a:lnTo>
                  <a:lnTo>
                    <a:pt x="136372" y="42430"/>
                  </a:lnTo>
                  <a:lnTo>
                    <a:pt x="130301" y="43434"/>
                  </a:lnTo>
                  <a:lnTo>
                    <a:pt x="114299" y="43434"/>
                  </a:lnTo>
                  <a:lnTo>
                    <a:pt x="114299" y="44196"/>
                  </a:lnTo>
                  <a:lnTo>
                    <a:pt x="113537" y="44196"/>
                  </a:lnTo>
                  <a:lnTo>
                    <a:pt x="113537" y="43434"/>
                  </a:lnTo>
                  <a:lnTo>
                    <a:pt x="105155" y="43434"/>
                  </a:lnTo>
                  <a:lnTo>
                    <a:pt x="103631" y="44958"/>
                  </a:lnTo>
                  <a:lnTo>
                    <a:pt x="104393" y="43434"/>
                  </a:lnTo>
                  <a:lnTo>
                    <a:pt x="90677" y="43434"/>
                  </a:lnTo>
                  <a:lnTo>
                    <a:pt x="89153" y="44958"/>
                  </a:lnTo>
                  <a:lnTo>
                    <a:pt x="89915" y="43434"/>
                  </a:lnTo>
                  <a:lnTo>
                    <a:pt x="72389" y="4343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0" name="object 1740"/>
            <p:cNvSpPr/>
            <p:nvPr/>
          </p:nvSpPr>
          <p:spPr>
            <a:xfrm>
              <a:off x="3414521" y="1750313"/>
              <a:ext cx="16510" cy="8890"/>
            </a:xfrm>
            <a:custGeom>
              <a:avLst/>
              <a:gdLst/>
              <a:ahLst/>
              <a:cxnLst/>
              <a:rect l="l" t="t" r="r" b="b"/>
              <a:pathLst>
                <a:path w="16510" h="8889">
                  <a:moveTo>
                    <a:pt x="0" y="8382"/>
                  </a:moveTo>
                  <a:lnTo>
                    <a:pt x="3809" y="0"/>
                  </a:lnTo>
                  <a:lnTo>
                    <a:pt x="6858" y="762"/>
                  </a:lnTo>
                  <a:lnTo>
                    <a:pt x="9906" y="1524"/>
                  </a:lnTo>
                  <a:lnTo>
                    <a:pt x="13716" y="2286"/>
                  </a:lnTo>
                  <a:lnTo>
                    <a:pt x="16002" y="2286"/>
                  </a:lnTo>
                  <a:lnTo>
                    <a:pt x="16002" y="8382"/>
                  </a:lnTo>
                  <a:lnTo>
                    <a:pt x="0" y="83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1" name="object 1741"/>
            <p:cNvSpPr/>
            <p:nvPr/>
          </p:nvSpPr>
          <p:spPr>
            <a:xfrm>
              <a:off x="3432809" y="1752599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0" y="6096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1" y="762"/>
                  </a:lnTo>
                  <a:lnTo>
                    <a:pt x="6096" y="5334"/>
                  </a:lnTo>
                  <a:lnTo>
                    <a:pt x="6096" y="6096"/>
                  </a:lnTo>
                  <a:lnTo>
                    <a:pt x="0" y="60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2" name="object 1742"/>
            <p:cNvSpPr/>
            <p:nvPr/>
          </p:nvSpPr>
          <p:spPr>
            <a:xfrm>
              <a:off x="3435857" y="1751838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10" h="3810">
                  <a:moveTo>
                    <a:pt x="3810" y="3810"/>
                  </a:moveTo>
                  <a:lnTo>
                    <a:pt x="762" y="762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lnTo>
                    <a:pt x="2286" y="0"/>
                  </a:lnTo>
                  <a:lnTo>
                    <a:pt x="2286" y="762"/>
                  </a:lnTo>
                  <a:lnTo>
                    <a:pt x="3810" y="38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3" name="object 1743"/>
            <p:cNvSpPr/>
            <p:nvPr/>
          </p:nvSpPr>
          <p:spPr>
            <a:xfrm>
              <a:off x="3393947" y="1773174"/>
              <a:ext cx="7620" cy="1905"/>
            </a:xfrm>
            <a:custGeom>
              <a:avLst/>
              <a:gdLst/>
              <a:ahLst/>
              <a:cxnLst/>
              <a:rect l="l" t="t" r="r" b="b"/>
              <a:pathLst>
                <a:path w="7620" h="1905">
                  <a:moveTo>
                    <a:pt x="7620" y="15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4" name="object 1744"/>
            <p:cNvSpPr/>
            <p:nvPr/>
          </p:nvSpPr>
          <p:spPr>
            <a:xfrm>
              <a:off x="3388613" y="1772666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20" h="1269">
                  <a:moveTo>
                    <a:pt x="7620" y="126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5" name="object 1745"/>
            <p:cNvSpPr/>
            <p:nvPr/>
          </p:nvSpPr>
          <p:spPr>
            <a:xfrm>
              <a:off x="3375660" y="1770291"/>
              <a:ext cx="7620" cy="1905"/>
            </a:xfrm>
            <a:custGeom>
              <a:avLst/>
              <a:gdLst/>
              <a:ahLst/>
              <a:cxnLst/>
              <a:rect l="l" t="t" r="r" b="b"/>
              <a:pathLst>
                <a:path w="7620" h="1905">
                  <a:moveTo>
                    <a:pt x="7620" y="13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6" name="object 1746"/>
            <p:cNvSpPr/>
            <p:nvPr/>
          </p:nvSpPr>
          <p:spPr>
            <a:xfrm>
              <a:off x="3366515" y="1750313"/>
              <a:ext cx="15240" cy="18415"/>
            </a:xfrm>
            <a:custGeom>
              <a:avLst/>
              <a:gdLst/>
              <a:ahLst/>
              <a:cxnLst/>
              <a:rect l="l" t="t" r="r" b="b"/>
              <a:pathLst>
                <a:path w="15239" h="18414">
                  <a:moveTo>
                    <a:pt x="2286" y="18287"/>
                  </a:moveTo>
                  <a:lnTo>
                    <a:pt x="9906" y="18287"/>
                  </a:lnTo>
                  <a:lnTo>
                    <a:pt x="10668" y="17525"/>
                  </a:lnTo>
                  <a:lnTo>
                    <a:pt x="10668" y="16763"/>
                  </a:lnTo>
                  <a:lnTo>
                    <a:pt x="15240" y="3809"/>
                  </a:lnTo>
                  <a:lnTo>
                    <a:pt x="15240" y="2285"/>
                  </a:lnTo>
                  <a:lnTo>
                    <a:pt x="14478" y="2285"/>
                  </a:lnTo>
                  <a:lnTo>
                    <a:pt x="13716" y="3047"/>
                  </a:lnTo>
                  <a:lnTo>
                    <a:pt x="7620" y="3047"/>
                  </a:lnTo>
                  <a:lnTo>
                    <a:pt x="3810" y="2285"/>
                  </a:lnTo>
                  <a:lnTo>
                    <a:pt x="0" y="2285"/>
                  </a:lnTo>
                  <a:lnTo>
                    <a:pt x="0" y="1523"/>
                  </a:lnTo>
                  <a:lnTo>
                    <a:pt x="4572" y="0"/>
                  </a:lnTo>
                  <a:lnTo>
                    <a:pt x="152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7" name="object 1747"/>
            <p:cNvSpPr/>
            <p:nvPr/>
          </p:nvSpPr>
          <p:spPr>
            <a:xfrm>
              <a:off x="3366515" y="1751076"/>
              <a:ext cx="16510" cy="1270"/>
            </a:xfrm>
            <a:custGeom>
              <a:avLst/>
              <a:gdLst/>
              <a:ahLst/>
              <a:cxnLst/>
              <a:rect l="l" t="t" r="r" b="b"/>
              <a:pathLst>
                <a:path w="16510" h="1269">
                  <a:moveTo>
                    <a:pt x="16001" y="0"/>
                  </a:moveTo>
                  <a:lnTo>
                    <a:pt x="16001" y="762"/>
                  </a:lnTo>
                  <a:lnTo>
                    <a:pt x="0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8" name="object 1748"/>
            <p:cNvSpPr/>
            <p:nvPr/>
          </p:nvSpPr>
          <p:spPr>
            <a:xfrm>
              <a:off x="3361943" y="1767839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9" name="object 1749"/>
            <p:cNvSpPr/>
            <p:nvPr/>
          </p:nvSpPr>
          <p:spPr>
            <a:xfrm>
              <a:off x="3364991" y="1767077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1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0" name="object 1750"/>
            <p:cNvSpPr/>
            <p:nvPr/>
          </p:nvSpPr>
          <p:spPr>
            <a:xfrm>
              <a:off x="3376089" y="1752599"/>
              <a:ext cx="5080" cy="15240"/>
            </a:xfrm>
            <a:custGeom>
              <a:avLst/>
              <a:gdLst/>
              <a:ahLst/>
              <a:cxnLst/>
              <a:rect l="l" t="t" r="r" b="b"/>
              <a:pathLst>
                <a:path w="5079" h="15239">
                  <a:moveTo>
                    <a:pt x="0" y="15239"/>
                  </a:moveTo>
                  <a:lnTo>
                    <a:pt x="498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1" name="object 1751"/>
            <p:cNvSpPr/>
            <p:nvPr/>
          </p:nvSpPr>
          <p:spPr>
            <a:xfrm>
              <a:off x="3380993" y="1751075"/>
              <a:ext cx="6985" cy="1905"/>
            </a:xfrm>
            <a:custGeom>
              <a:avLst/>
              <a:gdLst/>
              <a:ahLst/>
              <a:cxnLst/>
              <a:rect l="l" t="t" r="r" b="b"/>
              <a:pathLst>
                <a:path w="6985" h="1905">
                  <a:moveTo>
                    <a:pt x="0" y="1524"/>
                  </a:moveTo>
                  <a:lnTo>
                    <a:pt x="68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2" name="object 1752"/>
            <p:cNvSpPr/>
            <p:nvPr/>
          </p:nvSpPr>
          <p:spPr>
            <a:xfrm>
              <a:off x="3382517" y="1751838"/>
              <a:ext cx="2540" cy="6350"/>
            </a:xfrm>
            <a:custGeom>
              <a:avLst/>
              <a:gdLst/>
              <a:ahLst/>
              <a:cxnLst/>
              <a:rect l="l" t="t" r="r" b="b"/>
              <a:pathLst>
                <a:path w="2539" h="6350">
                  <a:moveTo>
                    <a:pt x="762" y="0"/>
                  </a:moveTo>
                  <a:lnTo>
                    <a:pt x="0" y="762"/>
                  </a:lnTo>
                  <a:lnTo>
                    <a:pt x="2286" y="60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3" name="object 1753"/>
            <p:cNvSpPr/>
            <p:nvPr/>
          </p:nvSpPr>
          <p:spPr>
            <a:xfrm>
              <a:off x="3380231" y="1757171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39">
                  <a:moveTo>
                    <a:pt x="6096" y="0"/>
                  </a:moveTo>
                  <a:lnTo>
                    <a:pt x="5334" y="0"/>
                  </a:lnTo>
                  <a:lnTo>
                    <a:pt x="5334" y="762"/>
                  </a:lnTo>
                  <a:lnTo>
                    <a:pt x="4572" y="762"/>
                  </a:lnTo>
                  <a:lnTo>
                    <a:pt x="3810" y="1524"/>
                  </a:lnTo>
                  <a:lnTo>
                    <a:pt x="1524" y="1524"/>
                  </a:lnTo>
                  <a:lnTo>
                    <a:pt x="0" y="22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4" name="object 1754"/>
            <p:cNvSpPr/>
            <p:nvPr/>
          </p:nvSpPr>
          <p:spPr>
            <a:xfrm>
              <a:off x="3368039" y="1752599"/>
              <a:ext cx="0" cy="15240"/>
            </a:xfrm>
            <a:custGeom>
              <a:avLst/>
              <a:gdLst/>
              <a:ahLst/>
              <a:cxnLst/>
              <a:rect l="l" t="t" r="r" b="b"/>
              <a:pathLst>
                <a:path w="0" h="15239">
                  <a:moveTo>
                    <a:pt x="0" y="152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5" name="object 1755"/>
            <p:cNvSpPr/>
            <p:nvPr/>
          </p:nvSpPr>
          <p:spPr>
            <a:xfrm>
              <a:off x="3366515" y="1756410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38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6" name="object 1756"/>
            <p:cNvSpPr/>
            <p:nvPr/>
          </p:nvSpPr>
          <p:spPr>
            <a:xfrm>
              <a:off x="3366515" y="1749551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7" name="object 1757"/>
            <p:cNvSpPr/>
            <p:nvPr/>
          </p:nvSpPr>
          <p:spPr>
            <a:xfrm>
              <a:off x="3368039" y="1739645"/>
              <a:ext cx="0" cy="13335"/>
            </a:xfrm>
            <a:custGeom>
              <a:avLst/>
              <a:gdLst/>
              <a:ahLst/>
              <a:cxnLst/>
              <a:rect l="l" t="t" r="r" b="b"/>
              <a:pathLst>
                <a:path w="0" h="13335">
                  <a:moveTo>
                    <a:pt x="0" y="129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8" name="object 1758"/>
            <p:cNvSpPr/>
            <p:nvPr/>
          </p:nvSpPr>
          <p:spPr>
            <a:xfrm>
              <a:off x="3364991" y="1742693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39" h="0">
                  <a:moveTo>
                    <a:pt x="0" y="0"/>
                  </a:moveTo>
                  <a:lnTo>
                    <a:pt x="152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9" name="object 1759"/>
            <p:cNvSpPr/>
            <p:nvPr/>
          </p:nvSpPr>
          <p:spPr>
            <a:xfrm>
              <a:off x="3377945" y="1742693"/>
              <a:ext cx="3810" cy="6985"/>
            </a:xfrm>
            <a:custGeom>
              <a:avLst/>
              <a:gdLst/>
              <a:ahLst/>
              <a:cxnLst/>
              <a:rect l="l" t="t" r="r" b="b"/>
              <a:pathLst>
                <a:path w="3810" h="6985">
                  <a:moveTo>
                    <a:pt x="3810" y="6858"/>
                  </a:moveTo>
                  <a:lnTo>
                    <a:pt x="2286" y="68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0" name="object 1760"/>
            <p:cNvSpPr/>
            <p:nvPr/>
          </p:nvSpPr>
          <p:spPr>
            <a:xfrm>
              <a:off x="3371087" y="1738883"/>
              <a:ext cx="0" cy="13335"/>
            </a:xfrm>
            <a:custGeom>
              <a:avLst/>
              <a:gdLst/>
              <a:ahLst/>
              <a:cxnLst/>
              <a:rect l="l" t="t" r="r" b="b"/>
              <a:pathLst>
                <a:path w="0" h="13335">
                  <a:moveTo>
                    <a:pt x="0" y="0"/>
                  </a:moveTo>
                  <a:lnTo>
                    <a:pt x="0" y="1295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1" name="object 1761"/>
            <p:cNvSpPr/>
            <p:nvPr/>
          </p:nvSpPr>
          <p:spPr>
            <a:xfrm>
              <a:off x="3371087" y="175336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67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2" name="object 1762"/>
            <p:cNvSpPr/>
            <p:nvPr/>
          </p:nvSpPr>
          <p:spPr>
            <a:xfrm>
              <a:off x="3384803" y="1754364"/>
              <a:ext cx="30480" cy="635"/>
            </a:xfrm>
            <a:custGeom>
              <a:avLst/>
              <a:gdLst/>
              <a:ahLst/>
              <a:cxnLst/>
              <a:rect l="l" t="t" r="r" b="b"/>
              <a:pathLst>
                <a:path w="30479" h="635">
                  <a:moveTo>
                    <a:pt x="0" y="267"/>
                  </a:moveTo>
                  <a:lnTo>
                    <a:pt x="304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3" name="object 1763"/>
            <p:cNvSpPr/>
            <p:nvPr/>
          </p:nvSpPr>
          <p:spPr>
            <a:xfrm>
              <a:off x="3409949" y="1758695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39">
                  <a:moveTo>
                    <a:pt x="1524" y="0"/>
                  </a:moveTo>
                  <a:lnTo>
                    <a:pt x="762" y="762"/>
                  </a:lnTo>
                  <a:lnTo>
                    <a:pt x="762" y="1524"/>
                  </a:lnTo>
                  <a:lnTo>
                    <a:pt x="0" y="1524"/>
                  </a:lnTo>
                  <a:lnTo>
                    <a:pt x="2286" y="2286"/>
                  </a:lnTo>
                  <a:lnTo>
                    <a:pt x="3048" y="2286"/>
                  </a:lnTo>
                  <a:lnTo>
                    <a:pt x="3048" y="1523"/>
                  </a:lnTo>
                  <a:lnTo>
                    <a:pt x="45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4" name="object 1764"/>
            <p:cNvSpPr/>
            <p:nvPr/>
          </p:nvSpPr>
          <p:spPr>
            <a:xfrm>
              <a:off x="3414521" y="1748790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39">
                  <a:moveTo>
                    <a:pt x="6096" y="228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5" name="object 1765"/>
            <p:cNvSpPr/>
            <p:nvPr/>
          </p:nvSpPr>
          <p:spPr>
            <a:xfrm>
              <a:off x="3400805" y="1736598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 h="0">
                  <a:moveTo>
                    <a:pt x="0" y="0"/>
                  </a:moveTo>
                  <a:lnTo>
                    <a:pt x="6324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6" name="object 1766"/>
            <p:cNvSpPr/>
            <p:nvPr/>
          </p:nvSpPr>
          <p:spPr>
            <a:xfrm>
              <a:off x="3400805" y="1738883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 h="0">
                  <a:moveTo>
                    <a:pt x="6324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7" name="object 1767"/>
            <p:cNvSpPr/>
            <p:nvPr/>
          </p:nvSpPr>
          <p:spPr>
            <a:xfrm>
              <a:off x="3418331" y="1741170"/>
              <a:ext cx="20320" cy="1270"/>
            </a:xfrm>
            <a:custGeom>
              <a:avLst/>
              <a:gdLst/>
              <a:ahLst/>
              <a:cxnLst/>
              <a:rect l="l" t="t" r="r" b="b"/>
              <a:pathLst>
                <a:path w="20320" h="1269">
                  <a:moveTo>
                    <a:pt x="0" y="0"/>
                  </a:moveTo>
                  <a:lnTo>
                    <a:pt x="5334" y="0"/>
                  </a:lnTo>
                  <a:lnTo>
                    <a:pt x="9906" y="761"/>
                  </a:lnTo>
                  <a:lnTo>
                    <a:pt x="15240" y="761"/>
                  </a:lnTo>
                  <a:lnTo>
                    <a:pt x="198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8" name="object 1768"/>
            <p:cNvSpPr/>
            <p:nvPr/>
          </p:nvSpPr>
          <p:spPr>
            <a:xfrm>
              <a:off x="3436619" y="1741932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0" y="0"/>
                  </a:moveTo>
                  <a:lnTo>
                    <a:pt x="0" y="2286"/>
                  </a:lnTo>
                  <a:lnTo>
                    <a:pt x="2286" y="22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9" name="object 1769"/>
            <p:cNvSpPr/>
            <p:nvPr/>
          </p:nvSpPr>
          <p:spPr>
            <a:xfrm>
              <a:off x="3430523" y="1752599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2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0" name="object 1770"/>
            <p:cNvSpPr/>
            <p:nvPr/>
          </p:nvSpPr>
          <p:spPr>
            <a:xfrm>
              <a:off x="3428999" y="1758695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 h="0">
                  <a:moveTo>
                    <a:pt x="0" y="0"/>
                  </a:moveTo>
                  <a:lnTo>
                    <a:pt x="5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1" name="object 1771"/>
            <p:cNvSpPr/>
            <p:nvPr/>
          </p:nvSpPr>
          <p:spPr>
            <a:xfrm>
              <a:off x="3438905" y="1753361"/>
              <a:ext cx="2540" cy="6985"/>
            </a:xfrm>
            <a:custGeom>
              <a:avLst/>
              <a:gdLst/>
              <a:ahLst/>
              <a:cxnLst/>
              <a:rect l="l" t="t" r="r" b="b"/>
              <a:pathLst>
                <a:path w="2539" h="6985">
                  <a:moveTo>
                    <a:pt x="0" y="0"/>
                  </a:moveTo>
                  <a:lnTo>
                    <a:pt x="2286" y="68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2" name="object 1772"/>
            <p:cNvSpPr/>
            <p:nvPr/>
          </p:nvSpPr>
          <p:spPr>
            <a:xfrm>
              <a:off x="3438905" y="1757171"/>
              <a:ext cx="3175" cy="1270"/>
            </a:xfrm>
            <a:custGeom>
              <a:avLst/>
              <a:gdLst/>
              <a:ahLst/>
              <a:cxnLst/>
              <a:rect l="l" t="t" r="r" b="b"/>
              <a:pathLst>
                <a:path w="3175" h="1269">
                  <a:moveTo>
                    <a:pt x="3048" y="0"/>
                  </a:moveTo>
                  <a:lnTo>
                    <a:pt x="1524" y="762"/>
                  </a:lnTo>
                  <a:lnTo>
                    <a:pt x="0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3" name="object 1773"/>
            <p:cNvSpPr/>
            <p:nvPr/>
          </p:nvSpPr>
          <p:spPr>
            <a:xfrm>
              <a:off x="3430523" y="1758695"/>
              <a:ext cx="8890" cy="3175"/>
            </a:xfrm>
            <a:custGeom>
              <a:avLst/>
              <a:gdLst/>
              <a:ahLst/>
              <a:cxnLst/>
              <a:rect l="l" t="t" r="r" b="b"/>
              <a:pathLst>
                <a:path w="8889" h="3175">
                  <a:moveTo>
                    <a:pt x="8382" y="0"/>
                  </a:moveTo>
                  <a:lnTo>
                    <a:pt x="0" y="2286"/>
                  </a:lnTo>
                  <a:lnTo>
                    <a:pt x="3048" y="2286"/>
                  </a:lnTo>
                  <a:lnTo>
                    <a:pt x="6858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4" name="object 1774"/>
            <p:cNvSpPr/>
            <p:nvPr/>
          </p:nvSpPr>
          <p:spPr>
            <a:xfrm>
              <a:off x="3438905" y="1757933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0" y="3048"/>
                  </a:moveTo>
                  <a:lnTo>
                    <a:pt x="45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5" name="object 1775"/>
            <p:cNvSpPr/>
            <p:nvPr/>
          </p:nvSpPr>
          <p:spPr>
            <a:xfrm>
              <a:off x="3440429" y="1756409"/>
              <a:ext cx="13335" cy="1905"/>
            </a:xfrm>
            <a:custGeom>
              <a:avLst/>
              <a:gdLst/>
              <a:ahLst/>
              <a:cxnLst/>
              <a:rect l="l" t="t" r="r" b="b"/>
              <a:pathLst>
                <a:path w="13335" h="1905">
                  <a:moveTo>
                    <a:pt x="0" y="1524"/>
                  </a:moveTo>
                  <a:lnTo>
                    <a:pt x="11430" y="1524"/>
                  </a:lnTo>
                  <a:lnTo>
                    <a:pt x="12192" y="762"/>
                  </a:lnTo>
                  <a:lnTo>
                    <a:pt x="12954" y="762"/>
                  </a:lnTo>
                  <a:lnTo>
                    <a:pt x="12192" y="762"/>
                  </a:lnTo>
                  <a:lnTo>
                    <a:pt x="12192" y="0"/>
                  </a:lnTo>
                  <a:lnTo>
                    <a:pt x="114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6" name="object 1776"/>
            <p:cNvSpPr/>
            <p:nvPr/>
          </p:nvSpPr>
          <p:spPr>
            <a:xfrm>
              <a:off x="3450335" y="1756410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5">
                  <a:moveTo>
                    <a:pt x="762" y="0"/>
                  </a:moveTo>
                  <a:lnTo>
                    <a:pt x="0" y="762"/>
                  </a:lnTo>
                  <a:lnTo>
                    <a:pt x="762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7" name="object 1777"/>
            <p:cNvSpPr/>
            <p:nvPr/>
          </p:nvSpPr>
          <p:spPr>
            <a:xfrm>
              <a:off x="3454145" y="1756409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39">
                  <a:moveTo>
                    <a:pt x="762" y="2286"/>
                  </a:moveTo>
                  <a:lnTo>
                    <a:pt x="1524" y="1524"/>
                  </a:lnTo>
                  <a:lnTo>
                    <a:pt x="1524" y="762"/>
                  </a:lnTo>
                  <a:lnTo>
                    <a:pt x="762" y="7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8" name="object 1778"/>
            <p:cNvSpPr/>
            <p:nvPr/>
          </p:nvSpPr>
          <p:spPr>
            <a:xfrm>
              <a:off x="3456431" y="1757171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5">
                  <a:moveTo>
                    <a:pt x="0" y="0"/>
                  </a:moveTo>
                  <a:lnTo>
                    <a:pt x="1524" y="0"/>
                  </a:lnTo>
                  <a:lnTo>
                    <a:pt x="1524" y="761"/>
                  </a:lnTo>
                  <a:lnTo>
                    <a:pt x="2286" y="761"/>
                  </a:lnTo>
                  <a:lnTo>
                    <a:pt x="1524" y="761"/>
                  </a:lnTo>
                  <a:lnTo>
                    <a:pt x="1524" y="1523"/>
                  </a:lnTo>
                  <a:lnTo>
                    <a:pt x="762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9" name="object 1779"/>
            <p:cNvSpPr/>
            <p:nvPr/>
          </p:nvSpPr>
          <p:spPr>
            <a:xfrm>
              <a:off x="3452621" y="1756409"/>
              <a:ext cx="8890" cy="3175"/>
            </a:xfrm>
            <a:custGeom>
              <a:avLst/>
              <a:gdLst/>
              <a:ahLst/>
              <a:cxnLst/>
              <a:rect l="l" t="t" r="r" b="b"/>
              <a:pathLst>
                <a:path w="8889" h="3175">
                  <a:moveTo>
                    <a:pt x="6096" y="762"/>
                  </a:moveTo>
                  <a:lnTo>
                    <a:pt x="6858" y="762"/>
                  </a:lnTo>
                  <a:lnTo>
                    <a:pt x="8382" y="1524"/>
                  </a:lnTo>
                  <a:lnTo>
                    <a:pt x="8382" y="2286"/>
                  </a:lnTo>
                  <a:lnTo>
                    <a:pt x="7620" y="3048"/>
                  </a:lnTo>
                  <a:lnTo>
                    <a:pt x="0" y="1524"/>
                  </a:lnTo>
                  <a:lnTo>
                    <a:pt x="762" y="762"/>
                  </a:lnTo>
                  <a:lnTo>
                    <a:pt x="762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0" name="object 1780"/>
            <p:cNvSpPr/>
            <p:nvPr/>
          </p:nvSpPr>
          <p:spPr>
            <a:xfrm>
              <a:off x="3442715" y="1756410"/>
              <a:ext cx="19050" cy="5715"/>
            </a:xfrm>
            <a:custGeom>
              <a:avLst/>
              <a:gdLst/>
              <a:ahLst/>
              <a:cxnLst/>
              <a:rect l="l" t="t" r="r" b="b"/>
              <a:pathLst>
                <a:path w="19050" h="5714">
                  <a:moveTo>
                    <a:pt x="11429" y="0"/>
                  </a:moveTo>
                  <a:lnTo>
                    <a:pt x="16763" y="761"/>
                  </a:lnTo>
                  <a:lnTo>
                    <a:pt x="17525" y="1523"/>
                  </a:lnTo>
                  <a:lnTo>
                    <a:pt x="19049" y="1523"/>
                  </a:lnTo>
                  <a:lnTo>
                    <a:pt x="19049" y="3047"/>
                  </a:lnTo>
                  <a:lnTo>
                    <a:pt x="18287" y="3047"/>
                  </a:lnTo>
                  <a:lnTo>
                    <a:pt x="17525" y="3809"/>
                  </a:lnTo>
                  <a:lnTo>
                    <a:pt x="16001" y="3810"/>
                  </a:lnTo>
                  <a:lnTo>
                    <a:pt x="13715" y="4572"/>
                  </a:lnTo>
                  <a:lnTo>
                    <a:pt x="11429" y="4572"/>
                  </a:lnTo>
                  <a:lnTo>
                    <a:pt x="7619" y="5334"/>
                  </a:lnTo>
                  <a:lnTo>
                    <a:pt x="0" y="533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1" name="object 1781"/>
            <p:cNvSpPr/>
            <p:nvPr/>
          </p:nvSpPr>
          <p:spPr>
            <a:xfrm>
              <a:off x="3437381" y="1763267"/>
              <a:ext cx="3175" cy="1270"/>
            </a:xfrm>
            <a:custGeom>
              <a:avLst/>
              <a:gdLst/>
              <a:ahLst/>
              <a:cxnLst/>
              <a:rect l="l" t="t" r="r" b="b"/>
              <a:pathLst>
                <a:path w="3175" h="1269">
                  <a:moveTo>
                    <a:pt x="0" y="762"/>
                  </a:moveTo>
                  <a:lnTo>
                    <a:pt x="0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2" name="object 1782"/>
            <p:cNvSpPr/>
            <p:nvPr/>
          </p:nvSpPr>
          <p:spPr>
            <a:xfrm>
              <a:off x="3437381" y="1760982"/>
              <a:ext cx="37465" cy="11430"/>
            </a:xfrm>
            <a:custGeom>
              <a:avLst/>
              <a:gdLst/>
              <a:ahLst/>
              <a:cxnLst/>
              <a:rect l="l" t="t" r="r" b="b"/>
              <a:pathLst>
                <a:path w="37464" h="11430">
                  <a:moveTo>
                    <a:pt x="0" y="5334"/>
                  </a:moveTo>
                  <a:lnTo>
                    <a:pt x="3048" y="5334"/>
                  </a:lnTo>
                  <a:lnTo>
                    <a:pt x="4572" y="4572"/>
                  </a:lnTo>
                  <a:lnTo>
                    <a:pt x="5334" y="4572"/>
                  </a:lnTo>
                  <a:lnTo>
                    <a:pt x="6858" y="3810"/>
                  </a:lnTo>
                  <a:lnTo>
                    <a:pt x="7620" y="3048"/>
                  </a:lnTo>
                  <a:lnTo>
                    <a:pt x="7620" y="2286"/>
                  </a:lnTo>
                  <a:lnTo>
                    <a:pt x="6858" y="1524"/>
                  </a:lnTo>
                  <a:lnTo>
                    <a:pt x="6858" y="762"/>
                  </a:lnTo>
                  <a:lnTo>
                    <a:pt x="5334" y="762"/>
                  </a:lnTo>
                  <a:lnTo>
                    <a:pt x="4572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762" y="7620"/>
                  </a:lnTo>
                  <a:lnTo>
                    <a:pt x="2286" y="8382"/>
                  </a:lnTo>
                  <a:lnTo>
                    <a:pt x="4572" y="8382"/>
                  </a:lnTo>
                  <a:lnTo>
                    <a:pt x="6858" y="9144"/>
                  </a:lnTo>
                  <a:lnTo>
                    <a:pt x="9144" y="9906"/>
                  </a:lnTo>
                  <a:lnTo>
                    <a:pt x="12192" y="9906"/>
                  </a:lnTo>
                  <a:lnTo>
                    <a:pt x="17526" y="10668"/>
                  </a:lnTo>
                  <a:lnTo>
                    <a:pt x="20574" y="10668"/>
                  </a:lnTo>
                  <a:lnTo>
                    <a:pt x="27266" y="10680"/>
                  </a:lnTo>
                  <a:lnTo>
                    <a:pt x="29337" y="10934"/>
                  </a:lnTo>
                  <a:lnTo>
                    <a:pt x="35814" y="9906"/>
                  </a:lnTo>
                  <a:lnTo>
                    <a:pt x="36576" y="9144"/>
                  </a:lnTo>
                  <a:lnTo>
                    <a:pt x="37338" y="76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3" name="object 1783"/>
            <p:cNvSpPr/>
            <p:nvPr/>
          </p:nvSpPr>
          <p:spPr>
            <a:xfrm>
              <a:off x="3463289" y="1762124"/>
              <a:ext cx="12700" cy="6985"/>
            </a:xfrm>
            <a:custGeom>
              <a:avLst/>
              <a:gdLst/>
              <a:ahLst/>
              <a:cxnLst/>
              <a:rect l="l" t="t" r="r" b="b"/>
              <a:pathLst>
                <a:path w="12700" h="6985">
                  <a:moveTo>
                    <a:pt x="4572" y="6476"/>
                  </a:moveTo>
                  <a:lnTo>
                    <a:pt x="11430" y="6476"/>
                  </a:lnTo>
                  <a:lnTo>
                    <a:pt x="12192" y="5714"/>
                  </a:lnTo>
                  <a:lnTo>
                    <a:pt x="12192" y="1904"/>
                  </a:lnTo>
                  <a:lnTo>
                    <a:pt x="11430" y="1904"/>
                  </a:lnTo>
                  <a:lnTo>
                    <a:pt x="9004" y="0"/>
                  </a:lnTo>
                  <a:lnTo>
                    <a:pt x="5499" y="406"/>
                  </a:lnTo>
                  <a:lnTo>
                    <a:pt x="2286" y="380"/>
                  </a:lnTo>
                  <a:lnTo>
                    <a:pt x="0" y="3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4" name="object 1784"/>
            <p:cNvSpPr/>
            <p:nvPr/>
          </p:nvSpPr>
          <p:spPr>
            <a:xfrm>
              <a:off x="3461765" y="1758695"/>
              <a:ext cx="15240" cy="1270"/>
            </a:xfrm>
            <a:custGeom>
              <a:avLst/>
              <a:gdLst/>
              <a:ahLst/>
              <a:cxnLst/>
              <a:rect l="l" t="t" r="r" b="b"/>
              <a:pathLst>
                <a:path w="15239" h="1269">
                  <a:moveTo>
                    <a:pt x="0" y="0"/>
                  </a:moveTo>
                  <a:lnTo>
                    <a:pt x="9144" y="761"/>
                  </a:lnTo>
                  <a:lnTo>
                    <a:pt x="15240" y="7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5" name="object 1785"/>
            <p:cNvSpPr/>
            <p:nvPr/>
          </p:nvSpPr>
          <p:spPr>
            <a:xfrm>
              <a:off x="3472433" y="175564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w="0" h="5714">
                  <a:moveTo>
                    <a:pt x="0" y="5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6" name="object 1786"/>
            <p:cNvSpPr/>
            <p:nvPr/>
          </p:nvSpPr>
          <p:spPr>
            <a:xfrm>
              <a:off x="3457193" y="175183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8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7" name="object 1787"/>
            <p:cNvSpPr/>
            <p:nvPr/>
          </p:nvSpPr>
          <p:spPr>
            <a:xfrm>
              <a:off x="3464051" y="1754886"/>
              <a:ext cx="14604" cy="1905"/>
            </a:xfrm>
            <a:custGeom>
              <a:avLst/>
              <a:gdLst/>
              <a:ahLst/>
              <a:cxnLst/>
              <a:rect l="l" t="t" r="r" b="b"/>
              <a:pathLst>
                <a:path w="14604" h="1905">
                  <a:moveTo>
                    <a:pt x="0" y="762"/>
                  </a:moveTo>
                  <a:lnTo>
                    <a:pt x="3810" y="0"/>
                  </a:lnTo>
                  <a:lnTo>
                    <a:pt x="7620" y="762"/>
                  </a:lnTo>
                  <a:lnTo>
                    <a:pt x="10668" y="762"/>
                  </a:lnTo>
                  <a:lnTo>
                    <a:pt x="12954" y="1524"/>
                  </a:lnTo>
                  <a:lnTo>
                    <a:pt x="14478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8" name="object 1788"/>
            <p:cNvSpPr/>
            <p:nvPr/>
          </p:nvSpPr>
          <p:spPr>
            <a:xfrm>
              <a:off x="3477005" y="1754885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39" h="3175">
                  <a:moveTo>
                    <a:pt x="0" y="0"/>
                  </a:moveTo>
                  <a:lnTo>
                    <a:pt x="2286" y="2286"/>
                  </a:lnTo>
                  <a:lnTo>
                    <a:pt x="2286" y="3048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9" name="object 1789"/>
            <p:cNvSpPr/>
            <p:nvPr/>
          </p:nvSpPr>
          <p:spPr>
            <a:xfrm>
              <a:off x="3479291" y="1757171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80">
                  <a:moveTo>
                    <a:pt x="0" y="0"/>
                  </a:moveTo>
                  <a:lnTo>
                    <a:pt x="1524" y="0"/>
                  </a:lnTo>
                  <a:lnTo>
                    <a:pt x="3048" y="761"/>
                  </a:lnTo>
                  <a:lnTo>
                    <a:pt x="4572" y="1523"/>
                  </a:lnTo>
                  <a:lnTo>
                    <a:pt x="5334" y="2285"/>
                  </a:lnTo>
                  <a:lnTo>
                    <a:pt x="4572" y="3047"/>
                  </a:lnTo>
                  <a:lnTo>
                    <a:pt x="3048" y="3047"/>
                  </a:lnTo>
                  <a:lnTo>
                    <a:pt x="1524" y="3810"/>
                  </a:lnTo>
                  <a:lnTo>
                    <a:pt x="0" y="4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0" name="object 1790"/>
            <p:cNvSpPr/>
            <p:nvPr/>
          </p:nvSpPr>
          <p:spPr>
            <a:xfrm>
              <a:off x="3475481" y="1760981"/>
              <a:ext cx="3810" cy="11430"/>
            </a:xfrm>
            <a:custGeom>
              <a:avLst/>
              <a:gdLst/>
              <a:ahLst/>
              <a:cxnLst/>
              <a:rect l="l" t="t" r="r" b="b"/>
              <a:pathLst>
                <a:path w="3810" h="11430">
                  <a:moveTo>
                    <a:pt x="3048" y="762"/>
                  </a:moveTo>
                  <a:lnTo>
                    <a:pt x="3048" y="1524"/>
                  </a:lnTo>
                  <a:lnTo>
                    <a:pt x="3810" y="3048"/>
                  </a:lnTo>
                  <a:lnTo>
                    <a:pt x="3810" y="8382"/>
                  </a:lnTo>
                  <a:lnTo>
                    <a:pt x="3048" y="9906"/>
                  </a:lnTo>
                  <a:lnTo>
                    <a:pt x="3048" y="10668"/>
                  </a:lnTo>
                  <a:lnTo>
                    <a:pt x="2286" y="11430"/>
                  </a:lnTo>
                  <a:lnTo>
                    <a:pt x="1524" y="10668"/>
                  </a:lnTo>
                  <a:lnTo>
                    <a:pt x="1524" y="3048"/>
                  </a:lnTo>
                  <a:lnTo>
                    <a:pt x="2286" y="2286"/>
                  </a:lnTo>
                  <a:lnTo>
                    <a:pt x="3048" y="762"/>
                  </a:lnTo>
                  <a:lnTo>
                    <a:pt x="3810" y="0"/>
                  </a:lnTo>
                  <a:lnTo>
                    <a:pt x="3810" y="8382"/>
                  </a:lnTo>
                </a:path>
                <a:path w="3810" h="11430">
                  <a:moveTo>
                    <a:pt x="3048" y="762"/>
                  </a:moveTo>
                  <a:lnTo>
                    <a:pt x="1524" y="1524"/>
                  </a:lnTo>
                  <a:lnTo>
                    <a:pt x="0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1" name="object 1791"/>
            <p:cNvSpPr/>
            <p:nvPr/>
          </p:nvSpPr>
          <p:spPr>
            <a:xfrm>
              <a:off x="3477005" y="1756410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8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2" name="object 1792"/>
            <p:cNvSpPr/>
            <p:nvPr/>
          </p:nvSpPr>
          <p:spPr>
            <a:xfrm>
              <a:off x="3416046" y="1753857"/>
              <a:ext cx="62865" cy="635"/>
            </a:xfrm>
            <a:custGeom>
              <a:avLst/>
              <a:gdLst/>
              <a:ahLst/>
              <a:cxnLst/>
              <a:rect l="l" t="t" r="r" b="b"/>
              <a:pathLst>
                <a:path w="62864" h="635">
                  <a:moveTo>
                    <a:pt x="62484" y="0"/>
                  </a:moveTo>
                  <a:lnTo>
                    <a:pt x="0" y="5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3" name="object 1793"/>
            <p:cNvSpPr/>
            <p:nvPr/>
          </p:nvSpPr>
          <p:spPr>
            <a:xfrm>
              <a:off x="3441191" y="176631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0" y="2286"/>
                  </a:moveTo>
                  <a:lnTo>
                    <a:pt x="762" y="2286"/>
                  </a:lnTo>
                  <a:lnTo>
                    <a:pt x="2286" y="0"/>
                  </a:lnTo>
                  <a:lnTo>
                    <a:pt x="3048" y="0"/>
                  </a:lnTo>
                  <a:lnTo>
                    <a:pt x="762" y="2286"/>
                  </a:lnTo>
                  <a:lnTo>
                    <a:pt x="0" y="22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4" name="object 1794"/>
            <p:cNvSpPr/>
            <p:nvPr/>
          </p:nvSpPr>
          <p:spPr>
            <a:xfrm>
              <a:off x="3441191" y="1769364"/>
              <a:ext cx="26670" cy="3810"/>
            </a:xfrm>
            <a:custGeom>
              <a:avLst/>
              <a:gdLst/>
              <a:ahLst/>
              <a:cxnLst/>
              <a:rect l="l" t="t" r="r" b="b"/>
              <a:pathLst>
                <a:path w="26670" h="3810">
                  <a:moveTo>
                    <a:pt x="0" y="0"/>
                  </a:moveTo>
                  <a:lnTo>
                    <a:pt x="8382" y="2285"/>
                  </a:lnTo>
                  <a:lnTo>
                    <a:pt x="12954" y="3809"/>
                  </a:lnTo>
                  <a:lnTo>
                    <a:pt x="23622" y="3809"/>
                  </a:lnTo>
                  <a:lnTo>
                    <a:pt x="24384" y="3047"/>
                  </a:lnTo>
                  <a:lnTo>
                    <a:pt x="25908" y="3047"/>
                  </a:lnTo>
                  <a:lnTo>
                    <a:pt x="26670" y="22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5" name="object 1795"/>
            <p:cNvSpPr/>
            <p:nvPr/>
          </p:nvSpPr>
          <p:spPr>
            <a:xfrm>
              <a:off x="3470147" y="1773936"/>
              <a:ext cx="3810" cy="1270"/>
            </a:xfrm>
            <a:custGeom>
              <a:avLst/>
              <a:gdLst/>
              <a:ahLst/>
              <a:cxnLst/>
              <a:rect l="l" t="t" r="r" b="b"/>
              <a:pathLst>
                <a:path w="3810" h="1269">
                  <a:moveTo>
                    <a:pt x="762" y="762"/>
                  </a:moveTo>
                  <a:lnTo>
                    <a:pt x="0" y="0"/>
                  </a:lnTo>
                  <a:lnTo>
                    <a:pt x="3810" y="0"/>
                  </a:lnTo>
                  <a:lnTo>
                    <a:pt x="762" y="0"/>
                  </a:lnTo>
                  <a:lnTo>
                    <a:pt x="762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6" name="object 1796"/>
            <p:cNvSpPr/>
            <p:nvPr/>
          </p:nvSpPr>
          <p:spPr>
            <a:xfrm>
              <a:off x="3470909" y="1759457"/>
              <a:ext cx="0" cy="13335"/>
            </a:xfrm>
            <a:custGeom>
              <a:avLst/>
              <a:gdLst/>
              <a:ahLst/>
              <a:cxnLst/>
              <a:rect l="l" t="t" r="r" b="b"/>
              <a:pathLst>
                <a:path w="0" h="13335">
                  <a:moveTo>
                    <a:pt x="0" y="1295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7" name="object 1797"/>
            <p:cNvSpPr/>
            <p:nvPr/>
          </p:nvSpPr>
          <p:spPr>
            <a:xfrm>
              <a:off x="3479291" y="1753572"/>
              <a:ext cx="9525" cy="635"/>
            </a:xfrm>
            <a:custGeom>
              <a:avLst/>
              <a:gdLst/>
              <a:ahLst/>
              <a:cxnLst/>
              <a:rect l="l" t="t" r="r" b="b"/>
              <a:pathLst>
                <a:path w="9525" h="635">
                  <a:moveTo>
                    <a:pt x="-692" y="157"/>
                  </a:moveTo>
                  <a:lnTo>
                    <a:pt x="9836" y="1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8" name="object 1798"/>
            <p:cNvSpPr/>
            <p:nvPr/>
          </p:nvSpPr>
          <p:spPr>
            <a:xfrm>
              <a:off x="3486149" y="1755648"/>
              <a:ext cx="1905" cy="0"/>
            </a:xfrm>
            <a:custGeom>
              <a:avLst/>
              <a:gdLst/>
              <a:ahLst/>
              <a:cxnLst/>
              <a:rect l="l" t="t" r="r" b="b"/>
              <a:pathLst>
                <a:path w="1904" h="0">
                  <a:moveTo>
                    <a:pt x="0" y="0"/>
                  </a:moveTo>
                  <a:lnTo>
                    <a:pt x="15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9" name="object 1799"/>
            <p:cNvSpPr/>
            <p:nvPr/>
          </p:nvSpPr>
          <p:spPr>
            <a:xfrm>
              <a:off x="3489959" y="1755648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0" name="object 1800"/>
            <p:cNvSpPr/>
            <p:nvPr/>
          </p:nvSpPr>
          <p:spPr>
            <a:xfrm>
              <a:off x="3493769" y="1757934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0" y="2286"/>
                  </a:moveTo>
                  <a:lnTo>
                    <a:pt x="2286" y="0"/>
                  </a:lnTo>
                  <a:lnTo>
                    <a:pt x="3048" y="0"/>
                  </a:lnTo>
                  <a:lnTo>
                    <a:pt x="2286" y="762"/>
                  </a:lnTo>
                  <a:lnTo>
                    <a:pt x="0" y="22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1" name="object 1801"/>
            <p:cNvSpPr/>
            <p:nvPr/>
          </p:nvSpPr>
          <p:spPr>
            <a:xfrm>
              <a:off x="3499103" y="175488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0"/>
                  </a:moveTo>
                  <a:lnTo>
                    <a:pt x="0" y="3048"/>
                  </a:lnTo>
                  <a:lnTo>
                    <a:pt x="3048" y="3047"/>
                  </a:lnTo>
                  <a:lnTo>
                    <a:pt x="3048" y="761"/>
                  </a:lnTo>
                  <a:lnTo>
                    <a:pt x="3048" y="2285"/>
                  </a:lnTo>
                  <a:lnTo>
                    <a:pt x="0" y="2286"/>
                  </a:lnTo>
                  <a:lnTo>
                    <a:pt x="0" y="7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2" name="object 1802"/>
            <p:cNvSpPr/>
            <p:nvPr/>
          </p:nvSpPr>
          <p:spPr>
            <a:xfrm>
              <a:off x="3499103" y="1758695"/>
              <a:ext cx="14604" cy="5715"/>
            </a:xfrm>
            <a:custGeom>
              <a:avLst/>
              <a:gdLst/>
              <a:ahLst/>
              <a:cxnLst/>
              <a:rect l="l" t="t" r="r" b="b"/>
              <a:pathLst>
                <a:path w="14604" h="5714">
                  <a:moveTo>
                    <a:pt x="9144" y="0"/>
                  </a:moveTo>
                  <a:lnTo>
                    <a:pt x="8382" y="762"/>
                  </a:lnTo>
                  <a:lnTo>
                    <a:pt x="0" y="762"/>
                  </a:lnTo>
                  <a:lnTo>
                    <a:pt x="0" y="5334"/>
                  </a:lnTo>
                  <a:lnTo>
                    <a:pt x="12954" y="5334"/>
                  </a:lnTo>
                  <a:lnTo>
                    <a:pt x="13716" y="4572"/>
                  </a:lnTo>
                  <a:lnTo>
                    <a:pt x="14478" y="4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3" name="object 1803"/>
            <p:cNvSpPr/>
            <p:nvPr/>
          </p:nvSpPr>
          <p:spPr>
            <a:xfrm>
              <a:off x="3505199" y="1762505"/>
              <a:ext cx="5715" cy="1905"/>
            </a:xfrm>
            <a:custGeom>
              <a:avLst/>
              <a:gdLst/>
              <a:ahLst/>
              <a:cxnLst/>
              <a:rect l="l" t="t" r="r" b="b"/>
              <a:pathLst>
                <a:path w="5714" h="1905">
                  <a:moveTo>
                    <a:pt x="5334" y="0"/>
                  </a:moveTo>
                  <a:lnTo>
                    <a:pt x="5334" y="762"/>
                  </a:lnTo>
                  <a:lnTo>
                    <a:pt x="3810" y="762"/>
                  </a:lnTo>
                  <a:lnTo>
                    <a:pt x="2286" y="1524"/>
                  </a:lnTo>
                  <a:lnTo>
                    <a:pt x="0" y="15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4" name="object 1804"/>
            <p:cNvSpPr/>
            <p:nvPr/>
          </p:nvSpPr>
          <p:spPr>
            <a:xfrm>
              <a:off x="3499865" y="1760219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3048"/>
                  </a:moveTo>
                  <a:lnTo>
                    <a:pt x="0" y="0"/>
                  </a:lnTo>
                  <a:lnTo>
                    <a:pt x="3047" y="0"/>
                  </a:lnTo>
                  <a:lnTo>
                    <a:pt x="3810" y="3048"/>
                  </a:lnTo>
                  <a:lnTo>
                    <a:pt x="0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5" name="object 1805"/>
            <p:cNvSpPr/>
            <p:nvPr/>
          </p:nvSpPr>
          <p:spPr>
            <a:xfrm>
              <a:off x="3503675" y="176021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1524" y="3048"/>
                  </a:moveTo>
                  <a:lnTo>
                    <a:pt x="0" y="0"/>
                  </a:lnTo>
                  <a:lnTo>
                    <a:pt x="1524" y="0"/>
                  </a:lnTo>
                  <a:lnTo>
                    <a:pt x="3048" y="3048"/>
                  </a:lnTo>
                  <a:lnTo>
                    <a:pt x="1524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6" name="object 1806"/>
            <p:cNvSpPr/>
            <p:nvPr/>
          </p:nvSpPr>
          <p:spPr>
            <a:xfrm>
              <a:off x="3505961" y="1759457"/>
              <a:ext cx="5080" cy="3810"/>
            </a:xfrm>
            <a:custGeom>
              <a:avLst/>
              <a:gdLst/>
              <a:ahLst/>
              <a:cxnLst/>
              <a:rect l="l" t="t" r="r" b="b"/>
              <a:pathLst>
                <a:path w="5079" h="3810">
                  <a:moveTo>
                    <a:pt x="4572" y="2286"/>
                  </a:moveTo>
                  <a:lnTo>
                    <a:pt x="1524" y="3810"/>
                  </a:lnTo>
                  <a:lnTo>
                    <a:pt x="0" y="762"/>
                  </a:lnTo>
                  <a:lnTo>
                    <a:pt x="22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7" name="object 1807"/>
            <p:cNvSpPr/>
            <p:nvPr/>
          </p:nvSpPr>
          <p:spPr>
            <a:xfrm>
              <a:off x="3521201" y="1767839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w="0" h="5714">
                  <a:moveTo>
                    <a:pt x="0" y="0"/>
                  </a:moveTo>
                  <a:lnTo>
                    <a:pt x="0" y="533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8" name="object 1808"/>
            <p:cNvSpPr/>
            <p:nvPr/>
          </p:nvSpPr>
          <p:spPr>
            <a:xfrm>
              <a:off x="3502913" y="176783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762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9" name="object 1809"/>
            <p:cNvSpPr/>
            <p:nvPr/>
          </p:nvSpPr>
          <p:spPr>
            <a:xfrm>
              <a:off x="3497579" y="176783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0"/>
                  </a:moveTo>
                  <a:lnTo>
                    <a:pt x="0" y="762"/>
                  </a:lnTo>
                  <a:lnTo>
                    <a:pt x="762" y="762"/>
                  </a:lnTo>
                  <a:lnTo>
                    <a:pt x="761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0" name="object 1810"/>
            <p:cNvSpPr/>
            <p:nvPr/>
          </p:nvSpPr>
          <p:spPr>
            <a:xfrm>
              <a:off x="3494531" y="1773173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762" y="762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1" name="object 1811"/>
            <p:cNvSpPr/>
            <p:nvPr/>
          </p:nvSpPr>
          <p:spPr>
            <a:xfrm>
              <a:off x="3477767" y="1776983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2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2" name="object 1812"/>
            <p:cNvSpPr/>
            <p:nvPr/>
          </p:nvSpPr>
          <p:spPr>
            <a:xfrm>
              <a:off x="3477767" y="1772411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w="0" h="5714">
                  <a:moveTo>
                    <a:pt x="0" y="53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3" name="object 1813"/>
            <p:cNvSpPr/>
            <p:nvPr/>
          </p:nvSpPr>
          <p:spPr>
            <a:xfrm>
              <a:off x="3467861" y="177698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4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4" name="object 1814"/>
            <p:cNvSpPr/>
            <p:nvPr/>
          </p:nvSpPr>
          <p:spPr>
            <a:xfrm>
              <a:off x="3454145" y="1776983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2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5" name="object 1815"/>
            <p:cNvSpPr/>
            <p:nvPr/>
          </p:nvSpPr>
          <p:spPr>
            <a:xfrm>
              <a:off x="3435095" y="177698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304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6" name="object 1816"/>
            <p:cNvSpPr/>
            <p:nvPr/>
          </p:nvSpPr>
          <p:spPr>
            <a:xfrm>
              <a:off x="3421379" y="1776983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22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7" name="object 1817"/>
          <p:cNvSpPr txBox="1"/>
          <p:nvPr/>
        </p:nvSpPr>
        <p:spPr>
          <a:xfrm>
            <a:off x="3373628" y="1684249"/>
            <a:ext cx="72390" cy="50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" spc="5">
                <a:latin typeface="Arial MT"/>
                <a:cs typeface="Arial MT"/>
              </a:rPr>
              <a:t>E-2C</a:t>
            </a:r>
            <a:endParaRPr sz="150">
              <a:latin typeface="Arial MT"/>
              <a:cs typeface="Arial MT"/>
            </a:endParaRPr>
          </a:p>
        </p:txBody>
      </p:sp>
      <p:sp>
        <p:nvSpPr>
          <p:cNvPr id="1818" name="object 1818"/>
          <p:cNvSpPr txBox="1"/>
          <p:nvPr/>
        </p:nvSpPr>
        <p:spPr>
          <a:xfrm>
            <a:off x="3354578" y="2086574"/>
            <a:ext cx="180340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15">
                <a:latin typeface="Arial MT"/>
                <a:cs typeface="Arial MT"/>
              </a:rPr>
              <a:t>SIAP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819" name="object 1819"/>
          <p:cNvGrpSpPr/>
          <p:nvPr/>
        </p:nvGrpSpPr>
        <p:grpSpPr>
          <a:xfrm>
            <a:off x="2715005" y="1657350"/>
            <a:ext cx="1489075" cy="1075690"/>
            <a:chOff x="2715005" y="1657350"/>
            <a:chExt cx="1489075" cy="1075690"/>
          </a:xfrm>
        </p:grpSpPr>
        <p:sp>
          <p:nvSpPr>
            <p:cNvPr id="1820" name="object 1820"/>
            <p:cNvSpPr/>
            <p:nvPr/>
          </p:nvSpPr>
          <p:spPr>
            <a:xfrm>
              <a:off x="3611117" y="1997201"/>
              <a:ext cx="199390" cy="100965"/>
            </a:xfrm>
            <a:custGeom>
              <a:avLst/>
              <a:gdLst/>
              <a:ahLst/>
              <a:cxnLst/>
              <a:rect l="l" t="t" r="r" b="b"/>
              <a:pathLst>
                <a:path w="199389" h="100964">
                  <a:moveTo>
                    <a:pt x="0" y="100584"/>
                  </a:moveTo>
                  <a:lnTo>
                    <a:pt x="1988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1" name="object 1821"/>
            <p:cNvSpPr/>
            <p:nvPr/>
          </p:nvSpPr>
          <p:spPr>
            <a:xfrm>
              <a:off x="3371850" y="2221229"/>
              <a:ext cx="24130" cy="224154"/>
            </a:xfrm>
            <a:custGeom>
              <a:avLst/>
              <a:gdLst/>
              <a:ahLst/>
              <a:cxnLst/>
              <a:rect l="l" t="t" r="r" b="b"/>
              <a:pathLst>
                <a:path w="24129" h="224155">
                  <a:moveTo>
                    <a:pt x="0" y="224027"/>
                  </a:moveTo>
                  <a:lnTo>
                    <a:pt x="2362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2" name="object 1822"/>
            <p:cNvSpPr/>
            <p:nvPr/>
          </p:nvSpPr>
          <p:spPr>
            <a:xfrm>
              <a:off x="3624833" y="2125218"/>
              <a:ext cx="158115" cy="2540"/>
            </a:xfrm>
            <a:custGeom>
              <a:avLst/>
              <a:gdLst/>
              <a:ahLst/>
              <a:cxnLst/>
              <a:rect l="l" t="t" r="r" b="b"/>
              <a:pathLst>
                <a:path w="158114" h="2539">
                  <a:moveTo>
                    <a:pt x="0" y="2286"/>
                  </a:moveTo>
                  <a:lnTo>
                    <a:pt x="1577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3" name="object 1823"/>
            <p:cNvSpPr/>
            <p:nvPr/>
          </p:nvSpPr>
          <p:spPr>
            <a:xfrm>
              <a:off x="3154679" y="2209800"/>
              <a:ext cx="192405" cy="180340"/>
            </a:xfrm>
            <a:custGeom>
              <a:avLst/>
              <a:gdLst/>
              <a:ahLst/>
              <a:cxnLst/>
              <a:rect l="l" t="t" r="r" b="b"/>
              <a:pathLst>
                <a:path w="192404" h="180339">
                  <a:moveTo>
                    <a:pt x="0" y="179832"/>
                  </a:moveTo>
                  <a:lnTo>
                    <a:pt x="192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4" name="object 1824"/>
            <p:cNvSpPr/>
            <p:nvPr/>
          </p:nvSpPr>
          <p:spPr>
            <a:xfrm>
              <a:off x="2999232" y="2122932"/>
              <a:ext cx="262255" cy="12700"/>
            </a:xfrm>
            <a:custGeom>
              <a:avLst/>
              <a:gdLst/>
              <a:ahLst/>
              <a:cxnLst/>
              <a:rect l="l" t="t" r="r" b="b"/>
              <a:pathLst>
                <a:path w="262254" h="12700">
                  <a:moveTo>
                    <a:pt x="0" y="0"/>
                  </a:moveTo>
                  <a:lnTo>
                    <a:pt x="262128" y="1219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5" name="object 1825"/>
            <p:cNvSpPr/>
            <p:nvPr/>
          </p:nvSpPr>
          <p:spPr>
            <a:xfrm>
              <a:off x="3440429" y="1802892"/>
              <a:ext cx="1270" cy="270510"/>
            </a:xfrm>
            <a:custGeom>
              <a:avLst/>
              <a:gdLst/>
              <a:ahLst/>
              <a:cxnLst/>
              <a:rect l="l" t="t" r="r" b="b"/>
              <a:pathLst>
                <a:path w="1270" h="270510">
                  <a:moveTo>
                    <a:pt x="0" y="0"/>
                  </a:moveTo>
                  <a:lnTo>
                    <a:pt x="762" y="2705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6" name="object 1826"/>
            <p:cNvSpPr/>
            <p:nvPr/>
          </p:nvSpPr>
          <p:spPr>
            <a:xfrm>
              <a:off x="3613403" y="2160270"/>
              <a:ext cx="192405" cy="57150"/>
            </a:xfrm>
            <a:custGeom>
              <a:avLst/>
              <a:gdLst/>
              <a:ahLst/>
              <a:cxnLst/>
              <a:rect l="l" t="t" r="r" b="b"/>
              <a:pathLst>
                <a:path w="192404" h="57150">
                  <a:moveTo>
                    <a:pt x="192024" y="571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7" name="object 1827"/>
            <p:cNvSpPr/>
            <p:nvPr/>
          </p:nvSpPr>
          <p:spPr>
            <a:xfrm>
              <a:off x="3029711" y="2192273"/>
              <a:ext cx="272415" cy="105410"/>
            </a:xfrm>
            <a:custGeom>
              <a:avLst/>
              <a:gdLst/>
              <a:ahLst/>
              <a:cxnLst/>
              <a:rect l="l" t="t" r="r" b="b"/>
              <a:pathLst>
                <a:path w="272414" h="105410">
                  <a:moveTo>
                    <a:pt x="0" y="105156"/>
                  </a:moveTo>
                  <a:lnTo>
                    <a:pt x="2720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8" name="object 1828"/>
            <p:cNvSpPr/>
            <p:nvPr/>
          </p:nvSpPr>
          <p:spPr>
            <a:xfrm>
              <a:off x="3021329" y="1919477"/>
              <a:ext cx="255270" cy="180975"/>
            </a:xfrm>
            <a:custGeom>
              <a:avLst/>
              <a:gdLst/>
              <a:ahLst/>
              <a:cxnLst/>
              <a:rect l="l" t="t" r="r" b="b"/>
              <a:pathLst>
                <a:path w="255270" h="180975">
                  <a:moveTo>
                    <a:pt x="0" y="0"/>
                  </a:moveTo>
                  <a:lnTo>
                    <a:pt x="255270" y="1805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9" name="object 1829"/>
            <p:cNvSpPr/>
            <p:nvPr/>
          </p:nvSpPr>
          <p:spPr>
            <a:xfrm>
              <a:off x="3217164" y="1800605"/>
              <a:ext cx="93345" cy="273050"/>
            </a:xfrm>
            <a:custGeom>
              <a:avLst/>
              <a:gdLst/>
              <a:ahLst/>
              <a:cxnLst/>
              <a:rect l="l" t="t" r="r" b="b"/>
              <a:pathLst>
                <a:path w="93345" h="273050">
                  <a:moveTo>
                    <a:pt x="0" y="0"/>
                  </a:moveTo>
                  <a:lnTo>
                    <a:pt x="92964" y="2727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0" name="object 1830"/>
            <p:cNvSpPr/>
            <p:nvPr/>
          </p:nvSpPr>
          <p:spPr>
            <a:xfrm>
              <a:off x="3561588" y="1905761"/>
              <a:ext cx="102870" cy="161925"/>
            </a:xfrm>
            <a:custGeom>
              <a:avLst/>
              <a:gdLst/>
              <a:ahLst/>
              <a:cxnLst/>
              <a:rect l="l" t="t" r="r" b="b"/>
              <a:pathLst>
                <a:path w="102870" h="161925">
                  <a:moveTo>
                    <a:pt x="0" y="161544"/>
                  </a:moveTo>
                  <a:lnTo>
                    <a:pt x="102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1" name="object 1831"/>
            <p:cNvSpPr/>
            <p:nvPr/>
          </p:nvSpPr>
          <p:spPr>
            <a:xfrm>
              <a:off x="3482339" y="2221229"/>
              <a:ext cx="81915" cy="228600"/>
            </a:xfrm>
            <a:custGeom>
              <a:avLst/>
              <a:gdLst/>
              <a:ahLst/>
              <a:cxnLst/>
              <a:rect l="l" t="t" r="r" b="b"/>
              <a:pathLst>
                <a:path w="81914" h="228600">
                  <a:moveTo>
                    <a:pt x="0" y="0"/>
                  </a:moveTo>
                  <a:lnTo>
                    <a:pt x="81534" y="2286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2" name="object 1832"/>
            <p:cNvSpPr/>
            <p:nvPr/>
          </p:nvSpPr>
          <p:spPr>
            <a:xfrm>
              <a:off x="3580638" y="2205227"/>
              <a:ext cx="154305" cy="177165"/>
            </a:xfrm>
            <a:custGeom>
              <a:avLst/>
              <a:gdLst/>
              <a:ahLst/>
              <a:cxnLst/>
              <a:rect l="l" t="t" r="r" b="b"/>
              <a:pathLst>
                <a:path w="154304" h="177164">
                  <a:moveTo>
                    <a:pt x="0" y="0"/>
                  </a:moveTo>
                  <a:lnTo>
                    <a:pt x="153924" y="1767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3" name="object 1833"/>
            <p:cNvSpPr/>
            <p:nvPr/>
          </p:nvSpPr>
          <p:spPr>
            <a:xfrm>
              <a:off x="2715005" y="1657350"/>
              <a:ext cx="1489075" cy="1075690"/>
            </a:xfrm>
            <a:custGeom>
              <a:avLst/>
              <a:gdLst/>
              <a:ahLst/>
              <a:cxnLst/>
              <a:rect l="l" t="t" r="r" b="b"/>
              <a:pathLst>
                <a:path w="1489075" h="1075689">
                  <a:moveTo>
                    <a:pt x="1488947" y="1075181"/>
                  </a:moveTo>
                  <a:lnTo>
                    <a:pt x="1488947" y="0"/>
                  </a:lnTo>
                  <a:lnTo>
                    <a:pt x="0" y="0"/>
                  </a:lnTo>
                  <a:lnTo>
                    <a:pt x="0" y="1075181"/>
                  </a:lnTo>
                  <a:lnTo>
                    <a:pt x="4572" y="1075181"/>
                  </a:lnTo>
                  <a:lnTo>
                    <a:pt x="4571" y="9905"/>
                  </a:lnTo>
                  <a:lnTo>
                    <a:pt x="9143" y="5333"/>
                  </a:lnTo>
                  <a:lnTo>
                    <a:pt x="9143" y="9905"/>
                  </a:lnTo>
                  <a:lnTo>
                    <a:pt x="1479804" y="9905"/>
                  </a:lnTo>
                  <a:lnTo>
                    <a:pt x="1479804" y="5333"/>
                  </a:lnTo>
                  <a:lnTo>
                    <a:pt x="1484376" y="9905"/>
                  </a:lnTo>
                  <a:lnTo>
                    <a:pt x="1484376" y="1075181"/>
                  </a:lnTo>
                  <a:lnTo>
                    <a:pt x="1488947" y="1075181"/>
                  </a:lnTo>
                  <a:close/>
                </a:path>
                <a:path w="1489075" h="1075689">
                  <a:moveTo>
                    <a:pt x="9143" y="9905"/>
                  </a:moveTo>
                  <a:lnTo>
                    <a:pt x="9143" y="5333"/>
                  </a:lnTo>
                  <a:lnTo>
                    <a:pt x="4571" y="9905"/>
                  </a:lnTo>
                  <a:lnTo>
                    <a:pt x="9143" y="9905"/>
                  </a:lnTo>
                  <a:close/>
                </a:path>
                <a:path w="1489075" h="1075689">
                  <a:moveTo>
                    <a:pt x="9144" y="1065275"/>
                  </a:moveTo>
                  <a:lnTo>
                    <a:pt x="9143" y="9905"/>
                  </a:lnTo>
                  <a:lnTo>
                    <a:pt x="4571" y="9905"/>
                  </a:lnTo>
                  <a:lnTo>
                    <a:pt x="4572" y="1065275"/>
                  </a:lnTo>
                  <a:lnTo>
                    <a:pt x="9144" y="1065275"/>
                  </a:lnTo>
                  <a:close/>
                </a:path>
                <a:path w="1489075" h="1075689">
                  <a:moveTo>
                    <a:pt x="1484376" y="1065275"/>
                  </a:moveTo>
                  <a:lnTo>
                    <a:pt x="4572" y="1065275"/>
                  </a:lnTo>
                  <a:lnTo>
                    <a:pt x="9144" y="1070609"/>
                  </a:lnTo>
                  <a:lnTo>
                    <a:pt x="9144" y="1075181"/>
                  </a:lnTo>
                  <a:lnTo>
                    <a:pt x="1479804" y="1075181"/>
                  </a:lnTo>
                  <a:lnTo>
                    <a:pt x="1479804" y="1070609"/>
                  </a:lnTo>
                  <a:lnTo>
                    <a:pt x="1484376" y="1065275"/>
                  </a:lnTo>
                  <a:close/>
                </a:path>
                <a:path w="1489075" h="1075689">
                  <a:moveTo>
                    <a:pt x="9144" y="1075181"/>
                  </a:moveTo>
                  <a:lnTo>
                    <a:pt x="9144" y="1070609"/>
                  </a:lnTo>
                  <a:lnTo>
                    <a:pt x="4572" y="1065275"/>
                  </a:lnTo>
                  <a:lnTo>
                    <a:pt x="4572" y="1075181"/>
                  </a:lnTo>
                  <a:lnTo>
                    <a:pt x="9144" y="1075181"/>
                  </a:lnTo>
                  <a:close/>
                </a:path>
                <a:path w="1489075" h="1075689">
                  <a:moveTo>
                    <a:pt x="1484376" y="9905"/>
                  </a:moveTo>
                  <a:lnTo>
                    <a:pt x="1479804" y="5333"/>
                  </a:lnTo>
                  <a:lnTo>
                    <a:pt x="1479804" y="9905"/>
                  </a:lnTo>
                  <a:lnTo>
                    <a:pt x="1484376" y="9905"/>
                  </a:lnTo>
                  <a:close/>
                </a:path>
                <a:path w="1489075" h="1075689">
                  <a:moveTo>
                    <a:pt x="1484376" y="1065275"/>
                  </a:moveTo>
                  <a:lnTo>
                    <a:pt x="1484376" y="9905"/>
                  </a:lnTo>
                  <a:lnTo>
                    <a:pt x="1479804" y="9905"/>
                  </a:lnTo>
                  <a:lnTo>
                    <a:pt x="1479804" y="1065275"/>
                  </a:lnTo>
                  <a:lnTo>
                    <a:pt x="1484376" y="1065275"/>
                  </a:lnTo>
                  <a:close/>
                </a:path>
                <a:path w="1489075" h="1075689">
                  <a:moveTo>
                    <a:pt x="1484376" y="1075181"/>
                  </a:moveTo>
                  <a:lnTo>
                    <a:pt x="1484376" y="1065275"/>
                  </a:lnTo>
                  <a:lnTo>
                    <a:pt x="1479804" y="1070609"/>
                  </a:lnTo>
                  <a:lnTo>
                    <a:pt x="1479804" y="1075181"/>
                  </a:lnTo>
                  <a:lnTo>
                    <a:pt x="1484376" y="1075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4" name="object 1834"/>
          <p:cNvSpPr txBox="1"/>
          <p:nvPr/>
        </p:nvSpPr>
        <p:spPr>
          <a:xfrm>
            <a:off x="4938776" y="2066797"/>
            <a:ext cx="1441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Operational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37" name="object 18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838" name="object 18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839" name="object 18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1835" name="object 1835"/>
          <p:cNvSpPr txBox="1"/>
          <p:nvPr/>
        </p:nvSpPr>
        <p:spPr>
          <a:xfrm>
            <a:off x="5129276" y="3590797"/>
            <a:ext cx="1132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System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36" name="object 1836"/>
          <p:cNvSpPr txBox="1"/>
          <p:nvPr/>
        </p:nvSpPr>
        <p:spPr>
          <a:xfrm>
            <a:off x="4976876" y="5189473"/>
            <a:ext cx="1441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Component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08045" y="133603"/>
            <a:ext cx="302450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0"/>
              </a:spcBef>
            </a:pPr>
            <a:r>
              <a:rPr dirty="0" sz="2400" spc="-5"/>
              <a:t>Stakeholders Involved </a:t>
            </a:r>
            <a:r>
              <a:rPr dirty="0" sz="2400" spc="-655"/>
              <a:t> </a:t>
            </a:r>
            <a:r>
              <a:rPr dirty="0" sz="2400" spc="-5"/>
              <a:t>in</a:t>
            </a:r>
            <a:r>
              <a:rPr dirty="0" sz="2400" spc="-40"/>
              <a:t> </a:t>
            </a:r>
            <a:r>
              <a:rPr dirty="0" sz="2400" spc="-5"/>
              <a:t>System</a:t>
            </a:r>
            <a:r>
              <a:rPr dirty="0" sz="2400" spc="-40"/>
              <a:t> </a:t>
            </a:r>
            <a:r>
              <a:rPr dirty="0" sz="2400" spc="-5"/>
              <a:t>Acquisition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2911" y="5248655"/>
            <a:ext cx="755904" cy="2316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48782" y="5165852"/>
            <a:ext cx="7499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95" b="1" i="1">
                <a:latin typeface="Times New Roman"/>
                <a:cs typeface="Times New Roman"/>
              </a:rPr>
              <a:t>T</a:t>
            </a:r>
            <a:r>
              <a:rPr dirty="0" sz="2000" spc="-5" b="1" i="1">
                <a:latin typeface="Times New Roman"/>
                <a:cs typeface="Times New Roman"/>
              </a:rPr>
              <a:t>e</a:t>
            </a:r>
            <a:r>
              <a:rPr dirty="0" sz="2000" spc="-5" b="1" i="1">
                <a:latin typeface="Times New Roman"/>
                <a:cs typeface="Times New Roman"/>
              </a:rPr>
              <a:t>s</a:t>
            </a:r>
            <a:r>
              <a:rPr dirty="0" sz="2000" spc="-5" b="1" i="1">
                <a:latin typeface="Times New Roman"/>
                <a:cs typeface="Times New Roman"/>
              </a:rPr>
              <a:t>te</a:t>
            </a:r>
            <a:r>
              <a:rPr dirty="0" sz="2000" spc="-5" b="1" i="1">
                <a:latin typeface="Times New Roman"/>
                <a:cs typeface="Times New Roman"/>
              </a:rPr>
              <a:t>rs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18226" y="3846576"/>
            <a:ext cx="1003554" cy="12466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6879" y="1121664"/>
            <a:ext cx="1322832" cy="5852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23991" y="1044194"/>
            <a:ext cx="125349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0640" marR="5080" indent="-28575"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latin typeface="Times New Roman"/>
                <a:cs typeface="Times New Roman"/>
              </a:rPr>
              <a:t>Developers/  </a:t>
            </a:r>
            <a:r>
              <a:rPr dirty="0" sz="2000" spc="-5" b="1" i="1">
                <a:latin typeface="Times New Roman"/>
                <a:cs typeface="Times New Roman"/>
              </a:rPr>
              <a:t>Integrators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62671" y="4187951"/>
            <a:ext cx="865632" cy="23774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627873" y="4108196"/>
            <a:ext cx="87312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229" b="1" i="1">
                <a:latin typeface="Times New Roman"/>
                <a:cs typeface="Times New Roman"/>
              </a:rPr>
              <a:t>V</a:t>
            </a:r>
            <a:r>
              <a:rPr dirty="0" sz="2000" spc="-5" b="1" i="1">
                <a:latin typeface="Times New Roman"/>
                <a:cs typeface="Times New Roman"/>
              </a:rPr>
              <a:t>endors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76400" y="5145023"/>
            <a:ext cx="1201420" cy="280670"/>
            <a:chOff x="1676400" y="5145023"/>
            <a:chExt cx="1201420" cy="28067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6400" y="5145023"/>
              <a:ext cx="1200911" cy="28041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5583" y="5416296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4" h="0">
                  <a:moveTo>
                    <a:pt x="0" y="0"/>
                  </a:moveTo>
                  <a:lnTo>
                    <a:pt x="54864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6372605" y="2923032"/>
            <a:ext cx="2265680" cy="1119505"/>
            <a:chOff x="6372605" y="2923032"/>
            <a:chExt cx="2265680" cy="111950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5032" y="2935986"/>
              <a:ext cx="1143000" cy="110642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72605" y="2923032"/>
              <a:ext cx="1092835" cy="624840"/>
            </a:xfrm>
            <a:custGeom>
              <a:avLst/>
              <a:gdLst/>
              <a:ahLst/>
              <a:cxnLst/>
              <a:rect l="l" t="t" r="r" b="b"/>
              <a:pathLst>
                <a:path w="1092834" h="624839">
                  <a:moveTo>
                    <a:pt x="262544" y="78664"/>
                  </a:moveTo>
                  <a:lnTo>
                    <a:pt x="258603" y="68484"/>
                  </a:lnTo>
                  <a:lnTo>
                    <a:pt x="251090" y="60448"/>
                  </a:lnTo>
                  <a:lnTo>
                    <a:pt x="240791" y="55625"/>
                  </a:lnTo>
                  <a:lnTo>
                    <a:pt x="0" y="0"/>
                  </a:lnTo>
                  <a:lnTo>
                    <a:pt x="21335" y="72124"/>
                  </a:lnTo>
                  <a:lnTo>
                    <a:pt x="21335" y="59435"/>
                  </a:lnTo>
                  <a:lnTo>
                    <a:pt x="60959" y="18287"/>
                  </a:lnTo>
                  <a:lnTo>
                    <a:pt x="67817" y="24383"/>
                  </a:lnTo>
                  <a:lnTo>
                    <a:pt x="96011" y="52577"/>
                  </a:lnTo>
                  <a:lnTo>
                    <a:pt x="131674" y="88826"/>
                  </a:lnTo>
                  <a:lnTo>
                    <a:pt x="227837" y="111251"/>
                  </a:lnTo>
                  <a:lnTo>
                    <a:pt x="239196" y="111668"/>
                  </a:lnTo>
                  <a:lnTo>
                    <a:pt x="249554" y="107727"/>
                  </a:lnTo>
                  <a:lnTo>
                    <a:pt x="257627" y="100214"/>
                  </a:lnTo>
                  <a:lnTo>
                    <a:pt x="262127" y="89915"/>
                  </a:lnTo>
                  <a:lnTo>
                    <a:pt x="262544" y="78664"/>
                  </a:lnTo>
                  <a:close/>
                </a:path>
                <a:path w="1092834" h="624839">
                  <a:moveTo>
                    <a:pt x="131674" y="88826"/>
                  </a:moveTo>
                  <a:lnTo>
                    <a:pt x="96011" y="52577"/>
                  </a:lnTo>
                  <a:lnTo>
                    <a:pt x="67817" y="24383"/>
                  </a:lnTo>
                  <a:lnTo>
                    <a:pt x="60959" y="18287"/>
                  </a:lnTo>
                  <a:lnTo>
                    <a:pt x="21335" y="59435"/>
                  </a:lnTo>
                  <a:lnTo>
                    <a:pt x="27431" y="65531"/>
                  </a:lnTo>
                  <a:lnTo>
                    <a:pt x="35051" y="72728"/>
                  </a:lnTo>
                  <a:lnTo>
                    <a:pt x="35051" y="66293"/>
                  </a:lnTo>
                  <a:lnTo>
                    <a:pt x="68579" y="30479"/>
                  </a:lnTo>
                  <a:lnTo>
                    <a:pt x="82452" y="77347"/>
                  </a:lnTo>
                  <a:lnTo>
                    <a:pt x="131674" y="88826"/>
                  </a:lnTo>
                  <a:close/>
                </a:path>
                <a:path w="1092834" h="624839">
                  <a:moveTo>
                    <a:pt x="125944" y="232362"/>
                  </a:moveTo>
                  <a:lnTo>
                    <a:pt x="100118" y="137030"/>
                  </a:lnTo>
                  <a:lnTo>
                    <a:pt x="41147" y="78485"/>
                  </a:lnTo>
                  <a:lnTo>
                    <a:pt x="27431" y="65531"/>
                  </a:lnTo>
                  <a:lnTo>
                    <a:pt x="21335" y="59435"/>
                  </a:lnTo>
                  <a:lnTo>
                    <a:pt x="21335" y="72124"/>
                  </a:lnTo>
                  <a:lnTo>
                    <a:pt x="70103" y="236981"/>
                  </a:lnTo>
                  <a:lnTo>
                    <a:pt x="75473" y="247042"/>
                  </a:lnTo>
                  <a:lnTo>
                    <a:pt x="83915" y="254031"/>
                  </a:lnTo>
                  <a:lnTo>
                    <a:pt x="94214" y="257448"/>
                  </a:lnTo>
                  <a:lnTo>
                    <a:pt x="105155" y="256793"/>
                  </a:lnTo>
                  <a:lnTo>
                    <a:pt x="115323" y="251412"/>
                  </a:lnTo>
                  <a:lnTo>
                    <a:pt x="122491" y="242887"/>
                  </a:lnTo>
                  <a:lnTo>
                    <a:pt x="125944" y="232362"/>
                  </a:lnTo>
                  <a:close/>
                </a:path>
                <a:path w="1092834" h="624839">
                  <a:moveTo>
                    <a:pt x="82452" y="77347"/>
                  </a:moveTo>
                  <a:lnTo>
                    <a:pt x="68579" y="30479"/>
                  </a:lnTo>
                  <a:lnTo>
                    <a:pt x="35051" y="66293"/>
                  </a:lnTo>
                  <a:lnTo>
                    <a:pt x="82452" y="77347"/>
                  </a:lnTo>
                  <a:close/>
                </a:path>
                <a:path w="1092834" h="624839">
                  <a:moveTo>
                    <a:pt x="100118" y="137030"/>
                  </a:moveTo>
                  <a:lnTo>
                    <a:pt x="82452" y="77347"/>
                  </a:lnTo>
                  <a:lnTo>
                    <a:pt x="35051" y="66293"/>
                  </a:lnTo>
                  <a:lnTo>
                    <a:pt x="35051" y="72728"/>
                  </a:lnTo>
                  <a:lnTo>
                    <a:pt x="41147" y="78485"/>
                  </a:lnTo>
                  <a:lnTo>
                    <a:pt x="75937" y="112736"/>
                  </a:lnTo>
                  <a:lnTo>
                    <a:pt x="100118" y="137030"/>
                  </a:lnTo>
                  <a:close/>
                </a:path>
                <a:path w="1092834" h="624839">
                  <a:moveTo>
                    <a:pt x="1092708" y="568451"/>
                  </a:moveTo>
                  <a:lnTo>
                    <a:pt x="1083564" y="566927"/>
                  </a:lnTo>
                  <a:lnTo>
                    <a:pt x="1072895" y="565403"/>
                  </a:lnTo>
                  <a:lnTo>
                    <a:pt x="1025271" y="559941"/>
                  </a:lnTo>
                  <a:lnTo>
                    <a:pt x="977464" y="554855"/>
                  </a:lnTo>
                  <a:lnTo>
                    <a:pt x="929587" y="549736"/>
                  </a:lnTo>
                  <a:lnTo>
                    <a:pt x="881753" y="544173"/>
                  </a:lnTo>
                  <a:lnTo>
                    <a:pt x="834075" y="537757"/>
                  </a:lnTo>
                  <a:lnTo>
                    <a:pt x="786666" y="530078"/>
                  </a:lnTo>
                  <a:lnTo>
                    <a:pt x="739639" y="520727"/>
                  </a:lnTo>
                  <a:lnTo>
                    <a:pt x="693107" y="509292"/>
                  </a:lnTo>
                  <a:lnTo>
                    <a:pt x="647183" y="495365"/>
                  </a:lnTo>
                  <a:lnTo>
                    <a:pt x="601979" y="478535"/>
                  </a:lnTo>
                  <a:lnTo>
                    <a:pt x="550925" y="454151"/>
                  </a:lnTo>
                  <a:lnTo>
                    <a:pt x="509013" y="428451"/>
                  </a:lnTo>
                  <a:lnTo>
                    <a:pt x="468881" y="400123"/>
                  </a:lnTo>
                  <a:lnTo>
                    <a:pt x="430122" y="369862"/>
                  </a:lnTo>
                  <a:lnTo>
                    <a:pt x="392328" y="338364"/>
                  </a:lnTo>
                  <a:lnTo>
                    <a:pt x="355091" y="306323"/>
                  </a:lnTo>
                  <a:lnTo>
                    <a:pt x="299465" y="254507"/>
                  </a:lnTo>
                  <a:lnTo>
                    <a:pt x="264967" y="221443"/>
                  </a:lnTo>
                  <a:lnTo>
                    <a:pt x="230778" y="188070"/>
                  </a:lnTo>
                  <a:lnTo>
                    <a:pt x="196843" y="154443"/>
                  </a:lnTo>
                  <a:lnTo>
                    <a:pt x="131674" y="88826"/>
                  </a:lnTo>
                  <a:lnTo>
                    <a:pt x="82452" y="77347"/>
                  </a:lnTo>
                  <a:lnTo>
                    <a:pt x="100118" y="137030"/>
                  </a:lnTo>
                  <a:lnTo>
                    <a:pt x="179693" y="217629"/>
                  </a:lnTo>
                  <a:lnTo>
                    <a:pt x="214542" y="252571"/>
                  </a:lnTo>
                  <a:lnTo>
                    <a:pt x="249759" y="287134"/>
                  </a:lnTo>
                  <a:lnTo>
                    <a:pt x="285483" y="321097"/>
                  </a:lnTo>
                  <a:lnTo>
                    <a:pt x="321855" y="354239"/>
                  </a:lnTo>
                  <a:lnTo>
                    <a:pt x="359017" y="386339"/>
                  </a:lnTo>
                  <a:lnTo>
                    <a:pt x="397109" y="417178"/>
                  </a:lnTo>
                  <a:lnTo>
                    <a:pt x="436272" y="446533"/>
                  </a:lnTo>
                  <a:lnTo>
                    <a:pt x="476646" y="474185"/>
                  </a:lnTo>
                  <a:lnTo>
                    <a:pt x="518373" y="499912"/>
                  </a:lnTo>
                  <a:lnTo>
                    <a:pt x="561593" y="523493"/>
                  </a:lnTo>
                  <a:lnTo>
                    <a:pt x="600455" y="539495"/>
                  </a:lnTo>
                  <a:lnTo>
                    <a:pt x="651156" y="556791"/>
                  </a:lnTo>
                  <a:lnTo>
                    <a:pt x="701988" y="570787"/>
                  </a:lnTo>
                  <a:lnTo>
                    <a:pt x="752980" y="582024"/>
                  </a:lnTo>
                  <a:lnTo>
                    <a:pt x="804156" y="591042"/>
                  </a:lnTo>
                  <a:lnTo>
                    <a:pt x="855545" y="598383"/>
                  </a:lnTo>
                  <a:lnTo>
                    <a:pt x="907172" y="604587"/>
                  </a:lnTo>
                  <a:lnTo>
                    <a:pt x="959064" y="610196"/>
                  </a:lnTo>
                  <a:lnTo>
                    <a:pt x="1011249" y="615751"/>
                  </a:lnTo>
                  <a:lnTo>
                    <a:pt x="1063752" y="621791"/>
                  </a:lnTo>
                  <a:lnTo>
                    <a:pt x="1082039" y="624839"/>
                  </a:lnTo>
                  <a:lnTo>
                    <a:pt x="1092708" y="568451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5575554" y="1725929"/>
            <a:ext cx="2272665" cy="1141730"/>
            <a:chOff x="5575554" y="1725929"/>
            <a:chExt cx="2272665" cy="114173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75554" y="1725929"/>
              <a:ext cx="1095755" cy="113690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796278" y="2279142"/>
              <a:ext cx="1051560" cy="588645"/>
            </a:xfrm>
            <a:custGeom>
              <a:avLst/>
              <a:gdLst/>
              <a:ahLst/>
              <a:cxnLst/>
              <a:rect l="l" t="t" r="r" b="b"/>
              <a:pathLst>
                <a:path w="1051559" h="588644">
                  <a:moveTo>
                    <a:pt x="968017" y="511259"/>
                  </a:moveTo>
                  <a:lnTo>
                    <a:pt x="949576" y="450839"/>
                  </a:lnTo>
                  <a:lnTo>
                    <a:pt x="921009" y="422610"/>
                  </a:lnTo>
                  <a:lnTo>
                    <a:pt x="882157" y="384609"/>
                  </a:lnTo>
                  <a:lnTo>
                    <a:pt x="843020" y="346907"/>
                  </a:lnTo>
                  <a:lnTo>
                    <a:pt x="803506" y="309603"/>
                  </a:lnTo>
                  <a:lnTo>
                    <a:pt x="763524" y="272795"/>
                  </a:lnTo>
                  <a:lnTo>
                    <a:pt x="726186" y="240029"/>
                  </a:lnTo>
                  <a:lnTo>
                    <a:pt x="689514" y="209437"/>
                  </a:lnTo>
                  <a:lnTo>
                    <a:pt x="650624" y="178535"/>
                  </a:lnTo>
                  <a:lnTo>
                    <a:pt x="610104" y="148908"/>
                  </a:lnTo>
                  <a:lnTo>
                    <a:pt x="568547" y="122141"/>
                  </a:lnTo>
                  <a:lnTo>
                    <a:pt x="526542" y="99821"/>
                  </a:lnTo>
                  <a:lnTo>
                    <a:pt x="490728" y="83057"/>
                  </a:lnTo>
                  <a:lnTo>
                    <a:pt x="423313" y="60455"/>
                  </a:lnTo>
                  <a:lnTo>
                    <a:pt x="374657" y="47667"/>
                  </a:lnTo>
                  <a:lnTo>
                    <a:pt x="325729" y="37385"/>
                  </a:lnTo>
                  <a:lnTo>
                    <a:pt x="276546" y="29158"/>
                  </a:lnTo>
                  <a:lnTo>
                    <a:pt x="227126" y="22534"/>
                  </a:lnTo>
                  <a:lnTo>
                    <a:pt x="177486" y="17063"/>
                  </a:lnTo>
                  <a:lnTo>
                    <a:pt x="127645" y="12292"/>
                  </a:lnTo>
                  <a:lnTo>
                    <a:pt x="77621" y="7770"/>
                  </a:lnTo>
                  <a:lnTo>
                    <a:pt x="27432" y="3047"/>
                  </a:lnTo>
                  <a:lnTo>
                    <a:pt x="9144" y="0"/>
                  </a:lnTo>
                  <a:lnTo>
                    <a:pt x="0" y="56388"/>
                  </a:lnTo>
                  <a:lnTo>
                    <a:pt x="8382" y="57912"/>
                  </a:lnTo>
                  <a:lnTo>
                    <a:pt x="19050" y="59436"/>
                  </a:lnTo>
                  <a:lnTo>
                    <a:pt x="70211" y="64570"/>
                  </a:lnTo>
                  <a:lnTo>
                    <a:pt x="121114" y="69280"/>
                  </a:lnTo>
                  <a:lnTo>
                    <a:pt x="171757" y="74114"/>
                  </a:lnTo>
                  <a:lnTo>
                    <a:pt x="222141" y="79620"/>
                  </a:lnTo>
                  <a:lnTo>
                    <a:pt x="272265" y="86345"/>
                  </a:lnTo>
                  <a:lnTo>
                    <a:pt x="322128" y="94837"/>
                  </a:lnTo>
                  <a:lnTo>
                    <a:pt x="371731" y="105645"/>
                  </a:lnTo>
                  <a:lnTo>
                    <a:pt x="421073" y="119316"/>
                  </a:lnTo>
                  <a:lnTo>
                    <a:pt x="470154" y="136397"/>
                  </a:lnTo>
                  <a:lnTo>
                    <a:pt x="486156" y="144017"/>
                  </a:lnTo>
                  <a:lnTo>
                    <a:pt x="502920" y="151637"/>
                  </a:lnTo>
                  <a:lnTo>
                    <a:pt x="557833" y="182971"/>
                  </a:lnTo>
                  <a:lnTo>
                    <a:pt x="596981" y="209927"/>
                  </a:lnTo>
                  <a:lnTo>
                    <a:pt x="635190" y="239048"/>
                  </a:lnTo>
                  <a:lnTo>
                    <a:pt x="672046" y="269254"/>
                  </a:lnTo>
                  <a:lnTo>
                    <a:pt x="707136" y="299465"/>
                  </a:lnTo>
                  <a:lnTo>
                    <a:pt x="761238" y="348234"/>
                  </a:lnTo>
                  <a:lnTo>
                    <a:pt x="801508" y="385802"/>
                  </a:lnTo>
                  <a:lnTo>
                    <a:pt x="841104" y="423903"/>
                  </a:lnTo>
                  <a:lnTo>
                    <a:pt x="918592" y="500167"/>
                  </a:lnTo>
                  <a:lnTo>
                    <a:pt x="968017" y="511259"/>
                  </a:lnTo>
                  <a:close/>
                </a:path>
                <a:path w="1051559" h="588644">
                  <a:moveTo>
                    <a:pt x="1029462" y="583384"/>
                  </a:moveTo>
                  <a:lnTo>
                    <a:pt x="1029462" y="528827"/>
                  </a:lnTo>
                  <a:lnTo>
                    <a:pt x="989838" y="570737"/>
                  </a:lnTo>
                  <a:lnTo>
                    <a:pt x="958596" y="539495"/>
                  </a:lnTo>
                  <a:lnTo>
                    <a:pt x="918592" y="500167"/>
                  </a:lnTo>
                  <a:lnTo>
                    <a:pt x="822198" y="478535"/>
                  </a:lnTo>
                  <a:lnTo>
                    <a:pt x="810946" y="478559"/>
                  </a:lnTo>
                  <a:lnTo>
                    <a:pt x="800766" y="482726"/>
                  </a:lnTo>
                  <a:lnTo>
                    <a:pt x="792730" y="490323"/>
                  </a:lnTo>
                  <a:lnTo>
                    <a:pt x="787908" y="500633"/>
                  </a:lnTo>
                  <a:lnTo>
                    <a:pt x="787931" y="511885"/>
                  </a:lnTo>
                  <a:lnTo>
                    <a:pt x="792099" y="522065"/>
                  </a:lnTo>
                  <a:lnTo>
                    <a:pt x="799695" y="530101"/>
                  </a:lnTo>
                  <a:lnTo>
                    <a:pt x="810006" y="534923"/>
                  </a:lnTo>
                  <a:lnTo>
                    <a:pt x="1029462" y="583384"/>
                  </a:lnTo>
                  <a:close/>
                </a:path>
                <a:path w="1051559" h="588644">
                  <a:moveTo>
                    <a:pt x="1015746" y="543335"/>
                  </a:moveTo>
                  <a:lnTo>
                    <a:pt x="1015746" y="521969"/>
                  </a:lnTo>
                  <a:lnTo>
                    <a:pt x="982218" y="557783"/>
                  </a:lnTo>
                  <a:lnTo>
                    <a:pt x="968017" y="511259"/>
                  </a:lnTo>
                  <a:lnTo>
                    <a:pt x="918592" y="500167"/>
                  </a:lnTo>
                  <a:lnTo>
                    <a:pt x="958596" y="539495"/>
                  </a:lnTo>
                  <a:lnTo>
                    <a:pt x="989838" y="570737"/>
                  </a:lnTo>
                  <a:lnTo>
                    <a:pt x="1015746" y="543335"/>
                  </a:lnTo>
                  <a:close/>
                </a:path>
                <a:path w="1051559" h="588644">
                  <a:moveTo>
                    <a:pt x="1051560" y="588263"/>
                  </a:moveTo>
                  <a:lnTo>
                    <a:pt x="979170" y="351281"/>
                  </a:lnTo>
                  <a:lnTo>
                    <a:pt x="973788" y="341554"/>
                  </a:lnTo>
                  <a:lnTo>
                    <a:pt x="965263" y="334613"/>
                  </a:lnTo>
                  <a:lnTo>
                    <a:pt x="954738" y="331243"/>
                  </a:lnTo>
                  <a:lnTo>
                    <a:pt x="943356" y="332231"/>
                  </a:lnTo>
                  <a:lnTo>
                    <a:pt x="933307" y="337935"/>
                  </a:lnTo>
                  <a:lnTo>
                    <a:pt x="926401" y="346424"/>
                  </a:lnTo>
                  <a:lnTo>
                    <a:pt x="923210" y="356770"/>
                  </a:lnTo>
                  <a:lnTo>
                    <a:pt x="924306" y="368045"/>
                  </a:lnTo>
                  <a:lnTo>
                    <a:pt x="949576" y="450839"/>
                  </a:lnTo>
                  <a:lnTo>
                    <a:pt x="998220" y="499109"/>
                  </a:lnTo>
                  <a:lnTo>
                    <a:pt x="1011936" y="512063"/>
                  </a:lnTo>
                  <a:lnTo>
                    <a:pt x="1024890" y="525018"/>
                  </a:lnTo>
                  <a:lnTo>
                    <a:pt x="1029462" y="528827"/>
                  </a:lnTo>
                  <a:lnTo>
                    <a:pt x="1029462" y="583384"/>
                  </a:lnTo>
                  <a:lnTo>
                    <a:pt x="1051560" y="588263"/>
                  </a:lnTo>
                  <a:close/>
                </a:path>
                <a:path w="1051559" h="588644">
                  <a:moveTo>
                    <a:pt x="1029462" y="528827"/>
                  </a:moveTo>
                  <a:lnTo>
                    <a:pt x="1024890" y="525018"/>
                  </a:lnTo>
                  <a:lnTo>
                    <a:pt x="1011936" y="512063"/>
                  </a:lnTo>
                  <a:lnTo>
                    <a:pt x="998220" y="499109"/>
                  </a:lnTo>
                  <a:lnTo>
                    <a:pt x="949576" y="450839"/>
                  </a:lnTo>
                  <a:lnTo>
                    <a:pt x="968017" y="511259"/>
                  </a:lnTo>
                  <a:lnTo>
                    <a:pt x="1015746" y="521969"/>
                  </a:lnTo>
                  <a:lnTo>
                    <a:pt x="1015746" y="543335"/>
                  </a:lnTo>
                  <a:lnTo>
                    <a:pt x="1029462" y="528827"/>
                  </a:lnTo>
                  <a:close/>
                </a:path>
                <a:path w="1051559" h="588644">
                  <a:moveTo>
                    <a:pt x="1015746" y="521969"/>
                  </a:moveTo>
                  <a:lnTo>
                    <a:pt x="968017" y="511259"/>
                  </a:lnTo>
                  <a:lnTo>
                    <a:pt x="982218" y="557783"/>
                  </a:lnTo>
                  <a:lnTo>
                    <a:pt x="1015746" y="521969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681226" y="5063744"/>
            <a:ext cx="11703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latin typeface="Times New Roman"/>
                <a:cs typeface="Times New Roman"/>
              </a:rPr>
              <a:t>Regulators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6383" y="1420367"/>
            <a:ext cx="1152144" cy="23774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72922" y="1339850"/>
            <a:ext cx="114109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latin typeface="Times New Roman"/>
                <a:cs typeface="Times New Roman"/>
              </a:rPr>
              <a:t>Customers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03910" y="1740407"/>
            <a:ext cx="1039367" cy="1036320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3627120" y="2103120"/>
            <a:ext cx="1115695" cy="585470"/>
            <a:chOff x="3627120" y="2103120"/>
            <a:chExt cx="1115695" cy="585470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27120" y="2103120"/>
              <a:ext cx="1115567" cy="58521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291583" y="2679191"/>
              <a:ext cx="55244" cy="0"/>
            </a:xfrm>
            <a:custGeom>
              <a:avLst/>
              <a:gdLst/>
              <a:ahLst/>
              <a:cxnLst/>
              <a:rect l="l" t="t" r="r" b="b"/>
              <a:pathLst>
                <a:path w="55245" h="0">
                  <a:moveTo>
                    <a:pt x="0" y="0"/>
                  </a:moveTo>
                  <a:lnTo>
                    <a:pt x="54864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630547" y="2022601"/>
            <a:ext cx="108458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4460"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latin typeface="Times New Roman"/>
                <a:cs typeface="Times New Roman"/>
              </a:rPr>
              <a:t>Project </a:t>
            </a:r>
            <a:r>
              <a:rPr dirty="0" sz="2000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Managers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99666" y="2228100"/>
            <a:ext cx="1631950" cy="1218565"/>
          </a:xfrm>
          <a:custGeom>
            <a:avLst/>
            <a:gdLst/>
            <a:ahLst/>
            <a:cxnLst/>
            <a:rect l="l" t="t" r="r" b="b"/>
            <a:pathLst>
              <a:path w="1631950" h="1218564">
                <a:moveTo>
                  <a:pt x="1624584" y="1162050"/>
                </a:moveTo>
                <a:lnTo>
                  <a:pt x="1546085" y="1154938"/>
                </a:lnTo>
                <a:lnTo>
                  <a:pt x="1497114" y="1151864"/>
                </a:lnTo>
                <a:lnTo>
                  <a:pt x="1447965" y="1148867"/>
                </a:lnTo>
                <a:lnTo>
                  <a:pt x="1398701" y="1145819"/>
                </a:lnTo>
                <a:lnTo>
                  <a:pt x="1349387" y="1142568"/>
                </a:lnTo>
                <a:lnTo>
                  <a:pt x="1300048" y="1138974"/>
                </a:lnTo>
                <a:lnTo>
                  <a:pt x="1250734" y="1134922"/>
                </a:lnTo>
                <a:lnTo>
                  <a:pt x="1201508" y="1130261"/>
                </a:lnTo>
                <a:lnTo>
                  <a:pt x="1152410" y="1124851"/>
                </a:lnTo>
                <a:lnTo>
                  <a:pt x="1103503" y="1118565"/>
                </a:lnTo>
                <a:lnTo>
                  <a:pt x="1054811" y="1111250"/>
                </a:lnTo>
                <a:lnTo>
                  <a:pt x="1006411" y="1102779"/>
                </a:lnTo>
                <a:lnTo>
                  <a:pt x="958329" y="1093025"/>
                </a:lnTo>
                <a:lnTo>
                  <a:pt x="910615" y="1081836"/>
                </a:lnTo>
                <a:lnTo>
                  <a:pt x="863346" y="1069086"/>
                </a:lnTo>
                <a:lnTo>
                  <a:pt x="813054" y="1052322"/>
                </a:lnTo>
                <a:lnTo>
                  <a:pt x="768261" y="1034338"/>
                </a:lnTo>
                <a:lnTo>
                  <a:pt x="723709" y="1014768"/>
                </a:lnTo>
                <a:lnTo>
                  <a:pt x="679399" y="993762"/>
                </a:lnTo>
                <a:lnTo>
                  <a:pt x="635330" y="971448"/>
                </a:lnTo>
                <a:lnTo>
                  <a:pt x="591502" y="947966"/>
                </a:lnTo>
                <a:lnTo>
                  <a:pt x="547928" y="923467"/>
                </a:lnTo>
                <a:lnTo>
                  <a:pt x="504609" y="898080"/>
                </a:lnTo>
                <a:lnTo>
                  <a:pt x="461556" y="871956"/>
                </a:lnTo>
                <a:lnTo>
                  <a:pt x="418769" y="845223"/>
                </a:lnTo>
                <a:lnTo>
                  <a:pt x="376262" y="818019"/>
                </a:lnTo>
                <a:lnTo>
                  <a:pt x="334035" y="790498"/>
                </a:lnTo>
                <a:lnTo>
                  <a:pt x="292087" y="762787"/>
                </a:lnTo>
                <a:lnTo>
                  <a:pt x="148209" y="666775"/>
                </a:lnTo>
                <a:lnTo>
                  <a:pt x="246126" y="669036"/>
                </a:lnTo>
                <a:lnTo>
                  <a:pt x="257390" y="667321"/>
                </a:lnTo>
                <a:lnTo>
                  <a:pt x="266598" y="661606"/>
                </a:lnTo>
                <a:lnTo>
                  <a:pt x="272796" y="652741"/>
                </a:lnTo>
                <a:lnTo>
                  <a:pt x="275082" y="641604"/>
                </a:lnTo>
                <a:lnTo>
                  <a:pt x="273367" y="630313"/>
                </a:lnTo>
                <a:lnTo>
                  <a:pt x="267652" y="621030"/>
                </a:lnTo>
                <a:lnTo>
                  <a:pt x="258787" y="614591"/>
                </a:lnTo>
                <a:lnTo>
                  <a:pt x="247650" y="611886"/>
                </a:lnTo>
                <a:lnTo>
                  <a:pt x="55626" y="607161"/>
                </a:lnTo>
                <a:lnTo>
                  <a:pt x="55626" y="674370"/>
                </a:lnTo>
                <a:lnTo>
                  <a:pt x="36576" y="662178"/>
                </a:lnTo>
                <a:lnTo>
                  <a:pt x="47244" y="668997"/>
                </a:lnTo>
                <a:lnTo>
                  <a:pt x="55626" y="674370"/>
                </a:lnTo>
                <a:lnTo>
                  <a:pt x="55626" y="607161"/>
                </a:lnTo>
                <a:lnTo>
                  <a:pt x="0" y="605790"/>
                </a:lnTo>
                <a:lnTo>
                  <a:pt x="32766" y="667245"/>
                </a:lnTo>
                <a:lnTo>
                  <a:pt x="116586" y="824484"/>
                </a:lnTo>
                <a:lnTo>
                  <a:pt x="123494" y="833120"/>
                </a:lnTo>
                <a:lnTo>
                  <a:pt x="133057" y="838200"/>
                </a:lnTo>
                <a:lnTo>
                  <a:pt x="143903" y="839266"/>
                </a:lnTo>
                <a:lnTo>
                  <a:pt x="154686" y="835914"/>
                </a:lnTo>
                <a:lnTo>
                  <a:pt x="163766" y="828992"/>
                </a:lnTo>
                <a:lnTo>
                  <a:pt x="169062" y="819429"/>
                </a:lnTo>
                <a:lnTo>
                  <a:pt x="170218" y="808583"/>
                </a:lnTo>
                <a:lnTo>
                  <a:pt x="166878" y="797814"/>
                </a:lnTo>
                <a:lnTo>
                  <a:pt x="125907" y="720572"/>
                </a:lnTo>
                <a:lnTo>
                  <a:pt x="96735" y="701268"/>
                </a:lnTo>
                <a:lnTo>
                  <a:pt x="96862" y="701344"/>
                </a:lnTo>
                <a:lnTo>
                  <a:pt x="125907" y="720572"/>
                </a:lnTo>
                <a:lnTo>
                  <a:pt x="138379" y="728827"/>
                </a:lnTo>
                <a:lnTo>
                  <a:pt x="264490" y="812888"/>
                </a:lnTo>
                <a:lnTo>
                  <a:pt x="307073" y="840968"/>
                </a:lnTo>
                <a:lnTo>
                  <a:pt x="349923" y="868870"/>
                </a:lnTo>
                <a:lnTo>
                  <a:pt x="393052" y="896416"/>
                </a:lnTo>
                <a:lnTo>
                  <a:pt x="436460" y="923505"/>
                </a:lnTo>
                <a:lnTo>
                  <a:pt x="480148" y="949972"/>
                </a:lnTo>
                <a:lnTo>
                  <a:pt x="524116" y="975690"/>
                </a:lnTo>
                <a:lnTo>
                  <a:pt x="568375" y="1000518"/>
                </a:lnTo>
                <a:lnTo>
                  <a:pt x="612914" y="1024318"/>
                </a:lnTo>
                <a:lnTo>
                  <a:pt x="657745" y="1046937"/>
                </a:lnTo>
                <a:lnTo>
                  <a:pt x="702868" y="1068260"/>
                </a:lnTo>
                <a:lnTo>
                  <a:pt x="748284" y="1088136"/>
                </a:lnTo>
                <a:lnTo>
                  <a:pt x="794004" y="1106424"/>
                </a:lnTo>
                <a:lnTo>
                  <a:pt x="848106" y="1123950"/>
                </a:lnTo>
                <a:lnTo>
                  <a:pt x="896785" y="1137094"/>
                </a:lnTo>
                <a:lnTo>
                  <a:pt x="945629" y="1148600"/>
                </a:lnTo>
                <a:lnTo>
                  <a:pt x="994600" y="1158633"/>
                </a:lnTo>
                <a:lnTo>
                  <a:pt x="1043711" y="1167307"/>
                </a:lnTo>
                <a:lnTo>
                  <a:pt x="1092949" y="1174788"/>
                </a:lnTo>
                <a:lnTo>
                  <a:pt x="1142288" y="1181214"/>
                </a:lnTo>
                <a:lnTo>
                  <a:pt x="1191717" y="1186726"/>
                </a:lnTo>
                <a:lnTo>
                  <a:pt x="1241247" y="1191475"/>
                </a:lnTo>
                <a:lnTo>
                  <a:pt x="1290853" y="1195603"/>
                </a:lnTo>
                <a:lnTo>
                  <a:pt x="1340523" y="1199248"/>
                </a:lnTo>
                <a:lnTo>
                  <a:pt x="1390256" y="1202563"/>
                </a:lnTo>
                <a:lnTo>
                  <a:pt x="1440027" y="1205687"/>
                </a:lnTo>
                <a:lnTo>
                  <a:pt x="1489837" y="1208773"/>
                </a:lnTo>
                <a:lnTo>
                  <a:pt x="1539671" y="1211961"/>
                </a:lnTo>
                <a:lnTo>
                  <a:pt x="1589532" y="1215390"/>
                </a:lnTo>
                <a:lnTo>
                  <a:pt x="1604010" y="1216914"/>
                </a:lnTo>
                <a:lnTo>
                  <a:pt x="1617726" y="1218438"/>
                </a:lnTo>
                <a:lnTo>
                  <a:pt x="1624584" y="1162050"/>
                </a:lnTo>
                <a:close/>
              </a:path>
              <a:path w="1631950" h="1218564">
                <a:moveTo>
                  <a:pt x="1631442" y="624840"/>
                </a:moveTo>
                <a:lnTo>
                  <a:pt x="1576578" y="519506"/>
                </a:lnTo>
                <a:lnTo>
                  <a:pt x="1576578" y="556260"/>
                </a:lnTo>
                <a:lnTo>
                  <a:pt x="1535379" y="528916"/>
                </a:lnTo>
                <a:lnTo>
                  <a:pt x="1535544" y="529018"/>
                </a:lnTo>
                <a:lnTo>
                  <a:pt x="1576578" y="556260"/>
                </a:lnTo>
                <a:lnTo>
                  <a:pt x="1576578" y="519506"/>
                </a:lnTo>
                <a:lnTo>
                  <a:pt x="1517142" y="405384"/>
                </a:lnTo>
                <a:lnTo>
                  <a:pt x="1509776" y="396735"/>
                </a:lnTo>
                <a:lnTo>
                  <a:pt x="1499997" y="391668"/>
                </a:lnTo>
                <a:lnTo>
                  <a:pt x="1489062" y="390588"/>
                </a:lnTo>
                <a:lnTo>
                  <a:pt x="1478280" y="393954"/>
                </a:lnTo>
                <a:lnTo>
                  <a:pt x="1469618" y="400862"/>
                </a:lnTo>
                <a:lnTo>
                  <a:pt x="1464462" y="410425"/>
                </a:lnTo>
                <a:lnTo>
                  <a:pt x="1463167" y="421271"/>
                </a:lnTo>
                <a:lnTo>
                  <a:pt x="1466088" y="432054"/>
                </a:lnTo>
                <a:lnTo>
                  <a:pt x="1506740" y="509663"/>
                </a:lnTo>
                <a:lnTo>
                  <a:pt x="1493989" y="501091"/>
                </a:lnTo>
                <a:lnTo>
                  <a:pt x="1368450" y="416077"/>
                </a:lnTo>
                <a:lnTo>
                  <a:pt x="1326134" y="387680"/>
                </a:lnTo>
                <a:lnTo>
                  <a:pt x="1283550" y="359486"/>
                </a:lnTo>
                <a:lnTo>
                  <a:pt x="1240701" y="331609"/>
                </a:lnTo>
                <a:lnTo>
                  <a:pt x="1197559" y="304215"/>
                </a:lnTo>
                <a:lnTo>
                  <a:pt x="1154150" y="277418"/>
                </a:lnTo>
                <a:lnTo>
                  <a:pt x="1110424" y="251358"/>
                </a:lnTo>
                <a:lnTo>
                  <a:pt x="1066393" y="226161"/>
                </a:lnTo>
                <a:lnTo>
                  <a:pt x="1022045" y="201993"/>
                </a:lnTo>
                <a:lnTo>
                  <a:pt x="977366" y="178955"/>
                </a:lnTo>
                <a:lnTo>
                  <a:pt x="932345" y="157213"/>
                </a:lnTo>
                <a:lnTo>
                  <a:pt x="886980" y="136880"/>
                </a:lnTo>
                <a:lnTo>
                  <a:pt x="841248" y="118110"/>
                </a:lnTo>
                <a:lnTo>
                  <a:pt x="787146" y="100584"/>
                </a:lnTo>
                <a:lnTo>
                  <a:pt x="739013" y="86956"/>
                </a:lnTo>
                <a:lnTo>
                  <a:pt x="690575" y="75006"/>
                </a:lnTo>
                <a:lnTo>
                  <a:pt x="641883" y="64592"/>
                </a:lnTo>
                <a:lnTo>
                  <a:pt x="592937" y="55537"/>
                </a:lnTo>
                <a:lnTo>
                  <a:pt x="543788" y="47701"/>
                </a:lnTo>
                <a:lnTo>
                  <a:pt x="494449" y="40944"/>
                </a:lnTo>
                <a:lnTo>
                  <a:pt x="444957" y="35102"/>
                </a:lnTo>
                <a:lnTo>
                  <a:pt x="395351" y="30010"/>
                </a:lnTo>
                <a:lnTo>
                  <a:pt x="345655" y="25539"/>
                </a:lnTo>
                <a:lnTo>
                  <a:pt x="295897" y="21526"/>
                </a:lnTo>
                <a:lnTo>
                  <a:pt x="246100" y="17830"/>
                </a:lnTo>
                <a:lnTo>
                  <a:pt x="146558" y="10731"/>
                </a:lnTo>
                <a:lnTo>
                  <a:pt x="96850" y="7035"/>
                </a:lnTo>
                <a:lnTo>
                  <a:pt x="47244" y="3048"/>
                </a:lnTo>
                <a:lnTo>
                  <a:pt x="32004" y="1524"/>
                </a:lnTo>
                <a:lnTo>
                  <a:pt x="19050" y="0"/>
                </a:lnTo>
                <a:lnTo>
                  <a:pt x="11430" y="56388"/>
                </a:lnTo>
                <a:lnTo>
                  <a:pt x="25146" y="57912"/>
                </a:lnTo>
                <a:lnTo>
                  <a:pt x="41148" y="60198"/>
                </a:lnTo>
                <a:lnTo>
                  <a:pt x="90144" y="63982"/>
                </a:lnTo>
                <a:lnTo>
                  <a:pt x="139242" y="67500"/>
                </a:lnTo>
                <a:lnTo>
                  <a:pt x="237553" y="74307"/>
                </a:lnTo>
                <a:lnTo>
                  <a:pt x="286715" y="77889"/>
                </a:lnTo>
                <a:lnTo>
                  <a:pt x="335851" y="81788"/>
                </a:lnTo>
                <a:lnTo>
                  <a:pt x="384924" y="86156"/>
                </a:lnTo>
                <a:lnTo>
                  <a:pt x="433908" y="91122"/>
                </a:lnTo>
                <a:lnTo>
                  <a:pt x="482765" y="96862"/>
                </a:lnTo>
                <a:lnTo>
                  <a:pt x="531495" y="103492"/>
                </a:lnTo>
                <a:lnTo>
                  <a:pt x="580034" y="111188"/>
                </a:lnTo>
                <a:lnTo>
                  <a:pt x="628370" y="120078"/>
                </a:lnTo>
                <a:lnTo>
                  <a:pt x="676490" y="130327"/>
                </a:lnTo>
                <a:lnTo>
                  <a:pt x="724331" y="142062"/>
                </a:lnTo>
                <a:lnTo>
                  <a:pt x="771906" y="155448"/>
                </a:lnTo>
                <a:lnTo>
                  <a:pt x="822198" y="172212"/>
                </a:lnTo>
                <a:lnTo>
                  <a:pt x="866686" y="190500"/>
                </a:lnTo>
                <a:lnTo>
                  <a:pt x="910971" y="210400"/>
                </a:lnTo>
                <a:lnTo>
                  <a:pt x="955027" y="231762"/>
                </a:lnTo>
                <a:lnTo>
                  <a:pt x="998867" y="254444"/>
                </a:lnTo>
                <a:lnTo>
                  <a:pt x="1042466" y="278307"/>
                </a:lnTo>
                <a:lnTo>
                  <a:pt x="1085824" y="303199"/>
                </a:lnTo>
                <a:lnTo>
                  <a:pt x="1128928" y="328968"/>
                </a:lnTo>
                <a:lnTo>
                  <a:pt x="1171778" y="355485"/>
                </a:lnTo>
                <a:lnTo>
                  <a:pt x="1214374" y="382587"/>
                </a:lnTo>
                <a:lnTo>
                  <a:pt x="1256677" y="410159"/>
                </a:lnTo>
                <a:lnTo>
                  <a:pt x="1298714" y="438023"/>
                </a:lnTo>
                <a:lnTo>
                  <a:pt x="1340446" y="466039"/>
                </a:lnTo>
                <a:lnTo>
                  <a:pt x="1463865" y="549630"/>
                </a:lnTo>
                <a:lnTo>
                  <a:pt x="1483880" y="563067"/>
                </a:lnTo>
                <a:lnTo>
                  <a:pt x="1386078" y="560070"/>
                </a:lnTo>
                <a:lnTo>
                  <a:pt x="1374787" y="561784"/>
                </a:lnTo>
                <a:lnTo>
                  <a:pt x="1365504" y="567499"/>
                </a:lnTo>
                <a:lnTo>
                  <a:pt x="1359065" y="576351"/>
                </a:lnTo>
                <a:lnTo>
                  <a:pt x="1356360" y="587502"/>
                </a:lnTo>
                <a:lnTo>
                  <a:pt x="1358176" y="598462"/>
                </a:lnTo>
                <a:lnTo>
                  <a:pt x="1364068" y="607783"/>
                </a:lnTo>
                <a:lnTo>
                  <a:pt x="1372958" y="614387"/>
                </a:lnTo>
                <a:lnTo>
                  <a:pt x="1383792" y="617220"/>
                </a:lnTo>
                <a:lnTo>
                  <a:pt x="1598676" y="623824"/>
                </a:lnTo>
                <a:lnTo>
                  <a:pt x="1631442" y="62484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/>
          <p:cNvGrpSpPr/>
          <p:nvPr/>
        </p:nvGrpSpPr>
        <p:grpSpPr>
          <a:xfrm>
            <a:off x="1662683" y="2745485"/>
            <a:ext cx="4186554" cy="2287905"/>
            <a:chOff x="1662683" y="2745485"/>
            <a:chExt cx="4186554" cy="2287905"/>
          </a:xfrm>
        </p:grpSpPr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37026" y="2745485"/>
              <a:ext cx="1051560" cy="140436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987789" y="2923793"/>
              <a:ext cx="2861310" cy="2007235"/>
            </a:xfrm>
            <a:custGeom>
              <a:avLst/>
              <a:gdLst/>
              <a:ahLst/>
              <a:cxnLst/>
              <a:rect l="l" t="t" r="r" b="b"/>
              <a:pathLst>
                <a:path w="2861310" h="2007235">
                  <a:moveTo>
                    <a:pt x="2586228" y="1714512"/>
                  </a:moveTo>
                  <a:lnTo>
                    <a:pt x="2570226" y="1658886"/>
                  </a:lnTo>
                  <a:lnTo>
                    <a:pt x="2551938" y="1664220"/>
                  </a:lnTo>
                  <a:lnTo>
                    <a:pt x="2531364" y="1671078"/>
                  </a:lnTo>
                  <a:lnTo>
                    <a:pt x="2484780" y="1687436"/>
                  </a:lnTo>
                  <a:lnTo>
                    <a:pt x="2438323" y="1704035"/>
                  </a:lnTo>
                  <a:lnTo>
                    <a:pt x="2391956" y="1720799"/>
                  </a:lnTo>
                  <a:lnTo>
                    <a:pt x="2299385" y="1754428"/>
                  </a:lnTo>
                  <a:lnTo>
                    <a:pt x="2253119" y="1771129"/>
                  </a:lnTo>
                  <a:lnTo>
                    <a:pt x="2206828" y="1787613"/>
                  </a:lnTo>
                  <a:lnTo>
                    <a:pt x="2160473" y="1803819"/>
                  </a:lnTo>
                  <a:lnTo>
                    <a:pt x="2114029" y="1819643"/>
                  </a:lnTo>
                  <a:lnTo>
                    <a:pt x="2067458" y="1834997"/>
                  </a:lnTo>
                  <a:lnTo>
                    <a:pt x="2020747" y="1849805"/>
                  </a:lnTo>
                  <a:lnTo>
                    <a:pt x="1973846" y="1863966"/>
                  </a:lnTo>
                  <a:lnTo>
                    <a:pt x="1926729" y="1877390"/>
                  </a:lnTo>
                  <a:lnTo>
                    <a:pt x="1879384" y="1889988"/>
                  </a:lnTo>
                  <a:lnTo>
                    <a:pt x="1831746" y="1901672"/>
                  </a:lnTo>
                  <a:lnTo>
                    <a:pt x="1783816" y="1912353"/>
                  </a:lnTo>
                  <a:lnTo>
                    <a:pt x="1735543" y="1921954"/>
                  </a:lnTo>
                  <a:lnTo>
                    <a:pt x="1686902" y="1930374"/>
                  </a:lnTo>
                  <a:lnTo>
                    <a:pt x="1637868" y="1937524"/>
                  </a:lnTo>
                  <a:lnTo>
                    <a:pt x="1588401" y="1943328"/>
                  </a:lnTo>
                  <a:lnTo>
                    <a:pt x="1538478" y="1947684"/>
                  </a:lnTo>
                  <a:lnTo>
                    <a:pt x="1498092" y="1949208"/>
                  </a:lnTo>
                  <a:lnTo>
                    <a:pt x="1458468" y="1949970"/>
                  </a:lnTo>
                  <a:lnTo>
                    <a:pt x="1418082" y="1949208"/>
                  </a:lnTo>
                  <a:lnTo>
                    <a:pt x="1370037" y="1946871"/>
                  </a:lnTo>
                  <a:lnTo>
                    <a:pt x="1321689" y="1943277"/>
                  </a:lnTo>
                  <a:lnTo>
                    <a:pt x="1273124" y="1938528"/>
                  </a:lnTo>
                  <a:lnTo>
                    <a:pt x="1224394" y="1932749"/>
                  </a:lnTo>
                  <a:lnTo>
                    <a:pt x="1175600" y="1926018"/>
                  </a:lnTo>
                  <a:lnTo>
                    <a:pt x="1126794" y="1918474"/>
                  </a:lnTo>
                  <a:lnTo>
                    <a:pt x="1078052" y="1910207"/>
                  </a:lnTo>
                  <a:lnTo>
                    <a:pt x="1029449" y="1901342"/>
                  </a:lnTo>
                  <a:lnTo>
                    <a:pt x="981049" y="1891969"/>
                  </a:lnTo>
                  <a:lnTo>
                    <a:pt x="932929" y="1882203"/>
                  </a:lnTo>
                  <a:lnTo>
                    <a:pt x="885164" y="1872157"/>
                  </a:lnTo>
                  <a:lnTo>
                    <a:pt x="837819" y="1861947"/>
                  </a:lnTo>
                  <a:lnTo>
                    <a:pt x="790956" y="1851672"/>
                  </a:lnTo>
                  <a:lnTo>
                    <a:pt x="688848" y="1827288"/>
                  </a:lnTo>
                  <a:lnTo>
                    <a:pt x="587502" y="1802904"/>
                  </a:lnTo>
                  <a:lnTo>
                    <a:pt x="537679" y="1790369"/>
                  </a:lnTo>
                  <a:lnTo>
                    <a:pt x="487883" y="1777707"/>
                  </a:lnTo>
                  <a:lnTo>
                    <a:pt x="438111" y="1764982"/>
                  </a:lnTo>
                  <a:lnTo>
                    <a:pt x="288836" y="1726603"/>
                  </a:lnTo>
                  <a:lnTo>
                    <a:pt x="239064" y="1713852"/>
                  </a:lnTo>
                  <a:lnTo>
                    <a:pt x="189268" y="1701165"/>
                  </a:lnTo>
                  <a:lnTo>
                    <a:pt x="160921" y="1694014"/>
                  </a:lnTo>
                  <a:lnTo>
                    <a:pt x="252984" y="1663458"/>
                  </a:lnTo>
                  <a:lnTo>
                    <a:pt x="263029" y="1658073"/>
                  </a:lnTo>
                  <a:lnTo>
                    <a:pt x="269849" y="1649552"/>
                  </a:lnTo>
                  <a:lnTo>
                    <a:pt x="272808" y="1639023"/>
                  </a:lnTo>
                  <a:lnTo>
                    <a:pt x="271272" y="1627644"/>
                  </a:lnTo>
                  <a:lnTo>
                    <a:pt x="265785" y="1617713"/>
                  </a:lnTo>
                  <a:lnTo>
                    <a:pt x="257086" y="1611071"/>
                  </a:lnTo>
                  <a:lnTo>
                    <a:pt x="246519" y="1608137"/>
                  </a:lnTo>
                  <a:lnTo>
                    <a:pt x="235458" y="1609356"/>
                  </a:lnTo>
                  <a:lnTo>
                    <a:pt x="0" y="1686318"/>
                  </a:lnTo>
                  <a:lnTo>
                    <a:pt x="49530" y="1731505"/>
                  </a:lnTo>
                  <a:lnTo>
                    <a:pt x="182880" y="1853196"/>
                  </a:lnTo>
                  <a:lnTo>
                    <a:pt x="192836" y="1859064"/>
                  </a:lnTo>
                  <a:lnTo>
                    <a:pt x="203644" y="1860715"/>
                  </a:lnTo>
                  <a:lnTo>
                    <a:pt x="214172" y="1858225"/>
                  </a:lnTo>
                  <a:lnTo>
                    <a:pt x="223266" y="1851672"/>
                  </a:lnTo>
                  <a:lnTo>
                    <a:pt x="229146" y="1841715"/>
                  </a:lnTo>
                  <a:lnTo>
                    <a:pt x="230797" y="1830908"/>
                  </a:lnTo>
                  <a:lnTo>
                    <a:pt x="228307" y="1820379"/>
                  </a:lnTo>
                  <a:lnTo>
                    <a:pt x="221742" y="1811286"/>
                  </a:lnTo>
                  <a:lnTo>
                    <a:pt x="156705" y="1751965"/>
                  </a:lnTo>
                  <a:lnTo>
                    <a:pt x="175768" y="1756727"/>
                  </a:lnTo>
                  <a:lnTo>
                    <a:pt x="225755" y="1769402"/>
                  </a:lnTo>
                  <a:lnTo>
                    <a:pt x="275729" y="1782203"/>
                  </a:lnTo>
                  <a:lnTo>
                    <a:pt x="425602" y="1820837"/>
                  </a:lnTo>
                  <a:lnTo>
                    <a:pt x="475589" y="1833626"/>
                  </a:lnTo>
                  <a:lnTo>
                    <a:pt x="525589" y="1846275"/>
                  </a:lnTo>
                  <a:lnTo>
                    <a:pt x="575640" y="1858733"/>
                  </a:lnTo>
                  <a:lnTo>
                    <a:pt x="625741" y="1870964"/>
                  </a:lnTo>
                  <a:lnTo>
                    <a:pt x="675894" y="1882914"/>
                  </a:lnTo>
                  <a:lnTo>
                    <a:pt x="778764" y="1907298"/>
                  </a:lnTo>
                  <a:lnTo>
                    <a:pt x="882396" y="1930158"/>
                  </a:lnTo>
                  <a:lnTo>
                    <a:pt x="929817" y="1939886"/>
                  </a:lnTo>
                  <a:lnTo>
                    <a:pt x="977760" y="1949450"/>
                  </a:lnTo>
                  <a:lnTo>
                    <a:pt x="1026147" y="1958733"/>
                  </a:lnTo>
                  <a:lnTo>
                    <a:pt x="1074864" y="1967585"/>
                  </a:lnTo>
                  <a:lnTo>
                    <a:pt x="1123835" y="1975866"/>
                  </a:lnTo>
                  <a:lnTo>
                    <a:pt x="1172959" y="1983460"/>
                  </a:lnTo>
                  <a:lnTo>
                    <a:pt x="1222121" y="1990229"/>
                  </a:lnTo>
                  <a:lnTo>
                    <a:pt x="1271231" y="1996046"/>
                  </a:lnTo>
                  <a:lnTo>
                    <a:pt x="1320203" y="2000758"/>
                  </a:lnTo>
                  <a:lnTo>
                    <a:pt x="1368933" y="2004237"/>
                  </a:lnTo>
                  <a:lnTo>
                    <a:pt x="1417320" y="2006358"/>
                  </a:lnTo>
                  <a:lnTo>
                    <a:pt x="1459992" y="2007120"/>
                  </a:lnTo>
                  <a:lnTo>
                    <a:pt x="1501140" y="2006358"/>
                  </a:lnTo>
                  <a:lnTo>
                    <a:pt x="1543050" y="2004834"/>
                  </a:lnTo>
                  <a:lnTo>
                    <a:pt x="1593532" y="2000351"/>
                  </a:lnTo>
                  <a:lnTo>
                    <a:pt x="1643570" y="1994446"/>
                  </a:lnTo>
                  <a:lnTo>
                    <a:pt x="1693176" y="1987219"/>
                  </a:lnTo>
                  <a:lnTo>
                    <a:pt x="1742389" y="1978736"/>
                  </a:lnTo>
                  <a:lnTo>
                    <a:pt x="1791258" y="1969084"/>
                  </a:lnTo>
                  <a:lnTo>
                    <a:pt x="1839785" y="1958352"/>
                  </a:lnTo>
                  <a:lnTo>
                    <a:pt x="1888007" y="1946630"/>
                  </a:lnTo>
                  <a:lnTo>
                    <a:pt x="1935962" y="1933994"/>
                  </a:lnTo>
                  <a:lnTo>
                    <a:pt x="1983676" y="1920532"/>
                  </a:lnTo>
                  <a:lnTo>
                    <a:pt x="2031187" y="1906320"/>
                  </a:lnTo>
                  <a:lnTo>
                    <a:pt x="2078507" y="1891449"/>
                  </a:lnTo>
                  <a:lnTo>
                    <a:pt x="2125662" y="1876005"/>
                  </a:lnTo>
                  <a:lnTo>
                    <a:pt x="2172703" y="1860080"/>
                  </a:lnTo>
                  <a:lnTo>
                    <a:pt x="2219655" y="1843747"/>
                  </a:lnTo>
                  <a:lnTo>
                    <a:pt x="2266543" y="1827098"/>
                  </a:lnTo>
                  <a:lnTo>
                    <a:pt x="2313381" y="1810207"/>
                  </a:lnTo>
                  <a:lnTo>
                    <a:pt x="2454021" y="1758962"/>
                  </a:lnTo>
                  <a:lnTo>
                    <a:pt x="2501023" y="1741970"/>
                  </a:lnTo>
                  <a:lnTo>
                    <a:pt x="2548128" y="1725180"/>
                  </a:lnTo>
                  <a:lnTo>
                    <a:pt x="2567940" y="1719084"/>
                  </a:lnTo>
                  <a:lnTo>
                    <a:pt x="2586228" y="1714512"/>
                  </a:lnTo>
                  <a:close/>
                </a:path>
                <a:path w="2861310" h="2007235">
                  <a:moveTo>
                    <a:pt x="2836938" y="1168158"/>
                  </a:moveTo>
                  <a:lnTo>
                    <a:pt x="2743974" y="938796"/>
                  </a:lnTo>
                  <a:lnTo>
                    <a:pt x="2738043" y="929449"/>
                  </a:lnTo>
                  <a:lnTo>
                    <a:pt x="2729115" y="923455"/>
                  </a:lnTo>
                  <a:lnTo>
                    <a:pt x="2718460" y="921321"/>
                  </a:lnTo>
                  <a:lnTo>
                    <a:pt x="2707398" y="923556"/>
                  </a:lnTo>
                  <a:lnTo>
                    <a:pt x="2697607" y="929817"/>
                  </a:lnTo>
                  <a:lnTo>
                    <a:pt x="2691396" y="938796"/>
                  </a:lnTo>
                  <a:lnTo>
                    <a:pt x="2689174" y="949477"/>
                  </a:lnTo>
                  <a:lnTo>
                    <a:pt x="2691396" y="960894"/>
                  </a:lnTo>
                  <a:lnTo>
                    <a:pt x="2724086" y="1041298"/>
                  </a:lnTo>
                  <a:lnTo>
                    <a:pt x="2635542" y="968565"/>
                  </a:lnTo>
                  <a:lnTo>
                    <a:pt x="2595778" y="936358"/>
                  </a:lnTo>
                  <a:lnTo>
                    <a:pt x="2555557" y="904506"/>
                  </a:lnTo>
                  <a:lnTo>
                    <a:pt x="2514828" y="873328"/>
                  </a:lnTo>
                  <a:lnTo>
                    <a:pt x="2473591" y="843114"/>
                  </a:lnTo>
                  <a:lnTo>
                    <a:pt x="2431796" y="814158"/>
                  </a:lnTo>
                  <a:lnTo>
                    <a:pt x="2389428" y="786777"/>
                  </a:lnTo>
                  <a:lnTo>
                    <a:pt x="2346452" y="761263"/>
                  </a:lnTo>
                  <a:lnTo>
                    <a:pt x="2302840" y="737920"/>
                  </a:lnTo>
                  <a:lnTo>
                    <a:pt x="2258580" y="717054"/>
                  </a:lnTo>
                  <a:lnTo>
                    <a:pt x="2238768" y="710196"/>
                  </a:lnTo>
                  <a:lnTo>
                    <a:pt x="2218956" y="702576"/>
                  </a:lnTo>
                  <a:lnTo>
                    <a:pt x="2169020" y="687984"/>
                  </a:lnTo>
                  <a:lnTo>
                    <a:pt x="2118880" y="675944"/>
                  </a:lnTo>
                  <a:lnTo>
                    <a:pt x="2068525" y="666127"/>
                  </a:lnTo>
                  <a:lnTo>
                    <a:pt x="2017991" y="658164"/>
                  </a:lnTo>
                  <a:lnTo>
                    <a:pt x="1967280" y="651725"/>
                  </a:lnTo>
                  <a:lnTo>
                    <a:pt x="1916404" y="646455"/>
                  </a:lnTo>
                  <a:lnTo>
                    <a:pt x="1865363" y="642023"/>
                  </a:lnTo>
                  <a:lnTo>
                    <a:pt x="1814195" y="638060"/>
                  </a:lnTo>
                  <a:lnTo>
                    <a:pt x="1762887" y="634225"/>
                  </a:lnTo>
                  <a:lnTo>
                    <a:pt x="1711464" y="630186"/>
                  </a:lnTo>
                  <a:lnTo>
                    <a:pt x="1691652" y="627138"/>
                  </a:lnTo>
                  <a:lnTo>
                    <a:pt x="1684032" y="683526"/>
                  </a:lnTo>
                  <a:lnTo>
                    <a:pt x="1693176" y="685050"/>
                  </a:lnTo>
                  <a:lnTo>
                    <a:pt x="1704606" y="686574"/>
                  </a:lnTo>
                  <a:lnTo>
                    <a:pt x="1754619" y="690765"/>
                  </a:lnTo>
                  <a:lnTo>
                    <a:pt x="1855038" y="698423"/>
                  </a:lnTo>
                  <a:lnTo>
                    <a:pt x="1905266" y="702652"/>
                  </a:lnTo>
                  <a:lnTo>
                    <a:pt x="1955393" y="707656"/>
                  </a:lnTo>
                  <a:lnTo>
                    <a:pt x="2005317" y="713803"/>
                  </a:lnTo>
                  <a:lnTo>
                    <a:pt x="2054974" y="721474"/>
                  </a:lnTo>
                  <a:lnTo>
                    <a:pt x="2104263" y="731050"/>
                  </a:lnTo>
                  <a:lnTo>
                    <a:pt x="2153107" y="742911"/>
                  </a:lnTo>
                  <a:lnTo>
                    <a:pt x="2201430" y="757440"/>
                  </a:lnTo>
                  <a:lnTo>
                    <a:pt x="2238006" y="770394"/>
                  </a:lnTo>
                  <a:lnTo>
                    <a:pt x="2280285" y="790600"/>
                  </a:lnTo>
                  <a:lnTo>
                    <a:pt x="2322245" y="813320"/>
                  </a:lnTo>
                  <a:lnTo>
                    <a:pt x="2363851" y="838238"/>
                  </a:lnTo>
                  <a:lnTo>
                    <a:pt x="2405062" y="865035"/>
                  </a:lnTo>
                  <a:lnTo>
                    <a:pt x="2445855" y="893406"/>
                  </a:lnTo>
                  <a:lnTo>
                    <a:pt x="2486202" y="923048"/>
                  </a:lnTo>
                  <a:lnTo>
                    <a:pt x="2526080" y="953643"/>
                  </a:lnTo>
                  <a:lnTo>
                    <a:pt x="2565463" y="984885"/>
                  </a:lnTo>
                  <a:lnTo>
                    <a:pt x="2604312" y="1016457"/>
                  </a:lnTo>
                  <a:lnTo>
                    <a:pt x="2696197" y="1092542"/>
                  </a:lnTo>
                  <a:lnTo>
                    <a:pt x="2599194" y="1079766"/>
                  </a:lnTo>
                  <a:lnTo>
                    <a:pt x="2588082" y="1080465"/>
                  </a:lnTo>
                  <a:lnTo>
                    <a:pt x="2578328" y="1085380"/>
                  </a:lnTo>
                  <a:lnTo>
                    <a:pt x="2571000" y="1093584"/>
                  </a:lnTo>
                  <a:lnTo>
                    <a:pt x="2567190" y="1104150"/>
                  </a:lnTo>
                  <a:lnTo>
                    <a:pt x="2567889" y="1115682"/>
                  </a:lnTo>
                  <a:lnTo>
                    <a:pt x="2572804" y="1125575"/>
                  </a:lnTo>
                  <a:lnTo>
                    <a:pt x="2581008" y="1132751"/>
                  </a:lnTo>
                  <a:lnTo>
                    <a:pt x="2591574" y="1136154"/>
                  </a:lnTo>
                  <a:lnTo>
                    <a:pt x="2810268" y="1164678"/>
                  </a:lnTo>
                  <a:lnTo>
                    <a:pt x="2836938" y="1168158"/>
                  </a:lnTo>
                  <a:close/>
                </a:path>
                <a:path w="2861310" h="2007235">
                  <a:moveTo>
                    <a:pt x="2861310" y="0"/>
                  </a:moveTo>
                  <a:lnTo>
                    <a:pt x="2616708" y="38100"/>
                  </a:lnTo>
                  <a:lnTo>
                    <a:pt x="2593086" y="70866"/>
                  </a:lnTo>
                  <a:lnTo>
                    <a:pt x="2596921" y="81318"/>
                  </a:lnTo>
                  <a:lnTo>
                    <a:pt x="2604325" y="89255"/>
                  </a:lnTo>
                  <a:lnTo>
                    <a:pt x="2614307" y="93916"/>
                  </a:lnTo>
                  <a:lnTo>
                    <a:pt x="2625852" y="94488"/>
                  </a:lnTo>
                  <a:lnTo>
                    <a:pt x="2722829" y="79400"/>
                  </a:lnTo>
                  <a:lnTo>
                    <a:pt x="2653461" y="139763"/>
                  </a:lnTo>
                  <a:lnTo>
                    <a:pt x="2617203" y="170802"/>
                  </a:lnTo>
                  <a:lnTo>
                    <a:pt x="2580614" y="201485"/>
                  </a:lnTo>
                  <a:lnTo>
                    <a:pt x="2543556" y="231648"/>
                  </a:lnTo>
                  <a:lnTo>
                    <a:pt x="2484120" y="279654"/>
                  </a:lnTo>
                  <a:lnTo>
                    <a:pt x="2444051" y="309714"/>
                  </a:lnTo>
                  <a:lnTo>
                    <a:pt x="2403360" y="338963"/>
                  </a:lnTo>
                  <a:lnTo>
                    <a:pt x="2361742" y="366826"/>
                  </a:lnTo>
                  <a:lnTo>
                    <a:pt x="2318918" y="392722"/>
                  </a:lnTo>
                  <a:lnTo>
                    <a:pt x="2274570" y="416052"/>
                  </a:lnTo>
                  <a:lnTo>
                    <a:pt x="2238756" y="431292"/>
                  </a:lnTo>
                  <a:lnTo>
                    <a:pt x="2171281" y="453529"/>
                  </a:lnTo>
                  <a:lnTo>
                    <a:pt x="2121839" y="466051"/>
                  </a:lnTo>
                  <a:lnTo>
                    <a:pt x="2072195" y="476148"/>
                  </a:lnTo>
                  <a:lnTo>
                    <a:pt x="2022335" y="484238"/>
                  </a:lnTo>
                  <a:lnTo>
                    <a:pt x="1972284" y="490715"/>
                  </a:lnTo>
                  <a:lnTo>
                    <a:pt x="1922081" y="495998"/>
                  </a:lnTo>
                  <a:lnTo>
                    <a:pt x="1871713" y="500519"/>
                  </a:lnTo>
                  <a:lnTo>
                    <a:pt x="1821205" y="504685"/>
                  </a:lnTo>
                  <a:lnTo>
                    <a:pt x="1770570" y="508901"/>
                  </a:lnTo>
                  <a:lnTo>
                    <a:pt x="1719834" y="513588"/>
                  </a:lnTo>
                  <a:lnTo>
                    <a:pt x="1708404" y="515112"/>
                  </a:lnTo>
                  <a:lnTo>
                    <a:pt x="1699260" y="515874"/>
                  </a:lnTo>
                  <a:lnTo>
                    <a:pt x="1707642" y="573024"/>
                  </a:lnTo>
                  <a:lnTo>
                    <a:pt x="1727454" y="569976"/>
                  </a:lnTo>
                  <a:lnTo>
                    <a:pt x="1779524" y="565454"/>
                  </a:lnTo>
                  <a:lnTo>
                    <a:pt x="1831340" y="561263"/>
                  </a:lnTo>
                  <a:lnTo>
                    <a:pt x="1882914" y="557022"/>
                  </a:lnTo>
                  <a:lnTo>
                    <a:pt x="1934273" y="552323"/>
                  </a:lnTo>
                  <a:lnTo>
                    <a:pt x="1985429" y="546773"/>
                  </a:lnTo>
                  <a:lnTo>
                    <a:pt x="2036394" y="539978"/>
                  </a:lnTo>
                  <a:lnTo>
                    <a:pt x="2087194" y="531520"/>
                  </a:lnTo>
                  <a:lnTo>
                    <a:pt x="2137841" y="521017"/>
                  </a:lnTo>
                  <a:lnTo>
                    <a:pt x="2188362" y="508063"/>
                  </a:lnTo>
                  <a:lnTo>
                    <a:pt x="2238756" y="492252"/>
                  </a:lnTo>
                  <a:lnTo>
                    <a:pt x="2278380" y="477012"/>
                  </a:lnTo>
                  <a:lnTo>
                    <a:pt x="2322652" y="455079"/>
                  </a:lnTo>
                  <a:lnTo>
                    <a:pt x="2366505" y="430403"/>
                  </a:lnTo>
                  <a:lnTo>
                    <a:pt x="2409901" y="403339"/>
                  </a:lnTo>
                  <a:lnTo>
                    <a:pt x="2452827" y="374205"/>
                  </a:lnTo>
                  <a:lnTo>
                    <a:pt x="2495258" y="343357"/>
                  </a:lnTo>
                  <a:lnTo>
                    <a:pt x="2537168" y="311137"/>
                  </a:lnTo>
                  <a:lnTo>
                    <a:pt x="2578531" y="277863"/>
                  </a:lnTo>
                  <a:lnTo>
                    <a:pt x="2619337" y="243903"/>
                  </a:lnTo>
                  <a:lnTo>
                    <a:pt x="2659557" y="209575"/>
                  </a:lnTo>
                  <a:lnTo>
                    <a:pt x="2751074" y="129921"/>
                  </a:lnTo>
                  <a:lnTo>
                    <a:pt x="2720340" y="211074"/>
                  </a:lnTo>
                  <a:lnTo>
                    <a:pt x="2737104" y="248412"/>
                  </a:lnTo>
                  <a:lnTo>
                    <a:pt x="2748508" y="250088"/>
                  </a:lnTo>
                  <a:lnTo>
                    <a:pt x="2759113" y="247459"/>
                  </a:lnTo>
                  <a:lnTo>
                    <a:pt x="2767863" y="241134"/>
                  </a:lnTo>
                  <a:lnTo>
                    <a:pt x="2773680" y="231648"/>
                  </a:lnTo>
                  <a:lnTo>
                    <a:pt x="2835402" y="68491"/>
                  </a:lnTo>
                  <a:lnTo>
                    <a:pt x="286131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2683" y="4011930"/>
              <a:ext cx="1200150" cy="102107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369057" y="3493067"/>
              <a:ext cx="1122680" cy="535305"/>
            </a:xfrm>
            <a:custGeom>
              <a:avLst/>
              <a:gdLst/>
              <a:ahLst/>
              <a:cxnLst/>
              <a:rect l="l" t="t" r="r" b="b"/>
              <a:pathLst>
                <a:path w="1122679" h="535304">
                  <a:moveTo>
                    <a:pt x="1010293" y="113945"/>
                  </a:moveTo>
                  <a:lnTo>
                    <a:pt x="953110" y="89404"/>
                  </a:lnTo>
                  <a:lnTo>
                    <a:pt x="901490" y="94019"/>
                  </a:lnTo>
                  <a:lnTo>
                    <a:pt x="852398" y="98521"/>
                  </a:lnTo>
                  <a:lnTo>
                    <a:pt x="802746" y="103455"/>
                  </a:lnTo>
                  <a:lnTo>
                    <a:pt x="753136" y="109020"/>
                  </a:lnTo>
                  <a:lnTo>
                    <a:pt x="703538" y="115482"/>
                  </a:lnTo>
                  <a:lnTo>
                    <a:pt x="654344" y="123061"/>
                  </a:lnTo>
                  <a:lnTo>
                    <a:pt x="605839" y="131992"/>
                  </a:lnTo>
                  <a:lnTo>
                    <a:pt x="558309" y="142505"/>
                  </a:lnTo>
                  <a:lnTo>
                    <a:pt x="512041" y="154834"/>
                  </a:lnTo>
                  <a:lnTo>
                    <a:pt x="467320" y="169211"/>
                  </a:lnTo>
                  <a:lnTo>
                    <a:pt x="424434" y="185868"/>
                  </a:lnTo>
                  <a:lnTo>
                    <a:pt x="387858" y="203394"/>
                  </a:lnTo>
                  <a:lnTo>
                    <a:pt x="341714" y="229327"/>
                  </a:lnTo>
                  <a:lnTo>
                    <a:pt x="297696" y="256881"/>
                  </a:lnTo>
                  <a:lnTo>
                    <a:pt x="255402" y="285848"/>
                  </a:lnTo>
                  <a:lnTo>
                    <a:pt x="214428" y="316022"/>
                  </a:lnTo>
                  <a:lnTo>
                    <a:pt x="174370" y="347194"/>
                  </a:lnTo>
                  <a:lnTo>
                    <a:pt x="134826" y="379156"/>
                  </a:lnTo>
                  <a:lnTo>
                    <a:pt x="55664" y="444624"/>
                  </a:lnTo>
                  <a:lnTo>
                    <a:pt x="15240" y="477714"/>
                  </a:lnTo>
                  <a:lnTo>
                    <a:pt x="0" y="488382"/>
                  </a:lnTo>
                  <a:lnTo>
                    <a:pt x="33528" y="534864"/>
                  </a:lnTo>
                  <a:lnTo>
                    <a:pt x="41148" y="529530"/>
                  </a:lnTo>
                  <a:lnTo>
                    <a:pt x="49530" y="523434"/>
                  </a:lnTo>
                  <a:lnTo>
                    <a:pt x="89745" y="490587"/>
                  </a:lnTo>
                  <a:lnTo>
                    <a:pt x="171097" y="423268"/>
                  </a:lnTo>
                  <a:lnTo>
                    <a:pt x="212498" y="389844"/>
                  </a:lnTo>
                  <a:lnTo>
                    <a:pt x="254560" y="357276"/>
                  </a:lnTo>
                  <a:lnTo>
                    <a:pt x="297414" y="326090"/>
                  </a:lnTo>
                  <a:lnTo>
                    <a:pt x="341192" y="296810"/>
                  </a:lnTo>
                  <a:lnTo>
                    <a:pt x="386028" y="269960"/>
                  </a:lnTo>
                  <a:lnTo>
                    <a:pt x="432054" y="246066"/>
                  </a:lnTo>
                  <a:lnTo>
                    <a:pt x="448056" y="237684"/>
                  </a:lnTo>
                  <a:lnTo>
                    <a:pt x="509521" y="215433"/>
                  </a:lnTo>
                  <a:lnTo>
                    <a:pt x="555889" y="202230"/>
                  </a:lnTo>
                  <a:lnTo>
                    <a:pt x="603638" y="190976"/>
                  </a:lnTo>
                  <a:lnTo>
                    <a:pt x="652483" y="181431"/>
                  </a:lnTo>
                  <a:lnTo>
                    <a:pt x="702140" y="173357"/>
                  </a:lnTo>
                  <a:lnTo>
                    <a:pt x="752322" y="166513"/>
                  </a:lnTo>
                  <a:lnTo>
                    <a:pt x="802852" y="160649"/>
                  </a:lnTo>
                  <a:lnTo>
                    <a:pt x="853126" y="155557"/>
                  </a:lnTo>
                  <a:lnTo>
                    <a:pt x="904113" y="150884"/>
                  </a:lnTo>
                  <a:lnTo>
                    <a:pt x="968871" y="145210"/>
                  </a:lnTo>
                  <a:lnTo>
                    <a:pt x="1010293" y="113945"/>
                  </a:lnTo>
                  <a:close/>
                </a:path>
                <a:path w="1122679" h="535304">
                  <a:moveTo>
                    <a:pt x="1122426" y="100524"/>
                  </a:moveTo>
                  <a:lnTo>
                    <a:pt x="895350" y="2226"/>
                  </a:lnTo>
                  <a:lnTo>
                    <a:pt x="884265" y="0"/>
                  </a:lnTo>
                  <a:lnTo>
                    <a:pt x="873537" y="2131"/>
                  </a:lnTo>
                  <a:lnTo>
                    <a:pt x="864381" y="8120"/>
                  </a:lnTo>
                  <a:lnTo>
                    <a:pt x="858012" y="17466"/>
                  </a:lnTo>
                  <a:lnTo>
                    <a:pt x="855666" y="28551"/>
                  </a:lnTo>
                  <a:lnTo>
                    <a:pt x="857535" y="39278"/>
                  </a:lnTo>
                  <a:lnTo>
                    <a:pt x="953110" y="89404"/>
                  </a:lnTo>
                  <a:lnTo>
                    <a:pt x="997166" y="85347"/>
                  </a:lnTo>
                  <a:lnTo>
                    <a:pt x="1043178" y="80712"/>
                  </a:lnTo>
                  <a:lnTo>
                    <a:pt x="1060704" y="79188"/>
                  </a:lnTo>
                  <a:lnTo>
                    <a:pt x="1063752" y="79188"/>
                  </a:lnTo>
                  <a:lnTo>
                    <a:pt x="1069086" y="135576"/>
                  </a:lnTo>
                  <a:lnTo>
                    <a:pt x="1069086" y="140889"/>
                  </a:lnTo>
                  <a:lnTo>
                    <a:pt x="1122426" y="100524"/>
                  </a:lnTo>
                  <a:close/>
                </a:path>
                <a:path w="1122679" h="535304">
                  <a:moveTo>
                    <a:pt x="1069086" y="140889"/>
                  </a:moveTo>
                  <a:lnTo>
                    <a:pt x="1069086" y="135576"/>
                  </a:lnTo>
                  <a:lnTo>
                    <a:pt x="1066038" y="136338"/>
                  </a:lnTo>
                  <a:lnTo>
                    <a:pt x="1048512" y="137862"/>
                  </a:lnTo>
                  <a:lnTo>
                    <a:pt x="1001155" y="142358"/>
                  </a:lnTo>
                  <a:lnTo>
                    <a:pt x="968871" y="145210"/>
                  </a:lnTo>
                  <a:lnTo>
                    <a:pt x="890778" y="204156"/>
                  </a:lnTo>
                  <a:lnTo>
                    <a:pt x="883408" y="212824"/>
                  </a:lnTo>
                  <a:lnTo>
                    <a:pt x="879824" y="223206"/>
                  </a:lnTo>
                  <a:lnTo>
                    <a:pt x="880383" y="234160"/>
                  </a:lnTo>
                  <a:lnTo>
                    <a:pt x="885444" y="244542"/>
                  </a:lnTo>
                  <a:lnTo>
                    <a:pt x="893778" y="251805"/>
                  </a:lnTo>
                  <a:lnTo>
                    <a:pt x="904113" y="255210"/>
                  </a:lnTo>
                  <a:lnTo>
                    <a:pt x="915019" y="254615"/>
                  </a:lnTo>
                  <a:lnTo>
                    <a:pt x="925068" y="249876"/>
                  </a:lnTo>
                  <a:lnTo>
                    <a:pt x="1069086" y="140889"/>
                  </a:lnTo>
                  <a:close/>
                </a:path>
                <a:path w="1122679" h="535304">
                  <a:moveTo>
                    <a:pt x="1069086" y="135576"/>
                  </a:moveTo>
                  <a:lnTo>
                    <a:pt x="1063752" y="79188"/>
                  </a:lnTo>
                  <a:lnTo>
                    <a:pt x="1060704" y="79188"/>
                  </a:lnTo>
                  <a:lnTo>
                    <a:pt x="1043178" y="80712"/>
                  </a:lnTo>
                  <a:lnTo>
                    <a:pt x="997166" y="85347"/>
                  </a:lnTo>
                  <a:lnTo>
                    <a:pt x="953110" y="89404"/>
                  </a:lnTo>
                  <a:lnTo>
                    <a:pt x="1010293" y="113945"/>
                  </a:lnTo>
                  <a:lnTo>
                    <a:pt x="1049274" y="84522"/>
                  </a:lnTo>
                  <a:lnTo>
                    <a:pt x="1055370" y="133290"/>
                  </a:lnTo>
                  <a:lnTo>
                    <a:pt x="1055370" y="137266"/>
                  </a:lnTo>
                  <a:lnTo>
                    <a:pt x="1066038" y="136338"/>
                  </a:lnTo>
                  <a:lnTo>
                    <a:pt x="1069086" y="135576"/>
                  </a:lnTo>
                  <a:close/>
                </a:path>
                <a:path w="1122679" h="535304">
                  <a:moveTo>
                    <a:pt x="1055370" y="137266"/>
                  </a:moveTo>
                  <a:lnTo>
                    <a:pt x="1055370" y="133290"/>
                  </a:lnTo>
                  <a:lnTo>
                    <a:pt x="1010293" y="113945"/>
                  </a:lnTo>
                  <a:lnTo>
                    <a:pt x="968871" y="145210"/>
                  </a:lnTo>
                  <a:lnTo>
                    <a:pt x="1001155" y="142358"/>
                  </a:lnTo>
                  <a:lnTo>
                    <a:pt x="1049274" y="137796"/>
                  </a:lnTo>
                  <a:lnTo>
                    <a:pt x="1055370" y="137266"/>
                  </a:lnTo>
                  <a:close/>
                </a:path>
                <a:path w="1122679" h="535304">
                  <a:moveTo>
                    <a:pt x="1055370" y="133290"/>
                  </a:moveTo>
                  <a:lnTo>
                    <a:pt x="1049274" y="84522"/>
                  </a:lnTo>
                  <a:lnTo>
                    <a:pt x="1010293" y="113945"/>
                  </a:lnTo>
                  <a:lnTo>
                    <a:pt x="1055370" y="13329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1127760" y="5596128"/>
            <a:ext cx="6816090" cy="664210"/>
            <a:chOff x="1127760" y="5596128"/>
            <a:chExt cx="6816090" cy="664210"/>
          </a:xfrm>
        </p:grpSpPr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27760" y="5596128"/>
              <a:ext cx="6816089" cy="66370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71472" y="5827776"/>
              <a:ext cx="5364479" cy="28041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547616" y="6099048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479" y="0"/>
                  </a:lnTo>
                </a:path>
              </a:pathLst>
            </a:custGeom>
            <a:ln w="6095">
              <a:solidFill>
                <a:srgbClr val="8F1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858010" y="5764020"/>
            <a:ext cx="535559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Modeling</a:t>
            </a:r>
            <a:r>
              <a:rPr dirty="0" sz="19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Needed to</a:t>
            </a:r>
            <a:r>
              <a:rPr dirty="0" sz="19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Improve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Communications</a:t>
            </a:r>
            <a:endParaRPr sz="19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2929" y="412495"/>
            <a:ext cx="259397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55"/>
              <a:t> </a:t>
            </a:r>
            <a:r>
              <a:rPr dirty="0" spc="-5"/>
              <a:t>is</a:t>
            </a:r>
            <a:r>
              <a:rPr dirty="0" spc="-55"/>
              <a:t> </a:t>
            </a:r>
            <a:r>
              <a:rPr dirty="0"/>
              <a:t>SysML?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13231" y="5628132"/>
            <a:ext cx="7432675" cy="558800"/>
            <a:chOff x="713231" y="5628132"/>
            <a:chExt cx="7432675" cy="5588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231" y="5628132"/>
              <a:ext cx="7432548" cy="55854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3935" y="5809488"/>
              <a:ext cx="5279135" cy="2804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69007" y="6080759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80" h="0">
                  <a:moveTo>
                    <a:pt x="0" y="0"/>
                  </a:moveTo>
                  <a:lnTo>
                    <a:pt x="30479" y="0"/>
                  </a:lnTo>
                </a:path>
              </a:pathLst>
            </a:custGeom>
            <a:ln w="6095">
              <a:solidFill>
                <a:srgbClr val="921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65048" y="1495298"/>
            <a:ext cx="7803515" cy="4563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105410" indent="-342900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2000" spc="-5">
                <a:latin typeface="Arial MT"/>
                <a:cs typeface="Arial MT"/>
              </a:rPr>
              <a:t>A </a:t>
            </a:r>
            <a:r>
              <a:rPr dirty="0" sz="2000" spc="-10">
                <a:latin typeface="Arial MT"/>
                <a:cs typeface="Arial MT"/>
              </a:rPr>
              <a:t>graphical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modelling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language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 </a:t>
            </a:r>
            <a:r>
              <a:rPr dirty="0" sz="2000" spc="-10">
                <a:latin typeface="Arial MT"/>
                <a:cs typeface="Arial MT"/>
              </a:rPr>
              <a:t>response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 the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UML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for 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Systems Engineering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RFP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developed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by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OMG,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INCOSE,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and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AP233</a:t>
            </a:r>
            <a:endParaRPr sz="2000">
              <a:latin typeface="Arial MT"/>
              <a:cs typeface="Arial MT"/>
            </a:endParaRPr>
          </a:p>
          <a:p>
            <a:pPr marL="755650" marR="1095375" indent="-285750">
              <a:lnSpc>
                <a:spcPct val="100000"/>
              </a:lnSpc>
              <a:spcBef>
                <a:spcPts val="480"/>
              </a:spcBef>
              <a:tabLst>
                <a:tab pos="755015" algn="l"/>
              </a:tabLst>
            </a:pPr>
            <a:r>
              <a:rPr dirty="0" sz="2000" spc="-5">
                <a:solidFill>
                  <a:srgbClr val="010000"/>
                </a:solidFill>
                <a:latin typeface="Arial MT"/>
                <a:cs typeface="Arial MT"/>
              </a:rPr>
              <a:t>–	</a:t>
            </a:r>
            <a:r>
              <a:rPr dirty="0" sz="2000" spc="-5">
                <a:latin typeface="Arial MT"/>
                <a:cs typeface="Arial MT"/>
              </a:rPr>
              <a:t>a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UML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Profile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that </a:t>
            </a:r>
            <a:r>
              <a:rPr dirty="0" sz="2000" spc="-10">
                <a:latin typeface="Arial MT"/>
                <a:cs typeface="Arial MT"/>
              </a:rPr>
              <a:t>represents</a:t>
            </a:r>
            <a:r>
              <a:rPr dirty="0" sz="2000" spc="-5">
                <a:latin typeface="Arial MT"/>
                <a:cs typeface="Arial MT"/>
              </a:rPr>
              <a:t> a</a:t>
            </a:r>
            <a:r>
              <a:rPr dirty="0" sz="2000" spc="-10">
                <a:latin typeface="Arial MT"/>
                <a:cs typeface="Arial MT"/>
              </a:rPr>
              <a:t> subset</a:t>
            </a:r>
            <a:r>
              <a:rPr dirty="0" sz="2000" spc="-5">
                <a:latin typeface="Arial MT"/>
                <a:cs typeface="Arial MT"/>
              </a:rPr>
              <a:t> of UML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2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with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extensions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>
              <a:latin typeface="Arial MT"/>
              <a:cs typeface="Arial MT"/>
            </a:endParaRPr>
          </a:p>
          <a:p>
            <a:pPr marL="354965" marR="67119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Supports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specification,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analysis,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design,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verification,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and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validation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 systems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that </a:t>
            </a:r>
            <a:r>
              <a:rPr dirty="0" sz="2000" spc="-10">
                <a:latin typeface="Arial MT"/>
                <a:cs typeface="Arial MT"/>
              </a:rPr>
              <a:t>include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hardware,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software,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data, 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personnel,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procedures,</a:t>
            </a:r>
            <a:r>
              <a:rPr dirty="0" sz="2000" spc="-5">
                <a:latin typeface="Arial MT"/>
                <a:cs typeface="Arial MT"/>
              </a:rPr>
              <a:t> and facilities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10000"/>
              </a:buClr>
              <a:buFont typeface="Arial MT"/>
              <a:buChar char="•"/>
            </a:pPr>
            <a:endParaRPr sz="29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Supports model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data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interchange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via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XML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Metadata </a:t>
            </a:r>
            <a:r>
              <a:rPr dirty="0" sz="2000" spc="-5">
                <a:latin typeface="Arial MT"/>
                <a:cs typeface="Arial MT"/>
              </a:rPr>
              <a:t> Interchange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(XMI</a:t>
            </a:r>
            <a:r>
              <a:rPr dirty="0" sz="2000" spc="-5" b="1">
                <a:latin typeface="Arial"/>
                <a:cs typeface="Arial"/>
              </a:rPr>
              <a:t>®</a:t>
            </a:r>
            <a:r>
              <a:rPr dirty="0" sz="2000" spc="-5">
                <a:latin typeface="Arial MT"/>
                <a:cs typeface="Arial MT"/>
              </a:rPr>
              <a:t>)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evolving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AP233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standard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(in-process)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Arial MT"/>
              <a:cs typeface="Arial MT"/>
            </a:endParaRPr>
          </a:p>
          <a:p>
            <a:pPr marL="1010285">
              <a:lnSpc>
                <a:spcPct val="100000"/>
              </a:lnSpc>
            </a:pPr>
            <a:r>
              <a:rPr dirty="0" sz="1900" spc="-5" b="1">
                <a:solidFill>
                  <a:srgbClr val="FFFFFF"/>
                </a:solidFill>
                <a:latin typeface="Arial"/>
                <a:cs typeface="Arial"/>
              </a:rPr>
              <a:t>SysML</a:t>
            </a:r>
            <a:r>
              <a:rPr dirty="0" sz="19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5" b="1">
                <a:solidFill>
                  <a:srgbClr val="FFFFFF"/>
                </a:solidFill>
                <a:latin typeface="Arial"/>
                <a:cs typeface="Arial"/>
              </a:rPr>
              <a:t>is Critical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5" b="1">
                <a:solidFill>
                  <a:srgbClr val="FFFFFF"/>
                </a:solidFill>
                <a:latin typeface="Arial"/>
                <a:cs typeface="Arial"/>
              </a:rPr>
              <a:t>Enabler for Model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5" b="1">
                <a:solidFill>
                  <a:srgbClr val="FFFFFF"/>
                </a:solidFill>
                <a:latin typeface="Arial"/>
                <a:cs typeface="Arial"/>
              </a:rPr>
              <a:t>Driven SE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6492" y="411734"/>
            <a:ext cx="350456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/>
              <a:t>SysML</a:t>
            </a:r>
            <a:r>
              <a:rPr dirty="0" spc="-35"/>
              <a:t> </a:t>
            </a:r>
            <a:r>
              <a:rPr dirty="0"/>
              <a:t>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10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64540" y="1417955"/>
            <a:ext cx="6113145" cy="200406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34950" indent="-222885">
              <a:lnSpc>
                <a:spcPct val="100000"/>
              </a:lnSpc>
              <a:spcBef>
                <a:spcPts val="690"/>
              </a:spcBef>
              <a:buClr>
                <a:srgbClr val="010000"/>
              </a:buClr>
              <a:buFont typeface="Arial MT"/>
              <a:buChar char="•"/>
              <a:tabLst>
                <a:tab pos="235585" algn="l"/>
              </a:tabLst>
            </a:pPr>
            <a:r>
              <a:rPr dirty="0" sz="2400" spc="-5" b="1" i="1">
                <a:latin typeface="Arial"/>
                <a:cs typeface="Arial"/>
              </a:rPr>
              <a:t>Is</a:t>
            </a:r>
            <a:r>
              <a:rPr dirty="0" sz="2400" spc="-30" b="1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visual modeling language</a:t>
            </a:r>
            <a:r>
              <a:rPr dirty="0" sz="2400">
                <a:latin typeface="Arial MT"/>
                <a:cs typeface="Arial MT"/>
              </a:rPr>
              <a:t> that</a:t>
            </a:r>
            <a:r>
              <a:rPr dirty="0" sz="2400" spc="-5">
                <a:latin typeface="Arial MT"/>
                <a:cs typeface="Arial MT"/>
              </a:rPr>
              <a:t> provides</a:t>
            </a:r>
            <a:endParaRPr sz="2400">
              <a:latin typeface="Arial MT"/>
              <a:cs typeface="Arial MT"/>
            </a:endParaRPr>
          </a:p>
          <a:p>
            <a:pPr lvl="1" marL="628015" indent="-27940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628015" algn="l"/>
                <a:tab pos="628650" algn="l"/>
              </a:tabLst>
            </a:pPr>
            <a:r>
              <a:rPr dirty="0" sz="2000" spc="-10">
                <a:latin typeface="Arial MT"/>
                <a:cs typeface="Arial MT"/>
              </a:rPr>
              <a:t>Semantics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=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meaning</a:t>
            </a:r>
            <a:endParaRPr sz="2000">
              <a:latin typeface="Arial MT"/>
              <a:cs typeface="Arial MT"/>
            </a:endParaRPr>
          </a:p>
          <a:p>
            <a:pPr lvl="1" marL="628015" indent="-27940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628015" algn="l"/>
                <a:tab pos="628650" algn="l"/>
              </a:tabLst>
            </a:pPr>
            <a:r>
              <a:rPr dirty="0" sz="2000" spc="-10">
                <a:latin typeface="Arial MT"/>
                <a:cs typeface="Arial MT"/>
              </a:rPr>
              <a:t>Notation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=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representation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 spc="-10">
                <a:latin typeface="Arial MT"/>
                <a:cs typeface="Arial MT"/>
              </a:rPr>
              <a:t> meaning</a:t>
            </a:r>
            <a:endParaRPr sz="2000">
              <a:latin typeface="Arial MT"/>
              <a:cs typeface="Arial MT"/>
            </a:endParaRPr>
          </a:p>
          <a:p>
            <a:pPr marL="234950" indent="-222885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Font typeface="Arial MT"/>
              <a:buChar char="•"/>
              <a:tabLst>
                <a:tab pos="235585" algn="l"/>
              </a:tabLst>
            </a:pPr>
            <a:r>
              <a:rPr dirty="0" sz="2400" spc="-5" b="1" i="1">
                <a:latin typeface="Arial"/>
                <a:cs typeface="Arial"/>
              </a:rPr>
              <a:t>Is</a:t>
            </a:r>
            <a:r>
              <a:rPr dirty="0" sz="2400" spc="-25" b="1" i="1">
                <a:latin typeface="Arial"/>
                <a:cs typeface="Arial"/>
              </a:rPr>
              <a:t> </a:t>
            </a:r>
            <a:r>
              <a:rPr dirty="0" sz="2400" spc="-5" b="1" i="1">
                <a:latin typeface="Arial"/>
                <a:cs typeface="Arial"/>
              </a:rPr>
              <a:t>not</a:t>
            </a:r>
            <a:r>
              <a:rPr dirty="0" sz="2400" spc="-20" b="1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methodology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or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tool</a:t>
            </a:r>
            <a:endParaRPr sz="2400">
              <a:latin typeface="Arial MT"/>
              <a:cs typeface="Arial MT"/>
            </a:endParaRPr>
          </a:p>
          <a:p>
            <a:pPr lvl="1" marL="628015" indent="-27940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628015" algn="l"/>
                <a:tab pos="628650" algn="l"/>
              </a:tabLst>
            </a:pPr>
            <a:r>
              <a:rPr dirty="0" sz="2000" spc="-10">
                <a:latin typeface="Arial MT"/>
                <a:cs typeface="Arial MT"/>
              </a:rPr>
              <a:t>SysML</a:t>
            </a:r>
            <a:r>
              <a:rPr dirty="0" sz="2000" spc="-5">
                <a:latin typeface="Arial MT"/>
                <a:cs typeface="Arial MT"/>
              </a:rPr>
              <a:t> is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methodology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tool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independent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236982"/>
            <a:ext cx="1433322" cy="895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7" y="300227"/>
            <a:ext cx="1334192" cy="855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1938" y="2981960"/>
            <a:ext cx="657796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Diagram</a:t>
            </a:r>
            <a:r>
              <a:rPr dirty="0" spc="-20"/>
              <a:t> </a:t>
            </a:r>
            <a:r>
              <a:rPr dirty="0"/>
              <a:t>Overview</a:t>
            </a:r>
            <a:r>
              <a:rPr dirty="0" spc="-1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Language Concepts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0" y="6483350"/>
            <a:ext cx="81470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6777" y="6483350"/>
            <a:ext cx="433451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4359" y="6483350"/>
            <a:ext cx="2235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15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19275" y="411734"/>
            <a:ext cx="619950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Relationship</a:t>
            </a:r>
            <a:r>
              <a:rPr dirty="0" spc="-20"/>
              <a:t> </a:t>
            </a:r>
            <a:r>
              <a:rPr dirty="0"/>
              <a:t>Between</a:t>
            </a:r>
            <a:r>
              <a:rPr dirty="0" spc="-15"/>
              <a:t> </a:t>
            </a:r>
            <a:r>
              <a:rPr dirty="0"/>
              <a:t>SysML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UML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91514" y="1164081"/>
            <a:ext cx="6148070" cy="4852670"/>
            <a:chOff x="1191514" y="1164081"/>
            <a:chExt cx="6148070" cy="4852670"/>
          </a:xfrm>
        </p:grpSpPr>
        <p:sp>
          <p:nvSpPr>
            <p:cNvPr id="8" name="object 8"/>
            <p:cNvSpPr/>
            <p:nvPr/>
          </p:nvSpPr>
          <p:spPr>
            <a:xfrm>
              <a:off x="1197864" y="1170431"/>
              <a:ext cx="4853305" cy="4839970"/>
            </a:xfrm>
            <a:custGeom>
              <a:avLst/>
              <a:gdLst/>
              <a:ahLst/>
              <a:cxnLst/>
              <a:rect l="l" t="t" r="r" b="b"/>
              <a:pathLst>
                <a:path w="4853305" h="4839970">
                  <a:moveTo>
                    <a:pt x="4853178" y="2425445"/>
                  </a:moveTo>
                  <a:lnTo>
                    <a:pt x="4828032" y="2074163"/>
                  </a:lnTo>
                  <a:lnTo>
                    <a:pt x="4752594" y="1734311"/>
                  </a:lnTo>
                  <a:lnTo>
                    <a:pt x="4639056" y="1407413"/>
                  </a:lnTo>
                  <a:lnTo>
                    <a:pt x="4463034" y="1105661"/>
                  </a:lnTo>
                  <a:lnTo>
                    <a:pt x="4261866" y="829055"/>
                  </a:lnTo>
                  <a:lnTo>
                    <a:pt x="4010405" y="590549"/>
                  </a:lnTo>
                  <a:lnTo>
                    <a:pt x="3733800" y="376427"/>
                  </a:lnTo>
                  <a:lnTo>
                    <a:pt x="3432048" y="213359"/>
                  </a:lnTo>
                  <a:lnTo>
                    <a:pt x="3118104" y="100583"/>
                  </a:lnTo>
                  <a:lnTo>
                    <a:pt x="2778252" y="25145"/>
                  </a:lnTo>
                  <a:lnTo>
                    <a:pt x="2426208" y="0"/>
                  </a:lnTo>
                  <a:lnTo>
                    <a:pt x="2087118" y="25145"/>
                  </a:lnTo>
                  <a:lnTo>
                    <a:pt x="1747266" y="100583"/>
                  </a:lnTo>
                  <a:lnTo>
                    <a:pt x="1420367" y="213359"/>
                  </a:lnTo>
                  <a:lnTo>
                    <a:pt x="1118615" y="376427"/>
                  </a:lnTo>
                  <a:lnTo>
                    <a:pt x="842009" y="590549"/>
                  </a:lnTo>
                  <a:lnTo>
                    <a:pt x="590549" y="829055"/>
                  </a:lnTo>
                  <a:lnTo>
                    <a:pt x="389381" y="1105661"/>
                  </a:lnTo>
                  <a:lnTo>
                    <a:pt x="226313" y="1407413"/>
                  </a:lnTo>
                  <a:lnTo>
                    <a:pt x="100583" y="1734311"/>
                  </a:lnTo>
                  <a:lnTo>
                    <a:pt x="25145" y="2074163"/>
                  </a:lnTo>
                  <a:lnTo>
                    <a:pt x="0" y="2425445"/>
                  </a:lnTo>
                  <a:lnTo>
                    <a:pt x="25146" y="2765297"/>
                  </a:lnTo>
                  <a:lnTo>
                    <a:pt x="100584" y="3104387"/>
                  </a:lnTo>
                  <a:lnTo>
                    <a:pt x="226314" y="3431285"/>
                  </a:lnTo>
                  <a:lnTo>
                    <a:pt x="389382" y="3733037"/>
                  </a:lnTo>
                  <a:lnTo>
                    <a:pt x="590550" y="4009643"/>
                  </a:lnTo>
                  <a:lnTo>
                    <a:pt x="842010" y="4248150"/>
                  </a:lnTo>
                  <a:lnTo>
                    <a:pt x="1118616" y="4462271"/>
                  </a:lnTo>
                  <a:lnTo>
                    <a:pt x="1420368" y="4625339"/>
                  </a:lnTo>
                  <a:lnTo>
                    <a:pt x="1747266" y="4751070"/>
                  </a:lnTo>
                  <a:lnTo>
                    <a:pt x="2087118" y="4814315"/>
                  </a:lnTo>
                  <a:lnTo>
                    <a:pt x="2426208" y="4839461"/>
                  </a:lnTo>
                  <a:lnTo>
                    <a:pt x="2778252" y="4814315"/>
                  </a:lnTo>
                  <a:lnTo>
                    <a:pt x="3118104" y="4751069"/>
                  </a:lnTo>
                  <a:lnTo>
                    <a:pt x="3432048" y="4625339"/>
                  </a:lnTo>
                  <a:lnTo>
                    <a:pt x="3733800" y="4462271"/>
                  </a:lnTo>
                  <a:lnTo>
                    <a:pt x="4010405" y="4248149"/>
                  </a:lnTo>
                  <a:lnTo>
                    <a:pt x="4261866" y="4009643"/>
                  </a:lnTo>
                  <a:lnTo>
                    <a:pt x="4463034" y="3733037"/>
                  </a:lnTo>
                  <a:lnTo>
                    <a:pt x="4639056" y="3431285"/>
                  </a:lnTo>
                  <a:lnTo>
                    <a:pt x="4752594" y="3104387"/>
                  </a:lnTo>
                  <a:lnTo>
                    <a:pt x="4828032" y="2765297"/>
                  </a:lnTo>
                  <a:lnTo>
                    <a:pt x="4853178" y="2425445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97864" y="1170431"/>
              <a:ext cx="4853305" cy="4839970"/>
            </a:xfrm>
            <a:custGeom>
              <a:avLst/>
              <a:gdLst/>
              <a:ahLst/>
              <a:cxnLst/>
              <a:rect l="l" t="t" r="r" b="b"/>
              <a:pathLst>
                <a:path w="4853305" h="4839970">
                  <a:moveTo>
                    <a:pt x="0" y="2425445"/>
                  </a:moveTo>
                  <a:lnTo>
                    <a:pt x="25145" y="2074163"/>
                  </a:lnTo>
                  <a:lnTo>
                    <a:pt x="100583" y="1734311"/>
                  </a:lnTo>
                  <a:lnTo>
                    <a:pt x="226313" y="1407413"/>
                  </a:lnTo>
                  <a:lnTo>
                    <a:pt x="389381" y="1105661"/>
                  </a:lnTo>
                  <a:lnTo>
                    <a:pt x="590549" y="829055"/>
                  </a:lnTo>
                  <a:lnTo>
                    <a:pt x="842009" y="590549"/>
                  </a:lnTo>
                  <a:lnTo>
                    <a:pt x="1118615" y="376427"/>
                  </a:lnTo>
                  <a:lnTo>
                    <a:pt x="1420367" y="213359"/>
                  </a:lnTo>
                  <a:lnTo>
                    <a:pt x="1747266" y="100583"/>
                  </a:lnTo>
                  <a:lnTo>
                    <a:pt x="2087118" y="25145"/>
                  </a:lnTo>
                  <a:lnTo>
                    <a:pt x="2426208" y="0"/>
                  </a:lnTo>
                  <a:lnTo>
                    <a:pt x="2778252" y="25145"/>
                  </a:lnTo>
                  <a:lnTo>
                    <a:pt x="3118104" y="100583"/>
                  </a:lnTo>
                  <a:lnTo>
                    <a:pt x="3432048" y="213359"/>
                  </a:lnTo>
                  <a:lnTo>
                    <a:pt x="3733800" y="376427"/>
                  </a:lnTo>
                  <a:lnTo>
                    <a:pt x="4010405" y="590549"/>
                  </a:lnTo>
                  <a:lnTo>
                    <a:pt x="4261866" y="829055"/>
                  </a:lnTo>
                  <a:lnTo>
                    <a:pt x="4463034" y="1105661"/>
                  </a:lnTo>
                  <a:lnTo>
                    <a:pt x="4639056" y="1407413"/>
                  </a:lnTo>
                  <a:lnTo>
                    <a:pt x="4752594" y="1734311"/>
                  </a:lnTo>
                  <a:lnTo>
                    <a:pt x="4828032" y="2074163"/>
                  </a:lnTo>
                  <a:lnTo>
                    <a:pt x="4853178" y="2425445"/>
                  </a:lnTo>
                  <a:lnTo>
                    <a:pt x="4828032" y="2765297"/>
                  </a:lnTo>
                  <a:lnTo>
                    <a:pt x="4752594" y="3104387"/>
                  </a:lnTo>
                  <a:lnTo>
                    <a:pt x="4639056" y="3431285"/>
                  </a:lnTo>
                  <a:lnTo>
                    <a:pt x="4463034" y="3733037"/>
                  </a:lnTo>
                  <a:lnTo>
                    <a:pt x="4261866" y="4009643"/>
                  </a:lnTo>
                  <a:lnTo>
                    <a:pt x="4010405" y="4248149"/>
                  </a:lnTo>
                  <a:lnTo>
                    <a:pt x="3733800" y="4462271"/>
                  </a:lnTo>
                  <a:lnTo>
                    <a:pt x="3432048" y="4625339"/>
                  </a:lnTo>
                  <a:lnTo>
                    <a:pt x="3118104" y="4751069"/>
                  </a:lnTo>
                  <a:lnTo>
                    <a:pt x="2778252" y="4814315"/>
                  </a:lnTo>
                  <a:lnTo>
                    <a:pt x="2426208" y="4839461"/>
                  </a:lnTo>
                  <a:lnTo>
                    <a:pt x="2087118" y="4814315"/>
                  </a:lnTo>
                  <a:lnTo>
                    <a:pt x="1747266" y="4751070"/>
                  </a:lnTo>
                  <a:lnTo>
                    <a:pt x="1420368" y="4625339"/>
                  </a:lnTo>
                  <a:lnTo>
                    <a:pt x="1118616" y="4462271"/>
                  </a:lnTo>
                  <a:lnTo>
                    <a:pt x="842010" y="4248150"/>
                  </a:lnTo>
                  <a:lnTo>
                    <a:pt x="590550" y="4009643"/>
                  </a:lnTo>
                  <a:lnTo>
                    <a:pt x="389382" y="3733037"/>
                  </a:lnTo>
                  <a:lnTo>
                    <a:pt x="226314" y="3431285"/>
                  </a:lnTo>
                  <a:lnTo>
                    <a:pt x="100584" y="3104387"/>
                  </a:lnTo>
                  <a:lnTo>
                    <a:pt x="25146" y="2765297"/>
                  </a:lnTo>
                  <a:lnTo>
                    <a:pt x="0" y="2425445"/>
                  </a:lnTo>
                  <a:close/>
                </a:path>
              </a:pathLst>
            </a:custGeom>
            <a:ln w="12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410711" y="1509522"/>
              <a:ext cx="3922395" cy="3922395"/>
            </a:xfrm>
            <a:custGeom>
              <a:avLst/>
              <a:gdLst/>
              <a:ahLst/>
              <a:cxnLst/>
              <a:rect l="l" t="t" r="r" b="b"/>
              <a:pathLst>
                <a:path w="3922395" h="3922395">
                  <a:moveTo>
                    <a:pt x="3922014" y="1960625"/>
                  </a:moveTo>
                  <a:lnTo>
                    <a:pt x="3909822" y="1659635"/>
                  </a:lnTo>
                  <a:lnTo>
                    <a:pt x="3834384" y="1357883"/>
                  </a:lnTo>
                  <a:lnTo>
                    <a:pt x="3708654" y="1068323"/>
                  </a:lnTo>
                  <a:lnTo>
                    <a:pt x="3557778" y="804671"/>
                  </a:lnTo>
                  <a:lnTo>
                    <a:pt x="3356610" y="565403"/>
                  </a:lnTo>
                  <a:lnTo>
                    <a:pt x="3118104" y="377189"/>
                  </a:lnTo>
                  <a:lnTo>
                    <a:pt x="2853690" y="213359"/>
                  </a:lnTo>
                  <a:lnTo>
                    <a:pt x="2564892" y="87630"/>
                  </a:lnTo>
                  <a:lnTo>
                    <a:pt x="2275332" y="25145"/>
                  </a:lnTo>
                  <a:lnTo>
                    <a:pt x="1961388" y="0"/>
                  </a:lnTo>
                  <a:lnTo>
                    <a:pt x="1659636" y="25145"/>
                  </a:lnTo>
                  <a:lnTo>
                    <a:pt x="1357883" y="87630"/>
                  </a:lnTo>
                  <a:lnTo>
                    <a:pt x="1068323" y="213359"/>
                  </a:lnTo>
                  <a:lnTo>
                    <a:pt x="804671" y="377189"/>
                  </a:lnTo>
                  <a:lnTo>
                    <a:pt x="578357" y="565404"/>
                  </a:lnTo>
                  <a:lnTo>
                    <a:pt x="377189" y="804672"/>
                  </a:lnTo>
                  <a:lnTo>
                    <a:pt x="213359" y="1068323"/>
                  </a:lnTo>
                  <a:lnTo>
                    <a:pt x="87629" y="1357883"/>
                  </a:lnTo>
                  <a:lnTo>
                    <a:pt x="25145" y="1659636"/>
                  </a:lnTo>
                  <a:lnTo>
                    <a:pt x="0" y="1960626"/>
                  </a:lnTo>
                  <a:lnTo>
                    <a:pt x="25146" y="2275332"/>
                  </a:lnTo>
                  <a:lnTo>
                    <a:pt x="87630" y="2564130"/>
                  </a:lnTo>
                  <a:lnTo>
                    <a:pt x="213360" y="2853690"/>
                  </a:lnTo>
                  <a:lnTo>
                    <a:pt x="377190" y="3117341"/>
                  </a:lnTo>
                  <a:lnTo>
                    <a:pt x="578358" y="3356610"/>
                  </a:lnTo>
                  <a:lnTo>
                    <a:pt x="804672" y="3557778"/>
                  </a:lnTo>
                  <a:lnTo>
                    <a:pt x="1068324" y="3708654"/>
                  </a:lnTo>
                  <a:lnTo>
                    <a:pt x="1357884" y="3834383"/>
                  </a:lnTo>
                  <a:lnTo>
                    <a:pt x="1659636" y="3909059"/>
                  </a:lnTo>
                  <a:lnTo>
                    <a:pt x="1961388" y="3922014"/>
                  </a:lnTo>
                  <a:lnTo>
                    <a:pt x="2275332" y="3909059"/>
                  </a:lnTo>
                  <a:lnTo>
                    <a:pt x="2564892" y="3834383"/>
                  </a:lnTo>
                  <a:lnTo>
                    <a:pt x="2853690" y="3708654"/>
                  </a:lnTo>
                  <a:lnTo>
                    <a:pt x="3118104" y="3557778"/>
                  </a:lnTo>
                  <a:lnTo>
                    <a:pt x="3356610" y="3356609"/>
                  </a:lnTo>
                  <a:lnTo>
                    <a:pt x="3557778" y="3117341"/>
                  </a:lnTo>
                  <a:lnTo>
                    <a:pt x="3708654" y="2853690"/>
                  </a:lnTo>
                  <a:lnTo>
                    <a:pt x="3834384" y="2564129"/>
                  </a:lnTo>
                  <a:lnTo>
                    <a:pt x="3909822" y="2275331"/>
                  </a:lnTo>
                  <a:lnTo>
                    <a:pt x="3922014" y="1960625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410711" y="1509522"/>
              <a:ext cx="3922395" cy="3922395"/>
            </a:xfrm>
            <a:custGeom>
              <a:avLst/>
              <a:gdLst/>
              <a:ahLst/>
              <a:cxnLst/>
              <a:rect l="l" t="t" r="r" b="b"/>
              <a:pathLst>
                <a:path w="3922395" h="3922395">
                  <a:moveTo>
                    <a:pt x="0" y="1960626"/>
                  </a:moveTo>
                  <a:lnTo>
                    <a:pt x="25145" y="1659636"/>
                  </a:lnTo>
                  <a:lnTo>
                    <a:pt x="87629" y="1357883"/>
                  </a:lnTo>
                  <a:lnTo>
                    <a:pt x="213359" y="1068323"/>
                  </a:lnTo>
                  <a:lnTo>
                    <a:pt x="377189" y="804672"/>
                  </a:lnTo>
                  <a:lnTo>
                    <a:pt x="578357" y="565404"/>
                  </a:lnTo>
                  <a:lnTo>
                    <a:pt x="804671" y="377189"/>
                  </a:lnTo>
                  <a:lnTo>
                    <a:pt x="1068323" y="213359"/>
                  </a:lnTo>
                  <a:lnTo>
                    <a:pt x="1357883" y="87630"/>
                  </a:lnTo>
                  <a:lnTo>
                    <a:pt x="1659636" y="25145"/>
                  </a:lnTo>
                  <a:lnTo>
                    <a:pt x="1961388" y="0"/>
                  </a:lnTo>
                  <a:lnTo>
                    <a:pt x="2275332" y="25145"/>
                  </a:lnTo>
                  <a:lnTo>
                    <a:pt x="2564892" y="87630"/>
                  </a:lnTo>
                  <a:lnTo>
                    <a:pt x="2853690" y="213359"/>
                  </a:lnTo>
                  <a:lnTo>
                    <a:pt x="3118104" y="377189"/>
                  </a:lnTo>
                  <a:lnTo>
                    <a:pt x="3356610" y="565403"/>
                  </a:lnTo>
                  <a:lnTo>
                    <a:pt x="3557778" y="804671"/>
                  </a:lnTo>
                  <a:lnTo>
                    <a:pt x="3708654" y="1068323"/>
                  </a:lnTo>
                  <a:lnTo>
                    <a:pt x="3834384" y="1357883"/>
                  </a:lnTo>
                  <a:lnTo>
                    <a:pt x="3909822" y="1659635"/>
                  </a:lnTo>
                  <a:lnTo>
                    <a:pt x="3922014" y="1960625"/>
                  </a:lnTo>
                  <a:lnTo>
                    <a:pt x="3909822" y="2275331"/>
                  </a:lnTo>
                  <a:lnTo>
                    <a:pt x="3834384" y="2564129"/>
                  </a:lnTo>
                  <a:lnTo>
                    <a:pt x="3708654" y="2853690"/>
                  </a:lnTo>
                  <a:lnTo>
                    <a:pt x="3557778" y="3117341"/>
                  </a:lnTo>
                  <a:lnTo>
                    <a:pt x="3356610" y="3356609"/>
                  </a:lnTo>
                  <a:lnTo>
                    <a:pt x="3118104" y="3557778"/>
                  </a:lnTo>
                  <a:lnTo>
                    <a:pt x="2853690" y="3708654"/>
                  </a:lnTo>
                  <a:lnTo>
                    <a:pt x="2564892" y="3834383"/>
                  </a:lnTo>
                  <a:lnTo>
                    <a:pt x="2275332" y="3909059"/>
                  </a:lnTo>
                  <a:lnTo>
                    <a:pt x="1961388" y="3922014"/>
                  </a:lnTo>
                  <a:lnTo>
                    <a:pt x="1659636" y="3909059"/>
                  </a:lnTo>
                  <a:lnTo>
                    <a:pt x="1357884" y="3834383"/>
                  </a:lnTo>
                  <a:lnTo>
                    <a:pt x="1068324" y="3708654"/>
                  </a:lnTo>
                  <a:lnTo>
                    <a:pt x="804672" y="3557778"/>
                  </a:lnTo>
                  <a:lnTo>
                    <a:pt x="578358" y="3356610"/>
                  </a:lnTo>
                  <a:lnTo>
                    <a:pt x="377190" y="3117341"/>
                  </a:lnTo>
                  <a:lnTo>
                    <a:pt x="213360" y="2853690"/>
                  </a:lnTo>
                  <a:lnTo>
                    <a:pt x="87630" y="2564130"/>
                  </a:lnTo>
                  <a:lnTo>
                    <a:pt x="25146" y="2275332"/>
                  </a:lnTo>
                  <a:lnTo>
                    <a:pt x="0" y="1960626"/>
                  </a:lnTo>
                  <a:close/>
                </a:path>
              </a:pathLst>
            </a:custGeom>
            <a:ln w="125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47466" y="1546859"/>
              <a:ext cx="2703830" cy="3884929"/>
            </a:xfrm>
            <a:custGeom>
              <a:avLst/>
              <a:gdLst/>
              <a:ahLst/>
              <a:cxnLst/>
              <a:rect l="l" t="t" r="r" b="b"/>
              <a:pathLst>
                <a:path w="2703829" h="3884929">
                  <a:moveTo>
                    <a:pt x="2703576" y="2036826"/>
                  </a:moveTo>
                  <a:lnTo>
                    <a:pt x="2678429" y="1697736"/>
                  </a:lnTo>
                  <a:lnTo>
                    <a:pt x="2602991" y="1357883"/>
                  </a:lnTo>
                  <a:lnTo>
                    <a:pt x="2489454" y="1043939"/>
                  </a:lnTo>
                  <a:lnTo>
                    <a:pt x="2313432" y="729233"/>
                  </a:lnTo>
                  <a:lnTo>
                    <a:pt x="2112264" y="452627"/>
                  </a:lnTo>
                  <a:lnTo>
                    <a:pt x="1860803" y="214122"/>
                  </a:lnTo>
                  <a:lnTo>
                    <a:pt x="1584197" y="0"/>
                  </a:lnTo>
                  <a:lnTo>
                    <a:pt x="1295399" y="88391"/>
                  </a:lnTo>
                  <a:lnTo>
                    <a:pt x="1018793" y="214122"/>
                  </a:lnTo>
                  <a:lnTo>
                    <a:pt x="767333" y="377189"/>
                  </a:lnTo>
                  <a:lnTo>
                    <a:pt x="541019" y="578358"/>
                  </a:lnTo>
                  <a:lnTo>
                    <a:pt x="352043" y="804671"/>
                  </a:lnTo>
                  <a:lnTo>
                    <a:pt x="201168" y="1069086"/>
                  </a:lnTo>
                  <a:lnTo>
                    <a:pt x="88392" y="1345692"/>
                  </a:lnTo>
                  <a:lnTo>
                    <a:pt x="12954" y="1634489"/>
                  </a:lnTo>
                  <a:lnTo>
                    <a:pt x="0" y="1923288"/>
                  </a:lnTo>
                  <a:lnTo>
                    <a:pt x="12954" y="2212848"/>
                  </a:lnTo>
                  <a:lnTo>
                    <a:pt x="88392" y="2501646"/>
                  </a:lnTo>
                  <a:lnTo>
                    <a:pt x="188975" y="2778252"/>
                  </a:lnTo>
                  <a:lnTo>
                    <a:pt x="339852" y="3029712"/>
                  </a:lnTo>
                  <a:lnTo>
                    <a:pt x="528066" y="3256026"/>
                  </a:lnTo>
                  <a:lnTo>
                    <a:pt x="742188" y="3457194"/>
                  </a:lnTo>
                  <a:lnTo>
                    <a:pt x="993648" y="3621024"/>
                  </a:lnTo>
                  <a:lnTo>
                    <a:pt x="1270254" y="3746754"/>
                  </a:lnTo>
                  <a:lnTo>
                    <a:pt x="1546860" y="3834384"/>
                  </a:lnTo>
                  <a:lnTo>
                    <a:pt x="1848612" y="3884676"/>
                  </a:lnTo>
                  <a:lnTo>
                    <a:pt x="2061972" y="3671316"/>
                  </a:lnTo>
                  <a:lnTo>
                    <a:pt x="2250948" y="3445002"/>
                  </a:lnTo>
                  <a:lnTo>
                    <a:pt x="2414016" y="3193541"/>
                  </a:lnTo>
                  <a:lnTo>
                    <a:pt x="2539746" y="2916936"/>
                  </a:lnTo>
                  <a:lnTo>
                    <a:pt x="2628138" y="2627376"/>
                  </a:lnTo>
                  <a:lnTo>
                    <a:pt x="2690622" y="2338578"/>
                  </a:lnTo>
                  <a:lnTo>
                    <a:pt x="2703576" y="203682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47466" y="1546859"/>
              <a:ext cx="2703830" cy="3884929"/>
            </a:xfrm>
            <a:custGeom>
              <a:avLst/>
              <a:gdLst/>
              <a:ahLst/>
              <a:cxnLst/>
              <a:rect l="l" t="t" r="r" b="b"/>
              <a:pathLst>
                <a:path w="2703829" h="3884929">
                  <a:moveTo>
                    <a:pt x="1848612" y="3884676"/>
                  </a:moveTo>
                  <a:lnTo>
                    <a:pt x="2061972" y="3671316"/>
                  </a:lnTo>
                  <a:lnTo>
                    <a:pt x="2250948" y="3445002"/>
                  </a:lnTo>
                  <a:lnTo>
                    <a:pt x="2414016" y="3193541"/>
                  </a:lnTo>
                  <a:lnTo>
                    <a:pt x="2539746" y="2916936"/>
                  </a:lnTo>
                  <a:lnTo>
                    <a:pt x="2628138" y="2627376"/>
                  </a:lnTo>
                  <a:lnTo>
                    <a:pt x="2690622" y="2338578"/>
                  </a:lnTo>
                  <a:lnTo>
                    <a:pt x="2703576" y="2036826"/>
                  </a:lnTo>
                  <a:lnTo>
                    <a:pt x="2678429" y="1697736"/>
                  </a:lnTo>
                  <a:lnTo>
                    <a:pt x="2602991" y="1357883"/>
                  </a:lnTo>
                  <a:lnTo>
                    <a:pt x="2489454" y="1043939"/>
                  </a:lnTo>
                  <a:lnTo>
                    <a:pt x="2313432" y="729233"/>
                  </a:lnTo>
                  <a:lnTo>
                    <a:pt x="2112264" y="452627"/>
                  </a:lnTo>
                  <a:lnTo>
                    <a:pt x="1860803" y="214122"/>
                  </a:lnTo>
                  <a:lnTo>
                    <a:pt x="1584197" y="0"/>
                  </a:lnTo>
                  <a:lnTo>
                    <a:pt x="1295399" y="88391"/>
                  </a:lnTo>
                  <a:lnTo>
                    <a:pt x="1018793" y="214122"/>
                  </a:lnTo>
                  <a:lnTo>
                    <a:pt x="767333" y="377189"/>
                  </a:lnTo>
                  <a:lnTo>
                    <a:pt x="541019" y="578358"/>
                  </a:lnTo>
                  <a:lnTo>
                    <a:pt x="352043" y="804671"/>
                  </a:lnTo>
                  <a:lnTo>
                    <a:pt x="201168" y="1069086"/>
                  </a:lnTo>
                  <a:lnTo>
                    <a:pt x="88392" y="1345692"/>
                  </a:lnTo>
                  <a:lnTo>
                    <a:pt x="12954" y="1634489"/>
                  </a:lnTo>
                  <a:lnTo>
                    <a:pt x="0" y="1923288"/>
                  </a:lnTo>
                  <a:lnTo>
                    <a:pt x="12954" y="2212848"/>
                  </a:lnTo>
                  <a:lnTo>
                    <a:pt x="88392" y="2501646"/>
                  </a:lnTo>
                  <a:lnTo>
                    <a:pt x="188975" y="2778252"/>
                  </a:lnTo>
                  <a:lnTo>
                    <a:pt x="339852" y="3029712"/>
                  </a:lnTo>
                  <a:lnTo>
                    <a:pt x="528066" y="3256026"/>
                  </a:lnTo>
                  <a:lnTo>
                    <a:pt x="742188" y="3457194"/>
                  </a:lnTo>
                  <a:lnTo>
                    <a:pt x="993648" y="3621024"/>
                  </a:lnTo>
                  <a:lnTo>
                    <a:pt x="1270254" y="3746754"/>
                  </a:lnTo>
                  <a:lnTo>
                    <a:pt x="1546860" y="3834384"/>
                  </a:lnTo>
                  <a:lnTo>
                    <a:pt x="1848612" y="3884676"/>
                  </a:lnTo>
                  <a:close/>
                </a:path>
              </a:pathLst>
            </a:custGeom>
            <a:ln w="125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126991" y="2892551"/>
            <a:ext cx="1308100" cy="9550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445" rIns="0" bIns="0" rtlCol="0" vert="horz">
            <a:spAutoFit/>
          </a:bodyPr>
          <a:lstStyle/>
          <a:p>
            <a:pPr algn="ctr" marL="15875">
              <a:lnSpc>
                <a:spcPct val="100000"/>
              </a:lnSpc>
              <a:spcBef>
                <a:spcPts val="35"/>
              </a:spcBef>
            </a:pPr>
            <a:r>
              <a:rPr dirty="0" sz="1450" spc="45" b="1">
                <a:latin typeface="Arial"/>
                <a:cs typeface="Arial"/>
              </a:rPr>
              <a:t>UML</a:t>
            </a:r>
            <a:endParaRPr sz="1450">
              <a:latin typeface="Arial"/>
              <a:cs typeface="Arial"/>
            </a:endParaRPr>
          </a:p>
          <a:p>
            <a:pPr algn="ctr" marL="38100" marR="29209" indent="3175">
              <a:lnSpc>
                <a:spcPct val="105200"/>
              </a:lnSpc>
              <a:spcBef>
                <a:spcPts val="50"/>
              </a:spcBef>
            </a:pPr>
            <a:r>
              <a:rPr dirty="0" sz="1450" spc="30" b="1">
                <a:latin typeface="Arial"/>
                <a:cs typeface="Arial"/>
              </a:rPr>
              <a:t>reused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spc="5" b="1">
                <a:latin typeface="Arial"/>
                <a:cs typeface="Arial"/>
              </a:rPr>
              <a:t>by 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5" b="1">
                <a:latin typeface="Arial"/>
                <a:cs typeface="Arial"/>
              </a:rPr>
              <a:t>SysML 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spc="10" b="1">
                <a:latin typeface="Arial"/>
                <a:cs typeface="Arial"/>
              </a:rPr>
              <a:t>(</a:t>
            </a:r>
            <a:r>
              <a:rPr dirty="0" sz="1450" spc="35" b="1">
                <a:latin typeface="Arial"/>
                <a:cs typeface="Arial"/>
              </a:rPr>
              <a:t>U</a:t>
            </a:r>
            <a:r>
              <a:rPr dirty="0" sz="1450" spc="75" b="1">
                <a:latin typeface="Arial"/>
                <a:cs typeface="Arial"/>
              </a:rPr>
              <a:t>M</a:t>
            </a:r>
            <a:r>
              <a:rPr dirty="0" sz="1450" b="1">
                <a:latin typeface="Arial"/>
                <a:cs typeface="Arial"/>
              </a:rPr>
              <a:t>L</a:t>
            </a:r>
            <a:r>
              <a:rPr dirty="0" sz="1450" spc="-20" b="1">
                <a:latin typeface="Arial"/>
                <a:cs typeface="Arial"/>
              </a:rPr>
              <a:t>4</a:t>
            </a:r>
            <a:r>
              <a:rPr dirty="0" sz="1450" spc="15" b="1">
                <a:latin typeface="Arial"/>
                <a:cs typeface="Arial"/>
              </a:rPr>
              <a:t>S</a:t>
            </a:r>
            <a:r>
              <a:rPr dirty="0" sz="1450" spc="-120" b="1">
                <a:latin typeface="Arial"/>
                <a:cs typeface="Arial"/>
              </a:rPr>
              <a:t>y</a:t>
            </a:r>
            <a:r>
              <a:rPr dirty="0" sz="1450" spc="-20" b="1">
                <a:latin typeface="Arial"/>
                <a:cs typeface="Arial"/>
              </a:rPr>
              <a:t>s</a:t>
            </a:r>
            <a:r>
              <a:rPr dirty="0" sz="1450" spc="70" b="1">
                <a:latin typeface="Arial"/>
                <a:cs typeface="Arial"/>
              </a:rPr>
              <a:t>M</a:t>
            </a:r>
            <a:r>
              <a:rPr dirty="0" sz="1450" spc="5" b="1">
                <a:latin typeface="Arial"/>
                <a:cs typeface="Arial"/>
              </a:rPr>
              <a:t>L</a:t>
            </a:r>
            <a:r>
              <a:rPr dirty="0" sz="1450" spc="10" b="1">
                <a:latin typeface="Arial"/>
                <a:cs typeface="Arial"/>
              </a:rPr>
              <a:t>)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9289" y="3633978"/>
            <a:ext cx="1421130" cy="1244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9845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235"/>
              </a:spcBef>
            </a:pPr>
            <a:r>
              <a:rPr dirty="0" sz="1450" spc="45" b="1">
                <a:latin typeface="Arial"/>
                <a:cs typeface="Arial"/>
              </a:rPr>
              <a:t>UML</a:t>
            </a:r>
            <a:endParaRPr sz="1450">
              <a:latin typeface="Arial"/>
              <a:cs typeface="Arial"/>
            </a:endParaRPr>
          </a:p>
          <a:p>
            <a:pPr algn="ctr" marL="126364" marR="118110" indent="-10160">
              <a:lnSpc>
                <a:spcPct val="104400"/>
              </a:lnSpc>
              <a:spcBef>
                <a:spcPts val="60"/>
              </a:spcBef>
            </a:pPr>
            <a:r>
              <a:rPr dirty="0" sz="1450" b="1">
                <a:latin typeface="Arial"/>
                <a:cs typeface="Arial"/>
              </a:rPr>
              <a:t>not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450" spc="25" b="1">
                <a:latin typeface="Arial"/>
                <a:cs typeface="Arial"/>
              </a:rPr>
              <a:t>required </a:t>
            </a:r>
            <a:r>
              <a:rPr dirty="0" sz="1450" spc="-390" b="1">
                <a:latin typeface="Arial"/>
                <a:cs typeface="Arial"/>
              </a:rPr>
              <a:t> </a:t>
            </a:r>
            <a:r>
              <a:rPr dirty="0" sz="1450" spc="10" b="1">
                <a:latin typeface="Arial"/>
                <a:cs typeface="Arial"/>
              </a:rPr>
              <a:t>by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spc="-5" b="1">
                <a:latin typeface="Arial"/>
                <a:cs typeface="Arial"/>
              </a:rPr>
              <a:t>SysML 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spc="10" b="1">
                <a:latin typeface="Arial"/>
                <a:cs typeface="Arial"/>
              </a:rPr>
              <a:t>(</a:t>
            </a:r>
            <a:r>
              <a:rPr dirty="0" sz="1450" spc="35" b="1">
                <a:latin typeface="Arial"/>
                <a:cs typeface="Arial"/>
              </a:rPr>
              <a:t>U</a:t>
            </a:r>
            <a:r>
              <a:rPr dirty="0" sz="1450" spc="75" b="1">
                <a:latin typeface="Arial"/>
                <a:cs typeface="Arial"/>
              </a:rPr>
              <a:t>M</a:t>
            </a:r>
            <a:r>
              <a:rPr dirty="0" sz="1450" spc="20" b="1">
                <a:latin typeface="Arial"/>
                <a:cs typeface="Arial"/>
              </a:rPr>
              <a:t>L</a:t>
            </a:r>
            <a:r>
              <a:rPr dirty="0" sz="1450" spc="-125" b="1">
                <a:latin typeface="Arial"/>
                <a:cs typeface="Arial"/>
              </a:rPr>
              <a:t> </a:t>
            </a:r>
            <a:r>
              <a:rPr dirty="0" sz="1450" spc="10" b="1">
                <a:latin typeface="Arial"/>
                <a:cs typeface="Arial"/>
              </a:rPr>
              <a:t>-  </a:t>
            </a:r>
            <a:r>
              <a:rPr dirty="0" sz="1450" spc="35" b="1">
                <a:latin typeface="Arial"/>
                <a:cs typeface="Arial"/>
              </a:rPr>
              <a:t>U</a:t>
            </a:r>
            <a:r>
              <a:rPr dirty="0" sz="1450" spc="75" b="1">
                <a:latin typeface="Arial"/>
                <a:cs typeface="Arial"/>
              </a:rPr>
              <a:t>M</a:t>
            </a:r>
            <a:r>
              <a:rPr dirty="0" sz="1450" b="1">
                <a:latin typeface="Arial"/>
                <a:cs typeface="Arial"/>
              </a:rPr>
              <a:t>L</a:t>
            </a:r>
            <a:r>
              <a:rPr dirty="0" sz="1450" spc="-20" b="1">
                <a:latin typeface="Arial"/>
                <a:cs typeface="Arial"/>
              </a:rPr>
              <a:t>4</a:t>
            </a:r>
            <a:r>
              <a:rPr dirty="0" sz="1450" spc="15" b="1">
                <a:latin typeface="Arial"/>
                <a:cs typeface="Arial"/>
              </a:rPr>
              <a:t>S</a:t>
            </a:r>
            <a:r>
              <a:rPr dirty="0" sz="1450" spc="-120" b="1">
                <a:latin typeface="Arial"/>
                <a:cs typeface="Arial"/>
              </a:rPr>
              <a:t>y</a:t>
            </a:r>
            <a:r>
              <a:rPr dirty="0" sz="1450" spc="-20" b="1">
                <a:latin typeface="Arial"/>
                <a:cs typeface="Arial"/>
              </a:rPr>
              <a:t>s</a:t>
            </a:r>
            <a:r>
              <a:rPr dirty="0" sz="1450" spc="70" b="1">
                <a:latin typeface="Arial"/>
                <a:cs typeface="Arial"/>
              </a:rPr>
              <a:t>M</a:t>
            </a:r>
            <a:r>
              <a:rPr dirty="0" sz="1450" spc="5" b="1">
                <a:latin typeface="Arial"/>
                <a:cs typeface="Arial"/>
              </a:rPr>
              <a:t>L</a:t>
            </a:r>
            <a:r>
              <a:rPr dirty="0" sz="1450" spc="10" b="1">
                <a:latin typeface="Arial"/>
                <a:cs typeface="Arial"/>
              </a:rPr>
              <a:t>)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51041" y="2753867"/>
            <a:ext cx="1130935" cy="123253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7780" rIns="0" bIns="0" rtlCol="0" vert="horz">
            <a:spAutoFit/>
          </a:bodyPr>
          <a:lstStyle/>
          <a:p>
            <a:pPr algn="ctr" marL="74930" marR="64135" indent="-13970">
              <a:lnSpc>
                <a:spcPct val="105300"/>
              </a:lnSpc>
              <a:spcBef>
                <a:spcPts val="140"/>
              </a:spcBef>
            </a:pPr>
            <a:r>
              <a:rPr dirty="0" sz="1450" spc="-5" b="1">
                <a:latin typeface="Arial"/>
                <a:cs typeface="Arial"/>
              </a:rPr>
              <a:t>SysML 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spc="80" b="1">
                <a:latin typeface="Arial"/>
                <a:cs typeface="Arial"/>
              </a:rPr>
              <a:t>e</a:t>
            </a:r>
            <a:r>
              <a:rPr dirty="0" sz="1450" spc="-20" b="1">
                <a:latin typeface="Arial"/>
                <a:cs typeface="Arial"/>
              </a:rPr>
              <a:t>x</a:t>
            </a:r>
            <a:r>
              <a:rPr dirty="0" sz="1450" spc="5" b="1">
                <a:latin typeface="Arial"/>
                <a:cs typeface="Arial"/>
              </a:rPr>
              <a:t>t</a:t>
            </a:r>
            <a:r>
              <a:rPr dirty="0" sz="1450" spc="75" b="1">
                <a:latin typeface="Arial"/>
                <a:cs typeface="Arial"/>
              </a:rPr>
              <a:t>e</a:t>
            </a:r>
            <a:r>
              <a:rPr dirty="0" sz="1450" spc="5" b="1">
                <a:latin typeface="Arial"/>
                <a:cs typeface="Arial"/>
              </a:rPr>
              <a:t>n</a:t>
            </a:r>
            <a:r>
              <a:rPr dirty="0" sz="1450" spc="-20" b="1">
                <a:latin typeface="Arial"/>
                <a:cs typeface="Arial"/>
              </a:rPr>
              <a:t>s</a:t>
            </a:r>
            <a:r>
              <a:rPr dirty="0" sz="1450" b="1">
                <a:latin typeface="Arial"/>
                <a:cs typeface="Arial"/>
              </a:rPr>
              <a:t>ions  </a:t>
            </a:r>
            <a:r>
              <a:rPr dirty="0" sz="1450" spc="5" b="1">
                <a:latin typeface="Arial"/>
                <a:cs typeface="Arial"/>
              </a:rPr>
              <a:t>t</a:t>
            </a:r>
            <a:r>
              <a:rPr dirty="0" sz="1450" spc="20" b="1">
                <a:latin typeface="Arial"/>
                <a:cs typeface="Arial"/>
              </a:rPr>
              <a:t>o</a:t>
            </a:r>
            <a:r>
              <a:rPr dirty="0" sz="1450" spc="-125" b="1">
                <a:latin typeface="Arial"/>
                <a:cs typeface="Arial"/>
              </a:rPr>
              <a:t> </a:t>
            </a:r>
            <a:r>
              <a:rPr dirty="0" sz="1450" spc="30" b="1">
                <a:latin typeface="Arial"/>
                <a:cs typeface="Arial"/>
              </a:rPr>
              <a:t>U</a:t>
            </a:r>
            <a:r>
              <a:rPr dirty="0" sz="1450" spc="75" b="1">
                <a:latin typeface="Arial"/>
                <a:cs typeface="Arial"/>
              </a:rPr>
              <a:t>M</a:t>
            </a:r>
            <a:r>
              <a:rPr dirty="0" sz="1450" spc="10" b="1">
                <a:latin typeface="Arial"/>
                <a:cs typeface="Arial"/>
              </a:rPr>
              <a:t>L  </a:t>
            </a:r>
            <a:r>
              <a:rPr dirty="0" sz="1450" spc="-5" b="1">
                <a:latin typeface="Arial"/>
                <a:cs typeface="Arial"/>
              </a:rPr>
              <a:t>(SysML 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spc="15" b="1">
                <a:latin typeface="Arial"/>
                <a:cs typeface="Arial"/>
              </a:rPr>
              <a:t>Profile)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84067" y="1001813"/>
            <a:ext cx="3044190" cy="1132205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750" spc="-10" b="1">
                <a:latin typeface="Arial"/>
                <a:cs typeface="Arial"/>
              </a:rPr>
              <a:t>U</a:t>
            </a:r>
            <a:r>
              <a:rPr dirty="0" sz="2750" spc="175" b="1">
                <a:latin typeface="Arial"/>
                <a:cs typeface="Arial"/>
              </a:rPr>
              <a:t>M</a:t>
            </a:r>
            <a:r>
              <a:rPr dirty="0" sz="2750" spc="10" b="1">
                <a:latin typeface="Arial"/>
                <a:cs typeface="Arial"/>
              </a:rPr>
              <a:t>L</a:t>
            </a:r>
            <a:r>
              <a:rPr dirty="0" sz="2750" spc="-180" b="1">
                <a:latin typeface="Arial"/>
                <a:cs typeface="Arial"/>
              </a:rPr>
              <a:t> </a:t>
            </a:r>
            <a:r>
              <a:rPr dirty="0" sz="2750" spc="10" b="1">
                <a:latin typeface="Arial"/>
                <a:cs typeface="Arial"/>
              </a:rPr>
              <a:t>2</a:t>
            </a:r>
            <a:endParaRPr sz="2750">
              <a:latin typeface="Arial"/>
              <a:cs typeface="Arial"/>
            </a:endParaRPr>
          </a:p>
          <a:p>
            <a:pPr marL="1873250">
              <a:lnSpc>
                <a:spcPct val="100000"/>
              </a:lnSpc>
              <a:spcBef>
                <a:spcPts val="1055"/>
              </a:spcBef>
            </a:pPr>
            <a:r>
              <a:rPr dirty="0" sz="2750" spc="45" b="1">
                <a:latin typeface="Arial"/>
                <a:cs typeface="Arial"/>
              </a:rPr>
              <a:t>Sy</a:t>
            </a:r>
            <a:r>
              <a:rPr dirty="0" sz="2750" spc="-45" b="1">
                <a:latin typeface="Arial"/>
                <a:cs typeface="Arial"/>
              </a:rPr>
              <a:t>s</a:t>
            </a:r>
            <a:r>
              <a:rPr dirty="0" sz="2750" spc="175" b="1">
                <a:latin typeface="Arial"/>
                <a:cs typeface="Arial"/>
              </a:rPr>
              <a:t>M</a:t>
            </a:r>
            <a:r>
              <a:rPr dirty="0" sz="2750" spc="10" b="1">
                <a:latin typeface="Arial"/>
                <a:cs typeface="Arial"/>
              </a:rPr>
              <a:t>L</a:t>
            </a:r>
            <a:endParaRPr sz="2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35443" y="4392422"/>
            <a:ext cx="1689100" cy="1976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 MT"/>
                <a:cs typeface="Arial MT"/>
              </a:rPr>
              <a:t>SysM</a:t>
            </a:r>
            <a:r>
              <a:rPr dirty="0" sz="1600">
                <a:latin typeface="Arial MT"/>
                <a:cs typeface="Arial MT"/>
              </a:rPr>
              <a:t>L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Extensions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010000"/>
                </a:solidFill>
                <a:latin typeface="Arial MT"/>
                <a:cs typeface="Arial MT"/>
              </a:rPr>
              <a:t>-</a:t>
            </a:r>
            <a:r>
              <a:rPr dirty="0" sz="1600">
                <a:latin typeface="Arial MT"/>
                <a:cs typeface="Arial MT"/>
              </a:rPr>
              <a:t>Blocks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010000"/>
                </a:solidFill>
                <a:latin typeface="Arial MT"/>
                <a:cs typeface="Arial MT"/>
              </a:rPr>
              <a:t>-</a:t>
            </a:r>
            <a:r>
              <a:rPr dirty="0" sz="1600" spc="-5">
                <a:latin typeface="Arial MT"/>
                <a:cs typeface="Arial MT"/>
              </a:rPr>
              <a:t>Item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flows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 spc="-25">
                <a:solidFill>
                  <a:srgbClr val="010000"/>
                </a:solidFill>
                <a:latin typeface="Arial MT"/>
                <a:cs typeface="Arial MT"/>
              </a:rPr>
              <a:t>-</a:t>
            </a:r>
            <a:r>
              <a:rPr dirty="0" sz="1600" spc="-25">
                <a:latin typeface="Arial MT"/>
                <a:cs typeface="Arial MT"/>
              </a:rPr>
              <a:t>Value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properties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010000"/>
                </a:solidFill>
                <a:latin typeface="Arial MT"/>
                <a:cs typeface="Arial MT"/>
              </a:rPr>
              <a:t>-</a:t>
            </a:r>
            <a:r>
              <a:rPr dirty="0" sz="1600" spc="-5">
                <a:latin typeface="Arial MT"/>
                <a:cs typeface="Arial MT"/>
              </a:rPr>
              <a:t>Allocations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010000"/>
                </a:solidFill>
                <a:latin typeface="Arial MT"/>
                <a:cs typeface="Arial MT"/>
              </a:rPr>
              <a:t>-</a:t>
            </a:r>
            <a:r>
              <a:rPr dirty="0" sz="1600" spc="-5">
                <a:latin typeface="Arial MT"/>
                <a:cs typeface="Arial MT"/>
              </a:rPr>
              <a:t>Requirements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010000"/>
                </a:solidFill>
                <a:latin typeface="Arial MT"/>
                <a:cs typeface="Arial MT"/>
              </a:rPr>
              <a:t>-</a:t>
            </a:r>
            <a:r>
              <a:rPr dirty="0" sz="1600" spc="-5">
                <a:latin typeface="Arial MT"/>
                <a:cs typeface="Arial MT"/>
              </a:rPr>
              <a:t>Parametrics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010000"/>
                </a:solidFill>
                <a:latin typeface="Arial MT"/>
                <a:cs typeface="Arial MT"/>
              </a:rPr>
              <a:t>-</a:t>
            </a:r>
            <a:r>
              <a:rPr dirty="0" sz="1600" spc="-5">
                <a:latin typeface="Arial MT"/>
                <a:cs typeface="Arial MT"/>
              </a:rPr>
              <a:t>Continuous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flows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35443" y="6342325"/>
            <a:ext cx="29781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">
                <a:solidFill>
                  <a:srgbClr val="010000"/>
                </a:solidFill>
                <a:latin typeface="Arial MT"/>
                <a:cs typeface="Arial MT"/>
              </a:rPr>
              <a:t>-</a:t>
            </a:r>
            <a:r>
              <a:rPr dirty="0" sz="1600">
                <a:latin typeface="Arial MT"/>
                <a:cs typeface="Arial MT"/>
              </a:rPr>
              <a:t>…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9356" y="4427982"/>
            <a:ext cx="186690" cy="1211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0" y="6483350"/>
            <a:ext cx="81470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6777" y="6483350"/>
            <a:ext cx="433451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4359" y="6483350"/>
            <a:ext cx="2235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16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70301" y="545845"/>
            <a:ext cx="432054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SysML</a:t>
            </a:r>
            <a:r>
              <a:rPr dirty="0" spc="-50"/>
              <a:t> </a:t>
            </a:r>
            <a:r>
              <a:rPr dirty="0"/>
              <a:t>Diagram</a:t>
            </a:r>
            <a:r>
              <a:rPr dirty="0" spc="-25"/>
              <a:t> </a:t>
            </a:r>
            <a:r>
              <a:rPr dirty="0"/>
              <a:t>Taxonomy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98704" y="1651254"/>
            <a:ext cx="8623935" cy="4261485"/>
            <a:chOff x="298704" y="1651254"/>
            <a:chExt cx="8623935" cy="4261485"/>
          </a:xfrm>
        </p:grpSpPr>
        <p:sp>
          <p:nvSpPr>
            <p:cNvPr id="8" name="object 8"/>
            <p:cNvSpPr/>
            <p:nvPr/>
          </p:nvSpPr>
          <p:spPr>
            <a:xfrm>
              <a:off x="304800" y="1657350"/>
              <a:ext cx="8610600" cy="4248150"/>
            </a:xfrm>
            <a:custGeom>
              <a:avLst/>
              <a:gdLst/>
              <a:ahLst/>
              <a:cxnLst/>
              <a:rect l="l" t="t" r="r" b="b"/>
              <a:pathLst>
                <a:path w="8610600" h="4248150">
                  <a:moveTo>
                    <a:pt x="8610600" y="4248150"/>
                  </a:moveTo>
                  <a:lnTo>
                    <a:pt x="8610600" y="0"/>
                  </a:lnTo>
                  <a:lnTo>
                    <a:pt x="0" y="0"/>
                  </a:lnTo>
                  <a:lnTo>
                    <a:pt x="0" y="4248150"/>
                  </a:lnTo>
                  <a:lnTo>
                    <a:pt x="8610600" y="4248150"/>
                  </a:lnTo>
                  <a:close/>
                </a:path>
              </a:pathLst>
            </a:custGeom>
            <a:solidFill>
              <a:srgbClr val="FFD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98704" y="1651254"/>
              <a:ext cx="8623935" cy="4261485"/>
            </a:xfrm>
            <a:custGeom>
              <a:avLst/>
              <a:gdLst/>
              <a:ahLst/>
              <a:cxnLst/>
              <a:rect l="l" t="t" r="r" b="b"/>
              <a:pathLst>
                <a:path w="8623935" h="4261485">
                  <a:moveTo>
                    <a:pt x="8623554" y="4261104"/>
                  </a:moveTo>
                  <a:lnTo>
                    <a:pt x="8623554" y="0"/>
                  </a:lnTo>
                  <a:lnTo>
                    <a:pt x="0" y="0"/>
                  </a:lnTo>
                  <a:lnTo>
                    <a:pt x="0" y="4261104"/>
                  </a:lnTo>
                  <a:lnTo>
                    <a:pt x="6096" y="4261104"/>
                  </a:lnTo>
                  <a:lnTo>
                    <a:pt x="6095" y="12954"/>
                  </a:lnTo>
                  <a:lnTo>
                    <a:pt x="12953" y="6096"/>
                  </a:lnTo>
                  <a:lnTo>
                    <a:pt x="12953" y="12954"/>
                  </a:lnTo>
                  <a:lnTo>
                    <a:pt x="8610600" y="12953"/>
                  </a:lnTo>
                  <a:lnTo>
                    <a:pt x="8610600" y="6095"/>
                  </a:lnTo>
                  <a:lnTo>
                    <a:pt x="8616696" y="12953"/>
                  </a:lnTo>
                  <a:lnTo>
                    <a:pt x="8616696" y="4261104"/>
                  </a:lnTo>
                  <a:lnTo>
                    <a:pt x="8623554" y="4261104"/>
                  </a:lnTo>
                  <a:close/>
                </a:path>
                <a:path w="8623935" h="4261485">
                  <a:moveTo>
                    <a:pt x="12953" y="12954"/>
                  </a:moveTo>
                  <a:lnTo>
                    <a:pt x="12953" y="6096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8623935" h="4261485">
                  <a:moveTo>
                    <a:pt x="12953" y="4248150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6" y="4248150"/>
                  </a:lnTo>
                  <a:lnTo>
                    <a:pt x="12953" y="4248150"/>
                  </a:lnTo>
                  <a:close/>
                </a:path>
                <a:path w="8623935" h="4261485">
                  <a:moveTo>
                    <a:pt x="8616696" y="4248149"/>
                  </a:moveTo>
                  <a:lnTo>
                    <a:pt x="6096" y="4248150"/>
                  </a:lnTo>
                  <a:lnTo>
                    <a:pt x="12953" y="4254245"/>
                  </a:lnTo>
                  <a:lnTo>
                    <a:pt x="12953" y="4261104"/>
                  </a:lnTo>
                  <a:lnTo>
                    <a:pt x="8610600" y="4261104"/>
                  </a:lnTo>
                  <a:lnTo>
                    <a:pt x="8610600" y="4254245"/>
                  </a:lnTo>
                  <a:lnTo>
                    <a:pt x="8616696" y="4248149"/>
                  </a:lnTo>
                  <a:close/>
                </a:path>
                <a:path w="8623935" h="4261485">
                  <a:moveTo>
                    <a:pt x="12953" y="4261104"/>
                  </a:moveTo>
                  <a:lnTo>
                    <a:pt x="12953" y="4254245"/>
                  </a:lnTo>
                  <a:lnTo>
                    <a:pt x="6096" y="4248150"/>
                  </a:lnTo>
                  <a:lnTo>
                    <a:pt x="6096" y="4261104"/>
                  </a:lnTo>
                  <a:lnTo>
                    <a:pt x="12953" y="4261104"/>
                  </a:lnTo>
                  <a:close/>
                </a:path>
                <a:path w="8623935" h="4261485">
                  <a:moveTo>
                    <a:pt x="8616696" y="12953"/>
                  </a:moveTo>
                  <a:lnTo>
                    <a:pt x="8610600" y="6095"/>
                  </a:lnTo>
                  <a:lnTo>
                    <a:pt x="8610600" y="12953"/>
                  </a:lnTo>
                  <a:lnTo>
                    <a:pt x="8616696" y="12953"/>
                  </a:lnTo>
                  <a:close/>
                </a:path>
                <a:path w="8623935" h="4261485">
                  <a:moveTo>
                    <a:pt x="8616696" y="4248149"/>
                  </a:moveTo>
                  <a:lnTo>
                    <a:pt x="8616696" y="12953"/>
                  </a:lnTo>
                  <a:lnTo>
                    <a:pt x="8610600" y="12953"/>
                  </a:lnTo>
                  <a:lnTo>
                    <a:pt x="8610600" y="4248149"/>
                  </a:lnTo>
                  <a:lnTo>
                    <a:pt x="8616696" y="4248149"/>
                  </a:lnTo>
                  <a:close/>
                </a:path>
                <a:path w="8623935" h="4261485">
                  <a:moveTo>
                    <a:pt x="8616696" y="4261104"/>
                  </a:moveTo>
                  <a:lnTo>
                    <a:pt x="8616696" y="4248149"/>
                  </a:lnTo>
                  <a:lnTo>
                    <a:pt x="8610600" y="4254245"/>
                  </a:lnTo>
                  <a:lnTo>
                    <a:pt x="8610600" y="4261104"/>
                  </a:lnTo>
                  <a:lnTo>
                    <a:pt x="8616696" y="4261104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506467" y="1878330"/>
            <a:ext cx="995680" cy="497840"/>
          </a:xfrm>
          <a:prstGeom prst="rect">
            <a:avLst/>
          </a:prstGeom>
          <a:solidFill>
            <a:srgbClr val="FFFFFF"/>
          </a:solidFill>
          <a:ln w="3314">
            <a:solidFill>
              <a:srgbClr val="000000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</a:pPr>
            <a:r>
              <a:rPr dirty="0" sz="850" spc="10" b="1" i="1">
                <a:latin typeface="Arial"/>
                <a:cs typeface="Arial"/>
              </a:rPr>
              <a:t>SysML</a:t>
            </a:r>
            <a:r>
              <a:rPr dirty="0" sz="850" spc="-25" b="1" i="1">
                <a:latin typeface="Arial"/>
                <a:cs typeface="Arial"/>
              </a:rPr>
              <a:t> </a:t>
            </a:r>
            <a:r>
              <a:rPr dirty="0" sz="850" spc="5" b="1" i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33088" y="3743705"/>
            <a:ext cx="995680" cy="497840"/>
          </a:xfrm>
          <a:prstGeom prst="rect">
            <a:avLst/>
          </a:prstGeom>
          <a:solidFill>
            <a:srgbClr val="FFFFFF"/>
          </a:solidFill>
          <a:ln w="3314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240665" indent="-27940">
              <a:lnSpc>
                <a:spcPct val="102400"/>
              </a:lnSpc>
            </a:pPr>
            <a:r>
              <a:rPr dirty="0" sz="850" spc="10" b="1">
                <a:latin typeface="Arial"/>
                <a:cs typeface="Arial"/>
              </a:rPr>
              <a:t>Use</a:t>
            </a:r>
            <a:r>
              <a:rPr dirty="0" sz="850" spc="5" b="1">
                <a:latin typeface="Arial"/>
                <a:cs typeface="Arial"/>
              </a:rPr>
              <a:t> </a:t>
            </a:r>
            <a:r>
              <a:rPr dirty="0" sz="850" spc="5" b="1">
                <a:latin typeface="Arial"/>
                <a:cs typeface="Arial"/>
              </a:rPr>
              <a:t>C</a:t>
            </a:r>
            <a:r>
              <a:rPr dirty="0" sz="850" spc="5" b="1">
                <a:latin typeface="Arial"/>
                <a:cs typeface="Arial"/>
              </a:rPr>
              <a:t>ase  </a:t>
            </a:r>
            <a:r>
              <a:rPr dirty="0" sz="850" spc="10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7095" y="3743705"/>
            <a:ext cx="995680" cy="497840"/>
          </a:xfrm>
          <a:prstGeom prst="rect">
            <a:avLst/>
          </a:prstGeom>
          <a:solidFill>
            <a:srgbClr val="FFFFFF"/>
          </a:solidFill>
          <a:ln w="29844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268605" indent="20955">
              <a:lnSpc>
                <a:spcPct val="102400"/>
              </a:lnSpc>
            </a:pPr>
            <a:r>
              <a:rPr dirty="0" sz="850" spc="5" b="1">
                <a:solidFill>
                  <a:srgbClr val="008000"/>
                </a:solidFill>
                <a:latin typeface="Arial"/>
                <a:cs typeface="Arial"/>
              </a:rPr>
              <a:t>Activity </a:t>
            </a:r>
            <a:r>
              <a:rPr dirty="0" sz="850" spc="-22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850" spc="10" b="1">
                <a:solidFill>
                  <a:srgbClr val="008000"/>
                </a:solidFill>
                <a:latin typeface="Arial"/>
                <a:cs typeface="Arial"/>
              </a:rPr>
              <a:t>Dia</a:t>
            </a:r>
            <a:r>
              <a:rPr dirty="0" sz="850" spc="5" b="1">
                <a:solidFill>
                  <a:srgbClr val="008000"/>
                </a:solidFill>
                <a:latin typeface="Arial"/>
                <a:cs typeface="Arial"/>
              </a:rPr>
              <a:t>g</a:t>
            </a:r>
            <a:r>
              <a:rPr dirty="0" sz="850" spc="10" b="1">
                <a:solidFill>
                  <a:srgbClr val="008000"/>
                </a:solidFill>
                <a:latin typeface="Arial"/>
                <a:cs typeface="Arial"/>
              </a:rPr>
              <a:t>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45920" y="3743705"/>
            <a:ext cx="995680" cy="497840"/>
          </a:xfrm>
          <a:prstGeom prst="rect">
            <a:avLst/>
          </a:prstGeom>
          <a:solidFill>
            <a:srgbClr val="FFFFFF"/>
          </a:solidFill>
          <a:ln w="3314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228600" indent="-40005">
              <a:lnSpc>
                <a:spcPct val="102400"/>
              </a:lnSpc>
            </a:pPr>
            <a:r>
              <a:rPr dirty="0" sz="850" spc="10" b="1">
                <a:latin typeface="Arial"/>
                <a:cs typeface="Arial"/>
              </a:rPr>
              <a:t>S</a:t>
            </a:r>
            <a:r>
              <a:rPr dirty="0" sz="850" spc="5" b="1">
                <a:latin typeface="Arial"/>
                <a:cs typeface="Arial"/>
              </a:rPr>
              <a:t>e</a:t>
            </a:r>
            <a:r>
              <a:rPr dirty="0" sz="850" spc="10" b="1">
                <a:latin typeface="Arial"/>
                <a:cs typeface="Arial"/>
              </a:rPr>
              <a:t>qu</a:t>
            </a:r>
            <a:r>
              <a:rPr dirty="0" sz="850" spc="5" b="1">
                <a:latin typeface="Arial"/>
                <a:cs typeface="Arial"/>
              </a:rPr>
              <a:t>e</a:t>
            </a:r>
            <a:r>
              <a:rPr dirty="0" sz="850" spc="5" b="1">
                <a:latin typeface="Arial"/>
                <a:cs typeface="Arial"/>
              </a:rPr>
              <a:t>nce  </a:t>
            </a:r>
            <a:r>
              <a:rPr dirty="0" sz="850" spc="10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5505" y="3743705"/>
            <a:ext cx="994410" cy="497840"/>
          </a:xfrm>
          <a:prstGeom prst="rect">
            <a:avLst/>
          </a:prstGeom>
          <a:solidFill>
            <a:srgbClr val="FFFFFF"/>
          </a:solidFill>
          <a:ln w="3314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117475" indent="-151130">
              <a:lnSpc>
                <a:spcPct val="102400"/>
              </a:lnSpc>
            </a:pPr>
            <a:r>
              <a:rPr dirty="0" sz="850" spc="5" b="1">
                <a:latin typeface="Arial"/>
                <a:cs typeface="Arial"/>
              </a:rPr>
              <a:t>State</a:t>
            </a:r>
            <a:r>
              <a:rPr dirty="0" sz="850" spc="5" b="1">
                <a:latin typeface="Arial"/>
                <a:cs typeface="Arial"/>
              </a:rPr>
              <a:t> </a:t>
            </a:r>
            <a:r>
              <a:rPr dirty="0" sz="850" spc="10" b="1">
                <a:latin typeface="Arial"/>
                <a:cs typeface="Arial"/>
              </a:rPr>
              <a:t>Mac</a:t>
            </a:r>
            <a:r>
              <a:rPr dirty="0" sz="850" spc="5" b="1">
                <a:latin typeface="Arial"/>
                <a:cs typeface="Arial"/>
              </a:rPr>
              <a:t>h</a:t>
            </a:r>
            <a:r>
              <a:rPr dirty="0" sz="850" spc="5" b="1">
                <a:latin typeface="Arial"/>
                <a:cs typeface="Arial"/>
              </a:rPr>
              <a:t>i</a:t>
            </a:r>
            <a:r>
              <a:rPr dirty="0" sz="850" spc="5" b="1">
                <a:latin typeface="Arial"/>
                <a:cs typeface="Arial"/>
              </a:rPr>
              <a:t>n</a:t>
            </a:r>
            <a:r>
              <a:rPr dirty="0" sz="850" spc="5" b="1">
                <a:latin typeface="Arial"/>
                <a:cs typeface="Arial"/>
              </a:rPr>
              <a:t>e  </a:t>
            </a:r>
            <a:r>
              <a:rPr dirty="0" sz="850" spc="5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97129" y="4474781"/>
            <a:ext cx="1024890" cy="527685"/>
            <a:chOff x="6497129" y="4474781"/>
            <a:chExt cx="1024890" cy="527685"/>
          </a:xfrm>
        </p:grpSpPr>
        <p:sp>
          <p:nvSpPr>
            <p:cNvPr id="16" name="object 16"/>
            <p:cNvSpPr/>
            <p:nvPr/>
          </p:nvSpPr>
          <p:spPr>
            <a:xfrm>
              <a:off x="7513923" y="4489704"/>
              <a:ext cx="0" cy="497840"/>
            </a:xfrm>
            <a:custGeom>
              <a:avLst/>
              <a:gdLst/>
              <a:ahLst/>
              <a:cxnLst/>
              <a:rect l="l" t="t" r="r" b="b"/>
              <a:pathLst>
                <a:path w="0" h="497839">
                  <a:moveTo>
                    <a:pt x="0" y="0"/>
                  </a:moveTo>
                  <a:lnTo>
                    <a:pt x="0" y="497586"/>
                  </a:lnTo>
                </a:path>
              </a:pathLst>
            </a:custGeom>
            <a:ln w="14922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512039" y="4987289"/>
              <a:ext cx="994410" cy="15240"/>
            </a:xfrm>
            <a:custGeom>
              <a:avLst/>
              <a:gdLst/>
              <a:ahLst/>
              <a:cxnLst/>
              <a:rect l="l" t="t" r="r" b="b"/>
              <a:pathLst>
                <a:path w="994409" h="15239">
                  <a:moveTo>
                    <a:pt x="994410" y="0"/>
                  </a:moveTo>
                  <a:lnTo>
                    <a:pt x="0" y="0"/>
                  </a:lnTo>
                  <a:lnTo>
                    <a:pt x="0" y="14922"/>
                  </a:lnTo>
                  <a:lnTo>
                    <a:pt x="994410" y="14922"/>
                  </a:lnTo>
                  <a:lnTo>
                    <a:pt x="99441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512051" y="4489704"/>
              <a:ext cx="994410" cy="497840"/>
            </a:xfrm>
            <a:custGeom>
              <a:avLst/>
              <a:gdLst/>
              <a:ahLst/>
              <a:cxnLst/>
              <a:rect l="l" t="t" r="r" b="b"/>
              <a:pathLst>
                <a:path w="994409" h="497839">
                  <a:moveTo>
                    <a:pt x="994409" y="497586"/>
                  </a:moveTo>
                  <a:lnTo>
                    <a:pt x="994409" y="0"/>
                  </a:lnTo>
                  <a:lnTo>
                    <a:pt x="0" y="0"/>
                  </a:lnTo>
                  <a:lnTo>
                    <a:pt x="0" y="497586"/>
                  </a:lnTo>
                  <a:lnTo>
                    <a:pt x="994409" y="4975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512051" y="4489704"/>
              <a:ext cx="994410" cy="497840"/>
            </a:xfrm>
            <a:custGeom>
              <a:avLst/>
              <a:gdLst/>
              <a:ahLst/>
              <a:cxnLst/>
              <a:rect l="l" t="t" r="r" b="b"/>
              <a:pathLst>
                <a:path w="994409" h="497839">
                  <a:moveTo>
                    <a:pt x="994409" y="497586"/>
                  </a:moveTo>
                  <a:lnTo>
                    <a:pt x="994409" y="0"/>
                  </a:lnTo>
                  <a:lnTo>
                    <a:pt x="0" y="0"/>
                  </a:lnTo>
                  <a:lnTo>
                    <a:pt x="0" y="497586"/>
                  </a:lnTo>
                  <a:lnTo>
                    <a:pt x="994409" y="497586"/>
                  </a:lnTo>
                  <a:lnTo>
                    <a:pt x="994409" y="0"/>
                  </a:lnTo>
                </a:path>
              </a:pathLst>
            </a:custGeom>
            <a:ln w="29845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710426" y="4582159"/>
            <a:ext cx="59626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835" marR="5080" indent="-64769">
              <a:lnSpc>
                <a:spcPct val="102400"/>
              </a:lnSpc>
              <a:spcBef>
                <a:spcPts val="95"/>
              </a:spcBef>
            </a:pP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Pa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amet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dirty="0" sz="850" b="1">
                <a:solidFill>
                  <a:srgbClr val="0000FF"/>
                </a:solidFill>
                <a:latin typeface="Arial"/>
                <a:cs typeface="Arial"/>
              </a:rPr>
              <a:t>ic  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266054" y="2555300"/>
          <a:ext cx="5243195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7840"/>
                <a:gridCol w="497840"/>
                <a:gridCol w="1243965"/>
                <a:gridCol w="497839"/>
                <a:gridCol w="497839"/>
                <a:gridCol w="1009650"/>
                <a:gridCol w="496570"/>
                <a:gridCol w="497204"/>
              </a:tblGrid>
              <a:tr h="185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7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7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7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7FF"/>
                    </a:solidFill>
                  </a:tcPr>
                </a:tc>
              </a:tr>
              <a:tr h="49758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252729" indent="-15875">
                        <a:lnSpc>
                          <a:spcPct val="102400"/>
                        </a:lnSpc>
                      </a:pPr>
                      <a:r>
                        <a:rPr dirty="0" sz="850" b="1" i="1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850" spc="-5" b="1" i="1">
                          <a:latin typeface="Arial"/>
                          <a:cs typeface="Arial"/>
                        </a:rPr>
                        <a:t>h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avior  </a:t>
                      </a:r>
                      <a:r>
                        <a:rPr dirty="0" sz="850" spc="10" b="1" i="1"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  <a:solidFill>
                      <a:srgbClr val="FFD7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152400" indent="-116839">
                        <a:lnSpc>
                          <a:spcPct val="102400"/>
                        </a:lnSpc>
                      </a:pP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spc="-5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qui</a:t>
                      </a:r>
                      <a:r>
                        <a:rPr dirty="0" sz="850" spc="-5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me</a:t>
                      </a:r>
                      <a:r>
                        <a:rPr dirty="0" sz="850" spc="-5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  </a:t>
                      </a:r>
                      <a:r>
                        <a:rPr dirty="0" sz="850" spc="1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38100">
                      <a:solidFill>
                        <a:srgbClr val="FF00FF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  <a:lnB w="38100">
                      <a:solidFill>
                        <a:srgbClr val="FF0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FF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7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243840" indent="-25400">
                        <a:lnSpc>
                          <a:spcPct val="102400"/>
                        </a:lnSpc>
                      </a:pPr>
                      <a:r>
                        <a:rPr dirty="0" sz="850" b="1" i="1">
                          <a:latin typeface="Arial"/>
                          <a:cs typeface="Arial"/>
                        </a:rPr>
                        <a:t>Stru</a:t>
                      </a:r>
                      <a:r>
                        <a:rPr dirty="0" sz="850" spc="-5" b="1" i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50" spc="-5" b="1" i="1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e  </a:t>
                      </a:r>
                      <a:r>
                        <a:rPr dirty="0" sz="850" spc="5" b="1" i="1"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2446020" y="4849367"/>
            <a:ext cx="1310005" cy="1936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15">
                <a:latin typeface="Arial MT"/>
                <a:cs typeface="Arial MT"/>
              </a:rPr>
              <a:t>Modified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from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25">
                <a:latin typeface="Arial MT"/>
                <a:cs typeface="Arial MT"/>
              </a:rPr>
              <a:t>UML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2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80171" y="4830635"/>
            <a:ext cx="403225" cy="576580"/>
            <a:chOff x="1880171" y="4830635"/>
            <a:chExt cx="403225" cy="576580"/>
          </a:xfrm>
        </p:grpSpPr>
        <p:sp>
          <p:nvSpPr>
            <p:cNvPr id="24" name="object 24"/>
            <p:cNvSpPr/>
            <p:nvPr/>
          </p:nvSpPr>
          <p:spPr>
            <a:xfrm>
              <a:off x="2275173" y="4845558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w="0" h="186689">
                  <a:moveTo>
                    <a:pt x="0" y="0"/>
                  </a:moveTo>
                  <a:lnTo>
                    <a:pt x="0" y="186689"/>
                  </a:lnTo>
                </a:path>
              </a:pathLst>
            </a:custGeom>
            <a:ln w="149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95081" y="5032248"/>
              <a:ext cx="372745" cy="15240"/>
            </a:xfrm>
            <a:custGeom>
              <a:avLst/>
              <a:gdLst/>
              <a:ahLst/>
              <a:cxnLst/>
              <a:rect l="l" t="t" r="r" b="b"/>
              <a:pathLst>
                <a:path w="372744" h="15239">
                  <a:moveTo>
                    <a:pt x="372618" y="0"/>
                  </a:moveTo>
                  <a:lnTo>
                    <a:pt x="0" y="0"/>
                  </a:lnTo>
                  <a:lnTo>
                    <a:pt x="0" y="14935"/>
                  </a:lnTo>
                  <a:lnTo>
                    <a:pt x="372618" y="14935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95094" y="4845558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95093" y="4845558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close/>
                </a:path>
              </a:pathLst>
            </a:custGeom>
            <a:ln w="298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75173" y="5205222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w="0" h="186689">
                  <a:moveTo>
                    <a:pt x="0" y="0"/>
                  </a:moveTo>
                  <a:lnTo>
                    <a:pt x="0" y="186689"/>
                  </a:lnTo>
                </a:path>
              </a:pathLst>
            </a:custGeom>
            <a:ln w="14922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895081" y="5391912"/>
              <a:ext cx="372745" cy="15240"/>
            </a:xfrm>
            <a:custGeom>
              <a:avLst/>
              <a:gdLst/>
              <a:ahLst/>
              <a:cxnLst/>
              <a:rect l="l" t="t" r="r" b="b"/>
              <a:pathLst>
                <a:path w="372744" h="15239">
                  <a:moveTo>
                    <a:pt x="372618" y="0"/>
                  </a:moveTo>
                  <a:lnTo>
                    <a:pt x="0" y="0"/>
                  </a:lnTo>
                  <a:lnTo>
                    <a:pt x="0" y="14922"/>
                  </a:lnTo>
                  <a:lnTo>
                    <a:pt x="372618" y="14922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895094" y="5205222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95093" y="5205222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lnTo>
                    <a:pt x="372618" y="0"/>
                  </a:lnTo>
                </a:path>
              </a:pathLst>
            </a:custGeom>
            <a:ln w="29845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2433827" y="5209032"/>
            <a:ext cx="1141730" cy="1936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460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15"/>
              </a:spcBef>
            </a:pPr>
            <a:r>
              <a:rPr dirty="0" sz="1050" spc="20">
                <a:latin typeface="Arial MT"/>
                <a:cs typeface="Arial MT"/>
              </a:rPr>
              <a:t>New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diagram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type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5315267" y="3418960"/>
          <a:ext cx="3407410" cy="837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7840"/>
                <a:gridCol w="497840"/>
                <a:gridCol w="186690"/>
                <a:gridCol w="496570"/>
                <a:gridCol w="497840"/>
                <a:gridCol w="217805"/>
                <a:gridCol w="497205"/>
                <a:gridCol w="496570"/>
              </a:tblGrid>
              <a:tr h="13805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7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7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7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7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7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7FF"/>
                    </a:solidFill>
                  </a:tcPr>
                </a:tc>
              </a:tr>
              <a:tr h="49758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69215" indent="-200025">
                        <a:lnSpc>
                          <a:spcPct val="102400"/>
                        </a:lnSpc>
                      </a:pPr>
                      <a:r>
                        <a:rPr dirty="0" sz="850" spc="1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Block</a:t>
                      </a:r>
                      <a:r>
                        <a:rPr dirty="0" sz="850" spc="-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Definition </a:t>
                      </a:r>
                      <a:r>
                        <a:rPr dirty="0" sz="850" spc="-2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1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7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123825" indent="-144780">
                        <a:lnSpc>
                          <a:spcPct val="102400"/>
                        </a:lnSpc>
                      </a:pP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Internal</a:t>
                      </a:r>
                      <a:r>
                        <a:rPr dirty="0" sz="850" spc="-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Block </a:t>
                      </a:r>
                      <a:r>
                        <a:rPr dirty="0" sz="850" spc="-22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7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dirty="0" sz="850" spc="10" b="1">
                          <a:latin typeface="Arial"/>
                          <a:cs typeface="Arial"/>
                        </a:rPr>
                        <a:t>Package</a:t>
                      </a:r>
                      <a:r>
                        <a:rPr dirty="0" sz="85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10" b="1"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4" name="object 34"/>
          <p:cNvGrpSpPr/>
          <p:nvPr/>
        </p:nvGrpSpPr>
        <p:grpSpPr>
          <a:xfrm>
            <a:off x="883024" y="2374258"/>
            <a:ext cx="6186805" cy="2321560"/>
            <a:chOff x="883024" y="2374258"/>
            <a:chExt cx="6186805" cy="2321560"/>
          </a:xfrm>
        </p:grpSpPr>
        <p:sp>
          <p:nvSpPr>
            <p:cNvPr id="35" name="object 35"/>
            <p:cNvSpPr/>
            <p:nvPr/>
          </p:nvSpPr>
          <p:spPr>
            <a:xfrm>
              <a:off x="4946142" y="2375915"/>
              <a:ext cx="116205" cy="173990"/>
            </a:xfrm>
            <a:custGeom>
              <a:avLst/>
              <a:gdLst/>
              <a:ahLst/>
              <a:cxnLst/>
              <a:rect l="l" t="t" r="r" b="b"/>
              <a:pathLst>
                <a:path w="116204" h="173989">
                  <a:moveTo>
                    <a:pt x="115824" y="173736"/>
                  </a:moveTo>
                  <a:lnTo>
                    <a:pt x="57912" y="0"/>
                  </a:lnTo>
                  <a:lnTo>
                    <a:pt x="0" y="173736"/>
                  </a:lnTo>
                  <a:lnTo>
                    <a:pt x="115824" y="173736"/>
                  </a:lnTo>
                </a:path>
                <a:path w="116204" h="173989">
                  <a:moveTo>
                    <a:pt x="115824" y="173736"/>
                  </a:moveTo>
                  <a:lnTo>
                    <a:pt x="57912" y="0"/>
                  </a:lnTo>
                  <a:lnTo>
                    <a:pt x="0" y="173736"/>
                  </a:lnTo>
                  <a:lnTo>
                    <a:pt x="115824" y="173736"/>
                  </a:lnTo>
                </a:path>
                <a:path w="116204" h="173989">
                  <a:moveTo>
                    <a:pt x="115824" y="173736"/>
                  </a:moveTo>
                  <a:lnTo>
                    <a:pt x="57912" y="0"/>
                  </a:lnTo>
                  <a:lnTo>
                    <a:pt x="0" y="173736"/>
                  </a:lnTo>
                  <a:lnTo>
                    <a:pt x="115824" y="173736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950202" y="3246119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4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  <a:path w="116204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008875" y="4415789"/>
              <a:ext cx="0" cy="74295"/>
            </a:xfrm>
            <a:custGeom>
              <a:avLst/>
              <a:gdLst/>
              <a:ahLst/>
              <a:cxnLst/>
              <a:rect l="l" t="t" r="r" b="b"/>
              <a:pathLst>
                <a:path w="0" h="74295">
                  <a:moveTo>
                    <a:pt x="0" y="73913"/>
                  </a:move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950963" y="4241291"/>
              <a:ext cx="116839" cy="174625"/>
            </a:xfrm>
            <a:custGeom>
              <a:avLst/>
              <a:gdLst/>
              <a:ahLst/>
              <a:cxnLst/>
              <a:rect l="l" t="t" r="r" b="b"/>
              <a:pathLst>
                <a:path w="116840" h="174625">
                  <a:moveTo>
                    <a:pt x="116585" y="174498"/>
                  </a:moveTo>
                  <a:lnTo>
                    <a:pt x="57911" y="0"/>
                  </a:lnTo>
                  <a:lnTo>
                    <a:pt x="0" y="174498"/>
                  </a:lnTo>
                  <a:lnTo>
                    <a:pt x="116585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765297" y="3420617"/>
              <a:ext cx="1865630" cy="323215"/>
            </a:xfrm>
            <a:custGeom>
              <a:avLst/>
              <a:gdLst/>
              <a:ahLst/>
              <a:cxnLst/>
              <a:rect l="l" t="t" r="r" b="b"/>
              <a:pathLst>
                <a:path w="1865629" h="323214">
                  <a:moveTo>
                    <a:pt x="1865376" y="323088"/>
                  </a:moveTo>
                  <a:lnTo>
                    <a:pt x="1865376" y="136397"/>
                  </a:lnTo>
                  <a:lnTo>
                    <a:pt x="0" y="136398"/>
                  </a:ln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707386" y="3246119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765298" y="3420617"/>
              <a:ext cx="638175" cy="323215"/>
            </a:xfrm>
            <a:custGeom>
              <a:avLst/>
              <a:gdLst/>
              <a:ahLst/>
              <a:cxnLst/>
              <a:rect l="l" t="t" r="r" b="b"/>
              <a:pathLst>
                <a:path w="638175" h="323214">
                  <a:moveTo>
                    <a:pt x="637794" y="323088"/>
                  </a:moveTo>
                  <a:lnTo>
                    <a:pt x="637794" y="136397"/>
                  </a:lnTo>
                  <a:lnTo>
                    <a:pt x="0" y="136398"/>
                  </a:ln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707386" y="3246119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84682" y="3420617"/>
              <a:ext cx="1880870" cy="323215"/>
            </a:xfrm>
            <a:custGeom>
              <a:avLst/>
              <a:gdLst/>
              <a:ahLst/>
              <a:cxnLst/>
              <a:rect l="l" t="t" r="r" b="b"/>
              <a:pathLst>
                <a:path w="1880870" h="323214">
                  <a:moveTo>
                    <a:pt x="0" y="323088"/>
                  </a:moveTo>
                  <a:lnTo>
                    <a:pt x="0" y="136397"/>
                  </a:lnTo>
                  <a:lnTo>
                    <a:pt x="1880616" y="136397"/>
                  </a:lnTo>
                  <a:lnTo>
                    <a:pt x="1880616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707386" y="3246119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268540" y="4507230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w="0" h="186689">
                  <a:moveTo>
                    <a:pt x="0" y="0"/>
                  </a:moveTo>
                  <a:lnTo>
                    <a:pt x="0" y="1866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895093" y="4694748"/>
              <a:ext cx="372745" cy="0"/>
            </a:xfrm>
            <a:custGeom>
              <a:avLst/>
              <a:gdLst/>
              <a:ahLst/>
              <a:cxnLst/>
              <a:rect l="l" t="t" r="r" b="b"/>
              <a:pathLst>
                <a:path w="372744" h="0">
                  <a:moveTo>
                    <a:pt x="0" y="0"/>
                  </a:moveTo>
                  <a:lnTo>
                    <a:pt x="372618" y="0"/>
                  </a:lnTo>
                </a:path>
                <a:path w="372744" h="0">
                  <a:moveTo>
                    <a:pt x="0" y="0"/>
                  </a:moveTo>
                  <a:lnTo>
                    <a:pt x="372618" y="0"/>
                  </a:lnTo>
                </a:path>
                <a:path w="372744" h="0">
                  <a:moveTo>
                    <a:pt x="0" y="0"/>
                  </a:moveTo>
                  <a:lnTo>
                    <a:pt x="37261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895094" y="4507229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895093" y="4507230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close/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950202" y="3246119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4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143505" y="3420617"/>
              <a:ext cx="622300" cy="323215"/>
            </a:xfrm>
            <a:custGeom>
              <a:avLst/>
              <a:gdLst/>
              <a:ahLst/>
              <a:cxnLst/>
              <a:rect l="l" t="t" r="r" b="b"/>
              <a:pathLst>
                <a:path w="622300" h="323214">
                  <a:moveTo>
                    <a:pt x="0" y="323088"/>
                  </a:moveTo>
                  <a:lnTo>
                    <a:pt x="0" y="136397"/>
                  </a:lnTo>
                  <a:lnTo>
                    <a:pt x="621792" y="136397"/>
                  </a:lnTo>
                  <a:lnTo>
                    <a:pt x="621792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07386" y="3246119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2446020" y="4493514"/>
            <a:ext cx="1018540" cy="1936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050" spc="20">
                <a:latin typeface="Arial MT"/>
                <a:cs typeface="Arial MT"/>
              </a:rPr>
              <a:t>Same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as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25">
                <a:latin typeface="Arial MT"/>
                <a:cs typeface="Arial MT"/>
              </a:rPr>
              <a:t>UML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2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7240" y="6512868"/>
            <a:ext cx="593090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  <a:tabLst>
                <a:tab pos="1621790" algn="l"/>
              </a:tabLst>
            </a:pPr>
            <a:r>
              <a:rPr dirty="0" sz="1400" spc="-10">
                <a:latin typeface="Arial MT"/>
                <a:cs typeface="Arial MT"/>
              </a:rPr>
              <a:t>4/15/2008	</a:t>
            </a: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4359" y="6483350"/>
            <a:ext cx="2235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17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6354" y="6485382"/>
            <a:ext cx="7258050" cy="217170"/>
          </a:xfrm>
          <a:custGeom>
            <a:avLst/>
            <a:gdLst/>
            <a:ahLst/>
            <a:cxnLst/>
            <a:rect l="l" t="t" r="r" b="b"/>
            <a:pathLst>
              <a:path w="7258050" h="217170">
                <a:moveTo>
                  <a:pt x="7258050" y="0"/>
                </a:moveTo>
                <a:lnTo>
                  <a:pt x="0" y="0"/>
                </a:lnTo>
                <a:lnTo>
                  <a:pt x="0" y="217170"/>
                </a:lnTo>
                <a:lnTo>
                  <a:pt x="4572" y="217170"/>
                </a:lnTo>
                <a:lnTo>
                  <a:pt x="9893" y="217170"/>
                </a:lnTo>
                <a:lnTo>
                  <a:pt x="7248906" y="217170"/>
                </a:lnTo>
                <a:lnTo>
                  <a:pt x="7253478" y="217170"/>
                </a:lnTo>
                <a:lnTo>
                  <a:pt x="7258050" y="217170"/>
                </a:lnTo>
                <a:lnTo>
                  <a:pt x="7258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030" y="1524379"/>
            <a:ext cx="3372213" cy="18855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1140" y="3372103"/>
            <a:ext cx="823594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00339A"/>
                </a:solidFill>
                <a:latin typeface="Arial"/>
                <a:cs typeface="Arial"/>
              </a:rPr>
              <a:t>definition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0291" y="3372103"/>
            <a:ext cx="33147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 b="1">
                <a:solidFill>
                  <a:srgbClr val="00339A"/>
                </a:solidFill>
                <a:latin typeface="Arial"/>
                <a:cs typeface="Arial"/>
              </a:rPr>
              <a:t>use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70710" y="1309814"/>
            <a:ext cx="5355590" cy="3088005"/>
            <a:chOff x="1870710" y="1309814"/>
            <a:chExt cx="5355590" cy="308800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0710" y="2143505"/>
              <a:ext cx="2563367" cy="15049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54601" y="1311401"/>
              <a:ext cx="3169920" cy="3084830"/>
            </a:xfrm>
            <a:custGeom>
              <a:avLst/>
              <a:gdLst/>
              <a:ahLst/>
              <a:cxnLst/>
              <a:rect l="l" t="t" r="r" b="b"/>
              <a:pathLst>
                <a:path w="3169920" h="3084829">
                  <a:moveTo>
                    <a:pt x="0" y="0"/>
                  </a:moveTo>
                  <a:lnTo>
                    <a:pt x="0" y="3084576"/>
                  </a:lnTo>
                  <a:lnTo>
                    <a:pt x="3169920" y="3084576"/>
                  </a:lnTo>
                  <a:lnTo>
                    <a:pt x="3169919" y="0"/>
                  </a:lnTo>
                  <a:lnTo>
                    <a:pt x="0" y="0"/>
                  </a:lnTo>
                  <a:close/>
                </a:path>
                <a:path w="3169920" h="3084829">
                  <a:moveTo>
                    <a:pt x="0" y="3084576"/>
                  </a:moveTo>
                  <a:lnTo>
                    <a:pt x="3169920" y="3084576"/>
                  </a:lnTo>
                </a:path>
                <a:path w="3169920" h="3084829">
                  <a:moveTo>
                    <a:pt x="0" y="3084576"/>
                  </a:moveTo>
                  <a:lnTo>
                    <a:pt x="3169920" y="3084576"/>
                  </a:lnTo>
                </a:path>
                <a:path w="3169920" h="3084829">
                  <a:moveTo>
                    <a:pt x="0" y="3084576"/>
                  </a:moveTo>
                  <a:lnTo>
                    <a:pt x="3169920" y="3084576"/>
                  </a:lnTo>
                </a:path>
                <a:path w="3169920" h="3084829">
                  <a:moveTo>
                    <a:pt x="0" y="3084576"/>
                  </a:moveTo>
                  <a:lnTo>
                    <a:pt x="3169920" y="3084576"/>
                  </a:lnTo>
                </a:path>
                <a:path w="3169920" h="3084829">
                  <a:moveTo>
                    <a:pt x="0" y="3084576"/>
                  </a:moveTo>
                  <a:lnTo>
                    <a:pt x="3169920" y="3084576"/>
                  </a:lnTo>
                </a:path>
                <a:path w="3169920" h="3084829">
                  <a:moveTo>
                    <a:pt x="0" y="3084576"/>
                  </a:moveTo>
                  <a:lnTo>
                    <a:pt x="3169920" y="3084576"/>
                  </a:lnTo>
                </a:path>
                <a:path w="3169920" h="3084829">
                  <a:moveTo>
                    <a:pt x="0" y="3084576"/>
                  </a:moveTo>
                  <a:lnTo>
                    <a:pt x="3169920" y="3084576"/>
                  </a:lnTo>
                </a:path>
                <a:path w="3169920" h="3084829">
                  <a:moveTo>
                    <a:pt x="0" y="3084576"/>
                  </a:moveTo>
                  <a:lnTo>
                    <a:pt x="3169920" y="30845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4601" y="1311401"/>
              <a:ext cx="2399030" cy="228600"/>
            </a:xfrm>
            <a:custGeom>
              <a:avLst/>
              <a:gdLst/>
              <a:ahLst/>
              <a:cxnLst/>
              <a:rect l="l" t="t" r="r" b="b"/>
              <a:pathLst>
                <a:path w="2399029" h="228600">
                  <a:moveTo>
                    <a:pt x="2398776" y="114299"/>
                  </a:moveTo>
                  <a:lnTo>
                    <a:pt x="2398776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2284476" y="228599"/>
                  </a:lnTo>
                  <a:lnTo>
                    <a:pt x="2398776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054601" y="1311401"/>
              <a:ext cx="2399030" cy="228600"/>
            </a:xfrm>
            <a:custGeom>
              <a:avLst/>
              <a:gdLst/>
              <a:ahLst/>
              <a:cxnLst/>
              <a:rect l="l" t="t" r="r" b="b"/>
              <a:pathLst>
                <a:path w="2399029" h="228600">
                  <a:moveTo>
                    <a:pt x="0" y="228600"/>
                  </a:moveTo>
                  <a:lnTo>
                    <a:pt x="2284476" y="228599"/>
                  </a:lnTo>
                  <a:lnTo>
                    <a:pt x="2398776" y="114299"/>
                  </a:lnTo>
                  <a:lnTo>
                    <a:pt x="2398776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688845" y="411734"/>
            <a:ext cx="545973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</a:t>
            </a:r>
            <a:r>
              <a:rPr dirty="0" spc="-25"/>
              <a:t> </a:t>
            </a:r>
            <a:r>
              <a:rPr dirty="0"/>
              <a:t>Pillars</a:t>
            </a:r>
            <a:r>
              <a:rPr dirty="0" spc="-20"/>
              <a:t> </a:t>
            </a:r>
            <a:r>
              <a:rPr dirty="0" spc="-5"/>
              <a:t>of</a:t>
            </a:r>
            <a:r>
              <a:rPr dirty="0" spc="-20"/>
              <a:t> </a:t>
            </a:r>
            <a:r>
              <a:rPr dirty="0"/>
              <a:t>SysML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/>
              <a:t>ABS</a:t>
            </a:r>
            <a:r>
              <a:rPr dirty="0" spc="-20"/>
              <a:t> </a:t>
            </a:r>
            <a:r>
              <a:rPr dirty="0"/>
              <a:t>Example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93139" y="1169162"/>
            <a:ext cx="14338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1.</a:t>
            </a:r>
            <a:r>
              <a:rPr dirty="0" sz="2000" spc="-70" b="1">
                <a:solidFill>
                  <a:srgbClr val="00339A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4686" y="6411047"/>
            <a:ext cx="199707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3.</a:t>
            </a:r>
            <a:r>
              <a:rPr dirty="0" sz="2000" spc="-60" b="1">
                <a:solidFill>
                  <a:srgbClr val="00339A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339A"/>
                </a:solidFill>
                <a:latin typeface="Arial"/>
                <a:cs typeface="Arial"/>
              </a:rPr>
              <a:t>Requirements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71708" y="6411047"/>
            <a:ext cx="17595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4.</a:t>
            </a:r>
            <a:r>
              <a:rPr dirty="0" sz="2000" spc="-60" b="1">
                <a:solidFill>
                  <a:srgbClr val="00339A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Parametrics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2005" y="1341207"/>
            <a:ext cx="22733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" b="1">
                <a:latin typeface="Arial"/>
                <a:cs typeface="Arial"/>
              </a:rPr>
              <a:t>sd</a:t>
            </a:r>
            <a:r>
              <a:rPr dirty="0" sz="800" spc="10" b="1">
                <a:latin typeface="Arial"/>
                <a:cs typeface="Arial"/>
              </a:rPr>
              <a:t> </a:t>
            </a:r>
            <a:r>
              <a:rPr dirty="0" sz="800" spc="-10">
                <a:latin typeface="Arial MT"/>
                <a:cs typeface="Arial MT"/>
              </a:rPr>
              <a:t>ABS_ActivationSequence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[Sequence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Diagram]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67314" y="1766252"/>
            <a:ext cx="745490" cy="347345"/>
            <a:chOff x="4167314" y="1766252"/>
            <a:chExt cx="745490" cy="347345"/>
          </a:xfrm>
        </p:grpSpPr>
        <p:sp>
          <p:nvSpPr>
            <p:cNvPr id="20" name="object 20"/>
            <p:cNvSpPr/>
            <p:nvPr/>
          </p:nvSpPr>
          <p:spPr>
            <a:xfrm>
              <a:off x="4168902" y="1767839"/>
              <a:ext cx="742315" cy="344170"/>
            </a:xfrm>
            <a:custGeom>
              <a:avLst/>
              <a:gdLst/>
              <a:ahLst/>
              <a:cxnLst/>
              <a:rect l="l" t="t" r="r" b="b"/>
              <a:pathLst>
                <a:path w="742314" h="344169">
                  <a:moveTo>
                    <a:pt x="742188" y="0"/>
                  </a:moveTo>
                  <a:lnTo>
                    <a:pt x="742188" y="343661"/>
                  </a:lnTo>
                </a:path>
                <a:path w="742314" h="344169">
                  <a:moveTo>
                    <a:pt x="0" y="343661"/>
                  </a:moveTo>
                  <a:lnTo>
                    <a:pt x="742188" y="343661"/>
                  </a:lnTo>
                </a:path>
                <a:path w="742314" h="344169">
                  <a:moveTo>
                    <a:pt x="0" y="343661"/>
                  </a:moveTo>
                  <a:lnTo>
                    <a:pt x="742188" y="343661"/>
                  </a:lnTo>
                </a:path>
                <a:path w="742314" h="344169">
                  <a:moveTo>
                    <a:pt x="0" y="343661"/>
                  </a:moveTo>
                  <a:lnTo>
                    <a:pt x="742188" y="3436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168902" y="1767839"/>
              <a:ext cx="742315" cy="344170"/>
            </a:xfrm>
            <a:custGeom>
              <a:avLst/>
              <a:gdLst/>
              <a:ahLst/>
              <a:cxnLst/>
              <a:rect l="l" t="t" r="r" b="b"/>
              <a:pathLst>
                <a:path w="742314" h="344169">
                  <a:moveTo>
                    <a:pt x="742188" y="343662"/>
                  </a:moveTo>
                  <a:lnTo>
                    <a:pt x="742188" y="0"/>
                  </a:lnTo>
                  <a:lnTo>
                    <a:pt x="0" y="0"/>
                  </a:lnTo>
                  <a:lnTo>
                    <a:pt x="0" y="343662"/>
                  </a:lnTo>
                  <a:lnTo>
                    <a:pt x="742188" y="3436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251452" y="1795359"/>
            <a:ext cx="577850" cy="268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550" marR="5080" indent="-70485">
              <a:lnSpc>
                <a:spcPct val="100000"/>
              </a:lnSpc>
              <a:spcBef>
                <a:spcPts val="100"/>
              </a:spcBef>
            </a:pPr>
            <a:r>
              <a:rPr dirty="0" sz="800" spc="-5" b="1">
                <a:latin typeface="Arial"/>
                <a:cs typeface="Arial"/>
              </a:rPr>
              <a:t>d</a:t>
            </a:r>
            <a:r>
              <a:rPr dirty="0" sz="800" spc="-10" b="1">
                <a:latin typeface="Arial"/>
                <a:cs typeface="Arial"/>
              </a:rPr>
              <a:t>1</a:t>
            </a:r>
            <a:r>
              <a:rPr dirty="0" sz="800" b="1">
                <a:latin typeface="Arial"/>
                <a:cs typeface="Arial"/>
              </a:rPr>
              <a:t>:</a:t>
            </a:r>
            <a:r>
              <a:rPr dirty="0" sz="800" spc="-5" b="1">
                <a:latin typeface="Arial"/>
                <a:cs typeface="Arial"/>
              </a:rPr>
              <a:t>T</a:t>
            </a:r>
            <a:r>
              <a:rPr dirty="0" sz="800" spc="-10" b="1">
                <a:latin typeface="Arial"/>
                <a:cs typeface="Arial"/>
              </a:rPr>
              <a:t>ract</a:t>
            </a:r>
            <a:r>
              <a:rPr dirty="0" sz="800" spc="5" b="1">
                <a:latin typeface="Arial"/>
                <a:cs typeface="Arial"/>
              </a:rPr>
              <a:t>i</a:t>
            </a:r>
            <a:r>
              <a:rPr dirty="0" sz="800" spc="-5" b="1">
                <a:latin typeface="Arial"/>
                <a:cs typeface="Arial"/>
              </a:rPr>
              <a:t>o</a:t>
            </a:r>
            <a:r>
              <a:rPr dirty="0" sz="800" b="1">
                <a:latin typeface="Arial"/>
                <a:cs typeface="Arial"/>
              </a:rPr>
              <a:t>n  </a:t>
            </a:r>
            <a:r>
              <a:rPr dirty="0" sz="800" spc="-10" b="1">
                <a:latin typeface="Arial"/>
                <a:cs typeface="Arial"/>
              </a:rPr>
              <a:t>Det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38024" y="1738058"/>
            <a:ext cx="716915" cy="375285"/>
            <a:chOff x="6038024" y="1738058"/>
            <a:chExt cx="716915" cy="375285"/>
          </a:xfrm>
        </p:grpSpPr>
        <p:sp>
          <p:nvSpPr>
            <p:cNvPr id="24" name="object 24"/>
            <p:cNvSpPr/>
            <p:nvPr/>
          </p:nvSpPr>
          <p:spPr>
            <a:xfrm>
              <a:off x="6752843" y="1739645"/>
              <a:ext cx="0" cy="372110"/>
            </a:xfrm>
            <a:custGeom>
              <a:avLst/>
              <a:gdLst/>
              <a:ahLst/>
              <a:cxnLst/>
              <a:rect l="l" t="t" r="r" b="b"/>
              <a:pathLst>
                <a:path w="0" h="372110">
                  <a:moveTo>
                    <a:pt x="0" y="0"/>
                  </a:moveTo>
                  <a:lnTo>
                    <a:pt x="0" y="3718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039611" y="2111501"/>
              <a:ext cx="713740" cy="0"/>
            </a:xfrm>
            <a:custGeom>
              <a:avLst/>
              <a:gdLst/>
              <a:ahLst/>
              <a:cxnLst/>
              <a:rect l="l" t="t" r="r" b="b"/>
              <a:pathLst>
                <a:path w="713740" h="0">
                  <a:moveTo>
                    <a:pt x="0" y="0"/>
                  </a:moveTo>
                  <a:lnTo>
                    <a:pt x="713231" y="0"/>
                  </a:lnTo>
                </a:path>
                <a:path w="713740" h="0">
                  <a:moveTo>
                    <a:pt x="0" y="0"/>
                  </a:moveTo>
                  <a:lnTo>
                    <a:pt x="713231" y="0"/>
                  </a:lnTo>
                </a:path>
                <a:path w="713740" h="0">
                  <a:moveTo>
                    <a:pt x="0" y="0"/>
                  </a:moveTo>
                  <a:lnTo>
                    <a:pt x="71323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039611" y="1739645"/>
              <a:ext cx="713740" cy="372110"/>
            </a:xfrm>
            <a:custGeom>
              <a:avLst/>
              <a:gdLst/>
              <a:ahLst/>
              <a:cxnLst/>
              <a:rect l="l" t="t" r="r" b="b"/>
              <a:pathLst>
                <a:path w="713740" h="372110">
                  <a:moveTo>
                    <a:pt x="713231" y="371855"/>
                  </a:moveTo>
                  <a:lnTo>
                    <a:pt x="713231" y="0"/>
                  </a:lnTo>
                  <a:lnTo>
                    <a:pt x="0" y="0"/>
                  </a:lnTo>
                  <a:lnTo>
                    <a:pt x="0" y="371855"/>
                  </a:lnTo>
                  <a:lnTo>
                    <a:pt x="713231" y="37185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151879" y="1780881"/>
            <a:ext cx="4889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" b="1">
                <a:latin typeface="Arial"/>
                <a:cs typeface="Arial"/>
              </a:rPr>
              <a:t>m1:Brake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97265" y="1924301"/>
            <a:ext cx="2604135" cy="1949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85"/>
              </a:lnSpc>
              <a:tabLst>
                <a:tab pos="1653539" algn="l"/>
              </a:tabLst>
            </a:pPr>
            <a:r>
              <a:rPr dirty="0" baseline="-6944" sz="1200" spc="-7" b="1">
                <a:latin typeface="Arial"/>
                <a:cs typeface="Arial"/>
              </a:rPr>
              <a:t>ector	</a:t>
            </a:r>
            <a:r>
              <a:rPr dirty="0" sz="800" spc="-5" b="1">
                <a:latin typeface="Arial"/>
                <a:cs typeface="Arial"/>
              </a:rPr>
              <a:t>Modulator</a:t>
            </a:r>
            <a:endParaRPr sz="800">
              <a:latin typeface="Arial"/>
              <a:cs typeface="Arial"/>
            </a:endParaRPr>
          </a:p>
          <a:p>
            <a:pPr marL="184150" marR="1844039">
              <a:lnSpc>
                <a:spcPct val="375000"/>
              </a:lnSpc>
              <a:spcBef>
                <a:spcPts val="60"/>
              </a:spcBef>
            </a:pPr>
            <a:r>
              <a:rPr dirty="0" sz="800" spc="-5">
                <a:latin typeface="Arial MT"/>
                <a:cs typeface="Arial MT"/>
              </a:rPr>
              <a:t>detTrkLos() 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se</a:t>
            </a:r>
            <a:r>
              <a:rPr dirty="0" sz="800" spc="-10">
                <a:latin typeface="Arial MT"/>
                <a:cs typeface="Arial MT"/>
              </a:rPr>
              <a:t>n</a:t>
            </a:r>
            <a:r>
              <a:rPr dirty="0" sz="800" spc="-5">
                <a:latin typeface="Arial MT"/>
                <a:cs typeface="Arial MT"/>
              </a:rPr>
              <a:t>d</a:t>
            </a:r>
            <a:r>
              <a:rPr dirty="0" sz="800" spc="-10">
                <a:latin typeface="Arial MT"/>
                <a:cs typeface="Arial MT"/>
              </a:rPr>
              <a:t>S</a:t>
            </a:r>
            <a:r>
              <a:rPr dirty="0" sz="800">
                <a:latin typeface="Arial MT"/>
                <a:cs typeface="Arial MT"/>
              </a:rPr>
              <a:t>i</a:t>
            </a:r>
            <a:r>
              <a:rPr dirty="0" sz="800" spc="-5">
                <a:latin typeface="Arial MT"/>
                <a:cs typeface="Arial MT"/>
              </a:rPr>
              <a:t>g</a:t>
            </a:r>
            <a:r>
              <a:rPr dirty="0" sz="800" spc="-10">
                <a:latin typeface="Arial MT"/>
                <a:cs typeface="Arial MT"/>
              </a:rPr>
              <a:t>n</a:t>
            </a:r>
            <a:r>
              <a:rPr dirty="0" sz="800" spc="-5">
                <a:latin typeface="Arial MT"/>
                <a:cs typeface="Arial MT"/>
              </a:rPr>
              <a:t>al</a:t>
            </a:r>
            <a:r>
              <a:rPr dirty="0" sz="800">
                <a:latin typeface="Arial MT"/>
                <a:cs typeface="Arial MT"/>
              </a:rPr>
              <a:t>()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 MT"/>
              <a:cs typeface="Arial MT"/>
            </a:endParaRPr>
          </a:p>
          <a:p>
            <a:pPr marL="188595">
              <a:lnSpc>
                <a:spcPct val="100000"/>
              </a:lnSpc>
            </a:pPr>
            <a:r>
              <a:rPr dirty="0" sz="800" spc="-5">
                <a:latin typeface="Arial MT"/>
                <a:cs typeface="Arial MT"/>
              </a:rPr>
              <a:t>modBrkFrc(traction_signal:boolean)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00">
              <a:latin typeface="Arial MT"/>
              <a:cs typeface="Arial MT"/>
            </a:endParaRPr>
          </a:p>
          <a:p>
            <a:pPr marL="2040255">
              <a:lnSpc>
                <a:spcPct val="100000"/>
              </a:lnSpc>
            </a:pPr>
            <a:r>
              <a:rPr dirty="0" sz="800">
                <a:latin typeface="Arial MT"/>
                <a:cs typeface="Arial MT"/>
              </a:rPr>
              <a:t>mo</a:t>
            </a:r>
            <a:r>
              <a:rPr dirty="0" sz="800" spc="-10">
                <a:latin typeface="Arial MT"/>
                <a:cs typeface="Arial MT"/>
              </a:rPr>
              <a:t>d</a:t>
            </a:r>
            <a:r>
              <a:rPr dirty="0" sz="800">
                <a:latin typeface="Arial MT"/>
                <a:cs typeface="Arial MT"/>
              </a:rPr>
              <a:t>BrkFrc()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 marL="2040255">
              <a:lnSpc>
                <a:spcPct val="100000"/>
              </a:lnSpc>
              <a:spcBef>
                <a:spcPts val="560"/>
              </a:spcBef>
            </a:pPr>
            <a:r>
              <a:rPr dirty="0" sz="800" spc="-5">
                <a:latin typeface="Arial MT"/>
                <a:cs typeface="Arial MT"/>
              </a:rPr>
              <a:t>sendAck()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93450" y="2108580"/>
            <a:ext cx="1995805" cy="2167890"/>
            <a:chOff x="4493450" y="2108580"/>
            <a:chExt cx="1995805" cy="2167890"/>
          </a:xfrm>
        </p:grpSpPr>
        <p:sp>
          <p:nvSpPr>
            <p:cNvPr id="30" name="object 30"/>
            <p:cNvSpPr/>
            <p:nvPr/>
          </p:nvSpPr>
          <p:spPr>
            <a:xfrm>
              <a:off x="4538472" y="2109215"/>
              <a:ext cx="3175" cy="2166620"/>
            </a:xfrm>
            <a:custGeom>
              <a:avLst/>
              <a:gdLst/>
              <a:ahLst/>
              <a:cxnLst/>
              <a:rect l="l" t="t" r="r" b="b"/>
              <a:pathLst>
                <a:path w="3175" h="2166620">
                  <a:moveTo>
                    <a:pt x="3048" y="48768"/>
                  </a:moveTo>
                  <a:lnTo>
                    <a:pt x="3048" y="1524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762" y="1524"/>
                  </a:lnTo>
                  <a:lnTo>
                    <a:pt x="0" y="2286"/>
                  </a:lnTo>
                  <a:lnTo>
                    <a:pt x="0" y="48006"/>
                  </a:lnTo>
                  <a:lnTo>
                    <a:pt x="762" y="48768"/>
                  </a:lnTo>
                  <a:lnTo>
                    <a:pt x="3048" y="48768"/>
                  </a:lnTo>
                  <a:close/>
                </a:path>
                <a:path w="3175" h="2166620">
                  <a:moveTo>
                    <a:pt x="3048" y="121920"/>
                  </a:moveTo>
                  <a:lnTo>
                    <a:pt x="3048" y="73152"/>
                  </a:lnTo>
                  <a:lnTo>
                    <a:pt x="762" y="73152"/>
                  </a:lnTo>
                  <a:lnTo>
                    <a:pt x="0" y="75438"/>
                  </a:lnTo>
                  <a:lnTo>
                    <a:pt x="0" y="120396"/>
                  </a:lnTo>
                  <a:lnTo>
                    <a:pt x="762" y="121920"/>
                  </a:lnTo>
                  <a:lnTo>
                    <a:pt x="3048" y="121920"/>
                  </a:lnTo>
                  <a:close/>
                </a:path>
                <a:path w="3175" h="2166620">
                  <a:moveTo>
                    <a:pt x="3048" y="195072"/>
                  </a:moveTo>
                  <a:lnTo>
                    <a:pt x="3048" y="146304"/>
                  </a:lnTo>
                  <a:lnTo>
                    <a:pt x="762" y="146304"/>
                  </a:lnTo>
                  <a:lnTo>
                    <a:pt x="0" y="148590"/>
                  </a:lnTo>
                  <a:lnTo>
                    <a:pt x="0" y="193548"/>
                  </a:lnTo>
                  <a:lnTo>
                    <a:pt x="762" y="195072"/>
                  </a:lnTo>
                  <a:lnTo>
                    <a:pt x="3048" y="195072"/>
                  </a:lnTo>
                  <a:close/>
                </a:path>
                <a:path w="3175" h="2166620">
                  <a:moveTo>
                    <a:pt x="3048" y="267462"/>
                  </a:moveTo>
                  <a:lnTo>
                    <a:pt x="3048" y="219456"/>
                  </a:lnTo>
                  <a:lnTo>
                    <a:pt x="762" y="219456"/>
                  </a:lnTo>
                  <a:lnTo>
                    <a:pt x="0" y="220980"/>
                  </a:lnTo>
                  <a:lnTo>
                    <a:pt x="0" y="266700"/>
                  </a:lnTo>
                  <a:lnTo>
                    <a:pt x="762" y="267462"/>
                  </a:lnTo>
                  <a:lnTo>
                    <a:pt x="3048" y="267462"/>
                  </a:lnTo>
                  <a:close/>
                </a:path>
                <a:path w="3175" h="2166620">
                  <a:moveTo>
                    <a:pt x="3048" y="340614"/>
                  </a:moveTo>
                  <a:lnTo>
                    <a:pt x="3048" y="292608"/>
                  </a:lnTo>
                  <a:lnTo>
                    <a:pt x="762" y="292608"/>
                  </a:lnTo>
                  <a:lnTo>
                    <a:pt x="0" y="293370"/>
                  </a:lnTo>
                  <a:lnTo>
                    <a:pt x="0" y="339852"/>
                  </a:lnTo>
                  <a:lnTo>
                    <a:pt x="762" y="340614"/>
                  </a:lnTo>
                  <a:lnTo>
                    <a:pt x="3048" y="340614"/>
                  </a:lnTo>
                  <a:close/>
                </a:path>
                <a:path w="3175" h="2166620">
                  <a:moveTo>
                    <a:pt x="3048" y="413766"/>
                  </a:moveTo>
                  <a:lnTo>
                    <a:pt x="3048" y="365760"/>
                  </a:lnTo>
                  <a:lnTo>
                    <a:pt x="762" y="365760"/>
                  </a:lnTo>
                  <a:lnTo>
                    <a:pt x="0" y="366522"/>
                  </a:lnTo>
                  <a:lnTo>
                    <a:pt x="0" y="413004"/>
                  </a:lnTo>
                  <a:lnTo>
                    <a:pt x="762" y="413766"/>
                  </a:lnTo>
                  <a:lnTo>
                    <a:pt x="3048" y="413766"/>
                  </a:lnTo>
                  <a:close/>
                </a:path>
                <a:path w="3175" h="2166620">
                  <a:moveTo>
                    <a:pt x="3048" y="486918"/>
                  </a:moveTo>
                  <a:lnTo>
                    <a:pt x="3048" y="438912"/>
                  </a:lnTo>
                  <a:lnTo>
                    <a:pt x="762" y="438912"/>
                  </a:lnTo>
                  <a:lnTo>
                    <a:pt x="0" y="439674"/>
                  </a:lnTo>
                  <a:lnTo>
                    <a:pt x="0" y="485394"/>
                  </a:lnTo>
                  <a:lnTo>
                    <a:pt x="762" y="486918"/>
                  </a:lnTo>
                  <a:lnTo>
                    <a:pt x="3048" y="486918"/>
                  </a:lnTo>
                  <a:close/>
                </a:path>
                <a:path w="3175" h="2166620">
                  <a:moveTo>
                    <a:pt x="3048" y="560070"/>
                  </a:moveTo>
                  <a:lnTo>
                    <a:pt x="3048" y="511302"/>
                  </a:lnTo>
                  <a:lnTo>
                    <a:pt x="762" y="511302"/>
                  </a:lnTo>
                  <a:lnTo>
                    <a:pt x="0" y="512826"/>
                  </a:lnTo>
                  <a:lnTo>
                    <a:pt x="0" y="557784"/>
                  </a:lnTo>
                  <a:lnTo>
                    <a:pt x="762" y="560070"/>
                  </a:lnTo>
                  <a:lnTo>
                    <a:pt x="3048" y="560070"/>
                  </a:lnTo>
                  <a:close/>
                </a:path>
                <a:path w="3175" h="2166620">
                  <a:moveTo>
                    <a:pt x="3048" y="631698"/>
                  </a:moveTo>
                  <a:lnTo>
                    <a:pt x="3048" y="584454"/>
                  </a:lnTo>
                  <a:lnTo>
                    <a:pt x="762" y="584454"/>
                  </a:lnTo>
                  <a:lnTo>
                    <a:pt x="0" y="585216"/>
                  </a:lnTo>
                  <a:lnTo>
                    <a:pt x="0" y="630936"/>
                  </a:lnTo>
                  <a:lnTo>
                    <a:pt x="762" y="631698"/>
                  </a:lnTo>
                  <a:lnTo>
                    <a:pt x="1524" y="633222"/>
                  </a:lnTo>
                  <a:lnTo>
                    <a:pt x="3048" y="631698"/>
                  </a:lnTo>
                  <a:close/>
                </a:path>
                <a:path w="3175" h="2166620">
                  <a:moveTo>
                    <a:pt x="3048" y="704850"/>
                  </a:moveTo>
                  <a:lnTo>
                    <a:pt x="3048" y="657606"/>
                  </a:lnTo>
                  <a:lnTo>
                    <a:pt x="762" y="657606"/>
                  </a:lnTo>
                  <a:lnTo>
                    <a:pt x="0" y="658368"/>
                  </a:lnTo>
                  <a:lnTo>
                    <a:pt x="0" y="704088"/>
                  </a:lnTo>
                  <a:lnTo>
                    <a:pt x="762" y="704850"/>
                  </a:lnTo>
                  <a:lnTo>
                    <a:pt x="762" y="706374"/>
                  </a:lnTo>
                  <a:lnTo>
                    <a:pt x="1524" y="706374"/>
                  </a:lnTo>
                  <a:lnTo>
                    <a:pt x="3048" y="704850"/>
                  </a:lnTo>
                  <a:close/>
                </a:path>
                <a:path w="3175" h="2166620">
                  <a:moveTo>
                    <a:pt x="3048" y="778002"/>
                  </a:moveTo>
                  <a:lnTo>
                    <a:pt x="3048" y="730758"/>
                  </a:lnTo>
                  <a:lnTo>
                    <a:pt x="762" y="730758"/>
                  </a:lnTo>
                  <a:lnTo>
                    <a:pt x="0" y="731520"/>
                  </a:lnTo>
                  <a:lnTo>
                    <a:pt x="0" y="777240"/>
                  </a:lnTo>
                  <a:lnTo>
                    <a:pt x="762" y="778002"/>
                  </a:lnTo>
                  <a:lnTo>
                    <a:pt x="762" y="778764"/>
                  </a:lnTo>
                  <a:lnTo>
                    <a:pt x="1524" y="778764"/>
                  </a:lnTo>
                  <a:lnTo>
                    <a:pt x="3048" y="778002"/>
                  </a:lnTo>
                  <a:close/>
                </a:path>
                <a:path w="3175" h="2166620">
                  <a:moveTo>
                    <a:pt x="3048" y="851154"/>
                  </a:moveTo>
                  <a:lnTo>
                    <a:pt x="3048" y="803910"/>
                  </a:lnTo>
                  <a:lnTo>
                    <a:pt x="762" y="803910"/>
                  </a:lnTo>
                  <a:lnTo>
                    <a:pt x="0" y="804672"/>
                  </a:lnTo>
                  <a:lnTo>
                    <a:pt x="0" y="850392"/>
                  </a:lnTo>
                  <a:lnTo>
                    <a:pt x="1524" y="851916"/>
                  </a:lnTo>
                  <a:lnTo>
                    <a:pt x="3048" y="851154"/>
                  </a:lnTo>
                  <a:close/>
                </a:path>
                <a:path w="3175" h="2166620">
                  <a:moveTo>
                    <a:pt x="3048" y="924306"/>
                  </a:moveTo>
                  <a:lnTo>
                    <a:pt x="3048" y="877062"/>
                  </a:lnTo>
                  <a:lnTo>
                    <a:pt x="1524" y="877062"/>
                  </a:lnTo>
                  <a:lnTo>
                    <a:pt x="1524" y="875538"/>
                  </a:lnTo>
                  <a:lnTo>
                    <a:pt x="762" y="877062"/>
                  </a:lnTo>
                  <a:lnTo>
                    <a:pt x="0" y="877824"/>
                  </a:lnTo>
                  <a:lnTo>
                    <a:pt x="0" y="923544"/>
                  </a:lnTo>
                  <a:lnTo>
                    <a:pt x="762" y="924306"/>
                  </a:lnTo>
                  <a:lnTo>
                    <a:pt x="762" y="925068"/>
                  </a:lnTo>
                  <a:lnTo>
                    <a:pt x="1524" y="925068"/>
                  </a:lnTo>
                  <a:lnTo>
                    <a:pt x="3048" y="924306"/>
                  </a:lnTo>
                  <a:close/>
                </a:path>
                <a:path w="3175" h="2166620">
                  <a:moveTo>
                    <a:pt x="3048" y="997458"/>
                  </a:moveTo>
                  <a:lnTo>
                    <a:pt x="3048" y="950214"/>
                  </a:lnTo>
                  <a:lnTo>
                    <a:pt x="1524" y="950214"/>
                  </a:lnTo>
                  <a:lnTo>
                    <a:pt x="1524" y="948690"/>
                  </a:lnTo>
                  <a:lnTo>
                    <a:pt x="762" y="950214"/>
                  </a:lnTo>
                  <a:lnTo>
                    <a:pt x="0" y="950976"/>
                  </a:lnTo>
                  <a:lnTo>
                    <a:pt x="0" y="996696"/>
                  </a:lnTo>
                  <a:lnTo>
                    <a:pt x="1524" y="998220"/>
                  </a:lnTo>
                  <a:lnTo>
                    <a:pt x="3048" y="997458"/>
                  </a:lnTo>
                  <a:close/>
                </a:path>
                <a:path w="3175" h="2166620">
                  <a:moveTo>
                    <a:pt x="3048" y="1070610"/>
                  </a:moveTo>
                  <a:lnTo>
                    <a:pt x="3048" y="1022604"/>
                  </a:lnTo>
                  <a:lnTo>
                    <a:pt x="1524" y="1021842"/>
                  </a:lnTo>
                  <a:lnTo>
                    <a:pt x="762" y="1022604"/>
                  </a:lnTo>
                  <a:lnTo>
                    <a:pt x="0" y="1024128"/>
                  </a:lnTo>
                  <a:lnTo>
                    <a:pt x="0" y="1069086"/>
                  </a:lnTo>
                  <a:lnTo>
                    <a:pt x="762" y="1070610"/>
                  </a:lnTo>
                  <a:lnTo>
                    <a:pt x="762" y="1071372"/>
                  </a:lnTo>
                  <a:lnTo>
                    <a:pt x="1524" y="1071372"/>
                  </a:lnTo>
                  <a:lnTo>
                    <a:pt x="3048" y="1070610"/>
                  </a:lnTo>
                  <a:close/>
                </a:path>
                <a:path w="3175" h="2166620">
                  <a:moveTo>
                    <a:pt x="762" y="1143762"/>
                  </a:moveTo>
                  <a:lnTo>
                    <a:pt x="762" y="1095756"/>
                  </a:lnTo>
                  <a:lnTo>
                    <a:pt x="0" y="1097280"/>
                  </a:lnTo>
                  <a:lnTo>
                    <a:pt x="0" y="1142238"/>
                  </a:lnTo>
                  <a:lnTo>
                    <a:pt x="762" y="1143762"/>
                  </a:lnTo>
                  <a:close/>
                </a:path>
                <a:path w="3175" h="2166620">
                  <a:moveTo>
                    <a:pt x="3048" y="1143762"/>
                  </a:moveTo>
                  <a:lnTo>
                    <a:pt x="3048" y="1095756"/>
                  </a:lnTo>
                  <a:lnTo>
                    <a:pt x="1524" y="1094994"/>
                  </a:lnTo>
                  <a:lnTo>
                    <a:pt x="762" y="1094994"/>
                  </a:lnTo>
                  <a:lnTo>
                    <a:pt x="762" y="1144524"/>
                  </a:lnTo>
                  <a:lnTo>
                    <a:pt x="1524" y="1144524"/>
                  </a:lnTo>
                  <a:lnTo>
                    <a:pt x="3048" y="1143762"/>
                  </a:lnTo>
                  <a:close/>
                </a:path>
                <a:path w="3175" h="2166620">
                  <a:moveTo>
                    <a:pt x="3048" y="1216152"/>
                  </a:moveTo>
                  <a:lnTo>
                    <a:pt x="3048" y="1168908"/>
                  </a:lnTo>
                  <a:lnTo>
                    <a:pt x="1524" y="1168146"/>
                  </a:lnTo>
                  <a:lnTo>
                    <a:pt x="762" y="1168146"/>
                  </a:lnTo>
                  <a:lnTo>
                    <a:pt x="762" y="1168908"/>
                  </a:lnTo>
                  <a:lnTo>
                    <a:pt x="0" y="1169670"/>
                  </a:lnTo>
                  <a:lnTo>
                    <a:pt x="0" y="1215390"/>
                  </a:lnTo>
                  <a:lnTo>
                    <a:pt x="762" y="1216152"/>
                  </a:lnTo>
                  <a:lnTo>
                    <a:pt x="1524" y="1217676"/>
                  </a:lnTo>
                  <a:lnTo>
                    <a:pt x="3048" y="1216152"/>
                  </a:lnTo>
                  <a:close/>
                </a:path>
                <a:path w="3175" h="2166620">
                  <a:moveTo>
                    <a:pt x="3048" y="1289304"/>
                  </a:moveTo>
                  <a:lnTo>
                    <a:pt x="3048" y="1242060"/>
                  </a:lnTo>
                  <a:lnTo>
                    <a:pt x="1524" y="1241298"/>
                  </a:lnTo>
                  <a:lnTo>
                    <a:pt x="0" y="1242822"/>
                  </a:lnTo>
                  <a:lnTo>
                    <a:pt x="0" y="1288542"/>
                  </a:lnTo>
                  <a:lnTo>
                    <a:pt x="762" y="1289304"/>
                  </a:lnTo>
                  <a:lnTo>
                    <a:pt x="1524" y="1290828"/>
                  </a:lnTo>
                  <a:lnTo>
                    <a:pt x="1524" y="1289304"/>
                  </a:lnTo>
                  <a:lnTo>
                    <a:pt x="3048" y="1289304"/>
                  </a:lnTo>
                  <a:close/>
                </a:path>
                <a:path w="3175" h="2166620">
                  <a:moveTo>
                    <a:pt x="3048" y="1362456"/>
                  </a:moveTo>
                  <a:lnTo>
                    <a:pt x="3048" y="1315212"/>
                  </a:lnTo>
                  <a:lnTo>
                    <a:pt x="1524" y="1314450"/>
                  </a:lnTo>
                  <a:lnTo>
                    <a:pt x="762" y="1314450"/>
                  </a:lnTo>
                  <a:lnTo>
                    <a:pt x="762" y="1315212"/>
                  </a:lnTo>
                  <a:lnTo>
                    <a:pt x="0" y="1315974"/>
                  </a:lnTo>
                  <a:lnTo>
                    <a:pt x="0" y="1361694"/>
                  </a:lnTo>
                  <a:lnTo>
                    <a:pt x="1524" y="1363218"/>
                  </a:lnTo>
                  <a:lnTo>
                    <a:pt x="1524" y="1362456"/>
                  </a:lnTo>
                  <a:lnTo>
                    <a:pt x="3048" y="1362456"/>
                  </a:lnTo>
                  <a:close/>
                </a:path>
                <a:path w="3175" h="2166620">
                  <a:moveTo>
                    <a:pt x="3048" y="1435608"/>
                  </a:moveTo>
                  <a:lnTo>
                    <a:pt x="3048" y="1388364"/>
                  </a:lnTo>
                  <a:lnTo>
                    <a:pt x="1524" y="1387602"/>
                  </a:lnTo>
                  <a:lnTo>
                    <a:pt x="0" y="1389126"/>
                  </a:lnTo>
                  <a:lnTo>
                    <a:pt x="0" y="1434846"/>
                  </a:lnTo>
                  <a:lnTo>
                    <a:pt x="762" y="1435608"/>
                  </a:lnTo>
                  <a:lnTo>
                    <a:pt x="3048" y="1435608"/>
                  </a:lnTo>
                  <a:close/>
                </a:path>
                <a:path w="3175" h="2166620">
                  <a:moveTo>
                    <a:pt x="3048" y="1508760"/>
                  </a:moveTo>
                  <a:lnTo>
                    <a:pt x="3048" y="1461516"/>
                  </a:lnTo>
                  <a:lnTo>
                    <a:pt x="1524" y="1459992"/>
                  </a:lnTo>
                  <a:lnTo>
                    <a:pt x="762" y="1459992"/>
                  </a:lnTo>
                  <a:lnTo>
                    <a:pt x="762" y="1461516"/>
                  </a:lnTo>
                  <a:lnTo>
                    <a:pt x="0" y="1462278"/>
                  </a:lnTo>
                  <a:lnTo>
                    <a:pt x="0" y="1507998"/>
                  </a:lnTo>
                  <a:lnTo>
                    <a:pt x="762" y="1508760"/>
                  </a:lnTo>
                  <a:lnTo>
                    <a:pt x="3048" y="1508760"/>
                  </a:lnTo>
                  <a:close/>
                </a:path>
                <a:path w="3175" h="2166620">
                  <a:moveTo>
                    <a:pt x="3048" y="1581912"/>
                  </a:moveTo>
                  <a:lnTo>
                    <a:pt x="3048" y="1534668"/>
                  </a:lnTo>
                  <a:lnTo>
                    <a:pt x="1524" y="1533144"/>
                  </a:lnTo>
                  <a:lnTo>
                    <a:pt x="762" y="1533144"/>
                  </a:lnTo>
                  <a:lnTo>
                    <a:pt x="762" y="1534668"/>
                  </a:lnTo>
                  <a:lnTo>
                    <a:pt x="0" y="1535430"/>
                  </a:lnTo>
                  <a:lnTo>
                    <a:pt x="0" y="1581150"/>
                  </a:lnTo>
                  <a:lnTo>
                    <a:pt x="762" y="1581912"/>
                  </a:lnTo>
                  <a:lnTo>
                    <a:pt x="3048" y="1581912"/>
                  </a:lnTo>
                  <a:close/>
                </a:path>
                <a:path w="3175" h="2166620">
                  <a:moveTo>
                    <a:pt x="3048" y="1655064"/>
                  </a:moveTo>
                  <a:lnTo>
                    <a:pt x="3048" y="1606296"/>
                  </a:lnTo>
                  <a:lnTo>
                    <a:pt x="762" y="1606296"/>
                  </a:lnTo>
                  <a:lnTo>
                    <a:pt x="0" y="1608582"/>
                  </a:lnTo>
                  <a:lnTo>
                    <a:pt x="0" y="1653540"/>
                  </a:lnTo>
                  <a:lnTo>
                    <a:pt x="762" y="1655064"/>
                  </a:lnTo>
                  <a:lnTo>
                    <a:pt x="3048" y="1655064"/>
                  </a:lnTo>
                  <a:close/>
                </a:path>
                <a:path w="3175" h="2166620">
                  <a:moveTo>
                    <a:pt x="3048" y="1728216"/>
                  </a:moveTo>
                  <a:lnTo>
                    <a:pt x="3048" y="1679448"/>
                  </a:lnTo>
                  <a:lnTo>
                    <a:pt x="762" y="1679448"/>
                  </a:lnTo>
                  <a:lnTo>
                    <a:pt x="0" y="1681734"/>
                  </a:lnTo>
                  <a:lnTo>
                    <a:pt x="0" y="1726692"/>
                  </a:lnTo>
                  <a:lnTo>
                    <a:pt x="762" y="1728216"/>
                  </a:lnTo>
                  <a:lnTo>
                    <a:pt x="3048" y="1728216"/>
                  </a:lnTo>
                  <a:close/>
                </a:path>
                <a:path w="3175" h="2166620">
                  <a:moveTo>
                    <a:pt x="3048" y="1800606"/>
                  </a:moveTo>
                  <a:lnTo>
                    <a:pt x="3048" y="1752600"/>
                  </a:lnTo>
                  <a:lnTo>
                    <a:pt x="762" y="1752600"/>
                  </a:lnTo>
                  <a:lnTo>
                    <a:pt x="0" y="1754124"/>
                  </a:lnTo>
                  <a:lnTo>
                    <a:pt x="0" y="1799844"/>
                  </a:lnTo>
                  <a:lnTo>
                    <a:pt x="762" y="1800606"/>
                  </a:lnTo>
                  <a:lnTo>
                    <a:pt x="3048" y="1800606"/>
                  </a:lnTo>
                  <a:close/>
                </a:path>
                <a:path w="3175" h="2166620">
                  <a:moveTo>
                    <a:pt x="3048" y="1873758"/>
                  </a:moveTo>
                  <a:lnTo>
                    <a:pt x="3048" y="1825752"/>
                  </a:lnTo>
                  <a:lnTo>
                    <a:pt x="762" y="1825752"/>
                  </a:lnTo>
                  <a:lnTo>
                    <a:pt x="0" y="1826514"/>
                  </a:lnTo>
                  <a:lnTo>
                    <a:pt x="0" y="1872996"/>
                  </a:lnTo>
                  <a:lnTo>
                    <a:pt x="762" y="1873758"/>
                  </a:lnTo>
                  <a:lnTo>
                    <a:pt x="3048" y="1873758"/>
                  </a:lnTo>
                  <a:close/>
                </a:path>
                <a:path w="3175" h="2166620">
                  <a:moveTo>
                    <a:pt x="3048" y="1946910"/>
                  </a:moveTo>
                  <a:lnTo>
                    <a:pt x="3048" y="1898904"/>
                  </a:lnTo>
                  <a:lnTo>
                    <a:pt x="762" y="1898904"/>
                  </a:lnTo>
                  <a:lnTo>
                    <a:pt x="0" y="1899666"/>
                  </a:lnTo>
                  <a:lnTo>
                    <a:pt x="0" y="1946148"/>
                  </a:lnTo>
                  <a:lnTo>
                    <a:pt x="762" y="1946910"/>
                  </a:lnTo>
                  <a:lnTo>
                    <a:pt x="3048" y="1946910"/>
                  </a:lnTo>
                  <a:close/>
                </a:path>
                <a:path w="3175" h="2166620">
                  <a:moveTo>
                    <a:pt x="3048" y="2020062"/>
                  </a:moveTo>
                  <a:lnTo>
                    <a:pt x="3048" y="1972056"/>
                  </a:lnTo>
                  <a:lnTo>
                    <a:pt x="762" y="1972056"/>
                  </a:lnTo>
                  <a:lnTo>
                    <a:pt x="0" y="1972818"/>
                  </a:lnTo>
                  <a:lnTo>
                    <a:pt x="0" y="2018538"/>
                  </a:lnTo>
                  <a:lnTo>
                    <a:pt x="762" y="2020062"/>
                  </a:lnTo>
                  <a:lnTo>
                    <a:pt x="3048" y="2020062"/>
                  </a:lnTo>
                  <a:close/>
                </a:path>
                <a:path w="3175" h="2166620">
                  <a:moveTo>
                    <a:pt x="3048" y="2093214"/>
                  </a:moveTo>
                  <a:lnTo>
                    <a:pt x="3048" y="2044446"/>
                  </a:lnTo>
                  <a:lnTo>
                    <a:pt x="762" y="2044446"/>
                  </a:lnTo>
                  <a:lnTo>
                    <a:pt x="0" y="2045970"/>
                  </a:lnTo>
                  <a:lnTo>
                    <a:pt x="0" y="2090928"/>
                  </a:lnTo>
                  <a:lnTo>
                    <a:pt x="762" y="2093214"/>
                  </a:lnTo>
                  <a:lnTo>
                    <a:pt x="3048" y="2093214"/>
                  </a:lnTo>
                  <a:close/>
                </a:path>
                <a:path w="3175" h="2166620">
                  <a:moveTo>
                    <a:pt x="3048" y="2164842"/>
                  </a:moveTo>
                  <a:lnTo>
                    <a:pt x="3048" y="2117598"/>
                  </a:lnTo>
                  <a:lnTo>
                    <a:pt x="762" y="2117598"/>
                  </a:lnTo>
                  <a:lnTo>
                    <a:pt x="0" y="2118360"/>
                  </a:lnTo>
                  <a:lnTo>
                    <a:pt x="0" y="2164080"/>
                  </a:lnTo>
                  <a:lnTo>
                    <a:pt x="762" y="2164842"/>
                  </a:lnTo>
                  <a:lnTo>
                    <a:pt x="1524" y="2166366"/>
                  </a:lnTo>
                  <a:lnTo>
                    <a:pt x="3048" y="21648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538472" y="2109215"/>
              <a:ext cx="3175" cy="2166620"/>
            </a:xfrm>
            <a:custGeom>
              <a:avLst/>
              <a:gdLst/>
              <a:ahLst/>
              <a:cxnLst/>
              <a:rect l="l" t="t" r="r" b="b"/>
              <a:pathLst>
                <a:path w="3175" h="2166620">
                  <a:moveTo>
                    <a:pt x="3048" y="2286"/>
                  </a:moveTo>
                  <a:lnTo>
                    <a:pt x="3048" y="48768"/>
                  </a:lnTo>
                  <a:lnTo>
                    <a:pt x="762" y="48768"/>
                  </a:lnTo>
                  <a:lnTo>
                    <a:pt x="0" y="48006"/>
                  </a:lnTo>
                  <a:lnTo>
                    <a:pt x="0" y="2286"/>
                  </a:lnTo>
                  <a:lnTo>
                    <a:pt x="762" y="1524"/>
                  </a:lnTo>
                  <a:lnTo>
                    <a:pt x="762" y="0"/>
                  </a:lnTo>
                  <a:lnTo>
                    <a:pt x="1524" y="0"/>
                  </a:lnTo>
                  <a:lnTo>
                    <a:pt x="3048" y="1524"/>
                  </a:lnTo>
                  <a:lnTo>
                    <a:pt x="3048" y="2286"/>
                  </a:lnTo>
                  <a:close/>
                </a:path>
                <a:path w="3175" h="2166620">
                  <a:moveTo>
                    <a:pt x="3048" y="75438"/>
                  </a:moveTo>
                  <a:lnTo>
                    <a:pt x="3048" y="121920"/>
                  </a:lnTo>
                  <a:lnTo>
                    <a:pt x="762" y="121920"/>
                  </a:lnTo>
                  <a:lnTo>
                    <a:pt x="0" y="120396"/>
                  </a:lnTo>
                  <a:lnTo>
                    <a:pt x="0" y="75438"/>
                  </a:lnTo>
                  <a:lnTo>
                    <a:pt x="762" y="73152"/>
                  </a:lnTo>
                  <a:lnTo>
                    <a:pt x="3048" y="73152"/>
                  </a:lnTo>
                  <a:lnTo>
                    <a:pt x="3048" y="75438"/>
                  </a:lnTo>
                  <a:close/>
                </a:path>
                <a:path w="3175" h="2166620">
                  <a:moveTo>
                    <a:pt x="3048" y="2045970"/>
                  </a:moveTo>
                  <a:lnTo>
                    <a:pt x="3048" y="2093214"/>
                  </a:lnTo>
                  <a:lnTo>
                    <a:pt x="762" y="2093214"/>
                  </a:lnTo>
                  <a:lnTo>
                    <a:pt x="0" y="2090928"/>
                  </a:lnTo>
                  <a:lnTo>
                    <a:pt x="0" y="2045970"/>
                  </a:lnTo>
                  <a:lnTo>
                    <a:pt x="762" y="2044446"/>
                  </a:lnTo>
                  <a:lnTo>
                    <a:pt x="3048" y="2044446"/>
                  </a:lnTo>
                  <a:lnTo>
                    <a:pt x="3048" y="2045970"/>
                  </a:lnTo>
                  <a:close/>
                </a:path>
                <a:path w="3175" h="2166620">
                  <a:moveTo>
                    <a:pt x="3048" y="2118360"/>
                  </a:moveTo>
                  <a:lnTo>
                    <a:pt x="3048" y="2164842"/>
                  </a:lnTo>
                  <a:lnTo>
                    <a:pt x="1524" y="2166366"/>
                  </a:lnTo>
                  <a:lnTo>
                    <a:pt x="762" y="2164842"/>
                  </a:lnTo>
                  <a:lnTo>
                    <a:pt x="0" y="2164080"/>
                  </a:lnTo>
                  <a:lnTo>
                    <a:pt x="0" y="2118360"/>
                  </a:lnTo>
                  <a:lnTo>
                    <a:pt x="762" y="2117598"/>
                  </a:lnTo>
                  <a:lnTo>
                    <a:pt x="3048" y="2117598"/>
                  </a:lnTo>
                  <a:lnTo>
                    <a:pt x="3048" y="211836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94703" y="2109215"/>
              <a:ext cx="3175" cy="2166620"/>
            </a:xfrm>
            <a:custGeom>
              <a:avLst/>
              <a:gdLst/>
              <a:ahLst/>
              <a:cxnLst/>
              <a:rect l="l" t="t" r="r" b="b"/>
              <a:pathLst>
                <a:path w="3175" h="2166620">
                  <a:moveTo>
                    <a:pt x="3048" y="48768"/>
                  </a:moveTo>
                  <a:lnTo>
                    <a:pt x="3048" y="1524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48768"/>
                  </a:lnTo>
                  <a:lnTo>
                    <a:pt x="3048" y="48768"/>
                  </a:lnTo>
                  <a:close/>
                </a:path>
                <a:path w="3175" h="2166620">
                  <a:moveTo>
                    <a:pt x="3048" y="121920"/>
                  </a:moveTo>
                  <a:lnTo>
                    <a:pt x="3048" y="73152"/>
                  </a:lnTo>
                  <a:lnTo>
                    <a:pt x="0" y="73152"/>
                  </a:lnTo>
                  <a:lnTo>
                    <a:pt x="0" y="121920"/>
                  </a:lnTo>
                  <a:lnTo>
                    <a:pt x="3048" y="121920"/>
                  </a:lnTo>
                  <a:close/>
                </a:path>
                <a:path w="3175" h="2166620">
                  <a:moveTo>
                    <a:pt x="3048" y="195072"/>
                  </a:moveTo>
                  <a:lnTo>
                    <a:pt x="3048" y="146304"/>
                  </a:lnTo>
                  <a:lnTo>
                    <a:pt x="0" y="146304"/>
                  </a:lnTo>
                  <a:lnTo>
                    <a:pt x="0" y="195072"/>
                  </a:lnTo>
                  <a:lnTo>
                    <a:pt x="3048" y="195072"/>
                  </a:lnTo>
                  <a:close/>
                </a:path>
                <a:path w="3175" h="2166620">
                  <a:moveTo>
                    <a:pt x="3048" y="267462"/>
                  </a:moveTo>
                  <a:lnTo>
                    <a:pt x="3048" y="219456"/>
                  </a:lnTo>
                  <a:lnTo>
                    <a:pt x="0" y="219456"/>
                  </a:lnTo>
                  <a:lnTo>
                    <a:pt x="0" y="267462"/>
                  </a:lnTo>
                  <a:lnTo>
                    <a:pt x="3048" y="267462"/>
                  </a:lnTo>
                  <a:close/>
                </a:path>
                <a:path w="3175" h="2166620">
                  <a:moveTo>
                    <a:pt x="3048" y="340614"/>
                  </a:moveTo>
                  <a:lnTo>
                    <a:pt x="3048" y="292608"/>
                  </a:lnTo>
                  <a:lnTo>
                    <a:pt x="0" y="292608"/>
                  </a:lnTo>
                  <a:lnTo>
                    <a:pt x="0" y="340614"/>
                  </a:lnTo>
                  <a:lnTo>
                    <a:pt x="3048" y="340614"/>
                  </a:lnTo>
                  <a:close/>
                </a:path>
                <a:path w="3175" h="2166620">
                  <a:moveTo>
                    <a:pt x="3048" y="413766"/>
                  </a:moveTo>
                  <a:lnTo>
                    <a:pt x="3048" y="365760"/>
                  </a:lnTo>
                  <a:lnTo>
                    <a:pt x="0" y="365760"/>
                  </a:lnTo>
                  <a:lnTo>
                    <a:pt x="0" y="413766"/>
                  </a:lnTo>
                  <a:lnTo>
                    <a:pt x="3048" y="413766"/>
                  </a:lnTo>
                  <a:close/>
                </a:path>
                <a:path w="3175" h="2166620">
                  <a:moveTo>
                    <a:pt x="3048" y="486918"/>
                  </a:moveTo>
                  <a:lnTo>
                    <a:pt x="3048" y="438912"/>
                  </a:lnTo>
                  <a:lnTo>
                    <a:pt x="0" y="438912"/>
                  </a:lnTo>
                  <a:lnTo>
                    <a:pt x="0" y="486918"/>
                  </a:lnTo>
                  <a:lnTo>
                    <a:pt x="3048" y="486918"/>
                  </a:lnTo>
                  <a:close/>
                </a:path>
                <a:path w="3175" h="2166620">
                  <a:moveTo>
                    <a:pt x="3048" y="560070"/>
                  </a:moveTo>
                  <a:lnTo>
                    <a:pt x="3048" y="511302"/>
                  </a:lnTo>
                  <a:lnTo>
                    <a:pt x="0" y="511302"/>
                  </a:lnTo>
                  <a:lnTo>
                    <a:pt x="0" y="560070"/>
                  </a:lnTo>
                  <a:lnTo>
                    <a:pt x="3048" y="560070"/>
                  </a:lnTo>
                  <a:close/>
                </a:path>
                <a:path w="3175" h="2166620">
                  <a:moveTo>
                    <a:pt x="3048" y="631698"/>
                  </a:moveTo>
                  <a:lnTo>
                    <a:pt x="3048" y="584454"/>
                  </a:lnTo>
                  <a:lnTo>
                    <a:pt x="0" y="584454"/>
                  </a:lnTo>
                  <a:lnTo>
                    <a:pt x="0" y="631698"/>
                  </a:lnTo>
                  <a:lnTo>
                    <a:pt x="2286" y="633222"/>
                  </a:lnTo>
                  <a:lnTo>
                    <a:pt x="3048" y="631698"/>
                  </a:lnTo>
                  <a:close/>
                </a:path>
                <a:path w="3175" h="2166620">
                  <a:moveTo>
                    <a:pt x="3048" y="704850"/>
                  </a:moveTo>
                  <a:lnTo>
                    <a:pt x="3048" y="657606"/>
                  </a:lnTo>
                  <a:lnTo>
                    <a:pt x="0" y="657606"/>
                  </a:lnTo>
                  <a:lnTo>
                    <a:pt x="0" y="704850"/>
                  </a:lnTo>
                  <a:lnTo>
                    <a:pt x="762" y="706374"/>
                  </a:lnTo>
                  <a:lnTo>
                    <a:pt x="2286" y="706374"/>
                  </a:lnTo>
                  <a:lnTo>
                    <a:pt x="3048" y="704850"/>
                  </a:lnTo>
                  <a:close/>
                </a:path>
                <a:path w="3175" h="2166620">
                  <a:moveTo>
                    <a:pt x="3048" y="778002"/>
                  </a:moveTo>
                  <a:lnTo>
                    <a:pt x="3048" y="730758"/>
                  </a:lnTo>
                  <a:lnTo>
                    <a:pt x="0" y="730758"/>
                  </a:lnTo>
                  <a:lnTo>
                    <a:pt x="0" y="778002"/>
                  </a:lnTo>
                  <a:lnTo>
                    <a:pt x="762" y="778764"/>
                  </a:lnTo>
                  <a:lnTo>
                    <a:pt x="2286" y="778764"/>
                  </a:lnTo>
                  <a:lnTo>
                    <a:pt x="3048" y="778002"/>
                  </a:lnTo>
                  <a:close/>
                </a:path>
                <a:path w="3175" h="2166620">
                  <a:moveTo>
                    <a:pt x="3048" y="851154"/>
                  </a:moveTo>
                  <a:lnTo>
                    <a:pt x="3048" y="803910"/>
                  </a:lnTo>
                  <a:lnTo>
                    <a:pt x="0" y="803910"/>
                  </a:lnTo>
                  <a:lnTo>
                    <a:pt x="0" y="851154"/>
                  </a:lnTo>
                  <a:lnTo>
                    <a:pt x="2286" y="851916"/>
                  </a:lnTo>
                  <a:lnTo>
                    <a:pt x="3048" y="851154"/>
                  </a:lnTo>
                  <a:close/>
                </a:path>
                <a:path w="3175" h="2166620">
                  <a:moveTo>
                    <a:pt x="3048" y="924306"/>
                  </a:moveTo>
                  <a:lnTo>
                    <a:pt x="3048" y="877062"/>
                  </a:lnTo>
                  <a:lnTo>
                    <a:pt x="2286" y="877062"/>
                  </a:lnTo>
                  <a:lnTo>
                    <a:pt x="2286" y="875538"/>
                  </a:lnTo>
                  <a:lnTo>
                    <a:pt x="762" y="877062"/>
                  </a:lnTo>
                  <a:lnTo>
                    <a:pt x="0" y="877062"/>
                  </a:lnTo>
                  <a:lnTo>
                    <a:pt x="0" y="924306"/>
                  </a:lnTo>
                  <a:lnTo>
                    <a:pt x="762" y="925068"/>
                  </a:lnTo>
                  <a:lnTo>
                    <a:pt x="2286" y="925068"/>
                  </a:lnTo>
                  <a:lnTo>
                    <a:pt x="3048" y="924306"/>
                  </a:lnTo>
                  <a:close/>
                </a:path>
                <a:path w="3175" h="2166620">
                  <a:moveTo>
                    <a:pt x="3048" y="997458"/>
                  </a:moveTo>
                  <a:lnTo>
                    <a:pt x="3048" y="950214"/>
                  </a:lnTo>
                  <a:lnTo>
                    <a:pt x="2286" y="950214"/>
                  </a:lnTo>
                  <a:lnTo>
                    <a:pt x="2286" y="948690"/>
                  </a:lnTo>
                  <a:lnTo>
                    <a:pt x="762" y="950214"/>
                  </a:lnTo>
                  <a:lnTo>
                    <a:pt x="0" y="950214"/>
                  </a:lnTo>
                  <a:lnTo>
                    <a:pt x="0" y="997458"/>
                  </a:lnTo>
                  <a:lnTo>
                    <a:pt x="2286" y="998220"/>
                  </a:lnTo>
                  <a:lnTo>
                    <a:pt x="3048" y="997458"/>
                  </a:lnTo>
                  <a:close/>
                </a:path>
                <a:path w="3175" h="2166620">
                  <a:moveTo>
                    <a:pt x="3048" y="1070610"/>
                  </a:moveTo>
                  <a:lnTo>
                    <a:pt x="3048" y="1022604"/>
                  </a:lnTo>
                  <a:lnTo>
                    <a:pt x="2286" y="1021842"/>
                  </a:lnTo>
                  <a:lnTo>
                    <a:pt x="0" y="1022604"/>
                  </a:lnTo>
                  <a:lnTo>
                    <a:pt x="0" y="1070610"/>
                  </a:lnTo>
                  <a:lnTo>
                    <a:pt x="762" y="1071372"/>
                  </a:lnTo>
                  <a:lnTo>
                    <a:pt x="2286" y="1071372"/>
                  </a:lnTo>
                  <a:lnTo>
                    <a:pt x="3048" y="1070610"/>
                  </a:lnTo>
                  <a:close/>
                </a:path>
                <a:path w="3175" h="2166620">
                  <a:moveTo>
                    <a:pt x="3048" y="1143762"/>
                  </a:moveTo>
                  <a:lnTo>
                    <a:pt x="3048" y="1095756"/>
                  </a:lnTo>
                  <a:lnTo>
                    <a:pt x="2286" y="1094994"/>
                  </a:lnTo>
                  <a:lnTo>
                    <a:pt x="762" y="1094994"/>
                  </a:lnTo>
                  <a:lnTo>
                    <a:pt x="0" y="1095756"/>
                  </a:lnTo>
                  <a:lnTo>
                    <a:pt x="0" y="1143762"/>
                  </a:lnTo>
                  <a:lnTo>
                    <a:pt x="762" y="1144524"/>
                  </a:lnTo>
                  <a:lnTo>
                    <a:pt x="2286" y="1144524"/>
                  </a:lnTo>
                  <a:lnTo>
                    <a:pt x="3048" y="1143762"/>
                  </a:lnTo>
                  <a:close/>
                </a:path>
                <a:path w="3175" h="2166620">
                  <a:moveTo>
                    <a:pt x="3048" y="1216152"/>
                  </a:moveTo>
                  <a:lnTo>
                    <a:pt x="3048" y="1168908"/>
                  </a:lnTo>
                  <a:lnTo>
                    <a:pt x="2286" y="1168146"/>
                  </a:lnTo>
                  <a:lnTo>
                    <a:pt x="762" y="1168146"/>
                  </a:lnTo>
                  <a:lnTo>
                    <a:pt x="0" y="1168908"/>
                  </a:lnTo>
                  <a:lnTo>
                    <a:pt x="0" y="1216152"/>
                  </a:lnTo>
                  <a:lnTo>
                    <a:pt x="2286" y="1217676"/>
                  </a:lnTo>
                  <a:lnTo>
                    <a:pt x="3048" y="1216152"/>
                  </a:lnTo>
                  <a:close/>
                </a:path>
                <a:path w="3175" h="2166620">
                  <a:moveTo>
                    <a:pt x="3048" y="1289304"/>
                  </a:moveTo>
                  <a:lnTo>
                    <a:pt x="3048" y="1242060"/>
                  </a:lnTo>
                  <a:lnTo>
                    <a:pt x="2286" y="1241298"/>
                  </a:lnTo>
                  <a:lnTo>
                    <a:pt x="0" y="1242060"/>
                  </a:lnTo>
                  <a:lnTo>
                    <a:pt x="0" y="1289304"/>
                  </a:lnTo>
                  <a:lnTo>
                    <a:pt x="762" y="1289304"/>
                  </a:lnTo>
                  <a:lnTo>
                    <a:pt x="2286" y="1290828"/>
                  </a:lnTo>
                  <a:lnTo>
                    <a:pt x="2286" y="1289304"/>
                  </a:lnTo>
                  <a:lnTo>
                    <a:pt x="3048" y="1289304"/>
                  </a:lnTo>
                  <a:close/>
                </a:path>
                <a:path w="3175" h="2166620">
                  <a:moveTo>
                    <a:pt x="3048" y="1362456"/>
                  </a:moveTo>
                  <a:lnTo>
                    <a:pt x="3048" y="1315212"/>
                  </a:lnTo>
                  <a:lnTo>
                    <a:pt x="2286" y="1314450"/>
                  </a:lnTo>
                  <a:lnTo>
                    <a:pt x="762" y="1314450"/>
                  </a:lnTo>
                  <a:lnTo>
                    <a:pt x="0" y="1315212"/>
                  </a:lnTo>
                  <a:lnTo>
                    <a:pt x="0" y="1362456"/>
                  </a:lnTo>
                  <a:lnTo>
                    <a:pt x="762" y="1362456"/>
                  </a:lnTo>
                  <a:lnTo>
                    <a:pt x="2286" y="1363218"/>
                  </a:lnTo>
                  <a:lnTo>
                    <a:pt x="2286" y="1362456"/>
                  </a:lnTo>
                  <a:lnTo>
                    <a:pt x="3048" y="1362456"/>
                  </a:lnTo>
                  <a:close/>
                </a:path>
                <a:path w="3175" h="2166620">
                  <a:moveTo>
                    <a:pt x="3048" y="1435608"/>
                  </a:moveTo>
                  <a:lnTo>
                    <a:pt x="3048" y="1388364"/>
                  </a:lnTo>
                  <a:lnTo>
                    <a:pt x="2286" y="1387602"/>
                  </a:lnTo>
                  <a:lnTo>
                    <a:pt x="0" y="1388364"/>
                  </a:lnTo>
                  <a:lnTo>
                    <a:pt x="0" y="1435608"/>
                  </a:lnTo>
                  <a:lnTo>
                    <a:pt x="3048" y="1435608"/>
                  </a:lnTo>
                  <a:close/>
                </a:path>
                <a:path w="3175" h="2166620">
                  <a:moveTo>
                    <a:pt x="3048" y="1508760"/>
                  </a:moveTo>
                  <a:lnTo>
                    <a:pt x="3048" y="1461516"/>
                  </a:lnTo>
                  <a:lnTo>
                    <a:pt x="2286" y="1459992"/>
                  </a:lnTo>
                  <a:lnTo>
                    <a:pt x="762" y="1459992"/>
                  </a:lnTo>
                  <a:lnTo>
                    <a:pt x="0" y="1461516"/>
                  </a:lnTo>
                  <a:lnTo>
                    <a:pt x="0" y="1508760"/>
                  </a:lnTo>
                  <a:lnTo>
                    <a:pt x="3048" y="1508760"/>
                  </a:lnTo>
                  <a:close/>
                </a:path>
                <a:path w="3175" h="2166620">
                  <a:moveTo>
                    <a:pt x="3048" y="1581912"/>
                  </a:moveTo>
                  <a:lnTo>
                    <a:pt x="3048" y="1534668"/>
                  </a:lnTo>
                  <a:lnTo>
                    <a:pt x="2286" y="1533144"/>
                  </a:lnTo>
                  <a:lnTo>
                    <a:pt x="762" y="1533144"/>
                  </a:lnTo>
                  <a:lnTo>
                    <a:pt x="0" y="1534668"/>
                  </a:lnTo>
                  <a:lnTo>
                    <a:pt x="0" y="1581912"/>
                  </a:lnTo>
                  <a:lnTo>
                    <a:pt x="3048" y="1581912"/>
                  </a:lnTo>
                  <a:close/>
                </a:path>
                <a:path w="3175" h="2166620">
                  <a:moveTo>
                    <a:pt x="3048" y="1655064"/>
                  </a:moveTo>
                  <a:lnTo>
                    <a:pt x="3048" y="1606296"/>
                  </a:lnTo>
                  <a:lnTo>
                    <a:pt x="0" y="1606296"/>
                  </a:lnTo>
                  <a:lnTo>
                    <a:pt x="0" y="1655064"/>
                  </a:lnTo>
                  <a:lnTo>
                    <a:pt x="3048" y="1655064"/>
                  </a:lnTo>
                  <a:close/>
                </a:path>
                <a:path w="3175" h="2166620">
                  <a:moveTo>
                    <a:pt x="3048" y="1728216"/>
                  </a:moveTo>
                  <a:lnTo>
                    <a:pt x="3048" y="1679448"/>
                  </a:lnTo>
                  <a:lnTo>
                    <a:pt x="0" y="1679448"/>
                  </a:lnTo>
                  <a:lnTo>
                    <a:pt x="0" y="1728216"/>
                  </a:lnTo>
                  <a:lnTo>
                    <a:pt x="3048" y="1728216"/>
                  </a:lnTo>
                  <a:close/>
                </a:path>
                <a:path w="3175" h="2166620">
                  <a:moveTo>
                    <a:pt x="3048" y="1800606"/>
                  </a:moveTo>
                  <a:lnTo>
                    <a:pt x="3048" y="1752600"/>
                  </a:lnTo>
                  <a:lnTo>
                    <a:pt x="0" y="1752600"/>
                  </a:lnTo>
                  <a:lnTo>
                    <a:pt x="0" y="1800606"/>
                  </a:lnTo>
                  <a:lnTo>
                    <a:pt x="3048" y="1800606"/>
                  </a:lnTo>
                  <a:close/>
                </a:path>
                <a:path w="3175" h="2166620">
                  <a:moveTo>
                    <a:pt x="3048" y="1873758"/>
                  </a:moveTo>
                  <a:lnTo>
                    <a:pt x="3048" y="1825752"/>
                  </a:lnTo>
                  <a:lnTo>
                    <a:pt x="0" y="1825752"/>
                  </a:lnTo>
                  <a:lnTo>
                    <a:pt x="0" y="1873758"/>
                  </a:lnTo>
                  <a:lnTo>
                    <a:pt x="3048" y="1873758"/>
                  </a:lnTo>
                  <a:close/>
                </a:path>
                <a:path w="3175" h="2166620">
                  <a:moveTo>
                    <a:pt x="3048" y="1946910"/>
                  </a:moveTo>
                  <a:lnTo>
                    <a:pt x="3048" y="1898904"/>
                  </a:lnTo>
                  <a:lnTo>
                    <a:pt x="0" y="1898904"/>
                  </a:lnTo>
                  <a:lnTo>
                    <a:pt x="0" y="1946910"/>
                  </a:lnTo>
                  <a:lnTo>
                    <a:pt x="3048" y="1946910"/>
                  </a:lnTo>
                  <a:close/>
                </a:path>
                <a:path w="3175" h="2166620">
                  <a:moveTo>
                    <a:pt x="3048" y="2020062"/>
                  </a:moveTo>
                  <a:lnTo>
                    <a:pt x="3048" y="1972056"/>
                  </a:lnTo>
                  <a:lnTo>
                    <a:pt x="0" y="1972056"/>
                  </a:lnTo>
                  <a:lnTo>
                    <a:pt x="0" y="2020062"/>
                  </a:lnTo>
                  <a:lnTo>
                    <a:pt x="3048" y="2020062"/>
                  </a:lnTo>
                  <a:close/>
                </a:path>
                <a:path w="3175" h="2166620">
                  <a:moveTo>
                    <a:pt x="3048" y="2093214"/>
                  </a:moveTo>
                  <a:lnTo>
                    <a:pt x="3048" y="2044446"/>
                  </a:lnTo>
                  <a:lnTo>
                    <a:pt x="0" y="2044446"/>
                  </a:lnTo>
                  <a:lnTo>
                    <a:pt x="0" y="2093214"/>
                  </a:lnTo>
                  <a:lnTo>
                    <a:pt x="3048" y="2093214"/>
                  </a:lnTo>
                  <a:close/>
                </a:path>
                <a:path w="3175" h="2166620">
                  <a:moveTo>
                    <a:pt x="3048" y="2164842"/>
                  </a:moveTo>
                  <a:lnTo>
                    <a:pt x="3048" y="2117598"/>
                  </a:lnTo>
                  <a:lnTo>
                    <a:pt x="0" y="2117598"/>
                  </a:lnTo>
                  <a:lnTo>
                    <a:pt x="0" y="2164842"/>
                  </a:lnTo>
                  <a:lnTo>
                    <a:pt x="2286" y="2166366"/>
                  </a:lnTo>
                  <a:lnTo>
                    <a:pt x="3048" y="21648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394703" y="2109215"/>
              <a:ext cx="3175" cy="2166620"/>
            </a:xfrm>
            <a:custGeom>
              <a:avLst/>
              <a:gdLst/>
              <a:ahLst/>
              <a:cxnLst/>
              <a:rect l="l" t="t" r="r" b="b"/>
              <a:pathLst>
                <a:path w="3175" h="2166620">
                  <a:moveTo>
                    <a:pt x="3048" y="2286"/>
                  </a:moveTo>
                  <a:lnTo>
                    <a:pt x="3048" y="48768"/>
                  </a:lnTo>
                  <a:lnTo>
                    <a:pt x="0" y="48768"/>
                  </a:lnTo>
                  <a:lnTo>
                    <a:pt x="0" y="1524"/>
                  </a:lnTo>
                  <a:lnTo>
                    <a:pt x="762" y="0"/>
                  </a:lnTo>
                  <a:lnTo>
                    <a:pt x="2286" y="0"/>
                  </a:lnTo>
                  <a:lnTo>
                    <a:pt x="3048" y="1524"/>
                  </a:lnTo>
                  <a:lnTo>
                    <a:pt x="3048" y="2286"/>
                  </a:lnTo>
                  <a:close/>
                </a:path>
                <a:path w="3175" h="2166620">
                  <a:moveTo>
                    <a:pt x="3048" y="75438"/>
                  </a:moveTo>
                  <a:lnTo>
                    <a:pt x="3048" y="121920"/>
                  </a:lnTo>
                  <a:lnTo>
                    <a:pt x="0" y="121920"/>
                  </a:lnTo>
                  <a:lnTo>
                    <a:pt x="0" y="73152"/>
                  </a:lnTo>
                  <a:lnTo>
                    <a:pt x="3048" y="73152"/>
                  </a:lnTo>
                  <a:lnTo>
                    <a:pt x="3048" y="75438"/>
                  </a:lnTo>
                  <a:close/>
                </a:path>
                <a:path w="3175" h="2166620">
                  <a:moveTo>
                    <a:pt x="3048" y="148590"/>
                  </a:moveTo>
                  <a:lnTo>
                    <a:pt x="3048" y="195072"/>
                  </a:lnTo>
                  <a:lnTo>
                    <a:pt x="0" y="195072"/>
                  </a:lnTo>
                  <a:lnTo>
                    <a:pt x="0" y="146304"/>
                  </a:lnTo>
                  <a:lnTo>
                    <a:pt x="3048" y="146304"/>
                  </a:lnTo>
                  <a:lnTo>
                    <a:pt x="3048" y="148590"/>
                  </a:lnTo>
                  <a:close/>
                </a:path>
                <a:path w="3175" h="2166620">
                  <a:moveTo>
                    <a:pt x="3048" y="220980"/>
                  </a:moveTo>
                  <a:lnTo>
                    <a:pt x="3048" y="267462"/>
                  </a:lnTo>
                  <a:lnTo>
                    <a:pt x="0" y="267462"/>
                  </a:lnTo>
                  <a:lnTo>
                    <a:pt x="0" y="219456"/>
                  </a:lnTo>
                  <a:lnTo>
                    <a:pt x="3048" y="219456"/>
                  </a:lnTo>
                  <a:lnTo>
                    <a:pt x="3048" y="220980"/>
                  </a:lnTo>
                  <a:close/>
                </a:path>
                <a:path w="3175" h="2166620">
                  <a:moveTo>
                    <a:pt x="3048" y="293370"/>
                  </a:moveTo>
                  <a:lnTo>
                    <a:pt x="3048" y="340614"/>
                  </a:lnTo>
                  <a:lnTo>
                    <a:pt x="0" y="340614"/>
                  </a:lnTo>
                  <a:lnTo>
                    <a:pt x="0" y="292608"/>
                  </a:lnTo>
                  <a:lnTo>
                    <a:pt x="3048" y="292608"/>
                  </a:lnTo>
                  <a:lnTo>
                    <a:pt x="3048" y="293370"/>
                  </a:lnTo>
                  <a:close/>
                </a:path>
                <a:path w="3175" h="2166620">
                  <a:moveTo>
                    <a:pt x="3048" y="366522"/>
                  </a:moveTo>
                  <a:lnTo>
                    <a:pt x="3048" y="413766"/>
                  </a:lnTo>
                  <a:lnTo>
                    <a:pt x="0" y="413766"/>
                  </a:lnTo>
                  <a:lnTo>
                    <a:pt x="0" y="365760"/>
                  </a:lnTo>
                  <a:lnTo>
                    <a:pt x="3048" y="365760"/>
                  </a:lnTo>
                  <a:lnTo>
                    <a:pt x="3048" y="366522"/>
                  </a:lnTo>
                  <a:close/>
                </a:path>
                <a:path w="3175" h="2166620">
                  <a:moveTo>
                    <a:pt x="3048" y="439674"/>
                  </a:moveTo>
                  <a:lnTo>
                    <a:pt x="3048" y="486918"/>
                  </a:lnTo>
                  <a:lnTo>
                    <a:pt x="0" y="486918"/>
                  </a:lnTo>
                  <a:lnTo>
                    <a:pt x="0" y="438912"/>
                  </a:lnTo>
                  <a:lnTo>
                    <a:pt x="3048" y="438912"/>
                  </a:lnTo>
                  <a:lnTo>
                    <a:pt x="3048" y="439674"/>
                  </a:lnTo>
                  <a:close/>
                </a:path>
                <a:path w="3175" h="2166620">
                  <a:moveTo>
                    <a:pt x="3048" y="512826"/>
                  </a:moveTo>
                  <a:lnTo>
                    <a:pt x="3048" y="560070"/>
                  </a:lnTo>
                  <a:lnTo>
                    <a:pt x="0" y="560070"/>
                  </a:lnTo>
                  <a:lnTo>
                    <a:pt x="0" y="511302"/>
                  </a:lnTo>
                  <a:lnTo>
                    <a:pt x="3048" y="511302"/>
                  </a:lnTo>
                  <a:lnTo>
                    <a:pt x="3048" y="512826"/>
                  </a:lnTo>
                  <a:close/>
                </a:path>
                <a:path w="3175" h="2166620">
                  <a:moveTo>
                    <a:pt x="3048" y="585216"/>
                  </a:moveTo>
                  <a:lnTo>
                    <a:pt x="3048" y="631698"/>
                  </a:lnTo>
                  <a:lnTo>
                    <a:pt x="2286" y="633222"/>
                  </a:lnTo>
                  <a:lnTo>
                    <a:pt x="0" y="631698"/>
                  </a:lnTo>
                  <a:lnTo>
                    <a:pt x="0" y="584454"/>
                  </a:lnTo>
                  <a:lnTo>
                    <a:pt x="3048" y="584454"/>
                  </a:lnTo>
                  <a:lnTo>
                    <a:pt x="3048" y="585216"/>
                  </a:lnTo>
                  <a:close/>
                </a:path>
                <a:path w="3175" h="2166620">
                  <a:moveTo>
                    <a:pt x="3048" y="658368"/>
                  </a:moveTo>
                  <a:lnTo>
                    <a:pt x="3048" y="704850"/>
                  </a:lnTo>
                  <a:lnTo>
                    <a:pt x="2286" y="706374"/>
                  </a:lnTo>
                  <a:lnTo>
                    <a:pt x="762" y="706374"/>
                  </a:lnTo>
                  <a:lnTo>
                    <a:pt x="0" y="704850"/>
                  </a:lnTo>
                  <a:lnTo>
                    <a:pt x="0" y="657606"/>
                  </a:lnTo>
                  <a:lnTo>
                    <a:pt x="3048" y="657606"/>
                  </a:lnTo>
                  <a:lnTo>
                    <a:pt x="3048" y="658368"/>
                  </a:lnTo>
                  <a:close/>
                </a:path>
                <a:path w="3175" h="2166620">
                  <a:moveTo>
                    <a:pt x="3048" y="731520"/>
                  </a:moveTo>
                  <a:lnTo>
                    <a:pt x="3048" y="778002"/>
                  </a:lnTo>
                  <a:lnTo>
                    <a:pt x="2286" y="778764"/>
                  </a:lnTo>
                  <a:lnTo>
                    <a:pt x="762" y="778764"/>
                  </a:lnTo>
                  <a:lnTo>
                    <a:pt x="0" y="778002"/>
                  </a:lnTo>
                  <a:lnTo>
                    <a:pt x="0" y="730758"/>
                  </a:lnTo>
                  <a:lnTo>
                    <a:pt x="3048" y="730758"/>
                  </a:lnTo>
                  <a:lnTo>
                    <a:pt x="3048" y="731520"/>
                  </a:lnTo>
                  <a:close/>
                </a:path>
                <a:path w="3175" h="2166620">
                  <a:moveTo>
                    <a:pt x="3048" y="804672"/>
                  </a:moveTo>
                  <a:lnTo>
                    <a:pt x="3048" y="851154"/>
                  </a:lnTo>
                  <a:lnTo>
                    <a:pt x="2286" y="851916"/>
                  </a:lnTo>
                  <a:lnTo>
                    <a:pt x="0" y="851154"/>
                  </a:lnTo>
                  <a:lnTo>
                    <a:pt x="0" y="803910"/>
                  </a:lnTo>
                  <a:lnTo>
                    <a:pt x="3048" y="803910"/>
                  </a:lnTo>
                  <a:lnTo>
                    <a:pt x="3048" y="804672"/>
                  </a:lnTo>
                  <a:close/>
                </a:path>
                <a:path w="3175" h="2166620">
                  <a:moveTo>
                    <a:pt x="3048" y="877824"/>
                  </a:moveTo>
                  <a:lnTo>
                    <a:pt x="3048" y="924306"/>
                  </a:lnTo>
                  <a:lnTo>
                    <a:pt x="2286" y="925068"/>
                  </a:lnTo>
                  <a:lnTo>
                    <a:pt x="762" y="925068"/>
                  </a:lnTo>
                  <a:lnTo>
                    <a:pt x="0" y="924306"/>
                  </a:lnTo>
                  <a:lnTo>
                    <a:pt x="0" y="877062"/>
                  </a:lnTo>
                  <a:lnTo>
                    <a:pt x="762" y="877062"/>
                  </a:lnTo>
                  <a:lnTo>
                    <a:pt x="2286" y="875538"/>
                  </a:lnTo>
                  <a:lnTo>
                    <a:pt x="2286" y="877062"/>
                  </a:lnTo>
                  <a:lnTo>
                    <a:pt x="3048" y="877062"/>
                  </a:lnTo>
                  <a:lnTo>
                    <a:pt x="3048" y="877824"/>
                  </a:lnTo>
                  <a:close/>
                </a:path>
                <a:path w="3175" h="2166620">
                  <a:moveTo>
                    <a:pt x="3048" y="950976"/>
                  </a:moveTo>
                  <a:lnTo>
                    <a:pt x="3048" y="997458"/>
                  </a:lnTo>
                  <a:lnTo>
                    <a:pt x="2286" y="998220"/>
                  </a:lnTo>
                  <a:lnTo>
                    <a:pt x="0" y="997458"/>
                  </a:lnTo>
                  <a:lnTo>
                    <a:pt x="0" y="950214"/>
                  </a:lnTo>
                  <a:lnTo>
                    <a:pt x="762" y="950214"/>
                  </a:lnTo>
                  <a:lnTo>
                    <a:pt x="2286" y="948690"/>
                  </a:lnTo>
                  <a:lnTo>
                    <a:pt x="2286" y="950214"/>
                  </a:lnTo>
                  <a:lnTo>
                    <a:pt x="3048" y="950214"/>
                  </a:lnTo>
                  <a:lnTo>
                    <a:pt x="3048" y="950976"/>
                  </a:lnTo>
                  <a:close/>
                </a:path>
                <a:path w="3175" h="2166620">
                  <a:moveTo>
                    <a:pt x="3048" y="1024128"/>
                  </a:moveTo>
                  <a:lnTo>
                    <a:pt x="3048" y="1070610"/>
                  </a:lnTo>
                  <a:lnTo>
                    <a:pt x="2286" y="1071372"/>
                  </a:lnTo>
                  <a:lnTo>
                    <a:pt x="762" y="1071372"/>
                  </a:lnTo>
                  <a:lnTo>
                    <a:pt x="0" y="1070610"/>
                  </a:lnTo>
                  <a:lnTo>
                    <a:pt x="0" y="1022604"/>
                  </a:lnTo>
                  <a:lnTo>
                    <a:pt x="2286" y="1021842"/>
                  </a:lnTo>
                  <a:lnTo>
                    <a:pt x="3048" y="1022604"/>
                  </a:lnTo>
                  <a:lnTo>
                    <a:pt x="3048" y="1024128"/>
                  </a:lnTo>
                  <a:close/>
                </a:path>
                <a:path w="3175" h="2166620">
                  <a:moveTo>
                    <a:pt x="3048" y="2045970"/>
                  </a:moveTo>
                  <a:lnTo>
                    <a:pt x="3048" y="2093214"/>
                  </a:lnTo>
                  <a:lnTo>
                    <a:pt x="0" y="2093214"/>
                  </a:lnTo>
                  <a:lnTo>
                    <a:pt x="0" y="2044446"/>
                  </a:lnTo>
                  <a:lnTo>
                    <a:pt x="3048" y="2044446"/>
                  </a:lnTo>
                  <a:lnTo>
                    <a:pt x="3048" y="2045970"/>
                  </a:lnTo>
                  <a:close/>
                </a:path>
                <a:path w="3175" h="2166620">
                  <a:moveTo>
                    <a:pt x="3048" y="2118360"/>
                  </a:moveTo>
                  <a:lnTo>
                    <a:pt x="3048" y="2164842"/>
                  </a:lnTo>
                  <a:lnTo>
                    <a:pt x="2286" y="2166366"/>
                  </a:lnTo>
                  <a:lnTo>
                    <a:pt x="0" y="2164842"/>
                  </a:lnTo>
                  <a:lnTo>
                    <a:pt x="0" y="2117598"/>
                  </a:lnTo>
                  <a:lnTo>
                    <a:pt x="3048" y="2117598"/>
                  </a:lnTo>
                  <a:lnTo>
                    <a:pt x="3048" y="211836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494276" y="2225040"/>
              <a:ext cx="91440" cy="1942464"/>
            </a:xfrm>
            <a:custGeom>
              <a:avLst/>
              <a:gdLst/>
              <a:ahLst/>
              <a:cxnLst/>
              <a:rect l="l" t="t" r="r" b="b"/>
              <a:pathLst>
                <a:path w="91439" h="1942464">
                  <a:moveTo>
                    <a:pt x="91439" y="1942338"/>
                  </a:moveTo>
                  <a:lnTo>
                    <a:pt x="91439" y="0"/>
                  </a:lnTo>
                  <a:lnTo>
                    <a:pt x="0" y="0"/>
                  </a:lnTo>
                  <a:lnTo>
                    <a:pt x="0" y="1942338"/>
                  </a:lnTo>
                  <a:lnTo>
                    <a:pt x="91439" y="19423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585716" y="3253740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w="0" h="113664">
                  <a:moveTo>
                    <a:pt x="0" y="0"/>
                  </a:moveTo>
                  <a:lnTo>
                    <a:pt x="0" y="1135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585716" y="3482340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w="0" h="113664">
                  <a:moveTo>
                    <a:pt x="0" y="0"/>
                  </a:moveTo>
                  <a:lnTo>
                    <a:pt x="0" y="1135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85716" y="3710178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85716" y="3938777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495038" y="2340101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w="0" h="113664">
                  <a:moveTo>
                    <a:pt x="0" y="0"/>
                  </a:moveTo>
                  <a:lnTo>
                    <a:pt x="0" y="1135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495038" y="256794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495038" y="279654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495038" y="3025140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w="0" h="113664">
                  <a:moveTo>
                    <a:pt x="0" y="0"/>
                  </a:moveTo>
                  <a:lnTo>
                    <a:pt x="0" y="1135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495038" y="2225040"/>
              <a:ext cx="90805" cy="1942464"/>
            </a:xfrm>
            <a:custGeom>
              <a:avLst/>
              <a:gdLst/>
              <a:ahLst/>
              <a:cxnLst/>
              <a:rect l="l" t="t" r="r" b="b"/>
              <a:pathLst>
                <a:path w="90804" h="1942464">
                  <a:moveTo>
                    <a:pt x="0" y="1942338"/>
                  </a:moveTo>
                  <a:lnTo>
                    <a:pt x="0" y="0"/>
                  </a:lnTo>
                  <a:lnTo>
                    <a:pt x="90678" y="0"/>
                  </a:lnTo>
                  <a:lnTo>
                    <a:pt x="90678" y="1942338"/>
                  </a:lnTo>
                  <a:lnTo>
                    <a:pt x="0" y="194233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539996" y="2339340"/>
              <a:ext cx="91440" cy="342900"/>
            </a:xfrm>
            <a:custGeom>
              <a:avLst/>
              <a:gdLst/>
              <a:ahLst/>
              <a:cxnLst/>
              <a:rect l="l" t="t" r="r" b="b"/>
              <a:pathLst>
                <a:path w="91439" h="342900">
                  <a:moveTo>
                    <a:pt x="91439" y="342900"/>
                  </a:moveTo>
                  <a:lnTo>
                    <a:pt x="91439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91439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631435" y="245364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539995" y="245364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539995" y="2339340"/>
              <a:ext cx="91440" cy="342900"/>
            </a:xfrm>
            <a:custGeom>
              <a:avLst/>
              <a:gdLst/>
              <a:ahLst/>
              <a:cxnLst/>
              <a:rect l="l" t="t" r="r" b="b"/>
              <a:pathLst>
                <a:path w="91439" h="342900">
                  <a:moveTo>
                    <a:pt x="0" y="342900"/>
                  </a:moveTo>
                  <a:lnTo>
                    <a:pt x="0" y="0"/>
                  </a:lnTo>
                  <a:lnTo>
                    <a:pt x="91440" y="0"/>
                  </a:lnTo>
                  <a:lnTo>
                    <a:pt x="91440" y="342900"/>
                  </a:lnTo>
                  <a:lnTo>
                    <a:pt x="0" y="3429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351270" y="3138678"/>
              <a:ext cx="90805" cy="1028700"/>
            </a:xfrm>
            <a:custGeom>
              <a:avLst/>
              <a:gdLst/>
              <a:ahLst/>
              <a:cxnLst/>
              <a:rect l="l" t="t" r="r" b="b"/>
              <a:pathLst>
                <a:path w="90804" h="1028700">
                  <a:moveTo>
                    <a:pt x="90677" y="1028700"/>
                  </a:moveTo>
                  <a:lnTo>
                    <a:pt x="90677" y="0"/>
                  </a:lnTo>
                  <a:lnTo>
                    <a:pt x="0" y="0"/>
                  </a:lnTo>
                  <a:lnTo>
                    <a:pt x="0" y="1028700"/>
                  </a:lnTo>
                  <a:lnTo>
                    <a:pt x="90677" y="1028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351270" y="3253740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w="0" h="113664">
                  <a:moveTo>
                    <a:pt x="0" y="0"/>
                  </a:moveTo>
                  <a:lnTo>
                    <a:pt x="0" y="1135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351270" y="3482340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w="0" h="113664">
                  <a:moveTo>
                    <a:pt x="0" y="0"/>
                  </a:moveTo>
                  <a:lnTo>
                    <a:pt x="0" y="1135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351270" y="3710178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351270" y="3938777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351270" y="3138678"/>
              <a:ext cx="90805" cy="1028700"/>
            </a:xfrm>
            <a:custGeom>
              <a:avLst/>
              <a:gdLst/>
              <a:ahLst/>
              <a:cxnLst/>
              <a:rect l="l" t="t" r="r" b="b"/>
              <a:pathLst>
                <a:path w="90804" h="1028700">
                  <a:moveTo>
                    <a:pt x="0" y="1028700"/>
                  </a:moveTo>
                  <a:lnTo>
                    <a:pt x="0" y="0"/>
                  </a:lnTo>
                  <a:lnTo>
                    <a:pt x="90678" y="0"/>
                  </a:lnTo>
                  <a:lnTo>
                    <a:pt x="90678" y="1028700"/>
                  </a:lnTo>
                  <a:lnTo>
                    <a:pt x="0" y="10287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396989" y="3253740"/>
              <a:ext cx="90805" cy="342265"/>
            </a:xfrm>
            <a:custGeom>
              <a:avLst/>
              <a:gdLst/>
              <a:ahLst/>
              <a:cxnLst/>
              <a:rect l="l" t="t" r="r" b="b"/>
              <a:pathLst>
                <a:path w="90804" h="342264">
                  <a:moveTo>
                    <a:pt x="90677" y="342138"/>
                  </a:moveTo>
                  <a:lnTo>
                    <a:pt x="90677" y="0"/>
                  </a:lnTo>
                  <a:lnTo>
                    <a:pt x="0" y="0"/>
                  </a:lnTo>
                  <a:lnTo>
                    <a:pt x="0" y="342138"/>
                  </a:lnTo>
                  <a:lnTo>
                    <a:pt x="90677" y="342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487667" y="3367278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w="0" h="115570">
                  <a:moveTo>
                    <a:pt x="0" y="0"/>
                  </a:moveTo>
                  <a:lnTo>
                    <a:pt x="0" y="1150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396989" y="3367278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w="0" h="115570">
                  <a:moveTo>
                    <a:pt x="0" y="0"/>
                  </a:moveTo>
                  <a:lnTo>
                    <a:pt x="0" y="1150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396989" y="3253740"/>
              <a:ext cx="90805" cy="342265"/>
            </a:xfrm>
            <a:custGeom>
              <a:avLst/>
              <a:gdLst/>
              <a:ahLst/>
              <a:cxnLst/>
              <a:rect l="l" t="t" r="r" b="b"/>
              <a:pathLst>
                <a:path w="90804" h="342264">
                  <a:moveTo>
                    <a:pt x="0" y="342138"/>
                  </a:moveTo>
                  <a:lnTo>
                    <a:pt x="0" y="0"/>
                  </a:lnTo>
                  <a:lnTo>
                    <a:pt x="90678" y="0"/>
                  </a:lnTo>
                  <a:lnTo>
                    <a:pt x="90678" y="342138"/>
                  </a:lnTo>
                  <a:lnTo>
                    <a:pt x="0" y="34213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539996" y="2796540"/>
              <a:ext cx="91440" cy="457200"/>
            </a:xfrm>
            <a:custGeom>
              <a:avLst/>
              <a:gdLst/>
              <a:ahLst/>
              <a:cxnLst/>
              <a:rect l="l" t="t" r="r" b="b"/>
              <a:pathLst>
                <a:path w="91439" h="457200">
                  <a:moveTo>
                    <a:pt x="91439" y="457200"/>
                  </a:moveTo>
                  <a:lnTo>
                    <a:pt x="91439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91439" y="457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631435" y="291084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539995" y="291084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539995" y="2796540"/>
              <a:ext cx="91440" cy="457200"/>
            </a:xfrm>
            <a:custGeom>
              <a:avLst/>
              <a:gdLst/>
              <a:ahLst/>
              <a:cxnLst/>
              <a:rect l="l" t="t" r="r" b="b"/>
              <a:pathLst>
                <a:path w="91439" h="457200">
                  <a:moveTo>
                    <a:pt x="0" y="457200"/>
                  </a:moveTo>
                  <a:lnTo>
                    <a:pt x="0" y="0"/>
                  </a:lnTo>
                  <a:lnTo>
                    <a:pt x="91440" y="0"/>
                  </a:lnTo>
                  <a:lnTo>
                    <a:pt x="91440" y="457200"/>
                  </a:lnTo>
                  <a:lnTo>
                    <a:pt x="0" y="4572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631435" y="3253740"/>
              <a:ext cx="1720214" cy="0"/>
            </a:xfrm>
            <a:custGeom>
              <a:avLst/>
              <a:gdLst/>
              <a:ahLst/>
              <a:cxnLst/>
              <a:rect l="l" t="t" r="r" b="b"/>
              <a:pathLst>
                <a:path w="1720214" h="0">
                  <a:moveTo>
                    <a:pt x="0" y="0"/>
                  </a:moveTo>
                  <a:lnTo>
                    <a:pt x="1719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245351" y="3218688"/>
              <a:ext cx="106045" cy="70485"/>
            </a:xfrm>
            <a:custGeom>
              <a:avLst/>
              <a:gdLst/>
              <a:ahLst/>
              <a:cxnLst/>
              <a:rect l="l" t="t" r="r" b="b"/>
              <a:pathLst>
                <a:path w="106045" h="70485">
                  <a:moveTo>
                    <a:pt x="0" y="70103"/>
                  </a:moveTo>
                  <a:lnTo>
                    <a:pt x="105918" y="350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631435" y="2637282"/>
              <a:ext cx="250825" cy="159385"/>
            </a:xfrm>
            <a:custGeom>
              <a:avLst/>
              <a:gdLst/>
              <a:ahLst/>
              <a:cxnLst/>
              <a:rect l="l" t="t" r="r" b="b"/>
              <a:pathLst>
                <a:path w="250825" h="159385">
                  <a:moveTo>
                    <a:pt x="0" y="0"/>
                  </a:moveTo>
                  <a:lnTo>
                    <a:pt x="250697" y="0"/>
                  </a:lnTo>
                  <a:lnTo>
                    <a:pt x="250697" y="159257"/>
                  </a:lnTo>
                  <a:lnTo>
                    <a:pt x="0" y="1592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631436" y="2761488"/>
              <a:ext cx="105410" cy="70485"/>
            </a:xfrm>
            <a:custGeom>
              <a:avLst/>
              <a:gdLst/>
              <a:ahLst/>
              <a:cxnLst/>
              <a:rect l="l" t="t" r="r" b="b"/>
              <a:pathLst>
                <a:path w="105410" h="70485">
                  <a:moveTo>
                    <a:pt x="105155" y="0"/>
                  </a:moveTo>
                  <a:lnTo>
                    <a:pt x="0" y="35052"/>
                  </a:lnTo>
                  <a:lnTo>
                    <a:pt x="105155" y="7010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396989" y="3710178"/>
              <a:ext cx="90805" cy="342900"/>
            </a:xfrm>
            <a:custGeom>
              <a:avLst/>
              <a:gdLst/>
              <a:ahLst/>
              <a:cxnLst/>
              <a:rect l="l" t="t" r="r" b="b"/>
              <a:pathLst>
                <a:path w="90804" h="342900">
                  <a:moveTo>
                    <a:pt x="90677" y="342900"/>
                  </a:moveTo>
                  <a:lnTo>
                    <a:pt x="90677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90677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487667" y="3824477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396989" y="3824477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0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396989" y="3710178"/>
              <a:ext cx="90805" cy="342900"/>
            </a:xfrm>
            <a:custGeom>
              <a:avLst/>
              <a:gdLst/>
              <a:ahLst/>
              <a:cxnLst/>
              <a:rect l="l" t="t" r="r" b="b"/>
              <a:pathLst>
                <a:path w="90804" h="342900">
                  <a:moveTo>
                    <a:pt x="0" y="342900"/>
                  </a:moveTo>
                  <a:lnTo>
                    <a:pt x="0" y="0"/>
                  </a:lnTo>
                  <a:lnTo>
                    <a:pt x="90678" y="0"/>
                  </a:lnTo>
                  <a:lnTo>
                    <a:pt x="90678" y="342900"/>
                  </a:lnTo>
                  <a:lnTo>
                    <a:pt x="0" y="3429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" name="object 70"/>
          <p:cNvGrpSpPr/>
          <p:nvPr/>
        </p:nvGrpSpPr>
        <p:grpSpPr>
          <a:xfrm>
            <a:off x="4583810" y="3549332"/>
            <a:ext cx="2156460" cy="540385"/>
            <a:chOff x="4583810" y="3549332"/>
            <a:chExt cx="2156460" cy="540385"/>
          </a:xfrm>
        </p:grpSpPr>
        <p:sp>
          <p:nvSpPr>
            <p:cNvPr id="71" name="object 71"/>
            <p:cNvSpPr/>
            <p:nvPr/>
          </p:nvSpPr>
          <p:spPr>
            <a:xfrm>
              <a:off x="6487667" y="3550920"/>
              <a:ext cx="250825" cy="159385"/>
            </a:xfrm>
            <a:custGeom>
              <a:avLst/>
              <a:gdLst/>
              <a:ahLst/>
              <a:cxnLst/>
              <a:rect l="l" t="t" r="r" b="b"/>
              <a:pathLst>
                <a:path w="250825" h="159385">
                  <a:moveTo>
                    <a:pt x="0" y="0"/>
                  </a:moveTo>
                  <a:lnTo>
                    <a:pt x="250697" y="0"/>
                  </a:lnTo>
                  <a:lnTo>
                    <a:pt x="250697" y="159257"/>
                  </a:lnTo>
                  <a:lnTo>
                    <a:pt x="0" y="1592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487667" y="3675888"/>
              <a:ext cx="104775" cy="69850"/>
            </a:xfrm>
            <a:custGeom>
              <a:avLst/>
              <a:gdLst/>
              <a:ahLst/>
              <a:cxnLst/>
              <a:rect l="l" t="t" r="r" b="b"/>
              <a:pathLst>
                <a:path w="104775" h="69850">
                  <a:moveTo>
                    <a:pt x="104394" y="0"/>
                  </a:moveTo>
                  <a:lnTo>
                    <a:pt x="0" y="34290"/>
                  </a:lnTo>
                  <a:lnTo>
                    <a:pt x="104394" y="693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584191" y="4051553"/>
              <a:ext cx="1767839" cy="3175"/>
            </a:xfrm>
            <a:custGeom>
              <a:avLst/>
              <a:gdLst/>
              <a:ahLst/>
              <a:cxnLst/>
              <a:rect l="l" t="t" r="r" b="b"/>
              <a:pathLst>
                <a:path w="1767839" h="3175">
                  <a:moveTo>
                    <a:pt x="1767839" y="3048"/>
                  </a:moveTo>
                  <a:lnTo>
                    <a:pt x="1767839" y="762"/>
                  </a:lnTo>
                  <a:lnTo>
                    <a:pt x="1767077" y="0"/>
                  </a:lnTo>
                  <a:lnTo>
                    <a:pt x="1720595" y="0"/>
                  </a:lnTo>
                  <a:lnTo>
                    <a:pt x="1719071" y="762"/>
                  </a:lnTo>
                  <a:lnTo>
                    <a:pt x="1719071" y="3048"/>
                  </a:lnTo>
                  <a:lnTo>
                    <a:pt x="1767839" y="3048"/>
                  </a:lnTo>
                  <a:close/>
                </a:path>
                <a:path w="1767839" h="3175">
                  <a:moveTo>
                    <a:pt x="1694688" y="3048"/>
                  </a:moveTo>
                  <a:lnTo>
                    <a:pt x="1694688" y="762"/>
                  </a:lnTo>
                  <a:lnTo>
                    <a:pt x="1693926" y="0"/>
                  </a:lnTo>
                  <a:lnTo>
                    <a:pt x="1647444" y="0"/>
                  </a:lnTo>
                  <a:lnTo>
                    <a:pt x="1645920" y="762"/>
                  </a:lnTo>
                  <a:lnTo>
                    <a:pt x="1645920" y="3048"/>
                  </a:lnTo>
                  <a:lnTo>
                    <a:pt x="1694688" y="3048"/>
                  </a:lnTo>
                  <a:close/>
                </a:path>
                <a:path w="1767839" h="3175">
                  <a:moveTo>
                    <a:pt x="1621535" y="3048"/>
                  </a:moveTo>
                  <a:lnTo>
                    <a:pt x="1621535" y="762"/>
                  </a:lnTo>
                  <a:lnTo>
                    <a:pt x="1620773" y="0"/>
                  </a:lnTo>
                  <a:lnTo>
                    <a:pt x="1575053" y="0"/>
                  </a:lnTo>
                  <a:lnTo>
                    <a:pt x="1572767" y="762"/>
                  </a:lnTo>
                  <a:lnTo>
                    <a:pt x="1572767" y="3048"/>
                  </a:lnTo>
                  <a:lnTo>
                    <a:pt x="1621535" y="3048"/>
                  </a:lnTo>
                  <a:close/>
                </a:path>
                <a:path w="1767839" h="3175">
                  <a:moveTo>
                    <a:pt x="1548383" y="3048"/>
                  </a:moveTo>
                  <a:lnTo>
                    <a:pt x="1548383" y="762"/>
                  </a:lnTo>
                  <a:lnTo>
                    <a:pt x="1547621" y="0"/>
                  </a:lnTo>
                  <a:lnTo>
                    <a:pt x="1501902" y="0"/>
                  </a:lnTo>
                  <a:lnTo>
                    <a:pt x="1499615" y="762"/>
                  </a:lnTo>
                  <a:lnTo>
                    <a:pt x="1499615" y="3048"/>
                  </a:lnTo>
                  <a:lnTo>
                    <a:pt x="1548383" y="3048"/>
                  </a:lnTo>
                  <a:close/>
                </a:path>
                <a:path w="1767839" h="3175">
                  <a:moveTo>
                    <a:pt x="1475231" y="3048"/>
                  </a:moveTo>
                  <a:lnTo>
                    <a:pt x="1475231" y="762"/>
                  </a:lnTo>
                  <a:lnTo>
                    <a:pt x="1474470" y="0"/>
                  </a:lnTo>
                  <a:lnTo>
                    <a:pt x="1428749" y="0"/>
                  </a:lnTo>
                  <a:lnTo>
                    <a:pt x="1426464" y="762"/>
                  </a:lnTo>
                  <a:lnTo>
                    <a:pt x="1426464" y="3048"/>
                  </a:lnTo>
                  <a:lnTo>
                    <a:pt x="1475231" y="3048"/>
                  </a:lnTo>
                  <a:close/>
                </a:path>
                <a:path w="1767839" h="3175">
                  <a:moveTo>
                    <a:pt x="1402080" y="3048"/>
                  </a:moveTo>
                  <a:lnTo>
                    <a:pt x="1402080" y="762"/>
                  </a:lnTo>
                  <a:lnTo>
                    <a:pt x="1401317" y="0"/>
                  </a:lnTo>
                  <a:lnTo>
                    <a:pt x="1355597" y="0"/>
                  </a:lnTo>
                  <a:lnTo>
                    <a:pt x="1354835" y="762"/>
                  </a:lnTo>
                  <a:lnTo>
                    <a:pt x="1353311" y="762"/>
                  </a:lnTo>
                  <a:lnTo>
                    <a:pt x="1353311" y="1524"/>
                  </a:lnTo>
                  <a:lnTo>
                    <a:pt x="1354835" y="3048"/>
                  </a:lnTo>
                  <a:lnTo>
                    <a:pt x="1402080" y="3048"/>
                  </a:lnTo>
                  <a:close/>
                </a:path>
                <a:path w="1767839" h="3175">
                  <a:moveTo>
                    <a:pt x="1328927" y="3048"/>
                  </a:moveTo>
                  <a:lnTo>
                    <a:pt x="1328927" y="762"/>
                  </a:lnTo>
                  <a:lnTo>
                    <a:pt x="1328165" y="0"/>
                  </a:lnTo>
                  <a:lnTo>
                    <a:pt x="1282445" y="0"/>
                  </a:lnTo>
                  <a:lnTo>
                    <a:pt x="1281683" y="762"/>
                  </a:lnTo>
                  <a:lnTo>
                    <a:pt x="1280159" y="762"/>
                  </a:lnTo>
                  <a:lnTo>
                    <a:pt x="1280159" y="1524"/>
                  </a:lnTo>
                  <a:lnTo>
                    <a:pt x="1281683" y="3048"/>
                  </a:lnTo>
                  <a:lnTo>
                    <a:pt x="1328927" y="3048"/>
                  </a:lnTo>
                  <a:close/>
                </a:path>
                <a:path w="1767839" h="3175">
                  <a:moveTo>
                    <a:pt x="1255776" y="3048"/>
                  </a:moveTo>
                  <a:lnTo>
                    <a:pt x="1255776" y="762"/>
                  </a:lnTo>
                  <a:lnTo>
                    <a:pt x="1255014" y="0"/>
                  </a:lnTo>
                  <a:lnTo>
                    <a:pt x="1209293" y="0"/>
                  </a:lnTo>
                  <a:lnTo>
                    <a:pt x="1208532" y="762"/>
                  </a:lnTo>
                  <a:lnTo>
                    <a:pt x="1207008" y="1524"/>
                  </a:lnTo>
                  <a:lnTo>
                    <a:pt x="1208532" y="3048"/>
                  </a:lnTo>
                  <a:lnTo>
                    <a:pt x="1255776" y="3048"/>
                  </a:lnTo>
                  <a:close/>
                </a:path>
                <a:path w="1767839" h="3175">
                  <a:moveTo>
                    <a:pt x="1183385" y="1524"/>
                  </a:moveTo>
                  <a:lnTo>
                    <a:pt x="1181861" y="0"/>
                  </a:lnTo>
                  <a:lnTo>
                    <a:pt x="1136141" y="0"/>
                  </a:lnTo>
                  <a:lnTo>
                    <a:pt x="1135379" y="762"/>
                  </a:lnTo>
                  <a:lnTo>
                    <a:pt x="1133855" y="762"/>
                  </a:lnTo>
                  <a:lnTo>
                    <a:pt x="1133855" y="1524"/>
                  </a:lnTo>
                  <a:lnTo>
                    <a:pt x="1135379" y="3048"/>
                  </a:lnTo>
                  <a:lnTo>
                    <a:pt x="1182623" y="3048"/>
                  </a:lnTo>
                  <a:lnTo>
                    <a:pt x="1182623" y="1524"/>
                  </a:lnTo>
                  <a:lnTo>
                    <a:pt x="1183385" y="1524"/>
                  </a:lnTo>
                  <a:close/>
                </a:path>
                <a:path w="1767839" h="3175">
                  <a:moveTo>
                    <a:pt x="1110233" y="1524"/>
                  </a:moveTo>
                  <a:lnTo>
                    <a:pt x="1108709" y="0"/>
                  </a:lnTo>
                  <a:lnTo>
                    <a:pt x="1062989" y="0"/>
                  </a:lnTo>
                  <a:lnTo>
                    <a:pt x="1062227" y="762"/>
                  </a:lnTo>
                  <a:lnTo>
                    <a:pt x="1060703" y="762"/>
                  </a:lnTo>
                  <a:lnTo>
                    <a:pt x="1060703" y="1524"/>
                  </a:lnTo>
                  <a:lnTo>
                    <a:pt x="1062227" y="3048"/>
                  </a:lnTo>
                  <a:lnTo>
                    <a:pt x="1109471" y="3048"/>
                  </a:lnTo>
                  <a:lnTo>
                    <a:pt x="1109471" y="1524"/>
                  </a:lnTo>
                  <a:lnTo>
                    <a:pt x="1110233" y="1524"/>
                  </a:lnTo>
                  <a:close/>
                </a:path>
                <a:path w="1767839" h="3175">
                  <a:moveTo>
                    <a:pt x="1037082" y="1524"/>
                  </a:moveTo>
                  <a:lnTo>
                    <a:pt x="1035557" y="0"/>
                  </a:lnTo>
                  <a:lnTo>
                    <a:pt x="989837" y="0"/>
                  </a:lnTo>
                  <a:lnTo>
                    <a:pt x="989076" y="762"/>
                  </a:lnTo>
                  <a:lnTo>
                    <a:pt x="987551" y="762"/>
                  </a:lnTo>
                  <a:lnTo>
                    <a:pt x="987551" y="1524"/>
                  </a:lnTo>
                  <a:lnTo>
                    <a:pt x="989076" y="3048"/>
                  </a:lnTo>
                  <a:lnTo>
                    <a:pt x="1036319" y="3048"/>
                  </a:lnTo>
                  <a:lnTo>
                    <a:pt x="1037082" y="1524"/>
                  </a:lnTo>
                  <a:close/>
                </a:path>
                <a:path w="1767839" h="3175">
                  <a:moveTo>
                    <a:pt x="963929" y="1524"/>
                  </a:moveTo>
                  <a:lnTo>
                    <a:pt x="963929" y="762"/>
                  </a:lnTo>
                  <a:lnTo>
                    <a:pt x="963167" y="762"/>
                  </a:lnTo>
                  <a:lnTo>
                    <a:pt x="962405" y="0"/>
                  </a:lnTo>
                  <a:lnTo>
                    <a:pt x="916685" y="0"/>
                  </a:lnTo>
                  <a:lnTo>
                    <a:pt x="915923" y="762"/>
                  </a:lnTo>
                  <a:lnTo>
                    <a:pt x="914399" y="762"/>
                  </a:lnTo>
                  <a:lnTo>
                    <a:pt x="914399" y="1524"/>
                  </a:lnTo>
                  <a:lnTo>
                    <a:pt x="915923" y="3048"/>
                  </a:lnTo>
                  <a:lnTo>
                    <a:pt x="963167" y="3048"/>
                  </a:lnTo>
                  <a:lnTo>
                    <a:pt x="963929" y="1524"/>
                  </a:lnTo>
                  <a:close/>
                </a:path>
                <a:path w="1767839" h="3175">
                  <a:moveTo>
                    <a:pt x="890777" y="1524"/>
                  </a:moveTo>
                  <a:lnTo>
                    <a:pt x="890777" y="762"/>
                  </a:lnTo>
                  <a:lnTo>
                    <a:pt x="890015" y="762"/>
                  </a:lnTo>
                  <a:lnTo>
                    <a:pt x="889253" y="0"/>
                  </a:lnTo>
                  <a:lnTo>
                    <a:pt x="843533" y="0"/>
                  </a:lnTo>
                  <a:lnTo>
                    <a:pt x="842771" y="762"/>
                  </a:lnTo>
                  <a:lnTo>
                    <a:pt x="841247" y="1524"/>
                  </a:lnTo>
                  <a:lnTo>
                    <a:pt x="842771" y="3048"/>
                  </a:lnTo>
                  <a:lnTo>
                    <a:pt x="890015" y="3048"/>
                  </a:lnTo>
                  <a:lnTo>
                    <a:pt x="890777" y="1524"/>
                  </a:lnTo>
                  <a:close/>
                </a:path>
                <a:path w="1767839" h="3175">
                  <a:moveTo>
                    <a:pt x="817625" y="1524"/>
                  </a:moveTo>
                  <a:lnTo>
                    <a:pt x="816101" y="0"/>
                  </a:lnTo>
                  <a:lnTo>
                    <a:pt x="770381" y="0"/>
                  </a:lnTo>
                  <a:lnTo>
                    <a:pt x="769619" y="762"/>
                  </a:lnTo>
                  <a:lnTo>
                    <a:pt x="768095" y="1524"/>
                  </a:lnTo>
                  <a:lnTo>
                    <a:pt x="769619" y="1524"/>
                  </a:lnTo>
                  <a:lnTo>
                    <a:pt x="769619" y="3048"/>
                  </a:lnTo>
                  <a:lnTo>
                    <a:pt x="816863" y="3048"/>
                  </a:lnTo>
                  <a:lnTo>
                    <a:pt x="817625" y="1524"/>
                  </a:lnTo>
                  <a:close/>
                </a:path>
                <a:path w="1767839" h="3175">
                  <a:moveTo>
                    <a:pt x="744473" y="1524"/>
                  </a:moveTo>
                  <a:lnTo>
                    <a:pt x="744473" y="762"/>
                  </a:lnTo>
                  <a:lnTo>
                    <a:pt x="743711" y="762"/>
                  </a:lnTo>
                  <a:lnTo>
                    <a:pt x="742949" y="0"/>
                  </a:lnTo>
                  <a:lnTo>
                    <a:pt x="697229" y="0"/>
                  </a:lnTo>
                  <a:lnTo>
                    <a:pt x="696467" y="762"/>
                  </a:lnTo>
                  <a:lnTo>
                    <a:pt x="694943" y="1524"/>
                  </a:lnTo>
                  <a:lnTo>
                    <a:pt x="696467" y="1524"/>
                  </a:lnTo>
                  <a:lnTo>
                    <a:pt x="696467" y="3048"/>
                  </a:lnTo>
                  <a:lnTo>
                    <a:pt x="743711" y="3048"/>
                  </a:lnTo>
                  <a:lnTo>
                    <a:pt x="744473" y="1524"/>
                  </a:lnTo>
                  <a:close/>
                </a:path>
                <a:path w="1767839" h="3175">
                  <a:moveTo>
                    <a:pt x="671321" y="1524"/>
                  </a:moveTo>
                  <a:lnTo>
                    <a:pt x="671321" y="762"/>
                  </a:lnTo>
                  <a:lnTo>
                    <a:pt x="670559" y="762"/>
                  </a:lnTo>
                  <a:lnTo>
                    <a:pt x="669797" y="0"/>
                  </a:lnTo>
                  <a:lnTo>
                    <a:pt x="624077" y="0"/>
                  </a:lnTo>
                  <a:lnTo>
                    <a:pt x="623315" y="762"/>
                  </a:lnTo>
                  <a:lnTo>
                    <a:pt x="623315" y="3048"/>
                  </a:lnTo>
                  <a:lnTo>
                    <a:pt x="670559" y="3048"/>
                  </a:lnTo>
                  <a:lnTo>
                    <a:pt x="671321" y="1524"/>
                  </a:lnTo>
                  <a:close/>
                </a:path>
                <a:path w="1767839" h="3175">
                  <a:moveTo>
                    <a:pt x="598169" y="1524"/>
                  </a:moveTo>
                  <a:lnTo>
                    <a:pt x="598169" y="762"/>
                  </a:lnTo>
                  <a:lnTo>
                    <a:pt x="597407" y="762"/>
                  </a:lnTo>
                  <a:lnTo>
                    <a:pt x="596645" y="0"/>
                  </a:lnTo>
                  <a:lnTo>
                    <a:pt x="550925" y="0"/>
                  </a:lnTo>
                  <a:lnTo>
                    <a:pt x="550163" y="762"/>
                  </a:lnTo>
                  <a:lnTo>
                    <a:pt x="550163" y="3048"/>
                  </a:lnTo>
                  <a:lnTo>
                    <a:pt x="597407" y="3048"/>
                  </a:lnTo>
                  <a:lnTo>
                    <a:pt x="598169" y="1524"/>
                  </a:lnTo>
                  <a:close/>
                </a:path>
                <a:path w="1767839" h="3175">
                  <a:moveTo>
                    <a:pt x="525017" y="1524"/>
                  </a:moveTo>
                  <a:lnTo>
                    <a:pt x="525017" y="762"/>
                  </a:lnTo>
                  <a:lnTo>
                    <a:pt x="524255" y="762"/>
                  </a:lnTo>
                  <a:lnTo>
                    <a:pt x="523493" y="0"/>
                  </a:lnTo>
                  <a:lnTo>
                    <a:pt x="477773" y="0"/>
                  </a:lnTo>
                  <a:lnTo>
                    <a:pt x="477011" y="762"/>
                  </a:lnTo>
                  <a:lnTo>
                    <a:pt x="477011" y="3048"/>
                  </a:lnTo>
                  <a:lnTo>
                    <a:pt x="524255" y="3048"/>
                  </a:lnTo>
                  <a:lnTo>
                    <a:pt x="525017" y="1524"/>
                  </a:lnTo>
                  <a:close/>
                </a:path>
                <a:path w="1767839" h="3175">
                  <a:moveTo>
                    <a:pt x="451865" y="1524"/>
                  </a:moveTo>
                  <a:lnTo>
                    <a:pt x="450341" y="0"/>
                  </a:lnTo>
                  <a:lnTo>
                    <a:pt x="404621" y="0"/>
                  </a:lnTo>
                  <a:lnTo>
                    <a:pt x="403859" y="762"/>
                  </a:lnTo>
                  <a:lnTo>
                    <a:pt x="403859" y="3048"/>
                  </a:lnTo>
                  <a:lnTo>
                    <a:pt x="451103" y="3048"/>
                  </a:lnTo>
                  <a:lnTo>
                    <a:pt x="451865" y="1524"/>
                  </a:lnTo>
                  <a:close/>
                </a:path>
                <a:path w="1767839" h="3175">
                  <a:moveTo>
                    <a:pt x="378713" y="3048"/>
                  </a:moveTo>
                  <a:lnTo>
                    <a:pt x="378713" y="762"/>
                  </a:lnTo>
                  <a:lnTo>
                    <a:pt x="377189" y="0"/>
                  </a:lnTo>
                  <a:lnTo>
                    <a:pt x="331469" y="0"/>
                  </a:lnTo>
                  <a:lnTo>
                    <a:pt x="330707" y="762"/>
                  </a:lnTo>
                  <a:lnTo>
                    <a:pt x="330707" y="3048"/>
                  </a:lnTo>
                  <a:lnTo>
                    <a:pt x="378713" y="3048"/>
                  </a:lnTo>
                  <a:close/>
                </a:path>
                <a:path w="1767839" h="3175">
                  <a:moveTo>
                    <a:pt x="305561" y="3048"/>
                  </a:moveTo>
                  <a:lnTo>
                    <a:pt x="305561" y="762"/>
                  </a:lnTo>
                  <a:lnTo>
                    <a:pt x="304037" y="0"/>
                  </a:lnTo>
                  <a:lnTo>
                    <a:pt x="258317" y="0"/>
                  </a:lnTo>
                  <a:lnTo>
                    <a:pt x="257555" y="762"/>
                  </a:lnTo>
                  <a:lnTo>
                    <a:pt x="257555" y="3048"/>
                  </a:lnTo>
                  <a:lnTo>
                    <a:pt x="305561" y="3048"/>
                  </a:lnTo>
                  <a:close/>
                </a:path>
                <a:path w="1767839" h="3175">
                  <a:moveTo>
                    <a:pt x="232409" y="3048"/>
                  </a:moveTo>
                  <a:lnTo>
                    <a:pt x="232409" y="762"/>
                  </a:lnTo>
                  <a:lnTo>
                    <a:pt x="231647" y="0"/>
                  </a:lnTo>
                  <a:lnTo>
                    <a:pt x="185165" y="0"/>
                  </a:lnTo>
                  <a:lnTo>
                    <a:pt x="184403" y="762"/>
                  </a:lnTo>
                  <a:lnTo>
                    <a:pt x="184403" y="3048"/>
                  </a:lnTo>
                  <a:lnTo>
                    <a:pt x="232409" y="3048"/>
                  </a:lnTo>
                  <a:close/>
                </a:path>
                <a:path w="1767839" h="3175">
                  <a:moveTo>
                    <a:pt x="159257" y="3048"/>
                  </a:moveTo>
                  <a:lnTo>
                    <a:pt x="159257" y="762"/>
                  </a:lnTo>
                  <a:lnTo>
                    <a:pt x="158495" y="0"/>
                  </a:lnTo>
                  <a:lnTo>
                    <a:pt x="112013" y="0"/>
                  </a:lnTo>
                  <a:lnTo>
                    <a:pt x="111251" y="762"/>
                  </a:lnTo>
                  <a:lnTo>
                    <a:pt x="111251" y="3048"/>
                  </a:lnTo>
                  <a:lnTo>
                    <a:pt x="159257" y="3048"/>
                  </a:lnTo>
                  <a:close/>
                </a:path>
                <a:path w="1767839" h="3175">
                  <a:moveTo>
                    <a:pt x="86105" y="3048"/>
                  </a:moveTo>
                  <a:lnTo>
                    <a:pt x="86105" y="762"/>
                  </a:lnTo>
                  <a:lnTo>
                    <a:pt x="85343" y="0"/>
                  </a:lnTo>
                  <a:lnTo>
                    <a:pt x="39623" y="0"/>
                  </a:lnTo>
                  <a:lnTo>
                    <a:pt x="38100" y="762"/>
                  </a:lnTo>
                  <a:lnTo>
                    <a:pt x="38100" y="3048"/>
                  </a:lnTo>
                  <a:lnTo>
                    <a:pt x="86105" y="3048"/>
                  </a:lnTo>
                  <a:close/>
                </a:path>
                <a:path w="1767839" h="3175">
                  <a:moveTo>
                    <a:pt x="12953" y="3048"/>
                  </a:moveTo>
                  <a:lnTo>
                    <a:pt x="12953" y="762"/>
                  </a:lnTo>
                  <a:lnTo>
                    <a:pt x="12191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761" y="3048"/>
                  </a:lnTo>
                  <a:lnTo>
                    <a:pt x="12953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768595" y="4051553"/>
              <a:ext cx="1583690" cy="3175"/>
            </a:xfrm>
            <a:custGeom>
              <a:avLst/>
              <a:gdLst/>
              <a:ahLst/>
              <a:cxnLst/>
              <a:rect l="l" t="t" r="r" b="b"/>
              <a:pathLst>
                <a:path w="1583689" h="3175">
                  <a:moveTo>
                    <a:pt x="1582674" y="3048"/>
                  </a:moveTo>
                  <a:lnTo>
                    <a:pt x="1534668" y="3048"/>
                  </a:lnTo>
                  <a:lnTo>
                    <a:pt x="1534668" y="762"/>
                  </a:lnTo>
                  <a:lnTo>
                    <a:pt x="1536192" y="0"/>
                  </a:lnTo>
                  <a:lnTo>
                    <a:pt x="1582674" y="0"/>
                  </a:lnTo>
                  <a:lnTo>
                    <a:pt x="1583436" y="762"/>
                  </a:lnTo>
                  <a:lnTo>
                    <a:pt x="1583436" y="3048"/>
                  </a:lnTo>
                  <a:lnTo>
                    <a:pt x="1582674" y="3048"/>
                  </a:lnTo>
                  <a:close/>
                </a:path>
                <a:path w="1583689" h="3175">
                  <a:moveTo>
                    <a:pt x="1509522" y="3048"/>
                  </a:moveTo>
                  <a:lnTo>
                    <a:pt x="1461516" y="3048"/>
                  </a:lnTo>
                  <a:lnTo>
                    <a:pt x="1461516" y="762"/>
                  </a:lnTo>
                  <a:lnTo>
                    <a:pt x="1463040" y="0"/>
                  </a:lnTo>
                  <a:lnTo>
                    <a:pt x="1509522" y="0"/>
                  </a:lnTo>
                  <a:lnTo>
                    <a:pt x="1510284" y="762"/>
                  </a:lnTo>
                  <a:lnTo>
                    <a:pt x="1510284" y="3048"/>
                  </a:lnTo>
                  <a:lnTo>
                    <a:pt x="1509522" y="3048"/>
                  </a:lnTo>
                  <a:close/>
                </a:path>
                <a:path w="1583689" h="3175">
                  <a:moveTo>
                    <a:pt x="1436370" y="3048"/>
                  </a:moveTo>
                  <a:lnTo>
                    <a:pt x="1388364" y="3048"/>
                  </a:lnTo>
                  <a:lnTo>
                    <a:pt x="1388364" y="762"/>
                  </a:lnTo>
                  <a:lnTo>
                    <a:pt x="1390650" y="0"/>
                  </a:lnTo>
                  <a:lnTo>
                    <a:pt x="1436370" y="0"/>
                  </a:lnTo>
                  <a:lnTo>
                    <a:pt x="1437132" y="762"/>
                  </a:lnTo>
                  <a:lnTo>
                    <a:pt x="1437132" y="3048"/>
                  </a:lnTo>
                  <a:lnTo>
                    <a:pt x="1436370" y="3048"/>
                  </a:lnTo>
                  <a:close/>
                </a:path>
                <a:path w="1583689" h="3175">
                  <a:moveTo>
                    <a:pt x="1363218" y="3048"/>
                  </a:moveTo>
                  <a:lnTo>
                    <a:pt x="1315212" y="3048"/>
                  </a:lnTo>
                  <a:lnTo>
                    <a:pt x="1315212" y="762"/>
                  </a:lnTo>
                  <a:lnTo>
                    <a:pt x="1317498" y="0"/>
                  </a:lnTo>
                  <a:lnTo>
                    <a:pt x="1363218" y="0"/>
                  </a:lnTo>
                  <a:lnTo>
                    <a:pt x="1363980" y="762"/>
                  </a:lnTo>
                  <a:lnTo>
                    <a:pt x="1363980" y="3048"/>
                  </a:lnTo>
                  <a:lnTo>
                    <a:pt x="1363218" y="3048"/>
                  </a:lnTo>
                  <a:close/>
                </a:path>
                <a:path w="1583689" h="3175">
                  <a:moveTo>
                    <a:pt x="1290066" y="3048"/>
                  </a:moveTo>
                  <a:lnTo>
                    <a:pt x="1242060" y="3048"/>
                  </a:lnTo>
                  <a:lnTo>
                    <a:pt x="1242060" y="762"/>
                  </a:lnTo>
                  <a:lnTo>
                    <a:pt x="1244346" y="0"/>
                  </a:lnTo>
                  <a:lnTo>
                    <a:pt x="1290066" y="0"/>
                  </a:lnTo>
                  <a:lnTo>
                    <a:pt x="1290828" y="762"/>
                  </a:lnTo>
                  <a:lnTo>
                    <a:pt x="1290828" y="3048"/>
                  </a:lnTo>
                  <a:lnTo>
                    <a:pt x="1290066" y="3048"/>
                  </a:lnTo>
                  <a:close/>
                </a:path>
                <a:path w="1583689" h="3175">
                  <a:moveTo>
                    <a:pt x="1216914" y="3048"/>
                  </a:moveTo>
                  <a:lnTo>
                    <a:pt x="1170432" y="3048"/>
                  </a:lnTo>
                  <a:lnTo>
                    <a:pt x="1168908" y="1524"/>
                  </a:lnTo>
                  <a:lnTo>
                    <a:pt x="1168908" y="762"/>
                  </a:lnTo>
                  <a:lnTo>
                    <a:pt x="1170432" y="762"/>
                  </a:lnTo>
                  <a:lnTo>
                    <a:pt x="1171194" y="0"/>
                  </a:lnTo>
                  <a:lnTo>
                    <a:pt x="1216914" y="0"/>
                  </a:lnTo>
                  <a:lnTo>
                    <a:pt x="1217676" y="762"/>
                  </a:lnTo>
                  <a:lnTo>
                    <a:pt x="1217676" y="3048"/>
                  </a:lnTo>
                  <a:lnTo>
                    <a:pt x="1216914" y="3048"/>
                  </a:lnTo>
                  <a:close/>
                </a:path>
                <a:path w="1583689" h="3175">
                  <a:moveTo>
                    <a:pt x="1143762" y="3048"/>
                  </a:moveTo>
                  <a:lnTo>
                    <a:pt x="1097280" y="3048"/>
                  </a:lnTo>
                  <a:lnTo>
                    <a:pt x="1095756" y="1524"/>
                  </a:lnTo>
                  <a:lnTo>
                    <a:pt x="1095756" y="762"/>
                  </a:lnTo>
                  <a:lnTo>
                    <a:pt x="1097280" y="762"/>
                  </a:lnTo>
                  <a:lnTo>
                    <a:pt x="1098042" y="0"/>
                  </a:lnTo>
                  <a:lnTo>
                    <a:pt x="1143762" y="0"/>
                  </a:lnTo>
                  <a:lnTo>
                    <a:pt x="1144524" y="762"/>
                  </a:lnTo>
                  <a:lnTo>
                    <a:pt x="1144524" y="3048"/>
                  </a:lnTo>
                  <a:lnTo>
                    <a:pt x="1143762" y="3048"/>
                  </a:lnTo>
                  <a:close/>
                </a:path>
                <a:path w="1583689" h="3175">
                  <a:moveTo>
                    <a:pt x="1070610" y="3048"/>
                  </a:moveTo>
                  <a:lnTo>
                    <a:pt x="1024128" y="3048"/>
                  </a:lnTo>
                  <a:lnTo>
                    <a:pt x="1022604" y="1524"/>
                  </a:lnTo>
                  <a:lnTo>
                    <a:pt x="1024128" y="762"/>
                  </a:lnTo>
                  <a:lnTo>
                    <a:pt x="1024890" y="0"/>
                  </a:lnTo>
                  <a:lnTo>
                    <a:pt x="1070610" y="0"/>
                  </a:lnTo>
                  <a:lnTo>
                    <a:pt x="1071372" y="762"/>
                  </a:lnTo>
                  <a:lnTo>
                    <a:pt x="1071372" y="3048"/>
                  </a:lnTo>
                  <a:lnTo>
                    <a:pt x="1070610" y="3048"/>
                  </a:lnTo>
                  <a:close/>
                </a:path>
                <a:path w="1583689" h="3175">
                  <a:moveTo>
                    <a:pt x="997458" y="3048"/>
                  </a:moveTo>
                  <a:lnTo>
                    <a:pt x="950976" y="3048"/>
                  </a:lnTo>
                  <a:lnTo>
                    <a:pt x="949452" y="1524"/>
                  </a:lnTo>
                  <a:lnTo>
                    <a:pt x="949452" y="762"/>
                  </a:lnTo>
                  <a:lnTo>
                    <a:pt x="950976" y="762"/>
                  </a:lnTo>
                  <a:lnTo>
                    <a:pt x="951738" y="0"/>
                  </a:lnTo>
                  <a:lnTo>
                    <a:pt x="997458" y="0"/>
                  </a:lnTo>
                  <a:lnTo>
                    <a:pt x="998219" y="762"/>
                  </a:lnTo>
                  <a:lnTo>
                    <a:pt x="998982" y="1524"/>
                  </a:lnTo>
                  <a:lnTo>
                    <a:pt x="998219" y="1524"/>
                  </a:lnTo>
                  <a:lnTo>
                    <a:pt x="998219" y="3048"/>
                  </a:lnTo>
                  <a:lnTo>
                    <a:pt x="997458" y="3048"/>
                  </a:lnTo>
                  <a:close/>
                </a:path>
                <a:path w="1583689" h="3175">
                  <a:moveTo>
                    <a:pt x="924306" y="3048"/>
                  </a:moveTo>
                  <a:lnTo>
                    <a:pt x="877824" y="3048"/>
                  </a:lnTo>
                  <a:lnTo>
                    <a:pt x="876300" y="1524"/>
                  </a:lnTo>
                  <a:lnTo>
                    <a:pt x="876300" y="762"/>
                  </a:lnTo>
                  <a:lnTo>
                    <a:pt x="877824" y="762"/>
                  </a:lnTo>
                  <a:lnTo>
                    <a:pt x="878586" y="0"/>
                  </a:lnTo>
                  <a:lnTo>
                    <a:pt x="924306" y="0"/>
                  </a:lnTo>
                  <a:lnTo>
                    <a:pt x="925068" y="762"/>
                  </a:lnTo>
                  <a:lnTo>
                    <a:pt x="925830" y="1524"/>
                  </a:lnTo>
                  <a:lnTo>
                    <a:pt x="925068" y="1524"/>
                  </a:lnTo>
                  <a:lnTo>
                    <a:pt x="925068" y="3048"/>
                  </a:lnTo>
                  <a:lnTo>
                    <a:pt x="924306" y="3048"/>
                  </a:lnTo>
                  <a:close/>
                </a:path>
                <a:path w="1583689" h="3175">
                  <a:moveTo>
                    <a:pt x="851154" y="3048"/>
                  </a:moveTo>
                  <a:lnTo>
                    <a:pt x="804672" y="3048"/>
                  </a:lnTo>
                  <a:lnTo>
                    <a:pt x="803148" y="1524"/>
                  </a:lnTo>
                  <a:lnTo>
                    <a:pt x="803148" y="762"/>
                  </a:lnTo>
                  <a:lnTo>
                    <a:pt x="804672" y="762"/>
                  </a:lnTo>
                  <a:lnTo>
                    <a:pt x="805434" y="0"/>
                  </a:lnTo>
                  <a:lnTo>
                    <a:pt x="851154" y="0"/>
                  </a:lnTo>
                  <a:lnTo>
                    <a:pt x="851916" y="762"/>
                  </a:lnTo>
                  <a:lnTo>
                    <a:pt x="852678" y="1524"/>
                  </a:lnTo>
                  <a:lnTo>
                    <a:pt x="851916" y="3048"/>
                  </a:lnTo>
                  <a:lnTo>
                    <a:pt x="851154" y="3048"/>
                  </a:lnTo>
                  <a:close/>
                </a:path>
                <a:path w="1583689" h="3175">
                  <a:moveTo>
                    <a:pt x="778002" y="3048"/>
                  </a:moveTo>
                  <a:lnTo>
                    <a:pt x="731520" y="3048"/>
                  </a:lnTo>
                  <a:lnTo>
                    <a:pt x="729996" y="1524"/>
                  </a:lnTo>
                  <a:lnTo>
                    <a:pt x="729996" y="762"/>
                  </a:lnTo>
                  <a:lnTo>
                    <a:pt x="731520" y="762"/>
                  </a:lnTo>
                  <a:lnTo>
                    <a:pt x="732282" y="0"/>
                  </a:lnTo>
                  <a:lnTo>
                    <a:pt x="778002" y="0"/>
                  </a:lnTo>
                  <a:lnTo>
                    <a:pt x="778764" y="762"/>
                  </a:lnTo>
                  <a:lnTo>
                    <a:pt x="779526" y="762"/>
                  </a:lnTo>
                  <a:lnTo>
                    <a:pt x="779526" y="1524"/>
                  </a:lnTo>
                  <a:lnTo>
                    <a:pt x="778764" y="3048"/>
                  </a:lnTo>
                  <a:lnTo>
                    <a:pt x="778002" y="3048"/>
                  </a:lnTo>
                  <a:close/>
                </a:path>
                <a:path w="1583689" h="3175">
                  <a:moveTo>
                    <a:pt x="704850" y="3048"/>
                  </a:moveTo>
                  <a:lnTo>
                    <a:pt x="658368" y="3048"/>
                  </a:lnTo>
                  <a:lnTo>
                    <a:pt x="656844" y="1524"/>
                  </a:lnTo>
                  <a:lnTo>
                    <a:pt x="658368" y="762"/>
                  </a:lnTo>
                  <a:lnTo>
                    <a:pt x="659130" y="0"/>
                  </a:lnTo>
                  <a:lnTo>
                    <a:pt x="704850" y="0"/>
                  </a:lnTo>
                  <a:lnTo>
                    <a:pt x="705612" y="762"/>
                  </a:lnTo>
                  <a:lnTo>
                    <a:pt x="706374" y="762"/>
                  </a:lnTo>
                  <a:lnTo>
                    <a:pt x="706374" y="1524"/>
                  </a:lnTo>
                  <a:lnTo>
                    <a:pt x="705612" y="3048"/>
                  </a:lnTo>
                  <a:lnTo>
                    <a:pt x="704850" y="3048"/>
                  </a:lnTo>
                  <a:close/>
                </a:path>
                <a:path w="1583689" h="3175">
                  <a:moveTo>
                    <a:pt x="631698" y="3048"/>
                  </a:moveTo>
                  <a:lnTo>
                    <a:pt x="585216" y="3048"/>
                  </a:lnTo>
                  <a:lnTo>
                    <a:pt x="585216" y="1524"/>
                  </a:lnTo>
                  <a:lnTo>
                    <a:pt x="583692" y="1524"/>
                  </a:lnTo>
                  <a:lnTo>
                    <a:pt x="585216" y="762"/>
                  </a:lnTo>
                  <a:lnTo>
                    <a:pt x="585978" y="0"/>
                  </a:lnTo>
                  <a:lnTo>
                    <a:pt x="631698" y="0"/>
                  </a:lnTo>
                  <a:lnTo>
                    <a:pt x="632460" y="762"/>
                  </a:lnTo>
                  <a:lnTo>
                    <a:pt x="633222" y="1524"/>
                  </a:lnTo>
                  <a:lnTo>
                    <a:pt x="632460" y="3048"/>
                  </a:lnTo>
                  <a:lnTo>
                    <a:pt x="631698" y="3048"/>
                  </a:lnTo>
                  <a:close/>
                </a:path>
                <a:path w="1583689" h="3175">
                  <a:moveTo>
                    <a:pt x="558546" y="3048"/>
                  </a:moveTo>
                  <a:lnTo>
                    <a:pt x="512064" y="3048"/>
                  </a:lnTo>
                  <a:lnTo>
                    <a:pt x="512064" y="1524"/>
                  </a:lnTo>
                  <a:lnTo>
                    <a:pt x="510540" y="1524"/>
                  </a:lnTo>
                  <a:lnTo>
                    <a:pt x="512064" y="762"/>
                  </a:lnTo>
                  <a:lnTo>
                    <a:pt x="512826" y="0"/>
                  </a:lnTo>
                  <a:lnTo>
                    <a:pt x="558546" y="0"/>
                  </a:lnTo>
                  <a:lnTo>
                    <a:pt x="559308" y="762"/>
                  </a:lnTo>
                  <a:lnTo>
                    <a:pt x="560070" y="762"/>
                  </a:lnTo>
                  <a:lnTo>
                    <a:pt x="560070" y="1524"/>
                  </a:lnTo>
                  <a:lnTo>
                    <a:pt x="559308" y="3048"/>
                  </a:lnTo>
                  <a:lnTo>
                    <a:pt x="558546" y="3048"/>
                  </a:lnTo>
                  <a:close/>
                </a:path>
                <a:path w="1583689" h="3175">
                  <a:moveTo>
                    <a:pt x="485394" y="3048"/>
                  </a:moveTo>
                  <a:lnTo>
                    <a:pt x="438912" y="3048"/>
                  </a:lnTo>
                  <a:lnTo>
                    <a:pt x="438912" y="762"/>
                  </a:lnTo>
                  <a:lnTo>
                    <a:pt x="439674" y="0"/>
                  </a:lnTo>
                  <a:lnTo>
                    <a:pt x="485394" y="0"/>
                  </a:lnTo>
                  <a:lnTo>
                    <a:pt x="486156" y="762"/>
                  </a:lnTo>
                  <a:lnTo>
                    <a:pt x="486918" y="762"/>
                  </a:lnTo>
                  <a:lnTo>
                    <a:pt x="486918" y="1524"/>
                  </a:lnTo>
                  <a:lnTo>
                    <a:pt x="486156" y="3048"/>
                  </a:lnTo>
                  <a:lnTo>
                    <a:pt x="485394" y="3048"/>
                  </a:lnTo>
                  <a:close/>
                </a:path>
                <a:path w="1583689" h="3175">
                  <a:moveTo>
                    <a:pt x="412242" y="3048"/>
                  </a:moveTo>
                  <a:lnTo>
                    <a:pt x="365760" y="3048"/>
                  </a:lnTo>
                  <a:lnTo>
                    <a:pt x="365760" y="762"/>
                  </a:lnTo>
                  <a:lnTo>
                    <a:pt x="366522" y="0"/>
                  </a:lnTo>
                  <a:lnTo>
                    <a:pt x="412242" y="0"/>
                  </a:lnTo>
                  <a:lnTo>
                    <a:pt x="413004" y="762"/>
                  </a:lnTo>
                  <a:lnTo>
                    <a:pt x="413766" y="762"/>
                  </a:lnTo>
                  <a:lnTo>
                    <a:pt x="413766" y="1524"/>
                  </a:lnTo>
                  <a:lnTo>
                    <a:pt x="413004" y="3048"/>
                  </a:lnTo>
                  <a:lnTo>
                    <a:pt x="412242" y="3048"/>
                  </a:lnTo>
                  <a:close/>
                </a:path>
                <a:path w="1583689" h="3175">
                  <a:moveTo>
                    <a:pt x="339090" y="3048"/>
                  </a:moveTo>
                  <a:lnTo>
                    <a:pt x="292608" y="3048"/>
                  </a:lnTo>
                  <a:lnTo>
                    <a:pt x="292608" y="762"/>
                  </a:lnTo>
                  <a:lnTo>
                    <a:pt x="293370" y="0"/>
                  </a:lnTo>
                  <a:lnTo>
                    <a:pt x="339090" y="0"/>
                  </a:lnTo>
                  <a:lnTo>
                    <a:pt x="339852" y="762"/>
                  </a:lnTo>
                  <a:lnTo>
                    <a:pt x="340614" y="762"/>
                  </a:lnTo>
                  <a:lnTo>
                    <a:pt x="340614" y="1524"/>
                  </a:lnTo>
                  <a:lnTo>
                    <a:pt x="339852" y="3048"/>
                  </a:lnTo>
                  <a:lnTo>
                    <a:pt x="339090" y="3048"/>
                  </a:lnTo>
                  <a:close/>
                </a:path>
                <a:path w="1583689" h="3175">
                  <a:moveTo>
                    <a:pt x="265938" y="3048"/>
                  </a:moveTo>
                  <a:lnTo>
                    <a:pt x="219456" y="3048"/>
                  </a:lnTo>
                  <a:lnTo>
                    <a:pt x="219456" y="762"/>
                  </a:lnTo>
                  <a:lnTo>
                    <a:pt x="220218" y="0"/>
                  </a:lnTo>
                  <a:lnTo>
                    <a:pt x="265938" y="0"/>
                  </a:lnTo>
                  <a:lnTo>
                    <a:pt x="266700" y="762"/>
                  </a:lnTo>
                  <a:lnTo>
                    <a:pt x="267462" y="1524"/>
                  </a:lnTo>
                  <a:lnTo>
                    <a:pt x="266700" y="3048"/>
                  </a:lnTo>
                  <a:lnTo>
                    <a:pt x="265938" y="3048"/>
                  </a:lnTo>
                  <a:close/>
                </a:path>
                <a:path w="1583689" h="3175">
                  <a:moveTo>
                    <a:pt x="192786" y="3048"/>
                  </a:moveTo>
                  <a:lnTo>
                    <a:pt x="146304" y="3048"/>
                  </a:lnTo>
                  <a:lnTo>
                    <a:pt x="146304" y="762"/>
                  </a:lnTo>
                  <a:lnTo>
                    <a:pt x="147065" y="0"/>
                  </a:lnTo>
                  <a:lnTo>
                    <a:pt x="192786" y="0"/>
                  </a:lnTo>
                  <a:lnTo>
                    <a:pt x="194310" y="762"/>
                  </a:lnTo>
                  <a:lnTo>
                    <a:pt x="194310" y="3048"/>
                  </a:lnTo>
                  <a:lnTo>
                    <a:pt x="192786" y="3048"/>
                  </a:lnTo>
                  <a:close/>
                </a:path>
                <a:path w="1583689" h="3175">
                  <a:moveTo>
                    <a:pt x="119634" y="3048"/>
                  </a:moveTo>
                  <a:lnTo>
                    <a:pt x="73152" y="3048"/>
                  </a:lnTo>
                  <a:lnTo>
                    <a:pt x="73152" y="762"/>
                  </a:lnTo>
                  <a:lnTo>
                    <a:pt x="73914" y="0"/>
                  </a:lnTo>
                  <a:lnTo>
                    <a:pt x="119634" y="0"/>
                  </a:lnTo>
                  <a:lnTo>
                    <a:pt x="121158" y="762"/>
                  </a:lnTo>
                  <a:lnTo>
                    <a:pt x="121158" y="3048"/>
                  </a:lnTo>
                  <a:lnTo>
                    <a:pt x="119634" y="3048"/>
                  </a:lnTo>
                  <a:close/>
                </a:path>
                <a:path w="1583689" h="3175">
                  <a:moveTo>
                    <a:pt x="47243" y="3048"/>
                  </a:moveTo>
                  <a:lnTo>
                    <a:pt x="0" y="3048"/>
                  </a:lnTo>
                  <a:lnTo>
                    <a:pt x="0" y="762"/>
                  </a:lnTo>
                  <a:lnTo>
                    <a:pt x="762" y="0"/>
                  </a:lnTo>
                  <a:lnTo>
                    <a:pt x="47243" y="0"/>
                  </a:lnTo>
                  <a:lnTo>
                    <a:pt x="48006" y="762"/>
                  </a:lnTo>
                  <a:lnTo>
                    <a:pt x="48006" y="3048"/>
                  </a:lnTo>
                  <a:lnTo>
                    <a:pt x="47243" y="30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83810" y="4016603"/>
              <a:ext cx="160019" cy="72948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7441841" y="1169162"/>
            <a:ext cx="1390650" cy="1216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2.</a:t>
            </a:r>
            <a:r>
              <a:rPr dirty="0" sz="2000" spc="-75" b="1">
                <a:solidFill>
                  <a:srgbClr val="00339A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339A"/>
                </a:solidFill>
                <a:latin typeface="Arial"/>
                <a:cs typeface="Arial"/>
              </a:rPr>
              <a:t>Behavior</a:t>
            </a:r>
            <a:endParaRPr sz="2000">
              <a:latin typeface="Arial"/>
              <a:cs typeface="Arial"/>
            </a:endParaRPr>
          </a:p>
          <a:p>
            <a:pPr marL="421640">
              <a:lnSpc>
                <a:spcPct val="100000"/>
              </a:lnSpc>
              <a:spcBef>
                <a:spcPts val="1220"/>
              </a:spcBef>
            </a:pPr>
            <a:r>
              <a:rPr dirty="0" sz="1400" spc="-5" b="1">
                <a:solidFill>
                  <a:srgbClr val="00339A"/>
                </a:solidFill>
                <a:latin typeface="Arial"/>
                <a:cs typeface="Arial"/>
              </a:rPr>
              <a:t>interaction</a:t>
            </a:r>
            <a:endParaRPr sz="1400">
              <a:latin typeface="Arial"/>
              <a:cs typeface="Arial"/>
            </a:endParaRPr>
          </a:p>
          <a:p>
            <a:pPr marL="421640" marR="239395">
              <a:lnSpc>
                <a:spcPct val="100000"/>
              </a:lnSpc>
              <a:spcBef>
                <a:spcPts val="720"/>
              </a:spcBef>
            </a:pPr>
            <a:r>
              <a:rPr dirty="0" sz="1400" spc="-5" b="1">
                <a:solidFill>
                  <a:srgbClr val="00339A"/>
                </a:solidFill>
                <a:latin typeface="Arial"/>
                <a:cs typeface="Arial"/>
              </a:rPr>
              <a:t>state </a:t>
            </a:r>
            <a:r>
              <a:rPr dirty="0" sz="1400" b="1">
                <a:solidFill>
                  <a:srgbClr val="00339A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00339A"/>
                </a:solidFill>
                <a:latin typeface="Arial"/>
                <a:cs typeface="Arial"/>
              </a:rPr>
              <a:t>machine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51460" y="1600200"/>
            <a:ext cx="8020050" cy="4719955"/>
            <a:chOff x="251460" y="1600200"/>
            <a:chExt cx="8020050" cy="4719955"/>
          </a:xfrm>
        </p:grpSpPr>
        <p:pic>
          <p:nvPicPr>
            <p:cNvPr id="78" name="object 7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0154" y="1600200"/>
              <a:ext cx="3310128" cy="145618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1460" y="4086605"/>
              <a:ext cx="4028694" cy="223342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0233" y="4004310"/>
              <a:ext cx="3351276" cy="231571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8085" y="1905000"/>
              <a:ext cx="3276599" cy="2029205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7851140" y="2543048"/>
            <a:ext cx="725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spc="-5" b="1">
                <a:solidFill>
                  <a:srgbClr val="00339A"/>
                </a:solidFill>
                <a:latin typeface="Arial"/>
                <a:cs typeface="Arial"/>
              </a:rPr>
              <a:t>activity/ </a:t>
            </a:r>
            <a:r>
              <a:rPr dirty="0" sz="1400" spc="-375" b="1">
                <a:solidFill>
                  <a:srgbClr val="00339A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0339A"/>
                </a:solidFill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87422" y="411734"/>
            <a:ext cx="386524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SysML</a:t>
            </a:r>
            <a:r>
              <a:rPr dirty="0" spc="-55"/>
              <a:t> </a:t>
            </a:r>
            <a:r>
              <a:rPr dirty="0"/>
              <a:t>Diagram</a:t>
            </a:r>
            <a:r>
              <a:rPr dirty="0" spc="-20"/>
              <a:t> </a:t>
            </a:r>
            <a:r>
              <a:rPr dirty="0"/>
              <a:t>Frames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0363" y="1047780"/>
            <a:ext cx="7150734" cy="270700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43204" indent="-231140">
              <a:lnSpc>
                <a:spcPct val="100000"/>
              </a:lnSpc>
              <a:spcBef>
                <a:spcPts val="340"/>
              </a:spcBef>
              <a:buClr>
                <a:srgbClr val="010000"/>
              </a:buClr>
              <a:buChar char="•"/>
              <a:tabLst>
                <a:tab pos="243204" algn="l"/>
                <a:tab pos="243840" algn="l"/>
              </a:tabLst>
            </a:pPr>
            <a:r>
              <a:rPr dirty="0" sz="2000" spc="-5">
                <a:latin typeface="Arial MT"/>
                <a:cs typeface="Arial MT"/>
              </a:rPr>
              <a:t>Each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SysML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represents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element</a:t>
            </a:r>
            <a:endParaRPr sz="2000">
              <a:latin typeface="Arial MT"/>
              <a:cs typeface="Arial MT"/>
            </a:endParaRPr>
          </a:p>
          <a:p>
            <a:pPr marL="243204" indent="-23114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243204" algn="l"/>
                <a:tab pos="243840" algn="l"/>
              </a:tabLst>
            </a:pPr>
            <a:r>
              <a:rPr dirty="0" sz="2000" spc="-5">
                <a:latin typeface="Arial MT"/>
                <a:cs typeface="Arial MT"/>
              </a:rPr>
              <a:t>Each </a:t>
            </a:r>
            <a:r>
              <a:rPr dirty="0" sz="2000" spc="-10">
                <a:latin typeface="Arial MT"/>
                <a:cs typeface="Arial MT"/>
              </a:rPr>
              <a:t>SysML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must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have a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Frame</a:t>
            </a:r>
            <a:endParaRPr sz="2000">
              <a:latin typeface="Arial MT"/>
              <a:cs typeface="Arial MT"/>
            </a:endParaRPr>
          </a:p>
          <a:p>
            <a:pPr marL="243204" indent="-231140">
              <a:lnSpc>
                <a:spcPct val="100000"/>
              </a:lnSpc>
              <a:spcBef>
                <a:spcPts val="235"/>
              </a:spcBef>
              <a:buClr>
                <a:srgbClr val="010000"/>
              </a:buClr>
              <a:buChar char="•"/>
              <a:tabLst>
                <a:tab pos="243204" algn="l"/>
                <a:tab pos="243840" algn="l"/>
              </a:tabLst>
            </a:pP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context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indicated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 </a:t>
            </a:r>
            <a:r>
              <a:rPr dirty="0" sz="2000" spc="-10">
                <a:latin typeface="Arial MT"/>
                <a:cs typeface="Arial MT"/>
              </a:rPr>
              <a:t>header:</a:t>
            </a:r>
            <a:endParaRPr sz="2000">
              <a:latin typeface="Arial MT"/>
              <a:cs typeface="Arial MT"/>
            </a:endParaRPr>
          </a:p>
          <a:p>
            <a:pPr lvl="1" marL="467995" indent="-22479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468630" algn="l"/>
              </a:tabLst>
            </a:pP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kind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(act,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bdd, ibd,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sd,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etc.)</a:t>
            </a:r>
            <a:endParaRPr sz="2000">
              <a:latin typeface="Arial MT"/>
              <a:cs typeface="Arial MT"/>
            </a:endParaRPr>
          </a:p>
          <a:p>
            <a:pPr lvl="1" marL="467995" indent="-22479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468630" algn="l"/>
              </a:tabLst>
            </a:pPr>
            <a:r>
              <a:rPr dirty="0" sz="2000" spc="-5">
                <a:latin typeface="Arial MT"/>
                <a:cs typeface="Arial MT"/>
              </a:rPr>
              <a:t>Model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element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type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(package,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block,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activity,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etc.)</a:t>
            </a:r>
            <a:endParaRPr sz="2000">
              <a:latin typeface="Arial MT"/>
              <a:cs typeface="Arial MT"/>
            </a:endParaRPr>
          </a:p>
          <a:p>
            <a:pPr lvl="1" marL="467995" indent="-22479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468630" algn="l"/>
              </a:tabLst>
            </a:pPr>
            <a:r>
              <a:rPr dirty="0" sz="2000" spc="-10">
                <a:latin typeface="Arial MT"/>
                <a:cs typeface="Arial MT"/>
              </a:rPr>
              <a:t>Model element name</a:t>
            </a:r>
            <a:endParaRPr sz="2000">
              <a:latin typeface="Arial MT"/>
              <a:cs typeface="Arial MT"/>
            </a:endParaRPr>
          </a:p>
          <a:p>
            <a:pPr lvl="1" marL="467995" indent="-22479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468630" algn="l"/>
              </a:tabLst>
            </a:pPr>
            <a:r>
              <a:rPr dirty="0" sz="2000" spc="-5">
                <a:latin typeface="Arial MT"/>
                <a:cs typeface="Arial MT"/>
              </a:rPr>
              <a:t>User </a:t>
            </a:r>
            <a:r>
              <a:rPr dirty="0" sz="2000" spc="-10">
                <a:latin typeface="Arial MT"/>
                <a:cs typeface="Arial MT"/>
              </a:rPr>
              <a:t>defined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-5">
                <a:latin typeface="Arial MT"/>
                <a:cs typeface="Arial MT"/>
              </a:rPr>
              <a:t> name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or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view </a:t>
            </a:r>
            <a:r>
              <a:rPr dirty="0" sz="2000" spc="-10">
                <a:latin typeface="Arial MT"/>
                <a:cs typeface="Arial MT"/>
              </a:rPr>
              <a:t>name</a:t>
            </a:r>
            <a:endParaRPr sz="2000">
              <a:latin typeface="Arial MT"/>
              <a:cs typeface="Arial MT"/>
            </a:endParaRPr>
          </a:p>
          <a:p>
            <a:pPr marL="243204" indent="-23114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243204" algn="l"/>
                <a:tab pos="243840" algn="l"/>
              </a:tabLst>
            </a:pPr>
            <a:r>
              <a:rPr dirty="0" sz="2000" spc="-5">
                <a:latin typeface="Arial MT"/>
                <a:cs typeface="Arial MT"/>
              </a:rPr>
              <a:t>A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separate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description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block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used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indicate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if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1272" y="3699172"/>
            <a:ext cx="49853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complete,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or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has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elements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elided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68895" y="5052059"/>
            <a:ext cx="7123430" cy="1414780"/>
          </a:xfrm>
          <a:custGeom>
            <a:avLst/>
            <a:gdLst/>
            <a:ahLst/>
            <a:cxnLst/>
            <a:rect l="l" t="t" r="r" b="b"/>
            <a:pathLst>
              <a:path w="7123430" h="1414779">
                <a:moveTo>
                  <a:pt x="7123176" y="1524"/>
                </a:moveTo>
                <a:lnTo>
                  <a:pt x="7121652" y="0"/>
                </a:lnTo>
                <a:lnTo>
                  <a:pt x="7120128" y="0"/>
                </a:lnTo>
                <a:lnTo>
                  <a:pt x="7120128" y="3048"/>
                </a:lnTo>
                <a:lnTo>
                  <a:pt x="7120128" y="1411224"/>
                </a:lnTo>
                <a:lnTo>
                  <a:pt x="3048" y="1411224"/>
                </a:lnTo>
                <a:lnTo>
                  <a:pt x="3048" y="453390"/>
                </a:lnTo>
                <a:lnTo>
                  <a:pt x="4396752" y="453390"/>
                </a:lnTo>
                <a:lnTo>
                  <a:pt x="4398276" y="453390"/>
                </a:lnTo>
                <a:lnTo>
                  <a:pt x="4746510" y="227799"/>
                </a:lnTo>
                <a:lnTo>
                  <a:pt x="4747272" y="227304"/>
                </a:lnTo>
                <a:lnTo>
                  <a:pt x="4748796" y="226314"/>
                </a:lnTo>
                <a:lnTo>
                  <a:pt x="4749558" y="224790"/>
                </a:lnTo>
                <a:lnTo>
                  <a:pt x="4749558" y="3048"/>
                </a:lnTo>
                <a:lnTo>
                  <a:pt x="7120128" y="3048"/>
                </a:lnTo>
                <a:lnTo>
                  <a:pt x="7120128" y="0"/>
                </a:lnTo>
                <a:lnTo>
                  <a:pt x="4748034" y="0"/>
                </a:lnTo>
                <a:lnTo>
                  <a:pt x="4746510" y="0"/>
                </a:lnTo>
                <a:lnTo>
                  <a:pt x="4746510" y="3048"/>
                </a:lnTo>
                <a:lnTo>
                  <a:pt x="4746510" y="224523"/>
                </a:lnTo>
                <a:lnTo>
                  <a:pt x="4396752" y="451104"/>
                </a:lnTo>
                <a:lnTo>
                  <a:pt x="4397514" y="450342"/>
                </a:lnTo>
                <a:lnTo>
                  <a:pt x="3048" y="450342"/>
                </a:lnTo>
                <a:lnTo>
                  <a:pt x="3048" y="3048"/>
                </a:lnTo>
                <a:lnTo>
                  <a:pt x="4746510" y="3048"/>
                </a:lnTo>
                <a:lnTo>
                  <a:pt x="4746510" y="0"/>
                </a:lnTo>
                <a:lnTo>
                  <a:pt x="1524" y="0"/>
                </a:lnTo>
                <a:lnTo>
                  <a:pt x="0" y="1524"/>
                </a:lnTo>
                <a:lnTo>
                  <a:pt x="0" y="1412748"/>
                </a:lnTo>
                <a:lnTo>
                  <a:pt x="1524" y="1414272"/>
                </a:lnTo>
                <a:lnTo>
                  <a:pt x="3048" y="1414272"/>
                </a:lnTo>
                <a:lnTo>
                  <a:pt x="7120128" y="1414272"/>
                </a:lnTo>
                <a:lnTo>
                  <a:pt x="7121652" y="1414272"/>
                </a:lnTo>
                <a:lnTo>
                  <a:pt x="7123176" y="1412748"/>
                </a:lnTo>
                <a:lnTo>
                  <a:pt x="7123176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04026" y="5066335"/>
            <a:ext cx="4077970" cy="4064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798320">
              <a:lnSpc>
                <a:spcPct val="100000"/>
              </a:lnSpc>
              <a:spcBef>
                <a:spcPts val="400"/>
              </a:spcBef>
            </a:pPr>
            <a:r>
              <a:rPr dirty="0" sz="1000" b="1">
                <a:latin typeface="Arial"/>
                <a:cs typeface="Arial"/>
              </a:rPr>
              <a:t>«diagr</a:t>
            </a:r>
            <a:r>
              <a:rPr dirty="0" sz="1000" spc="-5" b="1">
                <a:latin typeface="Arial"/>
                <a:cs typeface="Arial"/>
              </a:rPr>
              <a:t>a</a:t>
            </a:r>
            <a:r>
              <a:rPr dirty="0" sz="1000" b="1">
                <a:latin typeface="Arial"/>
                <a:cs typeface="Arial"/>
              </a:rPr>
              <a:t>m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usage»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 spc="-5" b="1">
                <a:latin typeface="Arial"/>
                <a:cs typeface="Arial"/>
              </a:rPr>
              <a:t>diagramKind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>
                <a:latin typeface="Arial MT"/>
                <a:cs typeface="Arial MT"/>
              </a:rPr>
              <a:t>[modelElementType]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modelElementName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[diagramName]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49908" y="3851909"/>
            <a:ext cx="6235700" cy="1266825"/>
            <a:chOff x="1549908" y="3851909"/>
            <a:chExt cx="6235700" cy="12668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9227" y="3851909"/>
              <a:ext cx="2226126" cy="12664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26108" y="4779263"/>
              <a:ext cx="258445" cy="215265"/>
            </a:xfrm>
            <a:custGeom>
              <a:avLst/>
              <a:gdLst/>
              <a:ahLst/>
              <a:cxnLst/>
              <a:rect l="l" t="t" r="r" b="b"/>
              <a:pathLst>
                <a:path w="258444" h="215264">
                  <a:moveTo>
                    <a:pt x="258318" y="2286"/>
                  </a:moveTo>
                  <a:lnTo>
                    <a:pt x="258318" y="0"/>
                  </a:lnTo>
                  <a:lnTo>
                    <a:pt x="256032" y="0"/>
                  </a:lnTo>
                  <a:lnTo>
                    <a:pt x="762" y="212598"/>
                  </a:lnTo>
                  <a:lnTo>
                    <a:pt x="0" y="214884"/>
                  </a:lnTo>
                  <a:lnTo>
                    <a:pt x="2286" y="214884"/>
                  </a:lnTo>
                  <a:lnTo>
                    <a:pt x="258318" y="2286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9908" y="4939283"/>
              <a:ext cx="128015" cy="11887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71142" y="4419092"/>
            <a:ext cx="1022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3333FF"/>
                </a:solidFill>
                <a:latin typeface="Arial MT"/>
                <a:cs typeface="Arial MT"/>
              </a:rPr>
              <a:t>Header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4155287" y="5769965"/>
            <a:ext cx="1243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3333FF"/>
                </a:solidFill>
                <a:latin typeface="Arial MT"/>
                <a:cs typeface="Arial MT"/>
              </a:rPr>
              <a:t>Contents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5615" y="3880358"/>
            <a:ext cx="12661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Diagra</a:t>
            </a:r>
            <a:r>
              <a:rPr dirty="0" sz="1000" b="1">
                <a:latin typeface="Arial"/>
                <a:cs typeface="Arial"/>
              </a:rPr>
              <a:t>m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5" b="1">
                <a:latin typeface="Arial"/>
                <a:cs typeface="Arial"/>
              </a:rPr>
              <a:t>Description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25615" y="4169988"/>
            <a:ext cx="1166495" cy="7270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97155">
              <a:lnSpc>
                <a:spcPts val="1080"/>
              </a:lnSpc>
              <a:spcBef>
                <a:spcPts val="235"/>
              </a:spcBef>
            </a:pPr>
            <a:r>
              <a:rPr dirty="0" sz="1000" spc="-5">
                <a:latin typeface="Arial MT"/>
                <a:cs typeface="Arial MT"/>
              </a:rPr>
              <a:t>Version: 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Description: 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Completi</a:t>
            </a:r>
            <a:r>
              <a:rPr dirty="0" sz="1000" spc="-10">
                <a:latin typeface="Arial MT"/>
                <a:cs typeface="Arial MT"/>
              </a:rPr>
              <a:t>o</a:t>
            </a:r>
            <a:r>
              <a:rPr dirty="0" sz="1000">
                <a:latin typeface="Arial MT"/>
                <a:cs typeface="Arial MT"/>
              </a:rPr>
              <a:t>n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status:  </a:t>
            </a:r>
            <a:r>
              <a:rPr dirty="0" sz="1000" spc="-5">
                <a:latin typeface="Arial MT"/>
                <a:cs typeface="Arial MT"/>
              </a:rPr>
              <a:t>Reference: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065"/>
              </a:lnSpc>
            </a:pPr>
            <a:r>
              <a:rPr dirty="0" sz="1000">
                <a:latin typeface="Arial MT"/>
                <a:cs typeface="Arial MT"/>
              </a:rPr>
              <a:t>(User-d</a:t>
            </a:r>
            <a:r>
              <a:rPr dirty="0" sz="1000" spc="-10">
                <a:latin typeface="Arial MT"/>
                <a:cs typeface="Arial MT"/>
              </a:rPr>
              <a:t>e</a:t>
            </a:r>
            <a:r>
              <a:rPr dirty="0" sz="1000" spc="-5">
                <a:latin typeface="Arial MT"/>
                <a:cs typeface="Arial MT"/>
              </a:rPr>
              <a:t>f</a:t>
            </a:r>
            <a:r>
              <a:rPr dirty="0" sz="1000">
                <a:latin typeface="Arial MT"/>
                <a:cs typeface="Arial MT"/>
              </a:rPr>
              <a:t>i</a:t>
            </a:r>
            <a:r>
              <a:rPr dirty="0" sz="1000" spc="-10">
                <a:latin typeface="Arial MT"/>
                <a:cs typeface="Arial MT"/>
              </a:rPr>
              <a:t>ne</a:t>
            </a:r>
            <a:r>
              <a:rPr dirty="0" sz="1000">
                <a:latin typeface="Arial MT"/>
                <a:cs typeface="Arial MT"/>
              </a:rPr>
              <a:t>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fields)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61285" y="315722"/>
            <a:ext cx="4516120" cy="6356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009A9A"/>
                </a:solidFill>
              </a:rPr>
              <a:t>Structural</a:t>
            </a:r>
            <a:r>
              <a:rPr dirty="0" sz="4000" spc="-80">
                <a:solidFill>
                  <a:srgbClr val="009A9A"/>
                </a:solidFill>
              </a:rPr>
              <a:t> </a:t>
            </a:r>
            <a:r>
              <a:rPr dirty="0" sz="4000" spc="-5">
                <a:solidFill>
                  <a:srgbClr val="009A9A"/>
                </a:solidFill>
              </a:rPr>
              <a:t>Diagrams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5251703" y="2503932"/>
            <a:ext cx="3594735" cy="2567305"/>
            <a:chOff x="5251703" y="2503932"/>
            <a:chExt cx="3594735" cy="2567305"/>
          </a:xfrm>
        </p:grpSpPr>
        <p:sp>
          <p:nvSpPr>
            <p:cNvPr id="5" name="object 5"/>
            <p:cNvSpPr/>
            <p:nvPr/>
          </p:nvSpPr>
          <p:spPr>
            <a:xfrm>
              <a:off x="5257799" y="2510028"/>
              <a:ext cx="3581400" cy="2554605"/>
            </a:xfrm>
            <a:custGeom>
              <a:avLst/>
              <a:gdLst/>
              <a:ahLst/>
              <a:cxnLst/>
              <a:rect l="l" t="t" r="r" b="b"/>
              <a:pathLst>
                <a:path w="3581400" h="2554604">
                  <a:moveTo>
                    <a:pt x="3581400" y="2554224"/>
                  </a:moveTo>
                  <a:lnTo>
                    <a:pt x="3581400" y="0"/>
                  </a:lnTo>
                  <a:lnTo>
                    <a:pt x="0" y="0"/>
                  </a:lnTo>
                  <a:lnTo>
                    <a:pt x="0" y="2554224"/>
                  </a:lnTo>
                  <a:lnTo>
                    <a:pt x="3581400" y="2554224"/>
                  </a:lnTo>
                  <a:close/>
                </a:path>
              </a:pathLst>
            </a:custGeom>
            <a:solidFill>
              <a:srgbClr val="FFD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251703" y="2503932"/>
              <a:ext cx="3594735" cy="2567305"/>
            </a:xfrm>
            <a:custGeom>
              <a:avLst/>
              <a:gdLst/>
              <a:ahLst/>
              <a:cxnLst/>
              <a:rect l="l" t="t" r="r" b="b"/>
              <a:pathLst>
                <a:path w="3594734" h="2567304">
                  <a:moveTo>
                    <a:pt x="3594354" y="2567178"/>
                  </a:moveTo>
                  <a:lnTo>
                    <a:pt x="3594354" y="0"/>
                  </a:lnTo>
                  <a:lnTo>
                    <a:pt x="0" y="0"/>
                  </a:lnTo>
                  <a:lnTo>
                    <a:pt x="0" y="2567178"/>
                  </a:lnTo>
                  <a:lnTo>
                    <a:pt x="6096" y="2567178"/>
                  </a:lnTo>
                  <a:lnTo>
                    <a:pt x="6096" y="12954"/>
                  </a:lnTo>
                  <a:lnTo>
                    <a:pt x="12954" y="6095"/>
                  </a:lnTo>
                  <a:lnTo>
                    <a:pt x="12954" y="12954"/>
                  </a:lnTo>
                  <a:lnTo>
                    <a:pt x="3581400" y="12953"/>
                  </a:lnTo>
                  <a:lnTo>
                    <a:pt x="3581400" y="6095"/>
                  </a:lnTo>
                  <a:lnTo>
                    <a:pt x="3587496" y="12953"/>
                  </a:lnTo>
                  <a:lnTo>
                    <a:pt x="3587496" y="2567178"/>
                  </a:lnTo>
                  <a:lnTo>
                    <a:pt x="3594354" y="2567178"/>
                  </a:lnTo>
                  <a:close/>
                </a:path>
                <a:path w="3594734" h="2567304">
                  <a:moveTo>
                    <a:pt x="12954" y="12954"/>
                  </a:moveTo>
                  <a:lnTo>
                    <a:pt x="12954" y="6095"/>
                  </a:lnTo>
                  <a:lnTo>
                    <a:pt x="6096" y="12954"/>
                  </a:lnTo>
                  <a:lnTo>
                    <a:pt x="12954" y="12954"/>
                  </a:lnTo>
                  <a:close/>
                </a:path>
                <a:path w="3594734" h="2567304">
                  <a:moveTo>
                    <a:pt x="12954" y="2554224"/>
                  </a:moveTo>
                  <a:lnTo>
                    <a:pt x="12954" y="12954"/>
                  </a:lnTo>
                  <a:lnTo>
                    <a:pt x="6096" y="12954"/>
                  </a:lnTo>
                  <a:lnTo>
                    <a:pt x="6096" y="2554224"/>
                  </a:lnTo>
                  <a:lnTo>
                    <a:pt x="12954" y="2554224"/>
                  </a:lnTo>
                  <a:close/>
                </a:path>
                <a:path w="3594734" h="2567304">
                  <a:moveTo>
                    <a:pt x="3587496" y="2554223"/>
                  </a:moveTo>
                  <a:lnTo>
                    <a:pt x="6096" y="2554224"/>
                  </a:lnTo>
                  <a:lnTo>
                    <a:pt x="12954" y="2560320"/>
                  </a:lnTo>
                  <a:lnTo>
                    <a:pt x="12954" y="2567178"/>
                  </a:lnTo>
                  <a:lnTo>
                    <a:pt x="3581400" y="2567178"/>
                  </a:lnTo>
                  <a:lnTo>
                    <a:pt x="3581400" y="2560319"/>
                  </a:lnTo>
                  <a:lnTo>
                    <a:pt x="3587496" y="2554223"/>
                  </a:lnTo>
                  <a:close/>
                </a:path>
                <a:path w="3594734" h="2567304">
                  <a:moveTo>
                    <a:pt x="12954" y="2567178"/>
                  </a:moveTo>
                  <a:lnTo>
                    <a:pt x="12954" y="2560320"/>
                  </a:lnTo>
                  <a:lnTo>
                    <a:pt x="6096" y="2554224"/>
                  </a:lnTo>
                  <a:lnTo>
                    <a:pt x="6096" y="2567178"/>
                  </a:lnTo>
                  <a:lnTo>
                    <a:pt x="12954" y="2567178"/>
                  </a:lnTo>
                  <a:close/>
                </a:path>
                <a:path w="3594734" h="2567304">
                  <a:moveTo>
                    <a:pt x="3587496" y="12953"/>
                  </a:moveTo>
                  <a:lnTo>
                    <a:pt x="3581400" y="6095"/>
                  </a:lnTo>
                  <a:lnTo>
                    <a:pt x="3581400" y="12953"/>
                  </a:lnTo>
                  <a:lnTo>
                    <a:pt x="3587496" y="12953"/>
                  </a:lnTo>
                  <a:close/>
                </a:path>
                <a:path w="3594734" h="2567304">
                  <a:moveTo>
                    <a:pt x="3587496" y="2554223"/>
                  </a:moveTo>
                  <a:lnTo>
                    <a:pt x="3587496" y="12953"/>
                  </a:lnTo>
                  <a:lnTo>
                    <a:pt x="3581400" y="12953"/>
                  </a:lnTo>
                  <a:lnTo>
                    <a:pt x="3581400" y="2554223"/>
                  </a:lnTo>
                  <a:lnTo>
                    <a:pt x="3587496" y="2554223"/>
                  </a:lnTo>
                  <a:close/>
                </a:path>
                <a:path w="3594734" h="2567304">
                  <a:moveTo>
                    <a:pt x="3587496" y="2567178"/>
                  </a:moveTo>
                  <a:lnTo>
                    <a:pt x="3587496" y="2554223"/>
                  </a:lnTo>
                  <a:lnTo>
                    <a:pt x="3581400" y="2560319"/>
                  </a:lnTo>
                  <a:lnTo>
                    <a:pt x="3581400" y="2567178"/>
                  </a:lnTo>
                  <a:lnTo>
                    <a:pt x="3587496" y="256717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00969" y="4326636"/>
              <a:ext cx="0" cy="497840"/>
            </a:xfrm>
            <a:custGeom>
              <a:avLst/>
              <a:gdLst/>
              <a:ahLst/>
              <a:cxnLst/>
              <a:rect l="l" t="t" r="r" b="b"/>
              <a:pathLst>
                <a:path w="0" h="497839">
                  <a:moveTo>
                    <a:pt x="0" y="0"/>
                  </a:moveTo>
                  <a:lnTo>
                    <a:pt x="0" y="497586"/>
                  </a:lnTo>
                </a:path>
              </a:pathLst>
            </a:custGeom>
            <a:ln w="14922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499085" y="4824222"/>
              <a:ext cx="994410" cy="15240"/>
            </a:xfrm>
            <a:custGeom>
              <a:avLst/>
              <a:gdLst/>
              <a:ahLst/>
              <a:cxnLst/>
              <a:rect l="l" t="t" r="r" b="b"/>
              <a:pathLst>
                <a:path w="994409" h="15239">
                  <a:moveTo>
                    <a:pt x="994410" y="0"/>
                  </a:moveTo>
                  <a:lnTo>
                    <a:pt x="0" y="0"/>
                  </a:lnTo>
                  <a:lnTo>
                    <a:pt x="0" y="14935"/>
                  </a:lnTo>
                  <a:lnTo>
                    <a:pt x="994410" y="14935"/>
                  </a:lnTo>
                  <a:lnTo>
                    <a:pt x="99441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99097" y="4326636"/>
              <a:ext cx="994410" cy="497840"/>
            </a:xfrm>
            <a:custGeom>
              <a:avLst/>
              <a:gdLst/>
              <a:ahLst/>
              <a:cxnLst/>
              <a:rect l="l" t="t" r="r" b="b"/>
              <a:pathLst>
                <a:path w="994409" h="497839">
                  <a:moveTo>
                    <a:pt x="994409" y="497586"/>
                  </a:moveTo>
                  <a:lnTo>
                    <a:pt x="994409" y="0"/>
                  </a:lnTo>
                  <a:lnTo>
                    <a:pt x="0" y="0"/>
                  </a:lnTo>
                  <a:lnTo>
                    <a:pt x="0" y="497586"/>
                  </a:lnTo>
                  <a:lnTo>
                    <a:pt x="994409" y="4975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99097" y="4326636"/>
              <a:ext cx="994410" cy="497840"/>
            </a:xfrm>
            <a:custGeom>
              <a:avLst/>
              <a:gdLst/>
              <a:ahLst/>
              <a:cxnLst/>
              <a:rect l="l" t="t" r="r" b="b"/>
              <a:pathLst>
                <a:path w="994409" h="497839">
                  <a:moveTo>
                    <a:pt x="994410" y="497586"/>
                  </a:moveTo>
                  <a:lnTo>
                    <a:pt x="994410" y="0"/>
                  </a:lnTo>
                  <a:lnTo>
                    <a:pt x="0" y="0"/>
                  </a:lnTo>
                  <a:lnTo>
                    <a:pt x="0" y="497586"/>
                  </a:lnTo>
                  <a:lnTo>
                    <a:pt x="994410" y="497586"/>
                  </a:lnTo>
                  <a:lnTo>
                    <a:pt x="994410" y="0"/>
                  </a:lnTo>
                </a:path>
              </a:pathLst>
            </a:custGeom>
            <a:ln w="29845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493514" y="1714500"/>
            <a:ext cx="995680" cy="497840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</a:pPr>
            <a:r>
              <a:rPr dirty="0" sz="850" spc="10" b="1" i="1">
                <a:latin typeface="Arial"/>
                <a:cs typeface="Arial"/>
              </a:rPr>
              <a:t>SysML</a:t>
            </a:r>
            <a:r>
              <a:rPr dirty="0" sz="850" spc="-40" b="1" i="1">
                <a:latin typeface="Arial"/>
                <a:cs typeface="Arial"/>
              </a:rPr>
              <a:t> </a:t>
            </a:r>
            <a:r>
              <a:rPr dirty="0" sz="850" spc="10" b="1" i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0896" y="3580638"/>
            <a:ext cx="994410" cy="497205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240665" indent="-28575">
              <a:lnSpc>
                <a:spcPct val="102400"/>
              </a:lnSpc>
            </a:pPr>
            <a:r>
              <a:rPr dirty="0" sz="850" spc="10" b="1">
                <a:latin typeface="Arial"/>
                <a:cs typeface="Arial"/>
              </a:rPr>
              <a:t>Use</a:t>
            </a:r>
            <a:r>
              <a:rPr dirty="0" sz="850" spc="5" b="1">
                <a:latin typeface="Arial"/>
                <a:cs typeface="Arial"/>
              </a:rPr>
              <a:t> </a:t>
            </a:r>
            <a:r>
              <a:rPr dirty="0" sz="850" spc="10" b="1">
                <a:latin typeface="Arial"/>
                <a:cs typeface="Arial"/>
              </a:rPr>
              <a:t>C</a:t>
            </a:r>
            <a:r>
              <a:rPr dirty="0" sz="850" spc="5" b="1">
                <a:latin typeface="Arial"/>
                <a:cs typeface="Arial"/>
              </a:rPr>
              <a:t>a</a:t>
            </a:r>
            <a:r>
              <a:rPr dirty="0" sz="850" spc="5" b="1">
                <a:latin typeface="Arial"/>
                <a:cs typeface="Arial"/>
              </a:rPr>
              <a:t>se  </a:t>
            </a:r>
            <a:r>
              <a:rPr dirty="0" sz="850" spc="5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142" y="3580638"/>
            <a:ext cx="995680" cy="497205"/>
          </a:xfrm>
          <a:prstGeom prst="rect">
            <a:avLst/>
          </a:prstGeom>
          <a:ln w="2984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268605" indent="21590">
              <a:lnSpc>
                <a:spcPct val="102400"/>
              </a:lnSpc>
            </a:pPr>
            <a:r>
              <a:rPr dirty="0" sz="850" spc="5" b="1">
                <a:solidFill>
                  <a:srgbClr val="008000"/>
                </a:solidFill>
                <a:latin typeface="Arial"/>
                <a:cs typeface="Arial"/>
              </a:rPr>
              <a:t>Activity </a:t>
            </a:r>
            <a:r>
              <a:rPr dirty="0" sz="850" spc="-22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850" spc="10" b="1">
                <a:solidFill>
                  <a:srgbClr val="008000"/>
                </a:solidFill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3727" y="3580638"/>
            <a:ext cx="994410" cy="497205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227965" indent="-40640">
              <a:lnSpc>
                <a:spcPct val="102400"/>
              </a:lnSpc>
            </a:pPr>
            <a:r>
              <a:rPr dirty="0" sz="850" spc="10" b="1">
                <a:latin typeface="Arial"/>
                <a:cs typeface="Arial"/>
              </a:rPr>
              <a:t>Se</a:t>
            </a:r>
            <a:r>
              <a:rPr dirty="0" sz="850" spc="5" b="1">
                <a:latin typeface="Arial"/>
                <a:cs typeface="Arial"/>
              </a:rPr>
              <a:t>q</a:t>
            </a:r>
            <a:r>
              <a:rPr dirty="0" sz="850" spc="10" b="1">
                <a:latin typeface="Arial"/>
                <a:cs typeface="Arial"/>
              </a:rPr>
              <a:t>u</a:t>
            </a:r>
            <a:r>
              <a:rPr dirty="0" sz="850" spc="10" b="1">
                <a:latin typeface="Arial"/>
                <a:cs typeface="Arial"/>
              </a:rPr>
              <a:t>e</a:t>
            </a:r>
            <a:r>
              <a:rPr dirty="0" sz="850" spc="5" b="1">
                <a:latin typeface="Arial"/>
                <a:cs typeface="Arial"/>
              </a:rPr>
              <a:t>n</a:t>
            </a:r>
            <a:r>
              <a:rPr dirty="0" sz="850" spc="5" b="1">
                <a:latin typeface="Arial"/>
                <a:cs typeface="Arial"/>
              </a:rPr>
              <a:t>ce  </a:t>
            </a:r>
            <a:r>
              <a:rPr dirty="0" sz="850" spc="5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92551" y="3580638"/>
            <a:ext cx="995680" cy="497205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119380" indent="-150495">
              <a:lnSpc>
                <a:spcPct val="102400"/>
              </a:lnSpc>
            </a:pPr>
            <a:r>
              <a:rPr dirty="0" sz="850" spc="5" b="1">
                <a:latin typeface="Arial"/>
                <a:cs typeface="Arial"/>
              </a:rPr>
              <a:t>State</a:t>
            </a:r>
            <a:r>
              <a:rPr dirty="0" sz="850" spc="-50" b="1">
                <a:latin typeface="Arial"/>
                <a:cs typeface="Arial"/>
              </a:rPr>
              <a:t> </a:t>
            </a:r>
            <a:r>
              <a:rPr dirty="0" sz="850" spc="5" b="1">
                <a:latin typeface="Arial"/>
                <a:cs typeface="Arial"/>
              </a:rPr>
              <a:t>Machine </a:t>
            </a:r>
            <a:r>
              <a:rPr dirty="0" sz="850" spc="-220" b="1">
                <a:latin typeface="Arial"/>
                <a:cs typeface="Arial"/>
              </a:rPr>
              <a:t> </a:t>
            </a:r>
            <a:r>
              <a:rPr dirty="0" sz="850" spc="10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97471" y="4418329"/>
            <a:ext cx="598170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835" marR="5080" indent="-64769">
              <a:lnSpc>
                <a:spcPct val="102400"/>
              </a:lnSpc>
              <a:spcBef>
                <a:spcPts val="95"/>
              </a:spcBef>
            </a:pP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Pa</a:t>
            </a:r>
            <a:r>
              <a:rPr dirty="0" sz="850" b="1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am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dirty="0" sz="850" b="1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ic  </a:t>
            </a: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253862" y="2391851"/>
          <a:ext cx="5242560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570"/>
                <a:gridCol w="497205"/>
                <a:gridCol w="1243330"/>
                <a:gridCol w="497205"/>
                <a:gridCol w="497205"/>
                <a:gridCol w="1009015"/>
                <a:gridCol w="497204"/>
                <a:gridCol w="496570"/>
              </a:tblGrid>
              <a:tr h="1866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5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252729" indent="-15875">
                        <a:lnSpc>
                          <a:spcPct val="102400"/>
                        </a:lnSpc>
                      </a:pPr>
                      <a:r>
                        <a:rPr dirty="0" sz="850" spc="-5" b="1" i="1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eh</a:t>
                      </a:r>
                      <a:r>
                        <a:rPr dirty="0" sz="850" spc="-5" b="1" i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vior  </a:t>
                      </a:r>
                      <a:r>
                        <a:rPr dirty="0" sz="850" spc="5" b="1" i="1"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151765" indent="-116839">
                        <a:lnSpc>
                          <a:spcPct val="102400"/>
                        </a:lnSpc>
                      </a:pP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Re</a:t>
                      </a:r>
                      <a:r>
                        <a:rPr dirty="0" sz="850" spc="-5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q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ir</a:t>
                      </a:r>
                      <a:r>
                        <a:rPr dirty="0" sz="850" spc="-5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ent  </a:t>
                      </a:r>
                      <a:r>
                        <a:rPr dirty="0" sz="850" spc="1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38100">
                      <a:solidFill>
                        <a:srgbClr val="FF00FF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  <a:lnB w="38100">
                      <a:solidFill>
                        <a:srgbClr val="FF00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FF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7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243840" indent="-24765">
                        <a:lnSpc>
                          <a:spcPct val="102400"/>
                        </a:lnSpc>
                      </a:pPr>
                      <a:r>
                        <a:rPr dirty="0" sz="850" b="1" i="1">
                          <a:latin typeface="Arial"/>
                          <a:cs typeface="Arial"/>
                        </a:rPr>
                        <a:t>Struct</a:t>
                      </a:r>
                      <a:r>
                        <a:rPr dirty="0" sz="850" spc="-5" b="1" i="1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e  </a:t>
                      </a:r>
                      <a:r>
                        <a:rPr dirty="0" sz="850" spc="5" b="1" i="1"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302313" y="3255130"/>
          <a:ext cx="3408045" cy="837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7840"/>
                <a:gridCol w="497840"/>
                <a:gridCol w="186690"/>
                <a:gridCol w="497204"/>
                <a:gridCol w="497205"/>
                <a:gridCol w="217805"/>
                <a:gridCol w="497205"/>
                <a:gridCol w="497205"/>
              </a:tblGrid>
              <a:tr h="138817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7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7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66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7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7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7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7FF"/>
                    </a:solidFill>
                  </a:tcPr>
                </a:tc>
              </a:tr>
              <a:tr h="49682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6225" marR="69850" indent="-200025">
                        <a:lnSpc>
                          <a:spcPct val="102400"/>
                        </a:lnSpc>
                      </a:pP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Block </a:t>
                      </a:r>
                      <a:r>
                        <a:rPr dirty="0" sz="8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Definition </a:t>
                      </a:r>
                      <a:r>
                        <a:rPr dirty="0" sz="850" spc="-2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7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124460" indent="-144145">
                        <a:lnSpc>
                          <a:spcPct val="102400"/>
                        </a:lnSpc>
                      </a:pPr>
                      <a:r>
                        <a:rPr dirty="0" sz="850" spc="-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8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50" spc="-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8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850" spc="-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8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Block  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7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dirty="0" sz="850" spc="10" b="1">
                          <a:latin typeface="Arial"/>
                          <a:cs typeface="Arial"/>
                        </a:rPr>
                        <a:t>Package</a:t>
                      </a:r>
                      <a:r>
                        <a:rPr dirty="0" sz="85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4493514" y="2585466"/>
            <a:ext cx="995680" cy="497840"/>
          </a:xfrm>
          <a:custGeom>
            <a:avLst/>
            <a:gdLst/>
            <a:ahLst/>
            <a:cxnLst/>
            <a:rect l="l" t="t" r="r" b="b"/>
            <a:pathLst>
              <a:path w="995679" h="497839">
                <a:moveTo>
                  <a:pt x="995172" y="497585"/>
                </a:moveTo>
                <a:lnTo>
                  <a:pt x="995172" y="0"/>
                </a:lnTo>
                <a:lnTo>
                  <a:pt x="0" y="0"/>
                </a:lnTo>
                <a:lnTo>
                  <a:pt x="0" y="497586"/>
                </a:lnTo>
                <a:lnTo>
                  <a:pt x="995172" y="4975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21889" y="4683505"/>
            <a:ext cx="1320800" cy="549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35"/>
              </a:spcBef>
            </a:pPr>
            <a:r>
              <a:rPr dirty="0" sz="1050" spc="15">
                <a:latin typeface="Arial MT"/>
                <a:cs typeface="Arial MT"/>
              </a:rPr>
              <a:t>Modified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from</a:t>
            </a:r>
            <a:r>
              <a:rPr dirty="0" sz="1050" spc="-5">
                <a:latin typeface="Arial MT"/>
                <a:cs typeface="Arial MT"/>
              </a:rPr>
              <a:t> </a:t>
            </a:r>
            <a:r>
              <a:rPr dirty="0" sz="1050" spc="25">
                <a:latin typeface="Arial MT"/>
                <a:cs typeface="Arial MT"/>
              </a:rPr>
              <a:t>UML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2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20">
                <a:latin typeface="Arial MT"/>
                <a:cs typeface="Arial MT"/>
              </a:rPr>
              <a:t>New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diagram</a:t>
            </a:r>
            <a:r>
              <a:rPr dirty="0" sz="1050" spc="-5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type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67217" y="4667567"/>
            <a:ext cx="403225" cy="216535"/>
            <a:chOff x="1867217" y="4667567"/>
            <a:chExt cx="403225" cy="216535"/>
          </a:xfrm>
        </p:grpSpPr>
        <p:sp>
          <p:nvSpPr>
            <p:cNvPr id="22" name="object 22"/>
            <p:cNvSpPr/>
            <p:nvPr/>
          </p:nvSpPr>
          <p:spPr>
            <a:xfrm>
              <a:off x="2262981" y="4682489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w="0" h="186689">
                  <a:moveTo>
                    <a:pt x="0" y="0"/>
                  </a:moveTo>
                  <a:lnTo>
                    <a:pt x="0" y="186689"/>
                  </a:lnTo>
                </a:path>
              </a:pathLst>
            </a:custGeom>
            <a:ln w="149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882140" y="4869179"/>
              <a:ext cx="373380" cy="15240"/>
            </a:xfrm>
            <a:custGeom>
              <a:avLst/>
              <a:gdLst/>
              <a:ahLst/>
              <a:cxnLst/>
              <a:rect l="l" t="t" r="r" b="b"/>
              <a:pathLst>
                <a:path w="373380" h="15239">
                  <a:moveTo>
                    <a:pt x="373380" y="0"/>
                  </a:moveTo>
                  <a:lnTo>
                    <a:pt x="0" y="0"/>
                  </a:lnTo>
                  <a:lnTo>
                    <a:pt x="0" y="14922"/>
                  </a:lnTo>
                  <a:lnTo>
                    <a:pt x="373380" y="14922"/>
                  </a:lnTo>
                  <a:lnTo>
                    <a:pt x="3733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882140" y="4682489"/>
              <a:ext cx="373380" cy="186690"/>
            </a:xfrm>
            <a:custGeom>
              <a:avLst/>
              <a:gdLst/>
              <a:ahLst/>
              <a:cxnLst/>
              <a:rect l="l" t="t" r="r" b="b"/>
              <a:pathLst>
                <a:path w="373380" h="186689">
                  <a:moveTo>
                    <a:pt x="373380" y="186689"/>
                  </a:moveTo>
                  <a:lnTo>
                    <a:pt x="373380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3380" y="186689"/>
                  </a:lnTo>
                  <a:close/>
                </a:path>
              </a:pathLst>
            </a:custGeom>
            <a:ln w="298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1867217" y="5026469"/>
            <a:ext cx="403225" cy="216535"/>
            <a:chOff x="1867217" y="5026469"/>
            <a:chExt cx="403225" cy="216535"/>
          </a:xfrm>
        </p:grpSpPr>
        <p:sp>
          <p:nvSpPr>
            <p:cNvPr id="26" name="object 26"/>
            <p:cNvSpPr/>
            <p:nvPr/>
          </p:nvSpPr>
          <p:spPr>
            <a:xfrm>
              <a:off x="2262981" y="5041392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w="0" h="186689">
                  <a:moveTo>
                    <a:pt x="0" y="0"/>
                  </a:moveTo>
                  <a:lnTo>
                    <a:pt x="0" y="186689"/>
                  </a:lnTo>
                </a:path>
              </a:pathLst>
            </a:custGeom>
            <a:ln w="14922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82140" y="5228081"/>
              <a:ext cx="373380" cy="15240"/>
            </a:xfrm>
            <a:custGeom>
              <a:avLst/>
              <a:gdLst/>
              <a:ahLst/>
              <a:cxnLst/>
              <a:rect l="l" t="t" r="r" b="b"/>
              <a:pathLst>
                <a:path w="373380" h="15239">
                  <a:moveTo>
                    <a:pt x="373380" y="0"/>
                  </a:moveTo>
                  <a:lnTo>
                    <a:pt x="0" y="0"/>
                  </a:lnTo>
                  <a:lnTo>
                    <a:pt x="0" y="14935"/>
                  </a:lnTo>
                  <a:lnTo>
                    <a:pt x="373380" y="14935"/>
                  </a:lnTo>
                  <a:lnTo>
                    <a:pt x="37338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882140" y="5041392"/>
              <a:ext cx="373380" cy="186690"/>
            </a:xfrm>
            <a:custGeom>
              <a:avLst/>
              <a:gdLst/>
              <a:ahLst/>
              <a:cxnLst/>
              <a:rect l="l" t="t" r="r" b="b"/>
              <a:pathLst>
                <a:path w="373380" h="186689">
                  <a:moveTo>
                    <a:pt x="373380" y="186689"/>
                  </a:moveTo>
                  <a:lnTo>
                    <a:pt x="373380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3380" y="186689"/>
                  </a:lnTo>
                  <a:lnTo>
                    <a:pt x="373380" y="0"/>
                  </a:lnTo>
                </a:path>
              </a:pathLst>
            </a:custGeom>
            <a:ln w="29845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4933188" y="2212085"/>
            <a:ext cx="116205" cy="174625"/>
          </a:xfrm>
          <a:custGeom>
            <a:avLst/>
            <a:gdLst/>
            <a:ahLst/>
            <a:cxnLst/>
            <a:rect l="l" t="t" r="r" b="b"/>
            <a:pathLst>
              <a:path w="116204" h="174625">
                <a:moveTo>
                  <a:pt x="115824" y="174498"/>
                </a:moveTo>
                <a:lnTo>
                  <a:pt x="57912" y="0"/>
                </a:lnTo>
                <a:lnTo>
                  <a:pt x="0" y="174498"/>
                </a:lnTo>
                <a:lnTo>
                  <a:pt x="115824" y="174498"/>
                </a:lnTo>
              </a:path>
              <a:path w="116204" h="174625">
                <a:moveTo>
                  <a:pt x="115824" y="174498"/>
                </a:moveTo>
                <a:lnTo>
                  <a:pt x="57912" y="0"/>
                </a:lnTo>
                <a:lnTo>
                  <a:pt x="0" y="174498"/>
                </a:lnTo>
                <a:lnTo>
                  <a:pt x="115824" y="174498"/>
                </a:lnTo>
              </a:path>
              <a:path w="116204" h="174625">
                <a:moveTo>
                  <a:pt x="115824" y="174498"/>
                </a:moveTo>
                <a:lnTo>
                  <a:pt x="57912" y="0"/>
                </a:lnTo>
                <a:lnTo>
                  <a:pt x="0" y="174498"/>
                </a:lnTo>
                <a:lnTo>
                  <a:pt x="115824" y="174498"/>
                </a:lnTo>
              </a:path>
            </a:pathLst>
          </a:custGeom>
          <a:ln w="33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6935590" y="3081394"/>
            <a:ext cx="121285" cy="1245235"/>
            <a:chOff x="6935590" y="3081394"/>
            <a:chExt cx="121285" cy="1245235"/>
          </a:xfrm>
        </p:grpSpPr>
        <p:sp>
          <p:nvSpPr>
            <p:cNvPr id="31" name="object 31"/>
            <p:cNvSpPr/>
            <p:nvPr/>
          </p:nvSpPr>
          <p:spPr>
            <a:xfrm>
              <a:off x="6937247" y="3083052"/>
              <a:ext cx="116839" cy="173990"/>
            </a:xfrm>
            <a:custGeom>
              <a:avLst/>
              <a:gdLst/>
              <a:ahLst/>
              <a:cxnLst/>
              <a:rect l="l" t="t" r="r" b="b"/>
              <a:pathLst>
                <a:path w="116840" h="173989">
                  <a:moveTo>
                    <a:pt x="116585" y="173736"/>
                  </a:moveTo>
                  <a:lnTo>
                    <a:pt x="58673" y="0"/>
                  </a:lnTo>
                  <a:lnTo>
                    <a:pt x="0" y="173736"/>
                  </a:lnTo>
                  <a:lnTo>
                    <a:pt x="116585" y="173736"/>
                  </a:lnTo>
                </a:path>
                <a:path w="116840" h="173989">
                  <a:moveTo>
                    <a:pt x="116585" y="173736"/>
                  </a:moveTo>
                  <a:lnTo>
                    <a:pt x="58673" y="0"/>
                  </a:lnTo>
                  <a:lnTo>
                    <a:pt x="0" y="173736"/>
                  </a:lnTo>
                  <a:lnTo>
                    <a:pt x="116585" y="173736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996683" y="4251959"/>
              <a:ext cx="0" cy="74930"/>
            </a:xfrm>
            <a:custGeom>
              <a:avLst/>
              <a:gdLst/>
              <a:ahLst/>
              <a:cxnLst/>
              <a:rect l="l" t="t" r="r" b="b"/>
              <a:pathLst>
                <a:path w="0" h="74929">
                  <a:moveTo>
                    <a:pt x="0" y="74675"/>
                  </a:move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938771" y="4077462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4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937247" y="3083052"/>
              <a:ext cx="116839" cy="173990"/>
            </a:xfrm>
            <a:custGeom>
              <a:avLst/>
              <a:gdLst/>
              <a:ahLst/>
              <a:cxnLst/>
              <a:rect l="l" t="t" r="r" b="b"/>
              <a:pathLst>
                <a:path w="116840" h="173989">
                  <a:moveTo>
                    <a:pt x="116585" y="173736"/>
                  </a:moveTo>
                  <a:lnTo>
                    <a:pt x="58673" y="0"/>
                  </a:lnTo>
                  <a:lnTo>
                    <a:pt x="0" y="173736"/>
                  </a:lnTo>
                  <a:lnTo>
                    <a:pt x="116585" y="173736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870070" y="3081394"/>
            <a:ext cx="3749675" cy="501015"/>
            <a:chOff x="870070" y="3081394"/>
            <a:chExt cx="3749675" cy="501015"/>
          </a:xfrm>
        </p:grpSpPr>
        <p:sp>
          <p:nvSpPr>
            <p:cNvPr id="36" name="object 36"/>
            <p:cNvSpPr/>
            <p:nvPr/>
          </p:nvSpPr>
          <p:spPr>
            <a:xfrm>
              <a:off x="2752344" y="3256788"/>
              <a:ext cx="1865630" cy="323850"/>
            </a:xfrm>
            <a:custGeom>
              <a:avLst/>
              <a:gdLst/>
              <a:ahLst/>
              <a:cxnLst/>
              <a:rect l="l" t="t" r="r" b="b"/>
              <a:pathLst>
                <a:path w="1865629" h="323850">
                  <a:moveTo>
                    <a:pt x="1865376" y="323850"/>
                  </a:moveTo>
                  <a:lnTo>
                    <a:pt x="1865376" y="137160"/>
                  </a:lnTo>
                  <a:lnTo>
                    <a:pt x="0" y="137160"/>
                  </a:ln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694431" y="3083052"/>
              <a:ext cx="116839" cy="173990"/>
            </a:xfrm>
            <a:custGeom>
              <a:avLst/>
              <a:gdLst/>
              <a:ahLst/>
              <a:cxnLst/>
              <a:rect l="l" t="t" r="r" b="b"/>
              <a:pathLst>
                <a:path w="116839" h="173989">
                  <a:moveTo>
                    <a:pt x="116586" y="173736"/>
                  </a:moveTo>
                  <a:lnTo>
                    <a:pt x="57912" y="0"/>
                  </a:lnTo>
                  <a:lnTo>
                    <a:pt x="0" y="173736"/>
                  </a:lnTo>
                  <a:lnTo>
                    <a:pt x="116586" y="173736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752344" y="3256788"/>
              <a:ext cx="638175" cy="323850"/>
            </a:xfrm>
            <a:custGeom>
              <a:avLst/>
              <a:gdLst/>
              <a:ahLst/>
              <a:cxnLst/>
              <a:rect l="l" t="t" r="r" b="b"/>
              <a:pathLst>
                <a:path w="638175" h="323850">
                  <a:moveTo>
                    <a:pt x="637794" y="323850"/>
                  </a:moveTo>
                  <a:lnTo>
                    <a:pt x="637794" y="137160"/>
                  </a:lnTo>
                  <a:lnTo>
                    <a:pt x="0" y="137160"/>
                  </a:ln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694431" y="3083052"/>
              <a:ext cx="116839" cy="173990"/>
            </a:xfrm>
            <a:custGeom>
              <a:avLst/>
              <a:gdLst/>
              <a:ahLst/>
              <a:cxnLst/>
              <a:rect l="l" t="t" r="r" b="b"/>
              <a:pathLst>
                <a:path w="116839" h="173989">
                  <a:moveTo>
                    <a:pt x="116586" y="173736"/>
                  </a:moveTo>
                  <a:lnTo>
                    <a:pt x="57912" y="0"/>
                  </a:lnTo>
                  <a:lnTo>
                    <a:pt x="0" y="173736"/>
                  </a:lnTo>
                  <a:lnTo>
                    <a:pt x="116586" y="173736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71727" y="3256788"/>
              <a:ext cx="1880870" cy="323850"/>
            </a:xfrm>
            <a:custGeom>
              <a:avLst/>
              <a:gdLst/>
              <a:ahLst/>
              <a:cxnLst/>
              <a:rect l="l" t="t" r="r" b="b"/>
              <a:pathLst>
                <a:path w="1880870" h="323850">
                  <a:moveTo>
                    <a:pt x="0" y="323850"/>
                  </a:moveTo>
                  <a:lnTo>
                    <a:pt x="0" y="137160"/>
                  </a:lnTo>
                  <a:lnTo>
                    <a:pt x="1880616" y="137159"/>
                  </a:lnTo>
                  <a:lnTo>
                    <a:pt x="1880616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694431" y="3083052"/>
              <a:ext cx="116839" cy="173990"/>
            </a:xfrm>
            <a:custGeom>
              <a:avLst/>
              <a:gdLst/>
              <a:ahLst/>
              <a:cxnLst/>
              <a:rect l="l" t="t" r="r" b="b"/>
              <a:pathLst>
                <a:path w="116839" h="173989">
                  <a:moveTo>
                    <a:pt x="116586" y="173736"/>
                  </a:moveTo>
                  <a:lnTo>
                    <a:pt x="57912" y="0"/>
                  </a:lnTo>
                  <a:lnTo>
                    <a:pt x="0" y="173736"/>
                  </a:lnTo>
                  <a:lnTo>
                    <a:pt x="116586" y="173736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130551" y="3256788"/>
              <a:ext cx="622300" cy="323850"/>
            </a:xfrm>
            <a:custGeom>
              <a:avLst/>
              <a:gdLst/>
              <a:ahLst/>
              <a:cxnLst/>
              <a:rect l="l" t="t" r="r" b="b"/>
              <a:pathLst>
                <a:path w="622300" h="323850">
                  <a:moveTo>
                    <a:pt x="0" y="323850"/>
                  </a:moveTo>
                  <a:lnTo>
                    <a:pt x="0" y="137160"/>
                  </a:lnTo>
                  <a:lnTo>
                    <a:pt x="621792" y="137159"/>
                  </a:lnTo>
                  <a:lnTo>
                    <a:pt x="621792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694431" y="3083052"/>
              <a:ext cx="116839" cy="173990"/>
            </a:xfrm>
            <a:custGeom>
              <a:avLst/>
              <a:gdLst/>
              <a:ahLst/>
              <a:cxnLst/>
              <a:rect l="l" t="t" r="r" b="b"/>
              <a:pathLst>
                <a:path w="116839" h="173989">
                  <a:moveTo>
                    <a:pt x="116586" y="173736"/>
                  </a:moveTo>
                  <a:lnTo>
                    <a:pt x="57912" y="0"/>
                  </a:lnTo>
                  <a:lnTo>
                    <a:pt x="0" y="173736"/>
                  </a:lnTo>
                  <a:lnTo>
                    <a:pt x="116586" y="173736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2434082" y="4327652"/>
            <a:ext cx="1016000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20">
                <a:latin typeface="Arial MT"/>
                <a:cs typeface="Arial MT"/>
              </a:rPr>
              <a:t>Same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as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25">
                <a:latin typeface="Arial MT"/>
                <a:cs typeface="Arial MT"/>
              </a:rPr>
              <a:t>UML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2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880482" y="4342504"/>
            <a:ext cx="377190" cy="189865"/>
            <a:chOff x="1880482" y="4342504"/>
            <a:chExt cx="377190" cy="189865"/>
          </a:xfrm>
        </p:grpSpPr>
        <p:sp>
          <p:nvSpPr>
            <p:cNvPr id="46" name="object 46"/>
            <p:cNvSpPr/>
            <p:nvPr/>
          </p:nvSpPr>
          <p:spPr>
            <a:xfrm>
              <a:off x="1882140" y="4344162"/>
              <a:ext cx="373380" cy="186055"/>
            </a:xfrm>
            <a:custGeom>
              <a:avLst/>
              <a:gdLst/>
              <a:ahLst/>
              <a:cxnLst/>
              <a:rect l="l" t="t" r="r" b="b"/>
              <a:pathLst>
                <a:path w="373380" h="186054">
                  <a:moveTo>
                    <a:pt x="373379" y="0"/>
                  </a:moveTo>
                  <a:lnTo>
                    <a:pt x="373379" y="185927"/>
                  </a:lnTo>
                </a:path>
                <a:path w="373380" h="186054">
                  <a:moveTo>
                    <a:pt x="0" y="185927"/>
                  </a:moveTo>
                  <a:lnTo>
                    <a:pt x="373379" y="185927"/>
                  </a:lnTo>
                </a:path>
                <a:path w="373380" h="186054">
                  <a:moveTo>
                    <a:pt x="0" y="185927"/>
                  </a:moveTo>
                  <a:lnTo>
                    <a:pt x="373379" y="185927"/>
                  </a:lnTo>
                </a:path>
                <a:path w="373380" h="186054">
                  <a:moveTo>
                    <a:pt x="0" y="185927"/>
                  </a:moveTo>
                  <a:lnTo>
                    <a:pt x="373379" y="185927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882140" y="4344162"/>
              <a:ext cx="373380" cy="186055"/>
            </a:xfrm>
            <a:custGeom>
              <a:avLst/>
              <a:gdLst/>
              <a:ahLst/>
              <a:cxnLst/>
              <a:rect l="l" t="t" r="r" b="b"/>
              <a:pathLst>
                <a:path w="373380" h="186054">
                  <a:moveTo>
                    <a:pt x="373380" y="185927"/>
                  </a:moveTo>
                  <a:lnTo>
                    <a:pt x="373380" y="0"/>
                  </a:lnTo>
                  <a:lnTo>
                    <a:pt x="0" y="0"/>
                  </a:lnTo>
                  <a:lnTo>
                    <a:pt x="0" y="185927"/>
                  </a:lnTo>
                  <a:lnTo>
                    <a:pt x="373380" y="185927"/>
                  </a:lnTo>
                  <a:close/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1866" y="411734"/>
            <a:ext cx="285496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Package</a:t>
            </a:r>
            <a:r>
              <a:rPr dirty="0" spc="-85"/>
              <a:t> </a:t>
            </a:r>
            <a:r>
              <a:rPr dirty="0"/>
              <a:t>Diagram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64540" y="1417955"/>
            <a:ext cx="7360920" cy="390461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Package diagram is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used to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organize the model</a:t>
            </a:r>
            <a:endParaRPr sz="2400">
              <a:latin typeface="Arial MT"/>
              <a:cs typeface="Arial MT"/>
            </a:endParaRPr>
          </a:p>
          <a:p>
            <a:pPr lvl="1" marL="755015" indent="-286385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Groups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elements</a:t>
            </a:r>
            <a:r>
              <a:rPr dirty="0" sz="2000" spc="-5">
                <a:latin typeface="Arial MT"/>
                <a:cs typeface="Arial MT"/>
              </a:rPr>
              <a:t> into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 name </a:t>
            </a:r>
            <a:r>
              <a:rPr dirty="0" sz="2000" spc="-10">
                <a:latin typeface="Arial MT"/>
                <a:cs typeface="Arial MT"/>
              </a:rPr>
              <a:t>space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Often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represented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tool </a:t>
            </a:r>
            <a:r>
              <a:rPr dirty="0" sz="2000" spc="-10">
                <a:latin typeface="Arial MT"/>
                <a:cs typeface="Arial MT"/>
              </a:rPr>
              <a:t>browser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Supports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configuration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management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(check-in/out)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Model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can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be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organized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 multiple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ways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By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System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hierarchy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(e.g.,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enterprise,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system,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component)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By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kine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(e.g.,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requirements,</a:t>
            </a:r>
            <a:r>
              <a:rPr dirty="0" sz="2000" spc="-5">
                <a:latin typeface="Arial MT"/>
                <a:cs typeface="Arial MT"/>
              </a:rPr>
              <a:t> use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cases,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behavior)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Use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viewpoints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augment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organization</a:t>
            </a:r>
            <a:endParaRPr sz="2000">
              <a:latin typeface="Arial MT"/>
              <a:cs typeface="Arial MT"/>
            </a:endParaRPr>
          </a:p>
          <a:p>
            <a:pPr marL="355600" marR="268605" indent="-34290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Import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relationship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reduces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need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for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fully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qualified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name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(package1::class1)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13588" y="198374"/>
            <a:ext cx="3412490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278130">
              <a:lnSpc>
                <a:spcPct val="100000"/>
              </a:lnSpc>
              <a:spcBef>
                <a:spcPts val="100"/>
              </a:spcBef>
            </a:pPr>
            <a:r>
              <a:rPr dirty="0"/>
              <a:t>Package Diagram </a:t>
            </a:r>
            <a:r>
              <a:rPr dirty="0" spc="5"/>
              <a:t> </a:t>
            </a:r>
            <a:r>
              <a:rPr dirty="0"/>
              <a:t>Organizing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0413" y="6030720"/>
            <a:ext cx="154368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By</a:t>
            </a:r>
            <a:r>
              <a:rPr dirty="0" sz="1600" spc="-4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A03033"/>
                </a:solidFill>
                <a:latin typeface="Tahoma"/>
                <a:cs typeface="Tahoma"/>
              </a:rPr>
              <a:t>Diagram</a:t>
            </a:r>
            <a:r>
              <a:rPr dirty="0" sz="1600" spc="-2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A03033"/>
                </a:solidFill>
                <a:latin typeface="Tahoma"/>
                <a:cs typeface="Tahoma"/>
              </a:rPr>
              <a:t>Type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5422" y="6032144"/>
            <a:ext cx="115443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By</a:t>
            </a:r>
            <a:r>
              <a:rPr dirty="0" sz="1600" spc="-8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A03033"/>
                </a:solidFill>
                <a:latin typeface="Tahoma"/>
                <a:cs typeface="Tahoma"/>
              </a:rPr>
              <a:t>Hierarchy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1022" y="6032144"/>
            <a:ext cx="61531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By</a:t>
            </a:r>
            <a:r>
              <a:rPr dirty="0" sz="1600" spc="-8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IPT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7333" y="1264157"/>
            <a:ext cx="2411095" cy="4749800"/>
            <a:chOff x="767333" y="1264157"/>
            <a:chExt cx="2411095" cy="4749800"/>
          </a:xfrm>
        </p:grpSpPr>
        <p:sp>
          <p:nvSpPr>
            <p:cNvPr id="8" name="object 8"/>
            <p:cNvSpPr/>
            <p:nvPr/>
          </p:nvSpPr>
          <p:spPr>
            <a:xfrm>
              <a:off x="767333" y="1264158"/>
              <a:ext cx="2411095" cy="4749800"/>
            </a:xfrm>
            <a:custGeom>
              <a:avLst/>
              <a:gdLst/>
              <a:ahLst/>
              <a:cxnLst/>
              <a:rect l="l" t="t" r="r" b="b"/>
              <a:pathLst>
                <a:path w="2411095" h="4749800">
                  <a:moveTo>
                    <a:pt x="2410968" y="4748022"/>
                  </a:moveTo>
                  <a:lnTo>
                    <a:pt x="2410968" y="1523"/>
                  </a:lnTo>
                  <a:lnTo>
                    <a:pt x="2409444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748022"/>
                  </a:lnTo>
                  <a:lnTo>
                    <a:pt x="1524" y="4749546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2407919" y="3047"/>
                  </a:lnTo>
                  <a:lnTo>
                    <a:pt x="2407919" y="1523"/>
                  </a:lnTo>
                  <a:lnTo>
                    <a:pt x="2409444" y="3047"/>
                  </a:lnTo>
                  <a:lnTo>
                    <a:pt x="2409444" y="4749546"/>
                  </a:lnTo>
                  <a:lnTo>
                    <a:pt x="2410968" y="4748022"/>
                  </a:lnTo>
                  <a:close/>
                </a:path>
                <a:path w="2411095" h="474980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2411095" h="4749800">
                  <a:moveTo>
                    <a:pt x="3048" y="4746498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4746498"/>
                  </a:lnTo>
                  <a:lnTo>
                    <a:pt x="3048" y="4746498"/>
                  </a:lnTo>
                  <a:close/>
                </a:path>
                <a:path w="2411095" h="4749800">
                  <a:moveTo>
                    <a:pt x="2409444" y="4746498"/>
                  </a:moveTo>
                  <a:lnTo>
                    <a:pt x="1524" y="4746498"/>
                  </a:lnTo>
                  <a:lnTo>
                    <a:pt x="3048" y="4748022"/>
                  </a:lnTo>
                  <a:lnTo>
                    <a:pt x="3048" y="4749546"/>
                  </a:lnTo>
                  <a:lnTo>
                    <a:pt x="2407920" y="4749546"/>
                  </a:lnTo>
                  <a:lnTo>
                    <a:pt x="2407920" y="4748022"/>
                  </a:lnTo>
                  <a:lnTo>
                    <a:pt x="2409444" y="4746498"/>
                  </a:lnTo>
                  <a:close/>
                </a:path>
                <a:path w="2411095" h="4749800">
                  <a:moveTo>
                    <a:pt x="3048" y="4749546"/>
                  </a:moveTo>
                  <a:lnTo>
                    <a:pt x="3048" y="4748022"/>
                  </a:lnTo>
                  <a:lnTo>
                    <a:pt x="1524" y="4746498"/>
                  </a:lnTo>
                  <a:lnTo>
                    <a:pt x="1524" y="4749546"/>
                  </a:lnTo>
                  <a:lnTo>
                    <a:pt x="3048" y="4749546"/>
                  </a:lnTo>
                  <a:close/>
                </a:path>
                <a:path w="2411095" h="4749800">
                  <a:moveTo>
                    <a:pt x="2409444" y="3047"/>
                  </a:moveTo>
                  <a:lnTo>
                    <a:pt x="2407919" y="1523"/>
                  </a:lnTo>
                  <a:lnTo>
                    <a:pt x="2407919" y="3047"/>
                  </a:lnTo>
                  <a:lnTo>
                    <a:pt x="2409444" y="3047"/>
                  </a:lnTo>
                  <a:close/>
                </a:path>
                <a:path w="2411095" h="4749800">
                  <a:moveTo>
                    <a:pt x="2409444" y="4746498"/>
                  </a:moveTo>
                  <a:lnTo>
                    <a:pt x="2409444" y="3047"/>
                  </a:lnTo>
                  <a:lnTo>
                    <a:pt x="2407919" y="3047"/>
                  </a:lnTo>
                  <a:lnTo>
                    <a:pt x="2407920" y="4746498"/>
                  </a:lnTo>
                  <a:lnTo>
                    <a:pt x="2409444" y="4746498"/>
                  </a:lnTo>
                  <a:close/>
                </a:path>
                <a:path w="2411095" h="4749800">
                  <a:moveTo>
                    <a:pt x="2409444" y="4749546"/>
                  </a:moveTo>
                  <a:lnTo>
                    <a:pt x="2409444" y="4746498"/>
                  </a:lnTo>
                  <a:lnTo>
                    <a:pt x="2407920" y="4748022"/>
                  </a:lnTo>
                  <a:lnTo>
                    <a:pt x="2407920" y="4749546"/>
                  </a:lnTo>
                  <a:lnTo>
                    <a:pt x="2409444" y="4749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68857" y="1265681"/>
              <a:ext cx="2293620" cy="280035"/>
            </a:xfrm>
            <a:custGeom>
              <a:avLst/>
              <a:gdLst/>
              <a:ahLst/>
              <a:cxnLst/>
              <a:rect l="l" t="t" r="r" b="b"/>
              <a:pathLst>
                <a:path w="2293620" h="280034">
                  <a:moveTo>
                    <a:pt x="2293620" y="139446"/>
                  </a:moveTo>
                  <a:lnTo>
                    <a:pt x="2293620" y="0"/>
                  </a:lnTo>
                  <a:lnTo>
                    <a:pt x="0" y="0"/>
                  </a:lnTo>
                  <a:lnTo>
                    <a:pt x="0" y="279654"/>
                  </a:lnTo>
                  <a:lnTo>
                    <a:pt x="2154174" y="279654"/>
                  </a:lnTo>
                  <a:lnTo>
                    <a:pt x="2293620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67334" y="1264157"/>
              <a:ext cx="2296795" cy="283210"/>
            </a:xfrm>
            <a:custGeom>
              <a:avLst/>
              <a:gdLst/>
              <a:ahLst/>
              <a:cxnLst/>
              <a:rect l="l" t="t" r="r" b="b"/>
              <a:pathLst>
                <a:path w="2296795" h="283209">
                  <a:moveTo>
                    <a:pt x="2296668" y="142493"/>
                  </a:moveTo>
                  <a:lnTo>
                    <a:pt x="2296668" y="1523"/>
                  </a:lnTo>
                  <a:lnTo>
                    <a:pt x="2295144" y="0"/>
                  </a:lnTo>
                  <a:lnTo>
                    <a:pt x="1524" y="0"/>
                  </a:lnTo>
                  <a:lnTo>
                    <a:pt x="0" y="1523"/>
                  </a:lnTo>
                  <a:lnTo>
                    <a:pt x="0" y="281177"/>
                  </a:lnTo>
                  <a:lnTo>
                    <a:pt x="1524" y="282701"/>
                  </a:lnTo>
                  <a:lnTo>
                    <a:pt x="1524" y="3047"/>
                  </a:lnTo>
                  <a:lnTo>
                    <a:pt x="3048" y="1523"/>
                  </a:lnTo>
                  <a:lnTo>
                    <a:pt x="3048" y="3047"/>
                  </a:lnTo>
                  <a:lnTo>
                    <a:pt x="2293620" y="3047"/>
                  </a:lnTo>
                  <a:lnTo>
                    <a:pt x="2293620" y="1523"/>
                  </a:lnTo>
                  <a:lnTo>
                    <a:pt x="2295144" y="3047"/>
                  </a:lnTo>
                  <a:lnTo>
                    <a:pt x="2295144" y="144009"/>
                  </a:lnTo>
                  <a:lnTo>
                    <a:pt x="2296668" y="142493"/>
                  </a:lnTo>
                  <a:close/>
                </a:path>
                <a:path w="2296795" h="283209">
                  <a:moveTo>
                    <a:pt x="3048" y="3047"/>
                  </a:moveTo>
                  <a:lnTo>
                    <a:pt x="3048" y="1523"/>
                  </a:lnTo>
                  <a:lnTo>
                    <a:pt x="1524" y="3047"/>
                  </a:lnTo>
                  <a:lnTo>
                    <a:pt x="3048" y="3047"/>
                  </a:lnTo>
                  <a:close/>
                </a:path>
                <a:path w="2296795" h="283209">
                  <a:moveTo>
                    <a:pt x="3048" y="278891"/>
                  </a:moveTo>
                  <a:lnTo>
                    <a:pt x="3048" y="3047"/>
                  </a:lnTo>
                  <a:lnTo>
                    <a:pt x="1524" y="3047"/>
                  </a:lnTo>
                  <a:lnTo>
                    <a:pt x="1524" y="278891"/>
                  </a:lnTo>
                  <a:lnTo>
                    <a:pt x="3048" y="278891"/>
                  </a:lnTo>
                  <a:close/>
                </a:path>
                <a:path w="2296795" h="283209">
                  <a:moveTo>
                    <a:pt x="2154940" y="278891"/>
                  </a:moveTo>
                  <a:lnTo>
                    <a:pt x="1524" y="278891"/>
                  </a:lnTo>
                  <a:lnTo>
                    <a:pt x="3048" y="281177"/>
                  </a:lnTo>
                  <a:lnTo>
                    <a:pt x="3048" y="282701"/>
                  </a:lnTo>
                  <a:lnTo>
                    <a:pt x="2154174" y="282701"/>
                  </a:lnTo>
                  <a:lnTo>
                    <a:pt x="2154174" y="279653"/>
                  </a:lnTo>
                  <a:lnTo>
                    <a:pt x="2154940" y="278891"/>
                  </a:lnTo>
                  <a:close/>
                </a:path>
                <a:path w="2296795" h="283209">
                  <a:moveTo>
                    <a:pt x="3048" y="282701"/>
                  </a:moveTo>
                  <a:lnTo>
                    <a:pt x="3048" y="281177"/>
                  </a:lnTo>
                  <a:lnTo>
                    <a:pt x="1524" y="278891"/>
                  </a:lnTo>
                  <a:lnTo>
                    <a:pt x="1523" y="282701"/>
                  </a:lnTo>
                  <a:lnTo>
                    <a:pt x="3048" y="282701"/>
                  </a:lnTo>
                  <a:close/>
                </a:path>
                <a:path w="2296795" h="283209">
                  <a:moveTo>
                    <a:pt x="2155698" y="278891"/>
                  </a:moveTo>
                  <a:lnTo>
                    <a:pt x="2154940" y="278891"/>
                  </a:lnTo>
                  <a:lnTo>
                    <a:pt x="2154174" y="279653"/>
                  </a:lnTo>
                  <a:lnTo>
                    <a:pt x="2155698" y="278891"/>
                  </a:lnTo>
                  <a:close/>
                </a:path>
                <a:path w="2296795" h="283209">
                  <a:moveTo>
                    <a:pt x="2155698" y="282701"/>
                  </a:moveTo>
                  <a:lnTo>
                    <a:pt x="2155698" y="278891"/>
                  </a:lnTo>
                  <a:lnTo>
                    <a:pt x="2154174" y="279653"/>
                  </a:lnTo>
                  <a:lnTo>
                    <a:pt x="2154174" y="282701"/>
                  </a:lnTo>
                  <a:lnTo>
                    <a:pt x="2155698" y="282701"/>
                  </a:lnTo>
                  <a:close/>
                </a:path>
                <a:path w="2296795" h="283209">
                  <a:moveTo>
                    <a:pt x="2294382" y="144767"/>
                  </a:moveTo>
                  <a:lnTo>
                    <a:pt x="2294382" y="140207"/>
                  </a:lnTo>
                  <a:lnTo>
                    <a:pt x="2293620" y="140969"/>
                  </a:lnTo>
                  <a:lnTo>
                    <a:pt x="2154940" y="278891"/>
                  </a:lnTo>
                  <a:lnTo>
                    <a:pt x="2155698" y="278891"/>
                  </a:lnTo>
                  <a:lnTo>
                    <a:pt x="2155698" y="282701"/>
                  </a:lnTo>
                  <a:lnTo>
                    <a:pt x="2294382" y="144767"/>
                  </a:lnTo>
                  <a:close/>
                </a:path>
                <a:path w="2296795" h="283209">
                  <a:moveTo>
                    <a:pt x="2295144" y="3047"/>
                  </a:moveTo>
                  <a:lnTo>
                    <a:pt x="2293620" y="1523"/>
                  </a:lnTo>
                  <a:lnTo>
                    <a:pt x="2293620" y="3047"/>
                  </a:lnTo>
                  <a:lnTo>
                    <a:pt x="2295144" y="3047"/>
                  </a:lnTo>
                  <a:close/>
                </a:path>
                <a:path w="2296795" h="283209">
                  <a:moveTo>
                    <a:pt x="2295144" y="144009"/>
                  </a:moveTo>
                  <a:lnTo>
                    <a:pt x="2295144" y="3047"/>
                  </a:lnTo>
                  <a:lnTo>
                    <a:pt x="2293620" y="3047"/>
                  </a:lnTo>
                  <a:lnTo>
                    <a:pt x="2293620" y="140965"/>
                  </a:lnTo>
                  <a:lnTo>
                    <a:pt x="2294382" y="140207"/>
                  </a:lnTo>
                  <a:lnTo>
                    <a:pt x="2294382" y="144767"/>
                  </a:lnTo>
                  <a:lnTo>
                    <a:pt x="2295144" y="144009"/>
                  </a:lnTo>
                  <a:close/>
                </a:path>
                <a:path w="2296795" h="283209">
                  <a:moveTo>
                    <a:pt x="2294382" y="140207"/>
                  </a:moveTo>
                  <a:lnTo>
                    <a:pt x="2293620" y="140965"/>
                  </a:lnTo>
                  <a:lnTo>
                    <a:pt x="2294382" y="140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00175" y="1312417"/>
            <a:ext cx="20262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pkg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spc="-5">
                <a:latin typeface="Arial MT"/>
                <a:cs typeface="Arial MT"/>
              </a:rPr>
              <a:t>SampleMo</a:t>
            </a:r>
            <a:r>
              <a:rPr dirty="0" sz="1000" spc="-15">
                <a:latin typeface="Arial MT"/>
                <a:cs typeface="Arial MT"/>
              </a:rPr>
              <a:t>d</a:t>
            </a:r>
            <a:r>
              <a:rPr dirty="0" sz="1000" spc="-10">
                <a:latin typeface="Arial MT"/>
                <a:cs typeface="Arial MT"/>
              </a:rPr>
              <a:t>e</a:t>
            </a:r>
            <a:r>
              <a:rPr dirty="0" sz="1000">
                <a:latin typeface="Arial MT"/>
                <a:cs typeface="Arial MT"/>
              </a:rPr>
              <a:t>l</a:t>
            </a:r>
            <a:r>
              <a:rPr dirty="0" sz="1000" spc="-15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[b</a:t>
            </a:r>
            <a:r>
              <a:rPr dirty="0" sz="1000">
                <a:latin typeface="Arial MT"/>
                <a:cs typeface="Arial MT"/>
              </a:rPr>
              <a:t>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diagr</a:t>
            </a:r>
            <a:r>
              <a:rPr dirty="0" sz="1000" spc="-10">
                <a:latin typeface="Arial MT"/>
                <a:cs typeface="Arial MT"/>
              </a:rPr>
              <a:t>a</a:t>
            </a:r>
            <a:r>
              <a:rPr dirty="0" sz="1000">
                <a:latin typeface="Arial MT"/>
                <a:cs typeface="Arial MT"/>
              </a:rPr>
              <a:t>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typ</a:t>
            </a:r>
            <a:r>
              <a:rPr dirty="0" sz="1000" spc="-130">
                <a:latin typeface="Arial MT"/>
                <a:cs typeface="Arial MT"/>
              </a:rPr>
              <a:t>e</a:t>
            </a:r>
            <a:r>
              <a:rPr dirty="0" sz="1000">
                <a:latin typeface="Arial MT"/>
                <a:cs typeface="Arial MT"/>
              </a:rPr>
              <a:t>]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30781" y="3358133"/>
            <a:ext cx="1121410" cy="702310"/>
            <a:chOff x="1430781" y="3358133"/>
            <a:chExt cx="1121410" cy="702310"/>
          </a:xfrm>
        </p:grpSpPr>
        <p:sp>
          <p:nvSpPr>
            <p:cNvPr id="13" name="object 13"/>
            <p:cNvSpPr/>
            <p:nvPr/>
          </p:nvSpPr>
          <p:spPr>
            <a:xfrm>
              <a:off x="1430769" y="3497579"/>
              <a:ext cx="1121410" cy="562610"/>
            </a:xfrm>
            <a:custGeom>
              <a:avLst/>
              <a:gdLst/>
              <a:ahLst/>
              <a:cxnLst/>
              <a:rect l="l" t="t" r="r" b="b"/>
              <a:pathLst>
                <a:path w="1121410" h="562610">
                  <a:moveTo>
                    <a:pt x="1121410" y="560070"/>
                  </a:moveTo>
                  <a:lnTo>
                    <a:pt x="1120406" y="560070"/>
                  </a:lnTo>
                  <a:lnTo>
                    <a:pt x="1120406" y="1524"/>
                  </a:lnTo>
                  <a:lnTo>
                    <a:pt x="1120406" y="762"/>
                  </a:lnTo>
                  <a:lnTo>
                    <a:pt x="1118882" y="0"/>
                  </a:lnTo>
                  <a:lnTo>
                    <a:pt x="1117358" y="1524"/>
                  </a:lnTo>
                  <a:lnTo>
                    <a:pt x="1118870" y="1524"/>
                  </a:lnTo>
                  <a:lnTo>
                    <a:pt x="1118870" y="560070"/>
                  </a:lnTo>
                  <a:lnTo>
                    <a:pt x="1117358" y="560070"/>
                  </a:lnTo>
                  <a:lnTo>
                    <a:pt x="1270" y="560070"/>
                  </a:lnTo>
                  <a:lnTo>
                    <a:pt x="1270" y="559130"/>
                  </a:lnTo>
                  <a:lnTo>
                    <a:pt x="0" y="559130"/>
                  </a:lnTo>
                  <a:lnTo>
                    <a:pt x="0" y="561797"/>
                  </a:lnTo>
                  <a:lnTo>
                    <a:pt x="1270" y="561797"/>
                  </a:lnTo>
                  <a:lnTo>
                    <a:pt x="1270" y="562368"/>
                  </a:lnTo>
                  <a:lnTo>
                    <a:pt x="1121410" y="562368"/>
                  </a:lnTo>
                  <a:lnTo>
                    <a:pt x="1121410" y="560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32547" y="3359657"/>
              <a:ext cx="1117600" cy="698500"/>
            </a:xfrm>
            <a:custGeom>
              <a:avLst/>
              <a:gdLst/>
              <a:ahLst/>
              <a:cxnLst/>
              <a:rect l="l" t="t" r="r" b="b"/>
              <a:pathLst>
                <a:path w="1117600" h="698500">
                  <a:moveTo>
                    <a:pt x="1117092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7992"/>
                  </a:lnTo>
                  <a:lnTo>
                    <a:pt x="1117092" y="697992"/>
                  </a:lnTo>
                  <a:lnTo>
                    <a:pt x="1117092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31023" y="3358133"/>
              <a:ext cx="1120140" cy="702310"/>
            </a:xfrm>
            <a:custGeom>
              <a:avLst/>
              <a:gdLst/>
              <a:ahLst/>
              <a:cxnLst/>
              <a:rect l="l" t="t" r="r" b="b"/>
              <a:pathLst>
                <a:path w="1120139" h="702310">
                  <a:moveTo>
                    <a:pt x="1120140" y="140208"/>
                  </a:moveTo>
                  <a:lnTo>
                    <a:pt x="1118616" y="139458"/>
                  </a:lnTo>
                  <a:lnTo>
                    <a:pt x="1117092" y="139458"/>
                  </a:lnTo>
                  <a:lnTo>
                    <a:pt x="1117092" y="142506"/>
                  </a:lnTo>
                  <a:lnTo>
                    <a:pt x="1117092" y="698004"/>
                  </a:lnTo>
                  <a:lnTo>
                    <a:pt x="3048" y="698004"/>
                  </a:lnTo>
                  <a:lnTo>
                    <a:pt x="3048" y="142506"/>
                  </a:lnTo>
                  <a:lnTo>
                    <a:pt x="1117092" y="142506"/>
                  </a:lnTo>
                  <a:lnTo>
                    <a:pt x="1117092" y="139458"/>
                  </a:lnTo>
                  <a:lnTo>
                    <a:pt x="422148" y="139458"/>
                  </a:lnTo>
                  <a:lnTo>
                    <a:pt x="422148" y="1524"/>
                  </a:lnTo>
                  <a:lnTo>
                    <a:pt x="420624" y="0"/>
                  </a:lnTo>
                  <a:lnTo>
                    <a:pt x="419100" y="0"/>
                  </a:lnTo>
                  <a:lnTo>
                    <a:pt x="419100" y="3048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48"/>
                  </a:lnTo>
                  <a:lnTo>
                    <a:pt x="419100" y="3048"/>
                  </a:lnTo>
                  <a:lnTo>
                    <a:pt x="41910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699528"/>
                  </a:lnTo>
                  <a:lnTo>
                    <a:pt x="0" y="700468"/>
                  </a:lnTo>
                  <a:lnTo>
                    <a:pt x="622" y="700468"/>
                  </a:lnTo>
                  <a:lnTo>
                    <a:pt x="1524" y="701814"/>
                  </a:lnTo>
                  <a:lnTo>
                    <a:pt x="3048" y="701814"/>
                  </a:lnTo>
                  <a:lnTo>
                    <a:pt x="1117092" y="701814"/>
                  </a:lnTo>
                  <a:lnTo>
                    <a:pt x="1118616" y="701814"/>
                  </a:lnTo>
                  <a:lnTo>
                    <a:pt x="1118997" y="701230"/>
                  </a:lnTo>
                  <a:lnTo>
                    <a:pt x="1119632" y="701230"/>
                  </a:lnTo>
                  <a:lnTo>
                    <a:pt x="1119632" y="700290"/>
                  </a:lnTo>
                  <a:lnTo>
                    <a:pt x="1120140" y="699528"/>
                  </a:lnTo>
                  <a:lnTo>
                    <a:pt x="1120140" y="140982"/>
                  </a:lnTo>
                  <a:lnTo>
                    <a:pt x="1120140" y="140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433702" y="3683761"/>
            <a:ext cx="11144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Behavior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30781" y="4196333"/>
            <a:ext cx="1121410" cy="702310"/>
            <a:chOff x="1430781" y="4196333"/>
            <a:chExt cx="1121410" cy="702310"/>
          </a:xfrm>
        </p:grpSpPr>
        <p:sp>
          <p:nvSpPr>
            <p:cNvPr id="18" name="object 18"/>
            <p:cNvSpPr/>
            <p:nvPr/>
          </p:nvSpPr>
          <p:spPr>
            <a:xfrm>
              <a:off x="1430769" y="4335779"/>
              <a:ext cx="1121410" cy="562610"/>
            </a:xfrm>
            <a:custGeom>
              <a:avLst/>
              <a:gdLst/>
              <a:ahLst/>
              <a:cxnLst/>
              <a:rect l="l" t="t" r="r" b="b"/>
              <a:pathLst>
                <a:path w="1121410" h="562610">
                  <a:moveTo>
                    <a:pt x="1121410" y="560070"/>
                  </a:moveTo>
                  <a:lnTo>
                    <a:pt x="1120406" y="560070"/>
                  </a:lnTo>
                  <a:lnTo>
                    <a:pt x="1120406" y="1524"/>
                  </a:lnTo>
                  <a:lnTo>
                    <a:pt x="1120406" y="762"/>
                  </a:lnTo>
                  <a:lnTo>
                    <a:pt x="1118882" y="0"/>
                  </a:lnTo>
                  <a:lnTo>
                    <a:pt x="1117358" y="1524"/>
                  </a:lnTo>
                  <a:lnTo>
                    <a:pt x="1118870" y="1524"/>
                  </a:lnTo>
                  <a:lnTo>
                    <a:pt x="1118870" y="560070"/>
                  </a:lnTo>
                  <a:lnTo>
                    <a:pt x="1117358" y="560070"/>
                  </a:lnTo>
                  <a:lnTo>
                    <a:pt x="1270" y="560070"/>
                  </a:lnTo>
                  <a:lnTo>
                    <a:pt x="1270" y="559130"/>
                  </a:lnTo>
                  <a:lnTo>
                    <a:pt x="0" y="559130"/>
                  </a:lnTo>
                  <a:lnTo>
                    <a:pt x="0" y="561797"/>
                  </a:lnTo>
                  <a:lnTo>
                    <a:pt x="1270" y="561797"/>
                  </a:lnTo>
                  <a:lnTo>
                    <a:pt x="1270" y="562368"/>
                  </a:lnTo>
                  <a:lnTo>
                    <a:pt x="1121410" y="562368"/>
                  </a:lnTo>
                  <a:lnTo>
                    <a:pt x="1121410" y="560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32547" y="4197857"/>
              <a:ext cx="1117600" cy="698500"/>
            </a:xfrm>
            <a:custGeom>
              <a:avLst/>
              <a:gdLst/>
              <a:ahLst/>
              <a:cxnLst/>
              <a:rect l="l" t="t" r="r" b="b"/>
              <a:pathLst>
                <a:path w="1117600" h="698500">
                  <a:moveTo>
                    <a:pt x="1117092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7992"/>
                  </a:lnTo>
                  <a:lnTo>
                    <a:pt x="1117092" y="697992"/>
                  </a:lnTo>
                  <a:lnTo>
                    <a:pt x="1117092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431023" y="4196333"/>
              <a:ext cx="1120140" cy="702310"/>
            </a:xfrm>
            <a:custGeom>
              <a:avLst/>
              <a:gdLst/>
              <a:ahLst/>
              <a:cxnLst/>
              <a:rect l="l" t="t" r="r" b="b"/>
              <a:pathLst>
                <a:path w="1120139" h="702310">
                  <a:moveTo>
                    <a:pt x="1120140" y="140208"/>
                  </a:moveTo>
                  <a:lnTo>
                    <a:pt x="1118616" y="139458"/>
                  </a:lnTo>
                  <a:lnTo>
                    <a:pt x="1117092" y="139458"/>
                  </a:lnTo>
                  <a:lnTo>
                    <a:pt x="1117092" y="142506"/>
                  </a:lnTo>
                  <a:lnTo>
                    <a:pt x="1117092" y="698004"/>
                  </a:lnTo>
                  <a:lnTo>
                    <a:pt x="3048" y="698004"/>
                  </a:lnTo>
                  <a:lnTo>
                    <a:pt x="3048" y="142506"/>
                  </a:lnTo>
                  <a:lnTo>
                    <a:pt x="1117092" y="142506"/>
                  </a:lnTo>
                  <a:lnTo>
                    <a:pt x="1117092" y="139458"/>
                  </a:lnTo>
                  <a:lnTo>
                    <a:pt x="422148" y="139458"/>
                  </a:lnTo>
                  <a:lnTo>
                    <a:pt x="422148" y="1524"/>
                  </a:lnTo>
                  <a:lnTo>
                    <a:pt x="420624" y="0"/>
                  </a:lnTo>
                  <a:lnTo>
                    <a:pt x="419100" y="0"/>
                  </a:lnTo>
                  <a:lnTo>
                    <a:pt x="419100" y="3048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48"/>
                  </a:lnTo>
                  <a:lnTo>
                    <a:pt x="419100" y="3048"/>
                  </a:lnTo>
                  <a:lnTo>
                    <a:pt x="41910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699528"/>
                  </a:lnTo>
                  <a:lnTo>
                    <a:pt x="0" y="700468"/>
                  </a:lnTo>
                  <a:lnTo>
                    <a:pt x="622" y="700468"/>
                  </a:lnTo>
                  <a:lnTo>
                    <a:pt x="1524" y="701814"/>
                  </a:lnTo>
                  <a:lnTo>
                    <a:pt x="3048" y="701814"/>
                  </a:lnTo>
                  <a:lnTo>
                    <a:pt x="1117092" y="701814"/>
                  </a:lnTo>
                  <a:lnTo>
                    <a:pt x="1118616" y="701814"/>
                  </a:lnTo>
                  <a:lnTo>
                    <a:pt x="1118997" y="701230"/>
                  </a:lnTo>
                  <a:lnTo>
                    <a:pt x="1119632" y="701230"/>
                  </a:lnTo>
                  <a:lnTo>
                    <a:pt x="1119632" y="700290"/>
                  </a:lnTo>
                  <a:lnTo>
                    <a:pt x="1120140" y="699528"/>
                  </a:lnTo>
                  <a:lnTo>
                    <a:pt x="1120140" y="140982"/>
                  </a:lnTo>
                  <a:lnTo>
                    <a:pt x="1120140" y="140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433702" y="4521961"/>
            <a:ext cx="11144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Structure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30781" y="2521457"/>
            <a:ext cx="1121410" cy="700405"/>
            <a:chOff x="1430781" y="2521457"/>
            <a:chExt cx="1121410" cy="700405"/>
          </a:xfrm>
        </p:grpSpPr>
        <p:sp>
          <p:nvSpPr>
            <p:cNvPr id="23" name="object 23"/>
            <p:cNvSpPr/>
            <p:nvPr/>
          </p:nvSpPr>
          <p:spPr>
            <a:xfrm>
              <a:off x="1430769" y="2660903"/>
              <a:ext cx="1121410" cy="561340"/>
            </a:xfrm>
            <a:custGeom>
              <a:avLst/>
              <a:gdLst/>
              <a:ahLst/>
              <a:cxnLst/>
              <a:rect l="l" t="t" r="r" b="b"/>
              <a:pathLst>
                <a:path w="1121410" h="561339">
                  <a:moveTo>
                    <a:pt x="1121410" y="558546"/>
                  </a:moveTo>
                  <a:lnTo>
                    <a:pt x="1120406" y="558546"/>
                  </a:lnTo>
                  <a:lnTo>
                    <a:pt x="1120406" y="1524"/>
                  </a:lnTo>
                  <a:lnTo>
                    <a:pt x="1120406" y="762"/>
                  </a:lnTo>
                  <a:lnTo>
                    <a:pt x="1118882" y="0"/>
                  </a:lnTo>
                  <a:lnTo>
                    <a:pt x="1117358" y="1524"/>
                  </a:lnTo>
                  <a:lnTo>
                    <a:pt x="1118870" y="1524"/>
                  </a:lnTo>
                  <a:lnTo>
                    <a:pt x="1118870" y="558546"/>
                  </a:lnTo>
                  <a:lnTo>
                    <a:pt x="1117358" y="558546"/>
                  </a:lnTo>
                  <a:lnTo>
                    <a:pt x="1270" y="558546"/>
                  </a:lnTo>
                  <a:lnTo>
                    <a:pt x="1270" y="557606"/>
                  </a:lnTo>
                  <a:lnTo>
                    <a:pt x="0" y="557606"/>
                  </a:lnTo>
                  <a:lnTo>
                    <a:pt x="0" y="560273"/>
                  </a:lnTo>
                  <a:lnTo>
                    <a:pt x="1270" y="560273"/>
                  </a:lnTo>
                  <a:lnTo>
                    <a:pt x="1270" y="560844"/>
                  </a:lnTo>
                  <a:lnTo>
                    <a:pt x="1121410" y="560844"/>
                  </a:lnTo>
                  <a:lnTo>
                    <a:pt x="1121410" y="558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432547" y="2522981"/>
              <a:ext cx="1117600" cy="696595"/>
            </a:xfrm>
            <a:custGeom>
              <a:avLst/>
              <a:gdLst/>
              <a:ahLst/>
              <a:cxnLst/>
              <a:rect l="l" t="t" r="r" b="b"/>
              <a:pathLst>
                <a:path w="1117600" h="696594">
                  <a:moveTo>
                    <a:pt x="1117092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6468"/>
                  </a:lnTo>
                  <a:lnTo>
                    <a:pt x="1117092" y="696468"/>
                  </a:lnTo>
                  <a:lnTo>
                    <a:pt x="1117092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31023" y="2521457"/>
              <a:ext cx="1120140" cy="700405"/>
            </a:xfrm>
            <a:custGeom>
              <a:avLst/>
              <a:gdLst/>
              <a:ahLst/>
              <a:cxnLst/>
              <a:rect l="l" t="t" r="r" b="b"/>
              <a:pathLst>
                <a:path w="1120139" h="700405">
                  <a:moveTo>
                    <a:pt x="1120140" y="140208"/>
                  </a:moveTo>
                  <a:lnTo>
                    <a:pt x="1118616" y="139446"/>
                  </a:lnTo>
                  <a:lnTo>
                    <a:pt x="1117092" y="139446"/>
                  </a:lnTo>
                  <a:lnTo>
                    <a:pt x="1117092" y="142494"/>
                  </a:lnTo>
                  <a:lnTo>
                    <a:pt x="1117092" y="696468"/>
                  </a:lnTo>
                  <a:lnTo>
                    <a:pt x="3048" y="696468"/>
                  </a:lnTo>
                  <a:lnTo>
                    <a:pt x="3048" y="142506"/>
                  </a:lnTo>
                  <a:lnTo>
                    <a:pt x="419100" y="142506"/>
                  </a:lnTo>
                  <a:lnTo>
                    <a:pt x="420624" y="142506"/>
                  </a:lnTo>
                  <a:lnTo>
                    <a:pt x="1117092" y="142494"/>
                  </a:lnTo>
                  <a:lnTo>
                    <a:pt x="1117092" y="139446"/>
                  </a:lnTo>
                  <a:lnTo>
                    <a:pt x="422148" y="139446"/>
                  </a:lnTo>
                  <a:lnTo>
                    <a:pt x="422148" y="1536"/>
                  </a:lnTo>
                  <a:lnTo>
                    <a:pt x="420624" y="12"/>
                  </a:lnTo>
                  <a:lnTo>
                    <a:pt x="419100" y="12"/>
                  </a:lnTo>
                  <a:lnTo>
                    <a:pt x="419100" y="3060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60"/>
                  </a:lnTo>
                  <a:lnTo>
                    <a:pt x="419100" y="3060"/>
                  </a:lnTo>
                  <a:lnTo>
                    <a:pt x="419100" y="12"/>
                  </a:lnTo>
                  <a:lnTo>
                    <a:pt x="1536" y="12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697992"/>
                  </a:lnTo>
                  <a:lnTo>
                    <a:pt x="0" y="698944"/>
                  </a:lnTo>
                  <a:lnTo>
                    <a:pt x="635" y="698944"/>
                  </a:lnTo>
                  <a:lnTo>
                    <a:pt x="1524" y="700278"/>
                  </a:lnTo>
                  <a:lnTo>
                    <a:pt x="3048" y="700278"/>
                  </a:lnTo>
                  <a:lnTo>
                    <a:pt x="1117092" y="700278"/>
                  </a:lnTo>
                  <a:lnTo>
                    <a:pt x="1118616" y="700278"/>
                  </a:lnTo>
                  <a:lnTo>
                    <a:pt x="1118997" y="699706"/>
                  </a:lnTo>
                  <a:lnTo>
                    <a:pt x="1119632" y="699706"/>
                  </a:lnTo>
                  <a:lnTo>
                    <a:pt x="1119632" y="698754"/>
                  </a:lnTo>
                  <a:lnTo>
                    <a:pt x="1120140" y="697992"/>
                  </a:lnTo>
                  <a:lnTo>
                    <a:pt x="1120140" y="140970"/>
                  </a:lnTo>
                  <a:lnTo>
                    <a:pt x="1120140" y="140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433702" y="2847086"/>
            <a:ext cx="11144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97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Requirements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30781" y="1683257"/>
            <a:ext cx="1121410" cy="702310"/>
            <a:chOff x="1430781" y="1683257"/>
            <a:chExt cx="1121410" cy="702310"/>
          </a:xfrm>
        </p:grpSpPr>
        <p:sp>
          <p:nvSpPr>
            <p:cNvPr id="28" name="object 28"/>
            <p:cNvSpPr/>
            <p:nvPr/>
          </p:nvSpPr>
          <p:spPr>
            <a:xfrm>
              <a:off x="1430769" y="1822703"/>
              <a:ext cx="1121410" cy="562610"/>
            </a:xfrm>
            <a:custGeom>
              <a:avLst/>
              <a:gdLst/>
              <a:ahLst/>
              <a:cxnLst/>
              <a:rect l="l" t="t" r="r" b="b"/>
              <a:pathLst>
                <a:path w="1121410" h="562610">
                  <a:moveTo>
                    <a:pt x="1121410" y="560832"/>
                  </a:moveTo>
                  <a:lnTo>
                    <a:pt x="1120406" y="560832"/>
                  </a:lnTo>
                  <a:lnTo>
                    <a:pt x="1120406" y="1524"/>
                  </a:lnTo>
                  <a:lnTo>
                    <a:pt x="1120406" y="762"/>
                  </a:lnTo>
                  <a:lnTo>
                    <a:pt x="1118882" y="0"/>
                  </a:lnTo>
                  <a:lnTo>
                    <a:pt x="1117358" y="1524"/>
                  </a:lnTo>
                  <a:lnTo>
                    <a:pt x="1118870" y="1524"/>
                  </a:lnTo>
                  <a:lnTo>
                    <a:pt x="1118870" y="560832"/>
                  </a:lnTo>
                  <a:lnTo>
                    <a:pt x="1117358" y="560832"/>
                  </a:lnTo>
                  <a:lnTo>
                    <a:pt x="1270" y="560832"/>
                  </a:lnTo>
                  <a:lnTo>
                    <a:pt x="1270" y="559117"/>
                  </a:lnTo>
                  <a:lnTo>
                    <a:pt x="0" y="559117"/>
                  </a:lnTo>
                  <a:lnTo>
                    <a:pt x="0" y="561784"/>
                  </a:lnTo>
                  <a:lnTo>
                    <a:pt x="1270" y="561784"/>
                  </a:lnTo>
                  <a:lnTo>
                    <a:pt x="1270" y="562356"/>
                  </a:lnTo>
                  <a:lnTo>
                    <a:pt x="1117358" y="562356"/>
                  </a:lnTo>
                  <a:lnTo>
                    <a:pt x="1120406" y="562356"/>
                  </a:lnTo>
                  <a:lnTo>
                    <a:pt x="1121410" y="562356"/>
                  </a:lnTo>
                  <a:lnTo>
                    <a:pt x="1121410" y="5608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432547" y="1684781"/>
              <a:ext cx="1117600" cy="699135"/>
            </a:xfrm>
            <a:custGeom>
              <a:avLst/>
              <a:gdLst/>
              <a:ahLst/>
              <a:cxnLst/>
              <a:rect l="l" t="t" r="r" b="b"/>
              <a:pathLst>
                <a:path w="1117600" h="699135">
                  <a:moveTo>
                    <a:pt x="1117092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8754"/>
                  </a:lnTo>
                  <a:lnTo>
                    <a:pt x="1117092" y="698754"/>
                  </a:lnTo>
                  <a:lnTo>
                    <a:pt x="1117092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431023" y="1683257"/>
              <a:ext cx="1120140" cy="702310"/>
            </a:xfrm>
            <a:custGeom>
              <a:avLst/>
              <a:gdLst/>
              <a:ahLst/>
              <a:cxnLst/>
              <a:rect l="l" t="t" r="r" b="b"/>
              <a:pathLst>
                <a:path w="1120139" h="702310">
                  <a:moveTo>
                    <a:pt x="1120140" y="140208"/>
                  </a:moveTo>
                  <a:lnTo>
                    <a:pt x="1118616" y="139446"/>
                  </a:lnTo>
                  <a:lnTo>
                    <a:pt x="1117092" y="139446"/>
                  </a:lnTo>
                  <a:lnTo>
                    <a:pt x="1117092" y="142494"/>
                  </a:lnTo>
                  <a:lnTo>
                    <a:pt x="1117092" y="697992"/>
                  </a:lnTo>
                  <a:lnTo>
                    <a:pt x="3048" y="697992"/>
                  </a:lnTo>
                  <a:lnTo>
                    <a:pt x="3048" y="142506"/>
                  </a:lnTo>
                  <a:lnTo>
                    <a:pt x="419100" y="142506"/>
                  </a:lnTo>
                  <a:lnTo>
                    <a:pt x="420624" y="142506"/>
                  </a:lnTo>
                  <a:lnTo>
                    <a:pt x="1117092" y="142494"/>
                  </a:lnTo>
                  <a:lnTo>
                    <a:pt x="1117092" y="139446"/>
                  </a:lnTo>
                  <a:lnTo>
                    <a:pt x="422148" y="139446"/>
                  </a:lnTo>
                  <a:lnTo>
                    <a:pt x="422148" y="1536"/>
                  </a:lnTo>
                  <a:lnTo>
                    <a:pt x="420624" y="12"/>
                  </a:lnTo>
                  <a:lnTo>
                    <a:pt x="419100" y="12"/>
                  </a:lnTo>
                  <a:lnTo>
                    <a:pt x="419100" y="3060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60"/>
                  </a:lnTo>
                  <a:lnTo>
                    <a:pt x="419100" y="3060"/>
                  </a:lnTo>
                  <a:lnTo>
                    <a:pt x="419100" y="12"/>
                  </a:lnTo>
                  <a:lnTo>
                    <a:pt x="1536" y="12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700278"/>
                  </a:lnTo>
                  <a:lnTo>
                    <a:pt x="0" y="700913"/>
                  </a:lnTo>
                  <a:lnTo>
                    <a:pt x="635" y="700913"/>
                  </a:lnTo>
                  <a:lnTo>
                    <a:pt x="1524" y="701802"/>
                  </a:lnTo>
                  <a:lnTo>
                    <a:pt x="3048" y="701802"/>
                  </a:lnTo>
                  <a:lnTo>
                    <a:pt x="1117092" y="701802"/>
                  </a:lnTo>
                  <a:lnTo>
                    <a:pt x="1118616" y="701802"/>
                  </a:lnTo>
                  <a:lnTo>
                    <a:pt x="1118997" y="701421"/>
                  </a:lnTo>
                  <a:lnTo>
                    <a:pt x="1119632" y="701421"/>
                  </a:lnTo>
                  <a:lnTo>
                    <a:pt x="1119632" y="700786"/>
                  </a:lnTo>
                  <a:lnTo>
                    <a:pt x="1120140" y="700278"/>
                  </a:lnTo>
                  <a:lnTo>
                    <a:pt x="1120140" y="140970"/>
                  </a:lnTo>
                  <a:lnTo>
                    <a:pt x="1120140" y="140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433702" y="2008886"/>
            <a:ext cx="11144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Use</a:t>
            </a:r>
            <a:r>
              <a:rPr dirty="0" sz="1000" spc="-6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Cases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670553" y="1264157"/>
            <a:ext cx="2086610" cy="4749800"/>
            <a:chOff x="3670553" y="1264157"/>
            <a:chExt cx="2086610" cy="4749800"/>
          </a:xfrm>
        </p:grpSpPr>
        <p:sp>
          <p:nvSpPr>
            <p:cNvPr id="33" name="object 33"/>
            <p:cNvSpPr/>
            <p:nvPr/>
          </p:nvSpPr>
          <p:spPr>
            <a:xfrm>
              <a:off x="3670553" y="1264158"/>
              <a:ext cx="2086610" cy="4749800"/>
            </a:xfrm>
            <a:custGeom>
              <a:avLst/>
              <a:gdLst/>
              <a:ahLst/>
              <a:cxnLst/>
              <a:rect l="l" t="t" r="r" b="b"/>
              <a:pathLst>
                <a:path w="2086610" h="4749800">
                  <a:moveTo>
                    <a:pt x="2086356" y="4748022"/>
                  </a:moveTo>
                  <a:lnTo>
                    <a:pt x="2086356" y="1523"/>
                  </a:lnTo>
                  <a:lnTo>
                    <a:pt x="2084832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748022"/>
                  </a:lnTo>
                  <a:lnTo>
                    <a:pt x="1524" y="4749546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2082545" y="3047"/>
                  </a:lnTo>
                  <a:lnTo>
                    <a:pt x="2082545" y="1523"/>
                  </a:lnTo>
                  <a:lnTo>
                    <a:pt x="2084832" y="3047"/>
                  </a:lnTo>
                  <a:lnTo>
                    <a:pt x="2084832" y="4749546"/>
                  </a:lnTo>
                  <a:lnTo>
                    <a:pt x="2086356" y="4748022"/>
                  </a:lnTo>
                  <a:close/>
                </a:path>
                <a:path w="2086610" h="474980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2086610" h="4749800">
                  <a:moveTo>
                    <a:pt x="3048" y="4746498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4746498"/>
                  </a:lnTo>
                  <a:lnTo>
                    <a:pt x="3048" y="4746498"/>
                  </a:lnTo>
                  <a:close/>
                </a:path>
                <a:path w="2086610" h="4749800">
                  <a:moveTo>
                    <a:pt x="2084832" y="4746498"/>
                  </a:moveTo>
                  <a:lnTo>
                    <a:pt x="1524" y="4746498"/>
                  </a:lnTo>
                  <a:lnTo>
                    <a:pt x="3048" y="4748022"/>
                  </a:lnTo>
                  <a:lnTo>
                    <a:pt x="3048" y="4749546"/>
                  </a:lnTo>
                  <a:lnTo>
                    <a:pt x="2082546" y="4749546"/>
                  </a:lnTo>
                  <a:lnTo>
                    <a:pt x="2082546" y="4748022"/>
                  </a:lnTo>
                  <a:lnTo>
                    <a:pt x="2084832" y="4746498"/>
                  </a:lnTo>
                  <a:close/>
                </a:path>
                <a:path w="2086610" h="4749800">
                  <a:moveTo>
                    <a:pt x="3048" y="4749546"/>
                  </a:moveTo>
                  <a:lnTo>
                    <a:pt x="3048" y="4748022"/>
                  </a:lnTo>
                  <a:lnTo>
                    <a:pt x="1524" y="4746498"/>
                  </a:lnTo>
                  <a:lnTo>
                    <a:pt x="1524" y="4749546"/>
                  </a:lnTo>
                  <a:lnTo>
                    <a:pt x="3048" y="4749546"/>
                  </a:lnTo>
                  <a:close/>
                </a:path>
                <a:path w="2086610" h="4749800">
                  <a:moveTo>
                    <a:pt x="2084832" y="3047"/>
                  </a:moveTo>
                  <a:lnTo>
                    <a:pt x="2082545" y="1523"/>
                  </a:lnTo>
                  <a:lnTo>
                    <a:pt x="2082545" y="3047"/>
                  </a:lnTo>
                  <a:lnTo>
                    <a:pt x="2084832" y="3047"/>
                  </a:lnTo>
                  <a:close/>
                </a:path>
                <a:path w="2086610" h="4749800">
                  <a:moveTo>
                    <a:pt x="2084832" y="4746498"/>
                  </a:moveTo>
                  <a:lnTo>
                    <a:pt x="2084832" y="3047"/>
                  </a:lnTo>
                  <a:lnTo>
                    <a:pt x="2082545" y="3047"/>
                  </a:lnTo>
                  <a:lnTo>
                    <a:pt x="2082546" y="4746498"/>
                  </a:lnTo>
                  <a:lnTo>
                    <a:pt x="2084832" y="4746498"/>
                  </a:lnTo>
                  <a:close/>
                </a:path>
                <a:path w="2086610" h="4749800">
                  <a:moveTo>
                    <a:pt x="2084832" y="4749546"/>
                  </a:moveTo>
                  <a:lnTo>
                    <a:pt x="2084832" y="4746498"/>
                  </a:lnTo>
                  <a:lnTo>
                    <a:pt x="2082546" y="4748022"/>
                  </a:lnTo>
                  <a:lnTo>
                    <a:pt x="2082546" y="4749546"/>
                  </a:lnTo>
                  <a:lnTo>
                    <a:pt x="2084832" y="4749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672077" y="1265681"/>
              <a:ext cx="1805305" cy="280035"/>
            </a:xfrm>
            <a:custGeom>
              <a:avLst/>
              <a:gdLst/>
              <a:ahLst/>
              <a:cxnLst/>
              <a:rect l="l" t="t" r="r" b="b"/>
              <a:pathLst>
                <a:path w="1805304" h="280034">
                  <a:moveTo>
                    <a:pt x="1805177" y="139445"/>
                  </a:moveTo>
                  <a:lnTo>
                    <a:pt x="1805177" y="0"/>
                  </a:lnTo>
                  <a:lnTo>
                    <a:pt x="0" y="0"/>
                  </a:lnTo>
                  <a:lnTo>
                    <a:pt x="0" y="279653"/>
                  </a:lnTo>
                  <a:lnTo>
                    <a:pt x="1667256" y="279653"/>
                  </a:lnTo>
                  <a:lnTo>
                    <a:pt x="1805177" y="1394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670553" y="1264157"/>
              <a:ext cx="1808480" cy="283210"/>
            </a:xfrm>
            <a:custGeom>
              <a:avLst/>
              <a:gdLst/>
              <a:ahLst/>
              <a:cxnLst/>
              <a:rect l="l" t="t" r="r" b="b"/>
              <a:pathLst>
                <a:path w="1808479" h="283209">
                  <a:moveTo>
                    <a:pt x="1808226" y="140969"/>
                  </a:moveTo>
                  <a:lnTo>
                    <a:pt x="1808226" y="1523"/>
                  </a:lnTo>
                  <a:lnTo>
                    <a:pt x="1806702" y="0"/>
                  </a:lnTo>
                  <a:lnTo>
                    <a:pt x="1524" y="0"/>
                  </a:lnTo>
                  <a:lnTo>
                    <a:pt x="0" y="1523"/>
                  </a:lnTo>
                  <a:lnTo>
                    <a:pt x="0" y="281177"/>
                  </a:lnTo>
                  <a:lnTo>
                    <a:pt x="1524" y="282701"/>
                  </a:lnTo>
                  <a:lnTo>
                    <a:pt x="1524" y="3047"/>
                  </a:lnTo>
                  <a:lnTo>
                    <a:pt x="3048" y="1523"/>
                  </a:lnTo>
                  <a:lnTo>
                    <a:pt x="3048" y="3047"/>
                  </a:lnTo>
                  <a:lnTo>
                    <a:pt x="1805178" y="3047"/>
                  </a:lnTo>
                  <a:lnTo>
                    <a:pt x="1805178" y="1523"/>
                  </a:lnTo>
                  <a:lnTo>
                    <a:pt x="1806702" y="3047"/>
                  </a:lnTo>
                  <a:lnTo>
                    <a:pt x="1806702" y="143264"/>
                  </a:lnTo>
                  <a:lnTo>
                    <a:pt x="1807464" y="142493"/>
                  </a:lnTo>
                  <a:lnTo>
                    <a:pt x="1808226" y="140969"/>
                  </a:lnTo>
                  <a:close/>
                </a:path>
                <a:path w="1808479" h="283209">
                  <a:moveTo>
                    <a:pt x="3048" y="3047"/>
                  </a:moveTo>
                  <a:lnTo>
                    <a:pt x="3048" y="1523"/>
                  </a:lnTo>
                  <a:lnTo>
                    <a:pt x="1524" y="3047"/>
                  </a:lnTo>
                  <a:lnTo>
                    <a:pt x="3048" y="3047"/>
                  </a:lnTo>
                  <a:close/>
                </a:path>
                <a:path w="1808479" h="283209">
                  <a:moveTo>
                    <a:pt x="3048" y="278891"/>
                  </a:moveTo>
                  <a:lnTo>
                    <a:pt x="3048" y="3047"/>
                  </a:lnTo>
                  <a:lnTo>
                    <a:pt x="1524" y="3047"/>
                  </a:lnTo>
                  <a:lnTo>
                    <a:pt x="1524" y="278891"/>
                  </a:lnTo>
                  <a:lnTo>
                    <a:pt x="3048" y="278891"/>
                  </a:lnTo>
                  <a:close/>
                </a:path>
                <a:path w="1808479" h="283209">
                  <a:moveTo>
                    <a:pt x="1668013" y="278892"/>
                  </a:moveTo>
                  <a:lnTo>
                    <a:pt x="1524" y="278891"/>
                  </a:lnTo>
                  <a:lnTo>
                    <a:pt x="3048" y="281177"/>
                  </a:lnTo>
                  <a:lnTo>
                    <a:pt x="3048" y="282701"/>
                  </a:lnTo>
                  <a:lnTo>
                    <a:pt x="1667256" y="282701"/>
                  </a:lnTo>
                  <a:lnTo>
                    <a:pt x="1667256" y="279653"/>
                  </a:lnTo>
                  <a:lnTo>
                    <a:pt x="1668013" y="278892"/>
                  </a:lnTo>
                  <a:close/>
                </a:path>
                <a:path w="1808479" h="283209">
                  <a:moveTo>
                    <a:pt x="3048" y="282701"/>
                  </a:moveTo>
                  <a:lnTo>
                    <a:pt x="3048" y="281177"/>
                  </a:lnTo>
                  <a:lnTo>
                    <a:pt x="1524" y="278891"/>
                  </a:lnTo>
                  <a:lnTo>
                    <a:pt x="1524" y="282701"/>
                  </a:lnTo>
                  <a:lnTo>
                    <a:pt x="3048" y="282701"/>
                  </a:lnTo>
                  <a:close/>
                </a:path>
                <a:path w="1808479" h="283209">
                  <a:moveTo>
                    <a:pt x="1668780" y="278891"/>
                  </a:moveTo>
                  <a:lnTo>
                    <a:pt x="1668013" y="278892"/>
                  </a:lnTo>
                  <a:lnTo>
                    <a:pt x="1667256" y="279653"/>
                  </a:lnTo>
                  <a:lnTo>
                    <a:pt x="1668780" y="278891"/>
                  </a:lnTo>
                  <a:close/>
                </a:path>
                <a:path w="1808479" h="283209">
                  <a:moveTo>
                    <a:pt x="1668780" y="282701"/>
                  </a:moveTo>
                  <a:lnTo>
                    <a:pt x="1668780" y="278891"/>
                  </a:lnTo>
                  <a:lnTo>
                    <a:pt x="1667256" y="279653"/>
                  </a:lnTo>
                  <a:lnTo>
                    <a:pt x="1667256" y="282701"/>
                  </a:lnTo>
                  <a:lnTo>
                    <a:pt x="1668780" y="282701"/>
                  </a:lnTo>
                  <a:close/>
                </a:path>
                <a:path w="1808479" h="283209">
                  <a:moveTo>
                    <a:pt x="1805940" y="144034"/>
                  </a:moveTo>
                  <a:lnTo>
                    <a:pt x="1805940" y="140207"/>
                  </a:lnTo>
                  <a:lnTo>
                    <a:pt x="1668013" y="278892"/>
                  </a:lnTo>
                  <a:lnTo>
                    <a:pt x="1668780" y="278891"/>
                  </a:lnTo>
                  <a:lnTo>
                    <a:pt x="1668780" y="282701"/>
                  </a:lnTo>
                  <a:lnTo>
                    <a:pt x="1805940" y="144034"/>
                  </a:lnTo>
                  <a:close/>
                </a:path>
                <a:path w="1808479" h="283209">
                  <a:moveTo>
                    <a:pt x="1806702" y="3047"/>
                  </a:moveTo>
                  <a:lnTo>
                    <a:pt x="1805178" y="1523"/>
                  </a:lnTo>
                  <a:lnTo>
                    <a:pt x="1805178" y="3047"/>
                  </a:lnTo>
                  <a:lnTo>
                    <a:pt x="1806702" y="3047"/>
                  </a:lnTo>
                  <a:close/>
                </a:path>
                <a:path w="1808479" h="283209">
                  <a:moveTo>
                    <a:pt x="1806702" y="143264"/>
                  </a:moveTo>
                  <a:lnTo>
                    <a:pt x="1806702" y="3047"/>
                  </a:lnTo>
                  <a:lnTo>
                    <a:pt x="1805178" y="3047"/>
                  </a:lnTo>
                  <a:lnTo>
                    <a:pt x="1805178" y="140969"/>
                  </a:lnTo>
                  <a:lnTo>
                    <a:pt x="1805940" y="140207"/>
                  </a:lnTo>
                  <a:lnTo>
                    <a:pt x="1805940" y="144034"/>
                  </a:lnTo>
                  <a:lnTo>
                    <a:pt x="1806702" y="143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3795776" y="1312417"/>
            <a:ext cx="15627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pkg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spc="-5">
                <a:latin typeface="Arial MT"/>
                <a:cs typeface="Arial MT"/>
              </a:rPr>
              <a:t>SampleMo</a:t>
            </a:r>
            <a:r>
              <a:rPr dirty="0" sz="1000" spc="-15">
                <a:latin typeface="Arial MT"/>
                <a:cs typeface="Arial MT"/>
              </a:rPr>
              <a:t>d</a:t>
            </a:r>
            <a:r>
              <a:rPr dirty="0" sz="1000" spc="-10">
                <a:latin typeface="Arial MT"/>
                <a:cs typeface="Arial MT"/>
              </a:rPr>
              <a:t>e</a:t>
            </a:r>
            <a:r>
              <a:rPr dirty="0" sz="1000">
                <a:latin typeface="Arial MT"/>
                <a:cs typeface="Arial MT"/>
              </a:rPr>
              <a:t>l</a:t>
            </a:r>
            <a:r>
              <a:rPr dirty="0" sz="1000" spc="-15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[b</a:t>
            </a:r>
            <a:r>
              <a:rPr dirty="0" sz="1000">
                <a:latin typeface="Arial MT"/>
                <a:cs typeface="Arial MT"/>
              </a:rPr>
              <a:t>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leve</a:t>
            </a:r>
            <a:r>
              <a:rPr dirty="0" sz="1000" spc="-80">
                <a:latin typeface="Arial MT"/>
                <a:cs typeface="Arial MT"/>
              </a:rPr>
              <a:t>l</a:t>
            </a:r>
            <a:r>
              <a:rPr dirty="0" sz="1000">
                <a:latin typeface="Arial MT"/>
                <a:cs typeface="Arial MT"/>
              </a:rPr>
              <a:t>]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167378" y="1683257"/>
            <a:ext cx="1122045" cy="702310"/>
            <a:chOff x="4167378" y="1683257"/>
            <a:chExt cx="1122045" cy="702310"/>
          </a:xfrm>
        </p:grpSpPr>
        <p:sp>
          <p:nvSpPr>
            <p:cNvPr id="38" name="object 38"/>
            <p:cNvSpPr/>
            <p:nvPr/>
          </p:nvSpPr>
          <p:spPr>
            <a:xfrm>
              <a:off x="4167873" y="1822703"/>
              <a:ext cx="1121410" cy="562610"/>
            </a:xfrm>
            <a:custGeom>
              <a:avLst/>
              <a:gdLst/>
              <a:ahLst/>
              <a:cxnLst/>
              <a:rect l="l" t="t" r="r" b="b"/>
              <a:pathLst>
                <a:path w="1121410" h="562610">
                  <a:moveTo>
                    <a:pt x="1121410" y="560832"/>
                  </a:moveTo>
                  <a:lnTo>
                    <a:pt x="1120394" y="560832"/>
                  </a:lnTo>
                  <a:lnTo>
                    <a:pt x="1120394" y="1524"/>
                  </a:lnTo>
                  <a:lnTo>
                    <a:pt x="1118870" y="0"/>
                  </a:lnTo>
                  <a:lnTo>
                    <a:pt x="1117346" y="1524"/>
                  </a:lnTo>
                  <a:lnTo>
                    <a:pt x="1118870" y="1524"/>
                  </a:lnTo>
                  <a:lnTo>
                    <a:pt x="1118870" y="560832"/>
                  </a:lnTo>
                  <a:lnTo>
                    <a:pt x="1117346" y="560832"/>
                  </a:lnTo>
                  <a:lnTo>
                    <a:pt x="1270" y="560832"/>
                  </a:lnTo>
                  <a:lnTo>
                    <a:pt x="1270" y="558939"/>
                  </a:lnTo>
                  <a:lnTo>
                    <a:pt x="0" y="558939"/>
                  </a:lnTo>
                  <a:lnTo>
                    <a:pt x="0" y="560832"/>
                  </a:lnTo>
                  <a:lnTo>
                    <a:pt x="0" y="561975"/>
                  </a:lnTo>
                  <a:lnTo>
                    <a:pt x="1270" y="561975"/>
                  </a:lnTo>
                  <a:lnTo>
                    <a:pt x="1270" y="562356"/>
                  </a:lnTo>
                  <a:lnTo>
                    <a:pt x="1117346" y="562356"/>
                  </a:lnTo>
                  <a:lnTo>
                    <a:pt x="1120394" y="562356"/>
                  </a:lnTo>
                  <a:lnTo>
                    <a:pt x="1121410" y="562356"/>
                  </a:lnTo>
                  <a:lnTo>
                    <a:pt x="1121410" y="5608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168889" y="1684781"/>
              <a:ext cx="1118235" cy="699135"/>
            </a:xfrm>
            <a:custGeom>
              <a:avLst/>
              <a:gdLst/>
              <a:ahLst/>
              <a:cxnLst/>
              <a:rect l="l" t="t" r="r" b="b"/>
              <a:pathLst>
                <a:path w="1118235" h="699135">
                  <a:moveTo>
                    <a:pt x="1117854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8754"/>
                  </a:lnTo>
                  <a:lnTo>
                    <a:pt x="1117854" y="698754"/>
                  </a:lnTo>
                  <a:lnTo>
                    <a:pt x="1117854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167365" y="1683257"/>
              <a:ext cx="1121410" cy="702310"/>
            </a:xfrm>
            <a:custGeom>
              <a:avLst/>
              <a:gdLst/>
              <a:ahLst/>
              <a:cxnLst/>
              <a:rect l="l" t="t" r="r" b="b"/>
              <a:pathLst>
                <a:path w="1121410" h="702310">
                  <a:moveTo>
                    <a:pt x="1120902" y="140970"/>
                  </a:moveTo>
                  <a:lnTo>
                    <a:pt x="1119390" y="139446"/>
                  </a:lnTo>
                  <a:lnTo>
                    <a:pt x="1117854" y="139446"/>
                  </a:lnTo>
                  <a:lnTo>
                    <a:pt x="1117854" y="142494"/>
                  </a:lnTo>
                  <a:lnTo>
                    <a:pt x="1117854" y="697992"/>
                  </a:lnTo>
                  <a:lnTo>
                    <a:pt x="3048" y="697992"/>
                  </a:lnTo>
                  <a:lnTo>
                    <a:pt x="3048" y="142506"/>
                  </a:lnTo>
                  <a:lnTo>
                    <a:pt x="419100" y="142506"/>
                  </a:lnTo>
                  <a:lnTo>
                    <a:pt x="420624" y="142506"/>
                  </a:lnTo>
                  <a:lnTo>
                    <a:pt x="1117854" y="142494"/>
                  </a:lnTo>
                  <a:lnTo>
                    <a:pt x="1117854" y="139446"/>
                  </a:lnTo>
                  <a:lnTo>
                    <a:pt x="422148" y="139446"/>
                  </a:lnTo>
                  <a:lnTo>
                    <a:pt x="422148" y="1536"/>
                  </a:lnTo>
                  <a:lnTo>
                    <a:pt x="420624" y="12"/>
                  </a:lnTo>
                  <a:lnTo>
                    <a:pt x="419100" y="12"/>
                  </a:lnTo>
                  <a:lnTo>
                    <a:pt x="419100" y="3060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60"/>
                  </a:lnTo>
                  <a:lnTo>
                    <a:pt x="419100" y="3060"/>
                  </a:lnTo>
                  <a:lnTo>
                    <a:pt x="419100" y="12"/>
                  </a:lnTo>
                  <a:lnTo>
                    <a:pt x="3048" y="12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700278"/>
                  </a:lnTo>
                  <a:lnTo>
                    <a:pt x="0" y="700913"/>
                  </a:lnTo>
                  <a:lnTo>
                    <a:pt x="635" y="700913"/>
                  </a:lnTo>
                  <a:lnTo>
                    <a:pt x="1524" y="701802"/>
                  </a:lnTo>
                  <a:lnTo>
                    <a:pt x="3048" y="701802"/>
                  </a:lnTo>
                  <a:lnTo>
                    <a:pt x="1117854" y="701802"/>
                  </a:lnTo>
                  <a:lnTo>
                    <a:pt x="1119378" y="701802"/>
                  </a:lnTo>
                  <a:lnTo>
                    <a:pt x="1119759" y="701421"/>
                  </a:lnTo>
                  <a:lnTo>
                    <a:pt x="1120406" y="701421"/>
                  </a:lnTo>
                  <a:lnTo>
                    <a:pt x="1120406" y="700773"/>
                  </a:lnTo>
                  <a:lnTo>
                    <a:pt x="1120902" y="700278"/>
                  </a:lnTo>
                  <a:lnTo>
                    <a:pt x="1120902" y="140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4170171" y="2008886"/>
            <a:ext cx="11150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Enterprise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167378" y="2521457"/>
            <a:ext cx="1122045" cy="700405"/>
            <a:chOff x="4167378" y="2521457"/>
            <a:chExt cx="1122045" cy="700405"/>
          </a:xfrm>
        </p:grpSpPr>
        <p:sp>
          <p:nvSpPr>
            <p:cNvPr id="43" name="object 43"/>
            <p:cNvSpPr/>
            <p:nvPr/>
          </p:nvSpPr>
          <p:spPr>
            <a:xfrm>
              <a:off x="4167873" y="2660903"/>
              <a:ext cx="1121410" cy="561340"/>
            </a:xfrm>
            <a:custGeom>
              <a:avLst/>
              <a:gdLst/>
              <a:ahLst/>
              <a:cxnLst/>
              <a:rect l="l" t="t" r="r" b="b"/>
              <a:pathLst>
                <a:path w="1121410" h="561339">
                  <a:moveTo>
                    <a:pt x="1121410" y="558546"/>
                  </a:moveTo>
                  <a:lnTo>
                    <a:pt x="1120394" y="558546"/>
                  </a:lnTo>
                  <a:lnTo>
                    <a:pt x="1120394" y="1524"/>
                  </a:lnTo>
                  <a:lnTo>
                    <a:pt x="1118870" y="0"/>
                  </a:lnTo>
                  <a:lnTo>
                    <a:pt x="1117346" y="1524"/>
                  </a:lnTo>
                  <a:lnTo>
                    <a:pt x="1118870" y="1524"/>
                  </a:lnTo>
                  <a:lnTo>
                    <a:pt x="1118870" y="558546"/>
                  </a:lnTo>
                  <a:lnTo>
                    <a:pt x="1117346" y="558546"/>
                  </a:lnTo>
                  <a:lnTo>
                    <a:pt x="1270" y="558546"/>
                  </a:lnTo>
                  <a:lnTo>
                    <a:pt x="1270" y="557415"/>
                  </a:lnTo>
                  <a:lnTo>
                    <a:pt x="0" y="557415"/>
                  </a:lnTo>
                  <a:lnTo>
                    <a:pt x="0" y="558546"/>
                  </a:lnTo>
                  <a:lnTo>
                    <a:pt x="0" y="560463"/>
                  </a:lnTo>
                  <a:lnTo>
                    <a:pt x="1270" y="560463"/>
                  </a:lnTo>
                  <a:lnTo>
                    <a:pt x="1270" y="560844"/>
                  </a:lnTo>
                  <a:lnTo>
                    <a:pt x="1121410" y="560844"/>
                  </a:lnTo>
                  <a:lnTo>
                    <a:pt x="1121410" y="558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168889" y="2522981"/>
              <a:ext cx="1118235" cy="696595"/>
            </a:xfrm>
            <a:custGeom>
              <a:avLst/>
              <a:gdLst/>
              <a:ahLst/>
              <a:cxnLst/>
              <a:rect l="l" t="t" r="r" b="b"/>
              <a:pathLst>
                <a:path w="1118235" h="696594">
                  <a:moveTo>
                    <a:pt x="1117854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6468"/>
                  </a:lnTo>
                  <a:lnTo>
                    <a:pt x="1117854" y="696468"/>
                  </a:lnTo>
                  <a:lnTo>
                    <a:pt x="1117854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167365" y="2521457"/>
              <a:ext cx="1121410" cy="700405"/>
            </a:xfrm>
            <a:custGeom>
              <a:avLst/>
              <a:gdLst/>
              <a:ahLst/>
              <a:cxnLst/>
              <a:rect l="l" t="t" r="r" b="b"/>
              <a:pathLst>
                <a:path w="1121410" h="700405">
                  <a:moveTo>
                    <a:pt x="1120902" y="140970"/>
                  </a:moveTo>
                  <a:lnTo>
                    <a:pt x="1119390" y="139446"/>
                  </a:lnTo>
                  <a:lnTo>
                    <a:pt x="1117854" y="139446"/>
                  </a:lnTo>
                  <a:lnTo>
                    <a:pt x="1117854" y="142494"/>
                  </a:lnTo>
                  <a:lnTo>
                    <a:pt x="1117854" y="696468"/>
                  </a:lnTo>
                  <a:lnTo>
                    <a:pt x="3048" y="696468"/>
                  </a:lnTo>
                  <a:lnTo>
                    <a:pt x="3048" y="142506"/>
                  </a:lnTo>
                  <a:lnTo>
                    <a:pt x="419100" y="142506"/>
                  </a:lnTo>
                  <a:lnTo>
                    <a:pt x="420624" y="142506"/>
                  </a:lnTo>
                  <a:lnTo>
                    <a:pt x="1117854" y="142494"/>
                  </a:lnTo>
                  <a:lnTo>
                    <a:pt x="1117854" y="139446"/>
                  </a:lnTo>
                  <a:lnTo>
                    <a:pt x="422148" y="139446"/>
                  </a:lnTo>
                  <a:lnTo>
                    <a:pt x="422148" y="1536"/>
                  </a:lnTo>
                  <a:lnTo>
                    <a:pt x="420624" y="12"/>
                  </a:lnTo>
                  <a:lnTo>
                    <a:pt x="419100" y="12"/>
                  </a:lnTo>
                  <a:lnTo>
                    <a:pt x="419100" y="3060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60"/>
                  </a:lnTo>
                  <a:lnTo>
                    <a:pt x="419100" y="3060"/>
                  </a:lnTo>
                  <a:lnTo>
                    <a:pt x="419100" y="12"/>
                  </a:lnTo>
                  <a:lnTo>
                    <a:pt x="3048" y="12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697992"/>
                  </a:lnTo>
                  <a:lnTo>
                    <a:pt x="0" y="698944"/>
                  </a:lnTo>
                  <a:lnTo>
                    <a:pt x="635" y="698944"/>
                  </a:lnTo>
                  <a:lnTo>
                    <a:pt x="1524" y="700278"/>
                  </a:lnTo>
                  <a:lnTo>
                    <a:pt x="3048" y="700278"/>
                  </a:lnTo>
                  <a:lnTo>
                    <a:pt x="1117854" y="700278"/>
                  </a:lnTo>
                  <a:lnTo>
                    <a:pt x="1119378" y="700278"/>
                  </a:lnTo>
                  <a:lnTo>
                    <a:pt x="1119759" y="699706"/>
                  </a:lnTo>
                  <a:lnTo>
                    <a:pt x="1120406" y="699706"/>
                  </a:lnTo>
                  <a:lnTo>
                    <a:pt x="1120406" y="698741"/>
                  </a:lnTo>
                  <a:lnTo>
                    <a:pt x="1120902" y="697992"/>
                  </a:lnTo>
                  <a:lnTo>
                    <a:pt x="1120902" y="140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4170171" y="2847086"/>
            <a:ext cx="11150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167378" y="3358133"/>
            <a:ext cx="1122045" cy="702310"/>
            <a:chOff x="4167378" y="3358133"/>
            <a:chExt cx="1122045" cy="702310"/>
          </a:xfrm>
        </p:grpSpPr>
        <p:sp>
          <p:nvSpPr>
            <p:cNvPr id="48" name="object 48"/>
            <p:cNvSpPr/>
            <p:nvPr/>
          </p:nvSpPr>
          <p:spPr>
            <a:xfrm>
              <a:off x="4167873" y="3497579"/>
              <a:ext cx="1121410" cy="562610"/>
            </a:xfrm>
            <a:custGeom>
              <a:avLst/>
              <a:gdLst/>
              <a:ahLst/>
              <a:cxnLst/>
              <a:rect l="l" t="t" r="r" b="b"/>
              <a:pathLst>
                <a:path w="1121410" h="562610">
                  <a:moveTo>
                    <a:pt x="1121410" y="560070"/>
                  </a:moveTo>
                  <a:lnTo>
                    <a:pt x="1120394" y="560070"/>
                  </a:lnTo>
                  <a:lnTo>
                    <a:pt x="1120394" y="1524"/>
                  </a:lnTo>
                  <a:lnTo>
                    <a:pt x="1118870" y="0"/>
                  </a:lnTo>
                  <a:lnTo>
                    <a:pt x="1117346" y="1524"/>
                  </a:lnTo>
                  <a:lnTo>
                    <a:pt x="1118870" y="1524"/>
                  </a:lnTo>
                  <a:lnTo>
                    <a:pt x="1118870" y="560070"/>
                  </a:lnTo>
                  <a:lnTo>
                    <a:pt x="1117346" y="560070"/>
                  </a:lnTo>
                  <a:lnTo>
                    <a:pt x="1270" y="560070"/>
                  </a:lnTo>
                  <a:lnTo>
                    <a:pt x="1270" y="558939"/>
                  </a:lnTo>
                  <a:lnTo>
                    <a:pt x="0" y="558939"/>
                  </a:lnTo>
                  <a:lnTo>
                    <a:pt x="0" y="560070"/>
                  </a:lnTo>
                  <a:lnTo>
                    <a:pt x="0" y="561987"/>
                  </a:lnTo>
                  <a:lnTo>
                    <a:pt x="1270" y="561987"/>
                  </a:lnTo>
                  <a:lnTo>
                    <a:pt x="1270" y="562368"/>
                  </a:lnTo>
                  <a:lnTo>
                    <a:pt x="1121410" y="562368"/>
                  </a:lnTo>
                  <a:lnTo>
                    <a:pt x="1121410" y="560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168889" y="3359657"/>
              <a:ext cx="1118235" cy="698500"/>
            </a:xfrm>
            <a:custGeom>
              <a:avLst/>
              <a:gdLst/>
              <a:ahLst/>
              <a:cxnLst/>
              <a:rect l="l" t="t" r="r" b="b"/>
              <a:pathLst>
                <a:path w="1118235" h="698500">
                  <a:moveTo>
                    <a:pt x="1117854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7992"/>
                  </a:lnTo>
                  <a:lnTo>
                    <a:pt x="1117854" y="697992"/>
                  </a:lnTo>
                  <a:lnTo>
                    <a:pt x="1117854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167365" y="3358133"/>
              <a:ext cx="1121410" cy="702310"/>
            </a:xfrm>
            <a:custGeom>
              <a:avLst/>
              <a:gdLst/>
              <a:ahLst/>
              <a:cxnLst/>
              <a:rect l="l" t="t" r="r" b="b"/>
              <a:pathLst>
                <a:path w="1121410" h="702310">
                  <a:moveTo>
                    <a:pt x="1120914" y="140970"/>
                  </a:moveTo>
                  <a:lnTo>
                    <a:pt x="1119390" y="139446"/>
                  </a:lnTo>
                  <a:lnTo>
                    <a:pt x="1117854" y="139458"/>
                  </a:lnTo>
                  <a:lnTo>
                    <a:pt x="1117854" y="142506"/>
                  </a:lnTo>
                  <a:lnTo>
                    <a:pt x="1117854" y="698004"/>
                  </a:lnTo>
                  <a:lnTo>
                    <a:pt x="3048" y="698004"/>
                  </a:lnTo>
                  <a:lnTo>
                    <a:pt x="3048" y="142506"/>
                  </a:lnTo>
                  <a:lnTo>
                    <a:pt x="1117854" y="142506"/>
                  </a:lnTo>
                  <a:lnTo>
                    <a:pt x="1117854" y="139458"/>
                  </a:lnTo>
                  <a:lnTo>
                    <a:pt x="422148" y="139458"/>
                  </a:lnTo>
                  <a:lnTo>
                    <a:pt x="422148" y="1524"/>
                  </a:lnTo>
                  <a:lnTo>
                    <a:pt x="420624" y="0"/>
                  </a:lnTo>
                  <a:lnTo>
                    <a:pt x="419100" y="0"/>
                  </a:lnTo>
                  <a:lnTo>
                    <a:pt x="419100" y="3048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48"/>
                  </a:lnTo>
                  <a:lnTo>
                    <a:pt x="419100" y="3048"/>
                  </a:lnTo>
                  <a:lnTo>
                    <a:pt x="419100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699528"/>
                  </a:lnTo>
                  <a:lnTo>
                    <a:pt x="0" y="700468"/>
                  </a:lnTo>
                  <a:lnTo>
                    <a:pt x="622" y="700468"/>
                  </a:lnTo>
                  <a:lnTo>
                    <a:pt x="1524" y="701814"/>
                  </a:lnTo>
                  <a:lnTo>
                    <a:pt x="3048" y="701814"/>
                  </a:lnTo>
                  <a:lnTo>
                    <a:pt x="1117854" y="701814"/>
                  </a:lnTo>
                  <a:lnTo>
                    <a:pt x="1119378" y="701814"/>
                  </a:lnTo>
                  <a:lnTo>
                    <a:pt x="1119759" y="701230"/>
                  </a:lnTo>
                  <a:lnTo>
                    <a:pt x="1120406" y="701230"/>
                  </a:lnTo>
                  <a:lnTo>
                    <a:pt x="1120406" y="700278"/>
                  </a:lnTo>
                  <a:lnTo>
                    <a:pt x="1120902" y="699528"/>
                  </a:lnTo>
                  <a:lnTo>
                    <a:pt x="1120902" y="1409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4170171" y="3683761"/>
            <a:ext cx="11150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Logica</a:t>
            </a:r>
            <a:r>
              <a:rPr dirty="0" sz="1000" b="1">
                <a:latin typeface="Arial"/>
                <a:cs typeface="Arial"/>
              </a:rPr>
              <a:t>l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spc="-5" b="1"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167378" y="4196333"/>
            <a:ext cx="1122045" cy="702310"/>
            <a:chOff x="4167378" y="4196333"/>
            <a:chExt cx="1122045" cy="702310"/>
          </a:xfrm>
        </p:grpSpPr>
        <p:sp>
          <p:nvSpPr>
            <p:cNvPr id="53" name="object 53"/>
            <p:cNvSpPr/>
            <p:nvPr/>
          </p:nvSpPr>
          <p:spPr>
            <a:xfrm>
              <a:off x="4167873" y="4335779"/>
              <a:ext cx="1121410" cy="562610"/>
            </a:xfrm>
            <a:custGeom>
              <a:avLst/>
              <a:gdLst/>
              <a:ahLst/>
              <a:cxnLst/>
              <a:rect l="l" t="t" r="r" b="b"/>
              <a:pathLst>
                <a:path w="1121410" h="562610">
                  <a:moveTo>
                    <a:pt x="1121410" y="560070"/>
                  </a:moveTo>
                  <a:lnTo>
                    <a:pt x="1120394" y="560070"/>
                  </a:lnTo>
                  <a:lnTo>
                    <a:pt x="1120394" y="1524"/>
                  </a:lnTo>
                  <a:lnTo>
                    <a:pt x="1118870" y="0"/>
                  </a:lnTo>
                  <a:lnTo>
                    <a:pt x="1117346" y="1524"/>
                  </a:lnTo>
                  <a:lnTo>
                    <a:pt x="1118870" y="1524"/>
                  </a:lnTo>
                  <a:lnTo>
                    <a:pt x="1118870" y="560070"/>
                  </a:lnTo>
                  <a:lnTo>
                    <a:pt x="1117346" y="560070"/>
                  </a:lnTo>
                  <a:lnTo>
                    <a:pt x="1270" y="560070"/>
                  </a:lnTo>
                  <a:lnTo>
                    <a:pt x="1270" y="558939"/>
                  </a:lnTo>
                  <a:lnTo>
                    <a:pt x="0" y="558939"/>
                  </a:lnTo>
                  <a:lnTo>
                    <a:pt x="0" y="560070"/>
                  </a:lnTo>
                  <a:lnTo>
                    <a:pt x="0" y="561987"/>
                  </a:lnTo>
                  <a:lnTo>
                    <a:pt x="1270" y="561987"/>
                  </a:lnTo>
                  <a:lnTo>
                    <a:pt x="1270" y="562368"/>
                  </a:lnTo>
                  <a:lnTo>
                    <a:pt x="1121410" y="562368"/>
                  </a:lnTo>
                  <a:lnTo>
                    <a:pt x="1121410" y="560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168889" y="4197857"/>
              <a:ext cx="1118235" cy="698500"/>
            </a:xfrm>
            <a:custGeom>
              <a:avLst/>
              <a:gdLst/>
              <a:ahLst/>
              <a:cxnLst/>
              <a:rect l="l" t="t" r="r" b="b"/>
              <a:pathLst>
                <a:path w="1118235" h="698500">
                  <a:moveTo>
                    <a:pt x="1117854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7992"/>
                  </a:lnTo>
                  <a:lnTo>
                    <a:pt x="1117854" y="697992"/>
                  </a:lnTo>
                  <a:lnTo>
                    <a:pt x="1117854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167365" y="4196333"/>
              <a:ext cx="1121410" cy="702310"/>
            </a:xfrm>
            <a:custGeom>
              <a:avLst/>
              <a:gdLst/>
              <a:ahLst/>
              <a:cxnLst/>
              <a:rect l="l" t="t" r="r" b="b"/>
              <a:pathLst>
                <a:path w="1121410" h="702310">
                  <a:moveTo>
                    <a:pt x="1120914" y="140970"/>
                  </a:moveTo>
                  <a:lnTo>
                    <a:pt x="1119390" y="139446"/>
                  </a:lnTo>
                  <a:lnTo>
                    <a:pt x="1117854" y="139458"/>
                  </a:lnTo>
                  <a:lnTo>
                    <a:pt x="1117854" y="142506"/>
                  </a:lnTo>
                  <a:lnTo>
                    <a:pt x="1117854" y="698004"/>
                  </a:lnTo>
                  <a:lnTo>
                    <a:pt x="3048" y="698004"/>
                  </a:lnTo>
                  <a:lnTo>
                    <a:pt x="3048" y="142506"/>
                  </a:lnTo>
                  <a:lnTo>
                    <a:pt x="1117854" y="142506"/>
                  </a:lnTo>
                  <a:lnTo>
                    <a:pt x="1117854" y="139458"/>
                  </a:lnTo>
                  <a:lnTo>
                    <a:pt x="422148" y="139458"/>
                  </a:lnTo>
                  <a:lnTo>
                    <a:pt x="422148" y="1524"/>
                  </a:lnTo>
                  <a:lnTo>
                    <a:pt x="420624" y="0"/>
                  </a:lnTo>
                  <a:lnTo>
                    <a:pt x="419100" y="0"/>
                  </a:lnTo>
                  <a:lnTo>
                    <a:pt x="419100" y="3048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48"/>
                  </a:lnTo>
                  <a:lnTo>
                    <a:pt x="419100" y="3048"/>
                  </a:lnTo>
                  <a:lnTo>
                    <a:pt x="419100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699528"/>
                  </a:lnTo>
                  <a:lnTo>
                    <a:pt x="0" y="700468"/>
                  </a:lnTo>
                  <a:lnTo>
                    <a:pt x="622" y="700468"/>
                  </a:lnTo>
                  <a:lnTo>
                    <a:pt x="1524" y="701814"/>
                  </a:lnTo>
                  <a:lnTo>
                    <a:pt x="3048" y="701814"/>
                  </a:lnTo>
                  <a:lnTo>
                    <a:pt x="1117854" y="701814"/>
                  </a:lnTo>
                  <a:lnTo>
                    <a:pt x="1119378" y="701814"/>
                  </a:lnTo>
                  <a:lnTo>
                    <a:pt x="1119759" y="701230"/>
                  </a:lnTo>
                  <a:lnTo>
                    <a:pt x="1120406" y="701230"/>
                  </a:lnTo>
                  <a:lnTo>
                    <a:pt x="1120406" y="700278"/>
                  </a:lnTo>
                  <a:lnTo>
                    <a:pt x="1120902" y="699528"/>
                  </a:lnTo>
                  <a:lnTo>
                    <a:pt x="1120902" y="1409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4170171" y="4441190"/>
            <a:ext cx="1115060" cy="32956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347345" marR="314960" indent="-69850">
              <a:lnSpc>
                <a:spcPts val="1190"/>
              </a:lnSpc>
              <a:spcBef>
                <a:spcPts val="150"/>
              </a:spcBef>
            </a:pPr>
            <a:r>
              <a:rPr dirty="0" sz="1000" spc="-5" b="1">
                <a:latin typeface="Arial"/>
                <a:cs typeface="Arial"/>
              </a:rPr>
              <a:t>Ph</a:t>
            </a:r>
            <a:r>
              <a:rPr dirty="0" sz="1000" spc="-20" b="1">
                <a:latin typeface="Arial"/>
                <a:cs typeface="Arial"/>
              </a:rPr>
              <a:t>y</a:t>
            </a:r>
            <a:r>
              <a:rPr dirty="0" sz="1000" b="1">
                <a:latin typeface="Arial"/>
                <a:cs typeface="Arial"/>
              </a:rPr>
              <a:t>s</a:t>
            </a:r>
            <a:r>
              <a:rPr dirty="0" sz="1000" spc="-5" b="1">
                <a:latin typeface="Arial"/>
                <a:cs typeface="Arial"/>
              </a:rPr>
              <a:t>ical  </a:t>
            </a:r>
            <a:r>
              <a:rPr dirty="0" sz="1000" b="1"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430781" y="5034533"/>
            <a:ext cx="1121410" cy="700405"/>
            <a:chOff x="1430781" y="5034533"/>
            <a:chExt cx="1121410" cy="700405"/>
          </a:xfrm>
        </p:grpSpPr>
        <p:sp>
          <p:nvSpPr>
            <p:cNvPr id="58" name="object 58"/>
            <p:cNvSpPr/>
            <p:nvPr/>
          </p:nvSpPr>
          <p:spPr>
            <a:xfrm>
              <a:off x="1430769" y="5172468"/>
              <a:ext cx="1121410" cy="562610"/>
            </a:xfrm>
            <a:custGeom>
              <a:avLst/>
              <a:gdLst/>
              <a:ahLst/>
              <a:cxnLst/>
              <a:rect l="l" t="t" r="r" b="b"/>
              <a:pathLst>
                <a:path w="1121410" h="562610">
                  <a:moveTo>
                    <a:pt x="1121410" y="560070"/>
                  </a:moveTo>
                  <a:lnTo>
                    <a:pt x="1120406" y="560070"/>
                  </a:lnTo>
                  <a:lnTo>
                    <a:pt x="1120406" y="1524"/>
                  </a:lnTo>
                  <a:lnTo>
                    <a:pt x="1120406" y="762"/>
                  </a:lnTo>
                  <a:lnTo>
                    <a:pt x="1118882" y="0"/>
                  </a:lnTo>
                  <a:lnTo>
                    <a:pt x="1117358" y="1524"/>
                  </a:lnTo>
                  <a:lnTo>
                    <a:pt x="1118870" y="1524"/>
                  </a:lnTo>
                  <a:lnTo>
                    <a:pt x="1118870" y="560070"/>
                  </a:lnTo>
                  <a:lnTo>
                    <a:pt x="1117358" y="560070"/>
                  </a:lnTo>
                  <a:lnTo>
                    <a:pt x="1270" y="560070"/>
                  </a:lnTo>
                  <a:lnTo>
                    <a:pt x="1270" y="559676"/>
                  </a:lnTo>
                  <a:lnTo>
                    <a:pt x="0" y="559676"/>
                  </a:lnTo>
                  <a:lnTo>
                    <a:pt x="0" y="560438"/>
                  </a:lnTo>
                  <a:lnTo>
                    <a:pt x="1270" y="560438"/>
                  </a:lnTo>
                  <a:lnTo>
                    <a:pt x="1270" y="561581"/>
                  </a:lnTo>
                  <a:lnTo>
                    <a:pt x="1117358" y="561581"/>
                  </a:lnTo>
                  <a:lnTo>
                    <a:pt x="1117358" y="562356"/>
                  </a:lnTo>
                  <a:lnTo>
                    <a:pt x="1120406" y="562356"/>
                  </a:lnTo>
                  <a:lnTo>
                    <a:pt x="1120406" y="561581"/>
                  </a:lnTo>
                  <a:lnTo>
                    <a:pt x="1121410" y="561581"/>
                  </a:lnTo>
                  <a:lnTo>
                    <a:pt x="1121410" y="560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432547" y="5036070"/>
              <a:ext cx="1117600" cy="696595"/>
            </a:xfrm>
            <a:custGeom>
              <a:avLst/>
              <a:gdLst/>
              <a:ahLst/>
              <a:cxnLst/>
              <a:rect l="l" t="t" r="r" b="b"/>
              <a:pathLst>
                <a:path w="1117600" h="696595">
                  <a:moveTo>
                    <a:pt x="1117092" y="137922"/>
                  </a:moveTo>
                  <a:lnTo>
                    <a:pt x="419100" y="137922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7922"/>
                  </a:lnTo>
                  <a:lnTo>
                    <a:pt x="0" y="696468"/>
                  </a:lnTo>
                  <a:lnTo>
                    <a:pt x="1117092" y="696468"/>
                  </a:lnTo>
                  <a:lnTo>
                    <a:pt x="1117092" y="1379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431023" y="5034533"/>
              <a:ext cx="1120140" cy="699770"/>
            </a:xfrm>
            <a:custGeom>
              <a:avLst/>
              <a:gdLst/>
              <a:ahLst/>
              <a:cxnLst/>
              <a:rect l="l" t="t" r="r" b="b"/>
              <a:pathLst>
                <a:path w="1120139" h="699770">
                  <a:moveTo>
                    <a:pt x="1120140" y="138696"/>
                  </a:moveTo>
                  <a:lnTo>
                    <a:pt x="1118641" y="137947"/>
                  </a:lnTo>
                  <a:lnTo>
                    <a:pt x="1117092" y="137922"/>
                  </a:lnTo>
                  <a:lnTo>
                    <a:pt x="1117092" y="140970"/>
                  </a:lnTo>
                  <a:lnTo>
                    <a:pt x="1117092" y="696468"/>
                  </a:lnTo>
                  <a:lnTo>
                    <a:pt x="3048" y="696468"/>
                  </a:lnTo>
                  <a:lnTo>
                    <a:pt x="3048" y="140970"/>
                  </a:lnTo>
                  <a:lnTo>
                    <a:pt x="419100" y="140970"/>
                  </a:lnTo>
                  <a:lnTo>
                    <a:pt x="420624" y="140970"/>
                  </a:lnTo>
                  <a:lnTo>
                    <a:pt x="1117092" y="140970"/>
                  </a:lnTo>
                  <a:lnTo>
                    <a:pt x="1117092" y="137922"/>
                  </a:lnTo>
                  <a:lnTo>
                    <a:pt x="422148" y="137922"/>
                  </a:lnTo>
                  <a:lnTo>
                    <a:pt x="422148" y="1524"/>
                  </a:lnTo>
                  <a:lnTo>
                    <a:pt x="420624" y="0"/>
                  </a:lnTo>
                  <a:lnTo>
                    <a:pt x="419100" y="0"/>
                  </a:lnTo>
                  <a:lnTo>
                    <a:pt x="419100" y="3048"/>
                  </a:lnTo>
                  <a:lnTo>
                    <a:pt x="419100" y="137922"/>
                  </a:lnTo>
                  <a:lnTo>
                    <a:pt x="3048" y="137922"/>
                  </a:lnTo>
                  <a:lnTo>
                    <a:pt x="3048" y="3048"/>
                  </a:lnTo>
                  <a:lnTo>
                    <a:pt x="419100" y="3048"/>
                  </a:lnTo>
                  <a:lnTo>
                    <a:pt x="41910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39446"/>
                  </a:lnTo>
                  <a:lnTo>
                    <a:pt x="0" y="697992"/>
                  </a:lnTo>
                  <a:lnTo>
                    <a:pt x="0" y="698639"/>
                  </a:lnTo>
                  <a:lnTo>
                    <a:pt x="647" y="698639"/>
                  </a:lnTo>
                  <a:lnTo>
                    <a:pt x="1524" y="699516"/>
                  </a:lnTo>
                  <a:lnTo>
                    <a:pt x="3048" y="699516"/>
                  </a:lnTo>
                  <a:lnTo>
                    <a:pt x="1117092" y="699516"/>
                  </a:lnTo>
                  <a:lnTo>
                    <a:pt x="1118616" y="699516"/>
                  </a:lnTo>
                  <a:lnTo>
                    <a:pt x="1118984" y="699147"/>
                  </a:lnTo>
                  <a:lnTo>
                    <a:pt x="1119632" y="699147"/>
                  </a:lnTo>
                  <a:lnTo>
                    <a:pt x="1119632" y="698500"/>
                  </a:lnTo>
                  <a:lnTo>
                    <a:pt x="1120140" y="697992"/>
                  </a:lnTo>
                  <a:lnTo>
                    <a:pt x="1120140" y="139458"/>
                  </a:lnTo>
                  <a:lnTo>
                    <a:pt x="1120140" y="1386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1433702" y="5360161"/>
            <a:ext cx="11144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EngrAnalysis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159250" y="5034533"/>
            <a:ext cx="1120140" cy="700405"/>
            <a:chOff x="4159250" y="5034533"/>
            <a:chExt cx="1120140" cy="700405"/>
          </a:xfrm>
        </p:grpSpPr>
        <p:sp>
          <p:nvSpPr>
            <p:cNvPr id="63" name="object 63"/>
            <p:cNvSpPr/>
            <p:nvPr/>
          </p:nvSpPr>
          <p:spPr>
            <a:xfrm>
              <a:off x="4159250" y="5172468"/>
              <a:ext cx="1120140" cy="562610"/>
            </a:xfrm>
            <a:custGeom>
              <a:avLst/>
              <a:gdLst/>
              <a:ahLst/>
              <a:cxnLst/>
              <a:rect l="l" t="t" r="r" b="b"/>
              <a:pathLst>
                <a:path w="1120139" h="562610">
                  <a:moveTo>
                    <a:pt x="1120140" y="560070"/>
                  </a:moveTo>
                  <a:lnTo>
                    <a:pt x="1119873" y="560070"/>
                  </a:lnTo>
                  <a:lnTo>
                    <a:pt x="1119873" y="1524"/>
                  </a:lnTo>
                  <a:lnTo>
                    <a:pt x="1118349" y="0"/>
                  </a:lnTo>
                  <a:lnTo>
                    <a:pt x="1116825" y="762"/>
                  </a:lnTo>
                  <a:lnTo>
                    <a:pt x="1116063" y="1524"/>
                  </a:lnTo>
                  <a:lnTo>
                    <a:pt x="1117600" y="1524"/>
                  </a:lnTo>
                  <a:lnTo>
                    <a:pt x="1117600" y="560070"/>
                  </a:lnTo>
                  <a:lnTo>
                    <a:pt x="1116063" y="560070"/>
                  </a:lnTo>
                  <a:lnTo>
                    <a:pt x="2540" y="560070"/>
                  </a:lnTo>
                  <a:lnTo>
                    <a:pt x="2540" y="559295"/>
                  </a:lnTo>
                  <a:lnTo>
                    <a:pt x="0" y="559295"/>
                  </a:lnTo>
                  <a:lnTo>
                    <a:pt x="0" y="560070"/>
                  </a:lnTo>
                  <a:lnTo>
                    <a:pt x="0" y="560819"/>
                  </a:lnTo>
                  <a:lnTo>
                    <a:pt x="2540" y="560819"/>
                  </a:lnTo>
                  <a:lnTo>
                    <a:pt x="2540" y="561581"/>
                  </a:lnTo>
                  <a:lnTo>
                    <a:pt x="1116063" y="561581"/>
                  </a:lnTo>
                  <a:lnTo>
                    <a:pt x="1116063" y="562356"/>
                  </a:lnTo>
                  <a:lnTo>
                    <a:pt x="1119873" y="562356"/>
                  </a:lnTo>
                  <a:lnTo>
                    <a:pt x="1119873" y="561581"/>
                  </a:lnTo>
                  <a:lnTo>
                    <a:pt x="1120140" y="561581"/>
                  </a:lnTo>
                  <a:lnTo>
                    <a:pt x="1120140" y="560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161282" y="5036070"/>
              <a:ext cx="1115695" cy="696595"/>
            </a:xfrm>
            <a:custGeom>
              <a:avLst/>
              <a:gdLst/>
              <a:ahLst/>
              <a:cxnLst/>
              <a:rect l="l" t="t" r="r" b="b"/>
              <a:pathLst>
                <a:path w="1115695" h="696595">
                  <a:moveTo>
                    <a:pt x="1115568" y="137922"/>
                  </a:moveTo>
                  <a:lnTo>
                    <a:pt x="417576" y="137922"/>
                  </a:lnTo>
                  <a:lnTo>
                    <a:pt x="417576" y="0"/>
                  </a:lnTo>
                  <a:lnTo>
                    <a:pt x="0" y="0"/>
                  </a:lnTo>
                  <a:lnTo>
                    <a:pt x="0" y="137922"/>
                  </a:lnTo>
                  <a:lnTo>
                    <a:pt x="0" y="696468"/>
                  </a:lnTo>
                  <a:lnTo>
                    <a:pt x="1115568" y="696468"/>
                  </a:lnTo>
                  <a:lnTo>
                    <a:pt x="1115568" y="1379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159745" y="5034533"/>
              <a:ext cx="1119505" cy="699770"/>
            </a:xfrm>
            <a:custGeom>
              <a:avLst/>
              <a:gdLst/>
              <a:ahLst/>
              <a:cxnLst/>
              <a:rect l="l" t="t" r="r" b="b"/>
              <a:pathLst>
                <a:path w="1119504" h="699770">
                  <a:moveTo>
                    <a:pt x="1119390" y="139458"/>
                  </a:moveTo>
                  <a:lnTo>
                    <a:pt x="1117866" y="137934"/>
                  </a:lnTo>
                  <a:lnTo>
                    <a:pt x="1117434" y="138150"/>
                  </a:lnTo>
                  <a:lnTo>
                    <a:pt x="1117092" y="137922"/>
                  </a:lnTo>
                  <a:lnTo>
                    <a:pt x="1115568" y="137922"/>
                  </a:lnTo>
                  <a:lnTo>
                    <a:pt x="1115568" y="140970"/>
                  </a:lnTo>
                  <a:lnTo>
                    <a:pt x="1115568" y="696468"/>
                  </a:lnTo>
                  <a:lnTo>
                    <a:pt x="3048" y="696468"/>
                  </a:lnTo>
                  <a:lnTo>
                    <a:pt x="3048" y="140970"/>
                  </a:lnTo>
                  <a:lnTo>
                    <a:pt x="417576" y="140970"/>
                  </a:lnTo>
                  <a:lnTo>
                    <a:pt x="419100" y="140970"/>
                  </a:lnTo>
                  <a:lnTo>
                    <a:pt x="1115568" y="140970"/>
                  </a:lnTo>
                  <a:lnTo>
                    <a:pt x="1115568" y="137922"/>
                  </a:lnTo>
                  <a:lnTo>
                    <a:pt x="420624" y="137922"/>
                  </a:lnTo>
                  <a:lnTo>
                    <a:pt x="420624" y="1524"/>
                  </a:lnTo>
                  <a:lnTo>
                    <a:pt x="419100" y="0"/>
                  </a:lnTo>
                  <a:lnTo>
                    <a:pt x="417576" y="0"/>
                  </a:lnTo>
                  <a:lnTo>
                    <a:pt x="417576" y="3048"/>
                  </a:lnTo>
                  <a:lnTo>
                    <a:pt x="417576" y="137922"/>
                  </a:lnTo>
                  <a:lnTo>
                    <a:pt x="3048" y="137922"/>
                  </a:lnTo>
                  <a:lnTo>
                    <a:pt x="3048" y="3048"/>
                  </a:lnTo>
                  <a:lnTo>
                    <a:pt x="417576" y="3048"/>
                  </a:lnTo>
                  <a:lnTo>
                    <a:pt x="417576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39446"/>
                  </a:lnTo>
                  <a:lnTo>
                    <a:pt x="0" y="697992"/>
                  </a:lnTo>
                  <a:lnTo>
                    <a:pt x="0" y="698639"/>
                  </a:lnTo>
                  <a:lnTo>
                    <a:pt x="647" y="698639"/>
                  </a:lnTo>
                  <a:lnTo>
                    <a:pt x="1524" y="699516"/>
                  </a:lnTo>
                  <a:lnTo>
                    <a:pt x="3048" y="699516"/>
                  </a:lnTo>
                  <a:lnTo>
                    <a:pt x="1115568" y="699516"/>
                  </a:lnTo>
                  <a:lnTo>
                    <a:pt x="1117092" y="699516"/>
                  </a:lnTo>
                  <a:lnTo>
                    <a:pt x="1118095" y="698842"/>
                  </a:lnTo>
                  <a:lnTo>
                    <a:pt x="1119390" y="698842"/>
                  </a:lnTo>
                  <a:lnTo>
                    <a:pt x="1119390" y="139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4162297" y="5360161"/>
            <a:ext cx="11131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Verification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177534" y="1264157"/>
            <a:ext cx="2272030" cy="4749800"/>
            <a:chOff x="6177534" y="1264157"/>
            <a:chExt cx="2272030" cy="4749800"/>
          </a:xfrm>
        </p:grpSpPr>
        <p:sp>
          <p:nvSpPr>
            <p:cNvPr id="68" name="object 68"/>
            <p:cNvSpPr/>
            <p:nvPr/>
          </p:nvSpPr>
          <p:spPr>
            <a:xfrm>
              <a:off x="6177534" y="1264158"/>
              <a:ext cx="2272030" cy="4749800"/>
            </a:xfrm>
            <a:custGeom>
              <a:avLst/>
              <a:gdLst/>
              <a:ahLst/>
              <a:cxnLst/>
              <a:rect l="l" t="t" r="r" b="b"/>
              <a:pathLst>
                <a:path w="2272029" h="4749800">
                  <a:moveTo>
                    <a:pt x="2271522" y="4748022"/>
                  </a:moveTo>
                  <a:lnTo>
                    <a:pt x="2271522" y="1523"/>
                  </a:lnTo>
                  <a:lnTo>
                    <a:pt x="2269998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748022"/>
                  </a:lnTo>
                  <a:lnTo>
                    <a:pt x="1524" y="4749546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2268473" y="3047"/>
                  </a:lnTo>
                  <a:lnTo>
                    <a:pt x="2268473" y="1523"/>
                  </a:lnTo>
                  <a:lnTo>
                    <a:pt x="2269998" y="3047"/>
                  </a:lnTo>
                  <a:lnTo>
                    <a:pt x="2269998" y="4749546"/>
                  </a:lnTo>
                  <a:lnTo>
                    <a:pt x="2271522" y="4748022"/>
                  </a:lnTo>
                  <a:close/>
                </a:path>
                <a:path w="2272029" h="474980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2272029" h="4749800">
                  <a:moveTo>
                    <a:pt x="3048" y="4746498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4746498"/>
                  </a:lnTo>
                  <a:lnTo>
                    <a:pt x="3048" y="4746498"/>
                  </a:lnTo>
                  <a:close/>
                </a:path>
                <a:path w="2272029" h="4749800">
                  <a:moveTo>
                    <a:pt x="2269998" y="4746498"/>
                  </a:moveTo>
                  <a:lnTo>
                    <a:pt x="1524" y="4746498"/>
                  </a:lnTo>
                  <a:lnTo>
                    <a:pt x="3048" y="4748022"/>
                  </a:lnTo>
                  <a:lnTo>
                    <a:pt x="3048" y="4749546"/>
                  </a:lnTo>
                  <a:lnTo>
                    <a:pt x="2268474" y="4749546"/>
                  </a:lnTo>
                  <a:lnTo>
                    <a:pt x="2268474" y="4748022"/>
                  </a:lnTo>
                  <a:lnTo>
                    <a:pt x="2269998" y="4746498"/>
                  </a:lnTo>
                  <a:close/>
                </a:path>
                <a:path w="2272029" h="4749800">
                  <a:moveTo>
                    <a:pt x="3048" y="4749546"/>
                  </a:moveTo>
                  <a:lnTo>
                    <a:pt x="3048" y="4748022"/>
                  </a:lnTo>
                  <a:lnTo>
                    <a:pt x="1524" y="4746498"/>
                  </a:lnTo>
                  <a:lnTo>
                    <a:pt x="1524" y="4749546"/>
                  </a:lnTo>
                  <a:lnTo>
                    <a:pt x="3048" y="4749546"/>
                  </a:lnTo>
                  <a:close/>
                </a:path>
                <a:path w="2272029" h="4749800">
                  <a:moveTo>
                    <a:pt x="2269998" y="3047"/>
                  </a:moveTo>
                  <a:lnTo>
                    <a:pt x="2268473" y="1523"/>
                  </a:lnTo>
                  <a:lnTo>
                    <a:pt x="2268473" y="3047"/>
                  </a:lnTo>
                  <a:lnTo>
                    <a:pt x="2269998" y="3047"/>
                  </a:lnTo>
                  <a:close/>
                </a:path>
                <a:path w="2272029" h="4749800">
                  <a:moveTo>
                    <a:pt x="2269998" y="4746498"/>
                  </a:moveTo>
                  <a:lnTo>
                    <a:pt x="2269998" y="3047"/>
                  </a:lnTo>
                  <a:lnTo>
                    <a:pt x="2268473" y="3047"/>
                  </a:lnTo>
                  <a:lnTo>
                    <a:pt x="2268474" y="4746498"/>
                  </a:lnTo>
                  <a:lnTo>
                    <a:pt x="2269998" y="4746498"/>
                  </a:lnTo>
                  <a:close/>
                </a:path>
                <a:path w="2272029" h="4749800">
                  <a:moveTo>
                    <a:pt x="2269998" y="4749546"/>
                  </a:moveTo>
                  <a:lnTo>
                    <a:pt x="2269998" y="4746498"/>
                  </a:lnTo>
                  <a:lnTo>
                    <a:pt x="2268474" y="4748022"/>
                  </a:lnTo>
                  <a:lnTo>
                    <a:pt x="2268474" y="4749546"/>
                  </a:lnTo>
                  <a:lnTo>
                    <a:pt x="2269998" y="4749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179058" y="1265681"/>
              <a:ext cx="1714500" cy="280035"/>
            </a:xfrm>
            <a:custGeom>
              <a:avLst/>
              <a:gdLst/>
              <a:ahLst/>
              <a:cxnLst/>
              <a:rect l="l" t="t" r="r" b="b"/>
              <a:pathLst>
                <a:path w="1714500" h="280034">
                  <a:moveTo>
                    <a:pt x="1714500" y="139445"/>
                  </a:moveTo>
                  <a:lnTo>
                    <a:pt x="1714500" y="0"/>
                  </a:lnTo>
                  <a:lnTo>
                    <a:pt x="0" y="0"/>
                  </a:lnTo>
                  <a:lnTo>
                    <a:pt x="0" y="279653"/>
                  </a:lnTo>
                  <a:lnTo>
                    <a:pt x="1574292" y="279653"/>
                  </a:lnTo>
                  <a:lnTo>
                    <a:pt x="1714500" y="1394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177534" y="1264157"/>
              <a:ext cx="1717675" cy="283210"/>
            </a:xfrm>
            <a:custGeom>
              <a:avLst/>
              <a:gdLst/>
              <a:ahLst/>
              <a:cxnLst/>
              <a:rect l="l" t="t" r="r" b="b"/>
              <a:pathLst>
                <a:path w="1717675" h="283209">
                  <a:moveTo>
                    <a:pt x="1717548" y="140969"/>
                  </a:moveTo>
                  <a:lnTo>
                    <a:pt x="1717548" y="1523"/>
                  </a:lnTo>
                  <a:lnTo>
                    <a:pt x="1716024" y="0"/>
                  </a:lnTo>
                  <a:lnTo>
                    <a:pt x="1524" y="0"/>
                  </a:lnTo>
                  <a:lnTo>
                    <a:pt x="0" y="1523"/>
                  </a:lnTo>
                  <a:lnTo>
                    <a:pt x="0" y="281177"/>
                  </a:lnTo>
                  <a:lnTo>
                    <a:pt x="1524" y="282701"/>
                  </a:lnTo>
                  <a:lnTo>
                    <a:pt x="1524" y="3047"/>
                  </a:lnTo>
                  <a:lnTo>
                    <a:pt x="3048" y="1523"/>
                  </a:lnTo>
                  <a:lnTo>
                    <a:pt x="3048" y="3047"/>
                  </a:lnTo>
                  <a:lnTo>
                    <a:pt x="1714500" y="3047"/>
                  </a:lnTo>
                  <a:lnTo>
                    <a:pt x="1714500" y="1523"/>
                  </a:lnTo>
                  <a:lnTo>
                    <a:pt x="1716024" y="3047"/>
                  </a:lnTo>
                  <a:lnTo>
                    <a:pt x="1716024" y="143255"/>
                  </a:lnTo>
                  <a:lnTo>
                    <a:pt x="1716786" y="142493"/>
                  </a:lnTo>
                  <a:lnTo>
                    <a:pt x="1717548" y="140969"/>
                  </a:lnTo>
                  <a:close/>
                </a:path>
                <a:path w="1717675" h="283209">
                  <a:moveTo>
                    <a:pt x="3048" y="3047"/>
                  </a:moveTo>
                  <a:lnTo>
                    <a:pt x="3048" y="1523"/>
                  </a:lnTo>
                  <a:lnTo>
                    <a:pt x="1524" y="3047"/>
                  </a:lnTo>
                  <a:lnTo>
                    <a:pt x="3048" y="3047"/>
                  </a:lnTo>
                  <a:close/>
                </a:path>
                <a:path w="1717675" h="283209">
                  <a:moveTo>
                    <a:pt x="3048" y="278891"/>
                  </a:moveTo>
                  <a:lnTo>
                    <a:pt x="3048" y="3047"/>
                  </a:lnTo>
                  <a:lnTo>
                    <a:pt x="1524" y="3047"/>
                  </a:lnTo>
                  <a:lnTo>
                    <a:pt x="1524" y="278891"/>
                  </a:lnTo>
                  <a:lnTo>
                    <a:pt x="3048" y="278891"/>
                  </a:lnTo>
                  <a:close/>
                </a:path>
                <a:path w="1717675" h="283209">
                  <a:moveTo>
                    <a:pt x="1575816" y="278891"/>
                  </a:moveTo>
                  <a:lnTo>
                    <a:pt x="1524" y="278891"/>
                  </a:lnTo>
                  <a:lnTo>
                    <a:pt x="3048" y="281177"/>
                  </a:lnTo>
                  <a:lnTo>
                    <a:pt x="3048" y="282701"/>
                  </a:lnTo>
                  <a:lnTo>
                    <a:pt x="1575054" y="282701"/>
                  </a:lnTo>
                  <a:lnTo>
                    <a:pt x="1575054" y="279653"/>
                  </a:lnTo>
                  <a:lnTo>
                    <a:pt x="1575816" y="278891"/>
                  </a:lnTo>
                  <a:close/>
                </a:path>
                <a:path w="1717675" h="283209">
                  <a:moveTo>
                    <a:pt x="3048" y="282701"/>
                  </a:moveTo>
                  <a:lnTo>
                    <a:pt x="3048" y="281177"/>
                  </a:lnTo>
                  <a:lnTo>
                    <a:pt x="1524" y="278891"/>
                  </a:lnTo>
                  <a:lnTo>
                    <a:pt x="1524" y="282701"/>
                  </a:lnTo>
                  <a:lnTo>
                    <a:pt x="3048" y="282701"/>
                  </a:lnTo>
                  <a:close/>
                </a:path>
                <a:path w="1717675" h="283209">
                  <a:moveTo>
                    <a:pt x="1716024" y="143255"/>
                  </a:moveTo>
                  <a:lnTo>
                    <a:pt x="1716024" y="3047"/>
                  </a:lnTo>
                  <a:lnTo>
                    <a:pt x="1714500" y="3047"/>
                  </a:lnTo>
                  <a:lnTo>
                    <a:pt x="1714500" y="140207"/>
                  </a:lnTo>
                  <a:lnTo>
                    <a:pt x="1575054" y="279653"/>
                  </a:lnTo>
                  <a:lnTo>
                    <a:pt x="1575054" y="282701"/>
                  </a:lnTo>
                  <a:lnTo>
                    <a:pt x="1575816" y="282701"/>
                  </a:lnTo>
                  <a:lnTo>
                    <a:pt x="1577340" y="281939"/>
                  </a:lnTo>
                  <a:lnTo>
                    <a:pt x="1716024" y="143255"/>
                  </a:lnTo>
                  <a:close/>
                </a:path>
                <a:path w="1717675" h="283209">
                  <a:moveTo>
                    <a:pt x="1716024" y="3047"/>
                  </a:moveTo>
                  <a:lnTo>
                    <a:pt x="1714500" y="1523"/>
                  </a:lnTo>
                  <a:lnTo>
                    <a:pt x="1714500" y="3047"/>
                  </a:lnTo>
                  <a:lnTo>
                    <a:pt x="1716024" y="3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6286753" y="1312417"/>
            <a:ext cx="15017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pkg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spc="-5">
                <a:latin typeface="Arial MT"/>
                <a:cs typeface="Arial MT"/>
              </a:rPr>
              <a:t>SampleMo</a:t>
            </a:r>
            <a:r>
              <a:rPr dirty="0" sz="1000" spc="-15">
                <a:latin typeface="Arial MT"/>
                <a:cs typeface="Arial MT"/>
              </a:rPr>
              <a:t>d</a:t>
            </a:r>
            <a:r>
              <a:rPr dirty="0" sz="1000" spc="-10">
                <a:latin typeface="Arial MT"/>
                <a:cs typeface="Arial MT"/>
              </a:rPr>
              <a:t>e</a:t>
            </a:r>
            <a:r>
              <a:rPr dirty="0" sz="1000">
                <a:latin typeface="Arial MT"/>
                <a:cs typeface="Arial MT"/>
              </a:rPr>
              <a:t>l</a:t>
            </a:r>
            <a:r>
              <a:rPr dirty="0" sz="1000" spc="-1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[</a:t>
            </a:r>
            <a:r>
              <a:rPr dirty="0" sz="1000" spc="-5">
                <a:latin typeface="Arial MT"/>
                <a:cs typeface="Arial MT"/>
              </a:rPr>
              <a:t>b</a:t>
            </a:r>
            <a:r>
              <a:rPr dirty="0" sz="1000">
                <a:latin typeface="Arial MT"/>
                <a:cs typeface="Arial MT"/>
              </a:rPr>
              <a:t>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IP</a:t>
            </a:r>
            <a:r>
              <a:rPr dirty="0" sz="1000" spc="-40">
                <a:latin typeface="Arial MT"/>
                <a:cs typeface="Arial MT"/>
              </a:rPr>
              <a:t>T</a:t>
            </a:r>
            <a:r>
              <a:rPr dirty="0" sz="1000">
                <a:latin typeface="Arial MT"/>
                <a:cs typeface="Arial MT"/>
              </a:rPr>
              <a:t>]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701028" y="1683257"/>
            <a:ext cx="1120775" cy="702310"/>
            <a:chOff x="6701028" y="1683257"/>
            <a:chExt cx="1120775" cy="702310"/>
          </a:xfrm>
        </p:grpSpPr>
        <p:sp>
          <p:nvSpPr>
            <p:cNvPr id="73" name="object 73"/>
            <p:cNvSpPr/>
            <p:nvPr/>
          </p:nvSpPr>
          <p:spPr>
            <a:xfrm>
              <a:off x="6701282" y="1822703"/>
              <a:ext cx="1120140" cy="562610"/>
            </a:xfrm>
            <a:custGeom>
              <a:avLst/>
              <a:gdLst/>
              <a:ahLst/>
              <a:cxnLst/>
              <a:rect l="l" t="t" r="r" b="b"/>
              <a:pathLst>
                <a:path w="1120140" h="562610">
                  <a:moveTo>
                    <a:pt x="1120140" y="560832"/>
                  </a:moveTo>
                  <a:lnTo>
                    <a:pt x="1119111" y="560832"/>
                  </a:lnTo>
                  <a:lnTo>
                    <a:pt x="1119111" y="1524"/>
                  </a:lnTo>
                  <a:lnTo>
                    <a:pt x="1117587" y="0"/>
                  </a:lnTo>
                  <a:lnTo>
                    <a:pt x="1116063" y="1524"/>
                  </a:lnTo>
                  <a:lnTo>
                    <a:pt x="1117600" y="1524"/>
                  </a:lnTo>
                  <a:lnTo>
                    <a:pt x="1117600" y="560832"/>
                  </a:lnTo>
                  <a:lnTo>
                    <a:pt x="1116063" y="560832"/>
                  </a:lnTo>
                  <a:lnTo>
                    <a:pt x="1270" y="560832"/>
                  </a:lnTo>
                  <a:lnTo>
                    <a:pt x="1270" y="559181"/>
                  </a:lnTo>
                  <a:lnTo>
                    <a:pt x="0" y="559181"/>
                  </a:lnTo>
                  <a:lnTo>
                    <a:pt x="0" y="561721"/>
                  </a:lnTo>
                  <a:lnTo>
                    <a:pt x="1270" y="561721"/>
                  </a:lnTo>
                  <a:lnTo>
                    <a:pt x="1270" y="562356"/>
                  </a:lnTo>
                  <a:lnTo>
                    <a:pt x="1116063" y="562356"/>
                  </a:lnTo>
                  <a:lnTo>
                    <a:pt x="1119111" y="562356"/>
                  </a:lnTo>
                  <a:lnTo>
                    <a:pt x="1120140" y="562356"/>
                  </a:lnTo>
                  <a:lnTo>
                    <a:pt x="1120140" y="5608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702552" y="1684781"/>
              <a:ext cx="1116330" cy="699135"/>
            </a:xfrm>
            <a:custGeom>
              <a:avLst/>
              <a:gdLst/>
              <a:ahLst/>
              <a:cxnLst/>
              <a:rect l="l" t="t" r="r" b="b"/>
              <a:pathLst>
                <a:path w="1116329" h="699135">
                  <a:moveTo>
                    <a:pt x="1116330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8754"/>
                  </a:lnTo>
                  <a:lnTo>
                    <a:pt x="1116330" y="698754"/>
                  </a:lnTo>
                  <a:lnTo>
                    <a:pt x="1116330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701015" y="1683257"/>
              <a:ext cx="1119505" cy="702310"/>
            </a:xfrm>
            <a:custGeom>
              <a:avLst/>
              <a:gdLst/>
              <a:ahLst/>
              <a:cxnLst/>
              <a:rect l="l" t="t" r="r" b="b"/>
              <a:pathLst>
                <a:path w="1119504" h="702310">
                  <a:moveTo>
                    <a:pt x="1119378" y="140970"/>
                  </a:moveTo>
                  <a:lnTo>
                    <a:pt x="1117854" y="139446"/>
                  </a:lnTo>
                  <a:lnTo>
                    <a:pt x="1116330" y="139446"/>
                  </a:lnTo>
                  <a:lnTo>
                    <a:pt x="1116330" y="142494"/>
                  </a:lnTo>
                  <a:lnTo>
                    <a:pt x="1116330" y="697992"/>
                  </a:lnTo>
                  <a:lnTo>
                    <a:pt x="3048" y="697992"/>
                  </a:lnTo>
                  <a:lnTo>
                    <a:pt x="3048" y="142506"/>
                  </a:lnTo>
                  <a:lnTo>
                    <a:pt x="419100" y="142506"/>
                  </a:lnTo>
                  <a:lnTo>
                    <a:pt x="420624" y="142506"/>
                  </a:lnTo>
                  <a:lnTo>
                    <a:pt x="1116330" y="142494"/>
                  </a:lnTo>
                  <a:lnTo>
                    <a:pt x="1116330" y="139446"/>
                  </a:lnTo>
                  <a:lnTo>
                    <a:pt x="422148" y="139446"/>
                  </a:lnTo>
                  <a:lnTo>
                    <a:pt x="422148" y="1536"/>
                  </a:lnTo>
                  <a:lnTo>
                    <a:pt x="420624" y="12"/>
                  </a:lnTo>
                  <a:lnTo>
                    <a:pt x="419100" y="12"/>
                  </a:lnTo>
                  <a:lnTo>
                    <a:pt x="419100" y="3060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60"/>
                  </a:lnTo>
                  <a:lnTo>
                    <a:pt x="419100" y="3060"/>
                  </a:lnTo>
                  <a:lnTo>
                    <a:pt x="419100" y="12"/>
                  </a:lnTo>
                  <a:lnTo>
                    <a:pt x="3048" y="12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700278"/>
                  </a:lnTo>
                  <a:lnTo>
                    <a:pt x="0" y="700913"/>
                  </a:lnTo>
                  <a:lnTo>
                    <a:pt x="635" y="700913"/>
                  </a:lnTo>
                  <a:lnTo>
                    <a:pt x="1524" y="701802"/>
                  </a:lnTo>
                  <a:lnTo>
                    <a:pt x="3048" y="701802"/>
                  </a:lnTo>
                  <a:lnTo>
                    <a:pt x="1116330" y="701802"/>
                  </a:lnTo>
                  <a:lnTo>
                    <a:pt x="1117854" y="701802"/>
                  </a:lnTo>
                  <a:lnTo>
                    <a:pt x="1118235" y="701421"/>
                  </a:lnTo>
                  <a:lnTo>
                    <a:pt x="1118870" y="701421"/>
                  </a:lnTo>
                  <a:lnTo>
                    <a:pt x="1118870" y="700786"/>
                  </a:lnTo>
                  <a:lnTo>
                    <a:pt x="1119378" y="700278"/>
                  </a:lnTo>
                  <a:lnTo>
                    <a:pt x="1119378" y="140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6703821" y="1928113"/>
            <a:ext cx="1113790" cy="32956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396875" marR="168910" indent="-210185">
              <a:lnSpc>
                <a:spcPts val="1190"/>
              </a:lnSpc>
              <a:spcBef>
                <a:spcPts val="150"/>
              </a:spcBef>
            </a:pPr>
            <a:r>
              <a:rPr dirty="0" sz="1000" b="1">
                <a:latin typeface="Arial"/>
                <a:cs typeface="Arial"/>
              </a:rPr>
              <a:t>Archite</a:t>
            </a:r>
            <a:r>
              <a:rPr dirty="0" sz="1000" spc="-10" b="1">
                <a:latin typeface="Arial"/>
                <a:cs typeface="Arial"/>
              </a:rPr>
              <a:t>c</a:t>
            </a:r>
            <a:r>
              <a:rPr dirty="0" sz="1000" b="1">
                <a:latin typeface="Arial"/>
                <a:cs typeface="Arial"/>
              </a:rPr>
              <a:t>tu</a:t>
            </a:r>
            <a:r>
              <a:rPr dirty="0" sz="1000" spc="-10" b="1">
                <a:latin typeface="Arial"/>
                <a:cs typeface="Arial"/>
              </a:rPr>
              <a:t>r</a:t>
            </a:r>
            <a:r>
              <a:rPr dirty="0" sz="1000" b="1">
                <a:latin typeface="Arial"/>
                <a:cs typeface="Arial"/>
              </a:rPr>
              <a:t>e  </a:t>
            </a:r>
            <a:r>
              <a:rPr dirty="0" sz="1000" b="1">
                <a:latin typeface="Arial"/>
                <a:cs typeface="Arial"/>
              </a:rPr>
              <a:t>Team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701028" y="2521457"/>
            <a:ext cx="1120775" cy="700405"/>
            <a:chOff x="6701028" y="2521457"/>
            <a:chExt cx="1120775" cy="700405"/>
          </a:xfrm>
        </p:grpSpPr>
        <p:sp>
          <p:nvSpPr>
            <p:cNvPr id="78" name="object 78"/>
            <p:cNvSpPr/>
            <p:nvPr/>
          </p:nvSpPr>
          <p:spPr>
            <a:xfrm>
              <a:off x="6701282" y="2660903"/>
              <a:ext cx="1120140" cy="561340"/>
            </a:xfrm>
            <a:custGeom>
              <a:avLst/>
              <a:gdLst/>
              <a:ahLst/>
              <a:cxnLst/>
              <a:rect l="l" t="t" r="r" b="b"/>
              <a:pathLst>
                <a:path w="1120140" h="561339">
                  <a:moveTo>
                    <a:pt x="1120140" y="558546"/>
                  </a:moveTo>
                  <a:lnTo>
                    <a:pt x="1119111" y="558546"/>
                  </a:lnTo>
                  <a:lnTo>
                    <a:pt x="1119111" y="1524"/>
                  </a:lnTo>
                  <a:lnTo>
                    <a:pt x="1117587" y="0"/>
                  </a:lnTo>
                  <a:lnTo>
                    <a:pt x="1116063" y="1524"/>
                  </a:lnTo>
                  <a:lnTo>
                    <a:pt x="1117600" y="1524"/>
                  </a:lnTo>
                  <a:lnTo>
                    <a:pt x="1117600" y="558546"/>
                  </a:lnTo>
                  <a:lnTo>
                    <a:pt x="1116063" y="558546"/>
                  </a:lnTo>
                  <a:lnTo>
                    <a:pt x="1270" y="558546"/>
                  </a:lnTo>
                  <a:lnTo>
                    <a:pt x="1270" y="557669"/>
                  </a:lnTo>
                  <a:lnTo>
                    <a:pt x="0" y="557669"/>
                  </a:lnTo>
                  <a:lnTo>
                    <a:pt x="0" y="560209"/>
                  </a:lnTo>
                  <a:lnTo>
                    <a:pt x="1270" y="560209"/>
                  </a:lnTo>
                  <a:lnTo>
                    <a:pt x="1270" y="560844"/>
                  </a:lnTo>
                  <a:lnTo>
                    <a:pt x="1120140" y="560844"/>
                  </a:lnTo>
                  <a:lnTo>
                    <a:pt x="1120140" y="558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702552" y="2522981"/>
              <a:ext cx="1116330" cy="696595"/>
            </a:xfrm>
            <a:custGeom>
              <a:avLst/>
              <a:gdLst/>
              <a:ahLst/>
              <a:cxnLst/>
              <a:rect l="l" t="t" r="r" b="b"/>
              <a:pathLst>
                <a:path w="1116329" h="696594">
                  <a:moveTo>
                    <a:pt x="1116330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6468"/>
                  </a:lnTo>
                  <a:lnTo>
                    <a:pt x="1116330" y="696468"/>
                  </a:lnTo>
                  <a:lnTo>
                    <a:pt x="1116330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701015" y="2521457"/>
              <a:ext cx="1119505" cy="700405"/>
            </a:xfrm>
            <a:custGeom>
              <a:avLst/>
              <a:gdLst/>
              <a:ahLst/>
              <a:cxnLst/>
              <a:rect l="l" t="t" r="r" b="b"/>
              <a:pathLst>
                <a:path w="1119504" h="700405">
                  <a:moveTo>
                    <a:pt x="1119378" y="140970"/>
                  </a:moveTo>
                  <a:lnTo>
                    <a:pt x="1117854" y="139446"/>
                  </a:lnTo>
                  <a:lnTo>
                    <a:pt x="1116330" y="139446"/>
                  </a:lnTo>
                  <a:lnTo>
                    <a:pt x="1116330" y="142494"/>
                  </a:lnTo>
                  <a:lnTo>
                    <a:pt x="1116330" y="696468"/>
                  </a:lnTo>
                  <a:lnTo>
                    <a:pt x="3048" y="696468"/>
                  </a:lnTo>
                  <a:lnTo>
                    <a:pt x="3048" y="142506"/>
                  </a:lnTo>
                  <a:lnTo>
                    <a:pt x="419100" y="142506"/>
                  </a:lnTo>
                  <a:lnTo>
                    <a:pt x="420624" y="142506"/>
                  </a:lnTo>
                  <a:lnTo>
                    <a:pt x="1116330" y="142494"/>
                  </a:lnTo>
                  <a:lnTo>
                    <a:pt x="1116330" y="139446"/>
                  </a:lnTo>
                  <a:lnTo>
                    <a:pt x="422148" y="139446"/>
                  </a:lnTo>
                  <a:lnTo>
                    <a:pt x="422148" y="1536"/>
                  </a:lnTo>
                  <a:lnTo>
                    <a:pt x="420624" y="12"/>
                  </a:lnTo>
                  <a:lnTo>
                    <a:pt x="419100" y="12"/>
                  </a:lnTo>
                  <a:lnTo>
                    <a:pt x="419100" y="3060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60"/>
                  </a:lnTo>
                  <a:lnTo>
                    <a:pt x="419100" y="3060"/>
                  </a:lnTo>
                  <a:lnTo>
                    <a:pt x="419100" y="12"/>
                  </a:lnTo>
                  <a:lnTo>
                    <a:pt x="3048" y="12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697992"/>
                  </a:lnTo>
                  <a:lnTo>
                    <a:pt x="0" y="698944"/>
                  </a:lnTo>
                  <a:lnTo>
                    <a:pt x="635" y="698944"/>
                  </a:lnTo>
                  <a:lnTo>
                    <a:pt x="1524" y="700278"/>
                  </a:lnTo>
                  <a:lnTo>
                    <a:pt x="3048" y="700278"/>
                  </a:lnTo>
                  <a:lnTo>
                    <a:pt x="1116330" y="700278"/>
                  </a:lnTo>
                  <a:lnTo>
                    <a:pt x="1117854" y="700278"/>
                  </a:lnTo>
                  <a:lnTo>
                    <a:pt x="1118235" y="699706"/>
                  </a:lnTo>
                  <a:lnTo>
                    <a:pt x="1118870" y="699706"/>
                  </a:lnTo>
                  <a:lnTo>
                    <a:pt x="1118870" y="698754"/>
                  </a:lnTo>
                  <a:lnTo>
                    <a:pt x="1119378" y="697992"/>
                  </a:lnTo>
                  <a:lnTo>
                    <a:pt x="1119378" y="140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6703821" y="2766313"/>
            <a:ext cx="1113790" cy="32956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396875" marR="116839" indent="-256540">
              <a:lnSpc>
                <a:spcPts val="1190"/>
              </a:lnSpc>
              <a:spcBef>
                <a:spcPts val="150"/>
              </a:spcBef>
            </a:pPr>
            <a:r>
              <a:rPr dirty="0" sz="1000" b="1">
                <a:latin typeface="Arial"/>
                <a:cs typeface="Arial"/>
              </a:rPr>
              <a:t>Require</a:t>
            </a:r>
            <a:r>
              <a:rPr dirty="0" sz="1000" spc="-10" b="1">
                <a:latin typeface="Arial"/>
                <a:cs typeface="Arial"/>
              </a:rPr>
              <a:t>m</a:t>
            </a:r>
            <a:r>
              <a:rPr dirty="0" sz="1000" spc="-10" b="1">
                <a:latin typeface="Arial"/>
                <a:cs typeface="Arial"/>
              </a:rPr>
              <a:t>e</a:t>
            </a:r>
            <a:r>
              <a:rPr dirty="0" sz="1000" b="1">
                <a:latin typeface="Arial"/>
                <a:cs typeface="Arial"/>
              </a:rPr>
              <a:t>nts  </a:t>
            </a:r>
            <a:r>
              <a:rPr dirty="0" sz="1000" b="1">
                <a:latin typeface="Arial"/>
                <a:cs typeface="Arial"/>
              </a:rPr>
              <a:t>Team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701028" y="3358133"/>
            <a:ext cx="1120775" cy="702310"/>
            <a:chOff x="6701028" y="3358133"/>
            <a:chExt cx="1120775" cy="702310"/>
          </a:xfrm>
        </p:grpSpPr>
        <p:sp>
          <p:nvSpPr>
            <p:cNvPr id="83" name="object 83"/>
            <p:cNvSpPr/>
            <p:nvPr/>
          </p:nvSpPr>
          <p:spPr>
            <a:xfrm>
              <a:off x="6701282" y="3497579"/>
              <a:ext cx="1120140" cy="562610"/>
            </a:xfrm>
            <a:custGeom>
              <a:avLst/>
              <a:gdLst/>
              <a:ahLst/>
              <a:cxnLst/>
              <a:rect l="l" t="t" r="r" b="b"/>
              <a:pathLst>
                <a:path w="1120140" h="562610">
                  <a:moveTo>
                    <a:pt x="1120140" y="560070"/>
                  </a:moveTo>
                  <a:lnTo>
                    <a:pt x="1119111" y="560070"/>
                  </a:lnTo>
                  <a:lnTo>
                    <a:pt x="1119111" y="1524"/>
                  </a:lnTo>
                  <a:lnTo>
                    <a:pt x="1117587" y="0"/>
                  </a:lnTo>
                  <a:lnTo>
                    <a:pt x="1116063" y="1524"/>
                  </a:lnTo>
                  <a:lnTo>
                    <a:pt x="1117600" y="1524"/>
                  </a:lnTo>
                  <a:lnTo>
                    <a:pt x="1117600" y="560070"/>
                  </a:lnTo>
                  <a:lnTo>
                    <a:pt x="1116063" y="560070"/>
                  </a:lnTo>
                  <a:lnTo>
                    <a:pt x="1270" y="560070"/>
                  </a:lnTo>
                  <a:lnTo>
                    <a:pt x="1270" y="559193"/>
                  </a:lnTo>
                  <a:lnTo>
                    <a:pt x="0" y="559193"/>
                  </a:lnTo>
                  <a:lnTo>
                    <a:pt x="0" y="561733"/>
                  </a:lnTo>
                  <a:lnTo>
                    <a:pt x="1270" y="561733"/>
                  </a:lnTo>
                  <a:lnTo>
                    <a:pt x="1270" y="562368"/>
                  </a:lnTo>
                  <a:lnTo>
                    <a:pt x="1120140" y="562368"/>
                  </a:lnTo>
                  <a:lnTo>
                    <a:pt x="1120140" y="560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702552" y="3359657"/>
              <a:ext cx="1116330" cy="698500"/>
            </a:xfrm>
            <a:custGeom>
              <a:avLst/>
              <a:gdLst/>
              <a:ahLst/>
              <a:cxnLst/>
              <a:rect l="l" t="t" r="r" b="b"/>
              <a:pathLst>
                <a:path w="1116329" h="698500">
                  <a:moveTo>
                    <a:pt x="1116330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7992"/>
                  </a:lnTo>
                  <a:lnTo>
                    <a:pt x="1116330" y="697992"/>
                  </a:lnTo>
                  <a:lnTo>
                    <a:pt x="1116330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701015" y="3358133"/>
              <a:ext cx="1119505" cy="702310"/>
            </a:xfrm>
            <a:custGeom>
              <a:avLst/>
              <a:gdLst/>
              <a:ahLst/>
              <a:cxnLst/>
              <a:rect l="l" t="t" r="r" b="b"/>
              <a:pathLst>
                <a:path w="1119504" h="702310">
                  <a:moveTo>
                    <a:pt x="1119378" y="140982"/>
                  </a:moveTo>
                  <a:lnTo>
                    <a:pt x="1117854" y="139458"/>
                  </a:lnTo>
                  <a:lnTo>
                    <a:pt x="1116330" y="139458"/>
                  </a:lnTo>
                  <a:lnTo>
                    <a:pt x="1116330" y="142506"/>
                  </a:lnTo>
                  <a:lnTo>
                    <a:pt x="1116330" y="698004"/>
                  </a:lnTo>
                  <a:lnTo>
                    <a:pt x="3048" y="698004"/>
                  </a:lnTo>
                  <a:lnTo>
                    <a:pt x="3048" y="142506"/>
                  </a:lnTo>
                  <a:lnTo>
                    <a:pt x="1116330" y="142506"/>
                  </a:lnTo>
                  <a:lnTo>
                    <a:pt x="1116330" y="139458"/>
                  </a:lnTo>
                  <a:lnTo>
                    <a:pt x="422148" y="139458"/>
                  </a:lnTo>
                  <a:lnTo>
                    <a:pt x="422148" y="1524"/>
                  </a:lnTo>
                  <a:lnTo>
                    <a:pt x="420624" y="0"/>
                  </a:lnTo>
                  <a:lnTo>
                    <a:pt x="419100" y="0"/>
                  </a:lnTo>
                  <a:lnTo>
                    <a:pt x="419100" y="3048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48"/>
                  </a:lnTo>
                  <a:lnTo>
                    <a:pt x="419100" y="3048"/>
                  </a:lnTo>
                  <a:lnTo>
                    <a:pt x="419100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699528"/>
                  </a:lnTo>
                  <a:lnTo>
                    <a:pt x="0" y="700468"/>
                  </a:lnTo>
                  <a:lnTo>
                    <a:pt x="622" y="700468"/>
                  </a:lnTo>
                  <a:lnTo>
                    <a:pt x="1524" y="701814"/>
                  </a:lnTo>
                  <a:lnTo>
                    <a:pt x="3048" y="701814"/>
                  </a:lnTo>
                  <a:lnTo>
                    <a:pt x="1116330" y="701814"/>
                  </a:lnTo>
                  <a:lnTo>
                    <a:pt x="1117854" y="701814"/>
                  </a:lnTo>
                  <a:lnTo>
                    <a:pt x="1118235" y="701230"/>
                  </a:lnTo>
                  <a:lnTo>
                    <a:pt x="1118870" y="701230"/>
                  </a:lnTo>
                  <a:lnTo>
                    <a:pt x="1118870" y="700290"/>
                  </a:lnTo>
                  <a:lnTo>
                    <a:pt x="1119378" y="699528"/>
                  </a:lnTo>
                  <a:lnTo>
                    <a:pt x="1119378" y="1409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6703821" y="3683761"/>
            <a:ext cx="11137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IPT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701028" y="4196333"/>
            <a:ext cx="1120775" cy="702310"/>
            <a:chOff x="6701028" y="4196333"/>
            <a:chExt cx="1120775" cy="702310"/>
          </a:xfrm>
        </p:grpSpPr>
        <p:sp>
          <p:nvSpPr>
            <p:cNvPr id="88" name="object 88"/>
            <p:cNvSpPr/>
            <p:nvPr/>
          </p:nvSpPr>
          <p:spPr>
            <a:xfrm>
              <a:off x="6701282" y="4335779"/>
              <a:ext cx="1120140" cy="562610"/>
            </a:xfrm>
            <a:custGeom>
              <a:avLst/>
              <a:gdLst/>
              <a:ahLst/>
              <a:cxnLst/>
              <a:rect l="l" t="t" r="r" b="b"/>
              <a:pathLst>
                <a:path w="1120140" h="562610">
                  <a:moveTo>
                    <a:pt x="1120140" y="560070"/>
                  </a:moveTo>
                  <a:lnTo>
                    <a:pt x="1119111" y="560070"/>
                  </a:lnTo>
                  <a:lnTo>
                    <a:pt x="1119111" y="1524"/>
                  </a:lnTo>
                  <a:lnTo>
                    <a:pt x="1117587" y="0"/>
                  </a:lnTo>
                  <a:lnTo>
                    <a:pt x="1116063" y="1524"/>
                  </a:lnTo>
                  <a:lnTo>
                    <a:pt x="1117600" y="1524"/>
                  </a:lnTo>
                  <a:lnTo>
                    <a:pt x="1117600" y="560070"/>
                  </a:lnTo>
                  <a:lnTo>
                    <a:pt x="1116063" y="560070"/>
                  </a:lnTo>
                  <a:lnTo>
                    <a:pt x="1270" y="560070"/>
                  </a:lnTo>
                  <a:lnTo>
                    <a:pt x="1270" y="559193"/>
                  </a:lnTo>
                  <a:lnTo>
                    <a:pt x="0" y="559193"/>
                  </a:lnTo>
                  <a:lnTo>
                    <a:pt x="0" y="561733"/>
                  </a:lnTo>
                  <a:lnTo>
                    <a:pt x="1270" y="561733"/>
                  </a:lnTo>
                  <a:lnTo>
                    <a:pt x="1270" y="562368"/>
                  </a:lnTo>
                  <a:lnTo>
                    <a:pt x="1120140" y="562368"/>
                  </a:lnTo>
                  <a:lnTo>
                    <a:pt x="1120140" y="560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702552" y="4197857"/>
              <a:ext cx="1116330" cy="698500"/>
            </a:xfrm>
            <a:custGeom>
              <a:avLst/>
              <a:gdLst/>
              <a:ahLst/>
              <a:cxnLst/>
              <a:rect l="l" t="t" r="r" b="b"/>
              <a:pathLst>
                <a:path w="1116329" h="698500">
                  <a:moveTo>
                    <a:pt x="1116330" y="139446"/>
                  </a:moveTo>
                  <a:lnTo>
                    <a:pt x="419100" y="139446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9446"/>
                  </a:lnTo>
                  <a:lnTo>
                    <a:pt x="0" y="697992"/>
                  </a:lnTo>
                  <a:lnTo>
                    <a:pt x="1116330" y="697992"/>
                  </a:lnTo>
                  <a:lnTo>
                    <a:pt x="1116330" y="13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6701015" y="4196333"/>
              <a:ext cx="1119505" cy="702310"/>
            </a:xfrm>
            <a:custGeom>
              <a:avLst/>
              <a:gdLst/>
              <a:ahLst/>
              <a:cxnLst/>
              <a:rect l="l" t="t" r="r" b="b"/>
              <a:pathLst>
                <a:path w="1119504" h="702310">
                  <a:moveTo>
                    <a:pt x="1119378" y="140982"/>
                  </a:moveTo>
                  <a:lnTo>
                    <a:pt x="1117854" y="139458"/>
                  </a:lnTo>
                  <a:lnTo>
                    <a:pt x="1116330" y="139458"/>
                  </a:lnTo>
                  <a:lnTo>
                    <a:pt x="1116330" y="142506"/>
                  </a:lnTo>
                  <a:lnTo>
                    <a:pt x="1116330" y="698004"/>
                  </a:lnTo>
                  <a:lnTo>
                    <a:pt x="3048" y="698004"/>
                  </a:lnTo>
                  <a:lnTo>
                    <a:pt x="3048" y="142506"/>
                  </a:lnTo>
                  <a:lnTo>
                    <a:pt x="1116330" y="142506"/>
                  </a:lnTo>
                  <a:lnTo>
                    <a:pt x="1116330" y="139458"/>
                  </a:lnTo>
                  <a:lnTo>
                    <a:pt x="422148" y="139458"/>
                  </a:lnTo>
                  <a:lnTo>
                    <a:pt x="422148" y="1524"/>
                  </a:lnTo>
                  <a:lnTo>
                    <a:pt x="420624" y="0"/>
                  </a:lnTo>
                  <a:lnTo>
                    <a:pt x="419100" y="0"/>
                  </a:lnTo>
                  <a:lnTo>
                    <a:pt x="419100" y="3048"/>
                  </a:lnTo>
                  <a:lnTo>
                    <a:pt x="419100" y="139446"/>
                  </a:lnTo>
                  <a:lnTo>
                    <a:pt x="3048" y="139446"/>
                  </a:lnTo>
                  <a:lnTo>
                    <a:pt x="3048" y="3048"/>
                  </a:lnTo>
                  <a:lnTo>
                    <a:pt x="419100" y="3048"/>
                  </a:lnTo>
                  <a:lnTo>
                    <a:pt x="419100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140970"/>
                  </a:lnTo>
                  <a:lnTo>
                    <a:pt x="0" y="699528"/>
                  </a:lnTo>
                  <a:lnTo>
                    <a:pt x="0" y="700468"/>
                  </a:lnTo>
                  <a:lnTo>
                    <a:pt x="622" y="700468"/>
                  </a:lnTo>
                  <a:lnTo>
                    <a:pt x="1524" y="701814"/>
                  </a:lnTo>
                  <a:lnTo>
                    <a:pt x="3048" y="701814"/>
                  </a:lnTo>
                  <a:lnTo>
                    <a:pt x="1116330" y="701814"/>
                  </a:lnTo>
                  <a:lnTo>
                    <a:pt x="1117854" y="701814"/>
                  </a:lnTo>
                  <a:lnTo>
                    <a:pt x="1118235" y="701230"/>
                  </a:lnTo>
                  <a:lnTo>
                    <a:pt x="1118870" y="701230"/>
                  </a:lnTo>
                  <a:lnTo>
                    <a:pt x="1118870" y="700290"/>
                  </a:lnTo>
                  <a:lnTo>
                    <a:pt x="1119378" y="699528"/>
                  </a:lnTo>
                  <a:lnTo>
                    <a:pt x="1119378" y="1409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6703821" y="4521961"/>
            <a:ext cx="11137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IPT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6691630" y="5034533"/>
            <a:ext cx="1121410" cy="700405"/>
            <a:chOff x="6691630" y="5034533"/>
            <a:chExt cx="1121410" cy="700405"/>
          </a:xfrm>
        </p:grpSpPr>
        <p:sp>
          <p:nvSpPr>
            <p:cNvPr id="93" name="object 93"/>
            <p:cNvSpPr/>
            <p:nvPr/>
          </p:nvSpPr>
          <p:spPr>
            <a:xfrm>
              <a:off x="6691630" y="5172468"/>
              <a:ext cx="1121410" cy="562610"/>
            </a:xfrm>
            <a:custGeom>
              <a:avLst/>
              <a:gdLst/>
              <a:ahLst/>
              <a:cxnLst/>
              <a:rect l="l" t="t" r="r" b="b"/>
              <a:pathLst>
                <a:path w="1121409" h="562610">
                  <a:moveTo>
                    <a:pt x="1121410" y="560070"/>
                  </a:moveTo>
                  <a:lnTo>
                    <a:pt x="1121143" y="560070"/>
                  </a:lnTo>
                  <a:lnTo>
                    <a:pt x="1121143" y="1524"/>
                  </a:lnTo>
                  <a:lnTo>
                    <a:pt x="1119619" y="0"/>
                  </a:lnTo>
                  <a:lnTo>
                    <a:pt x="1118095" y="762"/>
                  </a:lnTo>
                  <a:lnTo>
                    <a:pt x="1117333" y="1524"/>
                  </a:lnTo>
                  <a:lnTo>
                    <a:pt x="1118870" y="1524"/>
                  </a:lnTo>
                  <a:lnTo>
                    <a:pt x="1118870" y="560070"/>
                  </a:lnTo>
                  <a:lnTo>
                    <a:pt x="1117333" y="560070"/>
                  </a:lnTo>
                  <a:lnTo>
                    <a:pt x="1270" y="560070"/>
                  </a:lnTo>
                  <a:lnTo>
                    <a:pt x="1270" y="559676"/>
                  </a:lnTo>
                  <a:lnTo>
                    <a:pt x="0" y="559676"/>
                  </a:lnTo>
                  <a:lnTo>
                    <a:pt x="0" y="560438"/>
                  </a:lnTo>
                  <a:lnTo>
                    <a:pt x="1270" y="560438"/>
                  </a:lnTo>
                  <a:lnTo>
                    <a:pt x="1270" y="561581"/>
                  </a:lnTo>
                  <a:lnTo>
                    <a:pt x="1117333" y="561581"/>
                  </a:lnTo>
                  <a:lnTo>
                    <a:pt x="1117333" y="562356"/>
                  </a:lnTo>
                  <a:lnTo>
                    <a:pt x="1121143" y="562356"/>
                  </a:lnTo>
                  <a:lnTo>
                    <a:pt x="1121143" y="561581"/>
                  </a:lnTo>
                  <a:lnTo>
                    <a:pt x="1121410" y="561581"/>
                  </a:lnTo>
                  <a:lnTo>
                    <a:pt x="1121410" y="560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693408" y="5036070"/>
              <a:ext cx="1117600" cy="696595"/>
            </a:xfrm>
            <a:custGeom>
              <a:avLst/>
              <a:gdLst/>
              <a:ahLst/>
              <a:cxnLst/>
              <a:rect l="l" t="t" r="r" b="b"/>
              <a:pathLst>
                <a:path w="1117600" h="696595">
                  <a:moveTo>
                    <a:pt x="1117092" y="137922"/>
                  </a:moveTo>
                  <a:lnTo>
                    <a:pt x="419100" y="137922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137922"/>
                  </a:lnTo>
                  <a:lnTo>
                    <a:pt x="0" y="696468"/>
                  </a:lnTo>
                  <a:lnTo>
                    <a:pt x="1117092" y="696468"/>
                  </a:lnTo>
                  <a:lnTo>
                    <a:pt x="1117092" y="1379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691871" y="5034533"/>
              <a:ext cx="1121410" cy="699770"/>
            </a:xfrm>
            <a:custGeom>
              <a:avLst/>
              <a:gdLst/>
              <a:ahLst/>
              <a:cxnLst/>
              <a:rect l="l" t="t" r="r" b="b"/>
              <a:pathLst>
                <a:path w="1121409" h="699770">
                  <a:moveTo>
                    <a:pt x="1120914" y="139458"/>
                  </a:moveTo>
                  <a:lnTo>
                    <a:pt x="1119390" y="137934"/>
                  </a:lnTo>
                  <a:lnTo>
                    <a:pt x="1118958" y="138150"/>
                  </a:lnTo>
                  <a:lnTo>
                    <a:pt x="1118616" y="137922"/>
                  </a:lnTo>
                  <a:lnTo>
                    <a:pt x="1117092" y="137922"/>
                  </a:lnTo>
                  <a:lnTo>
                    <a:pt x="1117092" y="140970"/>
                  </a:lnTo>
                  <a:lnTo>
                    <a:pt x="1117092" y="696468"/>
                  </a:lnTo>
                  <a:lnTo>
                    <a:pt x="3048" y="696468"/>
                  </a:lnTo>
                  <a:lnTo>
                    <a:pt x="3048" y="140970"/>
                  </a:lnTo>
                  <a:lnTo>
                    <a:pt x="419100" y="140970"/>
                  </a:lnTo>
                  <a:lnTo>
                    <a:pt x="420624" y="140970"/>
                  </a:lnTo>
                  <a:lnTo>
                    <a:pt x="1117092" y="140970"/>
                  </a:lnTo>
                  <a:lnTo>
                    <a:pt x="1117092" y="137922"/>
                  </a:lnTo>
                  <a:lnTo>
                    <a:pt x="422148" y="137922"/>
                  </a:lnTo>
                  <a:lnTo>
                    <a:pt x="422148" y="1524"/>
                  </a:lnTo>
                  <a:lnTo>
                    <a:pt x="420624" y="0"/>
                  </a:lnTo>
                  <a:lnTo>
                    <a:pt x="419100" y="0"/>
                  </a:lnTo>
                  <a:lnTo>
                    <a:pt x="419100" y="3048"/>
                  </a:lnTo>
                  <a:lnTo>
                    <a:pt x="419100" y="137922"/>
                  </a:lnTo>
                  <a:lnTo>
                    <a:pt x="3048" y="137922"/>
                  </a:lnTo>
                  <a:lnTo>
                    <a:pt x="3048" y="3048"/>
                  </a:lnTo>
                  <a:lnTo>
                    <a:pt x="419100" y="3048"/>
                  </a:lnTo>
                  <a:lnTo>
                    <a:pt x="419100" y="0"/>
                  </a:lnTo>
                  <a:lnTo>
                    <a:pt x="1524" y="0"/>
                  </a:lnTo>
                  <a:lnTo>
                    <a:pt x="0" y="12"/>
                  </a:lnTo>
                  <a:lnTo>
                    <a:pt x="0" y="698639"/>
                  </a:lnTo>
                  <a:lnTo>
                    <a:pt x="647" y="698639"/>
                  </a:lnTo>
                  <a:lnTo>
                    <a:pt x="1524" y="699516"/>
                  </a:lnTo>
                  <a:lnTo>
                    <a:pt x="3048" y="699516"/>
                  </a:lnTo>
                  <a:lnTo>
                    <a:pt x="1117092" y="699516"/>
                  </a:lnTo>
                  <a:lnTo>
                    <a:pt x="1118616" y="699516"/>
                  </a:lnTo>
                  <a:lnTo>
                    <a:pt x="1119619" y="698842"/>
                  </a:lnTo>
                  <a:lnTo>
                    <a:pt x="1120914" y="698842"/>
                  </a:lnTo>
                  <a:lnTo>
                    <a:pt x="1120914" y="139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6694551" y="5360161"/>
            <a:ext cx="11144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IPT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9" name="object 9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8644" y="411734"/>
            <a:ext cx="412242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Package</a:t>
            </a:r>
            <a:r>
              <a:rPr dirty="0" spc="-40"/>
              <a:t> </a:t>
            </a:r>
            <a:r>
              <a:rPr dirty="0"/>
              <a:t>Diagram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Views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61962" y="1257553"/>
            <a:ext cx="2768600" cy="337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240665" algn="l"/>
                <a:tab pos="241300" algn="l"/>
              </a:tabLst>
            </a:pPr>
            <a:r>
              <a:rPr dirty="0" sz="1800">
                <a:latin typeface="Arial MT"/>
                <a:cs typeface="Arial MT"/>
              </a:rPr>
              <a:t>Viewpoint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represents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48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stakeholder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perspective</a:t>
            </a:r>
            <a:endParaRPr sz="1800">
              <a:latin typeface="Arial MT"/>
              <a:cs typeface="Arial MT"/>
            </a:endParaRPr>
          </a:p>
          <a:p>
            <a:pPr marL="241300" marR="562610" indent="-228600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Char char="•"/>
              <a:tabLst>
                <a:tab pos="240665" algn="l"/>
                <a:tab pos="241300" algn="l"/>
              </a:tabLst>
            </a:pPr>
            <a:r>
              <a:rPr dirty="0" sz="1800">
                <a:latin typeface="Arial MT"/>
                <a:cs typeface="Arial MT"/>
              </a:rPr>
              <a:t>View conforms to a </a:t>
            </a:r>
            <a:r>
              <a:rPr dirty="0" sz="1800" spc="-4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particular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viewpoint</a:t>
            </a:r>
            <a:endParaRPr sz="1800">
              <a:latin typeface="Arial MT"/>
              <a:cs typeface="Arial MT"/>
            </a:endParaRPr>
          </a:p>
          <a:p>
            <a:pPr lvl="1" marL="584200" marR="6985" indent="-229235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Char char="–"/>
              <a:tabLst>
                <a:tab pos="584835" algn="l"/>
              </a:tabLst>
            </a:pPr>
            <a:r>
              <a:rPr dirty="0" sz="1600" spc="-5">
                <a:latin typeface="Arial MT"/>
                <a:cs typeface="Arial MT"/>
              </a:rPr>
              <a:t>Imports model elements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from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multiple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packages</a:t>
            </a:r>
            <a:endParaRPr sz="1600">
              <a:latin typeface="Arial MT"/>
              <a:cs typeface="Arial MT"/>
            </a:endParaRPr>
          </a:p>
          <a:p>
            <a:pPr lvl="1" marL="584200" marR="109855" indent="-229235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Char char="–"/>
              <a:tabLst>
                <a:tab pos="584835" algn="l"/>
              </a:tabLst>
            </a:pPr>
            <a:r>
              <a:rPr dirty="0" sz="1600" spc="-5">
                <a:latin typeface="Arial MT"/>
                <a:cs typeface="Arial MT"/>
              </a:rPr>
              <a:t>Can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represent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model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query based on query 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criteria</a:t>
            </a:r>
            <a:endParaRPr sz="1600">
              <a:latin typeface="Arial MT"/>
              <a:cs typeface="Arial MT"/>
            </a:endParaRPr>
          </a:p>
          <a:p>
            <a:pPr marL="241300" marR="437515" indent="-228600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Char char="•"/>
              <a:tabLst>
                <a:tab pos="240665" algn="l"/>
                <a:tab pos="241300" algn="l"/>
              </a:tabLst>
            </a:pPr>
            <a:r>
              <a:rPr dirty="0" sz="1800">
                <a:latin typeface="Arial MT"/>
                <a:cs typeface="Arial MT"/>
              </a:rPr>
              <a:t>View and Viewpoint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consistent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with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IEEE </a:t>
            </a:r>
            <a:r>
              <a:rPr dirty="0" sz="1800" spc="-48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1471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definitions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9357" y="1157477"/>
            <a:ext cx="4737100" cy="5153660"/>
            <a:chOff x="959357" y="1157477"/>
            <a:chExt cx="4737100" cy="5153660"/>
          </a:xfrm>
        </p:grpSpPr>
        <p:sp>
          <p:nvSpPr>
            <p:cNvPr id="6" name="object 6"/>
            <p:cNvSpPr/>
            <p:nvPr/>
          </p:nvSpPr>
          <p:spPr>
            <a:xfrm>
              <a:off x="959357" y="1157477"/>
              <a:ext cx="4737100" cy="5153660"/>
            </a:xfrm>
            <a:custGeom>
              <a:avLst/>
              <a:gdLst/>
              <a:ahLst/>
              <a:cxnLst/>
              <a:rect l="l" t="t" r="r" b="b"/>
              <a:pathLst>
                <a:path w="4737100" h="5153660">
                  <a:moveTo>
                    <a:pt x="4736592" y="5151882"/>
                  </a:moveTo>
                  <a:lnTo>
                    <a:pt x="4736592" y="1523"/>
                  </a:lnTo>
                  <a:lnTo>
                    <a:pt x="4735068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5151882"/>
                  </a:lnTo>
                  <a:lnTo>
                    <a:pt x="1524" y="5153406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4733544" y="3047"/>
                  </a:lnTo>
                  <a:lnTo>
                    <a:pt x="4733544" y="1523"/>
                  </a:lnTo>
                  <a:lnTo>
                    <a:pt x="4735068" y="3047"/>
                  </a:lnTo>
                  <a:lnTo>
                    <a:pt x="4735068" y="5153406"/>
                  </a:lnTo>
                  <a:lnTo>
                    <a:pt x="4736592" y="5151882"/>
                  </a:lnTo>
                  <a:close/>
                </a:path>
                <a:path w="4737100" h="515366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4737100" h="5153660">
                  <a:moveTo>
                    <a:pt x="3048" y="5150358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5150358"/>
                  </a:lnTo>
                  <a:lnTo>
                    <a:pt x="3048" y="5150358"/>
                  </a:lnTo>
                  <a:close/>
                </a:path>
                <a:path w="4737100" h="5153660">
                  <a:moveTo>
                    <a:pt x="4735068" y="5150358"/>
                  </a:moveTo>
                  <a:lnTo>
                    <a:pt x="1524" y="5150358"/>
                  </a:lnTo>
                  <a:lnTo>
                    <a:pt x="3048" y="5151882"/>
                  </a:lnTo>
                  <a:lnTo>
                    <a:pt x="3048" y="5153406"/>
                  </a:lnTo>
                  <a:lnTo>
                    <a:pt x="4733544" y="5153406"/>
                  </a:lnTo>
                  <a:lnTo>
                    <a:pt x="4733544" y="5151882"/>
                  </a:lnTo>
                  <a:lnTo>
                    <a:pt x="4735068" y="5150358"/>
                  </a:lnTo>
                  <a:close/>
                </a:path>
                <a:path w="4737100" h="5153660">
                  <a:moveTo>
                    <a:pt x="3048" y="5153406"/>
                  </a:moveTo>
                  <a:lnTo>
                    <a:pt x="3048" y="5151882"/>
                  </a:lnTo>
                  <a:lnTo>
                    <a:pt x="1524" y="5150358"/>
                  </a:lnTo>
                  <a:lnTo>
                    <a:pt x="1524" y="5153406"/>
                  </a:lnTo>
                  <a:lnTo>
                    <a:pt x="3048" y="5153406"/>
                  </a:lnTo>
                  <a:close/>
                </a:path>
                <a:path w="4737100" h="5153660">
                  <a:moveTo>
                    <a:pt x="4735068" y="3047"/>
                  </a:moveTo>
                  <a:lnTo>
                    <a:pt x="4733544" y="1523"/>
                  </a:lnTo>
                  <a:lnTo>
                    <a:pt x="4733544" y="3047"/>
                  </a:lnTo>
                  <a:lnTo>
                    <a:pt x="4735068" y="3047"/>
                  </a:lnTo>
                  <a:close/>
                </a:path>
                <a:path w="4737100" h="5153660">
                  <a:moveTo>
                    <a:pt x="4735068" y="5150358"/>
                  </a:moveTo>
                  <a:lnTo>
                    <a:pt x="4735068" y="3047"/>
                  </a:lnTo>
                  <a:lnTo>
                    <a:pt x="4733544" y="3047"/>
                  </a:lnTo>
                  <a:lnTo>
                    <a:pt x="4733544" y="5150358"/>
                  </a:lnTo>
                  <a:lnTo>
                    <a:pt x="4735068" y="5150358"/>
                  </a:lnTo>
                  <a:close/>
                </a:path>
                <a:path w="4737100" h="5153660">
                  <a:moveTo>
                    <a:pt x="4735068" y="5153406"/>
                  </a:moveTo>
                  <a:lnTo>
                    <a:pt x="4735068" y="5150358"/>
                  </a:lnTo>
                  <a:lnTo>
                    <a:pt x="4733544" y="5151882"/>
                  </a:lnTo>
                  <a:lnTo>
                    <a:pt x="4733544" y="5153406"/>
                  </a:lnTo>
                  <a:lnTo>
                    <a:pt x="4735068" y="51534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60882" y="1159001"/>
              <a:ext cx="1960880" cy="303530"/>
            </a:xfrm>
            <a:custGeom>
              <a:avLst/>
              <a:gdLst/>
              <a:ahLst/>
              <a:cxnLst/>
              <a:rect l="l" t="t" r="r" b="b"/>
              <a:pathLst>
                <a:path w="1960880" h="303530">
                  <a:moveTo>
                    <a:pt x="1960626" y="152399"/>
                  </a:moveTo>
                  <a:lnTo>
                    <a:pt x="1960626" y="0"/>
                  </a:lnTo>
                  <a:lnTo>
                    <a:pt x="0" y="0"/>
                  </a:lnTo>
                  <a:lnTo>
                    <a:pt x="0" y="303275"/>
                  </a:lnTo>
                  <a:lnTo>
                    <a:pt x="1808226" y="303275"/>
                  </a:lnTo>
                  <a:lnTo>
                    <a:pt x="1960626" y="152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59357" y="1157477"/>
              <a:ext cx="1964055" cy="306705"/>
            </a:xfrm>
            <a:custGeom>
              <a:avLst/>
              <a:gdLst/>
              <a:ahLst/>
              <a:cxnLst/>
              <a:rect l="l" t="t" r="r" b="b"/>
              <a:pathLst>
                <a:path w="1964055" h="306705">
                  <a:moveTo>
                    <a:pt x="1963674" y="153923"/>
                  </a:moveTo>
                  <a:lnTo>
                    <a:pt x="1963674" y="1523"/>
                  </a:lnTo>
                  <a:lnTo>
                    <a:pt x="1962150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04800"/>
                  </a:lnTo>
                  <a:lnTo>
                    <a:pt x="1523" y="306324"/>
                  </a:lnTo>
                  <a:lnTo>
                    <a:pt x="1523" y="3047"/>
                  </a:lnTo>
                  <a:lnTo>
                    <a:pt x="3047" y="1524"/>
                  </a:lnTo>
                  <a:lnTo>
                    <a:pt x="3047" y="3047"/>
                  </a:lnTo>
                  <a:lnTo>
                    <a:pt x="1960626" y="3047"/>
                  </a:lnTo>
                  <a:lnTo>
                    <a:pt x="1960626" y="1523"/>
                  </a:lnTo>
                  <a:lnTo>
                    <a:pt x="1962150" y="3047"/>
                  </a:lnTo>
                  <a:lnTo>
                    <a:pt x="1962150" y="156202"/>
                  </a:lnTo>
                  <a:lnTo>
                    <a:pt x="1962912" y="155447"/>
                  </a:lnTo>
                  <a:lnTo>
                    <a:pt x="1963674" y="153923"/>
                  </a:lnTo>
                  <a:close/>
                </a:path>
                <a:path w="1964055" h="306705">
                  <a:moveTo>
                    <a:pt x="3047" y="3047"/>
                  </a:moveTo>
                  <a:lnTo>
                    <a:pt x="3047" y="1524"/>
                  </a:lnTo>
                  <a:lnTo>
                    <a:pt x="1523" y="3047"/>
                  </a:lnTo>
                  <a:lnTo>
                    <a:pt x="3047" y="3047"/>
                  </a:lnTo>
                  <a:close/>
                </a:path>
                <a:path w="1964055" h="306705">
                  <a:moveTo>
                    <a:pt x="3047" y="303276"/>
                  </a:moveTo>
                  <a:lnTo>
                    <a:pt x="3047" y="3047"/>
                  </a:lnTo>
                  <a:lnTo>
                    <a:pt x="1523" y="3047"/>
                  </a:lnTo>
                  <a:lnTo>
                    <a:pt x="1523" y="303276"/>
                  </a:lnTo>
                  <a:lnTo>
                    <a:pt x="3047" y="303276"/>
                  </a:lnTo>
                  <a:close/>
                </a:path>
                <a:path w="1964055" h="306705">
                  <a:moveTo>
                    <a:pt x="1808995" y="303275"/>
                  </a:moveTo>
                  <a:lnTo>
                    <a:pt x="1523" y="303276"/>
                  </a:lnTo>
                  <a:lnTo>
                    <a:pt x="3047" y="304800"/>
                  </a:lnTo>
                  <a:lnTo>
                    <a:pt x="3047" y="306324"/>
                  </a:lnTo>
                  <a:lnTo>
                    <a:pt x="1808226" y="306323"/>
                  </a:lnTo>
                  <a:lnTo>
                    <a:pt x="1808226" y="304037"/>
                  </a:lnTo>
                  <a:lnTo>
                    <a:pt x="1808995" y="303275"/>
                  </a:lnTo>
                  <a:close/>
                </a:path>
                <a:path w="1964055" h="306705">
                  <a:moveTo>
                    <a:pt x="3047" y="306324"/>
                  </a:moveTo>
                  <a:lnTo>
                    <a:pt x="3047" y="304800"/>
                  </a:lnTo>
                  <a:lnTo>
                    <a:pt x="1523" y="303276"/>
                  </a:lnTo>
                  <a:lnTo>
                    <a:pt x="1523" y="306324"/>
                  </a:lnTo>
                  <a:lnTo>
                    <a:pt x="3047" y="306324"/>
                  </a:lnTo>
                  <a:close/>
                </a:path>
                <a:path w="1964055" h="306705">
                  <a:moveTo>
                    <a:pt x="1809750" y="303275"/>
                  </a:moveTo>
                  <a:lnTo>
                    <a:pt x="1808995" y="303275"/>
                  </a:lnTo>
                  <a:lnTo>
                    <a:pt x="1808226" y="304037"/>
                  </a:lnTo>
                  <a:lnTo>
                    <a:pt x="1809750" y="303275"/>
                  </a:lnTo>
                  <a:close/>
                </a:path>
                <a:path w="1964055" h="306705">
                  <a:moveTo>
                    <a:pt x="1809750" y="306323"/>
                  </a:moveTo>
                  <a:lnTo>
                    <a:pt x="1809750" y="303275"/>
                  </a:lnTo>
                  <a:lnTo>
                    <a:pt x="1808226" y="304037"/>
                  </a:lnTo>
                  <a:lnTo>
                    <a:pt x="1808226" y="306323"/>
                  </a:lnTo>
                  <a:lnTo>
                    <a:pt x="1809750" y="306323"/>
                  </a:lnTo>
                  <a:close/>
                </a:path>
                <a:path w="1964055" h="306705">
                  <a:moveTo>
                    <a:pt x="1962150" y="156202"/>
                  </a:moveTo>
                  <a:lnTo>
                    <a:pt x="1962150" y="3047"/>
                  </a:lnTo>
                  <a:lnTo>
                    <a:pt x="1960626" y="3047"/>
                  </a:lnTo>
                  <a:lnTo>
                    <a:pt x="1960626" y="153161"/>
                  </a:lnTo>
                  <a:lnTo>
                    <a:pt x="1808995" y="303275"/>
                  </a:lnTo>
                  <a:lnTo>
                    <a:pt x="1809750" y="303275"/>
                  </a:lnTo>
                  <a:lnTo>
                    <a:pt x="1809750" y="306323"/>
                  </a:lnTo>
                  <a:lnTo>
                    <a:pt x="1810512" y="306323"/>
                  </a:lnTo>
                  <a:lnTo>
                    <a:pt x="1962150" y="156202"/>
                  </a:lnTo>
                  <a:close/>
                </a:path>
                <a:path w="1964055" h="306705">
                  <a:moveTo>
                    <a:pt x="1962150" y="3047"/>
                  </a:moveTo>
                  <a:lnTo>
                    <a:pt x="1960626" y="1523"/>
                  </a:lnTo>
                  <a:lnTo>
                    <a:pt x="1960626" y="3047"/>
                  </a:lnTo>
                  <a:lnTo>
                    <a:pt x="1962150" y="3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90675" y="1208786"/>
            <a:ext cx="17119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pkg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spc="-5">
                <a:latin typeface="Arial MT"/>
                <a:cs typeface="Arial MT"/>
              </a:rPr>
              <a:t>SampleMode</a:t>
            </a:r>
            <a:r>
              <a:rPr dirty="0" sz="1100" spc="35">
                <a:latin typeface="Arial MT"/>
                <a:cs typeface="Arial MT"/>
              </a:rPr>
              <a:t>l</a:t>
            </a:r>
            <a:r>
              <a:rPr dirty="0" sz="1100" spc="-15">
                <a:latin typeface="Arial MT"/>
                <a:cs typeface="Arial MT"/>
              </a:rPr>
              <a:t>[</a:t>
            </a:r>
            <a:r>
              <a:rPr dirty="0" sz="1100" spc="-10">
                <a:latin typeface="Arial MT"/>
                <a:cs typeface="Arial MT"/>
              </a:rPr>
              <a:t>b</a:t>
            </a:r>
            <a:r>
              <a:rPr dirty="0" sz="1100" spc="-5">
                <a:latin typeface="Arial MT"/>
                <a:cs typeface="Arial MT"/>
              </a:rPr>
              <a:t>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leve</a:t>
            </a:r>
            <a:r>
              <a:rPr dirty="0" sz="1100" spc="-5">
                <a:latin typeface="Arial MT"/>
                <a:cs typeface="Arial MT"/>
              </a:rPr>
              <a:t>l]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98854" y="1613153"/>
            <a:ext cx="1217295" cy="761365"/>
            <a:chOff x="1498854" y="1613153"/>
            <a:chExt cx="1217295" cy="761365"/>
          </a:xfrm>
        </p:grpSpPr>
        <p:sp>
          <p:nvSpPr>
            <p:cNvPr id="11" name="object 11"/>
            <p:cNvSpPr/>
            <p:nvPr/>
          </p:nvSpPr>
          <p:spPr>
            <a:xfrm>
              <a:off x="1499362" y="1764029"/>
              <a:ext cx="1216660" cy="610870"/>
            </a:xfrm>
            <a:custGeom>
              <a:avLst/>
              <a:gdLst/>
              <a:ahLst/>
              <a:cxnLst/>
              <a:rect l="l" t="t" r="r" b="b"/>
              <a:pathLst>
                <a:path w="1216660" h="610869">
                  <a:moveTo>
                    <a:pt x="1216660" y="608076"/>
                  </a:moveTo>
                  <a:lnTo>
                    <a:pt x="1215631" y="608076"/>
                  </a:lnTo>
                  <a:lnTo>
                    <a:pt x="1215631" y="1524"/>
                  </a:lnTo>
                  <a:lnTo>
                    <a:pt x="1214107" y="0"/>
                  </a:lnTo>
                  <a:lnTo>
                    <a:pt x="1212583" y="1524"/>
                  </a:lnTo>
                  <a:lnTo>
                    <a:pt x="1214120" y="1524"/>
                  </a:lnTo>
                  <a:lnTo>
                    <a:pt x="1214120" y="608076"/>
                  </a:lnTo>
                  <a:lnTo>
                    <a:pt x="1212583" y="608076"/>
                  </a:lnTo>
                  <a:lnTo>
                    <a:pt x="1270" y="608076"/>
                  </a:lnTo>
                  <a:lnTo>
                    <a:pt x="1270" y="606945"/>
                  </a:lnTo>
                  <a:lnTo>
                    <a:pt x="0" y="606945"/>
                  </a:lnTo>
                  <a:lnTo>
                    <a:pt x="0" y="608076"/>
                  </a:lnTo>
                  <a:lnTo>
                    <a:pt x="0" y="609231"/>
                  </a:lnTo>
                  <a:lnTo>
                    <a:pt x="1270" y="609231"/>
                  </a:lnTo>
                  <a:lnTo>
                    <a:pt x="1270" y="609612"/>
                  </a:lnTo>
                  <a:lnTo>
                    <a:pt x="1212583" y="609612"/>
                  </a:lnTo>
                  <a:lnTo>
                    <a:pt x="1212583" y="610362"/>
                  </a:lnTo>
                  <a:lnTo>
                    <a:pt x="1215631" y="610362"/>
                  </a:lnTo>
                  <a:lnTo>
                    <a:pt x="1215631" y="609612"/>
                  </a:lnTo>
                  <a:lnTo>
                    <a:pt x="1216660" y="609612"/>
                  </a:lnTo>
                  <a:lnTo>
                    <a:pt x="1216660" y="6080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00378" y="1614677"/>
              <a:ext cx="1213485" cy="757555"/>
            </a:xfrm>
            <a:custGeom>
              <a:avLst/>
              <a:gdLst/>
              <a:ahLst/>
              <a:cxnLst/>
              <a:rect l="l" t="t" r="r" b="b"/>
              <a:pathLst>
                <a:path w="1213485" h="757555">
                  <a:moveTo>
                    <a:pt x="1213104" y="150876"/>
                  </a:moveTo>
                  <a:lnTo>
                    <a:pt x="455676" y="150876"/>
                  </a:lnTo>
                  <a:lnTo>
                    <a:pt x="455676" y="0"/>
                  </a:lnTo>
                  <a:lnTo>
                    <a:pt x="0" y="0"/>
                  </a:lnTo>
                  <a:lnTo>
                    <a:pt x="0" y="150876"/>
                  </a:lnTo>
                  <a:lnTo>
                    <a:pt x="0" y="757428"/>
                  </a:lnTo>
                  <a:lnTo>
                    <a:pt x="1213104" y="757428"/>
                  </a:lnTo>
                  <a:lnTo>
                    <a:pt x="1213104" y="1508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98854" y="1613153"/>
              <a:ext cx="1216660" cy="760730"/>
            </a:xfrm>
            <a:custGeom>
              <a:avLst/>
              <a:gdLst/>
              <a:ahLst/>
              <a:cxnLst/>
              <a:rect l="l" t="t" r="r" b="b"/>
              <a:pathLst>
                <a:path w="1216660" h="760730">
                  <a:moveTo>
                    <a:pt x="1216152" y="152412"/>
                  </a:moveTo>
                  <a:lnTo>
                    <a:pt x="1214628" y="150888"/>
                  </a:lnTo>
                  <a:lnTo>
                    <a:pt x="1213091" y="150888"/>
                  </a:lnTo>
                  <a:lnTo>
                    <a:pt x="1213091" y="153936"/>
                  </a:lnTo>
                  <a:lnTo>
                    <a:pt x="1213091" y="757440"/>
                  </a:lnTo>
                  <a:lnTo>
                    <a:pt x="3048" y="757440"/>
                  </a:lnTo>
                  <a:lnTo>
                    <a:pt x="3048" y="153936"/>
                  </a:lnTo>
                  <a:lnTo>
                    <a:pt x="1213091" y="153936"/>
                  </a:lnTo>
                  <a:lnTo>
                    <a:pt x="1213091" y="150888"/>
                  </a:lnTo>
                  <a:lnTo>
                    <a:pt x="458724" y="150888"/>
                  </a:lnTo>
                  <a:lnTo>
                    <a:pt x="458724" y="1524"/>
                  </a:lnTo>
                  <a:lnTo>
                    <a:pt x="457200" y="0"/>
                  </a:lnTo>
                  <a:lnTo>
                    <a:pt x="455676" y="0"/>
                  </a:lnTo>
                  <a:lnTo>
                    <a:pt x="455676" y="3048"/>
                  </a:lnTo>
                  <a:lnTo>
                    <a:pt x="455676" y="150876"/>
                  </a:lnTo>
                  <a:lnTo>
                    <a:pt x="3048" y="150876"/>
                  </a:lnTo>
                  <a:lnTo>
                    <a:pt x="3048" y="3048"/>
                  </a:lnTo>
                  <a:lnTo>
                    <a:pt x="455676" y="3048"/>
                  </a:lnTo>
                  <a:lnTo>
                    <a:pt x="455676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52400"/>
                  </a:lnTo>
                  <a:lnTo>
                    <a:pt x="0" y="758964"/>
                  </a:lnTo>
                  <a:lnTo>
                    <a:pt x="0" y="759587"/>
                  </a:lnTo>
                  <a:lnTo>
                    <a:pt x="622" y="759587"/>
                  </a:lnTo>
                  <a:lnTo>
                    <a:pt x="1524" y="760488"/>
                  </a:lnTo>
                  <a:lnTo>
                    <a:pt x="3048" y="760488"/>
                  </a:lnTo>
                  <a:lnTo>
                    <a:pt x="1213104" y="760488"/>
                  </a:lnTo>
                  <a:lnTo>
                    <a:pt x="1214628" y="760488"/>
                  </a:lnTo>
                  <a:lnTo>
                    <a:pt x="1215021" y="760095"/>
                  </a:lnTo>
                  <a:lnTo>
                    <a:pt x="1215631" y="760095"/>
                  </a:lnTo>
                  <a:lnTo>
                    <a:pt x="1215631" y="759485"/>
                  </a:lnTo>
                  <a:lnTo>
                    <a:pt x="1216152" y="758964"/>
                  </a:lnTo>
                  <a:lnTo>
                    <a:pt x="1216152" y="152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501648" y="1966213"/>
            <a:ext cx="12103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1145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Enterprise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98854" y="2521458"/>
            <a:ext cx="1217295" cy="760730"/>
            <a:chOff x="1498854" y="2521458"/>
            <a:chExt cx="1217295" cy="760730"/>
          </a:xfrm>
        </p:grpSpPr>
        <p:sp>
          <p:nvSpPr>
            <p:cNvPr id="16" name="object 16"/>
            <p:cNvSpPr/>
            <p:nvPr/>
          </p:nvSpPr>
          <p:spPr>
            <a:xfrm>
              <a:off x="1499362" y="2672346"/>
              <a:ext cx="1216660" cy="609600"/>
            </a:xfrm>
            <a:custGeom>
              <a:avLst/>
              <a:gdLst/>
              <a:ahLst/>
              <a:cxnLst/>
              <a:rect l="l" t="t" r="r" b="b"/>
              <a:pathLst>
                <a:path w="1216660" h="609600">
                  <a:moveTo>
                    <a:pt x="1216660" y="608076"/>
                  </a:moveTo>
                  <a:lnTo>
                    <a:pt x="1215631" y="608076"/>
                  </a:lnTo>
                  <a:lnTo>
                    <a:pt x="1215631" y="1524"/>
                  </a:lnTo>
                  <a:lnTo>
                    <a:pt x="1214107" y="0"/>
                  </a:lnTo>
                  <a:lnTo>
                    <a:pt x="1212583" y="1524"/>
                  </a:lnTo>
                  <a:lnTo>
                    <a:pt x="1214120" y="1524"/>
                  </a:lnTo>
                  <a:lnTo>
                    <a:pt x="1214120" y="608076"/>
                  </a:lnTo>
                  <a:lnTo>
                    <a:pt x="1212583" y="608076"/>
                  </a:lnTo>
                  <a:lnTo>
                    <a:pt x="1270" y="608076"/>
                  </a:lnTo>
                  <a:lnTo>
                    <a:pt x="1270" y="606920"/>
                  </a:lnTo>
                  <a:lnTo>
                    <a:pt x="0" y="606920"/>
                  </a:lnTo>
                  <a:lnTo>
                    <a:pt x="0" y="608076"/>
                  </a:lnTo>
                  <a:lnTo>
                    <a:pt x="0" y="609206"/>
                  </a:lnTo>
                  <a:lnTo>
                    <a:pt x="1270" y="609206"/>
                  </a:lnTo>
                  <a:lnTo>
                    <a:pt x="1270" y="609587"/>
                  </a:lnTo>
                  <a:lnTo>
                    <a:pt x="1212583" y="609587"/>
                  </a:lnTo>
                  <a:lnTo>
                    <a:pt x="1215631" y="609600"/>
                  </a:lnTo>
                  <a:lnTo>
                    <a:pt x="1216660" y="609587"/>
                  </a:lnTo>
                  <a:lnTo>
                    <a:pt x="1216660" y="6080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00378" y="2522994"/>
              <a:ext cx="1213485" cy="757555"/>
            </a:xfrm>
            <a:custGeom>
              <a:avLst/>
              <a:gdLst/>
              <a:ahLst/>
              <a:cxnLst/>
              <a:rect l="l" t="t" r="r" b="b"/>
              <a:pathLst>
                <a:path w="1213485" h="757554">
                  <a:moveTo>
                    <a:pt x="1213104" y="150876"/>
                  </a:moveTo>
                  <a:lnTo>
                    <a:pt x="455676" y="150876"/>
                  </a:lnTo>
                  <a:lnTo>
                    <a:pt x="455676" y="0"/>
                  </a:lnTo>
                  <a:lnTo>
                    <a:pt x="0" y="0"/>
                  </a:lnTo>
                  <a:lnTo>
                    <a:pt x="0" y="150876"/>
                  </a:lnTo>
                  <a:lnTo>
                    <a:pt x="0" y="757428"/>
                  </a:lnTo>
                  <a:lnTo>
                    <a:pt x="1213104" y="757428"/>
                  </a:lnTo>
                  <a:lnTo>
                    <a:pt x="1213104" y="1508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498854" y="2521470"/>
              <a:ext cx="1216660" cy="760730"/>
            </a:xfrm>
            <a:custGeom>
              <a:avLst/>
              <a:gdLst/>
              <a:ahLst/>
              <a:cxnLst/>
              <a:rect l="l" t="t" r="r" b="b"/>
              <a:pathLst>
                <a:path w="1216660" h="760729">
                  <a:moveTo>
                    <a:pt x="1216152" y="152387"/>
                  </a:moveTo>
                  <a:lnTo>
                    <a:pt x="1214628" y="150863"/>
                  </a:lnTo>
                  <a:lnTo>
                    <a:pt x="1213091" y="150863"/>
                  </a:lnTo>
                  <a:lnTo>
                    <a:pt x="1213091" y="153911"/>
                  </a:lnTo>
                  <a:lnTo>
                    <a:pt x="1213091" y="757415"/>
                  </a:lnTo>
                  <a:lnTo>
                    <a:pt x="3048" y="757415"/>
                  </a:lnTo>
                  <a:lnTo>
                    <a:pt x="3048" y="153924"/>
                  </a:lnTo>
                  <a:lnTo>
                    <a:pt x="455676" y="153924"/>
                  </a:lnTo>
                  <a:lnTo>
                    <a:pt x="457200" y="153924"/>
                  </a:lnTo>
                  <a:lnTo>
                    <a:pt x="1213091" y="153911"/>
                  </a:lnTo>
                  <a:lnTo>
                    <a:pt x="1213091" y="150863"/>
                  </a:lnTo>
                  <a:lnTo>
                    <a:pt x="458724" y="150863"/>
                  </a:lnTo>
                  <a:lnTo>
                    <a:pt x="458724" y="1524"/>
                  </a:lnTo>
                  <a:lnTo>
                    <a:pt x="457200" y="0"/>
                  </a:lnTo>
                  <a:lnTo>
                    <a:pt x="455676" y="0"/>
                  </a:lnTo>
                  <a:lnTo>
                    <a:pt x="455676" y="3048"/>
                  </a:lnTo>
                  <a:lnTo>
                    <a:pt x="455676" y="150863"/>
                  </a:lnTo>
                  <a:lnTo>
                    <a:pt x="3048" y="150863"/>
                  </a:lnTo>
                  <a:lnTo>
                    <a:pt x="3048" y="3048"/>
                  </a:lnTo>
                  <a:lnTo>
                    <a:pt x="455676" y="3048"/>
                  </a:lnTo>
                  <a:lnTo>
                    <a:pt x="455676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152387"/>
                  </a:lnTo>
                  <a:lnTo>
                    <a:pt x="0" y="758939"/>
                  </a:lnTo>
                  <a:lnTo>
                    <a:pt x="0" y="759587"/>
                  </a:lnTo>
                  <a:lnTo>
                    <a:pt x="647" y="759587"/>
                  </a:lnTo>
                  <a:lnTo>
                    <a:pt x="1524" y="760463"/>
                  </a:lnTo>
                  <a:lnTo>
                    <a:pt x="3048" y="760463"/>
                  </a:lnTo>
                  <a:lnTo>
                    <a:pt x="1213104" y="760463"/>
                  </a:lnTo>
                  <a:lnTo>
                    <a:pt x="1214628" y="760463"/>
                  </a:lnTo>
                  <a:lnTo>
                    <a:pt x="1214996" y="760095"/>
                  </a:lnTo>
                  <a:lnTo>
                    <a:pt x="1215631" y="760095"/>
                  </a:lnTo>
                  <a:lnTo>
                    <a:pt x="1215631" y="759460"/>
                  </a:lnTo>
                  <a:lnTo>
                    <a:pt x="1216152" y="758939"/>
                  </a:lnTo>
                  <a:lnTo>
                    <a:pt x="1216152" y="152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501648" y="2876042"/>
            <a:ext cx="12103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8775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System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98854" y="3429000"/>
            <a:ext cx="1217295" cy="761365"/>
            <a:chOff x="1498854" y="3429000"/>
            <a:chExt cx="1217295" cy="761365"/>
          </a:xfrm>
        </p:grpSpPr>
        <p:sp>
          <p:nvSpPr>
            <p:cNvPr id="21" name="object 21"/>
            <p:cNvSpPr/>
            <p:nvPr/>
          </p:nvSpPr>
          <p:spPr>
            <a:xfrm>
              <a:off x="1499362" y="3582161"/>
              <a:ext cx="1216660" cy="608330"/>
            </a:xfrm>
            <a:custGeom>
              <a:avLst/>
              <a:gdLst/>
              <a:ahLst/>
              <a:cxnLst/>
              <a:rect l="l" t="t" r="r" b="b"/>
              <a:pathLst>
                <a:path w="1216660" h="608329">
                  <a:moveTo>
                    <a:pt x="1216660" y="605790"/>
                  </a:moveTo>
                  <a:lnTo>
                    <a:pt x="1215631" y="605790"/>
                  </a:lnTo>
                  <a:lnTo>
                    <a:pt x="1215631" y="1524"/>
                  </a:lnTo>
                  <a:lnTo>
                    <a:pt x="1214107" y="0"/>
                  </a:lnTo>
                  <a:lnTo>
                    <a:pt x="1212583" y="1524"/>
                  </a:lnTo>
                  <a:lnTo>
                    <a:pt x="1214120" y="1524"/>
                  </a:lnTo>
                  <a:lnTo>
                    <a:pt x="1214120" y="605790"/>
                  </a:lnTo>
                  <a:lnTo>
                    <a:pt x="1212583" y="605790"/>
                  </a:lnTo>
                  <a:lnTo>
                    <a:pt x="1270" y="605790"/>
                  </a:lnTo>
                  <a:lnTo>
                    <a:pt x="1270" y="604647"/>
                  </a:lnTo>
                  <a:lnTo>
                    <a:pt x="0" y="604647"/>
                  </a:lnTo>
                  <a:lnTo>
                    <a:pt x="0" y="605790"/>
                  </a:lnTo>
                  <a:lnTo>
                    <a:pt x="0" y="607314"/>
                  </a:lnTo>
                  <a:lnTo>
                    <a:pt x="1270" y="607314"/>
                  </a:lnTo>
                  <a:lnTo>
                    <a:pt x="1212583" y="607314"/>
                  </a:lnTo>
                  <a:lnTo>
                    <a:pt x="1212583" y="608076"/>
                  </a:lnTo>
                  <a:lnTo>
                    <a:pt x="1215631" y="608076"/>
                  </a:lnTo>
                  <a:lnTo>
                    <a:pt x="1215631" y="607314"/>
                  </a:lnTo>
                  <a:lnTo>
                    <a:pt x="1216660" y="607314"/>
                  </a:lnTo>
                  <a:lnTo>
                    <a:pt x="1216660" y="605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500378" y="3431285"/>
              <a:ext cx="1213485" cy="756920"/>
            </a:xfrm>
            <a:custGeom>
              <a:avLst/>
              <a:gdLst/>
              <a:ahLst/>
              <a:cxnLst/>
              <a:rect l="l" t="t" r="r" b="b"/>
              <a:pathLst>
                <a:path w="1213485" h="756920">
                  <a:moveTo>
                    <a:pt x="1213104" y="152400"/>
                  </a:moveTo>
                  <a:lnTo>
                    <a:pt x="455676" y="152400"/>
                  </a:lnTo>
                  <a:lnTo>
                    <a:pt x="455676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0" y="756666"/>
                  </a:lnTo>
                  <a:lnTo>
                    <a:pt x="1213104" y="756666"/>
                  </a:lnTo>
                  <a:lnTo>
                    <a:pt x="1213104" y="152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498854" y="3428999"/>
              <a:ext cx="1216660" cy="760730"/>
            </a:xfrm>
            <a:custGeom>
              <a:avLst/>
              <a:gdLst/>
              <a:ahLst/>
              <a:cxnLst/>
              <a:rect l="l" t="t" r="r" b="b"/>
              <a:pathLst>
                <a:path w="1216660" h="760729">
                  <a:moveTo>
                    <a:pt x="1216152" y="154686"/>
                  </a:moveTo>
                  <a:lnTo>
                    <a:pt x="1214628" y="152400"/>
                  </a:lnTo>
                  <a:lnTo>
                    <a:pt x="1213091" y="152400"/>
                  </a:lnTo>
                  <a:lnTo>
                    <a:pt x="1213091" y="156210"/>
                  </a:lnTo>
                  <a:lnTo>
                    <a:pt x="1213091" y="757428"/>
                  </a:lnTo>
                  <a:lnTo>
                    <a:pt x="3048" y="757428"/>
                  </a:lnTo>
                  <a:lnTo>
                    <a:pt x="3048" y="156210"/>
                  </a:lnTo>
                  <a:lnTo>
                    <a:pt x="455676" y="156210"/>
                  </a:lnTo>
                  <a:lnTo>
                    <a:pt x="457200" y="156210"/>
                  </a:lnTo>
                  <a:lnTo>
                    <a:pt x="1213091" y="156210"/>
                  </a:lnTo>
                  <a:lnTo>
                    <a:pt x="1213091" y="152400"/>
                  </a:lnTo>
                  <a:lnTo>
                    <a:pt x="458724" y="152400"/>
                  </a:lnTo>
                  <a:lnTo>
                    <a:pt x="458724" y="2286"/>
                  </a:lnTo>
                  <a:lnTo>
                    <a:pt x="457200" y="0"/>
                  </a:lnTo>
                  <a:lnTo>
                    <a:pt x="455676" y="0"/>
                  </a:lnTo>
                  <a:lnTo>
                    <a:pt x="455676" y="3810"/>
                  </a:lnTo>
                  <a:lnTo>
                    <a:pt x="455676" y="152400"/>
                  </a:lnTo>
                  <a:lnTo>
                    <a:pt x="3048" y="152400"/>
                  </a:lnTo>
                  <a:lnTo>
                    <a:pt x="3048" y="3810"/>
                  </a:lnTo>
                  <a:lnTo>
                    <a:pt x="455676" y="3810"/>
                  </a:lnTo>
                  <a:lnTo>
                    <a:pt x="455676" y="0"/>
                  </a:lnTo>
                  <a:lnTo>
                    <a:pt x="1524" y="0"/>
                  </a:lnTo>
                  <a:lnTo>
                    <a:pt x="1016" y="762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154686"/>
                  </a:lnTo>
                  <a:lnTo>
                    <a:pt x="0" y="758952"/>
                  </a:lnTo>
                  <a:lnTo>
                    <a:pt x="0" y="759587"/>
                  </a:lnTo>
                  <a:lnTo>
                    <a:pt x="635" y="759587"/>
                  </a:lnTo>
                  <a:lnTo>
                    <a:pt x="1524" y="760476"/>
                  </a:lnTo>
                  <a:lnTo>
                    <a:pt x="3048" y="760476"/>
                  </a:lnTo>
                  <a:lnTo>
                    <a:pt x="1213104" y="760476"/>
                  </a:lnTo>
                  <a:lnTo>
                    <a:pt x="1214628" y="760476"/>
                  </a:lnTo>
                  <a:lnTo>
                    <a:pt x="1215009" y="760095"/>
                  </a:lnTo>
                  <a:lnTo>
                    <a:pt x="1215631" y="760095"/>
                  </a:lnTo>
                  <a:lnTo>
                    <a:pt x="1215631" y="759472"/>
                  </a:lnTo>
                  <a:lnTo>
                    <a:pt x="1216152" y="758952"/>
                  </a:lnTo>
                  <a:lnTo>
                    <a:pt x="1216152" y="1546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501648" y="3784346"/>
            <a:ext cx="12103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Logical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Design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98854" y="4338827"/>
            <a:ext cx="1217295" cy="761365"/>
            <a:chOff x="1498854" y="4338827"/>
            <a:chExt cx="1217295" cy="761365"/>
          </a:xfrm>
        </p:grpSpPr>
        <p:sp>
          <p:nvSpPr>
            <p:cNvPr id="26" name="object 26"/>
            <p:cNvSpPr/>
            <p:nvPr/>
          </p:nvSpPr>
          <p:spPr>
            <a:xfrm>
              <a:off x="1499362" y="4489703"/>
              <a:ext cx="1216660" cy="610870"/>
            </a:xfrm>
            <a:custGeom>
              <a:avLst/>
              <a:gdLst/>
              <a:ahLst/>
              <a:cxnLst/>
              <a:rect l="l" t="t" r="r" b="b"/>
              <a:pathLst>
                <a:path w="1216660" h="610870">
                  <a:moveTo>
                    <a:pt x="1216660" y="608076"/>
                  </a:moveTo>
                  <a:lnTo>
                    <a:pt x="1215631" y="608076"/>
                  </a:lnTo>
                  <a:lnTo>
                    <a:pt x="1215631" y="1524"/>
                  </a:lnTo>
                  <a:lnTo>
                    <a:pt x="1214107" y="0"/>
                  </a:lnTo>
                  <a:lnTo>
                    <a:pt x="1212583" y="1524"/>
                  </a:lnTo>
                  <a:lnTo>
                    <a:pt x="1214120" y="1524"/>
                  </a:lnTo>
                  <a:lnTo>
                    <a:pt x="1214120" y="608076"/>
                  </a:lnTo>
                  <a:lnTo>
                    <a:pt x="1212583" y="608076"/>
                  </a:lnTo>
                  <a:lnTo>
                    <a:pt x="1270" y="608076"/>
                  </a:lnTo>
                  <a:lnTo>
                    <a:pt x="1270" y="606933"/>
                  </a:lnTo>
                  <a:lnTo>
                    <a:pt x="0" y="606933"/>
                  </a:lnTo>
                  <a:lnTo>
                    <a:pt x="0" y="608076"/>
                  </a:lnTo>
                  <a:lnTo>
                    <a:pt x="0" y="609219"/>
                  </a:lnTo>
                  <a:lnTo>
                    <a:pt x="1270" y="609219"/>
                  </a:lnTo>
                  <a:lnTo>
                    <a:pt x="1270" y="609600"/>
                  </a:lnTo>
                  <a:lnTo>
                    <a:pt x="1212583" y="609600"/>
                  </a:lnTo>
                  <a:lnTo>
                    <a:pt x="1212583" y="610362"/>
                  </a:lnTo>
                  <a:lnTo>
                    <a:pt x="1215631" y="610362"/>
                  </a:lnTo>
                  <a:lnTo>
                    <a:pt x="1215631" y="609600"/>
                  </a:lnTo>
                  <a:lnTo>
                    <a:pt x="1216660" y="609600"/>
                  </a:lnTo>
                  <a:lnTo>
                    <a:pt x="1216660" y="6080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500378" y="4340351"/>
              <a:ext cx="1213485" cy="757555"/>
            </a:xfrm>
            <a:custGeom>
              <a:avLst/>
              <a:gdLst/>
              <a:ahLst/>
              <a:cxnLst/>
              <a:rect l="l" t="t" r="r" b="b"/>
              <a:pathLst>
                <a:path w="1213485" h="757554">
                  <a:moveTo>
                    <a:pt x="1213104" y="150876"/>
                  </a:moveTo>
                  <a:lnTo>
                    <a:pt x="455676" y="150876"/>
                  </a:lnTo>
                  <a:lnTo>
                    <a:pt x="455676" y="0"/>
                  </a:lnTo>
                  <a:lnTo>
                    <a:pt x="0" y="0"/>
                  </a:lnTo>
                  <a:lnTo>
                    <a:pt x="0" y="150876"/>
                  </a:lnTo>
                  <a:lnTo>
                    <a:pt x="0" y="757428"/>
                  </a:lnTo>
                  <a:lnTo>
                    <a:pt x="1213104" y="757428"/>
                  </a:lnTo>
                  <a:lnTo>
                    <a:pt x="1213104" y="1508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498854" y="4338827"/>
              <a:ext cx="1216660" cy="760730"/>
            </a:xfrm>
            <a:custGeom>
              <a:avLst/>
              <a:gdLst/>
              <a:ahLst/>
              <a:cxnLst/>
              <a:rect l="l" t="t" r="r" b="b"/>
              <a:pathLst>
                <a:path w="1216660" h="760729">
                  <a:moveTo>
                    <a:pt x="1216152" y="152400"/>
                  </a:moveTo>
                  <a:lnTo>
                    <a:pt x="1214628" y="150876"/>
                  </a:lnTo>
                  <a:lnTo>
                    <a:pt x="1213091" y="150876"/>
                  </a:lnTo>
                  <a:lnTo>
                    <a:pt x="1213091" y="153924"/>
                  </a:lnTo>
                  <a:lnTo>
                    <a:pt x="1213091" y="757428"/>
                  </a:lnTo>
                  <a:lnTo>
                    <a:pt x="3048" y="757428"/>
                  </a:lnTo>
                  <a:lnTo>
                    <a:pt x="3048" y="153924"/>
                  </a:lnTo>
                  <a:lnTo>
                    <a:pt x="455676" y="153924"/>
                  </a:lnTo>
                  <a:lnTo>
                    <a:pt x="457200" y="153924"/>
                  </a:lnTo>
                  <a:lnTo>
                    <a:pt x="1213091" y="153924"/>
                  </a:lnTo>
                  <a:lnTo>
                    <a:pt x="1213091" y="150876"/>
                  </a:lnTo>
                  <a:lnTo>
                    <a:pt x="458724" y="150876"/>
                  </a:lnTo>
                  <a:lnTo>
                    <a:pt x="458724" y="1524"/>
                  </a:lnTo>
                  <a:lnTo>
                    <a:pt x="457200" y="0"/>
                  </a:lnTo>
                  <a:lnTo>
                    <a:pt x="455676" y="0"/>
                  </a:lnTo>
                  <a:lnTo>
                    <a:pt x="455676" y="3048"/>
                  </a:lnTo>
                  <a:lnTo>
                    <a:pt x="455676" y="150876"/>
                  </a:lnTo>
                  <a:lnTo>
                    <a:pt x="3048" y="150876"/>
                  </a:lnTo>
                  <a:lnTo>
                    <a:pt x="3048" y="3048"/>
                  </a:lnTo>
                  <a:lnTo>
                    <a:pt x="455676" y="3048"/>
                  </a:lnTo>
                  <a:lnTo>
                    <a:pt x="455676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52400"/>
                  </a:lnTo>
                  <a:lnTo>
                    <a:pt x="0" y="758952"/>
                  </a:lnTo>
                  <a:lnTo>
                    <a:pt x="0" y="759587"/>
                  </a:lnTo>
                  <a:lnTo>
                    <a:pt x="635" y="759587"/>
                  </a:lnTo>
                  <a:lnTo>
                    <a:pt x="1524" y="760476"/>
                  </a:lnTo>
                  <a:lnTo>
                    <a:pt x="3048" y="760476"/>
                  </a:lnTo>
                  <a:lnTo>
                    <a:pt x="1213104" y="760476"/>
                  </a:lnTo>
                  <a:lnTo>
                    <a:pt x="1214628" y="760476"/>
                  </a:lnTo>
                  <a:lnTo>
                    <a:pt x="1215009" y="760095"/>
                  </a:lnTo>
                  <a:lnTo>
                    <a:pt x="1215631" y="760095"/>
                  </a:lnTo>
                  <a:lnTo>
                    <a:pt x="1215631" y="759472"/>
                  </a:lnTo>
                  <a:lnTo>
                    <a:pt x="1216152" y="758952"/>
                  </a:lnTo>
                  <a:lnTo>
                    <a:pt x="1216152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501648" y="4605020"/>
            <a:ext cx="1210310" cy="35623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84175" marR="340360" indent="-87630">
              <a:lnSpc>
                <a:spcPts val="1280"/>
              </a:lnSpc>
              <a:spcBef>
                <a:spcPts val="170"/>
              </a:spcBef>
            </a:pPr>
            <a:r>
              <a:rPr dirty="0" sz="1100" spc="-5" b="1">
                <a:latin typeface="Arial"/>
                <a:cs typeface="Arial"/>
              </a:rPr>
              <a:t>Ph</a:t>
            </a:r>
            <a:r>
              <a:rPr dirty="0" sz="1100" spc="-20" b="1">
                <a:latin typeface="Arial"/>
                <a:cs typeface="Arial"/>
              </a:rPr>
              <a:t>y</a:t>
            </a:r>
            <a:r>
              <a:rPr dirty="0" sz="1100" spc="-5" b="1">
                <a:latin typeface="Arial"/>
                <a:cs typeface="Arial"/>
              </a:rPr>
              <a:t>sical  Design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89456" y="5247132"/>
            <a:ext cx="1216660" cy="761365"/>
            <a:chOff x="1489456" y="5247132"/>
            <a:chExt cx="1216660" cy="761365"/>
          </a:xfrm>
        </p:grpSpPr>
        <p:sp>
          <p:nvSpPr>
            <p:cNvPr id="31" name="object 31"/>
            <p:cNvSpPr/>
            <p:nvPr/>
          </p:nvSpPr>
          <p:spPr>
            <a:xfrm>
              <a:off x="1489456" y="5399531"/>
              <a:ext cx="1216660" cy="608965"/>
            </a:xfrm>
            <a:custGeom>
              <a:avLst/>
              <a:gdLst/>
              <a:ahLst/>
              <a:cxnLst/>
              <a:rect l="l" t="t" r="r" b="b"/>
              <a:pathLst>
                <a:path w="1216660" h="608964">
                  <a:moveTo>
                    <a:pt x="1216660" y="606552"/>
                  </a:moveTo>
                  <a:lnTo>
                    <a:pt x="1215644" y="606552"/>
                  </a:lnTo>
                  <a:lnTo>
                    <a:pt x="1215644" y="1524"/>
                  </a:lnTo>
                  <a:lnTo>
                    <a:pt x="1214120" y="0"/>
                  </a:lnTo>
                  <a:lnTo>
                    <a:pt x="1212596" y="1524"/>
                  </a:lnTo>
                  <a:lnTo>
                    <a:pt x="1214120" y="1524"/>
                  </a:lnTo>
                  <a:lnTo>
                    <a:pt x="1214120" y="606552"/>
                  </a:lnTo>
                  <a:lnTo>
                    <a:pt x="1212596" y="606552"/>
                  </a:lnTo>
                  <a:lnTo>
                    <a:pt x="1270" y="606552"/>
                  </a:lnTo>
                  <a:lnTo>
                    <a:pt x="1270" y="605040"/>
                  </a:lnTo>
                  <a:lnTo>
                    <a:pt x="0" y="605040"/>
                  </a:lnTo>
                  <a:lnTo>
                    <a:pt x="0" y="607517"/>
                  </a:lnTo>
                  <a:lnTo>
                    <a:pt x="1270" y="607517"/>
                  </a:lnTo>
                  <a:lnTo>
                    <a:pt x="1270" y="608088"/>
                  </a:lnTo>
                  <a:lnTo>
                    <a:pt x="1212596" y="608088"/>
                  </a:lnTo>
                  <a:lnTo>
                    <a:pt x="1212596" y="608838"/>
                  </a:lnTo>
                  <a:lnTo>
                    <a:pt x="1215644" y="608838"/>
                  </a:lnTo>
                  <a:lnTo>
                    <a:pt x="1215644" y="608088"/>
                  </a:lnTo>
                  <a:lnTo>
                    <a:pt x="1216660" y="608088"/>
                  </a:lnTo>
                  <a:lnTo>
                    <a:pt x="1216660" y="606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491234" y="5248655"/>
              <a:ext cx="1212850" cy="757555"/>
            </a:xfrm>
            <a:custGeom>
              <a:avLst/>
              <a:gdLst/>
              <a:ahLst/>
              <a:cxnLst/>
              <a:rect l="l" t="t" r="r" b="b"/>
              <a:pathLst>
                <a:path w="1212850" h="757554">
                  <a:moveTo>
                    <a:pt x="1212342" y="152400"/>
                  </a:moveTo>
                  <a:lnTo>
                    <a:pt x="455676" y="152400"/>
                  </a:lnTo>
                  <a:lnTo>
                    <a:pt x="455676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0" y="757428"/>
                  </a:lnTo>
                  <a:lnTo>
                    <a:pt x="1212342" y="757428"/>
                  </a:lnTo>
                  <a:lnTo>
                    <a:pt x="1212342" y="152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489710" y="5247131"/>
              <a:ext cx="1215390" cy="760730"/>
            </a:xfrm>
            <a:custGeom>
              <a:avLst/>
              <a:gdLst/>
              <a:ahLst/>
              <a:cxnLst/>
              <a:rect l="l" t="t" r="r" b="b"/>
              <a:pathLst>
                <a:path w="1215389" h="760729">
                  <a:moveTo>
                    <a:pt x="1215390" y="153924"/>
                  </a:moveTo>
                  <a:lnTo>
                    <a:pt x="1213866" y="152400"/>
                  </a:lnTo>
                  <a:lnTo>
                    <a:pt x="1212329" y="152400"/>
                  </a:lnTo>
                  <a:lnTo>
                    <a:pt x="1212329" y="155448"/>
                  </a:lnTo>
                  <a:lnTo>
                    <a:pt x="1212329" y="757428"/>
                  </a:lnTo>
                  <a:lnTo>
                    <a:pt x="3048" y="757428"/>
                  </a:lnTo>
                  <a:lnTo>
                    <a:pt x="3048" y="155448"/>
                  </a:lnTo>
                  <a:lnTo>
                    <a:pt x="455676" y="155448"/>
                  </a:lnTo>
                  <a:lnTo>
                    <a:pt x="457200" y="155448"/>
                  </a:lnTo>
                  <a:lnTo>
                    <a:pt x="1212329" y="155448"/>
                  </a:lnTo>
                  <a:lnTo>
                    <a:pt x="1212329" y="152400"/>
                  </a:lnTo>
                  <a:lnTo>
                    <a:pt x="458724" y="152400"/>
                  </a:lnTo>
                  <a:lnTo>
                    <a:pt x="458724" y="1524"/>
                  </a:lnTo>
                  <a:lnTo>
                    <a:pt x="457200" y="0"/>
                  </a:lnTo>
                  <a:lnTo>
                    <a:pt x="455676" y="0"/>
                  </a:lnTo>
                  <a:lnTo>
                    <a:pt x="455676" y="3048"/>
                  </a:lnTo>
                  <a:lnTo>
                    <a:pt x="455676" y="152400"/>
                  </a:lnTo>
                  <a:lnTo>
                    <a:pt x="3048" y="152400"/>
                  </a:lnTo>
                  <a:lnTo>
                    <a:pt x="3048" y="3048"/>
                  </a:lnTo>
                  <a:lnTo>
                    <a:pt x="455676" y="3048"/>
                  </a:lnTo>
                  <a:lnTo>
                    <a:pt x="455676" y="0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0" y="153924"/>
                  </a:lnTo>
                  <a:lnTo>
                    <a:pt x="0" y="758952"/>
                  </a:lnTo>
                  <a:lnTo>
                    <a:pt x="0" y="759587"/>
                  </a:lnTo>
                  <a:lnTo>
                    <a:pt x="635" y="759587"/>
                  </a:lnTo>
                  <a:lnTo>
                    <a:pt x="1524" y="760476"/>
                  </a:lnTo>
                  <a:lnTo>
                    <a:pt x="3048" y="760476"/>
                  </a:lnTo>
                  <a:lnTo>
                    <a:pt x="1212342" y="760476"/>
                  </a:lnTo>
                  <a:lnTo>
                    <a:pt x="1213866" y="760476"/>
                  </a:lnTo>
                  <a:lnTo>
                    <a:pt x="1214247" y="760095"/>
                  </a:lnTo>
                  <a:lnTo>
                    <a:pt x="1214869" y="760095"/>
                  </a:lnTo>
                  <a:lnTo>
                    <a:pt x="1214869" y="759472"/>
                  </a:lnTo>
                  <a:lnTo>
                    <a:pt x="1215390" y="758952"/>
                  </a:lnTo>
                  <a:lnTo>
                    <a:pt x="1215390" y="153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492377" y="5601715"/>
            <a:ext cx="12096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Verification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743705" y="2518410"/>
            <a:ext cx="1214755" cy="760730"/>
            <a:chOff x="3743705" y="2518410"/>
            <a:chExt cx="1214755" cy="760730"/>
          </a:xfrm>
        </p:grpSpPr>
        <p:sp>
          <p:nvSpPr>
            <p:cNvPr id="36" name="object 36"/>
            <p:cNvSpPr/>
            <p:nvPr/>
          </p:nvSpPr>
          <p:spPr>
            <a:xfrm>
              <a:off x="3743960" y="2669285"/>
              <a:ext cx="1214755" cy="610235"/>
            </a:xfrm>
            <a:custGeom>
              <a:avLst/>
              <a:gdLst/>
              <a:ahLst/>
              <a:cxnLst/>
              <a:rect l="l" t="t" r="r" b="b"/>
              <a:pathLst>
                <a:path w="1214754" h="610235">
                  <a:moveTo>
                    <a:pt x="1214361" y="1524"/>
                  </a:moveTo>
                  <a:lnTo>
                    <a:pt x="1212837" y="0"/>
                  </a:lnTo>
                  <a:lnTo>
                    <a:pt x="1211313" y="1524"/>
                  </a:lnTo>
                  <a:lnTo>
                    <a:pt x="1212850" y="1524"/>
                  </a:lnTo>
                  <a:lnTo>
                    <a:pt x="1212850" y="607314"/>
                  </a:lnTo>
                  <a:lnTo>
                    <a:pt x="1211313" y="607314"/>
                  </a:lnTo>
                  <a:lnTo>
                    <a:pt x="1270" y="607314"/>
                  </a:lnTo>
                  <a:lnTo>
                    <a:pt x="1270" y="606437"/>
                  </a:lnTo>
                  <a:lnTo>
                    <a:pt x="0" y="606437"/>
                  </a:lnTo>
                  <a:lnTo>
                    <a:pt x="0" y="608977"/>
                  </a:lnTo>
                  <a:lnTo>
                    <a:pt x="1270" y="608977"/>
                  </a:lnTo>
                  <a:lnTo>
                    <a:pt x="1270" y="609612"/>
                  </a:lnTo>
                  <a:lnTo>
                    <a:pt x="1214120" y="609612"/>
                  </a:lnTo>
                  <a:lnTo>
                    <a:pt x="1214361" y="609600"/>
                  </a:lnTo>
                  <a:lnTo>
                    <a:pt x="1214361" y="607314"/>
                  </a:lnTo>
                  <a:lnTo>
                    <a:pt x="1214361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745230" y="2519933"/>
              <a:ext cx="1211580" cy="756920"/>
            </a:xfrm>
            <a:custGeom>
              <a:avLst/>
              <a:gdLst/>
              <a:ahLst/>
              <a:cxnLst/>
              <a:rect l="l" t="t" r="r" b="b"/>
              <a:pathLst>
                <a:path w="1211579" h="756920">
                  <a:moveTo>
                    <a:pt x="1211580" y="150876"/>
                  </a:moveTo>
                  <a:lnTo>
                    <a:pt x="454152" y="150876"/>
                  </a:lnTo>
                  <a:lnTo>
                    <a:pt x="454152" y="0"/>
                  </a:lnTo>
                  <a:lnTo>
                    <a:pt x="0" y="0"/>
                  </a:lnTo>
                  <a:lnTo>
                    <a:pt x="0" y="150876"/>
                  </a:lnTo>
                  <a:lnTo>
                    <a:pt x="0" y="756666"/>
                  </a:lnTo>
                  <a:lnTo>
                    <a:pt x="1211580" y="756666"/>
                  </a:lnTo>
                  <a:lnTo>
                    <a:pt x="1211580" y="1508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743693" y="2518409"/>
              <a:ext cx="1214755" cy="760730"/>
            </a:xfrm>
            <a:custGeom>
              <a:avLst/>
              <a:gdLst/>
              <a:ahLst/>
              <a:cxnLst/>
              <a:rect l="l" t="t" r="r" b="b"/>
              <a:pathLst>
                <a:path w="1214754" h="760729">
                  <a:moveTo>
                    <a:pt x="1214628" y="152412"/>
                  </a:moveTo>
                  <a:lnTo>
                    <a:pt x="1213104" y="150888"/>
                  </a:lnTo>
                  <a:lnTo>
                    <a:pt x="1211580" y="150888"/>
                  </a:lnTo>
                  <a:lnTo>
                    <a:pt x="1211580" y="153936"/>
                  </a:lnTo>
                  <a:lnTo>
                    <a:pt x="1211580" y="756678"/>
                  </a:lnTo>
                  <a:lnTo>
                    <a:pt x="3048" y="756678"/>
                  </a:lnTo>
                  <a:lnTo>
                    <a:pt x="3048" y="153936"/>
                  </a:lnTo>
                  <a:lnTo>
                    <a:pt x="1211580" y="153936"/>
                  </a:lnTo>
                  <a:lnTo>
                    <a:pt x="1211580" y="150888"/>
                  </a:lnTo>
                  <a:lnTo>
                    <a:pt x="457200" y="150888"/>
                  </a:lnTo>
                  <a:lnTo>
                    <a:pt x="457200" y="1524"/>
                  </a:lnTo>
                  <a:lnTo>
                    <a:pt x="455676" y="0"/>
                  </a:lnTo>
                  <a:lnTo>
                    <a:pt x="454152" y="0"/>
                  </a:lnTo>
                  <a:lnTo>
                    <a:pt x="454152" y="3048"/>
                  </a:lnTo>
                  <a:lnTo>
                    <a:pt x="454152" y="150876"/>
                  </a:lnTo>
                  <a:lnTo>
                    <a:pt x="3048" y="150876"/>
                  </a:lnTo>
                  <a:lnTo>
                    <a:pt x="3048" y="3048"/>
                  </a:lnTo>
                  <a:lnTo>
                    <a:pt x="454152" y="3048"/>
                  </a:lnTo>
                  <a:lnTo>
                    <a:pt x="454152" y="0"/>
                  </a:lnTo>
                  <a:lnTo>
                    <a:pt x="2286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152400"/>
                  </a:lnTo>
                  <a:lnTo>
                    <a:pt x="0" y="758202"/>
                  </a:lnTo>
                  <a:lnTo>
                    <a:pt x="0" y="759142"/>
                  </a:lnTo>
                  <a:lnTo>
                    <a:pt x="622" y="759142"/>
                  </a:lnTo>
                  <a:lnTo>
                    <a:pt x="1524" y="760488"/>
                  </a:lnTo>
                  <a:lnTo>
                    <a:pt x="3048" y="760488"/>
                  </a:lnTo>
                  <a:lnTo>
                    <a:pt x="1211580" y="760488"/>
                  </a:lnTo>
                  <a:lnTo>
                    <a:pt x="1213104" y="760488"/>
                  </a:lnTo>
                  <a:lnTo>
                    <a:pt x="1213485" y="759904"/>
                  </a:lnTo>
                  <a:lnTo>
                    <a:pt x="1214120" y="759904"/>
                  </a:lnTo>
                  <a:lnTo>
                    <a:pt x="1214120" y="758964"/>
                  </a:lnTo>
                  <a:lnTo>
                    <a:pt x="1214628" y="758202"/>
                  </a:lnTo>
                  <a:lnTo>
                    <a:pt x="1214628" y="152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3746500" y="2786888"/>
            <a:ext cx="1209040" cy="34417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71450" marR="138430" indent="215265">
              <a:lnSpc>
                <a:spcPts val="1190"/>
              </a:lnSpc>
              <a:spcBef>
                <a:spcPts val="245"/>
              </a:spcBef>
            </a:pPr>
            <a:r>
              <a:rPr dirty="0" sz="1100" b="1">
                <a:latin typeface="Arial"/>
                <a:cs typeface="Arial"/>
              </a:rPr>
              <a:t>«view» 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EngrAnal</a:t>
            </a:r>
            <a:r>
              <a:rPr dirty="0" sz="1100" spc="-20" b="1">
                <a:latin typeface="Arial"/>
                <a:cs typeface="Arial"/>
              </a:rPr>
              <a:t>y</a:t>
            </a:r>
            <a:r>
              <a:rPr dirty="0" sz="1100" spc="-5" b="1">
                <a:latin typeface="Arial"/>
                <a:cs typeface="Arial"/>
              </a:rPr>
              <a:t>s</a:t>
            </a:r>
            <a:r>
              <a:rPr dirty="0" sz="1100" spc="-5" b="1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515105" y="4334255"/>
            <a:ext cx="1670685" cy="1523365"/>
            <a:chOff x="3515105" y="4334255"/>
            <a:chExt cx="1670685" cy="1523365"/>
          </a:xfrm>
        </p:grpSpPr>
        <p:sp>
          <p:nvSpPr>
            <p:cNvPr id="41" name="object 41"/>
            <p:cNvSpPr/>
            <p:nvPr/>
          </p:nvSpPr>
          <p:spPr>
            <a:xfrm>
              <a:off x="3515093" y="4334255"/>
              <a:ext cx="1670685" cy="1523365"/>
            </a:xfrm>
            <a:custGeom>
              <a:avLst/>
              <a:gdLst/>
              <a:ahLst/>
              <a:cxnLst/>
              <a:rect l="l" t="t" r="r" b="b"/>
              <a:pathLst>
                <a:path w="1670685" h="1523364">
                  <a:moveTo>
                    <a:pt x="1670316" y="1524"/>
                  </a:moveTo>
                  <a:lnTo>
                    <a:pt x="1668792" y="0"/>
                  </a:lnTo>
                  <a:lnTo>
                    <a:pt x="1667268" y="762"/>
                  </a:lnTo>
                  <a:lnTo>
                    <a:pt x="1666506" y="1524"/>
                  </a:lnTo>
                  <a:lnTo>
                    <a:pt x="1666506" y="1520952"/>
                  </a:lnTo>
                  <a:lnTo>
                    <a:pt x="1270" y="1520952"/>
                  </a:lnTo>
                  <a:lnTo>
                    <a:pt x="1270" y="1519682"/>
                  </a:lnTo>
                  <a:lnTo>
                    <a:pt x="0" y="1519682"/>
                  </a:lnTo>
                  <a:lnTo>
                    <a:pt x="0" y="1521587"/>
                  </a:lnTo>
                  <a:lnTo>
                    <a:pt x="1270" y="1521587"/>
                  </a:lnTo>
                  <a:lnTo>
                    <a:pt x="1270" y="1522476"/>
                  </a:lnTo>
                  <a:lnTo>
                    <a:pt x="1666506" y="1522476"/>
                  </a:lnTo>
                  <a:lnTo>
                    <a:pt x="1666506" y="1523238"/>
                  </a:lnTo>
                  <a:lnTo>
                    <a:pt x="1670316" y="1523238"/>
                  </a:lnTo>
                  <a:lnTo>
                    <a:pt x="1670316" y="1520952"/>
                  </a:lnTo>
                  <a:lnTo>
                    <a:pt x="167031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516630" y="4791456"/>
              <a:ext cx="1667510" cy="1064260"/>
            </a:xfrm>
            <a:custGeom>
              <a:avLst/>
              <a:gdLst/>
              <a:ahLst/>
              <a:cxnLst/>
              <a:rect l="l" t="t" r="r" b="b"/>
              <a:pathLst>
                <a:path w="1667510" h="1064260">
                  <a:moveTo>
                    <a:pt x="1667256" y="1063752"/>
                  </a:moveTo>
                  <a:lnTo>
                    <a:pt x="1667255" y="0"/>
                  </a:lnTo>
                  <a:lnTo>
                    <a:pt x="0" y="0"/>
                  </a:lnTo>
                  <a:lnTo>
                    <a:pt x="0" y="1063752"/>
                  </a:lnTo>
                  <a:lnTo>
                    <a:pt x="1667256" y="10637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515106" y="4789932"/>
              <a:ext cx="1670685" cy="1066800"/>
            </a:xfrm>
            <a:custGeom>
              <a:avLst/>
              <a:gdLst/>
              <a:ahLst/>
              <a:cxnLst/>
              <a:rect l="l" t="t" r="r" b="b"/>
              <a:pathLst>
                <a:path w="1670685" h="1066800">
                  <a:moveTo>
                    <a:pt x="1670304" y="1065276"/>
                  </a:moveTo>
                  <a:lnTo>
                    <a:pt x="1670304" y="1523"/>
                  </a:lnTo>
                  <a:lnTo>
                    <a:pt x="1668780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1065276"/>
                  </a:lnTo>
                  <a:lnTo>
                    <a:pt x="1524" y="1066800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1666494" y="3047"/>
                  </a:lnTo>
                  <a:lnTo>
                    <a:pt x="1666494" y="1523"/>
                  </a:lnTo>
                  <a:lnTo>
                    <a:pt x="1668780" y="3047"/>
                  </a:lnTo>
                  <a:lnTo>
                    <a:pt x="1668780" y="1066799"/>
                  </a:lnTo>
                  <a:lnTo>
                    <a:pt x="1670304" y="1065276"/>
                  </a:lnTo>
                  <a:close/>
                </a:path>
                <a:path w="1670685" h="106680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1670685" h="1066800">
                  <a:moveTo>
                    <a:pt x="3048" y="1063752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1063752"/>
                  </a:lnTo>
                  <a:lnTo>
                    <a:pt x="3048" y="1063752"/>
                  </a:lnTo>
                  <a:close/>
                </a:path>
                <a:path w="1670685" h="1066800">
                  <a:moveTo>
                    <a:pt x="1668780" y="1063752"/>
                  </a:moveTo>
                  <a:lnTo>
                    <a:pt x="1524" y="1063752"/>
                  </a:lnTo>
                  <a:lnTo>
                    <a:pt x="3048" y="1065276"/>
                  </a:lnTo>
                  <a:lnTo>
                    <a:pt x="3048" y="1066800"/>
                  </a:lnTo>
                  <a:lnTo>
                    <a:pt x="1666494" y="1066799"/>
                  </a:lnTo>
                  <a:lnTo>
                    <a:pt x="1666494" y="1065276"/>
                  </a:lnTo>
                  <a:lnTo>
                    <a:pt x="1668780" y="1063752"/>
                  </a:lnTo>
                  <a:close/>
                </a:path>
                <a:path w="1670685" h="1066800">
                  <a:moveTo>
                    <a:pt x="3048" y="1066800"/>
                  </a:moveTo>
                  <a:lnTo>
                    <a:pt x="3048" y="1065276"/>
                  </a:lnTo>
                  <a:lnTo>
                    <a:pt x="1524" y="1063752"/>
                  </a:lnTo>
                  <a:lnTo>
                    <a:pt x="1524" y="1066800"/>
                  </a:lnTo>
                  <a:lnTo>
                    <a:pt x="3048" y="1066800"/>
                  </a:lnTo>
                  <a:close/>
                </a:path>
                <a:path w="1670685" h="1066800">
                  <a:moveTo>
                    <a:pt x="1668780" y="3047"/>
                  </a:moveTo>
                  <a:lnTo>
                    <a:pt x="1666494" y="1523"/>
                  </a:lnTo>
                  <a:lnTo>
                    <a:pt x="1666494" y="3047"/>
                  </a:lnTo>
                  <a:lnTo>
                    <a:pt x="1668780" y="3047"/>
                  </a:lnTo>
                  <a:close/>
                </a:path>
                <a:path w="1670685" h="1066800">
                  <a:moveTo>
                    <a:pt x="1668780" y="1063752"/>
                  </a:moveTo>
                  <a:lnTo>
                    <a:pt x="1668780" y="3047"/>
                  </a:lnTo>
                  <a:lnTo>
                    <a:pt x="1666494" y="3047"/>
                  </a:lnTo>
                  <a:lnTo>
                    <a:pt x="1666494" y="1063752"/>
                  </a:lnTo>
                  <a:lnTo>
                    <a:pt x="1668780" y="1063752"/>
                  </a:lnTo>
                  <a:close/>
                </a:path>
                <a:path w="1670685" h="1066800">
                  <a:moveTo>
                    <a:pt x="1668780" y="1066799"/>
                  </a:moveTo>
                  <a:lnTo>
                    <a:pt x="1668780" y="1063752"/>
                  </a:lnTo>
                  <a:lnTo>
                    <a:pt x="1666494" y="1065276"/>
                  </a:lnTo>
                  <a:lnTo>
                    <a:pt x="1666494" y="1066799"/>
                  </a:lnTo>
                  <a:lnTo>
                    <a:pt x="1668780" y="10667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565626" y="4819141"/>
            <a:ext cx="1452245" cy="86106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 marR="5080" indent="389890">
              <a:lnSpc>
                <a:spcPct val="79700"/>
              </a:lnSpc>
              <a:spcBef>
                <a:spcPts val="365"/>
              </a:spcBef>
            </a:pPr>
            <a:r>
              <a:rPr dirty="0" sz="1100" spc="-5" b="1">
                <a:latin typeface="Arial"/>
                <a:cs typeface="Arial"/>
              </a:rPr>
              <a:t>«viewpoint» 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stakeholders=”…” </a:t>
            </a:r>
            <a:r>
              <a:rPr dirty="0" sz="1100" spc="5">
                <a:latin typeface="Arial MT"/>
                <a:cs typeface="Arial MT"/>
              </a:rPr>
              <a:t> purpose=”…” 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constructionRule</a:t>
            </a:r>
            <a:r>
              <a:rPr dirty="0" sz="1100" spc="-160">
                <a:latin typeface="Arial MT"/>
                <a:cs typeface="Arial MT"/>
              </a:rPr>
              <a:t>s</a:t>
            </a:r>
            <a:r>
              <a:rPr dirty="0" sz="1100" spc="-5">
                <a:latin typeface="Arial MT"/>
                <a:cs typeface="Arial MT"/>
              </a:rPr>
              <a:t>=</a:t>
            </a:r>
            <a:r>
              <a:rPr dirty="0" sz="1100" spc="-14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”…”  </a:t>
            </a:r>
            <a:r>
              <a:rPr dirty="0" sz="1100" spc="5">
                <a:latin typeface="Arial MT"/>
                <a:cs typeface="Arial MT"/>
              </a:rPr>
              <a:t>concerns=”…” 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5">
                <a:latin typeface="Arial MT"/>
                <a:cs typeface="Arial MT"/>
              </a:rPr>
              <a:t>languages=”…”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515105" y="4334255"/>
            <a:ext cx="1670685" cy="1522095"/>
            <a:chOff x="3515105" y="4334255"/>
            <a:chExt cx="1670685" cy="1522095"/>
          </a:xfrm>
        </p:grpSpPr>
        <p:sp>
          <p:nvSpPr>
            <p:cNvPr id="46" name="object 46"/>
            <p:cNvSpPr/>
            <p:nvPr/>
          </p:nvSpPr>
          <p:spPr>
            <a:xfrm>
              <a:off x="3516629" y="4335780"/>
              <a:ext cx="1667510" cy="455930"/>
            </a:xfrm>
            <a:custGeom>
              <a:avLst/>
              <a:gdLst/>
              <a:ahLst/>
              <a:cxnLst/>
              <a:rect l="l" t="t" r="r" b="b"/>
              <a:pathLst>
                <a:path w="1667510" h="455929">
                  <a:moveTo>
                    <a:pt x="1667256" y="455675"/>
                  </a:moveTo>
                  <a:lnTo>
                    <a:pt x="1667256" y="0"/>
                  </a:lnTo>
                  <a:lnTo>
                    <a:pt x="0" y="0"/>
                  </a:lnTo>
                  <a:lnTo>
                    <a:pt x="0" y="455676"/>
                  </a:lnTo>
                  <a:lnTo>
                    <a:pt x="1667256" y="4556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515093" y="4334255"/>
              <a:ext cx="1670685" cy="1522095"/>
            </a:xfrm>
            <a:custGeom>
              <a:avLst/>
              <a:gdLst/>
              <a:ahLst/>
              <a:cxnLst/>
              <a:rect l="l" t="t" r="r" b="b"/>
              <a:pathLst>
                <a:path w="1670685" h="1522095">
                  <a:moveTo>
                    <a:pt x="1670316" y="1524"/>
                  </a:moveTo>
                  <a:lnTo>
                    <a:pt x="1668792" y="0"/>
                  </a:lnTo>
                  <a:lnTo>
                    <a:pt x="1666494" y="0"/>
                  </a:lnTo>
                  <a:lnTo>
                    <a:pt x="1666494" y="3048"/>
                  </a:lnTo>
                  <a:lnTo>
                    <a:pt x="1666494" y="455676"/>
                  </a:lnTo>
                  <a:lnTo>
                    <a:pt x="3048" y="455676"/>
                  </a:lnTo>
                  <a:lnTo>
                    <a:pt x="3048" y="3048"/>
                  </a:lnTo>
                  <a:lnTo>
                    <a:pt x="1666494" y="3048"/>
                  </a:lnTo>
                  <a:lnTo>
                    <a:pt x="166649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457200"/>
                  </a:lnTo>
                  <a:lnTo>
                    <a:pt x="0" y="1521587"/>
                  </a:lnTo>
                  <a:lnTo>
                    <a:pt x="1270" y="1521587"/>
                  </a:lnTo>
                  <a:lnTo>
                    <a:pt x="1270" y="1522095"/>
                  </a:lnTo>
                  <a:lnTo>
                    <a:pt x="2540" y="1522095"/>
                  </a:lnTo>
                  <a:lnTo>
                    <a:pt x="2540" y="458724"/>
                  </a:lnTo>
                  <a:lnTo>
                    <a:pt x="3048" y="458724"/>
                  </a:lnTo>
                  <a:lnTo>
                    <a:pt x="1666494" y="458724"/>
                  </a:lnTo>
                  <a:lnTo>
                    <a:pt x="1666506" y="1521802"/>
                  </a:lnTo>
                  <a:lnTo>
                    <a:pt x="1669046" y="1521802"/>
                  </a:lnTo>
                  <a:lnTo>
                    <a:pt x="1669046" y="1521587"/>
                  </a:lnTo>
                  <a:lnTo>
                    <a:pt x="1670316" y="1521587"/>
                  </a:lnTo>
                  <a:lnTo>
                    <a:pt x="167031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3590797" y="4464811"/>
            <a:ext cx="157734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EngrAnalysisViewpoint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701289" y="2067305"/>
            <a:ext cx="1697989" cy="2736850"/>
            <a:chOff x="2701289" y="2067305"/>
            <a:chExt cx="1697989" cy="2736850"/>
          </a:xfrm>
        </p:grpSpPr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2252" y="4196333"/>
              <a:ext cx="96774" cy="14096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1957" y="2067305"/>
              <a:ext cx="142494" cy="12192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1958" y="2929128"/>
              <a:ext cx="142494" cy="952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1958" y="3764279"/>
              <a:ext cx="142494" cy="12344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1957" y="4652010"/>
              <a:ext cx="118871" cy="14401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701277" y="2068067"/>
              <a:ext cx="1652270" cy="2736215"/>
            </a:xfrm>
            <a:custGeom>
              <a:avLst/>
              <a:gdLst/>
              <a:ahLst/>
              <a:cxnLst/>
              <a:rect l="l" t="t" r="r" b="b"/>
              <a:pathLst>
                <a:path w="1652270" h="2736215">
                  <a:moveTo>
                    <a:pt x="29718" y="2704350"/>
                  </a:moveTo>
                  <a:lnTo>
                    <a:pt x="22098" y="2699016"/>
                  </a:lnTo>
                  <a:lnTo>
                    <a:pt x="0" y="2730258"/>
                  </a:lnTo>
                  <a:lnTo>
                    <a:pt x="8382" y="2735592"/>
                  </a:lnTo>
                  <a:lnTo>
                    <a:pt x="29718" y="2704350"/>
                  </a:lnTo>
                  <a:close/>
                </a:path>
                <a:path w="1652270" h="2736215">
                  <a:moveTo>
                    <a:pt x="38112" y="22860"/>
                  </a:moveTo>
                  <a:lnTo>
                    <a:pt x="6870" y="0"/>
                  </a:lnTo>
                  <a:lnTo>
                    <a:pt x="1536" y="7620"/>
                  </a:lnTo>
                  <a:lnTo>
                    <a:pt x="32016" y="30480"/>
                  </a:lnTo>
                  <a:lnTo>
                    <a:pt x="38112" y="22860"/>
                  </a:lnTo>
                  <a:close/>
                </a:path>
                <a:path w="1652270" h="2736215">
                  <a:moveTo>
                    <a:pt x="41922" y="903732"/>
                  </a:moveTo>
                  <a:lnTo>
                    <a:pt x="3822" y="903732"/>
                  </a:lnTo>
                  <a:lnTo>
                    <a:pt x="3822" y="913638"/>
                  </a:lnTo>
                  <a:lnTo>
                    <a:pt x="41922" y="913638"/>
                  </a:lnTo>
                  <a:lnTo>
                    <a:pt x="41922" y="903732"/>
                  </a:lnTo>
                  <a:close/>
                </a:path>
                <a:path w="1652270" h="2736215">
                  <a:moveTo>
                    <a:pt x="51828" y="1795272"/>
                  </a:moveTo>
                  <a:lnTo>
                    <a:pt x="46494" y="1786890"/>
                  </a:lnTo>
                  <a:lnTo>
                    <a:pt x="16014" y="1809750"/>
                  </a:lnTo>
                  <a:lnTo>
                    <a:pt x="21348" y="1817370"/>
                  </a:lnTo>
                  <a:lnTo>
                    <a:pt x="51828" y="1795272"/>
                  </a:lnTo>
                  <a:close/>
                </a:path>
                <a:path w="1652270" h="2736215">
                  <a:moveTo>
                    <a:pt x="67056" y="2648724"/>
                  </a:moveTo>
                  <a:lnTo>
                    <a:pt x="59436" y="2643390"/>
                  </a:lnTo>
                  <a:lnTo>
                    <a:pt x="38100" y="2675394"/>
                  </a:lnTo>
                  <a:lnTo>
                    <a:pt x="45720" y="2680728"/>
                  </a:lnTo>
                  <a:lnTo>
                    <a:pt x="67056" y="2648724"/>
                  </a:lnTo>
                  <a:close/>
                </a:path>
                <a:path w="1652270" h="2736215">
                  <a:moveTo>
                    <a:pt x="91452" y="61722"/>
                  </a:moveTo>
                  <a:lnTo>
                    <a:pt x="60972" y="39624"/>
                  </a:lnTo>
                  <a:lnTo>
                    <a:pt x="55638" y="47244"/>
                  </a:lnTo>
                  <a:lnTo>
                    <a:pt x="86118" y="69342"/>
                  </a:lnTo>
                  <a:lnTo>
                    <a:pt x="91452" y="61722"/>
                  </a:lnTo>
                  <a:close/>
                </a:path>
                <a:path w="1652270" h="2736215">
                  <a:moveTo>
                    <a:pt x="105156" y="2593860"/>
                  </a:moveTo>
                  <a:lnTo>
                    <a:pt x="96774" y="2588526"/>
                  </a:lnTo>
                  <a:lnTo>
                    <a:pt x="75438" y="2619768"/>
                  </a:lnTo>
                  <a:lnTo>
                    <a:pt x="83058" y="2625864"/>
                  </a:lnTo>
                  <a:lnTo>
                    <a:pt x="105156" y="2593860"/>
                  </a:lnTo>
                  <a:close/>
                </a:path>
                <a:path w="1652270" h="2736215">
                  <a:moveTo>
                    <a:pt x="105168" y="1754886"/>
                  </a:moveTo>
                  <a:lnTo>
                    <a:pt x="99834" y="1747266"/>
                  </a:lnTo>
                  <a:lnTo>
                    <a:pt x="69354" y="1770126"/>
                  </a:lnTo>
                  <a:lnTo>
                    <a:pt x="74688" y="1777746"/>
                  </a:lnTo>
                  <a:lnTo>
                    <a:pt x="105168" y="1754886"/>
                  </a:lnTo>
                  <a:close/>
                </a:path>
                <a:path w="1652270" h="2736215">
                  <a:moveTo>
                    <a:pt x="108978" y="903732"/>
                  </a:moveTo>
                  <a:lnTo>
                    <a:pt x="70878" y="903732"/>
                  </a:lnTo>
                  <a:lnTo>
                    <a:pt x="70878" y="913638"/>
                  </a:lnTo>
                  <a:lnTo>
                    <a:pt x="108978" y="912876"/>
                  </a:lnTo>
                  <a:lnTo>
                    <a:pt x="108978" y="903732"/>
                  </a:lnTo>
                  <a:close/>
                </a:path>
                <a:path w="1652270" h="2736215">
                  <a:moveTo>
                    <a:pt x="142494" y="2538996"/>
                  </a:moveTo>
                  <a:lnTo>
                    <a:pt x="134874" y="2533662"/>
                  </a:lnTo>
                  <a:lnTo>
                    <a:pt x="112776" y="2564904"/>
                  </a:lnTo>
                  <a:lnTo>
                    <a:pt x="121158" y="2570238"/>
                  </a:lnTo>
                  <a:lnTo>
                    <a:pt x="142494" y="2538996"/>
                  </a:lnTo>
                  <a:close/>
                </a:path>
                <a:path w="1652270" h="2736215">
                  <a:moveTo>
                    <a:pt x="145554" y="100584"/>
                  </a:moveTo>
                  <a:lnTo>
                    <a:pt x="115074" y="78486"/>
                  </a:lnTo>
                  <a:lnTo>
                    <a:pt x="108978" y="86106"/>
                  </a:lnTo>
                  <a:lnTo>
                    <a:pt x="140220" y="108204"/>
                  </a:lnTo>
                  <a:lnTo>
                    <a:pt x="145554" y="100584"/>
                  </a:lnTo>
                  <a:close/>
                </a:path>
                <a:path w="1652270" h="2736215">
                  <a:moveTo>
                    <a:pt x="159270" y="1715262"/>
                  </a:moveTo>
                  <a:lnTo>
                    <a:pt x="153174" y="1707642"/>
                  </a:lnTo>
                  <a:lnTo>
                    <a:pt x="122694" y="1730502"/>
                  </a:lnTo>
                  <a:lnTo>
                    <a:pt x="128790" y="1738122"/>
                  </a:lnTo>
                  <a:lnTo>
                    <a:pt x="159270" y="1715262"/>
                  </a:lnTo>
                  <a:close/>
                </a:path>
                <a:path w="1652270" h="2736215">
                  <a:moveTo>
                    <a:pt x="175272" y="902970"/>
                  </a:moveTo>
                  <a:lnTo>
                    <a:pt x="137172" y="903732"/>
                  </a:lnTo>
                  <a:lnTo>
                    <a:pt x="137172" y="912876"/>
                  </a:lnTo>
                  <a:lnTo>
                    <a:pt x="175272" y="912876"/>
                  </a:lnTo>
                  <a:lnTo>
                    <a:pt x="175272" y="902970"/>
                  </a:lnTo>
                  <a:close/>
                </a:path>
                <a:path w="1652270" h="2736215">
                  <a:moveTo>
                    <a:pt x="179832" y="2484132"/>
                  </a:moveTo>
                  <a:lnTo>
                    <a:pt x="172212" y="2478798"/>
                  </a:lnTo>
                  <a:lnTo>
                    <a:pt x="150876" y="2510040"/>
                  </a:lnTo>
                  <a:lnTo>
                    <a:pt x="158496" y="2515374"/>
                  </a:lnTo>
                  <a:lnTo>
                    <a:pt x="179832" y="2484132"/>
                  </a:lnTo>
                  <a:close/>
                </a:path>
                <a:path w="1652270" h="2736215">
                  <a:moveTo>
                    <a:pt x="199656" y="140208"/>
                  </a:moveTo>
                  <a:lnTo>
                    <a:pt x="169176" y="117348"/>
                  </a:lnTo>
                  <a:lnTo>
                    <a:pt x="163080" y="124968"/>
                  </a:lnTo>
                  <a:lnTo>
                    <a:pt x="194322" y="147828"/>
                  </a:lnTo>
                  <a:lnTo>
                    <a:pt x="199656" y="140208"/>
                  </a:lnTo>
                  <a:close/>
                </a:path>
                <a:path w="1652270" h="2736215">
                  <a:moveTo>
                    <a:pt x="211848" y="902982"/>
                  </a:moveTo>
                  <a:lnTo>
                    <a:pt x="204216" y="902982"/>
                  </a:lnTo>
                  <a:lnTo>
                    <a:pt x="204216" y="912876"/>
                  </a:lnTo>
                  <a:lnTo>
                    <a:pt x="211848" y="912876"/>
                  </a:lnTo>
                  <a:lnTo>
                    <a:pt x="211848" y="902982"/>
                  </a:lnTo>
                  <a:close/>
                </a:path>
                <a:path w="1652270" h="2736215">
                  <a:moveTo>
                    <a:pt x="212610" y="1675638"/>
                  </a:moveTo>
                  <a:lnTo>
                    <a:pt x="207276" y="1668018"/>
                  </a:lnTo>
                  <a:lnTo>
                    <a:pt x="176796" y="1690878"/>
                  </a:lnTo>
                  <a:lnTo>
                    <a:pt x="182130" y="1698498"/>
                  </a:lnTo>
                  <a:lnTo>
                    <a:pt x="212610" y="1675638"/>
                  </a:lnTo>
                  <a:close/>
                </a:path>
                <a:path w="1652270" h="2736215">
                  <a:moveTo>
                    <a:pt x="217932" y="2428506"/>
                  </a:moveTo>
                  <a:lnTo>
                    <a:pt x="209550" y="2423172"/>
                  </a:lnTo>
                  <a:lnTo>
                    <a:pt x="188214" y="2455176"/>
                  </a:lnTo>
                  <a:lnTo>
                    <a:pt x="195834" y="2460510"/>
                  </a:lnTo>
                  <a:lnTo>
                    <a:pt x="217932" y="2428506"/>
                  </a:lnTo>
                  <a:close/>
                </a:path>
                <a:path w="1652270" h="2736215">
                  <a:moveTo>
                    <a:pt x="253758" y="179070"/>
                  </a:moveTo>
                  <a:lnTo>
                    <a:pt x="222516" y="156972"/>
                  </a:lnTo>
                  <a:lnTo>
                    <a:pt x="217182" y="164592"/>
                  </a:lnTo>
                  <a:lnTo>
                    <a:pt x="247662" y="186690"/>
                  </a:lnTo>
                  <a:lnTo>
                    <a:pt x="253758" y="179070"/>
                  </a:lnTo>
                  <a:close/>
                </a:path>
                <a:path w="1652270" h="2736215">
                  <a:moveTo>
                    <a:pt x="255270" y="2373642"/>
                  </a:moveTo>
                  <a:lnTo>
                    <a:pt x="247650" y="2368308"/>
                  </a:lnTo>
                  <a:lnTo>
                    <a:pt x="226314" y="2399550"/>
                  </a:lnTo>
                  <a:lnTo>
                    <a:pt x="233934" y="2405646"/>
                  </a:lnTo>
                  <a:lnTo>
                    <a:pt x="255270" y="2373642"/>
                  </a:lnTo>
                  <a:close/>
                </a:path>
                <a:path w="1652270" h="2736215">
                  <a:moveTo>
                    <a:pt x="266712" y="1636014"/>
                  </a:moveTo>
                  <a:lnTo>
                    <a:pt x="260616" y="1628394"/>
                  </a:lnTo>
                  <a:lnTo>
                    <a:pt x="230136" y="1651254"/>
                  </a:lnTo>
                  <a:lnTo>
                    <a:pt x="235470" y="1658874"/>
                  </a:lnTo>
                  <a:lnTo>
                    <a:pt x="266712" y="1636014"/>
                  </a:lnTo>
                  <a:close/>
                </a:path>
                <a:path w="1652270" h="2736215">
                  <a:moveTo>
                    <a:pt x="292608" y="2318778"/>
                  </a:moveTo>
                  <a:lnTo>
                    <a:pt x="284988" y="2313444"/>
                  </a:lnTo>
                  <a:lnTo>
                    <a:pt x="263652" y="2344686"/>
                  </a:lnTo>
                  <a:lnTo>
                    <a:pt x="271272" y="2350020"/>
                  </a:lnTo>
                  <a:lnTo>
                    <a:pt x="292608" y="2318778"/>
                  </a:lnTo>
                  <a:close/>
                </a:path>
                <a:path w="1652270" h="2736215">
                  <a:moveTo>
                    <a:pt x="307860" y="218694"/>
                  </a:moveTo>
                  <a:lnTo>
                    <a:pt x="276618" y="195834"/>
                  </a:lnTo>
                  <a:lnTo>
                    <a:pt x="271284" y="203454"/>
                  </a:lnTo>
                  <a:lnTo>
                    <a:pt x="301764" y="226314"/>
                  </a:lnTo>
                  <a:lnTo>
                    <a:pt x="307860" y="218694"/>
                  </a:lnTo>
                  <a:close/>
                </a:path>
                <a:path w="1652270" h="2736215">
                  <a:moveTo>
                    <a:pt x="320052" y="1596390"/>
                  </a:moveTo>
                  <a:lnTo>
                    <a:pt x="313956" y="1588770"/>
                  </a:lnTo>
                  <a:lnTo>
                    <a:pt x="283476" y="1611630"/>
                  </a:lnTo>
                  <a:lnTo>
                    <a:pt x="289572" y="1619250"/>
                  </a:lnTo>
                  <a:lnTo>
                    <a:pt x="320052" y="1596390"/>
                  </a:lnTo>
                  <a:close/>
                </a:path>
                <a:path w="1652270" h="2736215">
                  <a:moveTo>
                    <a:pt x="330708" y="2263914"/>
                  </a:moveTo>
                  <a:lnTo>
                    <a:pt x="322326" y="2258580"/>
                  </a:lnTo>
                  <a:lnTo>
                    <a:pt x="300990" y="2289822"/>
                  </a:lnTo>
                  <a:lnTo>
                    <a:pt x="309372" y="2295156"/>
                  </a:lnTo>
                  <a:lnTo>
                    <a:pt x="330708" y="2263914"/>
                  </a:lnTo>
                  <a:close/>
                </a:path>
                <a:path w="1652270" h="2736215">
                  <a:moveTo>
                    <a:pt x="361200" y="257556"/>
                  </a:moveTo>
                  <a:lnTo>
                    <a:pt x="330720" y="235458"/>
                  </a:lnTo>
                  <a:lnTo>
                    <a:pt x="325386" y="243078"/>
                  </a:lnTo>
                  <a:lnTo>
                    <a:pt x="355866" y="265176"/>
                  </a:lnTo>
                  <a:lnTo>
                    <a:pt x="361200" y="257556"/>
                  </a:lnTo>
                  <a:close/>
                </a:path>
                <a:path w="1652270" h="2736215">
                  <a:moveTo>
                    <a:pt x="368046" y="2209050"/>
                  </a:moveTo>
                  <a:lnTo>
                    <a:pt x="360426" y="2202954"/>
                  </a:lnTo>
                  <a:lnTo>
                    <a:pt x="339090" y="2234958"/>
                  </a:lnTo>
                  <a:lnTo>
                    <a:pt x="346710" y="2240292"/>
                  </a:lnTo>
                  <a:lnTo>
                    <a:pt x="368046" y="2209050"/>
                  </a:lnTo>
                  <a:close/>
                </a:path>
                <a:path w="1652270" h="2736215">
                  <a:moveTo>
                    <a:pt x="373392" y="1556766"/>
                  </a:moveTo>
                  <a:lnTo>
                    <a:pt x="368058" y="1549146"/>
                  </a:lnTo>
                  <a:lnTo>
                    <a:pt x="337578" y="1572006"/>
                  </a:lnTo>
                  <a:lnTo>
                    <a:pt x="342912" y="1579626"/>
                  </a:lnTo>
                  <a:lnTo>
                    <a:pt x="373392" y="1556766"/>
                  </a:lnTo>
                  <a:close/>
                </a:path>
                <a:path w="1652270" h="2736215">
                  <a:moveTo>
                    <a:pt x="406146" y="2153424"/>
                  </a:moveTo>
                  <a:lnTo>
                    <a:pt x="397764" y="2148090"/>
                  </a:lnTo>
                  <a:lnTo>
                    <a:pt x="376428" y="2180094"/>
                  </a:lnTo>
                  <a:lnTo>
                    <a:pt x="384048" y="2185428"/>
                  </a:lnTo>
                  <a:lnTo>
                    <a:pt x="406146" y="2153424"/>
                  </a:lnTo>
                  <a:close/>
                </a:path>
                <a:path w="1652270" h="2736215">
                  <a:moveTo>
                    <a:pt x="415302" y="296418"/>
                  </a:moveTo>
                  <a:lnTo>
                    <a:pt x="384822" y="274320"/>
                  </a:lnTo>
                  <a:lnTo>
                    <a:pt x="378726" y="281940"/>
                  </a:lnTo>
                  <a:lnTo>
                    <a:pt x="409968" y="304038"/>
                  </a:lnTo>
                  <a:lnTo>
                    <a:pt x="415302" y="296418"/>
                  </a:lnTo>
                  <a:close/>
                </a:path>
                <a:path w="1652270" h="2736215">
                  <a:moveTo>
                    <a:pt x="427494" y="1517142"/>
                  </a:moveTo>
                  <a:lnTo>
                    <a:pt x="421398" y="1509522"/>
                  </a:lnTo>
                  <a:lnTo>
                    <a:pt x="390918" y="1532382"/>
                  </a:lnTo>
                  <a:lnTo>
                    <a:pt x="396252" y="1540002"/>
                  </a:lnTo>
                  <a:lnTo>
                    <a:pt x="427494" y="1517142"/>
                  </a:lnTo>
                  <a:close/>
                </a:path>
                <a:path w="1652270" h="2736215">
                  <a:moveTo>
                    <a:pt x="443484" y="2098560"/>
                  </a:moveTo>
                  <a:lnTo>
                    <a:pt x="435864" y="2093226"/>
                  </a:lnTo>
                  <a:lnTo>
                    <a:pt x="413766" y="2124468"/>
                  </a:lnTo>
                  <a:lnTo>
                    <a:pt x="422148" y="2129802"/>
                  </a:lnTo>
                  <a:lnTo>
                    <a:pt x="443484" y="2098560"/>
                  </a:lnTo>
                  <a:close/>
                </a:path>
                <a:path w="1652270" h="2736215">
                  <a:moveTo>
                    <a:pt x="469404" y="336042"/>
                  </a:moveTo>
                  <a:lnTo>
                    <a:pt x="438924" y="313182"/>
                  </a:lnTo>
                  <a:lnTo>
                    <a:pt x="432828" y="321564"/>
                  </a:lnTo>
                  <a:lnTo>
                    <a:pt x="464070" y="343662"/>
                  </a:lnTo>
                  <a:lnTo>
                    <a:pt x="469404" y="336042"/>
                  </a:lnTo>
                  <a:close/>
                </a:path>
                <a:path w="1652270" h="2736215">
                  <a:moveTo>
                    <a:pt x="480822" y="2043696"/>
                  </a:moveTo>
                  <a:lnTo>
                    <a:pt x="473202" y="2038362"/>
                  </a:lnTo>
                  <a:lnTo>
                    <a:pt x="451866" y="2069604"/>
                  </a:lnTo>
                  <a:lnTo>
                    <a:pt x="459486" y="2074938"/>
                  </a:lnTo>
                  <a:lnTo>
                    <a:pt x="480822" y="2043696"/>
                  </a:lnTo>
                  <a:close/>
                </a:path>
                <a:path w="1652270" h="2736215">
                  <a:moveTo>
                    <a:pt x="480834" y="1477518"/>
                  </a:moveTo>
                  <a:lnTo>
                    <a:pt x="475500" y="1469898"/>
                  </a:lnTo>
                  <a:lnTo>
                    <a:pt x="444258" y="1492758"/>
                  </a:lnTo>
                  <a:lnTo>
                    <a:pt x="450354" y="1500378"/>
                  </a:lnTo>
                  <a:lnTo>
                    <a:pt x="480834" y="1477518"/>
                  </a:lnTo>
                  <a:close/>
                </a:path>
                <a:path w="1652270" h="2736215">
                  <a:moveTo>
                    <a:pt x="518922" y="1988832"/>
                  </a:moveTo>
                  <a:lnTo>
                    <a:pt x="510540" y="1983498"/>
                  </a:lnTo>
                  <a:lnTo>
                    <a:pt x="489204" y="2014740"/>
                  </a:lnTo>
                  <a:lnTo>
                    <a:pt x="496824" y="2020074"/>
                  </a:lnTo>
                  <a:lnTo>
                    <a:pt x="518922" y="1988832"/>
                  </a:lnTo>
                  <a:close/>
                </a:path>
                <a:path w="1652270" h="2736215">
                  <a:moveTo>
                    <a:pt x="523506" y="374904"/>
                  </a:moveTo>
                  <a:lnTo>
                    <a:pt x="492264" y="352806"/>
                  </a:lnTo>
                  <a:lnTo>
                    <a:pt x="486930" y="360426"/>
                  </a:lnTo>
                  <a:lnTo>
                    <a:pt x="518172" y="382524"/>
                  </a:lnTo>
                  <a:lnTo>
                    <a:pt x="523506" y="374904"/>
                  </a:lnTo>
                  <a:close/>
                </a:path>
                <a:path w="1652270" h="2736215">
                  <a:moveTo>
                    <a:pt x="534174" y="1437894"/>
                  </a:moveTo>
                  <a:lnTo>
                    <a:pt x="528840" y="1430274"/>
                  </a:lnTo>
                  <a:lnTo>
                    <a:pt x="498360" y="1453134"/>
                  </a:lnTo>
                  <a:lnTo>
                    <a:pt x="503694" y="1460754"/>
                  </a:lnTo>
                  <a:lnTo>
                    <a:pt x="534174" y="1437894"/>
                  </a:lnTo>
                  <a:close/>
                </a:path>
                <a:path w="1652270" h="2736215">
                  <a:moveTo>
                    <a:pt x="556260" y="1933206"/>
                  </a:moveTo>
                  <a:lnTo>
                    <a:pt x="548640" y="1927872"/>
                  </a:lnTo>
                  <a:lnTo>
                    <a:pt x="526542" y="1959876"/>
                  </a:lnTo>
                  <a:lnTo>
                    <a:pt x="534924" y="1965210"/>
                  </a:lnTo>
                  <a:lnTo>
                    <a:pt x="556260" y="1933206"/>
                  </a:lnTo>
                  <a:close/>
                </a:path>
                <a:path w="1652270" h="2736215">
                  <a:moveTo>
                    <a:pt x="577608" y="414528"/>
                  </a:moveTo>
                  <a:lnTo>
                    <a:pt x="546366" y="391668"/>
                  </a:lnTo>
                  <a:lnTo>
                    <a:pt x="541032" y="399288"/>
                  </a:lnTo>
                  <a:lnTo>
                    <a:pt x="571512" y="422148"/>
                  </a:lnTo>
                  <a:lnTo>
                    <a:pt x="577608" y="414528"/>
                  </a:lnTo>
                  <a:close/>
                </a:path>
                <a:path w="1652270" h="2736215">
                  <a:moveTo>
                    <a:pt x="588276" y="1398270"/>
                  </a:moveTo>
                  <a:lnTo>
                    <a:pt x="582180" y="1390650"/>
                  </a:lnTo>
                  <a:lnTo>
                    <a:pt x="551700" y="1413510"/>
                  </a:lnTo>
                  <a:lnTo>
                    <a:pt x="557034" y="1421130"/>
                  </a:lnTo>
                  <a:lnTo>
                    <a:pt x="588276" y="1398270"/>
                  </a:lnTo>
                  <a:close/>
                </a:path>
                <a:path w="1652270" h="2736215">
                  <a:moveTo>
                    <a:pt x="593598" y="1878342"/>
                  </a:moveTo>
                  <a:lnTo>
                    <a:pt x="585978" y="1873008"/>
                  </a:lnTo>
                  <a:lnTo>
                    <a:pt x="564642" y="1904250"/>
                  </a:lnTo>
                  <a:lnTo>
                    <a:pt x="572262" y="1909584"/>
                  </a:lnTo>
                  <a:lnTo>
                    <a:pt x="593598" y="1878342"/>
                  </a:lnTo>
                  <a:close/>
                </a:path>
                <a:path w="1652270" h="2736215">
                  <a:moveTo>
                    <a:pt x="630948" y="453390"/>
                  </a:moveTo>
                  <a:lnTo>
                    <a:pt x="600468" y="431292"/>
                  </a:lnTo>
                  <a:lnTo>
                    <a:pt x="595134" y="438912"/>
                  </a:lnTo>
                  <a:lnTo>
                    <a:pt x="625614" y="461010"/>
                  </a:lnTo>
                  <a:lnTo>
                    <a:pt x="630948" y="453390"/>
                  </a:lnTo>
                  <a:close/>
                </a:path>
                <a:path w="1652270" h="2736215">
                  <a:moveTo>
                    <a:pt x="631698" y="1823478"/>
                  </a:moveTo>
                  <a:lnTo>
                    <a:pt x="623316" y="1818144"/>
                  </a:lnTo>
                  <a:lnTo>
                    <a:pt x="601980" y="1849386"/>
                  </a:lnTo>
                  <a:lnTo>
                    <a:pt x="610362" y="1854720"/>
                  </a:lnTo>
                  <a:lnTo>
                    <a:pt x="631698" y="1823478"/>
                  </a:lnTo>
                  <a:close/>
                </a:path>
                <a:path w="1652270" h="2736215">
                  <a:moveTo>
                    <a:pt x="641616" y="1358646"/>
                  </a:moveTo>
                  <a:lnTo>
                    <a:pt x="636282" y="1351026"/>
                  </a:lnTo>
                  <a:lnTo>
                    <a:pt x="605040" y="1373886"/>
                  </a:lnTo>
                  <a:lnTo>
                    <a:pt x="611136" y="1381506"/>
                  </a:lnTo>
                  <a:lnTo>
                    <a:pt x="641616" y="1358646"/>
                  </a:lnTo>
                  <a:close/>
                </a:path>
                <a:path w="1652270" h="2736215">
                  <a:moveTo>
                    <a:pt x="669036" y="1768614"/>
                  </a:moveTo>
                  <a:lnTo>
                    <a:pt x="661416" y="1763280"/>
                  </a:lnTo>
                  <a:lnTo>
                    <a:pt x="640080" y="1794522"/>
                  </a:lnTo>
                  <a:lnTo>
                    <a:pt x="647700" y="1799856"/>
                  </a:lnTo>
                  <a:lnTo>
                    <a:pt x="669036" y="1768614"/>
                  </a:lnTo>
                  <a:close/>
                </a:path>
                <a:path w="1652270" h="2736215">
                  <a:moveTo>
                    <a:pt x="685050" y="492252"/>
                  </a:moveTo>
                  <a:lnTo>
                    <a:pt x="654570" y="470154"/>
                  </a:lnTo>
                  <a:lnTo>
                    <a:pt x="648474" y="477774"/>
                  </a:lnTo>
                  <a:lnTo>
                    <a:pt x="679716" y="500634"/>
                  </a:lnTo>
                  <a:lnTo>
                    <a:pt x="685050" y="492252"/>
                  </a:lnTo>
                  <a:close/>
                </a:path>
                <a:path w="1652270" h="2736215">
                  <a:moveTo>
                    <a:pt x="694956" y="1319022"/>
                  </a:moveTo>
                  <a:lnTo>
                    <a:pt x="689622" y="1311402"/>
                  </a:lnTo>
                  <a:lnTo>
                    <a:pt x="659142" y="1334262"/>
                  </a:lnTo>
                  <a:lnTo>
                    <a:pt x="664476" y="1341882"/>
                  </a:lnTo>
                  <a:lnTo>
                    <a:pt x="694956" y="1319022"/>
                  </a:lnTo>
                  <a:close/>
                </a:path>
                <a:path w="1652270" h="2736215">
                  <a:moveTo>
                    <a:pt x="706374" y="1712988"/>
                  </a:moveTo>
                  <a:lnTo>
                    <a:pt x="698754" y="1707654"/>
                  </a:lnTo>
                  <a:lnTo>
                    <a:pt x="677418" y="1739658"/>
                  </a:lnTo>
                  <a:lnTo>
                    <a:pt x="685038" y="1744992"/>
                  </a:lnTo>
                  <a:lnTo>
                    <a:pt x="706374" y="1712988"/>
                  </a:lnTo>
                  <a:close/>
                </a:path>
                <a:path w="1652270" h="2736215">
                  <a:moveTo>
                    <a:pt x="739152" y="531876"/>
                  </a:moveTo>
                  <a:lnTo>
                    <a:pt x="708672" y="509016"/>
                  </a:lnTo>
                  <a:lnTo>
                    <a:pt x="702576" y="517398"/>
                  </a:lnTo>
                  <a:lnTo>
                    <a:pt x="733818" y="539496"/>
                  </a:lnTo>
                  <a:lnTo>
                    <a:pt x="739152" y="531876"/>
                  </a:lnTo>
                  <a:close/>
                </a:path>
                <a:path w="1652270" h="2736215">
                  <a:moveTo>
                    <a:pt x="744474" y="1658124"/>
                  </a:moveTo>
                  <a:lnTo>
                    <a:pt x="736854" y="1652790"/>
                  </a:lnTo>
                  <a:lnTo>
                    <a:pt x="714756" y="1684032"/>
                  </a:lnTo>
                  <a:lnTo>
                    <a:pt x="723138" y="1689366"/>
                  </a:lnTo>
                  <a:lnTo>
                    <a:pt x="744474" y="1658124"/>
                  </a:lnTo>
                  <a:close/>
                </a:path>
                <a:path w="1652270" h="2736215">
                  <a:moveTo>
                    <a:pt x="749058" y="1279398"/>
                  </a:moveTo>
                  <a:lnTo>
                    <a:pt x="742962" y="1271778"/>
                  </a:lnTo>
                  <a:lnTo>
                    <a:pt x="712482" y="1294638"/>
                  </a:lnTo>
                  <a:lnTo>
                    <a:pt x="718578" y="1302258"/>
                  </a:lnTo>
                  <a:lnTo>
                    <a:pt x="749058" y="1279398"/>
                  </a:lnTo>
                  <a:close/>
                </a:path>
                <a:path w="1652270" h="2736215">
                  <a:moveTo>
                    <a:pt x="781812" y="1603260"/>
                  </a:moveTo>
                  <a:lnTo>
                    <a:pt x="774192" y="1597926"/>
                  </a:lnTo>
                  <a:lnTo>
                    <a:pt x="752856" y="1629168"/>
                  </a:lnTo>
                  <a:lnTo>
                    <a:pt x="760476" y="1634502"/>
                  </a:lnTo>
                  <a:lnTo>
                    <a:pt x="781812" y="1603260"/>
                  </a:lnTo>
                  <a:close/>
                </a:path>
                <a:path w="1652270" h="2736215">
                  <a:moveTo>
                    <a:pt x="793254" y="570738"/>
                  </a:moveTo>
                  <a:lnTo>
                    <a:pt x="762012" y="548640"/>
                  </a:lnTo>
                  <a:lnTo>
                    <a:pt x="756678" y="556260"/>
                  </a:lnTo>
                  <a:lnTo>
                    <a:pt x="787920" y="578358"/>
                  </a:lnTo>
                  <a:lnTo>
                    <a:pt x="793254" y="570738"/>
                  </a:lnTo>
                  <a:close/>
                </a:path>
                <a:path w="1652270" h="2736215">
                  <a:moveTo>
                    <a:pt x="802398" y="1239774"/>
                  </a:moveTo>
                  <a:lnTo>
                    <a:pt x="797064" y="1232154"/>
                  </a:lnTo>
                  <a:lnTo>
                    <a:pt x="765822" y="1255014"/>
                  </a:lnTo>
                  <a:lnTo>
                    <a:pt x="771918" y="1262634"/>
                  </a:lnTo>
                  <a:lnTo>
                    <a:pt x="802398" y="1239774"/>
                  </a:lnTo>
                  <a:close/>
                </a:path>
                <a:path w="1652270" h="2736215">
                  <a:moveTo>
                    <a:pt x="819912" y="1548396"/>
                  </a:moveTo>
                  <a:lnTo>
                    <a:pt x="811530" y="1543062"/>
                  </a:lnTo>
                  <a:lnTo>
                    <a:pt x="790194" y="1574304"/>
                  </a:lnTo>
                  <a:lnTo>
                    <a:pt x="797814" y="1579638"/>
                  </a:lnTo>
                  <a:lnTo>
                    <a:pt x="819912" y="1548396"/>
                  </a:lnTo>
                  <a:close/>
                </a:path>
                <a:path w="1652270" h="2736215">
                  <a:moveTo>
                    <a:pt x="842022" y="899922"/>
                  </a:moveTo>
                  <a:lnTo>
                    <a:pt x="803922" y="900684"/>
                  </a:lnTo>
                  <a:lnTo>
                    <a:pt x="803922" y="909828"/>
                  </a:lnTo>
                  <a:lnTo>
                    <a:pt x="842022" y="909828"/>
                  </a:lnTo>
                  <a:lnTo>
                    <a:pt x="842022" y="899922"/>
                  </a:lnTo>
                  <a:close/>
                </a:path>
                <a:path w="1652270" h="2736215">
                  <a:moveTo>
                    <a:pt x="847356" y="610362"/>
                  </a:moveTo>
                  <a:lnTo>
                    <a:pt x="816114" y="587502"/>
                  </a:lnTo>
                  <a:lnTo>
                    <a:pt x="810780" y="595122"/>
                  </a:lnTo>
                  <a:lnTo>
                    <a:pt x="841260" y="617982"/>
                  </a:lnTo>
                  <a:lnTo>
                    <a:pt x="847356" y="610362"/>
                  </a:lnTo>
                  <a:close/>
                </a:path>
                <a:path w="1652270" h="2736215">
                  <a:moveTo>
                    <a:pt x="855738" y="1200150"/>
                  </a:moveTo>
                  <a:lnTo>
                    <a:pt x="850404" y="1192530"/>
                  </a:lnTo>
                  <a:lnTo>
                    <a:pt x="819924" y="1215390"/>
                  </a:lnTo>
                  <a:lnTo>
                    <a:pt x="825258" y="1223010"/>
                  </a:lnTo>
                  <a:lnTo>
                    <a:pt x="855738" y="1200150"/>
                  </a:lnTo>
                  <a:close/>
                </a:path>
                <a:path w="1652270" h="2736215">
                  <a:moveTo>
                    <a:pt x="857250" y="1492770"/>
                  </a:moveTo>
                  <a:lnTo>
                    <a:pt x="849630" y="1487436"/>
                  </a:lnTo>
                  <a:lnTo>
                    <a:pt x="827532" y="1519440"/>
                  </a:lnTo>
                  <a:lnTo>
                    <a:pt x="835914" y="1524774"/>
                  </a:lnTo>
                  <a:lnTo>
                    <a:pt x="857250" y="1492770"/>
                  </a:lnTo>
                  <a:close/>
                </a:path>
                <a:path w="1652270" h="2736215">
                  <a:moveTo>
                    <a:pt x="894588" y="1437906"/>
                  </a:moveTo>
                  <a:lnTo>
                    <a:pt x="886968" y="1432572"/>
                  </a:lnTo>
                  <a:lnTo>
                    <a:pt x="865632" y="1463814"/>
                  </a:lnTo>
                  <a:lnTo>
                    <a:pt x="873252" y="1469148"/>
                  </a:lnTo>
                  <a:lnTo>
                    <a:pt x="894588" y="1437906"/>
                  </a:lnTo>
                  <a:close/>
                </a:path>
                <a:path w="1652270" h="2736215">
                  <a:moveTo>
                    <a:pt x="900696" y="649224"/>
                  </a:moveTo>
                  <a:lnTo>
                    <a:pt x="870216" y="627126"/>
                  </a:lnTo>
                  <a:lnTo>
                    <a:pt x="864882" y="634746"/>
                  </a:lnTo>
                  <a:lnTo>
                    <a:pt x="895362" y="656844"/>
                  </a:lnTo>
                  <a:lnTo>
                    <a:pt x="900696" y="649224"/>
                  </a:lnTo>
                  <a:close/>
                </a:path>
                <a:path w="1652270" h="2736215">
                  <a:moveTo>
                    <a:pt x="909078" y="899934"/>
                  </a:moveTo>
                  <a:lnTo>
                    <a:pt x="870978" y="899934"/>
                  </a:lnTo>
                  <a:lnTo>
                    <a:pt x="870978" y="909828"/>
                  </a:lnTo>
                  <a:lnTo>
                    <a:pt x="909078" y="909828"/>
                  </a:lnTo>
                  <a:lnTo>
                    <a:pt x="909078" y="899934"/>
                  </a:lnTo>
                  <a:close/>
                </a:path>
                <a:path w="1652270" h="2736215">
                  <a:moveTo>
                    <a:pt x="909840" y="1160526"/>
                  </a:moveTo>
                  <a:lnTo>
                    <a:pt x="903744" y="1152906"/>
                  </a:lnTo>
                  <a:lnTo>
                    <a:pt x="873264" y="1175766"/>
                  </a:lnTo>
                  <a:lnTo>
                    <a:pt x="879360" y="1183386"/>
                  </a:lnTo>
                  <a:lnTo>
                    <a:pt x="909840" y="1160526"/>
                  </a:lnTo>
                  <a:close/>
                </a:path>
                <a:path w="1652270" h="2736215">
                  <a:moveTo>
                    <a:pt x="932688" y="1383042"/>
                  </a:moveTo>
                  <a:lnTo>
                    <a:pt x="924306" y="1377708"/>
                  </a:lnTo>
                  <a:lnTo>
                    <a:pt x="902970" y="1408950"/>
                  </a:lnTo>
                  <a:lnTo>
                    <a:pt x="910590" y="1414284"/>
                  </a:lnTo>
                  <a:lnTo>
                    <a:pt x="932688" y="1383042"/>
                  </a:lnTo>
                  <a:close/>
                </a:path>
                <a:path w="1652270" h="2736215">
                  <a:moveTo>
                    <a:pt x="954798" y="688086"/>
                  </a:moveTo>
                  <a:lnTo>
                    <a:pt x="924318" y="665988"/>
                  </a:lnTo>
                  <a:lnTo>
                    <a:pt x="918984" y="673608"/>
                  </a:lnTo>
                  <a:lnTo>
                    <a:pt x="949464" y="696468"/>
                  </a:lnTo>
                  <a:lnTo>
                    <a:pt x="954798" y="688086"/>
                  </a:lnTo>
                  <a:close/>
                </a:path>
                <a:path w="1652270" h="2736215">
                  <a:moveTo>
                    <a:pt x="963180" y="1120902"/>
                  </a:moveTo>
                  <a:lnTo>
                    <a:pt x="957846" y="1113282"/>
                  </a:lnTo>
                  <a:lnTo>
                    <a:pt x="926604" y="1136142"/>
                  </a:lnTo>
                  <a:lnTo>
                    <a:pt x="932700" y="1143762"/>
                  </a:lnTo>
                  <a:lnTo>
                    <a:pt x="963180" y="1120902"/>
                  </a:lnTo>
                  <a:close/>
                </a:path>
                <a:path w="1652270" h="2736215">
                  <a:moveTo>
                    <a:pt x="970026" y="1328178"/>
                  </a:moveTo>
                  <a:lnTo>
                    <a:pt x="962406" y="1322844"/>
                  </a:lnTo>
                  <a:lnTo>
                    <a:pt x="941070" y="1354086"/>
                  </a:lnTo>
                  <a:lnTo>
                    <a:pt x="948690" y="1359420"/>
                  </a:lnTo>
                  <a:lnTo>
                    <a:pt x="970026" y="1328178"/>
                  </a:lnTo>
                  <a:close/>
                </a:path>
                <a:path w="1652270" h="2736215">
                  <a:moveTo>
                    <a:pt x="975372" y="899922"/>
                  </a:moveTo>
                  <a:lnTo>
                    <a:pt x="937272" y="899922"/>
                  </a:lnTo>
                  <a:lnTo>
                    <a:pt x="937272" y="909066"/>
                  </a:lnTo>
                  <a:lnTo>
                    <a:pt x="975372" y="909066"/>
                  </a:lnTo>
                  <a:lnTo>
                    <a:pt x="975372" y="899922"/>
                  </a:lnTo>
                  <a:close/>
                </a:path>
                <a:path w="1652270" h="2736215">
                  <a:moveTo>
                    <a:pt x="1007364" y="1272552"/>
                  </a:moveTo>
                  <a:lnTo>
                    <a:pt x="999744" y="1267218"/>
                  </a:lnTo>
                  <a:lnTo>
                    <a:pt x="978408" y="1299222"/>
                  </a:lnTo>
                  <a:lnTo>
                    <a:pt x="986028" y="1304556"/>
                  </a:lnTo>
                  <a:lnTo>
                    <a:pt x="1007364" y="1272552"/>
                  </a:lnTo>
                  <a:close/>
                </a:path>
                <a:path w="1652270" h="2736215">
                  <a:moveTo>
                    <a:pt x="1008900" y="727710"/>
                  </a:moveTo>
                  <a:lnTo>
                    <a:pt x="978420" y="704850"/>
                  </a:lnTo>
                  <a:lnTo>
                    <a:pt x="972324" y="713232"/>
                  </a:lnTo>
                  <a:lnTo>
                    <a:pt x="1003566" y="735330"/>
                  </a:lnTo>
                  <a:lnTo>
                    <a:pt x="1008900" y="727710"/>
                  </a:lnTo>
                  <a:close/>
                </a:path>
                <a:path w="1652270" h="2736215">
                  <a:moveTo>
                    <a:pt x="1016520" y="1081278"/>
                  </a:moveTo>
                  <a:lnTo>
                    <a:pt x="1011186" y="1073658"/>
                  </a:lnTo>
                  <a:lnTo>
                    <a:pt x="980706" y="1096518"/>
                  </a:lnTo>
                  <a:lnTo>
                    <a:pt x="986040" y="1104138"/>
                  </a:lnTo>
                  <a:lnTo>
                    <a:pt x="1016520" y="1081278"/>
                  </a:lnTo>
                  <a:close/>
                </a:path>
                <a:path w="1652270" h="2736215">
                  <a:moveTo>
                    <a:pt x="1042428" y="899160"/>
                  </a:moveTo>
                  <a:lnTo>
                    <a:pt x="1004328" y="899922"/>
                  </a:lnTo>
                  <a:lnTo>
                    <a:pt x="1004328" y="909066"/>
                  </a:lnTo>
                  <a:lnTo>
                    <a:pt x="1042428" y="909066"/>
                  </a:lnTo>
                  <a:lnTo>
                    <a:pt x="1042428" y="899160"/>
                  </a:lnTo>
                  <a:close/>
                </a:path>
                <a:path w="1652270" h="2736215">
                  <a:moveTo>
                    <a:pt x="1045464" y="1217688"/>
                  </a:moveTo>
                  <a:lnTo>
                    <a:pt x="1037082" y="1212354"/>
                  </a:lnTo>
                  <a:lnTo>
                    <a:pt x="1015746" y="1243596"/>
                  </a:lnTo>
                  <a:lnTo>
                    <a:pt x="1024128" y="1248930"/>
                  </a:lnTo>
                  <a:lnTo>
                    <a:pt x="1045464" y="1217688"/>
                  </a:lnTo>
                  <a:close/>
                </a:path>
                <a:path w="1652270" h="2736215">
                  <a:moveTo>
                    <a:pt x="1045476" y="1059942"/>
                  </a:moveTo>
                  <a:lnTo>
                    <a:pt x="1039380" y="1052322"/>
                  </a:lnTo>
                  <a:lnTo>
                    <a:pt x="1034046" y="1056894"/>
                  </a:lnTo>
                  <a:lnTo>
                    <a:pt x="1040142" y="1064514"/>
                  </a:lnTo>
                  <a:lnTo>
                    <a:pt x="1045476" y="1059942"/>
                  </a:lnTo>
                  <a:close/>
                </a:path>
                <a:path w="1652270" h="2736215">
                  <a:moveTo>
                    <a:pt x="1050048" y="757428"/>
                  </a:moveTo>
                  <a:lnTo>
                    <a:pt x="1031760" y="744474"/>
                  </a:lnTo>
                  <a:lnTo>
                    <a:pt x="1026426" y="752094"/>
                  </a:lnTo>
                  <a:lnTo>
                    <a:pt x="1044714" y="765048"/>
                  </a:lnTo>
                  <a:lnTo>
                    <a:pt x="1050048" y="757428"/>
                  </a:lnTo>
                  <a:close/>
                </a:path>
                <a:path w="1652270" h="2736215">
                  <a:moveTo>
                    <a:pt x="1637550" y="1199388"/>
                  </a:moveTo>
                  <a:lnTo>
                    <a:pt x="1628406" y="1199388"/>
                  </a:lnTo>
                  <a:lnTo>
                    <a:pt x="1628406" y="1209294"/>
                  </a:lnTo>
                  <a:lnTo>
                    <a:pt x="1637550" y="1209294"/>
                  </a:lnTo>
                  <a:lnTo>
                    <a:pt x="1637550" y="1199388"/>
                  </a:lnTo>
                  <a:close/>
                </a:path>
                <a:path w="1652270" h="2736215">
                  <a:moveTo>
                    <a:pt x="1639074" y="1275588"/>
                  </a:moveTo>
                  <a:lnTo>
                    <a:pt x="1638312" y="1237488"/>
                  </a:lnTo>
                  <a:lnTo>
                    <a:pt x="1628406" y="1237488"/>
                  </a:lnTo>
                  <a:lnTo>
                    <a:pt x="1629168" y="1275588"/>
                  </a:lnTo>
                  <a:lnTo>
                    <a:pt x="1639074" y="1275588"/>
                  </a:lnTo>
                  <a:close/>
                </a:path>
                <a:path w="1652270" h="2736215">
                  <a:moveTo>
                    <a:pt x="1639836" y="1341882"/>
                  </a:moveTo>
                  <a:lnTo>
                    <a:pt x="1639074" y="1303782"/>
                  </a:lnTo>
                  <a:lnTo>
                    <a:pt x="1629930" y="1304544"/>
                  </a:lnTo>
                  <a:lnTo>
                    <a:pt x="1629930" y="1342644"/>
                  </a:lnTo>
                  <a:lnTo>
                    <a:pt x="1639836" y="1341882"/>
                  </a:lnTo>
                  <a:close/>
                </a:path>
                <a:path w="1652270" h="2736215">
                  <a:moveTo>
                    <a:pt x="1640598" y="1408938"/>
                  </a:moveTo>
                  <a:lnTo>
                    <a:pt x="1639836" y="1370838"/>
                  </a:lnTo>
                  <a:lnTo>
                    <a:pt x="1630692" y="1370838"/>
                  </a:lnTo>
                  <a:lnTo>
                    <a:pt x="1630692" y="1408938"/>
                  </a:lnTo>
                  <a:lnTo>
                    <a:pt x="1640598" y="1408938"/>
                  </a:lnTo>
                  <a:close/>
                </a:path>
                <a:path w="1652270" h="2736215">
                  <a:moveTo>
                    <a:pt x="1641360" y="1475232"/>
                  </a:moveTo>
                  <a:lnTo>
                    <a:pt x="1640598" y="1437132"/>
                  </a:lnTo>
                  <a:lnTo>
                    <a:pt x="1631454" y="1437894"/>
                  </a:lnTo>
                  <a:lnTo>
                    <a:pt x="1632216" y="1475994"/>
                  </a:lnTo>
                  <a:lnTo>
                    <a:pt x="1641360" y="1475232"/>
                  </a:lnTo>
                  <a:close/>
                </a:path>
                <a:path w="1652270" h="2736215">
                  <a:moveTo>
                    <a:pt x="1642122" y="1504188"/>
                  </a:moveTo>
                  <a:lnTo>
                    <a:pt x="1632216" y="1504188"/>
                  </a:lnTo>
                  <a:lnTo>
                    <a:pt x="1632978" y="1542288"/>
                  </a:lnTo>
                  <a:lnTo>
                    <a:pt x="1642122" y="1542288"/>
                  </a:lnTo>
                  <a:lnTo>
                    <a:pt x="1642122" y="1504188"/>
                  </a:lnTo>
                  <a:close/>
                </a:path>
                <a:path w="1652270" h="2736215">
                  <a:moveTo>
                    <a:pt x="1642884" y="1570482"/>
                  </a:moveTo>
                  <a:lnTo>
                    <a:pt x="1632978" y="1571244"/>
                  </a:lnTo>
                  <a:lnTo>
                    <a:pt x="1633740" y="1609344"/>
                  </a:lnTo>
                  <a:lnTo>
                    <a:pt x="1642884" y="1608582"/>
                  </a:lnTo>
                  <a:lnTo>
                    <a:pt x="1642884" y="1570482"/>
                  </a:lnTo>
                  <a:close/>
                </a:path>
                <a:path w="1652270" h="2736215">
                  <a:moveTo>
                    <a:pt x="1644408" y="1637538"/>
                  </a:moveTo>
                  <a:lnTo>
                    <a:pt x="1633740" y="1637538"/>
                  </a:lnTo>
                  <a:lnTo>
                    <a:pt x="1633740" y="1669542"/>
                  </a:lnTo>
                  <a:lnTo>
                    <a:pt x="1644408" y="1669542"/>
                  </a:lnTo>
                  <a:lnTo>
                    <a:pt x="1644408" y="1637538"/>
                  </a:lnTo>
                  <a:close/>
                </a:path>
                <a:path w="1652270" h="2736215">
                  <a:moveTo>
                    <a:pt x="1645932" y="1808988"/>
                  </a:moveTo>
                  <a:lnTo>
                    <a:pt x="1645170" y="1770888"/>
                  </a:lnTo>
                  <a:lnTo>
                    <a:pt x="1636026" y="1770888"/>
                  </a:lnTo>
                  <a:lnTo>
                    <a:pt x="1636026" y="1808988"/>
                  </a:lnTo>
                  <a:lnTo>
                    <a:pt x="1645932" y="1808988"/>
                  </a:lnTo>
                  <a:close/>
                </a:path>
                <a:path w="1652270" h="2736215">
                  <a:moveTo>
                    <a:pt x="1646694" y="1875282"/>
                  </a:moveTo>
                  <a:lnTo>
                    <a:pt x="1645932" y="1837182"/>
                  </a:lnTo>
                  <a:lnTo>
                    <a:pt x="1636788" y="1837944"/>
                  </a:lnTo>
                  <a:lnTo>
                    <a:pt x="1636788" y="1876044"/>
                  </a:lnTo>
                  <a:lnTo>
                    <a:pt x="1646694" y="1875282"/>
                  </a:lnTo>
                  <a:close/>
                </a:path>
                <a:path w="1652270" h="2736215">
                  <a:moveTo>
                    <a:pt x="1647456" y="1942338"/>
                  </a:moveTo>
                  <a:lnTo>
                    <a:pt x="1646694" y="1904238"/>
                  </a:lnTo>
                  <a:lnTo>
                    <a:pt x="1637550" y="1904238"/>
                  </a:lnTo>
                  <a:lnTo>
                    <a:pt x="1638312" y="1942338"/>
                  </a:lnTo>
                  <a:lnTo>
                    <a:pt x="1647456" y="1942338"/>
                  </a:lnTo>
                  <a:close/>
                </a:path>
                <a:path w="1652270" h="2736215">
                  <a:moveTo>
                    <a:pt x="1648218" y="1970532"/>
                  </a:moveTo>
                  <a:lnTo>
                    <a:pt x="1638312" y="1971294"/>
                  </a:lnTo>
                  <a:lnTo>
                    <a:pt x="1639074" y="2009394"/>
                  </a:lnTo>
                  <a:lnTo>
                    <a:pt x="1648218" y="2008632"/>
                  </a:lnTo>
                  <a:lnTo>
                    <a:pt x="1648218" y="1970532"/>
                  </a:lnTo>
                  <a:close/>
                </a:path>
                <a:path w="1652270" h="2736215">
                  <a:moveTo>
                    <a:pt x="1648980" y="2037588"/>
                  </a:moveTo>
                  <a:lnTo>
                    <a:pt x="1639074" y="2037588"/>
                  </a:lnTo>
                  <a:lnTo>
                    <a:pt x="1639836" y="2075688"/>
                  </a:lnTo>
                  <a:lnTo>
                    <a:pt x="1648980" y="2075688"/>
                  </a:lnTo>
                  <a:lnTo>
                    <a:pt x="1648980" y="2037588"/>
                  </a:lnTo>
                  <a:close/>
                </a:path>
                <a:path w="1652270" h="2736215">
                  <a:moveTo>
                    <a:pt x="1650504" y="2141982"/>
                  </a:moveTo>
                  <a:lnTo>
                    <a:pt x="1649742" y="2103882"/>
                  </a:lnTo>
                  <a:lnTo>
                    <a:pt x="1639836" y="2104644"/>
                  </a:lnTo>
                  <a:lnTo>
                    <a:pt x="1640598" y="2142744"/>
                  </a:lnTo>
                  <a:lnTo>
                    <a:pt x="1650504" y="2141982"/>
                  </a:lnTo>
                  <a:close/>
                </a:path>
                <a:path w="1652270" h="2736215">
                  <a:moveTo>
                    <a:pt x="1651266" y="2209038"/>
                  </a:moveTo>
                  <a:lnTo>
                    <a:pt x="1650504" y="2170938"/>
                  </a:lnTo>
                  <a:lnTo>
                    <a:pt x="1641360" y="2170938"/>
                  </a:lnTo>
                  <a:lnTo>
                    <a:pt x="1641360" y="2209038"/>
                  </a:lnTo>
                  <a:lnTo>
                    <a:pt x="1651266" y="2209038"/>
                  </a:lnTo>
                  <a:close/>
                </a:path>
                <a:path w="1652270" h="2736215">
                  <a:moveTo>
                    <a:pt x="1652028" y="2275332"/>
                  </a:moveTo>
                  <a:lnTo>
                    <a:pt x="1651266" y="2237232"/>
                  </a:lnTo>
                  <a:lnTo>
                    <a:pt x="1642122" y="2237994"/>
                  </a:lnTo>
                  <a:lnTo>
                    <a:pt x="1642122" y="2276094"/>
                  </a:lnTo>
                  <a:lnTo>
                    <a:pt x="1652028" y="22753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2913126" y="2373629"/>
            <a:ext cx="607060" cy="1384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620">
              <a:lnSpc>
                <a:spcPts val="1085"/>
              </a:lnSpc>
            </a:pPr>
            <a:r>
              <a:rPr dirty="0" sz="1100" spc="-5" b="1">
                <a:latin typeface="Arial"/>
                <a:cs typeface="Arial"/>
              </a:rPr>
              <a:t>«import»</a:t>
            </a:r>
            <a:endParaRPr sz="11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913126" y="2905505"/>
            <a:ext cx="607060" cy="1365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620">
              <a:lnSpc>
                <a:spcPts val="1075"/>
              </a:lnSpc>
            </a:pPr>
            <a:r>
              <a:rPr dirty="0" sz="1100" spc="-5" b="1">
                <a:latin typeface="Arial"/>
                <a:cs typeface="Arial"/>
              </a:rPr>
              <a:t>«import»</a:t>
            </a:r>
            <a:endParaRPr sz="1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13126" y="3435858"/>
            <a:ext cx="607060" cy="1384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620">
              <a:lnSpc>
                <a:spcPts val="1085"/>
              </a:lnSpc>
            </a:pPr>
            <a:r>
              <a:rPr dirty="0" sz="1100" spc="-5" b="1">
                <a:latin typeface="Arial"/>
                <a:cs typeface="Arial"/>
              </a:rPr>
              <a:t>«import»</a:t>
            </a:r>
            <a:endParaRPr sz="11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913126" y="3966209"/>
            <a:ext cx="607060" cy="1384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620">
              <a:lnSpc>
                <a:spcPts val="1070"/>
              </a:lnSpc>
            </a:pPr>
            <a:r>
              <a:rPr dirty="0" sz="1100" spc="-5" b="1">
                <a:latin typeface="Arial"/>
                <a:cs typeface="Arial"/>
              </a:rPr>
              <a:t>«import»</a:t>
            </a:r>
            <a:endParaRPr sz="11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962400" y="3737609"/>
            <a:ext cx="762000" cy="138430"/>
          </a:xfrm>
          <a:custGeom>
            <a:avLst/>
            <a:gdLst/>
            <a:ahLst/>
            <a:cxnLst/>
            <a:rect l="l" t="t" r="r" b="b"/>
            <a:pathLst>
              <a:path w="762000" h="138429">
                <a:moveTo>
                  <a:pt x="762000" y="137922"/>
                </a:moveTo>
                <a:lnTo>
                  <a:pt x="762000" y="0"/>
                </a:lnTo>
                <a:lnTo>
                  <a:pt x="0" y="0"/>
                </a:lnTo>
                <a:lnTo>
                  <a:pt x="0" y="137922"/>
                </a:lnTo>
                <a:lnTo>
                  <a:pt x="762000" y="1379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3955796" y="3695191"/>
            <a:ext cx="817244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«conforms»</a:t>
            </a:r>
            <a:endParaRPr sz="11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89202" y="411734"/>
            <a:ext cx="585914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Blocks</a:t>
            </a:r>
            <a:r>
              <a:rPr dirty="0" spc="-30"/>
              <a:t> </a:t>
            </a:r>
            <a:r>
              <a:rPr dirty="0"/>
              <a:t>are</a:t>
            </a:r>
            <a:r>
              <a:rPr dirty="0" spc="-25"/>
              <a:t> </a:t>
            </a:r>
            <a:r>
              <a:rPr dirty="0"/>
              <a:t>Basic</a:t>
            </a:r>
            <a:r>
              <a:rPr dirty="0" spc="-25"/>
              <a:t> </a:t>
            </a:r>
            <a:r>
              <a:rPr dirty="0"/>
              <a:t>Structural</a:t>
            </a:r>
            <a:r>
              <a:rPr dirty="0" spc="-30"/>
              <a:t> </a:t>
            </a:r>
            <a:r>
              <a:rPr dirty="0"/>
              <a:t>Elements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467865"/>
            <a:ext cx="7388225" cy="54673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55600" marR="5080" indent="-342900">
              <a:lnSpc>
                <a:spcPts val="1939"/>
              </a:lnSpc>
              <a:spcBef>
                <a:spcPts val="34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Provides a </a:t>
            </a:r>
            <a:r>
              <a:rPr dirty="0" sz="1800" spc="-5">
                <a:latin typeface="Arial MT"/>
                <a:cs typeface="Arial MT"/>
              </a:rPr>
              <a:t>unifying </a:t>
            </a:r>
            <a:r>
              <a:rPr dirty="0" sz="1800">
                <a:latin typeface="Arial MT"/>
                <a:cs typeface="Arial MT"/>
              </a:rPr>
              <a:t>concept to </a:t>
            </a:r>
            <a:r>
              <a:rPr dirty="0" sz="1800" spc="-5">
                <a:latin typeface="Arial MT"/>
                <a:cs typeface="Arial MT"/>
              </a:rPr>
              <a:t>describe </a:t>
            </a:r>
            <a:r>
              <a:rPr dirty="0" sz="1800">
                <a:latin typeface="Arial MT"/>
                <a:cs typeface="Arial MT"/>
              </a:rPr>
              <a:t>the structure </a:t>
            </a:r>
            <a:r>
              <a:rPr dirty="0" sz="1800" spc="-5">
                <a:latin typeface="Arial MT"/>
                <a:cs typeface="Arial MT"/>
              </a:rPr>
              <a:t>of an element or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1739" y="1989450"/>
            <a:ext cx="1249045" cy="190309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290"/>
              </a:spcBef>
              <a:buClr>
                <a:srgbClr val="010000"/>
              </a:buClr>
              <a:buChar char="–"/>
              <a:tabLst>
                <a:tab pos="298450" algn="l"/>
                <a:tab pos="299085" algn="l"/>
              </a:tabLst>
            </a:pPr>
            <a:r>
              <a:rPr dirty="0" sz="1600" spc="-5">
                <a:latin typeface="Arial MT"/>
                <a:cs typeface="Arial MT"/>
              </a:rPr>
              <a:t>System</a:t>
            </a:r>
            <a:endParaRPr sz="1600">
              <a:latin typeface="Arial MT"/>
              <a:cs typeface="Arial MT"/>
            </a:endParaRPr>
          </a:p>
          <a:p>
            <a:pPr marL="298450" indent="-286385">
              <a:lnSpc>
                <a:spcPct val="100000"/>
              </a:lnSpc>
              <a:spcBef>
                <a:spcPts val="190"/>
              </a:spcBef>
              <a:buClr>
                <a:srgbClr val="010000"/>
              </a:buClr>
              <a:buChar char="–"/>
              <a:tabLst>
                <a:tab pos="298450" algn="l"/>
                <a:tab pos="299085" algn="l"/>
              </a:tabLst>
            </a:pPr>
            <a:r>
              <a:rPr dirty="0" sz="1600" spc="-5">
                <a:latin typeface="Arial MT"/>
                <a:cs typeface="Arial MT"/>
              </a:rPr>
              <a:t>Hardware</a:t>
            </a:r>
            <a:endParaRPr sz="1600">
              <a:latin typeface="Arial MT"/>
              <a:cs typeface="Arial MT"/>
            </a:endParaRPr>
          </a:p>
          <a:p>
            <a:pPr marL="298450" indent="-286385">
              <a:lnSpc>
                <a:spcPct val="100000"/>
              </a:lnSpc>
              <a:spcBef>
                <a:spcPts val="190"/>
              </a:spcBef>
              <a:buClr>
                <a:srgbClr val="010000"/>
              </a:buClr>
              <a:buChar char="–"/>
              <a:tabLst>
                <a:tab pos="298450" algn="l"/>
                <a:tab pos="299085" algn="l"/>
              </a:tabLst>
            </a:pPr>
            <a:r>
              <a:rPr dirty="0" sz="1600" spc="-5">
                <a:latin typeface="Arial MT"/>
                <a:cs typeface="Arial MT"/>
              </a:rPr>
              <a:t>Software</a:t>
            </a:r>
            <a:endParaRPr sz="1600">
              <a:latin typeface="Arial MT"/>
              <a:cs typeface="Arial MT"/>
            </a:endParaRPr>
          </a:p>
          <a:p>
            <a:pPr marL="298450" indent="-286385">
              <a:lnSpc>
                <a:spcPct val="100000"/>
              </a:lnSpc>
              <a:spcBef>
                <a:spcPts val="195"/>
              </a:spcBef>
              <a:buClr>
                <a:srgbClr val="010000"/>
              </a:buClr>
              <a:buChar char="–"/>
              <a:tabLst>
                <a:tab pos="298450" algn="l"/>
                <a:tab pos="299085" algn="l"/>
              </a:tabLst>
            </a:pPr>
            <a:r>
              <a:rPr dirty="0" sz="1600" spc="-5">
                <a:latin typeface="Arial MT"/>
                <a:cs typeface="Arial MT"/>
              </a:rPr>
              <a:t>Data</a:t>
            </a:r>
            <a:endParaRPr sz="1600">
              <a:latin typeface="Arial MT"/>
              <a:cs typeface="Arial MT"/>
            </a:endParaRPr>
          </a:p>
          <a:p>
            <a:pPr marL="298450" indent="-286385">
              <a:lnSpc>
                <a:spcPct val="100000"/>
              </a:lnSpc>
              <a:spcBef>
                <a:spcPts val="190"/>
              </a:spcBef>
              <a:buClr>
                <a:srgbClr val="010000"/>
              </a:buClr>
              <a:buChar char="–"/>
              <a:tabLst>
                <a:tab pos="298450" algn="l"/>
                <a:tab pos="299085" algn="l"/>
              </a:tabLst>
            </a:pPr>
            <a:r>
              <a:rPr dirty="0" sz="1600" spc="-5">
                <a:latin typeface="Arial MT"/>
                <a:cs typeface="Arial MT"/>
              </a:rPr>
              <a:t>Procedure</a:t>
            </a:r>
            <a:endParaRPr sz="1600">
              <a:latin typeface="Arial MT"/>
              <a:cs typeface="Arial MT"/>
            </a:endParaRPr>
          </a:p>
          <a:p>
            <a:pPr marL="298450" indent="-286385">
              <a:lnSpc>
                <a:spcPct val="100000"/>
              </a:lnSpc>
              <a:spcBef>
                <a:spcPts val="190"/>
              </a:spcBef>
              <a:buClr>
                <a:srgbClr val="010000"/>
              </a:buClr>
              <a:buChar char="–"/>
              <a:tabLst>
                <a:tab pos="298450" algn="l"/>
                <a:tab pos="299085" algn="l"/>
              </a:tabLst>
            </a:pPr>
            <a:r>
              <a:rPr dirty="0" sz="1600" spc="-5">
                <a:latin typeface="Arial MT"/>
                <a:cs typeface="Arial MT"/>
              </a:rPr>
              <a:t>Facility</a:t>
            </a:r>
            <a:endParaRPr sz="1600">
              <a:latin typeface="Arial MT"/>
              <a:cs typeface="Arial MT"/>
            </a:endParaRPr>
          </a:p>
          <a:p>
            <a:pPr marL="298450" indent="-286385">
              <a:lnSpc>
                <a:spcPct val="100000"/>
              </a:lnSpc>
              <a:spcBef>
                <a:spcPts val="195"/>
              </a:spcBef>
              <a:buClr>
                <a:srgbClr val="010000"/>
              </a:buClr>
              <a:buChar char="–"/>
              <a:tabLst>
                <a:tab pos="298450" algn="l"/>
                <a:tab pos="299085" algn="l"/>
              </a:tabLst>
            </a:pPr>
            <a:r>
              <a:rPr dirty="0" sz="1600" spc="-5">
                <a:latin typeface="Arial MT"/>
                <a:cs typeface="Arial MT"/>
              </a:rPr>
              <a:t>Person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4415282"/>
            <a:ext cx="7481570" cy="1762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Multiple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standard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compartments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describe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block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characteristics</a:t>
            </a:r>
            <a:endParaRPr sz="1800">
              <a:latin typeface="Arial MT"/>
              <a:cs typeface="Arial MT"/>
            </a:endParaRPr>
          </a:p>
          <a:p>
            <a:pPr lvl="1" marL="755650" indent="-287020">
              <a:lnSpc>
                <a:spcPct val="100000"/>
              </a:lnSpc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Properties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(parts,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references,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values,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ports)</a:t>
            </a:r>
            <a:endParaRPr sz="1600">
              <a:latin typeface="Arial MT"/>
              <a:cs typeface="Arial MT"/>
            </a:endParaRPr>
          </a:p>
          <a:p>
            <a:pPr lvl="1" marL="755650" indent="-287020">
              <a:lnSpc>
                <a:spcPct val="100000"/>
              </a:lnSpc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Operations</a:t>
            </a:r>
            <a:endParaRPr sz="1600">
              <a:latin typeface="Arial MT"/>
              <a:cs typeface="Arial MT"/>
            </a:endParaRPr>
          </a:p>
          <a:p>
            <a:pPr lvl="1" marL="755650" indent="-287020">
              <a:lnSpc>
                <a:spcPct val="100000"/>
              </a:lnSpc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Constraints</a:t>
            </a:r>
            <a:endParaRPr sz="1600">
              <a:latin typeface="Arial MT"/>
              <a:cs typeface="Arial MT"/>
            </a:endParaRPr>
          </a:p>
          <a:p>
            <a:pPr lvl="1" marL="755650" indent="-287020">
              <a:lnSpc>
                <a:spcPct val="100000"/>
              </a:lnSpc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Allocations from/to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other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model elements (e.g.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activities)</a:t>
            </a:r>
            <a:endParaRPr sz="1600">
              <a:latin typeface="Arial MT"/>
              <a:cs typeface="Arial MT"/>
            </a:endParaRPr>
          </a:p>
          <a:p>
            <a:pPr lvl="1" marL="755650" indent="-287020">
              <a:lnSpc>
                <a:spcPct val="100000"/>
              </a:lnSpc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Requirements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 block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satisfies</a:t>
            </a:r>
            <a:endParaRPr sz="1600">
              <a:latin typeface="Arial MT"/>
              <a:cs typeface="Arial MT"/>
            </a:endParaRPr>
          </a:p>
          <a:p>
            <a:pPr lvl="1" marL="755650" indent="-287020">
              <a:lnSpc>
                <a:spcPct val="100000"/>
              </a:lnSpc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User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defined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compartments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97702" y="2209800"/>
            <a:ext cx="798195" cy="558165"/>
          </a:xfrm>
          <a:custGeom>
            <a:avLst/>
            <a:gdLst/>
            <a:ahLst/>
            <a:cxnLst/>
            <a:rect l="l" t="t" r="r" b="b"/>
            <a:pathLst>
              <a:path w="798195" h="558164">
                <a:moveTo>
                  <a:pt x="58983" y="508766"/>
                </a:moveTo>
                <a:lnTo>
                  <a:pt x="41147" y="483108"/>
                </a:lnTo>
                <a:lnTo>
                  <a:pt x="0" y="557784"/>
                </a:lnTo>
                <a:lnTo>
                  <a:pt x="48767" y="550754"/>
                </a:lnTo>
                <a:lnTo>
                  <a:pt x="48767" y="515874"/>
                </a:lnTo>
                <a:lnTo>
                  <a:pt x="58983" y="508766"/>
                </a:lnTo>
                <a:close/>
              </a:path>
              <a:path w="798195" h="558164">
                <a:moveTo>
                  <a:pt x="66220" y="519177"/>
                </a:moveTo>
                <a:lnTo>
                  <a:pt x="58983" y="508766"/>
                </a:lnTo>
                <a:lnTo>
                  <a:pt x="48767" y="515874"/>
                </a:lnTo>
                <a:lnTo>
                  <a:pt x="55625" y="526542"/>
                </a:lnTo>
                <a:lnTo>
                  <a:pt x="66220" y="519177"/>
                </a:lnTo>
                <a:close/>
              </a:path>
              <a:path w="798195" h="558164">
                <a:moveTo>
                  <a:pt x="84581" y="545592"/>
                </a:moveTo>
                <a:lnTo>
                  <a:pt x="66220" y="519177"/>
                </a:lnTo>
                <a:lnTo>
                  <a:pt x="55625" y="526542"/>
                </a:lnTo>
                <a:lnTo>
                  <a:pt x="48767" y="515874"/>
                </a:lnTo>
                <a:lnTo>
                  <a:pt x="48767" y="550754"/>
                </a:lnTo>
                <a:lnTo>
                  <a:pt x="84581" y="545592"/>
                </a:lnTo>
                <a:close/>
              </a:path>
              <a:path w="798195" h="558164">
                <a:moveTo>
                  <a:pt x="797813" y="10668"/>
                </a:moveTo>
                <a:lnTo>
                  <a:pt x="790193" y="0"/>
                </a:lnTo>
                <a:lnTo>
                  <a:pt x="58983" y="508766"/>
                </a:lnTo>
                <a:lnTo>
                  <a:pt x="66220" y="519177"/>
                </a:lnTo>
                <a:lnTo>
                  <a:pt x="797813" y="10668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827011" y="1911349"/>
            <a:ext cx="125539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3333FF"/>
                </a:solidFill>
                <a:latin typeface="Arial MT"/>
                <a:cs typeface="Arial MT"/>
              </a:rPr>
              <a:t>Compartment  </a:t>
            </a:r>
            <a:r>
              <a:rPr dirty="0" sz="1600" spc="-5">
                <a:solidFill>
                  <a:srgbClr val="3333FF"/>
                </a:solidFill>
                <a:latin typeface="Arial MT"/>
                <a:cs typeface="Arial MT"/>
              </a:rPr>
              <a:t>Label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02785" y="1910333"/>
            <a:ext cx="2403475" cy="2194560"/>
            <a:chOff x="4002785" y="1910333"/>
            <a:chExt cx="2403475" cy="2194560"/>
          </a:xfrm>
        </p:grpSpPr>
        <p:sp>
          <p:nvSpPr>
            <p:cNvPr id="10" name="object 10"/>
            <p:cNvSpPr/>
            <p:nvPr/>
          </p:nvSpPr>
          <p:spPr>
            <a:xfrm>
              <a:off x="4003040" y="1910333"/>
              <a:ext cx="2402840" cy="2194560"/>
            </a:xfrm>
            <a:custGeom>
              <a:avLst/>
              <a:gdLst/>
              <a:ahLst/>
              <a:cxnLst/>
              <a:rect l="l" t="t" r="r" b="b"/>
              <a:pathLst>
                <a:path w="2402840" h="2194560">
                  <a:moveTo>
                    <a:pt x="2402840" y="2187702"/>
                  </a:moveTo>
                  <a:lnTo>
                    <a:pt x="2401570" y="2187702"/>
                  </a:lnTo>
                  <a:lnTo>
                    <a:pt x="2401570" y="3048"/>
                  </a:lnTo>
                  <a:lnTo>
                    <a:pt x="2400046" y="762"/>
                  </a:lnTo>
                  <a:lnTo>
                    <a:pt x="2398522" y="0"/>
                  </a:lnTo>
                  <a:lnTo>
                    <a:pt x="2396236" y="762"/>
                  </a:lnTo>
                  <a:lnTo>
                    <a:pt x="2394712" y="3048"/>
                  </a:lnTo>
                  <a:lnTo>
                    <a:pt x="2394712" y="2187702"/>
                  </a:lnTo>
                  <a:lnTo>
                    <a:pt x="2540" y="2187702"/>
                  </a:lnTo>
                  <a:lnTo>
                    <a:pt x="2540" y="2188210"/>
                  </a:lnTo>
                  <a:lnTo>
                    <a:pt x="0" y="2188210"/>
                  </a:lnTo>
                  <a:lnTo>
                    <a:pt x="0" y="2193290"/>
                  </a:lnTo>
                  <a:lnTo>
                    <a:pt x="2540" y="2193290"/>
                  </a:lnTo>
                  <a:lnTo>
                    <a:pt x="2540" y="2193798"/>
                  </a:lnTo>
                  <a:lnTo>
                    <a:pt x="2394712" y="2193798"/>
                  </a:lnTo>
                  <a:lnTo>
                    <a:pt x="2394712" y="2194560"/>
                  </a:lnTo>
                  <a:lnTo>
                    <a:pt x="2401570" y="2194560"/>
                  </a:lnTo>
                  <a:lnTo>
                    <a:pt x="2401570" y="2193798"/>
                  </a:lnTo>
                  <a:lnTo>
                    <a:pt x="2402840" y="2193798"/>
                  </a:lnTo>
                  <a:lnTo>
                    <a:pt x="2402840" y="21877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02785" y="3402330"/>
              <a:ext cx="2402205" cy="702310"/>
            </a:xfrm>
            <a:custGeom>
              <a:avLst/>
              <a:gdLst/>
              <a:ahLst/>
              <a:cxnLst/>
              <a:rect l="l" t="t" r="r" b="b"/>
              <a:pathLst>
                <a:path w="2402204" h="702310">
                  <a:moveTo>
                    <a:pt x="2401824" y="698754"/>
                  </a:moveTo>
                  <a:lnTo>
                    <a:pt x="2401824" y="3047"/>
                  </a:lnTo>
                  <a:lnTo>
                    <a:pt x="2400300" y="761"/>
                  </a:lnTo>
                  <a:lnTo>
                    <a:pt x="2398014" y="0"/>
                  </a:lnTo>
                  <a:lnTo>
                    <a:pt x="3047" y="0"/>
                  </a:lnTo>
                  <a:lnTo>
                    <a:pt x="761" y="762"/>
                  </a:lnTo>
                  <a:lnTo>
                    <a:pt x="0" y="3048"/>
                  </a:lnTo>
                  <a:lnTo>
                    <a:pt x="0" y="698754"/>
                  </a:lnTo>
                  <a:lnTo>
                    <a:pt x="762" y="701040"/>
                  </a:lnTo>
                  <a:lnTo>
                    <a:pt x="3048" y="701802"/>
                  </a:lnTo>
                  <a:lnTo>
                    <a:pt x="3048" y="6096"/>
                  </a:lnTo>
                  <a:lnTo>
                    <a:pt x="6096" y="3048"/>
                  </a:lnTo>
                  <a:lnTo>
                    <a:pt x="6095" y="6096"/>
                  </a:lnTo>
                  <a:lnTo>
                    <a:pt x="2394966" y="6095"/>
                  </a:lnTo>
                  <a:lnTo>
                    <a:pt x="2394966" y="3047"/>
                  </a:lnTo>
                  <a:lnTo>
                    <a:pt x="2398014" y="6095"/>
                  </a:lnTo>
                  <a:lnTo>
                    <a:pt x="2398014" y="701802"/>
                  </a:lnTo>
                  <a:lnTo>
                    <a:pt x="2400300" y="701040"/>
                  </a:lnTo>
                  <a:lnTo>
                    <a:pt x="2401824" y="698754"/>
                  </a:lnTo>
                  <a:close/>
                </a:path>
                <a:path w="2402204" h="702310">
                  <a:moveTo>
                    <a:pt x="6096" y="6096"/>
                  </a:moveTo>
                  <a:lnTo>
                    <a:pt x="6096" y="3048"/>
                  </a:lnTo>
                  <a:lnTo>
                    <a:pt x="3048" y="6096"/>
                  </a:lnTo>
                  <a:lnTo>
                    <a:pt x="6096" y="6096"/>
                  </a:lnTo>
                  <a:close/>
                </a:path>
                <a:path w="2402204" h="702310">
                  <a:moveTo>
                    <a:pt x="6096" y="695706"/>
                  </a:moveTo>
                  <a:lnTo>
                    <a:pt x="6096" y="6096"/>
                  </a:lnTo>
                  <a:lnTo>
                    <a:pt x="3048" y="6096"/>
                  </a:lnTo>
                  <a:lnTo>
                    <a:pt x="3048" y="695706"/>
                  </a:lnTo>
                  <a:lnTo>
                    <a:pt x="6096" y="695706"/>
                  </a:lnTo>
                  <a:close/>
                </a:path>
                <a:path w="2402204" h="702310">
                  <a:moveTo>
                    <a:pt x="2398014" y="695705"/>
                  </a:moveTo>
                  <a:lnTo>
                    <a:pt x="3048" y="695706"/>
                  </a:lnTo>
                  <a:lnTo>
                    <a:pt x="6096" y="698754"/>
                  </a:lnTo>
                  <a:lnTo>
                    <a:pt x="6095" y="701802"/>
                  </a:lnTo>
                  <a:lnTo>
                    <a:pt x="2394966" y="701802"/>
                  </a:lnTo>
                  <a:lnTo>
                    <a:pt x="2394966" y="698754"/>
                  </a:lnTo>
                  <a:lnTo>
                    <a:pt x="2398014" y="695705"/>
                  </a:lnTo>
                  <a:close/>
                </a:path>
                <a:path w="2402204" h="702310">
                  <a:moveTo>
                    <a:pt x="6095" y="701802"/>
                  </a:moveTo>
                  <a:lnTo>
                    <a:pt x="6096" y="698754"/>
                  </a:lnTo>
                  <a:lnTo>
                    <a:pt x="3048" y="695706"/>
                  </a:lnTo>
                  <a:lnTo>
                    <a:pt x="3048" y="701802"/>
                  </a:lnTo>
                  <a:lnTo>
                    <a:pt x="6095" y="701802"/>
                  </a:lnTo>
                  <a:close/>
                </a:path>
                <a:path w="2402204" h="702310">
                  <a:moveTo>
                    <a:pt x="2398014" y="6095"/>
                  </a:moveTo>
                  <a:lnTo>
                    <a:pt x="2394966" y="3047"/>
                  </a:lnTo>
                  <a:lnTo>
                    <a:pt x="2394966" y="6095"/>
                  </a:lnTo>
                  <a:lnTo>
                    <a:pt x="2398014" y="6095"/>
                  </a:lnTo>
                  <a:close/>
                </a:path>
                <a:path w="2402204" h="702310">
                  <a:moveTo>
                    <a:pt x="2398014" y="695705"/>
                  </a:moveTo>
                  <a:lnTo>
                    <a:pt x="2398014" y="6095"/>
                  </a:lnTo>
                  <a:lnTo>
                    <a:pt x="2394966" y="6095"/>
                  </a:lnTo>
                  <a:lnTo>
                    <a:pt x="2394966" y="695705"/>
                  </a:lnTo>
                  <a:lnTo>
                    <a:pt x="2398014" y="695705"/>
                  </a:lnTo>
                  <a:close/>
                </a:path>
                <a:path w="2402204" h="702310">
                  <a:moveTo>
                    <a:pt x="2398014" y="701802"/>
                  </a:moveTo>
                  <a:lnTo>
                    <a:pt x="2398014" y="695705"/>
                  </a:lnTo>
                  <a:lnTo>
                    <a:pt x="2394966" y="698754"/>
                  </a:lnTo>
                  <a:lnTo>
                    <a:pt x="2394966" y="701802"/>
                  </a:lnTo>
                  <a:lnTo>
                    <a:pt x="2398014" y="701802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089200" y="3482594"/>
            <a:ext cx="2192655" cy="535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78105">
              <a:lnSpc>
                <a:spcPts val="2005"/>
              </a:lnSpc>
              <a:spcBef>
                <a:spcPts val="95"/>
              </a:spcBef>
            </a:pPr>
            <a:r>
              <a:rPr dirty="0" sz="1700" spc="-10" i="1">
                <a:solidFill>
                  <a:srgbClr val="0000FF"/>
                </a:solidFill>
                <a:latin typeface="Arial"/>
                <a:cs typeface="Arial"/>
              </a:rPr>
              <a:t>values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2005"/>
              </a:lnSpc>
            </a:pPr>
            <a:r>
              <a:rPr dirty="0" sz="1700" spc="-30">
                <a:latin typeface="Arial MT"/>
                <a:cs typeface="Arial MT"/>
              </a:rPr>
              <a:t>DutyCycle: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Percentage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02785" y="1910333"/>
            <a:ext cx="2402205" cy="2193925"/>
            <a:chOff x="4002785" y="1910333"/>
            <a:chExt cx="2402205" cy="2193925"/>
          </a:xfrm>
        </p:grpSpPr>
        <p:sp>
          <p:nvSpPr>
            <p:cNvPr id="14" name="object 14"/>
            <p:cNvSpPr/>
            <p:nvPr/>
          </p:nvSpPr>
          <p:spPr>
            <a:xfrm>
              <a:off x="4005833" y="2593085"/>
              <a:ext cx="2395220" cy="812800"/>
            </a:xfrm>
            <a:custGeom>
              <a:avLst/>
              <a:gdLst/>
              <a:ahLst/>
              <a:cxnLst/>
              <a:rect l="l" t="t" r="r" b="b"/>
              <a:pathLst>
                <a:path w="2395220" h="812800">
                  <a:moveTo>
                    <a:pt x="2394966" y="812291"/>
                  </a:moveTo>
                  <a:lnTo>
                    <a:pt x="2394966" y="0"/>
                  </a:lnTo>
                  <a:lnTo>
                    <a:pt x="0" y="0"/>
                  </a:lnTo>
                  <a:lnTo>
                    <a:pt x="0" y="812292"/>
                  </a:lnTo>
                  <a:lnTo>
                    <a:pt x="2394966" y="8122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02785" y="2589275"/>
              <a:ext cx="2402205" cy="819150"/>
            </a:xfrm>
            <a:custGeom>
              <a:avLst/>
              <a:gdLst/>
              <a:ahLst/>
              <a:cxnLst/>
              <a:rect l="l" t="t" r="r" b="b"/>
              <a:pathLst>
                <a:path w="2402204" h="819150">
                  <a:moveTo>
                    <a:pt x="2401824" y="816101"/>
                  </a:moveTo>
                  <a:lnTo>
                    <a:pt x="2401824" y="3809"/>
                  </a:lnTo>
                  <a:lnTo>
                    <a:pt x="2400300" y="1523"/>
                  </a:lnTo>
                  <a:lnTo>
                    <a:pt x="2398014" y="0"/>
                  </a:lnTo>
                  <a:lnTo>
                    <a:pt x="3047" y="0"/>
                  </a:lnTo>
                  <a:lnTo>
                    <a:pt x="761" y="1524"/>
                  </a:lnTo>
                  <a:lnTo>
                    <a:pt x="0" y="3810"/>
                  </a:lnTo>
                  <a:lnTo>
                    <a:pt x="0" y="816102"/>
                  </a:lnTo>
                  <a:lnTo>
                    <a:pt x="762" y="818388"/>
                  </a:lnTo>
                  <a:lnTo>
                    <a:pt x="3048" y="819150"/>
                  </a:lnTo>
                  <a:lnTo>
                    <a:pt x="3048" y="6858"/>
                  </a:lnTo>
                  <a:lnTo>
                    <a:pt x="6096" y="3810"/>
                  </a:lnTo>
                  <a:lnTo>
                    <a:pt x="6095" y="6858"/>
                  </a:lnTo>
                  <a:lnTo>
                    <a:pt x="2394966" y="6857"/>
                  </a:lnTo>
                  <a:lnTo>
                    <a:pt x="2394966" y="3809"/>
                  </a:lnTo>
                  <a:lnTo>
                    <a:pt x="2398014" y="6857"/>
                  </a:lnTo>
                  <a:lnTo>
                    <a:pt x="2398014" y="819150"/>
                  </a:lnTo>
                  <a:lnTo>
                    <a:pt x="2400300" y="818388"/>
                  </a:lnTo>
                  <a:lnTo>
                    <a:pt x="2401824" y="816101"/>
                  </a:lnTo>
                  <a:close/>
                </a:path>
                <a:path w="2402204" h="819150">
                  <a:moveTo>
                    <a:pt x="6096" y="6858"/>
                  </a:moveTo>
                  <a:lnTo>
                    <a:pt x="6096" y="3810"/>
                  </a:lnTo>
                  <a:lnTo>
                    <a:pt x="3048" y="6858"/>
                  </a:lnTo>
                  <a:lnTo>
                    <a:pt x="6096" y="6858"/>
                  </a:lnTo>
                  <a:close/>
                </a:path>
                <a:path w="2402204" h="819150">
                  <a:moveTo>
                    <a:pt x="6096" y="813054"/>
                  </a:moveTo>
                  <a:lnTo>
                    <a:pt x="6096" y="6858"/>
                  </a:lnTo>
                  <a:lnTo>
                    <a:pt x="3048" y="6858"/>
                  </a:lnTo>
                  <a:lnTo>
                    <a:pt x="3048" y="813054"/>
                  </a:lnTo>
                  <a:lnTo>
                    <a:pt x="6096" y="813054"/>
                  </a:lnTo>
                  <a:close/>
                </a:path>
                <a:path w="2402204" h="819150">
                  <a:moveTo>
                    <a:pt x="2398014" y="813054"/>
                  </a:moveTo>
                  <a:lnTo>
                    <a:pt x="3048" y="813054"/>
                  </a:lnTo>
                  <a:lnTo>
                    <a:pt x="6096" y="816102"/>
                  </a:lnTo>
                  <a:lnTo>
                    <a:pt x="6095" y="819150"/>
                  </a:lnTo>
                  <a:lnTo>
                    <a:pt x="2394966" y="819150"/>
                  </a:lnTo>
                  <a:lnTo>
                    <a:pt x="2394966" y="816102"/>
                  </a:lnTo>
                  <a:lnTo>
                    <a:pt x="2398014" y="813054"/>
                  </a:lnTo>
                  <a:close/>
                </a:path>
                <a:path w="2402204" h="819150">
                  <a:moveTo>
                    <a:pt x="6095" y="819150"/>
                  </a:moveTo>
                  <a:lnTo>
                    <a:pt x="6096" y="816102"/>
                  </a:lnTo>
                  <a:lnTo>
                    <a:pt x="3048" y="813054"/>
                  </a:lnTo>
                  <a:lnTo>
                    <a:pt x="3048" y="819150"/>
                  </a:lnTo>
                  <a:lnTo>
                    <a:pt x="6095" y="819150"/>
                  </a:lnTo>
                  <a:close/>
                </a:path>
                <a:path w="2402204" h="819150">
                  <a:moveTo>
                    <a:pt x="2398014" y="6857"/>
                  </a:moveTo>
                  <a:lnTo>
                    <a:pt x="2394966" y="3809"/>
                  </a:lnTo>
                  <a:lnTo>
                    <a:pt x="2394966" y="6857"/>
                  </a:lnTo>
                  <a:lnTo>
                    <a:pt x="2398014" y="6857"/>
                  </a:lnTo>
                  <a:close/>
                </a:path>
                <a:path w="2402204" h="819150">
                  <a:moveTo>
                    <a:pt x="2398014" y="813054"/>
                  </a:moveTo>
                  <a:lnTo>
                    <a:pt x="2398014" y="6857"/>
                  </a:lnTo>
                  <a:lnTo>
                    <a:pt x="2394966" y="6857"/>
                  </a:lnTo>
                  <a:lnTo>
                    <a:pt x="2394966" y="813054"/>
                  </a:lnTo>
                  <a:lnTo>
                    <a:pt x="2398014" y="813054"/>
                  </a:lnTo>
                  <a:close/>
                </a:path>
                <a:path w="2402204" h="819150">
                  <a:moveTo>
                    <a:pt x="2398014" y="819150"/>
                  </a:moveTo>
                  <a:lnTo>
                    <a:pt x="2398014" y="813054"/>
                  </a:lnTo>
                  <a:lnTo>
                    <a:pt x="2394966" y="816102"/>
                  </a:lnTo>
                  <a:lnTo>
                    <a:pt x="2394966" y="819150"/>
                  </a:lnTo>
                  <a:lnTo>
                    <a:pt x="2398014" y="819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005833" y="1913381"/>
              <a:ext cx="2395220" cy="680085"/>
            </a:xfrm>
            <a:custGeom>
              <a:avLst/>
              <a:gdLst/>
              <a:ahLst/>
              <a:cxnLst/>
              <a:rect l="l" t="t" r="r" b="b"/>
              <a:pathLst>
                <a:path w="2395220" h="680085">
                  <a:moveTo>
                    <a:pt x="2394966" y="679704"/>
                  </a:moveTo>
                  <a:lnTo>
                    <a:pt x="2394966" y="0"/>
                  </a:lnTo>
                  <a:lnTo>
                    <a:pt x="0" y="0"/>
                  </a:lnTo>
                  <a:lnTo>
                    <a:pt x="0" y="679704"/>
                  </a:lnTo>
                  <a:lnTo>
                    <a:pt x="2394966" y="6797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002773" y="1910346"/>
              <a:ext cx="2402205" cy="2193925"/>
            </a:xfrm>
            <a:custGeom>
              <a:avLst/>
              <a:gdLst/>
              <a:ahLst/>
              <a:cxnLst/>
              <a:rect l="l" t="t" r="r" b="b"/>
              <a:pathLst>
                <a:path w="2402204" h="2193925">
                  <a:moveTo>
                    <a:pt x="2401824" y="3048"/>
                  </a:moveTo>
                  <a:lnTo>
                    <a:pt x="2400300" y="762"/>
                  </a:lnTo>
                  <a:lnTo>
                    <a:pt x="2398014" y="0"/>
                  </a:lnTo>
                  <a:lnTo>
                    <a:pt x="2394966" y="0"/>
                  </a:lnTo>
                  <a:lnTo>
                    <a:pt x="2394966" y="6096"/>
                  </a:lnTo>
                  <a:lnTo>
                    <a:pt x="2394966" y="678942"/>
                  </a:lnTo>
                  <a:lnTo>
                    <a:pt x="2394966" y="685800"/>
                  </a:lnTo>
                  <a:lnTo>
                    <a:pt x="2394966" y="2187702"/>
                  </a:lnTo>
                  <a:lnTo>
                    <a:pt x="6096" y="2187702"/>
                  </a:lnTo>
                  <a:lnTo>
                    <a:pt x="6096" y="685800"/>
                  </a:lnTo>
                  <a:lnTo>
                    <a:pt x="2394966" y="685800"/>
                  </a:lnTo>
                  <a:lnTo>
                    <a:pt x="2394966" y="678942"/>
                  </a:lnTo>
                  <a:lnTo>
                    <a:pt x="6096" y="678942"/>
                  </a:lnTo>
                  <a:lnTo>
                    <a:pt x="6096" y="6096"/>
                  </a:lnTo>
                  <a:lnTo>
                    <a:pt x="2394966" y="6096"/>
                  </a:lnTo>
                  <a:lnTo>
                    <a:pt x="2394966" y="0"/>
                  </a:lnTo>
                  <a:lnTo>
                    <a:pt x="3048" y="0"/>
                  </a:lnTo>
                  <a:lnTo>
                    <a:pt x="762" y="762"/>
                  </a:lnTo>
                  <a:lnTo>
                    <a:pt x="0" y="3048"/>
                  </a:lnTo>
                  <a:lnTo>
                    <a:pt x="0" y="682752"/>
                  </a:lnTo>
                  <a:lnTo>
                    <a:pt x="0" y="2190750"/>
                  </a:lnTo>
                  <a:lnTo>
                    <a:pt x="762" y="2193036"/>
                  </a:lnTo>
                  <a:lnTo>
                    <a:pt x="3048" y="2193798"/>
                  </a:lnTo>
                  <a:lnTo>
                    <a:pt x="6096" y="2193798"/>
                  </a:lnTo>
                  <a:lnTo>
                    <a:pt x="2394966" y="2193798"/>
                  </a:lnTo>
                  <a:lnTo>
                    <a:pt x="2398014" y="2193798"/>
                  </a:lnTo>
                  <a:lnTo>
                    <a:pt x="2400300" y="2193036"/>
                  </a:lnTo>
                  <a:lnTo>
                    <a:pt x="2401824" y="2190750"/>
                  </a:lnTo>
                  <a:lnTo>
                    <a:pt x="2401824" y="682752"/>
                  </a:lnTo>
                  <a:lnTo>
                    <a:pt x="2401824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051795" y="1974595"/>
            <a:ext cx="2013585" cy="13665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ctr" marL="360045" marR="5080" indent="-29209">
              <a:lnSpc>
                <a:spcPts val="1970"/>
              </a:lnSpc>
              <a:spcBef>
                <a:spcPts val="220"/>
              </a:spcBef>
            </a:pPr>
            <a:r>
              <a:rPr dirty="0" sz="1700" spc="-10" b="1">
                <a:latin typeface="Arial"/>
                <a:cs typeface="Arial"/>
              </a:rPr>
              <a:t>«block»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BrakeModulator</a:t>
            </a:r>
            <a:endParaRPr sz="1700">
              <a:latin typeface="Arial"/>
              <a:cs typeface="Arial"/>
            </a:endParaRPr>
          </a:p>
          <a:p>
            <a:pPr algn="ctr" marL="307340">
              <a:lnSpc>
                <a:spcPts val="1855"/>
              </a:lnSpc>
              <a:spcBef>
                <a:spcPts val="1110"/>
              </a:spcBef>
            </a:pPr>
            <a:r>
              <a:rPr dirty="0" sz="1700" spc="-5" i="1">
                <a:solidFill>
                  <a:srgbClr val="0000FF"/>
                </a:solidFill>
                <a:latin typeface="Arial"/>
                <a:cs typeface="Arial"/>
              </a:rPr>
              <a:t>allocatedFrom</a:t>
            </a:r>
            <a:endParaRPr sz="1700">
              <a:latin typeface="Arial"/>
              <a:cs typeface="Arial"/>
            </a:endParaRPr>
          </a:p>
          <a:p>
            <a:pPr marL="12700" marR="203835">
              <a:lnSpc>
                <a:spcPts val="1670"/>
              </a:lnSpc>
              <a:spcBef>
                <a:spcPts val="180"/>
              </a:spcBef>
            </a:pPr>
            <a:r>
              <a:rPr dirty="0" sz="1700" spc="-5">
                <a:latin typeface="Arial MT"/>
                <a:cs typeface="Arial MT"/>
              </a:rPr>
              <a:t>«activity»Modu</a:t>
            </a:r>
            <a:r>
              <a:rPr dirty="0" sz="1700">
                <a:latin typeface="Arial MT"/>
                <a:cs typeface="Arial MT"/>
              </a:rPr>
              <a:t>l</a:t>
            </a:r>
            <a:r>
              <a:rPr dirty="0" sz="1700" spc="-10">
                <a:latin typeface="Arial MT"/>
                <a:cs typeface="Arial MT"/>
              </a:rPr>
              <a:t>a</a:t>
            </a:r>
            <a:r>
              <a:rPr dirty="0" sz="1700">
                <a:latin typeface="Arial MT"/>
                <a:cs typeface="Arial MT"/>
              </a:rPr>
              <a:t>t</a:t>
            </a:r>
            <a:r>
              <a:rPr dirty="0" sz="1700" spc="-5">
                <a:latin typeface="Arial MT"/>
                <a:cs typeface="Arial MT"/>
              </a:rPr>
              <a:t>e  </a:t>
            </a:r>
            <a:r>
              <a:rPr dirty="0" sz="1700" spc="-5">
                <a:latin typeface="Arial MT"/>
                <a:cs typeface="Arial MT"/>
              </a:rPr>
              <a:t>BrakingForce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99892" y="411734"/>
            <a:ext cx="243840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Property</a:t>
            </a:r>
            <a:r>
              <a:rPr dirty="0" spc="-90"/>
              <a:t> </a:t>
            </a:r>
            <a:r>
              <a:rPr dirty="0"/>
              <a:t>Types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48716" y="1130681"/>
            <a:ext cx="7961630" cy="447357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Property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structural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feature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block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dirty="0" sz="2000" spc="-5" b="1">
                <a:latin typeface="Arial"/>
                <a:cs typeface="Arial"/>
              </a:rPr>
              <a:t>Part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property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spc="-5">
                <a:latin typeface="Arial MT"/>
                <a:cs typeface="Arial MT"/>
              </a:rPr>
              <a:t>aka.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part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(typed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by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</a:t>
            </a:r>
            <a:r>
              <a:rPr dirty="0" sz="2000" spc="-10">
                <a:latin typeface="Arial MT"/>
                <a:cs typeface="Arial MT"/>
              </a:rPr>
              <a:t> block)</a:t>
            </a:r>
            <a:endParaRPr sz="20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40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 spc="-5">
                <a:latin typeface="Arial MT"/>
                <a:cs typeface="Arial MT"/>
              </a:rPr>
              <a:t>Usage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block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context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enclosing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(composite)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block</a:t>
            </a:r>
            <a:endParaRPr sz="18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Arial MT"/>
                <a:cs typeface="Arial MT"/>
              </a:rPr>
              <a:t>Example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-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right-front:wheel</a:t>
            </a:r>
            <a:endParaRPr sz="18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75"/>
              </a:spcBef>
              <a:buClr>
                <a:srgbClr val="010000"/>
              </a:buClr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dirty="0" sz="2000" spc="-10" b="1">
                <a:latin typeface="Arial"/>
                <a:cs typeface="Arial"/>
              </a:rPr>
              <a:t>Reference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property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spc="-5">
                <a:latin typeface="Arial MT"/>
                <a:cs typeface="Arial MT"/>
              </a:rPr>
              <a:t>(typed by a</a:t>
            </a:r>
            <a:r>
              <a:rPr dirty="0" sz="2000" spc="-10">
                <a:latin typeface="Arial MT"/>
                <a:cs typeface="Arial MT"/>
              </a:rPr>
              <a:t> block)</a:t>
            </a:r>
            <a:endParaRPr sz="20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39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part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u="sng" sz="1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is</a:t>
            </a:r>
            <a:r>
              <a:rPr dirty="0" u="sng" sz="1800" spc="-1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not</a:t>
            </a: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owned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enclosing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block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(not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composition)</a:t>
            </a:r>
            <a:endParaRPr sz="1800">
              <a:latin typeface="Arial MT"/>
              <a:cs typeface="Arial MT"/>
            </a:endParaRPr>
          </a:p>
          <a:p>
            <a:pPr lvl="2" marL="1155700" indent="-229235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Char char="•"/>
              <a:tabLst>
                <a:tab pos="1155700" algn="l"/>
                <a:tab pos="1156335" algn="l"/>
              </a:tabLst>
            </a:pPr>
            <a:r>
              <a:rPr dirty="0" sz="1800">
                <a:latin typeface="Arial MT"/>
                <a:cs typeface="Arial MT"/>
              </a:rPr>
              <a:t>Example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aggregation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components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logical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subsystem</a:t>
            </a:r>
            <a:endParaRPr sz="18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70"/>
              </a:spcBef>
              <a:buClr>
                <a:srgbClr val="010000"/>
              </a:buClr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dirty="0" sz="2000" spc="-10" b="1">
                <a:latin typeface="Arial"/>
                <a:cs typeface="Arial"/>
              </a:rPr>
              <a:t>Value</a:t>
            </a:r>
            <a:r>
              <a:rPr dirty="0" sz="2000" spc="-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property</a:t>
            </a:r>
            <a:r>
              <a:rPr dirty="0" sz="2000" spc="5" b="1">
                <a:latin typeface="Arial"/>
                <a:cs typeface="Arial"/>
              </a:rPr>
              <a:t> </a:t>
            </a:r>
            <a:r>
              <a:rPr dirty="0" sz="2000" spc="-10">
                <a:latin typeface="Arial MT"/>
                <a:cs typeface="Arial MT"/>
              </a:rPr>
              <a:t>(typed</a:t>
            </a:r>
            <a:r>
              <a:rPr dirty="0" sz="2000" spc="-5">
                <a:latin typeface="Arial MT"/>
                <a:cs typeface="Arial MT"/>
              </a:rPr>
              <a:t> by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value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type)</a:t>
            </a:r>
            <a:endParaRPr sz="2000">
              <a:latin typeface="Arial MT"/>
              <a:cs typeface="Arial MT"/>
            </a:endParaRPr>
          </a:p>
          <a:p>
            <a:pPr lvl="2" marL="1155700" marR="602615" indent="-228600">
              <a:lnSpc>
                <a:spcPct val="100000"/>
              </a:lnSpc>
              <a:spcBef>
                <a:spcPts val="440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quantifiable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property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with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units,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dimensions,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probability </a:t>
            </a:r>
            <a:r>
              <a:rPr dirty="0" sz="1800" spc="-48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distribution</a:t>
            </a:r>
            <a:endParaRPr sz="18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34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Arial MT"/>
                <a:cs typeface="Arial MT"/>
              </a:rPr>
              <a:t>Example</a:t>
            </a:r>
            <a:endParaRPr sz="1800">
              <a:latin typeface="Arial MT"/>
              <a:cs typeface="Arial MT"/>
            </a:endParaRPr>
          </a:p>
          <a:p>
            <a:pPr lvl="3" marL="1612900" indent="-228600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Font typeface="Arial MT"/>
              <a:buChar char="–"/>
              <a:tabLst>
                <a:tab pos="1612900" algn="l"/>
              </a:tabLst>
            </a:pPr>
            <a:r>
              <a:rPr dirty="0" sz="1800" spc="-5" i="1">
                <a:latin typeface="Arial"/>
                <a:cs typeface="Arial"/>
              </a:rPr>
              <a:t>Non-distributed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value: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tirePressure:psi=30</a:t>
            </a:r>
            <a:endParaRPr sz="1800">
              <a:latin typeface="Arial MT"/>
              <a:cs typeface="Arial MT"/>
            </a:endParaRPr>
          </a:p>
          <a:p>
            <a:pPr lvl="3" marL="1612900" indent="-228600">
              <a:lnSpc>
                <a:spcPct val="100000"/>
              </a:lnSpc>
              <a:spcBef>
                <a:spcPts val="434"/>
              </a:spcBef>
              <a:buClr>
                <a:srgbClr val="010000"/>
              </a:buClr>
              <a:buFont typeface="Arial MT"/>
              <a:buChar char="–"/>
              <a:tabLst>
                <a:tab pos="1612900" algn="l"/>
              </a:tabLst>
            </a:pPr>
            <a:r>
              <a:rPr dirty="0" sz="1800" spc="-5" i="1">
                <a:latin typeface="Arial"/>
                <a:cs typeface="Arial"/>
              </a:rPr>
              <a:t>Distributed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value: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5">
                <a:latin typeface="Arial MT"/>
                <a:cs typeface="Arial MT"/>
              </a:rPr>
              <a:t>«uniform</a:t>
            </a:r>
            <a:r>
              <a:rPr dirty="0" sz="1800">
                <a:latin typeface="Arial MT"/>
                <a:cs typeface="Arial MT"/>
              </a:rPr>
              <a:t>»</a:t>
            </a:r>
            <a:r>
              <a:rPr dirty="0" sz="1800" spc="-1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{min=28,max=32}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tirePressure:psi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8200" y="412495"/>
            <a:ext cx="208343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-85"/>
              <a:t> </a:t>
            </a:r>
            <a:r>
              <a:rPr dirty="0"/>
              <a:t>Blocks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5301" y="1418717"/>
            <a:ext cx="7621905" cy="324612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Based on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UML Class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from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UML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Composite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Structure</a:t>
            </a:r>
            <a:endParaRPr sz="24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  <a:spcBef>
                <a:spcPts val="490"/>
              </a:spcBef>
              <a:tabLst>
                <a:tab pos="755015" algn="l"/>
              </a:tabLst>
            </a:pPr>
            <a:r>
              <a:rPr dirty="0" sz="2000" spc="-5">
                <a:solidFill>
                  <a:srgbClr val="010000"/>
                </a:solidFill>
                <a:latin typeface="Arial MT"/>
                <a:cs typeface="Arial MT"/>
              </a:rPr>
              <a:t>–	</a:t>
            </a:r>
            <a:r>
              <a:rPr dirty="0" sz="2000" spc="-5">
                <a:latin typeface="Arial MT"/>
                <a:cs typeface="Arial MT"/>
              </a:rPr>
              <a:t>Supports </a:t>
            </a:r>
            <a:r>
              <a:rPr dirty="0" sz="2000" spc="-10">
                <a:latin typeface="Arial MT"/>
                <a:cs typeface="Arial MT"/>
              </a:rPr>
              <a:t>unique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features (e.g.,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flow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ports,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value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properties)</a:t>
            </a:r>
            <a:endParaRPr sz="2000">
              <a:latin typeface="Arial MT"/>
              <a:cs typeface="Arial MT"/>
            </a:endParaRPr>
          </a:p>
          <a:p>
            <a:pPr marL="355600" marR="478790" indent="-34290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Block definition diagram describes </a:t>
            </a:r>
            <a:r>
              <a:rPr dirty="0" sz="2400">
                <a:latin typeface="Arial MT"/>
                <a:cs typeface="Arial MT"/>
              </a:rPr>
              <a:t>the </a:t>
            </a:r>
            <a:r>
              <a:rPr dirty="0" sz="2400" spc="-5">
                <a:latin typeface="Arial MT"/>
                <a:cs typeface="Arial MT"/>
              </a:rPr>
              <a:t>relationship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among blocks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(e.g., composition,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association, </a:t>
            </a:r>
            <a:r>
              <a:rPr dirty="0" sz="2400">
                <a:latin typeface="Arial MT"/>
                <a:cs typeface="Arial MT"/>
              </a:rPr>
              <a:t> specialization)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Internal block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diagram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describes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the internal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structure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block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terms of its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properties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and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connectors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Behavior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can be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allocated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to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blocks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1000" y="5680709"/>
            <a:ext cx="8290559" cy="552450"/>
            <a:chOff x="381000" y="5680709"/>
            <a:chExt cx="8290559" cy="5524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5680709"/>
              <a:ext cx="8290559" cy="5524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288" y="5797295"/>
              <a:ext cx="7528559" cy="34747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59968" y="5716778"/>
            <a:ext cx="75317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Blocks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Specify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Hierarchies</a:t>
            </a:r>
            <a:r>
              <a:rPr dirty="0" sz="2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Interconnection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39594" y="411734"/>
            <a:ext cx="4157979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Block</a:t>
            </a:r>
            <a:r>
              <a:rPr dirty="0" spc="-40"/>
              <a:t> </a:t>
            </a:r>
            <a:r>
              <a:rPr dirty="0"/>
              <a:t>Definition</a:t>
            </a:r>
            <a:r>
              <a:rPr dirty="0" spc="-25"/>
              <a:t> </a:t>
            </a:r>
            <a:r>
              <a:rPr dirty="0"/>
              <a:t>vs.</a:t>
            </a:r>
            <a:r>
              <a:rPr dirty="0" spc="-40"/>
              <a:t> </a:t>
            </a:r>
            <a:r>
              <a:rPr dirty="0"/>
              <a:t>Usage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6544" y="4594752"/>
            <a:ext cx="3387725" cy="138112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000" spc="-10" b="1">
                <a:solidFill>
                  <a:srgbClr val="3333FF"/>
                </a:solidFill>
                <a:latin typeface="Arial"/>
                <a:cs typeface="Arial"/>
              </a:rPr>
              <a:t>Definition</a:t>
            </a:r>
            <a:endParaRPr sz="2000">
              <a:latin typeface="Arial"/>
              <a:cs typeface="Arial"/>
            </a:endParaRPr>
          </a:p>
          <a:p>
            <a:pPr marL="584200" indent="-228600">
              <a:lnSpc>
                <a:spcPct val="100000"/>
              </a:lnSpc>
              <a:spcBef>
                <a:spcPts val="440"/>
              </a:spcBef>
              <a:buChar char="–"/>
              <a:tabLst>
                <a:tab pos="584200" algn="l"/>
              </a:tabLst>
            </a:pPr>
            <a:r>
              <a:rPr dirty="0" sz="1800" spc="-5">
                <a:solidFill>
                  <a:srgbClr val="3333FF"/>
                </a:solidFill>
                <a:latin typeface="Arial MT"/>
                <a:cs typeface="Arial MT"/>
              </a:rPr>
              <a:t>Block</a:t>
            </a:r>
            <a:r>
              <a:rPr dirty="0" sz="1800" spc="-3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3333FF"/>
                </a:solidFill>
                <a:latin typeface="Arial MT"/>
                <a:cs typeface="Arial MT"/>
              </a:rPr>
              <a:t>is</a:t>
            </a:r>
            <a:r>
              <a:rPr dirty="0" sz="1800" spc="-25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FF"/>
                </a:solidFill>
                <a:latin typeface="Arial MT"/>
                <a:cs typeface="Arial MT"/>
              </a:rPr>
              <a:t>a</a:t>
            </a:r>
            <a:r>
              <a:rPr dirty="0" sz="1800" spc="-25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3333FF"/>
                </a:solidFill>
                <a:latin typeface="Arial MT"/>
                <a:cs typeface="Arial MT"/>
              </a:rPr>
              <a:t>definition/type</a:t>
            </a:r>
            <a:endParaRPr sz="1800">
              <a:latin typeface="Arial MT"/>
              <a:cs typeface="Arial MT"/>
            </a:endParaRPr>
          </a:p>
          <a:p>
            <a:pPr marL="584200" indent="-228600">
              <a:lnSpc>
                <a:spcPct val="100000"/>
              </a:lnSpc>
              <a:spcBef>
                <a:spcPts val="430"/>
              </a:spcBef>
              <a:buChar char="–"/>
              <a:tabLst>
                <a:tab pos="584200" algn="l"/>
              </a:tabLst>
            </a:pPr>
            <a:r>
              <a:rPr dirty="0" sz="1800" spc="-5">
                <a:solidFill>
                  <a:srgbClr val="3333FF"/>
                </a:solidFill>
                <a:latin typeface="Arial MT"/>
                <a:cs typeface="Arial MT"/>
              </a:rPr>
              <a:t>Captures</a:t>
            </a:r>
            <a:r>
              <a:rPr dirty="0" sz="1800" spc="-45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3333FF"/>
                </a:solidFill>
                <a:latin typeface="Arial MT"/>
                <a:cs typeface="Arial MT"/>
              </a:rPr>
              <a:t>properties,</a:t>
            </a:r>
            <a:r>
              <a:rPr dirty="0" sz="1800" spc="-4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3333FF"/>
                </a:solidFill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  <a:p>
            <a:pPr marL="584200" indent="-228600">
              <a:lnSpc>
                <a:spcPct val="100000"/>
              </a:lnSpc>
              <a:spcBef>
                <a:spcPts val="434"/>
              </a:spcBef>
              <a:buChar char="–"/>
              <a:tabLst>
                <a:tab pos="584200" algn="l"/>
              </a:tabLst>
            </a:pPr>
            <a:r>
              <a:rPr dirty="0" sz="1800" spc="-5">
                <a:solidFill>
                  <a:srgbClr val="3333FF"/>
                </a:solidFill>
                <a:latin typeface="Arial MT"/>
                <a:cs typeface="Arial MT"/>
              </a:rPr>
              <a:t>Reused</a:t>
            </a:r>
            <a:r>
              <a:rPr dirty="0" sz="1800" spc="-4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3333FF"/>
                </a:solidFill>
                <a:latin typeface="Arial MT"/>
                <a:cs typeface="Arial MT"/>
              </a:rPr>
              <a:t>in</a:t>
            </a:r>
            <a:r>
              <a:rPr dirty="0" sz="1800" spc="-4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3333FF"/>
                </a:solidFill>
                <a:latin typeface="Arial MT"/>
                <a:cs typeface="Arial MT"/>
              </a:rPr>
              <a:t>multiple</a:t>
            </a:r>
            <a:r>
              <a:rPr dirty="0" sz="1800" spc="-35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3333FF"/>
                </a:solidFill>
                <a:latin typeface="Arial MT"/>
                <a:cs typeface="Arial MT"/>
              </a:rPr>
              <a:t>contexts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7435" y="4531506"/>
            <a:ext cx="3352165" cy="160020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000" spc="-10" b="1">
                <a:solidFill>
                  <a:srgbClr val="008000"/>
                </a:solidFill>
                <a:latin typeface="Arial"/>
                <a:cs typeface="Arial"/>
              </a:rPr>
              <a:t>Usage</a:t>
            </a:r>
            <a:endParaRPr sz="2000">
              <a:latin typeface="Arial"/>
              <a:cs typeface="Arial"/>
            </a:endParaRPr>
          </a:p>
          <a:p>
            <a:pPr marL="584200" marR="5080" indent="-228600">
              <a:lnSpc>
                <a:spcPct val="100000"/>
              </a:lnSpc>
              <a:spcBef>
                <a:spcPts val="440"/>
              </a:spcBef>
              <a:buChar char="–"/>
              <a:tabLst>
                <a:tab pos="584200" algn="l"/>
              </a:tabLst>
            </a:pPr>
            <a:r>
              <a:rPr dirty="0" sz="1800" spc="-5">
                <a:solidFill>
                  <a:srgbClr val="008000"/>
                </a:solidFill>
                <a:latin typeface="Arial MT"/>
                <a:cs typeface="Arial MT"/>
              </a:rPr>
              <a:t>Part</a:t>
            </a:r>
            <a:r>
              <a:rPr dirty="0" sz="1800" spc="-2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 MT"/>
                <a:cs typeface="Arial MT"/>
              </a:rPr>
              <a:t>is</a:t>
            </a:r>
            <a:r>
              <a:rPr dirty="0" sz="1800" spc="-2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8000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 MT"/>
                <a:cs typeface="Arial MT"/>
              </a:rPr>
              <a:t>usage</a:t>
            </a:r>
            <a:r>
              <a:rPr dirty="0" sz="1800" spc="-2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 MT"/>
                <a:cs typeface="Arial MT"/>
              </a:rPr>
              <a:t>of</a:t>
            </a:r>
            <a:r>
              <a:rPr dirty="0" sz="1800" spc="-15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8000"/>
                </a:solidFill>
                <a:latin typeface="Arial MT"/>
                <a:cs typeface="Arial MT"/>
              </a:rPr>
              <a:t>a</a:t>
            </a:r>
            <a:r>
              <a:rPr dirty="0" sz="1800" spc="-2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 MT"/>
                <a:cs typeface="Arial MT"/>
              </a:rPr>
              <a:t>block </a:t>
            </a:r>
            <a:r>
              <a:rPr dirty="0" sz="1800" spc="-484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 MT"/>
                <a:cs typeface="Arial MT"/>
              </a:rPr>
              <a:t>in </a:t>
            </a:r>
            <a:r>
              <a:rPr dirty="0" sz="1800">
                <a:solidFill>
                  <a:srgbClr val="008000"/>
                </a:solidFill>
                <a:latin typeface="Arial MT"/>
                <a:cs typeface="Arial MT"/>
              </a:rPr>
              <a:t>the </a:t>
            </a:r>
            <a:r>
              <a:rPr dirty="0" sz="1800" spc="-5">
                <a:solidFill>
                  <a:srgbClr val="008000"/>
                </a:solidFill>
                <a:latin typeface="Arial MT"/>
                <a:cs typeface="Arial MT"/>
              </a:rPr>
              <a:t>context of </a:t>
            </a:r>
            <a:r>
              <a:rPr dirty="0" sz="1800">
                <a:solidFill>
                  <a:srgbClr val="008000"/>
                </a:solidFill>
                <a:latin typeface="Arial MT"/>
                <a:cs typeface="Arial MT"/>
              </a:rPr>
              <a:t>a </a:t>
            </a:r>
            <a:r>
              <a:rPr dirty="0" sz="1800" spc="5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8000"/>
                </a:solidFill>
                <a:latin typeface="Arial MT"/>
                <a:cs typeface="Arial MT"/>
              </a:rPr>
              <a:t>composing</a:t>
            </a:r>
            <a:r>
              <a:rPr dirty="0" sz="1800" spc="-3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8000"/>
                </a:solidFill>
                <a:latin typeface="Arial MT"/>
                <a:cs typeface="Arial MT"/>
              </a:rPr>
              <a:t>block</a:t>
            </a:r>
            <a:endParaRPr sz="1800">
              <a:latin typeface="Arial MT"/>
              <a:cs typeface="Arial MT"/>
            </a:endParaRPr>
          </a:p>
          <a:p>
            <a:pPr marL="584200" indent="-228600">
              <a:lnSpc>
                <a:spcPct val="100000"/>
              </a:lnSpc>
              <a:spcBef>
                <a:spcPts val="430"/>
              </a:spcBef>
              <a:buChar char="–"/>
              <a:tabLst>
                <a:tab pos="584200" algn="l"/>
              </a:tabLst>
            </a:pPr>
            <a:r>
              <a:rPr dirty="0" sz="1800" spc="-5">
                <a:solidFill>
                  <a:srgbClr val="008000"/>
                </a:solidFill>
                <a:latin typeface="Arial MT"/>
                <a:cs typeface="Arial MT"/>
              </a:rPr>
              <a:t>Also</a:t>
            </a:r>
            <a:r>
              <a:rPr dirty="0" sz="1800" spc="-25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8000"/>
                </a:solidFill>
                <a:latin typeface="Arial MT"/>
                <a:cs typeface="Arial MT"/>
              </a:rPr>
              <a:t>known</a:t>
            </a:r>
            <a:r>
              <a:rPr dirty="0" sz="1800" spc="-2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8000"/>
                </a:solidFill>
                <a:latin typeface="Arial MT"/>
                <a:cs typeface="Arial MT"/>
              </a:rPr>
              <a:t>as</a:t>
            </a:r>
            <a:r>
              <a:rPr dirty="0" sz="1800" spc="-2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8000"/>
                </a:solidFill>
                <a:latin typeface="Arial MT"/>
                <a:cs typeface="Arial MT"/>
              </a:rPr>
              <a:t>a</a:t>
            </a:r>
            <a:r>
              <a:rPr dirty="0" sz="1800" spc="-25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8000"/>
                </a:solidFill>
                <a:latin typeface="Arial MT"/>
                <a:cs typeface="Arial MT"/>
              </a:rPr>
              <a:t>role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9108" y="1170686"/>
            <a:ext cx="70561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81170" algn="l"/>
              </a:tabLst>
            </a:pPr>
            <a:r>
              <a:rPr dirty="0" u="heavy" sz="2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r>
              <a:rPr dirty="0" u="heavy" sz="200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Definition</a:t>
            </a:r>
            <a:r>
              <a:rPr dirty="0" u="heavy" sz="200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Diagram</a:t>
            </a:r>
            <a:r>
              <a:rPr dirty="0" sz="2000" spc="-10" b="1">
                <a:latin typeface="Arial"/>
                <a:cs typeface="Arial"/>
              </a:rPr>
              <a:t>	</a:t>
            </a:r>
            <a:r>
              <a:rPr dirty="0" u="heavy" sz="2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Internal</a:t>
            </a:r>
            <a:r>
              <a:rPr dirty="0" u="heavy" sz="20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Block</a:t>
            </a:r>
            <a:r>
              <a:rPr dirty="0" u="heavy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Diagram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2832" y="2024633"/>
            <a:ext cx="3267373" cy="19832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101" y="1834607"/>
            <a:ext cx="4211994" cy="235698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05839" y="1453794"/>
            <a:ext cx="6446520" cy="3461385"/>
            <a:chOff x="1005839" y="1453794"/>
            <a:chExt cx="6446520" cy="34613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744" y="1453794"/>
              <a:ext cx="4850062" cy="32992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08098" y="1738884"/>
              <a:ext cx="1400810" cy="500380"/>
            </a:xfrm>
            <a:custGeom>
              <a:avLst/>
              <a:gdLst/>
              <a:ahLst/>
              <a:cxnLst/>
              <a:rect l="l" t="t" r="r" b="b"/>
              <a:pathLst>
                <a:path w="1400810" h="500380">
                  <a:moveTo>
                    <a:pt x="1330548" y="41516"/>
                  </a:moveTo>
                  <a:lnTo>
                    <a:pt x="1326556" y="30142"/>
                  </a:lnTo>
                  <a:lnTo>
                    <a:pt x="0" y="487680"/>
                  </a:lnTo>
                  <a:lnTo>
                    <a:pt x="3810" y="499872"/>
                  </a:lnTo>
                  <a:lnTo>
                    <a:pt x="1330548" y="41516"/>
                  </a:lnTo>
                  <a:close/>
                </a:path>
                <a:path w="1400810" h="500380">
                  <a:moveTo>
                    <a:pt x="1400556" y="10668"/>
                  </a:moveTo>
                  <a:lnTo>
                    <a:pt x="1315974" y="0"/>
                  </a:lnTo>
                  <a:lnTo>
                    <a:pt x="1326556" y="30142"/>
                  </a:lnTo>
                  <a:lnTo>
                    <a:pt x="1338834" y="25908"/>
                  </a:lnTo>
                  <a:lnTo>
                    <a:pt x="1342644" y="37338"/>
                  </a:lnTo>
                  <a:lnTo>
                    <a:pt x="1342644" y="70064"/>
                  </a:lnTo>
                  <a:lnTo>
                    <a:pt x="1400556" y="10668"/>
                  </a:lnTo>
                  <a:close/>
                </a:path>
                <a:path w="1400810" h="500380">
                  <a:moveTo>
                    <a:pt x="1342644" y="37338"/>
                  </a:moveTo>
                  <a:lnTo>
                    <a:pt x="1338834" y="25908"/>
                  </a:lnTo>
                  <a:lnTo>
                    <a:pt x="1326556" y="30142"/>
                  </a:lnTo>
                  <a:lnTo>
                    <a:pt x="1330548" y="41516"/>
                  </a:lnTo>
                  <a:lnTo>
                    <a:pt x="1342644" y="37338"/>
                  </a:lnTo>
                  <a:close/>
                </a:path>
                <a:path w="1400810" h="500380">
                  <a:moveTo>
                    <a:pt x="1342644" y="70064"/>
                  </a:moveTo>
                  <a:lnTo>
                    <a:pt x="1342644" y="37338"/>
                  </a:lnTo>
                  <a:lnTo>
                    <a:pt x="1330548" y="41516"/>
                  </a:lnTo>
                  <a:lnTo>
                    <a:pt x="1341120" y="71628"/>
                  </a:lnTo>
                  <a:lnTo>
                    <a:pt x="1342644" y="70064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839" y="2066543"/>
              <a:ext cx="1261872" cy="5547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92223" y="260604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2416" y="3145535"/>
              <a:ext cx="1322832" cy="2438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98954" y="2948190"/>
              <a:ext cx="2479040" cy="1967230"/>
            </a:xfrm>
            <a:custGeom>
              <a:avLst/>
              <a:gdLst/>
              <a:ahLst/>
              <a:cxnLst/>
              <a:rect l="l" t="t" r="r" b="b"/>
              <a:pathLst>
                <a:path w="2479040" h="1967229">
                  <a:moveTo>
                    <a:pt x="1155954" y="537972"/>
                  </a:moveTo>
                  <a:lnTo>
                    <a:pt x="1070610" y="540258"/>
                  </a:lnTo>
                  <a:lnTo>
                    <a:pt x="1085392" y="568261"/>
                  </a:lnTo>
                  <a:lnTo>
                    <a:pt x="0" y="1145286"/>
                  </a:lnTo>
                  <a:lnTo>
                    <a:pt x="6096" y="1156716"/>
                  </a:lnTo>
                  <a:lnTo>
                    <a:pt x="1091438" y="579716"/>
                  </a:lnTo>
                  <a:lnTo>
                    <a:pt x="1102614" y="600849"/>
                  </a:lnTo>
                  <a:lnTo>
                    <a:pt x="1106424" y="608076"/>
                  </a:lnTo>
                  <a:lnTo>
                    <a:pt x="1155954" y="537972"/>
                  </a:lnTo>
                  <a:close/>
                </a:path>
                <a:path w="2479040" h="1967229">
                  <a:moveTo>
                    <a:pt x="1227582" y="14478"/>
                  </a:moveTo>
                  <a:lnTo>
                    <a:pt x="1143000" y="0"/>
                  </a:lnTo>
                  <a:lnTo>
                    <a:pt x="1152169" y="30353"/>
                  </a:lnTo>
                  <a:lnTo>
                    <a:pt x="29718" y="370332"/>
                  </a:lnTo>
                  <a:lnTo>
                    <a:pt x="33528" y="382524"/>
                  </a:lnTo>
                  <a:lnTo>
                    <a:pt x="1155852" y="42570"/>
                  </a:lnTo>
                  <a:lnTo>
                    <a:pt x="1165098" y="73152"/>
                  </a:lnTo>
                  <a:lnTo>
                    <a:pt x="1168146" y="70281"/>
                  </a:lnTo>
                  <a:lnTo>
                    <a:pt x="1227582" y="14478"/>
                  </a:lnTo>
                  <a:close/>
                </a:path>
                <a:path w="2479040" h="1967229">
                  <a:moveTo>
                    <a:pt x="2478786" y="1960613"/>
                  </a:moveTo>
                  <a:lnTo>
                    <a:pt x="2098509" y="1278089"/>
                  </a:lnTo>
                  <a:lnTo>
                    <a:pt x="2125980" y="1262621"/>
                  </a:lnTo>
                  <a:lnTo>
                    <a:pt x="2055876" y="1214615"/>
                  </a:lnTo>
                  <a:lnTo>
                    <a:pt x="2059686" y="1299959"/>
                  </a:lnTo>
                  <a:lnTo>
                    <a:pt x="2081022" y="1287945"/>
                  </a:lnTo>
                  <a:lnTo>
                    <a:pt x="2087245" y="1284439"/>
                  </a:lnTo>
                  <a:lnTo>
                    <a:pt x="2468118" y="1966709"/>
                  </a:lnTo>
                  <a:lnTo>
                    <a:pt x="2478786" y="1960613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8511" y="3986783"/>
              <a:ext cx="1231392" cy="24993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726945" y="279907"/>
            <a:ext cx="5575300" cy="8197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00"/>
              </a:spcBef>
            </a:pPr>
            <a:r>
              <a:rPr dirty="0"/>
              <a:t>Internal</a:t>
            </a:r>
            <a:r>
              <a:rPr dirty="0" spc="-30"/>
              <a:t> </a:t>
            </a:r>
            <a:r>
              <a:rPr dirty="0"/>
              <a:t>Block</a:t>
            </a:r>
            <a:r>
              <a:rPr dirty="0" spc="-30"/>
              <a:t> </a:t>
            </a:r>
            <a:r>
              <a:rPr dirty="0"/>
              <a:t>Diagram</a:t>
            </a:r>
            <a:r>
              <a:rPr dirty="0" spc="-5"/>
              <a:t> </a:t>
            </a:r>
            <a:r>
              <a:rPr dirty="0"/>
              <a:t>(ibd)</a:t>
            </a: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2400" spc="-5"/>
              <a:t>Blocks,</a:t>
            </a:r>
            <a:r>
              <a:rPr dirty="0" sz="2400" spc="-25"/>
              <a:t> </a:t>
            </a:r>
            <a:r>
              <a:rPr dirty="0" sz="2400" spc="-5"/>
              <a:t>Parts,</a:t>
            </a:r>
            <a:r>
              <a:rPr dirty="0" sz="2400" spc="-25"/>
              <a:t> </a:t>
            </a:r>
            <a:r>
              <a:rPr dirty="0" sz="2400" spc="-5"/>
              <a:t>Ports,</a:t>
            </a:r>
            <a:r>
              <a:rPr dirty="0" sz="2400" spc="-25"/>
              <a:t> </a:t>
            </a:r>
            <a:r>
              <a:rPr dirty="0" sz="2400" spc="-5"/>
              <a:t>Connectors</a:t>
            </a:r>
            <a:r>
              <a:rPr dirty="0" sz="2400" spc="5"/>
              <a:t> </a:t>
            </a:r>
            <a:r>
              <a:rPr dirty="0" sz="2400"/>
              <a:t>&amp;</a:t>
            </a:r>
            <a:r>
              <a:rPr dirty="0" sz="2400" spc="-25"/>
              <a:t> </a:t>
            </a:r>
            <a:r>
              <a:rPr dirty="0" sz="2400" spc="-5"/>
              <a:t>Flows</a:t>
            </a:r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993139" y="1998218"/>
            <a:ext cx="1319530" cy="2251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8610" marR="86995" indent="-296545">
              <a:lnSpc>
                <a:spcPct val="100000"/>
              </a:lnSpc>
              <a:spcBef>
                <a:spcPts val="95"/>
              </a:spcBef>
            </a:pPr>
            <a:r>
              <a:rPr dirty="0" sz="2000" spc="-10" b="1" i="1">
                <a:solidFill>
                  <a:srgbClr val="3333FF"/>
                </a:solidFill>
                <a:latin typeface="Arial"/>
                <a:cs typeface="Arial"/>
              </a:rPr>
              <a:t>Enclosing  </a:t>
            </a:r>
            <a:r>
              <a:rPr dirty="0" sz="2000" spc="-10" b="1" i="1">
                <a:solidFill>
                  <a:srgbClr val="3333FF"/>
                </a:solidFill>
                <a:latin typeface="Arial"/>
                <a:cs typeface="Arial"/>
              </a:rPr>
              <a:t>Block</a:t>
            </a:r>
            <a:endParaRPr sz="2000">
              <a:latin typeface="Arial"/>
              <a:cs typeface="Arial"/>
            </a:endParaRPr>
          </a:p>
          <a:p>
            <a:pPr marL="60325" marR="5080" indent="-22225">
              <a:lnSpc>
                <a:spcPts val="6640"/>
              </a:lnSpc>
              <a:spcBef>
                <a:spcPts val="180"/>
              </a:spcBef>
            </a:pPr>
            <a:r>
              <a:rPr dirty="0" sz="2000" spc="-10" b="1" i="1">
                <a:solidFill>
                  <a:srgbClr val="3333FF"/>
                </a:solidFill>
                <a:latin typeface="Arial"/>
                <a:cs typeface="Arial"/>
              </a:rPr>
              <a:t>Connector  </a:t>
            </a:r>
            <a:r>
              <a:rPr dirty="0" sz="2000" spc="-5" b="1" i="1">
                <a:solidFill>
                  <a:srgbClr val="3333FF"/>
                </a:solidFill>
                <a:latin typeface="Arial"/>
                <a:cs typeface="Arial"/>
              </a:rPr>
              <a:t>Item</a:t>
            </a:r>
            <a:r>
              <a:rPr dirty="0" sz="2000" spc="-65" b="1" i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2000" spc="-10" b="1" i="1">
                <a:solidFill>
                  <a:srgbClr val="3333FF"/>
                </a:solidFill>
                <a:latin typeface="Arial"/>
                <a:cs typeface="Arial"/>
              </a:rPr>
              <a:t>Flow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8095" y="4992623"/>
            <a:ext cx="573405" cy="243840"/>
            <a:chOff x="4578095" y="4992623"/>
            <a:chExt cx="573405" cy="24384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8095" y="4992623"/>
              <a:ext cx="573023" cy="24383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053583" y="5221224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 h="0">
                  <a:moveTo>
                    <a:pt x="0" y="0"/>
                  </a:moveTo>
                  <a:lnTo>
                    <a:pt x="42672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570729" y="4922773"/>
            <a:ext cx="533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solidFill>
                  <a:srgbClr val="3333FF"/>
                </a:solidFill>
                <a:latin typeface="Arial"/>
                <a:cs typeface="Arial"/>
              </a:rPr>
              <a:t>Port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1959" y="5467350"/>
            <a:ext cx="8210550" cy="742950"/>
            <a:chOff x="441959" y="5467350"/>
            <a:chExt cx="8210550" cy="74295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063" y="5538215"/>
              <a:ext cx="8069580" cy="6019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1959" y="5467350"/>
              <a:ext cx="8210549" cy="7086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2721" y="6140195"/>
              <a:ext cx="8209026" cy="701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1959" y="5468111"/>
              <a:ext cx="70103" cy="7421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81643" y="5468111"/>
              <a:ext cx="70865" cy="74218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7135" y="5681472"/>
              <a:ext cx="7729728" cy="34137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78433" y="5598667"/>
            <a:ext cx="77381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Internal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Block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Diagram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Specifies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Interconnection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Parts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846064" y="4968239"/>
            <a:ext cx="554735" cy="24993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838697" y="4900676"/>
            <a:ext cx="5194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solidFill>
                  <a:srgbClr val="3333FF"/>
                </a:solidFill>
                <a:latin typeface="Arial"/>
                <a:cs typeface="Arial"/>
              </a:rPr>
              <a:t>Part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69279" y="4256532"/>
            <a:ext cx="394335" cy="600710"/>
          </a:xfrm>
          <a:custGeom>
            <a:avLst/>
            <a:gdLst/>
            <a:ahLst/>
            <a:cxnLst/>
            <a:rect l="l" t="t" r="r" b="b"/>
            <a:pathLst>
              <a:path w="394335" h="600710">
                <a:moveTo>
                  <a:pt x="73914" y="42672"/>
                </a:moveTo>
                <a:lnTo>
                  <a:pt x="0" y="0"/>
                </a:lnTo>
                <a:lnTo>
                  <a:pt x="9906" y="84582"/>
                </a:lnTo>
                <a:lnTo>
                  <a:pt x="29718" y="71609"/>
                </a:lnTo>
                <a:lnTo>
                  <a:pt x="29718" y="56388"/>
                </a:lnTo>
                <a:lnTo>
                  <a:pt x="40386" y="49530"/>
                </a:lnTo>
                <a:lnTo>
                  <a:pt x="47267" y="60119"/>
                </a:lnTo>
                <a:lnTo>
                  <a:pt x="73914" y="42672"/>
                </a:lnTo>
                <a:close/>
              </a:path>
              <a:path w="394335" h="600710">
                <a:moveTo>
                  <a:pt x="47267" y="60119"/>
                </a:moveTo>
                <a:lnTo>
                  <a:pt x="40386" y="49530"/>
                </a:lnTo>
                <a:lnTo>
                  <a:pt x="29718" y="56388"/>
                </a:lnTo>
                <a:lnTo>
                  <a:pt x="36657" y="67066"/>
                </a:lnTo>
                <a:lnTo>
                  <a:pt x="47267" y="60119"/>
                </a:lnTo>
                <a:close/>
              </a:path>
              <a:path w="394335" h="600710">
                <a:moveTo>
                  <a:pt x="36657" y="67066"/>
                </a:moveTo>
                <a:lnTo>
                  <a:pt x="29718" y="56388"/>
                </a:lnTo>
                <a:lnTo>
                  <a:pt x="29718" y="71609"/>
                </a:lnTo>
                <a:lnTo>
                  <a:pt x="36657" y="67066"/>
                </a:lnTo>
                <a:close/>
              </a:path>
              <a:path w="394335" h="600710">
                <a:moveTo>
                  <a:pt x="393954" y="593598"/>
                </a:moveTo>
                <a:lnTo>
                  <a:pt x="47267" y="60119"/>
                </a:lnTo>
                <a:lnTo>
                  <a:pt x="36657" y="67066"/>
                </a:lnTo>
                <a:lnTo>
                  <a:pt x="383286" y="600456"/>
                </a:lnTo>
                <a:lnTo>
                  <a:pt x="393954" y="593598"/>
                </a:lnTo>
                <a:close/>
              </a:path>
            </a:pathLst>
          </a:custGeom>
          <a:solidFill>
            <a:srgbClr val="66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30983" y="411734"/>
            <a:ext cx="477456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</a:t>
            </a:r>
            <a:r>
              <a:rPr dirty="0" spc="-40"/>
              <a:t> </a:t>
            </a:r>
            <a:r>
              <a:rPr dirty="0"/>
              <a:t>Property</a:t>
            </a:r>
            <a:r>
              <a:rPr dirty="0" spc="-40"/>
              <a:t> </a:t>
            </a:r>
            <a:r>
              <a:rPr dirty="0"/>
              <a:t>Explained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44615" y="1811527"/>
            <a:ext cx="29102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455" indent="-72390">
              <a:lnSpc>
                <a:spcPct val="100000"/>
              </a:lnSpc>
              <a:spcBef>
                <a:spcPts val="100"/>
              </a:spcBef>
              <a:buSzPct val="93750"/>
              <a:buFont typeface="Arial MT"/>
              <a:buChar char="•"/>
              <a:tabLst>
                <a:tab pos="85090" algn="l"/>
              </a:tabLst>
            </a:pP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S1</a:t>
            </a:r>
            <a:r>
              <a:rPr dirty="0" sz="1600" spc="-25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is</a:t>
            </a:r>
            <a:r>
              <a:rPr dirty="0" sz="1600" spc="-10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3300"/>
                </a:solidFill>
                <a:latin typeface="Arial"/>
                <a:cs typeface="Arial"/>
              </a:rPr>
              <a:t>a</a:t>
            </a: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 reference</a:t>
            </a:r>
            <a:r>
              <a:rPr dirty="0" sz="1600" spc="-10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part*</a:t>
            </a:r>
            <a:endParaRPr sz="1600">
              <a:latin typeface="Arial"/>
              <a:cs typeface="Arial"/>
            </a:endParaRPr>
          </a:p>
          <a:p>
            <a:pPr marL="84455" indent="-72390">
              <a:lnSpc>
                <a:spcPct val="100000"/>
              </a:lnSpc>
              <a:buSzPct val="93750"/>
              <a:buFont typeface="Arial MT"/>
              <a:buChar char="•"/>
              <a:tabLst>
                <a:tab pos="85090" algn="l"/>
              </a:tabLst>
            </a:pP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Shown</a:t>
            </a:r>
            <a:r>
              <a:rPr dirty="0" sz="1600" spc="-30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in</a:t>
            </a:r>
            <a:r>
              <a:rPr dirty="0" sz="1600" spc="-10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dashed</a:t>
            </a:r>
            <a:r>
              <a:rPr dirty="0" sz="1600" spc="-15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outline box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6515" y="5791452"/>
            <a:ext cx="275653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*</a:t>
            </a:r>
            <a:r>
              <a:rPr dirty="0" sz="1400" spc="-5">
                <a:latin typeface="Arial MT"/>
                <a:cs typeface="Arial MT"/>
              </a:rPr>
              <a:t>Actual name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is reference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property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808" y="1533905"/>
            <a:ext cx="5176715" cy="45707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69832" y="2581658"/>
            <a:ext cx="3424827" cy="298854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629659" y="5128514"/>
            <a:ext cx="895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99535" y="412495"/>
            <a:ext cx="204216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SysML</a:t>
            </a:r>
            <a:r>
              <a:rPr dirty="0" spc="-95"/>
              <a:t> </a:t>
            </a:r>
            <a:r>
              <a:rPr dirty="0"/>
              <a:t>Ports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80110" y="5436108"/>
            <a:ext cx="7348220" cy="734695"/>
            <a:chOff x="880110" y="5436108"/>
            <a:chExt cx="7348220" cy="7346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9452" y="5505450"/>
              <a:ext cx="7209282" cy="5958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0110" y="5436108"/>
              <a:ext cx="7347965" cy="6934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872" y="6101334"/>
              <a:ext cx="7346442" cy="693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0110" y="5436870"/>
              <a:ext cx="69342" cy="7338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58733" y="5436870"/>
              <a:ext cx="69342" cy="7338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84832" y="5462016"/>
              <a:ext cx="4974335" cy="70713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74445" y="1239647"/>
            <a:ext cx="7630159" cy="489839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Specifies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interaction points on blocks and parts</a:t>
            </a:r>
            <a:endParaRPr sz="2400">
              <a:latin typeface="Arial MT"/>
              <a:cs typeface="Arial MT"/>
            </a:endParaRPr>
          </a:p>
          <a:p>
            <a:pPr lvl="1" marL="755015" indent="-286385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Integrates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behavior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with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structure</a:t>
            </a:r>
            <a:endParaRPr sz="2000">
              <a:latin typeface="Arial MT"/>
              <a:cs typeface="Arial MT"/>
            </a:endParaRPr>
          </a:p>
          <a:p>
            <a:pPr lvl="1" marL="755015" indent="-286385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portName:TypeName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Kinds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ports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Standard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(UML) Port</a:t>
            </a:r>
            <a:endParaRPr sz="20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40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Arial MT"/>
                <a:cs typeface="Arial MT"/>
              </a:rPr>
              <a:t>Specifies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required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provided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operations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and/or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signals</a:t>
            </a:r>
            <a:endParaRPr sz="18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Arial MT"/>
                <a:cs typeface="Arial MT"/>
              </a:rPr>
              <a:t>Typed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UML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interface</a:t>
            </a:r>
            <a:endParaRPr sz="18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7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Flow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Port</a:t>
            </a:r>
            <a:endParaRPr sz="20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40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Arial MT"/>
                <a:cs typeface="Arial MT"/>
              </a:rPr>
              <a:t>Specifies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what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flow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out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block/part</a:t>
            </a:r>
            <a:endParaRPr sz="18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Arial MT"/>
                <a:cs typeface="Arial MT"/>
              </a:rPr>
              <a:t>Typed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block,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value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flow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specification</a:t>
            </a:r>
            <a:endParaRPr sz="18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34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Arial MT"/>
                <a:cs typeface="Arial MT"/>
              </a:rPr>
              <a:t>Atomic,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non-atomic,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and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conjugate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variations</a:t>
            </a:r>
            <a:endParaRPr sz="1800">
              <a:latin typeface="Arial MT"/>
              <a:cs typeface="Arial MT"/>
            </a:endParaRPr>
          </a:p>
          <a:p>
            <a:pPr marL="1309370" marR="1370330" indent="546735">
              <a:lnSpc>
                <a:spcPct val="100000"/>
              </a:lnSpc>
              <a:spcBef>
                <a:spcPts val="118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Standard Port and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Flow Port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Interface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Concepts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9055" y="412495"/>
            <a:ext cx="21018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Port</a:t>
            </a:r>
            <a:r>
              <a:rPr dirty="0" spc="-95"/>
              <a:t> </a:t>
            </a:r>
            <a:r>
              <a:rPr dirty="0"/>
              <a:t>Notation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55776" y="2383535"/>
            <a:ext cx="1164590" cy="554990"/>
            <a:chOff x="1255776" y="2383535"/>
            <a:chExt cx="1164590" cy="5549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5776" y="2383535"/>
              <a:ext cx="1164335" cy="5547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37360" y="2923031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30" h="0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247647" y="2317495"/>
            <a:ext cx="112522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000" spc="-10" b="1" i="1">
                <a:latin typeface="Arial"/>
                <a:cs typeface="Arial"/>
              </a:rPr>
              <a:t>Standard  </a:t>
            </a:r>
            <a:r>
              <a:rPr dirty="0" sz="2000" spc="-5" b="1" i="1">
                <a:latin typeface="Arial"/>
                <a:cs typeface="Arial"/>
              </a:rPr>
              <a:t>Port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6735" y="4858511"/>
            <a:ext cx="633983" cy="5486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04797" y="4786376"/>
            <a:ext cx="60325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000" spc="-10" b="1" i="1">
                <a:latin typeface="Arial"/>
                <a:cs typeface="Arial"/>
              </a:rPr>
              <a:t>Flow  </a:t>
            </a:r>
            <a:r>
              <a:rPr dirty="0" sz="2000" spc="-5" b="1" i="1">
                <a:latin typeface="Arial"/>
                <a:cs typeface="Arial"/>
              </a:rPr>
              <a:t>Port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06111" y="1475232"/>
            <a:ext cx="3078480" cy="914400"/>
            <a:chOff x="4706111" y="1475232"/>
            <a:chExt cx="3078480" cy="914400"/>
          </a:xfrm>
        </p:grpSpPr>
        <p:sp>
          <p:nvSpPr>
            <p:cNvPr id="11" name="object 11"/>
            <p:cNvSpPr/>
            <p:nvPr/>
          </p:nvSpPr>
          <p:spPr>
            <a:xfrm>
              <a:off x="5443727" y="2042159"/>
              <a:ext cx="205740" cy="347980"/>
            </a:xfrm>
            <a:custGeom>
              <a:avLst/>
              <a:gdLst/>
              <a:ahLst/>
              <a:cxnLst/>
              <a:rect l="l" t="t" r="r" b="b"/>
              <a:pathLst>
                <a:path w="205739" h="347980">
                  <a:moveTo>
                    <a:pt x="33143" y="278429"/>
                  </a:moveTo>
                  <a:lnTo>
                    <a:pt x="5333" y="262128"/>
                  </a:lnTo>
                  <a:lnTo>
                    <a:pt x="0" y="347472"/>
                  </a:lnTo>
                  <a:lnTo>
                    <a:pt x="26669" y="330164"/>
                  </a:lnTo>
                  <a:lnTo>
                    <a:pt x="26669" y="289560"/>
                  </a:lnTo>
                  <a:lnTo>
                    <a:pt x="33143" y="278429"/>
                  </a:lnTo>
                  <a:close/>
                </a:path>
                <a:path w="205739" h="347980">
                  <a:moveTo>
                    <a:pt x="43742" y="284643"/>
                  </a:moveTo>
                  <a:lnTo>
                    <a:pt x="33143" y="278429"/>
                  </a:lnTo>
                  <a:lnTo>
                    <a:pt x="26669" y="289560"/>
                  </a:lnTo>
                  <a:lnTo>
                    <a:pt x="37337" y="295656"/>
                  </a:lnTo>
                  <a:lnTo>
                    <a:pt x="43742" y="284643"/>
                  </a:lnTo>
                  <a:close/>
                </a:path>
                <a:path w="205739" h="347980">
                  <a:moveTo>
                    <a:pt x="71627" y="300990"/>
                  </a:moveTo>
                  <a:lnTo>
                    <a:pt x="43742" y="284643"/>
                  </a:lnTo>
                  <a:lnTo>
                    <a:pt x="37337" y="295656"/>
                  </a:lnTo>
                  <a:lnTo>
                    <a:pt x="26669" y="289560"/>
                  </a:lnTo>
                  <a:lnTo>
                    <a:pt x="26669" y="330164"/>
                  </a:lnTo>
                  <a:lnTo>
                    <a:pt x="71627" y="300990"/>
                  </a:lnTo>
                  <a:close/>
                </a:path>
                <a:path w="205739" h="347980">
                  <a:moveTo>
                    <a:pt x="205739" y="6096"/>
                  </a:moveTo>
                  <a:lnTo>
                    <a:pt x="195071" y="0"/>
                  </a:lnTo>
                  <a:lnTo>
                    <a:pt x="33143" y="278429"/>
                  </a:lnTo>
                  <a:lnTo>
                    <a:pt x="43742" y="284643"/>
                  </a:lnTo>
                  <a:lnTo>
                    <a:pt x="205739" y="6096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6111" y="1475232"/>
              <a:ext cx="3078479" cy="59740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662672" y="2063496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 h="0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691040" y="1406144"/>
            <a:ext cx="306895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21005"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latin typeface="Arial"/>
                <a:cs typeface="Arial"/>
              </a:rPr>
              <a:t>provided</a:t>
            </a:r>
            <a:r>
              <a:rPr dirty="0" sz="2000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interface </a:t>
            </a:r>
            <a:r>
              <a:rPr dirty="0" sz="2000" b="1" i="1">
                <a:latin typeface="Arial"/>
                <a:cs typeface="Arial"/>
              </a:rPr>
              <a:t> </a:t>
            </a:r>
            <a:r>
              <a:rPr dirty="0" sz="2000" spc="-10" b="1" i="1">
                <a:latin typeface="Arial"/>
                <a:cs typeface="Arial"/>
              </a:rPr>
              <a:t>(provides</a:t>
            </a:r>
            <a:r>
              <a:rPr dirty="0" sz="2000" spc="-15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the</a:t>
            </a:r>
            <a:r>
              <a:rPr dirty="0" sz="2000" spc="-10" b="1" i="1">
                <a:latin typeface="Arial"/>
                <a:cs typeface="Arial"/>
              </a:rPr>
              <a:t> operations)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44111" y="3291839"/>
            <a:ext cx="2578735" cy="597535"/>
            <a:chOff x="3944111" y="3291839"/>
            <a:chExt cx="2578735" cy="59753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44111" y="3291839"/>
              <a:ext cx="2578607" cy="59740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400800" y="3880103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479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58639" y="5504688"/>
            <a:ext cx="1152144" cy="24993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346702" y="5438647"/>
            <a:ext cx="112268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 i="1">
                <a:latin typeface="Arial"/>
                <a:cs typeface="Arial"/>
              </a:rPr>
              <a:t>item</a:t>
            </a:r>
            <a:r>
              <a:rPr dirty="0" sz="2000" spc="-85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flow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73167" y="4285488"/>
            <a:ext cx="1219200" cy="243840"/>
            <a:chOff x="4773167" y="4285488"/>
            <a:chExt cx="1219200" cy="24384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73167" y="4285488"/>
              <a:ext cx="1219200" cy="2438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900927" y="4514087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 h="0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929074" y="3222751"/>
            <a:ext cx="2573655" cy="1322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02565">
              <a:lnSpc>
                <a:spcPct val="100000"/>
              </a:lnSpc>
              <a:spcBef>
                <a:spcPts val="95"/>
              </a:spcBef>
            </a:pPr>
            <a:r>
              <a:rPr dirty="0" sz="2000" spc="-10" b="1" i="1">
                <a:latin typeface="Arial"/>
                <a:cs typeface="Arial"/>
              </a:rPr>
              <a:t>required interface </a:t>
            </a:r>
            <a:r>
              <a:rPr dirty="0" sz="2000" spc="-5" b="1" i="1">
                <a:latin typeface="Arial"/>
                <a:cs typeface="Arial"/>
              </a:rPr>
              <a:t> </a:t>
            </a:r>
            <a:r>
              <a:rPr dirty="0" sz="2000" spc="-10" b="1" i="1">
                <a:latin typeface="Arial"/>
                <a:cs typeface="Arial"/>
              </a:rPr>
              <a:t>(calls</a:t>
            </a:r>
            <a:r>
              <a:rPr dirty="0" sz="2000" spc="-40" b="1" i="1">
                <a:latin typeface="Arial"/>
                <a:cs typeface="Arial"/>
              </a:rPr>
              <a:t> </a:t>
            </a:r>
            <a:r>
              <a:rPr dirty="0" sz="2000" spc="-5" b="1" i="1">
                <a:latin typeface="Arial"/>
                <a:cs typeface="Arial"/>
              </a:rPr>
              <a:t>the</a:t>
            </a:r>
            <a:r>
              <a:rPr dirty="0" sz="2000" spc="-15" b="1" i="1">
                <a:latin typeface="Arial"/>
                <a:cs typeface="Arial"/>
              </a:rPr>
              <a:t> </a:t>
            </a:r>
            <a:r>
              <a:rPr dirty="0" sz="2000" spc="-10" b="1" i="1">
                <a:latin typeface="Arial"/>
                <a:cs typeface="Arial"/>
              </a:rPr>
              <a:t>operations)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</a:pPr>
            <a:r>
              <a:rPr dirty="0" sz="2000" spc="-5" b="1" i="1">
                <a:latin typeface="Arial"/>
                <a:cs typeface="Arial"/>
              </a:rPr>
              <a:t>Flow</a:t>
            </a:r>
            <a:r>
              <a:rPr dirty="0" sz="2000" spc="-55" b="1" i="1">
                <a:latin typeface="Arial"/>
                <a:cs typeface="Arial"/>
              </a:rPr>
              <a:t> </a:t>
            </a:r>
            <a:r>
              <a:rPr dirty="0" sz="2000" spc="-10" b="1" i="1">
                <a:latin typeface="Arial"/>
                <a:cs typeface="Arial"/>
              </a:rPr>
              <a:t>Port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72633" y="2355341"/>
            <a:ext cx="2237740" cy="932815"/>
            <a:chOff x="5072633" y="2355341"/>
            <a:chExt cx="2237740" cy="932815"/>
          </a:xfrm>
        </p:grpSpPr>
        <p:sp>
          <p:nvSpPr>
            <p:cNvPr id="25" name="object 25"/>
            <p:cNvSpPr/>
            <p:nvPr/>
          </p:nvSpPr>
          <p:spPr>
            <a:xfrm>
              <a:off x="7305293" y="2355341"/>
              <a:ext cx="5080" cy="650240"/>
            </a:xfrm>
            <a:custGeom>
              <a:avLst/>
              <a:gdLst/>
              <a:ahLst/>
              <a:cxnLst/>
              <a:rect l="l" t="t" r="r" b="b"/>
              <a:pathLst>
                <a:path w="5079" h="650239">
                  <a:moveTo>
                    <a:pt x="4572" y="2285"/>
                  </a:moveTo>
                  <a:lnTo>
                    <a:pt x="3810" y="761"/>
                  </a:lnTo>
                  <a:lnTo>
                    <a:pt x="2286" y="0"/>
                  </a:lnTo>
                  <a:lnTo>
                    <a:pt x="762" y="761"/>
                  </a:lnTo>
                  <a:lnTo>
                    <a:pt x="0" y="2285"/>
                  </a:lnTo>
                  <a:lnTo>
                    <a:pt x="4572" y="2285"/>
                  </a:lnTo>
                  <a:close/>
                </a:path>
                <a:path w="5079" h="650239">
                  <a:moveTo>
                    <a:pt x="4572" y="646938"/>
                  </a:moveTo>
                  <a:lnTo>
                    <a:pt x="4572" y="2285"/>
                  </a:lnTo>
                  <a:lnTo>
                    <a:pt x="0" y="2285"/>
                  </a:lnTo>
                  <a:lnTo>
                    <a:pt x="0" y="646938"/>
                  </a:lnTo>
                  <a:lnTo>
                    <a:pt x="4572" y="646938"/>
                  </a:lnTo>
                  <a:close/>
                </a:path>
                <a:path w="5079" h="650239">
                  <a:moveTo>
                    <a:pt x="4572" y="649986"/>
                  </a:moveTo>
                  <a:lnTo>
                    <a:pt x="4572" y="646938"/>
                  </a:lnTo>
                  <a:lnTo>
                    <a:pt x="0" y="646938"/>
                  </a:lnTo>
                  <a:lnTo>
                    <a:pt x="0" y="649986"/>
                  </a:lnTo>
                  <a:lnTo>
                    <a:pt x="4572" y="6499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072633" y="2562605"/>
              <a:ext cx="421640" cy="725805"/>
            </a:xfrm>
            <a:custGeom>
              <a:avLst/>
              <a:gdLst/>
              <a:ahLst/>
              <a:cxnLst/>
              <a:rect l="l" t="t" r="r" b="b"/>
              <a:pathLst>
                <a:path w="421639" h="725804">
                  <a:moveTo>
                    <a:pt x="70865" y="47244"/>
                  </a:moveTo>
                  <a:lnTo>
                    <a:pt x="0" y="0"/>
                  </a:lnTo>
                  <a:lnTo>
                    <a:pt x="4571" y="85344"/>
                  </a:lnTo>
                  <a:lnTo>
                    <a:pt x="25907" y="73081"/>
                  </a:lnTo>
                  <a:lnTo>
                    <a:pt x="25907" y="57912"/>
                  </a:lnTo>
                  <a:lnTo>
                    <a:pt x="37337" y="51816"/>
                  </a:lnTo>
                  <a:lnTo>
                    <a:pt x="43692" y="62860"/>
                  </a:lnTo>
                  <a:lnTo>
                    <a:pt x="70865" y="47244"/>
                  </a:lnTo>
                  <a:close/>
                </a:path>
                <a:path w="421639" h="725804">
                  <a:moveTo>
                    <a:pt x="43692" y="62860"/>
                  </a:moveTo>
                  <a:lnTo>
                    <a:pt x="37337" y="51816"/>
                  </a:lnTo>
                  <a:lnTo>
                    <a:pt x="25907" y="57912"/>
                  </a:lnTo>
                  <a:lnTo>
                    <a:pt x="32467" y="69312"/>
                  </a:lnTo>
                  <a:lnTo>
                    <a:pt x="43692" y="62860"/>
                  </a:lnTo>
                  <a:close/>
                </a:path>
                <a:path w="421639" h="725804">
                  <a:moveTo>
                    <a:pt x="32467" y="69312"/>
                  </a:moveTo>
                  <a:lnTo>
                    <a:pt x="25907" y="57912"/>
                  </a:lnTo>
                  <a:lnTo>
                    <a:pt x="25907" y="73081"/>
                  </a:lnTo>
                  <a:lnTo>
                    <a:pt x="32467" y="69312"/>
                  </a:lnTo>
                  <a:close/>
                </a:path>
                <a:path w="421639" h="725804">
                  <a:moveTo>
                    <a:pt x="421385" y="719328"/>
                  </a:moveTo>
                  <a:lnTo>
                    <a:pt x="43692" y="62860"/>
                  </a:lnTo>
                  <a:lnTo>
                    <a:pt x="32467" y="69312"/>
                  </a:lnTo>
                  <a:lnTo>
                    <a:pt x="409955" y="725424"/>
                  </a:lnTo>
                  <a:lnTo>
                    <a:pt x="421385" y="719328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692127" y="2355341"/>
              <a:ext cx="1618615" cy="649605"/>
            </a:xfrm>
            <a:custGeom>
              <a:avLst/>
              <a:gdLst/>
              <a:ahLst/>
              <a:cxnLst/>
              <a:rect l="l" t="t" r="r" b="b"/>
              <a:pathLst>
                <a:path w="1618615" h="649605">
                  <a:moveTo>
                    <a:pt x="1618246" y="2032"/>
                  </a:moveTo>
                  <a:lnTo>
                    <a:pt x="1617599" y="2032"/>
                  </a:lnTo>
                  <a:lnTo>
                    <a:pt x="1616976" y="787"/>
                  </a:lnTo>
                  <a:lnTo>
                    <a:pt x="1616976" y="444"/>
                  </a:lnTo>
                  <a:lnTo>
                    <a:pt x="1616329" y="444"/>
                  </a:lnTo>
                  <a:lnTo>
                    <a:pt x="1615440" y="0"/>
                  </a:lnTo>
                  <a:lnTo>
                    <a:pt x="1613154" y="0"/>
                  </a:lnTo>
                  <a:lnTo>
                    <a:pt x="1613154" y="4572"/>
                  </a:lnTo>
                  <a:lnTo>
                    <a:pt x="1613154" y="644652"/>
                  </a:lnTo>
                  <a:lnTo>
                    <a:pt x="5334" y="644652"/>
                  </a:lnTo>
                  <a:lnTo>
                    <a:pt x="5334" y="4572"/>
                  </a:lnTo>
                  <a:lnTo>
                    <a:pt x="1613154" y="4572"/>
                  </a:lnTo>
                  <a:lnTo>
                    <a:pt x="1613154" y="0"/>
                  </a:lnTo>
                  <a:lnTo>
                    <a:pt x="2286" y="0"/>
                  </a:lnTo>
                  <a:lnTo>
                    <a:pt x="1524" y="381"/>
                  </a:lnTo>
                  <a:lnTo>
                    <a:pt x="1270" y="381"/>
                  </a:lnTo>
                  <a:lnTo>
                    <a:pt x="1270" y="508"/>
                  </a:lnTo>
                  <a:lnTo>
                    <a:pt x="762" y="762"/>
                  </a:lnTo>
                  <a:lnTo>
                    <a:pt x="635" y="1016"/>
                  </a:lnTo>
                  <a:lnTo>
                    <a:pt x="0" y="1016"/>
                  </a:lnTo>
                  <a:lnTo>
                    <a:pt x="0" y="2286"/>
                  </a:lnTo>
                  <a:lnTo>
                    <a:pt x="0" y="264414"/>
                  </a:lnTo>
                  <a:lnTo>
                    <a:pt x="0" y="648220"/>
                  </a:lnTo>
                  <a:lnTo>
                    <a:pt x="635" y="648220"/>
                  </a:lnTo>
                  <a:lnTo>
                    <a:pt x="762" y="648462"/>
                  </a:lnTo>
                  <a:lnTo>
                    <a:pt x="1270" y="648716"/>
                  </a:lnTo>
                  <a:lnTo>
                    <a:pt x="1270" y="649033"/>
                  </a:lnTo>
                  <a:lnTo>
                    <a:pt x="1930" y="649046"/>
                  </a:lnTo>
                  <a:lnTo>
                    <a:pt x="2286" y="649224"/>
                  </a:lnTo>
                  <a:lnTo>
                    <a:pt x="2540" y="649224"/>
                  </a:lnTo>
                  <a:lnTo>
                    <a:pt x="1617980" y="649236"/>
                  </a:lnTo>
                  <a:lnTo>
                    <a:pt x="1617980" y="647192"/>
                  </a:lnTo>
                  <a:lnTo>
                    <a:pt x="1618246" y="647192"/>
                  </a:lnTo>
                  <a:lnTo>
                    <a:pt x="1618246" y="2286"/>
                  </a:lnTo>
                  <a:lnTo>
                    <a:pt x="1618246" y="2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3092195" y="4552950"/>
            <a:ext cx="2496820" cy="932180"/>
            <a:chOff x="3092195" y="4552950"/>
            <a:chExt cx="2496820" cy="932180"/>
          </a:xfrm>
        </p:grpSpPr>
        <p:sp>
          <p:nvSpPr>
            <p:cNvPr id="29" name="object 29"/>
            <p:cNvSpPr/>
            <p:nvPr/>
          </p:nvSpPr>
          <p:spPr>
            <a:xfrm>
              <a:off x="4901945" y="5081777"/>
              <a:ext cx="235585" cy="403225"/>
            </a:xfrm>
            <a:custGeom>
              <a:avLst/>
              <a:gdLst/>
              <a:ahLst/>
              <a:cxnLst/>
              <a:rect l="l" t="t" r="r" b="b"/>
              <a:pathLst>
                <a:path w="235585" h="403225">
                  <a:moveTo>
                    <a:pt x="203303" y="69491"/>
                  </a:moveTo>
                  <a:lnTo>
                    <a:pt x="191776" y="62867"/>
                  </a:lnTo>
                  <a:lnTo>
                    <a:pt x="0" y="397001"/>
                  </a:lnTo>
                  <a:lnTo>
                    <a:pt x="10668" y="403097"/>
                  </a:lnTo>
                  <a:lnTo>
                    <a:pt x="203303" y="69491"/>
                  </a:lnTo>
                  <a:close/>
                </a:path>
                <a:path w="235585" h="403225">
                  <a:moveTo>
                    <a:pt x="235457" y="0"/>
                  </a:moveTo>
                  <a:lnTo>
                    <a:pt x="164592" y="47243"/>
                  </a:lnTo>
                  <a:lnTo>
                    <a:pt x="191776" y="62867"/>
                  </a:lnTo>
                  <a:lnTo>
                    <a:pt x="198119" y="51815"/>
                  </a:lnTo>
                  <a:lnTo>
                    <a:pt x="209550" y="58673"/>
                  </a:lnTo>
                  <a:lnTo>
                    <a:pt x="209550" y="73081"/>
                  </a:lnTo>
                  <a:lnTo>
                    <a:pt x="230886" y="85343"/>
                  </a:lnTo>
                  <a:lnTo>
                    <a:pt x="235457" y="0"/>
                  </a:lnTo>
                  <a:close/>
                </a:path>
                <a:path w="235585" h="403225">
                  <a:moveTo>
                    <a:pt x="209550" y="58673"/>
                  </a:moveTo>
                  <a:lnTo>
                    <a:pt x="198119" y="51815"/>
                  </a:lnTo>
                  <a:lnTo>
                    <a:pt x="191776" y="62867"/>
                  </a:lnTo>
                  <a:lnTo>
                    <a:pt x="203303" y="69491"/>
                  </a:lnTo>
                  <a:lnTo>
                    <a:pt x="209550" y="58673"/>
                  </a:lnTo>
                  <a:close/>
                </a:path>
                <a:path w="235585" h="403225">
                  <a:moveTo>
                    <a:pt x="209550" y="73081"/>
                  </a:moveTo>
                  <a:lnTo>
                    <a:pt x="209550" y="58673"/>
                  </a:lnTo>
                  <a:lnTo>
                    <a:pt x="203303" y="69491"/>
                  </a:lnTo>
                  <a:lnTo>
                    <a:pt x="209550" y="73081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788903" y="5003622"/>
              <a:ext cx="800100" cy="6350"/>
            </a:xfrm>
            <a:custGeom>
              <a:avLst/>
              <a:gdLst/>
              <a:ahLst/>
              <a:cxnLst/>
              <a:rect l="l" t="t" r="r" b="b"/>
              <a:pathLst>
                <a:path w="800100" h="6350">
                  <a:moveTo>
                    <a:pt x="800100" y="1587"/>
                  </a:moveTo>
                  <a:lnTo>
                    <a:pt x="797560" y="1587"/>
                  </a:lnTo>
                  <a:lnTo>
                    <a:pt x="797560" y="431"/>
                  </a:lnTo>
                  <a:lnTo>
                    <a:pt x="2540" y="431"/>
                  </a:lnTo>
                  <a:lnTo>
                    <a:pt x="2540" y="0"/>
                  </a:lnTo>
                  <a:lnTo>
                    <a:pt x="1270" y="0"/>
                  </a:lnTo>
                  <a:lnTo>
                    <a:pt x="1270" y="1206"/>
                  </a:lnTo>
                  <a:lnTo>
                    <a:pt x="0" y="1206"/>
                  </a:lnTo>
                  <a:lnTo>
                    <a:pt x="0" y="2730"/>
                  </a:lnTo>
                  <a:lnTo>
                    <a:pt x="1270" y="2730"/>
                  </a:lnTo>
                  <a:lnTo>
                    <a:pt x="1270" y="3937"/>
                  </a:lnTo>
                  <a:lnTo>
                    <a:pt x="2540" y="3937"/>
                  </a:lnTo>
                  <a:lnTo>
                    <a:pt x="2540" y="5003"/>
                  </a:lnTo>
                  <a:lnTo>
                    <a:pt x="797560" y="5003"/>
                  </a:lnTo>
                  <a:lnTo>
                    <a:pt x="797560" y="5765"/>
                  </a:lnTo>
                  <a:lnTo>
                    <a:pt x="800100" y="5765"/>
                  </a:lnTo>
                  <a:lnTo>
                    <a:pt x="800100" y="15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2070" y="4940046"/>
              <a:ext cx="139446" cy="13258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842510" y="4552950"/>
              <a:ext cx="193040" cy="327660"/>
            </a:xfrm>
            <a:custGeom>
              <a:avLst/>
              <a:gdLst/>
              <a:ahLst/>
              <a:cxnLst/>
              <a:rect l="l" t="t" r="r" b="b"/>
              <a:pathLst>
                <a:path w="193039" h="327660">
                  <a:moveTo>
                    <a:pt x="32158" y="258170"/>
                  </a:moveTo>
                  <a:lnTo>
                    <a:pt x="4572" y="242315"/>
                  </a:lnTo>
                  <a:lnTo>
                    <a:pt x="0" y="327659"/>
                  </a:lnTo>
                  <a:lnTo>
                    <a:pt x="25908" y="310387"/>
                  </a:lnTo>
                  <a:lnTo>
                    <a:pt x="25908" y="268985"/>
                  </a:lnTo>
                  <a:lnTo>
                    <a:pt x="32158" y="258170"/>
                  </a:lnTo>
                  <a:close/>
                </a:path>
                <a:path w="193039" h="327660">
                  <a:moveTo>
                    <a:pt x="43713" y="264811"/>
                  </a:moveTo>
                  <a:lnTo>
                    <a:pt x="32158" y="258170"/>
                  </a:lnTo>
                  <a:lnTo>
                    <a:pt x="25908" y="268985"/>
                  </a:lnTo>
                  <a:lnTo>
                    <a:pt x="37338" y="275843"/>
                  </a:lnTo>
                  <a:lnTo>
                    <a:pt x="43713" y="264811"/>
                  </a:lnTo>
                  <a:close/>
                </a:path>
                <a:path w="193039" h="327660">
                  <a:moveTo>
                    <a:pt x="70866" y="280415"/>
                  </a:moveTo>
                  <a:lnTo>
                    <a:pt x="43713" y="264811"/>
                  </a:lnTo>
                  <a:lnTo>
                    <a:pt x="37338" y="275843"/>
                  </a:lnTo>
                  <a:lnTo>
                    <a:pt x="25908" y="268985"/>
                  </a:lnTo>
                  <a:lnTo>
                    <a:pt x="25908" y="310387"/>
                  </a:lnTo>
                  <a:lnTo>
                    <a:pt x="70866" y="280415"/>
                  </a:lnTo>
                  <a:close/>
                </a:path>
                <a:path w="193039" h="327660">
                  <a:moveTo>
                    <a:pt x="192786" y="6857"/>
                  </a:moveTo>
                  <a:lnTo>
                    <a:pt x="181356" y="0"/>
                  </a:lnTo>
                  <a:lnTo>
                    <a:pt x="32158" y="258170"/>
                  </a:lnTo>
                  <a:lnTo>
                    <a:pt x="43713" y="264811"/>
                  </a:lnTo>
                  <a:lnTo>
                    <a:pt x="192786" y="6857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092183" y="4658880"/>
              <a:ext cx="1637030" cy="694690"/>
            </a:xfrm>
            <a:custGeom>
              <a:avLst/>
              <a:gdLst/>
              <a:ahLst/>
              <a:cxnLst/>
              <a:rect l="l" t="t" r="r" b="b"/>
              <a:pathLst>
                <a:path w="1637029" h="694689">
                  <a:moveTo>
                    <a:pt x="1637030" y="688848"/>
                  </a:moveTo>
                  <a:lnTo>
                    <a:pt x="1636788" y="688848"/>
                  </a:lnTo>
                  <a:lnTo>
                    <a:pt x="1636788" y="2273"/>
                  </a:lnTo>
                  <a:lnTo>
                    <a:pt x="1636788" y="1003"/>
                  </a:lnTo>
                  <a:lnTo>
                    <a:pt x="1636534" y="1003"/>
                  </a:lnTo>
                  <a:lnTo>
                    <a:pt x="1636534" y="368"/>
                  </a:lnTo>
                  <a:lnTo>
                    <a:pt x="1635518" y="368"/>
                  </a:lnTo>
                  <a:lnTo>
                    <a:pt x="1635518" y="177"/>
                  </a:lnTo>
                  <a:lnTo>
                    <a:pt x="1634845" y="177"/>
                  </a:lnTo>
                  <a:lnTo>
                    <a:pt x="1634490" y="0"/>
                  </a:lnTo>
                  <a:lnTo>
                    <a:pt x="1631442" y="0"/>
                  </a:lnTo>
                  <a:lnTo>
                    <a:pt x="1631442" y="4572"/>
                  </a:lnTo>
                  <a:lnTo>
                    <a:pt x="1631442" y="688848"/>
                  </a:lnTo>
                  <a:lnTo>
                    <a:pt x="5080" y="688848"/>
                  </a:lnTo>
                  <a:lnTo>
                    <a:pt x="5080" y="4572"/>
                  </a:lnTo>
                  <a:lnTo>
                    <a:pt x="1631442" y="4572"/>
                  </a:lnTo>
                  <a:lnTo>
                    <a:pt x="1631442" y="0"/>
                  </a:lnTo>
                  <a:lnTo>
                    <a:pt x="2286" y="0"/>
                  </a:lnTo>
                  <a:lnTo>
                    <a:pt x="1930" y="177"/>
                  </a:lnTo>
                  <a:lnTo>
                    <a:pt x="1270" y="177"/>
                  </a:lnTo>
                  <a:lnTo>
                    <a:pt x="1270" y="508"/>
                  </a:lnTo>
                  <a:lnTo>
                    <a:pt x="762" y="762"/>
                  </a:lnTo>
                  <a:lnTo>
                    <a:pt x="635" y="1003"/>
                  </a:lnTo>
                  <a:lnTo>
                    <a:pt x="0" y="1003"/>
                  </a:lnTo>
                  <a:lnTo>
                    <a:pt x="0" y="2273"/>
                  </a:lnTo>
                  <a:lnTo>
                    <a:pt x="0" y="689178"/>
                  </a:lnTo>
                  <a:lnTo>
                    <a:pt x="0" y="691134"/>
                  </a:lnTo>
                  <a:lnTo>
                    <a:pt x="0" y="693026"/>
                  </a:lnTo>
                  <a:lnTo>
                    <a:pt x="647" y="693077"/>
                  </a:lnTo>
                  <a:lnTo>
                    <a:pt x="762" y="693420"/>
                  </a:lnTo>
                  <a:lnTo>
                    <a:pt x="2286" y="693420"/>
                  </a:lnTo>
                  <a:lnTo>
                    <a:pt x="2540" y="693420"/>
                  </a:lnTo>
                  <a:lnTo>
                    <a:pt x="4572" y="693420"/>
                  </a:lnTo>
                  <a:lnTo>
                    <a:pt x="1631442" y="693420"/>
                  </a:lnTo>
                  <a:lnTo>
                    <a:pt x="1631454" y="694169"/>
                  </a:lnTo>
                  <a:lnTo>
                    <a:pt x="1636788" y="694169"/>
                  </a:lnTo>
                  <a:lnTo>
                    <a:pt x="1636788" y="693420"/>
                  </a:lnTo>
                  <a:lnTo>
                    <a:pt x="1637030" y="693420"/>
                  </a:lnTo>
                  <a:lnTo>
                    <a:pt x="1637030" y="688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208776" y="2518410"/>
            <a:ext cx="610235" cy="2933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8575" rIns="0" bIns="0" rtlCol="0" vert="horz">
            <a:spAutoFit/>
          </a:bodyPr>
          <a:lstStyle/>
          <a:p>
            <a:pPr marL="10795">
              <a:lnSpc>
                <a:spcPts val="2080"/>
              </a:lnSpc>
              <a:spcBef>
                <a:spcPts val="225"/>
              </a:spcBef>
            </a:pPr>
            <a:r>
              <a:rPr dirty="0" sz="1800" spc="-5">
                <a:latin typeface="Arial MT"/>
                <a:cs typeface="Arial MT"/>
              </a:rPr>
              <a:t>part2: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079242" y="2355341"/>
            <a:ext cx="1619885" cy="650240"/>
          </a:xfrm>
          <a:custGeom>
            <a:avLst/>
            <a:gdLst/>
            <a:ahLst/>
            <a:cxnLst/>
            <a:rect l="l" t="t" r="r" b="b"/>
            <a:pathLst>
              <a:path w="1619885" h="650239">
                <a:moveTo>
                  <a:pt x="1619758" y="2032"/>
                </a:moveTo>
                <a:lnTo>
                  <a:pt x="1619123" y="2032"/>
                </a:lnTo>
                <a:lnTo>
                  <a:pt x="1618488" y="762"/>
                </a:lnTo>
                <a:lnTo>
                  <a:pt x="1618488" y="444"/>
                </a:lnTo>
                <a:lnTo>
                  <a:pt x="1617853" y="444"/>
                </a:lnTo>
                <a:lnTo>
                  <a:pt x="1616964" y="0"/>
                </a:lnTo>
                <a:lnTo>
                  <a:pt x="1614678" y="0"/>
                </a:lnTo>
                <a:lnTo>
                  <a:pt x="1614678" y="4572"/>
                </a:lnTo>
                <a:lnTo>
                  <a:pt x="1614678" y="264414"/>
                </a:lnTo>
                <a:lnTo>
                  <a:pt x="1614678" y="384810"/>
                </a:lnTo>
                <a:lnTo>
                  <a:pt x="1614678" y="644652"/>
                </a:lnTo>
                <a:lnTo>
                  <a:pt x="5080" y="644652"/>
                </a:lnTo>
                <a:lnTo>
                  <a:pt x="5080" y="4572"/>
                </a:lnTo>
                <a:lnTo>
                  <a:pt x="1614678" y="4572"/>
                </a:lnTo>
                <a:lnTo>
                  <a:pt x="1614678" y="0"/>
                </a:lnTo>
                <a:lnTo>
                  <a:pt x="2286" y="0"/>
                </a:lnTo>
                <a:lnTo>
                  <a:pt x="1905" y="190"/>
                </a:lnTo>
                <a:lnTo>
                  <a:pt x="1270" y="190"/>
                </a:lnTo>
                <a:lnTo>
                  <a:pt x="1270" y="508"/>
                </a:lnTo>
                <a:lnTo>
                  <a:pt x="762" y="762"/>
                </a:lnTo>
                <a:lnTo>
                  <a:pt x="635" y="1016"/>
                </a:lnTo>
                <a:lnTo>
                  <a:pt x="0" y="1016"/>
                </a:lnTo>
                <a:lnTo>
                  <a:pt x="0" y="2286"/>
                </a:lnTo>
                <a:lnTo>
                  <a:pt x="0" y="646938"/>
                </a:lnTo>
                <a:lnTo>
                  <a:pt x="0" y="648208"/>
                </a:lnTo>
                <a:lnTo>
                  <a:pt x="241" y="648208"/>
                </a:lnTo>
                <a:lnTo>
                  <a:pt x="241" y="648855"/>
                </a:lnTo>
                <a:lnTo>
                  <a:pt x="1270" y="648855"/>
                </a:lnTo>
                <a:lnTo>
                  <a:pt x="1270" y="649033"/>
                </a:lnTo>
                <a:lnTo>
                  <a:pt x="1905" y="649033"/>
                </a:lnTo>
                <a:lnTo>
                  <a:pt x="2286" y="649224"/>
                </a:lnTo>
                <a:lnTo>
                  <a:pt x="2781" y="649224"/>
                </a:lnTo>
                <a:lnTo>
                  <a:pt x="1614678" y="649236"/>
                </a:lnTo>
                <a:lnTo>
                  <a:pt x="1614678" y="649986"/>
                </a:lnTo>
                <a:lnTo>
                  <a:pt x="1619250" y="649986"/>
                </a:lnTo>
                <a:lnTo>
                  <a:pt x="1619250" y="649236"/>
                </a:lnTo>
                <a:lnTo>
                  <a:pt x="1619491" y="649236"/>
                </a:lnTo>
                <a:lnTo>
                  <a:pt x="1619491" y="647192"/>
                </a:lnTo>
                <a:lnTo>
                  <a:pt x="1619758" y="647192"/>
                </a:lnTo>
                <a:lnTo>
                  <a:pt x="1619758" y="384810"/>
                </a:lnTo>
                <a:lnTo>
                  <a:pt x="1619250" y="384810"/>
                </a:lnTo>
                <a:lnTo>
                  <a:pt x="1619250" y="264414"/>
                </a:lnTo>
                <a:lnTo>
                  <a:pt x="1619758" y="264414"/>
                </a:lnTo>
                <a:lnTo>
                  <a:pt x="1619758" y="2286"/>
                </a:lnTo>
                <a:lnTo>
                  <a:pt x="1619758" y="2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595878" y="2518410"/>
            <a:ext cx="624205" cy="2933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8575" rIns="0" bIns="0" rtlCol="0" vert="horz">
            <a:spAutoFit/>
          </a:bodyPr>
          <a:lstStyle/>
          <a:p>
            <a:pPr marL="19685">
              <a:lnSpc>
                <a:spcPts val="2080"/>
              </a:lnSpc>
              <a:spcBef>
                <a:spcPts val="225"/>
              </a:spcBef>
            </a:pPr>
            <a:r>
              <a:rPr dirty="0" sz="1800" spc="-5">
                <a:latin typeface="Arial MT"/>
                <a:cs typeface="Arial MT"/>
              </a:rPr>
              <a:t>part1: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633721" y="2350769"/>
            <a:ext cx="1123950" cy="391795"/>
            <a:chOff x="4633721" y="2350769"/>
            <a:chExt cx="1123950" cy="391795"/>
          </a:xfrm>
        </p:grpSpPr>
        <p:sp>
          <p:nvSpPr>
            <p:cNvPr id="38" name="object 38"/>
            <p:cNvSpPr/>
            <p:nvPr/>
          </p:nvSpPr>
          <p:spPr>
            <a:xfrm>
              <a:off x="5632703" y="2619755"/>
              <a:ext cx="123189" cy="120650"/>
            </a:xfrm>
            <a:custGeom>
              <a:avLst/>
              <a:gdLst/>
              <a:ahLst/>
              <a:cxnLst/>
              <a:rect l="l" t="t" r="r" b="b"/>
              <a:pathLst>
                <a:path w="123189" h="120650">
                  <a:moveTo>
                    <a:pt x="122682" y="120395"/>
                  </a:moveTo>
                  <a:lnTo>
                    <a:pt x="122682" y="0"/>
                  </a:lnTo>
                  <a:lnTo>
                    <a:pt x="0" y="0"/>
                  </a:lnTo>
                  <a:lnTo>
                    <a:pt x="0" y="120395"/>
                  </a:lnTo>
                  <a:lnTo>
                    <a:pt x="122682" y="1203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630417" y="2617469"/>
              <a:ext cx="127635" cy="125095"/>
            </a:xfrm>
            <a:custGeom>
              <a:avLst/>
              <a:gdLst/>
              <a:ahLst/>
              <a:cxnLst/>
              <a:rect l="l" t="t" r="r" b="b"/>
              <a:pathLst>
                <a:path w="127635" h="125094">
                  <a:moveTo>
                    <a:pt x="127254" y="122682"/>
                  </a:moveTo>
                  <a:lnTo>
                    <a:pt x="127254" y="2286"/>
                  </a:lnTo>
                  <a:lnTo>
                    <a:pt x="126492" y="762"/>
                  </a:lnTo>
                  <a:lnTo>
                    <a:pt x="124968" y="0"/>
                  </a:lnTo>
                  <a:lnTo>
                    <a:pt x="2286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122682"/>
                  </a:lnTo>
                  <a:lnTo>
                    <a:pt x="762" y="124968"/>
                  </a:lnTo>
                  <a:lnTo>
                    <a:pt x="2286" y="124968"/>
                  </a:lnTo>
                  <a:lnTo>
                    <a:pt x="2286" y="4572"/>
                  </a:lnTo>
                  <a:lnTo>
                    <a:pt x="4571" y="2286"/>
                  </a:lnTo>
                  <a:lnTo>
                    <a:pt x="4571" y="4572"/>
                  </a:lnTo>
                  <a:lnTo>
                    <a:pt x="121920" y="4572"/>
                  </a:lnTo>
                  <a:lnTo>
                    <a:pt x="121920" y="2286"/>
                  </a:lnTo>
                  <a:lnTo>
                    <a:pt x="124968" y="4572"/>
                  </a:lnTo>
                  <a:lnTo>
                    <a:pt x="124968" y="124968"/>
                  </a:lnTo>
                  <a:lnTo>
                    <a:pt x="126492" y="124968"/>
                  </a:lnTo>
                  <a:lnTo>
                    <a:pt x="127254" y="122682"/>
                  </a:lnTo>
                  <a:close/>
                </a:path>
                <a:path w="127635" h="125094">
                  <a:moveTo>
                    <a:pt x="4571" y="4572"/>
                  </a:moveTo>
                  <a:lnTo>
                    <a:pt x="4571" y="2286"/>
                  </a:lnTo>
                  <a:lnTo>
                    <a:pt x="2286" y="4572"/>
                  </a:lnTo>
                  <a:lnTo>
                    <a:pt x="4571" y="4572"/>
                  </a:lnTo>
                  <a:close/>
                </a:path>
                <a:path w="127635" h="125094">
                  <a:moveTo>
                    <a:pt x="4572" y="120396"/>
                  </a:moveTo>
                  <a:lnTo>
                    <a:pt x="4571" y="4572"/>
                  </a:lnTo>
                  <a:lnTo>
                    <a:pt x="2286" y="4572"/>
                  </a:lnTo>
                  <a:lnTo>
                    <a:pt x="2286" y="120396"/>
                  </a:lnTo>
                  <a:lnTo>
                    <a:pt x="4572" y="120396"/>
                  </a:lnTo>
                  <a:close/>
                </a:path>
                <a:path w="127635" h="125094">
                  <a:moveTo>
                    <a:pt x="124968" y="120396"/>
                  </a:moveTo>
                  <a:lnTo>
                    <a:pt x="2286" y="120396"/>
                  </a:lnTo>
                  <a:lnTo>
                    <a:pt x="4572" y="122682"/>
                  </a:lnTo>
                  <a:lnTo>
                    <a:pt x="4572" y="124968"/>
                  </a:lnTo>
                  <a:lnTo>
                    <a:pt x="121920" y="124968"/>
                  </a:lnTo>
                  <a:lnTo>
                    <a:pt x="121920" y="122682"/>
                  </a:lnTo>
                  <a:lnTo>
                    <a:pt x="124968" y="120396"/>
                  </a:lnTo>
                  <a:close/>
                </a:path>
                <a:path w="127635" h="125094">
                  <a:moveTo>
                    <a:pt x="4572" y="124968"/>
                  </a:moveTo>
                  <a:lnTo>
                    <a:pt x="4572" y="122682"/>
                  </a:lnTo>
                  <a:lnTo>
                    <a:pt x="2286" y="120396"/>
                  </a:lnTo>
                  <a:lnTo>
                    <a:pt x="2286" y="124968"/>
                  </a:lnTo>
                  <a:lnTo>
                    <a:pt x="4572" y="124968"/>
                  </a:lnTo>
                  <a:close/>
                </a:path>
                <a:path w="127635" h="125094">
                  <a:moveTo>
                    <a:pt x="124968" y="4572"/>
                  </a:moveTo>
                  <a:lnTo>
                    <a:pt x="121920" y="2286"/>
                  </a:lnTo>
                  <a:lnTo>
                    <a:pt x="121920" y="4572"/>
                  </a:lnTo>
                  <a:lnTo>
                    <a:pt x="124968" y="4572"/>
                  </a:lnTo>
                  <a:close/>
                </a:path>
                <a:path w="127635" h="125094">
                  <a:moveTo>
                    <a:pt x="124968" y="120396"/>
                  </a:moveTo>
                  <a:lnTo>
                    <a:pt x="124968" y="4572"/>
                  </a:lnTo>
                  <a:lnTo>
                    <a:pt x="121920" y="4572"/>
                  </a:lnTo>
                  <a:lnTo>
                    <a:pt x="121920" y="120396"/>
                  </a:lnTo>
                  <a:lnTo>
                    <a:pt x="124968" y="120396"/>
                  </a:lnTo>
                  <a:close/>
                </a:path>
                <a:path w="127635" h="125094">
                  <a:moveTo>
                    <a:pt x="124968" y="124968"/>
                  </a:moveTo>
                  <a:lnTo>
                    <a:pt x="124968" y="120396"/>
                  </a:lnTo>
                  <a:lnTo>
                    <a:pt x="121920" y="122682"/>
                  </a:lnTo>
                  <a:lnTo>
                    <a:pt x="121920" y="124968"/>
                  </a:lnTo>
                  <a:lnTo>
                    <a:pt x="124968" y="1249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3721" y="2617469"/>
              <a:ext cx="124967" cy="12496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754105" y="2350769"/>
              <a:ext cx="881380" cy="332740"/>
            </a:xfrm>
            <a:custGeom>
              <a:avLst/>
              <a:gdLst/>
              <a:ahLst/>
              <a:cxnLst/>
              <a:rect l="l" t="t" r="r" b="b"/>
              <a:pathLst>
                <a:path w="881379" h="332739">
                  <a:moveTo>
                    <a:pt x="881138" y="329946"/>
                  </a:moveTo>
                  <a:lnTo>
                    <a:pt x="879868" y="329946"/>
                  </a:lnTo>
                  <a:lnTo>
                    <a:pt x="879868" y="328739"/>
                  </a:lnTo>
                  <a:lnTo>
                    <a:pt x="878598" y="328739"/>
                  </a:lnTo>
                  <a:lnTo>
                    <a:pt x="878598" y="327660"/>
                  </a:lnTo>
                  <a:lnTo>
                    <a:pt x="7099" y="327660"/>
                  </a:lnTo>
                  <a:lnTo>
                    <a:pt x="191262" y="157581"/>
                  </a:lnTo>
                  <a:lnTo>
                    <a:pt x="197358" y="163068"/>
                  </a:lnTo>
                  <a:lnTo>
                    <a:pt x="234162" y="183349"/>
                  </a:lnTo>
                  <a:lnTo>
                    <a:pt x="275310" y="187248"/>
                  </a:lnTo>
                  <a:lnTo>
                    <a:pt x="314629" y="174675"/>
                  </a:lnTo>
                  <a:lnTo>
                    <a:pt x="345948" y="145542"/>
                  </a:lnTo>
                  <a:lnTo>
                    <a:pt x="345948" y="144018"/>
                  </a:lnTo>
                  <a:lnTo>
                    <a:pt x="345186" y="142494"/>
                  </a:lnTo>
                  <a:lnTo>
                    <a:pt x="343662" y="142494"/>
                  </a:lnTo>
                  <a:lnTo>
                    <a:pt x="342138" y="143256"/>
                  </a:lnTo>
                  <a:lnTo>
                    <a:pt x="314375" y="169291"/>
                  </a:lnTo>
                  <a:lnTo>
                    <a:pt x="279590" y="181991"/>
                  </a:lnTo>
                  <a:lnTo>
                    <a:pt x="242557" y="180835"/>
                  </a:lnTo>
                  <a:lnTo>
                    <a:pt x="208026" y="165354"/>
                  </a:lnTo>
                  <a:lnTo>
                    <a:pt x="200406" y="159258"/>
                  </a:lnTo>
                  <a:lnTo>
                    <a:pt x="194144" y="153695"/>
                  </a:lnTo>
                  <a:lnTo>
                    <a:pt x="194310" y="153162"/>
                  </a:lnTo>
                  <a:lnTo>
                    <a:pt x="193548" y="151638"/>
                  </a:lnTo>
                  <a:lnTo>
                    <a:pt x="192265" y="151003"/>
                  </a:lnTo>
                  <a:lnTo>
                    <a:pt x="173634" y="119595"/>
                  </a:lnTo>
                  <a:lnTo>
                    <a:pt x="167754" y="83616"/>
                  </a:lnTo>
                  <a:lnTo>
                    <a:pt x="175933" y="48120"/>
                  </a:lnTo>
                  <a:lnTo>
                    <a:pt x="198120" y="16002"/>
                  </a:lnTo>
                  <a:lnTo>
                    <a:pt x="205740" y="9906"/>
                  </a:lnTo>
                  <a:lnTo>
                    <a:pt x="214122" y="4572"/>
                  </a:lnTo>
                  <a:lnTo>
                    <a:pt x="214884" y="3048"/>
                  </a:lnTo>
                  <a:lnTo>
                    <a:pt x="214884" y="762"/>
                  </a:lnTo>
                  <a:lnTo>
                    <a:pt x="213360" y="0"/>
                  </a:lnTo>
                  <a:lnTo>
                    <a:pt x="211074" y="0"/>
                  </a:lnTo>
                  <a:lnTo>
                    <a:pt x="180390" y="30099"/>
                  </a:lnTo>
                  <a:lnTo>
                    <a:pt x="164757" y="67995"/>
                  </a:lnTo>
                  <a:lnTo>
                    <a:pt x="165417" y="108851"/>
                  </a:lnTo>
                  <a:lnTo>
                    <a:pt x="167754" y="113855"/>
                  </a:lnTo>
                  <a:lnTo>
                    <a:pt x="183642" y="147828"/>
                  </a:lnTo>
                  <a:lnTo>
                    <a:pt x="188061" y="153911"/>
                  </a:lnTo>
                  <a:lnTo>
                    <a:pt x="762" y="327660"/>
                  </a:lnTo>
                  <a:lnTo>
                    <a:pt x="0" y="329184"/>
                  </a:lnTo>
                  <a:lnTo>
                    <a:pt x="762" y="330708"/>
                  </a:lnTo>
                  <a:lnTo>
                    <a:pt x="2286" y="331470"/>
                  </a:lnTo>
                  <a:lnTo>
                    <a:pt x="2298" y="332232"/>
                  </a:lnTo>
                  <a:lnTo>
                    <a:pt x="878598" y="332232"/>
                  </a:lnTo>
                  <a:lnTo>
                    <a:pt x="878598" y="332676"/>
                  </a:lnTo>
                  <a:lnTo>
                    <a:pt x="879868" y="332676"/>
                  </a:lnTo>
                  <a:lnTo>
                    <a:pt x="879868" y="331470"/>
                  </a:lnTo>
                  <a:lnTo>
                    <a:pt x="881138" y="331470"/>
                  </a:lnTo>
                  <a:lnTo>
                    <a:pt x="881138" y="3299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94050" y="2418718"/>
              <a:ext cx="240939" cy="263521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3598926" y="4832603"/>
            <a:ext cx="636905" cy="31369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900" spc="-5">
                <a:latin typeface="Arial MT"/>
                <a:cs typeface="Arial MT"/>
              </a:rPr>
              <a:t>part1: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584698" y="4658867"/>
            <a:ext cx="1722755" cy="694690"/>
          </a:xfrm>
          <a:custGeom>
            <a:avLst/>
            <a:gdLst/>
            <a:ahLst/>
            <a:cxnLst/>
            <a:rect l="l" t="t" r="r" b="b"/>
            <a:pathLst>
              <a:path w="1722754" h="694689">
                <a:moveTo>
                  <a:pt x="1722615" y="2032"/>
                </a:moveTo>
                <a:lnTo>
                  <a:pt x="1721980" y="2032"/>
                </a:lnTo>
                <a:lnTo>
                  <a:pt x="1721358" y="774"/>
                </a:lnTo>
                <a:lnTo>
                  <a:pt x="1721345" y="444"/>
                </a:lnTo>
                <a:lnTo>
                  <a:pt x="1720697" y="444"/>
                </a:lnTo>
                <a:lnTo>
                  <a:pt x="1719834" y="12"/>
                </a:lnTo>
                <a:lnTo>
                  <a:pt x="1717535" y="12"/>
                </a:lnTo>
                <a:lnTo>
                  <a:pt x="1717535" y="4584"/>
                </a:lnTo>
                <a:lnTo>
                  <a:pt x="1717535" y="688860"/>
                </a:lnTo>
                <a:lnTo>
                  <a:pt x="5080" y="688860"/>
                </a:lnTo>
                <a:lnTo>
                  <a:pt x="5080" y="412242"/>
                </a:lnTo>
                <a:lnTo>
                  <a:pt x="4572" y="412242"/>
                </a:lnTo>
                <a:lnTo>
                  <a:pt x="4572" y="283464"/>
                </a:lnTo>
                <a:lnTo>
                  <a:pt x="5080" y="283464"/>
                </a:lnTo>
                <a:lnTo>
                  <a:pt x="5080" y="4584"/>
                </a:lnTo>
                <a:lnTo>
                  <a:pt x="1717535" y="4584"/>
                </a:lnTo>
                <a:lnTo>
                  <a:pt x="1717535" y="12"/>
                </a:lnTo>
                <a:lnTo>
                  <a:pt x="2286" y="12"/>
                </a:lnTo>
                <a:lnTo>
                  <a:pt x="1930" y="190"/>
                </a:lnTo>
                <a:lnTo>
                  <a:pt x="1270" y="190"/>
                </a:lnTo>
                <a:lnTo>
                  <a:pt x="1270" y="520"/>
                </a:lnTo>
                <a:lnTo>
                  <a:pt x="762" y="774"/>
                </a:lnTo>
                <a:lnTo>
                  <a:pt x="635" y="1016"/>
                </a:lnTo>
                <a:lnTo>
                  <a:pt x="0" y="1016"/>
                </a:lnTo>
                <a:lnTo>
                  <a:pt x="0" y="2286"/>
                </a:lnTo>
                <a:lnTo>
                  <a:pt x="0" y="283464"/>
                </a:lnTo>
                <a:lnTo>
                  <a:pt x="0" y="412242"/>
                </a:lnTo>
                <a:lnTo>
                  <a:pt x="0" y="691146"/>
                </a:lnTo>
                <a:lnTo>
                  <a:pt x="0" y="693039"/>
                </a:lnTo>
                <a:lnTo>
                  <a:pt x="254" y="693039"/>
                </a:lnTo>
                <a:lnTo>
                  <a:pt x="254" y="693178"/>
                </a:lnTo>
                <a:lnTo>
                  <a:pt x="673" y="693178"/>
                </a:lnTo>
                <a:lnTo>
                  <a:pt x="762" y="693432"/>
                </a:lnTo>
                <a:lnTo>
                  <a:pt x="2286" y="693432"/>
                </a:lnTo>
                <a:lnTo>
                  <a:pt x="2794" y="693432"/>
                </a:lnTo>
                <a:lnTo>
                  <a:pt x="4572" y="693432"/>
                </a:lnTo>
                <a:lnTo>
                  <a:pt x="1717535" y="693432"/>
                </a:lnTo>
                <a:lnTo>
                  <a:pt x="1717535" y="694182"/>
                </a:lnTo>
                <a:lnTo>
                  <a:pt x="1722107" y="694182"/>
                </a:lnTo>
                <a:lnTo>
                  <a:pt x="1722107" y="693432"/>
                </a:lnTo>
                <a:lnTo>
                  <a:pt x="1722374" y="693432"/>
                </a:lnTo>
                <a:lnTo>
                  <a:pt x="1722374" y="691515"/>
                </a:lnTo>
                <a:lnTo>
                  <a:pt x="1722615" y="691515"/>
                </a:lnTo>
                <a:lnTo>
                  <a:pt x="1722615" y="2286"/>
                </a:lnTo>
                <a:lnTo>
                  <a:pt x="1722615" y="2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134100" y="4832603"/>
            <a:ext cx="636905" cy="31369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90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50"/>
              </a:spcBef>
            </a:pPr>
            <a:r>
              <a:rPr dirty="0" sz="1900" spc="-5">
                <a:latin typeface="Arial MT"/>
                <a:cs typeface="Arial MT"/>
              </a:rPr>
              <a:t>part2: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660392" y="4940046"/>
            <a:ext cx="992505" cy="133350"/>
            <a:chOff x="4660392" y="4940046"/>
            <a:chExt cx="992505" cy="133350"/>
          </a:xfrm>
        </p:grpSpPr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19166" y="4940046"/>
              <a:ext cx="133350" cy="13335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60392" y="4940046"/>
              <a:ext cx="133350" cy="13335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76170" y="411734"/>
            <a:ext cx="408622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Delegation</a:t>
            </a:r>
            <a:r>
              <a:rPr dirty="0" spc="-30"/>
              <a:t> </a:t>
            </a:r>
            <a:r>
              <a:rPr dirty="0"/>
              <a:t>Through</a:t>
            </a:r>
            <a:r>
              <a:rPr dirty="0" spc="-25"/>
              <a:t> </a:t>
            </a:r>
            <a:r>
              <a:rPr dirty="0"/>
              <a:t>Ports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407667"/>
            <a:ext cx="4418330" cy="4634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Delegation can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be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used to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preserve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encapsulation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block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(black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box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vs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white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box)</a:t>
            </a:r>
            <a:endParaRPr sz="2400">
              <a:latin typeface="Arial MT"/>
              <a:cs typeface="Arial MT"/>
            </a:endParaRPr>
          </a:p>
          <a:p>
            <a:pPr marL="355600" marR="89535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Interactions at outer ports of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Block1 are delegated </a:t>
            </a:r>
            <a:r>
              <a:rPr dirty="0" sz="2400">
                <a:latin typeface="Arial MT"/>
                <a:cs typeface="Arial MT"/>
              </a:rPr>
              <a:t>to </a:t>
            </a:r>
            <a:r>
              <a:rPr dirty="0" sz="2400" spc="-5">
                <a:latin typeface="Arial MT"/>
                <a:cs typeface="Arial MT"/>
              </a:rPr>
              <a:t>ports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child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parts</a:t>
            </a:r>
            <a:endParaRPr sz="2400">
              <a:latin typeface="Arial MT"/>
              <a:cs typeface="Arial MT"/>
            </a:endParaRPr>
          </a:p>
          <a:p>
            <a:pPr marL="355600" marR="254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Ports must match (same kind,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type,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direction,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etc.)</a:t>
            </a:r>
            <a:endParaRPr sz="2400">
              <a:latin typeface="Arial MT"/>
              <a:cs typeface="Arial MT"/>
            </a:endParaRPr>
          </a:p>
          <a:p>
            <a:pPr marL="355600" marR="246379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Connectors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u="heavy" sz="2400" spc="-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can</a:t>
            </a:r>
            <a:r>
              <a:rPr dirty="0" sz="2400" i="1">
                <a:latin typeface="Arial"/>
                <a:cs typeface="Arial"/>
              </a:rPr>
              <a:t> </a:t>
            </a:r>
            <a:r>
              <a:rPr dirty="0" sz="2400" spc="-5">
                <a:latin typeface="Arial MT"/>
                <a:cs typeface="Arial MT"/>
              </a:rPr>
              <a:t>cross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boundary without requiring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ports at each level of nested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hierarchy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586984" y="1397508"/>
            <a:ext cx="2889250" cy="2795270"/>
            <a:chOff x="5586984" y="1397508"/>
            <a:chExt cx="2889250" cy="2795270"/>
          </a:xfrm>
        </p:grpSpPr>
        <p:sp>
          <p:nvSpPr>
            <p:cNvPr id="6" name="object 6"/>
            <p:cNvSpPr/>
            <p:nvPr/>
          </p:nvSpPr>
          <p:spPr>
            <a:xfrm>
              <a:off x="5586971" y="1397520"/>
              <a:ext cx="2889250" cy="2795270"/>
            </a:xfrm>
            <a:custGeom>
              <a:avLst/>
              <a:gdLst/>
              <a:ahLst/>
              <a:cxnLst/>
              <a:rect l="l" t="t" r="r" b="b"/>
              <a:pathLst>
                <a:path w="2889250" h="2795270">
                  <a:moveTo>
                    <a:pt x="2113788" y="2365235"/>
                  </a:moveTo>
                  <a:lnTo>
                    <a:pt x="2112276" y="2365235"/>
                  </a:lnTo>
                  <a:lnTo>
                    <a:pt x="2112276" y="1707629"/>
                  </a:lnTo>
                  <a:lnTo>
                    <a:pt x="2112276" y="1700771"/>
                  </a:lnTo>
                  <a:lnTo>
                    <a:pt x="2100846" y="1700771"/>
                  </a:lnTo>
                  <a:lnTo>
                    <a:pt x="2100846" y="1707629"/>
                  </a:lnTo>
                  <a:lnTo>
                    <a:pt x="2106180" y="1707629"/>
                  </a:lnTo>
                  <a:lnTo>
                    <a:pt x="2106180" y="2365235"/>
                  </a:lnTo>
                  <a:lnTo>
                    <a:pt x="2100846" y="2365235"/>
                  </a:lnTo>
                  <a:lnTo>
                    <a:pt x="773430" y="2365235"/>
                  </a:lnTo>
                  <a:lnTo>
                    <a:pt x="773430" y="2370582"/>
                  </a:lnTo>
                  <a:lnTo>
                    <a:pt x="2100846" y="2370582"/>
                  </a:lnTo>
                  <a:lnTo>
                    <a:pt x="2100846" y="2372855"/>
                  </a:lnTo>
                  <a:lnTo>
                    <a:pt x="2112276" y="2372855"/>
                  </a:lnTo>
                  <a:lnTo>
                    <a:pt x="2112276" y="2370582"/>
                  </a:lnTo>
                  <a:lnTo>
                    <a:pt x="2113788" y="2370582"/>
                  </a:lnTo>
                  <a:lnTo>
                    <a:pt x="2113788" y="2365235"/>
                  </a:lnTo>
                  <a:close/>
                </a:path>
                <a:path w="2889250" h="2795270">
                  <a:moveTo>
                    <a:pt x="2888742" y="2782062"/>
                  </a:moveTo>
                  <a:lnTo>
                    <a:pt x="2886468" y="2782062"/>
                  </a:lnTo>
                  <a:lnTo>
                    <a:pt x="2886468" y="2273"/>
                  </a:lnTo>
                  <a:lnTo>
                    <a:pt x="2886456" y="0"/>
                  </a:lnTo>
                  <a:lnTo>
                    <a:pt x="2875788" y="0"/>
                  </a:lnTo>
                  <a:lnTo>
                    <a:pt x="2875788" y="2273"/>
                  </a:lnTo>
                  <a:lnTo>
                    <a:pt x="2875788" y="13703"/>
                  </a:lnTo>
                  <a:lnTo>
                    <a:pt x="2875788" y="2782049"/>
                  </a:lnTo>
                  <a:lnTo>
                    <a:pt x="12966" y="2782049"/>
                  </a:lnTo>
                  <a:lnTo>
                    <a:pt x="12966" y="13703"/>
                  </a:lnTo>
                  <a:lnTo>
                    <a:pt x="2875788" y="13703"/>
                  </a:lnTo>
                  <a:lnTo>
                    <a:pt x="2875788" y="2273"/>
                  </a:lnTo>
                  <a:lnTo>
                    <a:pt x="2298" y="2273"/>
                  </a:lnTo>
                  <a:lnTo>
                    <a:pt x="2298" y="2782062"/>
                  </a:lnTo>
                  <a:lnTo>
                    <a:pt x="0" y="2782062"/>
                  </a:lnTo>
                  <a:lnTo>
                    <a:pt x="0" y="2792730"/>
                  </a:lnTo>
                  <a:lnTo>
                    <a:pt x="2875788" y="2792730"/>
                  </a:lnTo>
                  <a:lnTo>
                    <a:pt x="2875788" y="2795016"/>
                  </a:lnTo>
                  <a:lnTo>
                    <a:pt x="2886456" y="2795016"/>
                  </a:lnTo>
                  <a:lnTo>
                    <a:pt x="2886456" y="2792730"/>
                  </a:lnTo>
                  <a:lnTo>
                    <a:pt x="2888742" y="2792730"/>
                  </a:lnTo>
                  <a:lnTo>
                    <a:pt x="2888742" y="27820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368034" y="3105149"/>
              <a:ext cx="1325245" cy="657860"/>
            </a:xfrm>
            <a:custGeom>
              <a:avLst/>
              <a:gdLst/>
              <a:ahLst/>
              <a:cxnLst/>
              <a:rect l="l" t="t" r="r" b="b"/>
              <a:pathLst>
                <a:path w="1325245" h="657860">
                  <a:moveTo>
                    <a:pt x="1325118" y="657605"/>
                  </a:moveTo>
                  <a:lnTo>
                    <a:pt x="1325118" y="0"/>
                  </a:lnTo>
                  <a:lnTo>
                    <a:pt x="0" y="0"/>
                  </a:lnTo>
                  <a:lnTo>
                    <a:pt x="0" y="657605"/>
                  </a:lnTo>
                  <a:lnTo>
                    <a:pt x="1325118" y="6576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61938" y="3099815"/>
              <a:ext cx="1337310" cy="668655"/>
            </a:xfrm>
            <a:custGeom>
              <a:avLst/>
              <a:gdLst/>
              <a:ahLst/>
              <a:cxnLst/>
              <a:rect l="l" t="t" r="r" b="b"/>
              <a:pathLst>
                <a:path w="1337309" h="668654">
                  <a:moveTo>
                    <a:pt x="1337310" y="0"/>
                  </a:moveTo>
                  <a:lnTo>
                    <a:pt x="1325880" y="0"/>
                  </a:lnTo>
                  <a:lnTo>
                    <a:pt x="1325880" y="11430"/>
                  </a:lnTo>
                  <a:lnTo>
                    <a:pt x="1325880" y="657606"/>
                  </a:lnTo>
                  <a:lnTo>
                    <a:pt x="11430" y="657606"/>
                  </a:lnTo>
                  <a:lnTo>
                    <a:pt x="11430" y="11430"/>
                  </a:lnTo>
                  <a:lnTo>
                    <a:pt x="1325880" y="11430"/>
                  </a:lnTo>
                  <a:lnTo>
                    <a:pt x="1325880" y="0"/>
                  </a:lnTo>
                  <a:lnTo>
                    <a:pt x="0" y="0"/>
                  </a:lnTo>
                  <a:lnTo>
                    <a:pt x="0" y="668274"/>
                  </a:lnTo>
                  <a:lnTo>
                    <a:pt x="6096" y="668274"/>
                  </a:lnTo>
                  <a:lnTo>
                    <a:pt x="11430" y="668274"/>
                  </a:lnTo>
                  <a:lnTo>
                    <a:pt x="1325880" y="668274"/>
                  </a:lnTo>
                  <a:lnTo>
                    <a:pt x="1331214" y="668274"/>
                  </a:lnTo>
                  <a:lnTo>
                    <a:pt x="1337310" y="668274"/>
                  </a:lnTo>
                  <a:lnTo>
                    <a:pt x="133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766052" y="3336289"/>
            <a:ext cx="499109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Child2: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60414" y="2055113"/>
            <a:ext cx="1340485" cy="659130"/>
            <a:chOff x="6360414" y="2055113"/>
            <a:chExt cx="1340485" cy="659130"/>
          </a:xfrm>
        </p:grpSpPr>
        <p:sp>
          <p:nvSpPr>
            <p:cNvPr id="11" name="object 11"/>
            <p:cNvSpPr/>
            <p:nvPr/>
          </p:nvSpPr>
          <p:spPr>
            <a:xfrm>
              <a:off x="6360401" y="2055113"/>
              <a:ext cx="1340485" cy="659130"/>
            </a:xfrm>
            <a:custGeom>
              <a:avLst/>
              <a:gdLst/>
              <a:ahLst/>
              <a:cxnLst/>
              <a:rect l="l" t="t" r="r" b="b"/>
              <a:pathLst>
                <a:path w="1340484" h="659130">
                  <a:moveTo>
                    <a:pt x="1340358" y="652272"/>
                  </a:moveTo>
                  <a:lnTo>
                    <a:pt x="1338846" y="652272"/>
                  </a:lnTo>
                  <a:lnTo>
                    <a:pt x="1338846" y="7620"/>
                  </a:lnTo>
                  <a:lnTo>
                    <a:pt x="1338846" y="0"/>
                  </a:lnTo>
                  <a:lnTo>
                    <a:pt x="1327416" y="0"/>
                  </a:lnTo>
                  <a:lnTo>
                    <a:pt x="1327416" y="7620"/>
                  </a:lnTo>
                  <a:lnTo>
                    <a:pt x="1332750" y="7620"/>
                  </a:lnTo>
                  <a:lnTo>
                    <a:pt x="1332750" y="652272"/>
                  </a:lnTo>
                  <a:lnTo>
                    <a:pt x="1327416" y="652272"/>
                  </a:lnTo>
                  <a:lnTo>
                    <a:pt x="0" y="652272"/>
                  </a:lnTo>
                  <a:lnTo>
                    <a:pt x="0" y="657606"/>
                  </a:lnTo>
                  <a:lnTo>
                    <a:pt x="1327416" y="657606"/>
                  </a:lnTo>
                  <a:lnTo>
                    <a:pt x="1327416" y="659130"/>
                  </a:lnTo>
                  <a:lnTo>
                    <a:pt x="1338846" y="659130"/>
                  </a:lnTo>
                  <a:lnTo>
                    <a:pt x="1338846" y="657606"/>
                  </a:lnTo>
                  <a:lnTo>
                    <a:pt x="1340358" y="657606"/>
                  </a:lnTo>
                  <a:lnTo>
                    <a:pt x="1340358" y="652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368034" y="2062733"/>
              <a:ext cx="1325245" cy="645160"/>
            </a:xfrm>
            <a:custGeom>
              <a:avLst/>
              <a:gdLst/>
              <a:ahLst/>
              <a:cxnLst/>
              <a:rect l="l" t="t" r="r" b="b"/>
              <a:pathLst>
                <a:path w="1325245" h="645160">
                  <a:moveTo>
                    <a:pt x="1325118" y="644651"/>
                  </a:moveTo>
                  <a:lnTo>
                    <a:pt x="1325118" y="0"/>
                  </a:lnTo>
                  <a:lnTo>
                    <a:pt x="0" y="0"/>
                  </a:lnTo>
                  <a:lnTo>
                    <a:pt x="0" y="644651"/>
                  </a:lnTo>
                  <a:lnTo>
                    <a:pt x="1325118" y="644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361938" y="2056637"/>
              <a:ext cx="1337310" cy="656590"/>
            </a:xfrm>
            <a:custGeom>
              <a:avLst/>
              <a:gdLst/>
              <a:ahLst/>
              <a:cxnLst/>
              <a:rect l="l" t="t" r="r" b="b"/>
              <a:pathLst>
                <a:path w="1337309" h="656589">
                  <a:moveTo>
                    <a:pt x="1337310" y="0"/>
                  </a:moveTo>
                  <a:lnTo>
                    <a:pt x="1325880" y="0"/>
                  </a:lnTo>
                  <a:lnTo>
                    <a:pt x="1325880" y="11430"/>
                  </a:lnTo>
                  <a:lnTo>
                    <a:pt x="1325880" y="644652"/>
                  </a:lnTo>
                  <a:lnTo>
                    <a:pt x="11430" y="644652"/>
                  </a:lnTo>
                  <a:lnTo>
                    <a:pt x="11430" y="11430"/>
                  </a:lnTo>
                  <a:lnTo>
                    <a:pt x="1325880" y="11430"/>
                  </a:lnTo>
                  <a:lnTo>
                    <a:pt x="1325880" y="0"/>
                  </a:lnTo>
                  <a:lnTo>
                    <a:pt x="0" y="0"/>
                  </a:lnTo>
                  <a:lnTo>
                    <a:pt x="0" y="656082"/>
                  </a:lnTo>
                  <a:lnTo>
                    <a:pt x="6096" y="656082"/>
                  </a:lnTo>
                  <a:lnTo>
                    <a:pt x="11430" y="656082"/>
                  </a:lnTo>
                  <a:lnTo>
                    <a:pt x="1325880" y="656082"/>
                  </a:lnTo>
                  <a:lnTo>
                    <a:pt x="1331214" y="656082"/>
                  </a:lnTo>
                  <a:lnTo>
                    <a:pt x="1337310" y="656082"/>
                  </a:lnTo>
                  <a:lnTo>
                    <a:pt x="1337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766052" y="2280919"/>
            <a:ext cx="499109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Child1: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06973" y="1428750"/>
            <a:ext cx="2456180" cy="1003300"/>
            <a:chOff x="5506973" y="1428750"/>
            <a:chExt cx="2456180" cy="1003300"/>
          </a:xfrm>
        </p:grpSpPr>
        <p:sp>
          <p:nvSpPr>
            <p:cNvPr id="16" name="object 16"/>
            <p:cNvSpPr/>
            <p:nvPr/>
          </p:nvSpPr>
          <p:spPr>
            <a:xfrm>
              <a:off x="6286499" y="2260853"/>
              <a:ext cx="163830" cy="165735"/>
            </a:xfrm>
            <a:custGeom>
              <a:avLst/>
              <a:gdLst/>
              <a:ahLst/>
              <a:cxnLst/>
              <a:rect l="l" t="t" r="r" b="b"/>
              <a:pathLst>
                <a:path w="163829" h="165735">
                  <a:moveTo>
                    <a:pt x="163829" y="165354"/>
                  </a:moveTo>
                  <a:lnTo>
                    <a:pt x="163829" y="0"/>
                  </a:lnTo>
                  <a:lnTo>
                    <a:pt x="0" y="0"/>
                  </a:lnTo>
                  <a:lnTo>
                    <a:pt x="0" y="165354"/>
                  </a:lnTo>
                  <a:lnTo>
                    <a:pt x="163829" y="1653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81165" y="2255519"/>
              <a:ext cx="174625" cy="176530"/>
            </a:xfrm>
            <a:custGeom>
              <a:avLst/>
              <a:gdLst/>
              <a:ahLst/>
              <a:cxnLst/>
              <a:rect l="l" t="t" r="r" b="b"/>
              <a:pathLst>
                <a:path w="174625" h="176530">
                  <a:moveTo>
                    <a:pt x="174498" y="176021"/>
                  </a:moveTo>
                  <a:lnTo>
                    <a:pt x="174498" y="0"/>
                  </a:lnTo>
                  <a:lnTo>
                    <a:pt x="0" y="0"/>
                  </a:lnTo>
                  <a:lnTo>
                    <a:pt x="0" y="176021"/>
                  </a:lnTo>
                  <a:lnTo>
                    <a:pt x="5333" y="176021"/>
                  </a:lnTo>
                  <a:lnTo>
                    <a:pt x="5333" y="10667"/>
                  </a:lnTo>
                  <a:lnTo>
                    <a:pt x="11429" y="5333"/>
                  </a:lnTo>
                  <a:lnTo>
                    <a:pt x="11429" y="10667"/>
                  </a:lnTo>
                  <a:lnTo>
                    <a:pt x="163829" y="10667"/>
                  </a:lnTo>
                  <a:lnTo>
                    <a:pt x="163829" y="5333"/>
                  </a:lnTo>
                  <a:lnTo>
                    <a:pt x="169163" y="10667"/>
                  </a:lnTo>
                  <a:lnTo>
                    <a:pt x="169163" y="176021"/>
                  </a:lnTo>
                  <a:lnTo>
                    <a:pt x="174498" y="176021"/>
                  </a:lnTo>
                  <a:close/>
                </a:path>
                <a:path w="174625" h="176530">
                  <a:moveTo>
                    <a:pt x="11429" y="10667"/>
                  </a:moveTo>
                  <a:lnTo>
                    <a:pt x="11429" y="5333"/>
                  </a:lnTo>
                  <a:lnTo>
                    <a:pt x="5333" y="10667"/>
                  </a:lnTo>
                  <a:lnTo>
                    <a:pt x="11429" y="10667"/>
                  </a:lnTo>
                  <a:close/>
                </a:path>
                <a:path w="174625" h="176530">
                  <a:moveTo>
                    <a:pt x="11429" y="165353"/>
                  </a:moveTo>
                  <a:lnTo>
                    <a:pt x="11429" y="10667"/>
                  </a:lnTo>
                  <a:lnTo>
                    <a:pt x="5333" y="10667"/>
                  </a:lnTo>
                  <a:lnTo>
                    <a:pt x="5333" y="165353"/>
                  </a:lnTo>
                  <a:lnTo>
                    <a:pt x="11429" y="165353"/>
                  </a:lnTo>
                  <a:close/>
                </a:path>
                <a:path w="174625" h="176530">
                  <a:moveTo>
                    <a:pt x="169163" y="165353"/>
                  </a:moveTo>
                  <a:lnTo>
                    <a:pt x="5333" y="165353"/>
                  </a:lnTo>
                  <a:lnTo>
                    <a:pt x="11429" y="170687"/>
                  </a:lnTo>
                  <a:lnTo>
                    <a:pt x="11429" y="176021"/>
                  </a:lnTo>
                  <a:lnTo>
                    <a:pt x="163829" y="176021"/>
                  </a:lnTo>
                  <a:lnTo>
                    <a:pt x="163829" y="170687"/>
                  </a:lnTo>
                  <a:lnTo>
                    <a:pt x="169163" y="165353"/>
                  </a:lnTo>
                  <a:close/>
                </a:path>
                <a:path w="174625" h="176530">
                  <a:moveTo>
                    <a:pt x="11429" y="176021"/>
                  </a:moveTo>
                  <a:lnTo>
                    <a:pt x="11429" y="170687"/>
                  </a:lnTo>
                  <a:lnTo>
                    <a:pt x="5333" y="165353"/>
                  </a:lnTo>
                  <a:lnTo>
                    <a:pt x="5333" y="176021"/>
                  </a:lnTo>
                  <a:lnTo>
                    <a:pt x="11429" y="176021"/>
                  </a:lnTo>
                  <a:close/>
                </a:path>
                <a:path w="174625" h="176530">
                  <a:moveTo>
                    <a:pt x="169163" y="10667"/>
                  </a:moveTo>
                  <a:lnTo>
                    <a:pt x="163829" y="5333"/>
                  </a:lnTo>
                  <a:lnTo>
                    <a:pt x="163829" y="10667"/>
                  </a:lnTo>
                  <a:lnTo>
                    <a:pt x="169163" y="10667"/>
                  </a:lnTo>
                  <a:close/>
                </a:path>
                <a:path w="174625" h="176530">
                  <a:moveTo>
                    <a:pt x="169163" y="165353"/>
                  </a:moveTo>
                  <a:lnTo>
                    <a:pt x="169163" y="10667"/>
                  </a:lnTo>
                  <a:lnTo>
                    <a:pt x="163829" y="10667"/>
                  </a:lnTo>
                  <a:lnTo>
                    <a:pt x="163829" y="165353"/>
                  </a:lnTo>
                  <a:lnTo>
                    <a:pt x="169163" y="165353"/>
                  </a:lnTo>
                  <a:close/>
                </a:path>
                <a:path w="174625" h="176530">
                  <a:moveTo>
                    <a:pt x="169163" y="176021"/>
                  </a:moveTo>
                  <a:lnTo>
                    <a:pt x="169163" y="165353"/>
                  </a:lnTo>
                  <a:lnTo>
                    <a:pt x="163829" y="170687"/>
                  </a:lnTo>
                  <a:lnTo>
                    <a:pt x="163829" y="176021"/>
                  </a:lnTo>
                  <a:lnTo>
                    <a:pt x="169163" y="176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512307" y="2260853"/>
              <a:ext cx="152400" cy="165735"/>
            </a:xfrm>
            <a:custGeom>
              <a:avLst/>
              <a:gdLst/>
              <a:ahLst/>
              <a:cxnLst/>
              <a:rect l="l" t="t" r="r" b="b"/>
              <a:pathLst>
                <a:path w="152400" h="165735">
                  <a:moveTo>
                    <a:pt x="152400" y="165354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65354"/>
                  </a:lnTo>
                  <a:lnTo>
                    <a:pt x="152400" y="1653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506974" y="2255519"/>
              <a:ext cx="779780" cy="176530"/>
            </a:xfrm>
            <a:custGeom>
              <a:avLst/>
              <a:gdLst/>
              <a:ahLst/>
              <a:cxnLst/>
              <a:rect l="l" t="t" r="r" b="b"/>
              <a:pathLst>
                <a:path w="779779" h="176530">
                  <a:moveTo>
                    <a:pt x="779513" y="83832"/>
                  </a:moveTo>
                  <a:lnTo>
                    <a:pt x="163068" y="82334"/>
                  </a:lnTo>
                  <a:lnTo>
                    <a:pt x="163068" y="0"/>
                  </a:lnTo>
                  <a:lnTo>
                    <a:pt x="152400" y="0"/>
                  </a:lnTo>
                  <a:lnTo>
                    <a:pt x="152400" y="10668"/>
                  </a:lnTo>
                  <a:lnTo>
                    <a:pt x="152400" y="165354"/>
                  </a:lnTo>
                  <a:lnTo>
                    <a:pt x="10668" y="165354"/>
                  </a:lnTo>
                  <a:lnTo>
                    <a:pt x="10668" y="10668"/>
                  </a:lnTo>
                  <a:lnTo>
                    <a:pt x="152400" y="10668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76022"/>
                  </a:lnTo>
                  <a:lnTo>
                    <a:pt x="5334" y="176022"/>
                  </a:lnTo>
                  <a:lnTo>
                    <a:pt x="10668" y="176022"/>
                  </a:lnTo>
                  <a:lnTo>
                    <a:pt x="152400" y="176022"/>
                  </a:lnTo>
                  <a:lnTo>
                    <a:pt x="157734" y="176022"/>
                  </a:lnTo>
                  <a:lnTo>
                    <a:pt x="163068" y="176022"/>
                  </a:lnTo>
                  <a:lnTo>
                    <a:pt x="163068" y="93764"/>
                  </a:lnTo>
                  <a:lnTo>
                    <a:pt x="779513" y="95262"/>
                  </a:lnTo>
                  <a:lnTo>
                    <a:pt x="779513" y="838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629655" y="1428750"/>
              <a:ext cx="2333625" cy="246379"/>
            </a:xfrm>
            <a:custGeom>
              <a:avLst/>
              <a:gdLst/>
              <a:ahLst/>
              <a:cxnLst/>
              <a:rect l="l" t="t" r="r" b="b"/>
              <a:pathLst>
                <a:path w="2333625" h="246380">
                  <a:moveTo>
                    <a:pt x="2333244" y="246125"/>
                  </a:moveTo>
                  <a:lnTo>
                    <a:pt x="2333244" y="0"/>
                  </a:lnTo>
                  <a:lnTo>
                    <a:pt x="0" y="0"/>
                  </a:lnTo>
                  <a:lnTo>
                    <a:pt x="0" y="246125"/>
                  </a:lnTo>
                  <a:lnTo>
                    <a:pt x="2333244" y="246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629655" y="1446463"/>
            <a:ext cx="23336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160">
              <a:lnSpc>
                <a:spcPct val="100000"/>
              </a:lnSpc>
              <a:spcBef>
                <a:spcPts val="95"/>
              </a:spcBef>
            </a:pPr>
            <a:r>
              <a:rPr dirty="0" baseline="3968" sz="2100" spc="-7" b="1">
                <a:latin typeface="Arial"/>
                <a:cs typeface="Arial"/>
              </a:rPr>
              <a:t>ibd</a:t>
            </a:r>
            <a:r>
              <a:rPr dirty="0" baseline="3968" sz="2100" spc="150" b="1">
                <a:latin typeface="Arial"/>
                <a:cs typeface="Arial"/>
              </a:rPr>
              <a:t> </a:t>
            </a:r>
            <a:r>
              <a:rPr dirty="0" sz="1400" spc="-5">
                <a:latin typeface="Arial MT"/>
                <a:cs typeface="Arial MT"/>
              </a:rPr>
              <a:t>[block]Block1[delegation]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65241" y="1418082"/>
            <a:ext cx="2627630" cy="2127250"/>
            <a:chOff x="5365241" y="1418082"/>
            <a:chExt cx="2627630" cy="212725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5241" y="1928621"/>
              <a:ext cx="233934" cy="33527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0195" y="1928621"/>
              <a:ext cx="232409" cy="33527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97929" y="3375660"/>
              <a:ext cx="152400" cy="163195"/>
            </a:xfrm>
            <a:custGeom>
              <a:avLst/>
              <a:gdLst/>
              <a:ahLst/>
              <a:cxnLst/>
              <a:rect l="l" t="t" r="r" b="b"/>
              <a:pathLst>
                <a:path w="152400" h="163195">
                  <a:moveTo>
                    <a:pt x="152400" y="163067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63067"/>
                  </a:lnTo>
                  <a:lnTo>
                    <a:pt x="152400" y="1630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92595" y="3369564"/>
              <a:ext cx="163195" cy="175260"/>
            </a:xfrm>
            <a:custGeom>
              <a:avLst/>
              <a:gdLst/>
              <a:ahLst/>
              <a:cxnLst/>
              <a:rect l="l" t="t" r="r" b="b"/>
              <a:pathLst>
                <a:path w="163195" h="175260">
                  <a:moveTo>
                    <a:pt x="163068" y="175260"/>
                  </a:moveTo>
                  <a:lnTo>
                    <a:pt x="163068" y="0"/>
                  </a:lnTo>
                  <a:lnTo>
                    <a:pt x="0" y="0"/>
                  </a:lnTo>
                  <a:lnTo>
                    <a:pt x="0" y="175260"/>
                  </a:lnTo>
                  <a:lnTo>
                    <a:pt x="5333" y="175260"/>
                  </a:lnTo>
                  <a:lnTo>
                    <a:pt x="5333" y="11430"/>
                  </a:lnTo>
                  <a:lnTo>
                    <a:pt x="10668" y="6096"/>
                  </a:lnTo>
                  <a:lnTo>
                    <a:pt x="10668" y="11430"/>
                  </a:lnTo>
                  <a:lnTo>
                    <a:pt x="152400" y="11430"/>
                  </a:lnTo>
                  <a:lnTo>
                    <a:pt x="152400" y="6096"/>
                  </a:lnTo>
                  <a:lnTo>
                    <a:pt x="157733" y="11430"/>
                  </a:lnTo>
                  <a:lnTo>
                    <a:pt x="157733" y="175260"/>
                  </a:lnTo>
                  <a:lnTo>
                    <a:pt x="163068" y="175260"/>
                  </a:lnTo>
                  <a:close/>
                </a:path>
                <a:path w="163195" h="175260">
                  <a:moveTo>
                    <a:pt x="10668" y="11430"/>
                  </a:moveTo>
                  <a:lnTo>
                    <a:pt x="10668" y="6096"/>
                  </a:lnTo>
                  <a:lnTo>
                    <a:pt x="5333" y="11430"/>
                  </a:lnTo>
                  <a:lnTo>
                    <a:pt x="10668" y="11430"/>
                  </a:lnTo>
                  <a:close/>
                </a:path>
                <a:path w="163195" h="175260">
                  <a:moveTo>
                    <a:pt x="10668" y="163830"/>
                  </a:moveTo>
                  <a:lnTo>
                    <a:pt x="10668" y="11430"/>
                  </a:lnTo>
                  <a:lnTo>
                    <a:pt x="5333" y="11430"/>
                  </a:lnTo>
                  <a:lnTo>
                    <a:pt x="5333" y="163830"/>
                  </a:lnTo>
                  <a:lnTo>
                    <a:pt x="10668" y="163830"/>
                  </a:lnTo>
                  <a:close/>
                </a:path>
                <a:path w="163195" h="175260">
                  <a:moveTo>
                    <a:pt x="157733" y="163830"/>
                  </a:moveTo>
                  <a:lnTo>
                    <a:pt x="5333" y="163830"/>
                  </a:lnTo>
                  <a:lnTo>
                    <a:pt x="10668" y="169163"/>
                  </a:lnTo>
                  <a:lnTo>
                    <a:pt x="10668" y="175260"/>
                  </a:lnTo>
                  <a:lnTo>
                    <a:pt x="152400" y="175260"/>
                  </a:lnTo>
                  <a:lnTo>
                    <a:pt x="152400" y="169163"/>
                  </a:lnTo>
                  <a:lnTo>
                    <a:pt x="157733" y="163830"/>
                  </a:lnTo>
                  <a:close/>
                </a:path>
                <a:path w="163195" h="175260">
                  <a:moveTo>
                    <a:pt x="10668" y="175260"/>
                  </a:moveTo>
                  <a:lnTo>
                    <a:pt x="10668" y="169163"/>
                  </a:lnTo>
                  <a:lnTo>
                    <a:pt x="5333" y="163830"/>
                  </a:lnTo>
                  <a:lnTo>
                    <a:pt x="5333" y="175260"/>
                  </a:lnTo>
                  <a:lnTo>
                    <a:pt x="10668" y="175260"/>
                  </a:lnTo>
                  <a:close/>
                </a:path>
                <a:path w="163195" h="175260">
                  <a:moveTo>
                    <a:pt x="157733" y="11430"/>
                  </a:moveTo>
                  <a:lnTo>
                    <a:pt x="152400" y="6096"/>
                  </a:lnTo>
                  <a:lnTo>
                    <a:pt x="152400" y="11430"/>
                  </a:lnTo>
                  <a:lnTo>
                    <a:pt x="157733" y="11430"/>
                  </a:lnTo>
                  <a:close/>
                </a:path>
                <a:path w="163195" h="175260">
                  <a:moveTo>
                    <a:pt x="157733" y="163830"/>
                  </a:moveTo>
                  <a:lnTo>
                    <a:pt x="157733" y="11430"/>
                  </a:lnTo>
                  <a:lnTo>
                    <a:pt x="152400" y="11430"/>
                  </a:lnTo>
                  <a:lnTo>
                    <a:pt x="152400" y="163830"/>
                  </a:lnTo>
                  <a:lnTo>
                    <a:pt x="157733" y="163830"/>
                  </a:lnTo>
                  <a:close/>
                </a:path>
                <a:path w="163195" h="175260">
                  <a:moveTo>
                    <a:pt x="157733" y="175260"/>
                  </a:moveTo>
                  <a:lnTo>
                    <a:pt x="157733" y="163830"/>
                  </a:lnTo>
                  <a:lnTo>
                    <a:pt x="152400" y="169163"/>
                  </a:lnTo>
                  <a:lnTo>
                    <a:pt x="152400" y="175260"/>
                  </a:lnTo>
                  <a:lnTo>
                    <a:pt x="157733" y="175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512307" y="3375660"/>
              <a:ext cx="163195" cy="163195"/>
            </a:xfrm>
            <a:custGeom>
              <a:avLst/>
              <a:gdLst/>
              <a:ahLst/>
              <a:cxnLst/>
              <a:rect l="l" t="t" r="r" b="b"/>
              <a:pathLst>
                <a:path w="163195" h="163195">
                  <a:moveTo>
                    <a:pt x="163067" y="163067"/>
                  </a:moveTo>
                  <a:lnTo>
                    <a:pt x="163067" y="0"/>
                  </a:lnTo>
                  <a:lnTo>
                    <a:pt x="0" y="0"/>
                  </a:lnTo>
                  <a:lnTo>
                    <a:pt x="0" y="163067"/>
                  </a:lnTo>
                  <a:lnTo>
                    <a:pt x="163067" y="1630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506974" y="1418094"/>
              <a:ext cx="2486025" cy="2127250"/>
            </a:xfrm>
            <a:custGeom>
              <a:avLst/>
              <a:gdLst/>
              <a:ahLst/>
              <a:cxnLst/>
              <a:rect l="l" t="t" r="r" b="b"/>
              <a:pathLst>
                <a:path w="2486025" h="2127250">
                  <a:moveTo>
                    <a:pt x="152400" y="2038350"/>
                  </a:moveTo>
                  <a:lnTo>
                    <a:pt x="150876" y="2036826"/>
                  </a:lnTo>
                  <a:lnTo>
                    <a:pt x="114300" y="1988820"/>
                  </a:lnTo>
                  <a:lnTo>
                    <a:pt x="105918" y="1995678"/>
                  </a:lnTo>
                  <a:lnTo>
                    <a:pt x="136436" y="2035937"/>
                  </a:lnTo>
                  <a:lnTo>
                    <a:pt x="28943" y="2034540"/>
                  </a:lnTo>
                  <a:lnTo>
                    <a:pt x="28943" y="2045208"/>
                  </a:lnTo>
                  <a:lnTo>
                    <a:pt x="131546" y="2046541"/>
                  </a:lnTo>
                  <a:lnTo>
                    <a:pt x="105918" y="2071116"/>
                  </a:lnTo>
                  <a:lnTo>
                    <a:pt x="113538" y="2078736"/>
                  </a:lnTo>
                  <a:lnTo>
                    <a:pt x="142494" y="2050986"/>
                  </a:lnTo>
                  <a:lnTo>
                    <a:pt x="150114" y="2043684"/>
                  </a:lnTo>
                  <a:lnTo>
                    <a:pt x="152400" y="2042160"/>
                  </a:lnTo>
                  <a:lnTo>
                    <a:pt x="152400" y="2038350"/>
                  </a:lnTo>
                  <a:close/>
                </a:path>
                <a:path w="2486025" h="2127250">
                  <a:moveTo>
                    <a:pt x="790956" y="2036064"/>
                  </a:moveTo>
                  <a:lnTo>
                    <a:pt x="174498" y="2034565"/>
                  </a:lnTo>
                  <a:lnTo>
                    <a:pt x="174498" y="1951469"/>
                  </a:lnTo>
                  <a:lnTo>
                    <a:pt x="163068" y="1951469"/>
                  </a:lnTo>
                  <a:lnTo>
                    <a:pt x="163068" y="1962899"/>
                  </a:lnTo>
                  <a:lnTo>
                    <a:pt x="163068" y="2115299"/>
                  </a:lnTo>
                  <a:lnTo>
                    <a:pt x="10668" y="2115299"/>
                  </a:lnTo>
                  <a:lnTo>
                    <a:pt x="10668" y="1962899"/>
                  </a:lnTo>
                  <a:lnTo>
                    <a:pt x="163068" y="1962899"/>
                  </a:lnTo>
                  <a:lnTo>
                    <a:pt x="163068" y="1951469"/>
                  </a:lnTo>
                  <a:lnTo>
                    <a:pt x="0" y="1951469"/>
                  </a:lnTo>
                  <a:lnTo>
                    <a:pt x="0" y="2126729"/>
                  </a:lnTo>
                  <a:lnTo>
                    <a:pt x="5334" y="2126729"/>
                  </a:lnTo>
                  <a:lnTo>
                    <a:pt x="10668" y="2126729"/>
                  </a:lnTo>
                  <a:lnTo>
                    <a:pt x="163068" y="2126729"/>
                  </a:lnTo>
                  <a:lnTo>
                    <a:pt x="168402" y="2126729"/>
                  </a:lnTo>
                  <a:lnTo>
                    <a:pt x="174498" y="2126729"/>
                  </a:lnTo>
                  <a:lnTo>
                    <a:pt x="174498" y="2045233"/>
                  </a:lnTo>
                  <a:lnTo>
                    <a:pt x="790956" y="2046732"/>
                  </a:lnTo>
                  <a:lnTo>
                    <a:pt x="790956" y="2036064"/>
                  </a:lnTo>
                  <a:close/>
                </a:path>
                <a:path w="2486025" h="2127250">
                  <a:moveTo>
                    <a:pt x="938009" y="2038337"/>
                  </a:moveTo>
                  <a:lnTo>
                    <a:pt x="937247" y="2036813"/>
                  </a:lnTo>
                  <a:lnTo>
                    <a:pt x="888479" y="1988045"/>
                  </a:lnTo>
                  <a:lnTo>
                    <a:pt x="880859" y="1996427"/>
                  </a:lnTo>
                  <a:lnTo>
                    <a:pt x="920343" y="2035924"/>
                  </a:lnTo>
                  <a:lnTo>
                    <a:pt x="802386" y="2034540"/>
                  </a:lnTo>
                  <a:lnTo>
                    <a:pt x="802386" y="2045208"/>
                  </a:lnTo>
                  <a:lnTo>
                    <a:pt x="913726" y="2046528"/>
                  </a:lnTo>
                  <a:lnTo>
                    <a:pt x="881621" y="2070341"/>
                  </a:lnTo>
                  <a:lnTo>
                    <a:pt x="887717" y="2079485"/>
                  </a:lnTo>
                  <a:lnTo>
                    <a:pt x="928865" y="2049449"/>
                  </a:lnTo>
                  <a:lnTo>
                    <a:pt x="935723" y="2044433"/>
                  </a:lnTo>
                  <a:lnTo>
                    <a:pt x="938009" y="2042147"/>
                  </a:lnTo>
                  <a:lnTo>
                    <a:pt x="938009" y="2038337"/>
                  </a:lnTo>
                  <a:close/>
                </a:path>
                <a:path w="2486025" h="2127250">
                  <a:moveTo>
                    <a:pt x="2485644" y="0"/>
                  </a:moveTo>
                  <a:lnTo>
                    <a:pt x="2474214" y="0"/>
                  </a:lnTo>
                  <a:lnTo>
                    <a:pt x="2474214" y="209524"/>
                  </a:lnTo>
                  <a:lnTo>
                    <a:pt x="2406396" y="276606"/>
                  </a:lnTo>
                  <a:lnTo>
                    <a:pt x="74676" y="275082"/>
                  </a:lnTo>
                  <a:lnTo>
                    <a:pt x="74676" y="286512"/>
                  </a:lnTo>
                  <a:lnTo>
                    <a:pt x="2410206" y="288036"/>
                  </a:lnTo>
                  <a:lnTo>
                    <a:pt x="2410206" y="280797"/>
                  </a:lnTo>
                  <a:lnTo>
                    <a:pt x="2414016" y="284988"/>
                  </a:lnTo>
                  <a:lnTo>
                    <a:pt x="2474214" y="224790"/>
                  </a:lnTo>
                  <a:lnTo>
                    <a:pt x="2476500" y="222504"/>
                  </a:lnTo>
                  <a:lnTo>
                    <a:pt x="2484882" y="214122"/>
                  </a:lnTo>
                  <a:lnTo>
                    <a:pt x="2485644" y="212598"/>
                  </a:lnTo>
                  <a:lnTo>
                    <a:pt x="24856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57447" y="412495"/>
            <a:ext cx="192595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Parametrics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5301" y="1176019"/>
            <a:ext cx="7545705" cy="4046854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54965" marR="1008380" indent="-342900">
              <a:lnSpc>
                <a:spcPts val="2160"/>
              </a:lnSpc>
              <a:spcBef>
                <a:spcPts val="37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Used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express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constraints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(equations)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between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value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properties</a:t>
            </a:r>
            <a:endParaRPr sz="2000">
              <a:latin typeface="Arial MT"/>
              <a:cs typeface="Arial MT"/>
            </a:endParaRPr>
          </a:p>
          <a:p>
            <a:pPr lvl="1" marL="755015" marR="2591435" indent="-285750">
              <a:lnSpc>
                <a:spcPts val="1939"/>
              </a:lnSpc>
              <a:spcBef>
                <a:spcPts val="44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Provides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support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engineering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analysis </a:t>
            </a:r>
            <a:r>
              <a:rPr dirty="0" sz="1800" spc="-48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(e.g.,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performance,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reliability)</a:t>
            </a:r>
            <a:endParaRPr sz="18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1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Facilitates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identification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critical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performance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properties</a:t>
            </a:r>
            <a:endParaRPr sz="18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34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Constraint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block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captures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equations</a:t>
            </a:r>
            <a:endParaRPr sz="2000">
              <a:latin typeface="Arial MT"/>
              <a:cs typeface="Arial MT"/>
            </a:endParaRPr>
          </a:p>
          <a:p>
            <a:pPr lvl="1" marL="755650" marR="788035" indent="-285750">
              <a:lnSpc>
                <a:spcPts val="1939"/>
              </a:lnSpc>
              <a:spcBef>
                <a:spcPts val="47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Expression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language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formal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(e.g.,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MathML,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OCL)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or </a:t>
            </a:r>
            <a:r>
              <a:rPr dirty="0" sz="1800" spc="-48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informal</a:t>
            </a:r>
            <a:endParaRPr sz="1800">
              <a:latin typeface="Arial MT"/>
              <a:cs typeface="Arial MT"/>
            </a:endParaRPr>
          </a:p>
          <a:p>
            <a:pPr lvl="1" marL="755650" marR="233045" indent="-285750">
              <a:lnSpc>
                <a:spcPts val="1939"/>
              </a:lnSpc>
              <a:spcBef>
                <a:spcPts val="44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Computational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engine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applicable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analysis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tool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 </a:t>
            </a:r>
            <a:r>
              <a:rPr dirty="0" sz="1800" spc="-484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not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SysML</a:t>
            </a:r>
            <a:endParaRPr sz="1800">
              <a:latin typeface="Arial MT"/>
              <a:cs typeface="Arial MT"/>
            </a:endParaRPr>
          </a:p>
          <a:p>
            <a:pPr marL="354965" marR="248285" indent="-342900">
              <a:lnSpc>
                <a:spcPts val="2160"/>
              </a:lnSpc>
              <a:spcBef>
                <a:spcPts val="48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Parametric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represents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usage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constraints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analysis context</a:t>
            </a:r>
            <a:endParaRPr sz="2000">
              <a:latin typeface="Arial MT"/>
              <a:cs typeface="Arial MT"/>
            </a:endParaRPr>
          </a:p>
          <a:p>
            <a:pPr lvl="1" marL="755650" marR="5080" indent="-285750">
              <a:lnSpc>
                <a:spcPts val="1939"/>
              </a:lnSpc>
              <a:spcBef>
                <a:spcPts val="44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Binding </a:t>
            </a:r>
            <a:r>
              <a:rPr dirty="0" sz="1800" spc="-5">
                <a:latin typeface="Arial MT"/>
                <a:cs typeface="Arial MT"/>
              </a:rPr>
              <a:t>of </a:t>
            </a:r>
            <a:r>
              <a:rPr dirty="0" sz="1800">
                <a:latin typeface="Arial MT"/>
                <a:cs typeface="Arial MT"/>
              </a:rPr>
              <a:t>constraint </a:t>
            </a:r>
            <a:r>
              <a:rPr dirty="0" sz="1800" spc="-5">
                <a:latin typeface="Arial MT"/>
                <a:cs typeface="Arial MT"/>
              </a:rPr>
              <a:t>parameters </a:t>
            </a:r>
            <a:r>
              <a:rPr dirty="0" sz="1800">
                <a:latin typeface="Arial MT"/>
                <a:cs typeface="Arial MT"/>
              </a:rPr>
              <a:t>to value </a:t>
            </a:r>
            <a:r>
              <a:rPr dirty="0" sz="1800" spc="-5">
                <a:latin typeface="Arial MT"/>
                <a:cs typeface="Arial MT"/>
              </a:rPr>
              <a:t>properties of blocks </a:t>
            </a:r>
            <a:r>
              <a:rPr dirty="0" sz="1800">
                <a:latin typeface="Arial MT"/>
                <a:cs typeface="Arial MT"/>
              </a:rPr>
              <a:t>(e.g.,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vehicle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mass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bound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parameter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‘m’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F= m </a:t>
            </a:r>
            <a:r>
              <a:rPr dirty="0" sz="1800">
                <a:latin typeface="Symbol"/>
                <a:cs typeface="Symbol"/>
              </a:rPr>
              <a:t>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Arial MT"/>
                <a:cs typeface="Arial MT"/>
              </a:rPr>
              <a:t>a)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80110" y="5645658"/>
            <a:ext cx="7391400" cy="742950"/>
            <a:chOff x="880110" y="5645658"/>
            <a:chExt cx="7391400" cy="7429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214" y="5715762"/>
              <a:ext cx="7250430" cy="6019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0110" y="5645658"/>
              <a:ext cx="7391399" cy="701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872" y="6317742"/>
              <a:ext cx="7389876" cy="708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0110" y="5646420"/>
              <a:ext cx="70103" cy="7421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00643" y="5646420"/>
              <a:ext cx="70865" cy="7421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69135" y="5711952"/>
              <a:ext cx="6254495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445005" y="5630671"/>
            <a:ext cx="6263005" cy="68389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198880" marR="5080" indent="-1186815">
              <a:lnSpc>
                <a:spcPts val="2300"/>
              </a:lnSpc>
              <a:spcBef>
                <a:spcPts val="66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Parametrics Enable Integration of Engineering </a:t>
            </a:r>
            <a:r>
              <a:rPr dirty="0" sz="2400" spc="-6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9301" y="412495"/>
            <a:ext cx="42608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Defining</a:t>
            </a:r>
            <a:r>
              <a:rPr dirty="0" spc="-40"/>
              <a:t> </a:t>
            </a:r>
            <a:r>
              <a:rPr dirty="0"/>
              <a:t>Vehicle</a:t>
            </a:r>
            <a:r>
              <a:rPr dirty="0" spc="-35"/>
              <a:t> </a:t>
            </a:r>
            <a:r>
              <a:rPr dirty="0"/>
              <a:t>Dynamics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0277" y="5569458"/>
            <a:ext cx="7668259" cy="742950"/>
            <a:chOff x="700277" y="5569458"/>
            <a:chExt cx="7668259" cy="7429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143" y="5639562"/>
              <a:ext cx="7526274" cy="6019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0277" y="5569458"/>
              <a:ext cx="7668005" cy="70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039" y="6241542"/>
              <a:ext cx="7666482" cy="708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277" y="5570220"/>
              <a:ext cx="70865" cy="7421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97418" y="5570220"/>
              <a:ext cx="70865" cy="7421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9616" y="5785104"/>
              <a:ext cx="6114288" cy="3413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23744" y="611733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 h="0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8E1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479296" y="5700774"/>
            <a:ext cx="61087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Defining Reusable Equations for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Parametrics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6677" y="1021476"/>
            <a:ext cx="7999577" cy="434098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25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8001" y="6513628"/>
            <a:ext cx="593090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  <a:tabLst>
                <a:tab pos="1621790" algn="l"/>
              </a:tabLst>
            </a:pPr>
            <a:r>
              <a:rPr dirty="0" sz="1400" spc="-10">
                <a:latin typeface="Arial MT"/>
                <a:cs typeface="Arial MT"/>
              </a:rPr>
              <a:t>4/15/2008	</a:t>
            </a: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5121" y="6484110"/>
            <a:ext cx="2235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34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0157" y="412495"/>
            <a:ext cx="427990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Vehicle</a:t>
            </a:r>
            <a:r>
              <a:rPr dirty="0" spc="-45"/>
              <a:t> </a:t>
            </a:r>
            <a:r>
              <a:rPr dirty="0"/>
              <a:t>Dynamics</a:t>
            </a:r>
            <a:r>
              <a:rPr dirty="0" spc="-40"/>
              <a:t> </a:t>
            </a:r>
            <a:r>
              <a:rPr dirty="0"/>
              <a:t>Analysis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89609" y="6112002"/>
            <a:ext cx="7391400" cy="704850"/>
            <a:chOff x="689609" y="6112002"/>
            <a:chExt cx="7391400" cy="7048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903" y="6179058"/>
              <a:ext cx="7258050" cy="5715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609" y="6112002"/>
              <a:ext cx="7391399" cy="670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371" y="6750558"/>
              <a:ext cx="7389876" cy="6629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609" y="6112764"/>
              <a:ext cx="66293" cy="7040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13953" y="6112764"/>
              <a:ext cx="67055" cy="7040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6527" y="6163056"/>
              <a:ext cx="6467855" cy="62788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51636" y="6077966"/>
            <a:ext cx="6466840" cy="6838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423035" marR="5080" indent="-1410970">
              <a:lnSpc>
                <a:spcPct val="80000"/>
              </a:lnSpc>
              <a:spcBef>
                <a:spcPts val="675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the Equations</a:t>
            </a:r>
            <a:r>
              <a:rPr dirty="0" sz="2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 Parametric Diagram</a:t>
            </a:r>
            <a:r>
              <a:rPr dirty="0" sz="2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dirty="0" sz="2400" spc="-6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Constrain</a:t>
            </a:r>
            <a:r>
              <a:rPr dirty="0" sz="2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r>
              <a:rPr dirty="0" sz="2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Properties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02655" y="950691"/>
            <a:ext cx="4895490" cy="498918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48510" y="315722"/>
            <a:ext cx="4740910" cy="6356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009A9A"/>
                </a:solidFill>
              </a:rPr>
              <a:t>Behavioral</a:t>
            </a:r>
            <a:r>
              <a:rPr dirty="0" sz="4000" spc="-95">
                <a:solidFill>
                  <a:srgbClr val="009A9A"/>
                </a:solidFill>
              </a:rPr>
              <a:t> </a:t>
            </a:r>
            <a:r>
              <a:rPr dirty="0" sz="4000" spc="-5">
                <a:solidFill>
                  <a:srgbClr val="009A9A"/>
                </a:solidFill>
              </a:rPr>
              <a:t>Diagrams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298704" y="2657855"/>
            <a:ext cx="4966335" cy="1731010"/>
            <a:chOff x="298704" y="2657855"/>
            <a:chExt cx="4966335" cy="1731010"/>
          </a:xfrm>
        </p:grpSpPr>
        <p:sp>
          <p:nvSpPr>
            <p:cNvPr id="5" name="object 5"/>
            <p:cNvSpPr/>
            <p:nvPr/>
          </p:nvSpPr>
          <p:spPr>
            <a:xfrm>
              <a:off x="304800" y="2663951"/>
              <a:ext cx="4953000" cy="1717675"/>
            </a:xfrm>
            <a:custGeom>
              <a:avLst/>
              <a:gdLst/>
              <a:ahLst/>
              <a:cxnLst/>
              <a:rect l="l" t="t" r="r" b="b"/>
              <a:pathLst>
                <a:path w="4953000" h="1717675">
                  <a:moveTo>
                    <a:pt x="4953000" y="1717548"/>
                  </a:moveTo>
                  <a:lnTo>
                    <a:pt x="4953000" y="0"/>
                  </a:lnTo>
                  <a:lnTo>
                    <a:pt x="0" y="0"/>
                  </a:lnTo>
                  <a:lnTo>
                    <a:pt x="0" y="1717548"/>
                  </a:lnTo>
                  <a:lnTo>
                    <a:pt x="4953000" y="1717548"/>
                  </a:lnTo>
                  <a:close/>
                </a:path>
              </a:pathLst>
            </a:custGeom>
            <a:solidFill>
              <a:srgbClr val="FFD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98704" y="2657855"/>
              <a:ext cx="4966335" cy="1731010"/>
            </a:xfrm>
            <a:custGeom>
              <a:avLst/>
              <a:gdLst/>
              <a:ahLst/>
              <a:cxnLst/>
              <a:rect l="l" t="t" r="r" b="b"/>
              <a:pathLst>
                <a:path w="4966335" h="1731010">
                  <a:moveTo>
                    <a:pt x="4965954" y="1730502"/>
                  </a:moveTo>
                  <a:lnTo>
                    <a:pt x="4965954" y="0"/>
                  </a:lnTo>
                  <a:lnTo>
                    <a:pt x="0" y="0"/>
                  </a:lnTo>
                  <a:lnTo>
                    <a:pt x="0" y="1730502"/>
                  </a:lnTo>
                  <a:lnTo>
                    <a:pt x="6096" y="1730502"/>
                  </a:lnTo>
                  <a:lnTo>
                    <a:pt x="6096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4953000" y="12954"/>
                  </a:lnTo>
                  <a:lnTo>
                    <a:pt x="4953000" y="6095"/>
                  </a:lnTo>
                  <a:lnTo>
                    <a:pt x="4959096" y="12954"/>
                  </a:lnTo>
                  <a:lnTo>
                    <a:pt x="4959096" y="1730502"/>
                  </a:lnTo>
                  <a:lnTo>
                    <a:pt x="4965954" y="1730502"/>
                  </a:lnTo>
                  <a:close/>
                </a:path>
                <a:path w="4966335" h="1731010">
                  <a:moveTo>
                    <a:pt x="12954" y="12954"/>
                  </a:moveTo>
                  <a:lnTo>
                    <a:pt x="12954" y="6096"/>
                  </a:lnTo>
                  <a:lnTo>
                    <a:pt x="6096" y="12954"/>
                  </a:lnTo>
                  <a:lnTo>
                    <a:pt x="12954" y="12954"/>
                  </a:lnTo>
                  <a:close/>
                </a:path>
                <a:path w="4966335" h="1731010">
                  <a:moveTo>
                    <a:pt x="12954" y="1717548"/>
                  </a:moveTo>
                  <a:lnTo>
                    <a:pt x="12954" y="12954"/>
                  </a:lnTo>
                  <a:lnTo>
                    <a:pt x="6096" y="12954"/>
                  </a:lnTo>
                  <a:lnTo>
                    <a:pt x="6096" y="1717548"/>
                  </a:lnTo>
                  <a:lnTo>
                    <a:pt x="12954" y="1717548"/>
                  </a:lnTo>
                  <a:close/>
                </a:path>
                <a:path w="4966335" h="1731010">
                  <a:moveTo>
                    <a:pt x="4959096" y="1717548"/>
                  </a:moveTo>
                  <a:lnTo>
                    <a:pt x="6096" y="1717548"/>
                  </a:lnTo>
                  <a:lnTo>
                    <a:pt x="12954" y="1723644"/>
                  </a:lnTo>
                  <a:lnTo>
                    <a:pt x="12954" y="1730502"/>
                  </a:lnTo>
                  <a:lnTo>
                    <a:pt x="4953000" y="1730502"/>
                  </a:lnTo>
                  <a:lnTo>
                    <a:pt x="4953000" y="1723644"/>
                  </a:lnTo>
                  <a:lnTo>
                    <a:pt x="4959096" y="1717548"/>
                  </a:lnTo>
                  <a:close/>
                </a:path>
                <a:path w="4966335" h="1731010">
                  <a:moveTo>
                    <a:pt x="12954" y="1730502"/>
                  </a:moveTo>
                  <a:lnTo>
                    <a:pt x="12954" y="1723644"/>
                  </a:lnTo>
                  <a:lnTo>
                    <a:pt x="6096" y="1717548"/>
                  </a:lnTo>
                  <a:lnTo>
                    <a:pt x="6096" y="1730502"/>
                  </a:lnTo>
                  <a:lnTo>
                    <a:pt x="12954" y="1730502"/>
                  </a:lnTo>
                  <a:close/>
                </a:path>
                <a:path w="4966335" h="1731010">
                  <a:moveTo>
                    <a:pt x="4959096" y="12954"/>
                  </a:moveTo>
                  <a:lnTo>
                    <a:pt x="4953000" y="6095"/>
                  </a:lnTo>
                  <a:lnTo>
                    <a:pt x="4953000" y="12954"/>
                  </a:lnTo>
                  <a:lnTo>
                    <a:pt x="4959096" y="12954"/>
                  </a:lnTo>
                  <a:close/>
                </a:path>
                <a:path w="4966335" h="1731010">
                  <a:moveTo>
                    <a:pt x="4959096" y="1717548"/>
                  </a:moveTo>
                  <a:lnTo>
                    <a:pt x="4959096" y="12954"/>
                  </a:lnTo>
                  <a:lnTo>
                    <a:pt x="4953000" y="12954"/>
                  </a:lnTo>
                  <a:lnTo>
                    <a:pt x="4953000" y="1717548"/>
                  </a:lnTo>
                  <a:lnTo>
                    <a:pt x="4959096" y="1717548"/>
                  </a:lnTo>
                  <a:close/>
                </a:path>
                <a:path w="4966335" h="1731010">
                  <a:moveTo>
                    <a:pt x="4959096" y="1730502"/>
                  </a:moveTo>
                  <a:lnTo>
                    <a:pt x="4959096" y="1717548"/>
                  </a:lnTo>
                  <a:lnTo>
                    <a:pt x="4953000" y="1723644"/>
                  </a:lnTo>
                  <a:lnTo>
                    <a:pt x="4953000" y="1730502"/>
                  </a:lnTo>
                  <a:lnTo>
                    <a:pt x="4959096" y="1730502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546092" y="1875282"/>
            <a:ext cx="995680" cy="497840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</a:pPr>
            <a:r>
              <a:rPr dirty="0" sz="850" spc="10" b="1" i="1">
                <a:latin typeface="Arial"/>
                <a:cs typeface="Arial"/>
              </a:rPr>
              <a:t>SysML</a:t>
            </a:r>
            <a:r>
              <a:rPr dirty="0" sz="850" spc="-35" b="1" i="1">
                <a:latin typeface="Arial"/>
                <a:cs typeface="Arial"/>
              </a:rPr>
              <a:t> </a:t>
            </a:r>
            <a:r>
              <a:rPr dirty="0" sz="850" spc="10" b="1" i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2711" y="3740658"/>
            <a:ext cx="995680" cy="497840"/>
          </a:xfrm>
          <a:prstGeom prst="rect">
            <a:avLst/>
          </a:prstGeom>
          <a:solidFill>
            <a:srgbClr val="FFFFFF"/>
          </a:solidFill>
          <a:ln w="3314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Times New Roman"/>
              <a:cs typeface="Times New Roman"/>
            </a:endParaRPr>
          </a:p>
          <a:p>
            <a:pPr marL="276225" marR="240665" indent="-28575">
              <a:lnSpc>
                <a:spcPct val="103000"/>
              </a:lnSpc>
            </a:pPr>
            <a:r>
              <a:rPr dirty="0" sz="850" spc="10" b="1">
                <a:latin typeface="Arial"/>
                <a:cs typeface="Arial"/>
              </a:rPr>
              <a:t>Use</a:t>
            </a:r>
            <a:r>
              <a:rPr dirty="0" sz="850" spc="5" b="1">
                <a:latin typeface="Arial"/>
                <a:cs typeface="Arial"/>
              </a:rPr>
              <a:t> </a:t>
            </a:r>
            <a:r>
              <a:rPr dirty="0" sz="850" spc="5" b="1">
                <a:latin typeface="Arial"/>
                <a:cs typeface="Arial"/>
              </a:rPr>
              <a:t>C</a:t>
            </a:r>
            <a:r>
              <a:rPr dirty="0" sz="850" spc="5" b="1">
                <a:latin typeface="Arial"/>
                <a:cs typeface="Arial"/>
              </a:rPr>
              <a:t>ase  </a:t>
            </a:r>
            <a:r>
              <a:rPr dirty="0" sz="850" spc="5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720" y="3740658"/>
            <a:ext cx="995680" cy="497840"/>
          </a:xfrm>
          <a:prstGeom prst="rect">
            <a:avLst/>
          </a:prstGeom>
          <a:solidFill>
            <a:srgbClr val="FFFFFF"/>
          </a:solidFill>
          <a:ln w="29845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268605" indent="20955">
              <a:lnSpc>
                <a:spcPct val="103000"/>
              </a:lnSpc>
            </a:pPr>
            <a:r>
              <a:rPr dirty="0" sz="850" spc="5" b="1">
                <a:solidFill>
                  <a:srgbClr val="008000"/>
                </a:solidFill>
                <a:latin typeface="Arial"/>
                <a:cs typeface="Arial"/>
              </a:rPr>
              <a:t>Activity </a:t>
            </a:r>
            <a:r>
              <a:rPr dirty="0" sz="850" spc="-22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850" spc="10" b="1">
                <a:solidFill>
                  <a:srgbClr val="008000"/>
                </a:solidFill>
                <a:latin typeface="Arial"/>
                <a:cs typeface="Arial"/>
              </a:rPr>
              <a:t>Dia</a:t>
            </a:r>
            <a:r>
              <a:rPr dirty="0" sz="850" spc="5" b="1">
                <a:solidFill>
                  <a:srgbClr val="008000"/>
                </a:solidFill>
                <a:latin typeface="Arial"/>
                <a:cs typeface="Arial"/>
              </a:rPr>
              <a:t>g</a:t>
            </a:r>
            <a:r>
              <a:rPr dirty="0" sz="850" spc="10" b="1">
                <a:solidFill>
                  <a:srgbClr val="008000"/>
                </a:solidFill>
                <a:latin typeface="Arial"/>
                <a:cs typeface="Arial"/>
              </a:rPr>
              <a:t>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5544" y="3740658"/>
            <a:ext cx="995680" cy="497840"/>
          </a:xfrm>
          <a:prstGeom prst="rect">
            <a:avLst/>
          </a:prstGeom>
          <a:solidFill>
            <a:srgbClr val="FFFFFF"/>
          </a:solidFill>
          <a:ln w="3314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Times New Roman"/>
              <a:cs typeface="Times New Roman"/>
            </a:endParaRPr>
          </a:p>
          <a:p>
            <a:pPr marL="276225" marR="227965" indent="-40640">
              <a:lnSpc>
                <a:spcPct val="103000"/>
              </a:lnSpc>
            </a:pPr>
            <a:r>
              <a:rPr dirty="0" sz="850" spc="10" b="1">
                <a:latin typeface="Arial"/>
                <a:cs typeface="Arial"/>
              </a:rPr>
              <a:t>Se</a:t>
            </a:r>
            <a:r>
              <a:rPr dirty="0" sz="850" spc="5" b="1">
                <a:latin typeface="Arial"/>
                <a:cs typeface="Arial"/>
              </a:rPr>
              <a:t>q</a:t>
            </a:r>
            <a:r>
              <a:rPr dirty="0" sz="850" spc="10" b="1">
                <a:latin typeface="Arial"/>
                <a:cs typeface="Arial"/>
              </a:rPr>
              <a:t>u</a:t>
            </a:r>
            <a:r>
              <a:rPr dirty="0" sz="850" spc="5" b="1">
                <a:latin typeface="Arial"/>
                <a:cs typeface="Arial"/>
              </a:rPr>
              <a:t>e</a:t>
            </a:r>
            <a:r>
              <a:rPr dirty="0" sz="850" spc="10" b="1">
                <a:latin typeface="Arial"/>
                <a:cs typeface="Arial"/>
              </a:rPr>
              <a:t>n</a:t>
            </a:r>
            <a:r>
              <a:rPr dirty="0" sz="850" spc="5" b="1">
                <a:latin typeface="Arial"/>
                <a:cs typeface="Arial"/>
              </a:rPr>
              <a:t>ce  </a:t>
            </a:r>
            <a:r>
              <a:rPr dirty="0" sz="850" spc="5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45129" y="3740658"/>
            <a:ext cx="994410" cy="497840"/>
          </a:xfrm>
          <a:prstGeom prst="rect">
            <a:avLst/>
          </a:prstGeom>
          <a:solidFill>
            <a:srgbClr val="FFFFFF"/>
          </a:solidFill>
          <a:ln w="3314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118745" indent="-151130">
              <a:lnSpc>
                <a:spcPct val="103000"/>
              </a:lnSpc>
            </a:pPr>
            <a:r>
              <a:rPr dirty="0" sz="850" spc="5" b="1">
                <a:latin typeface="Arial"/>
                <a:cs typeface="Arial"/>
              </a:rPr>
              <a:t>State</a:t>
            </a:r>
            <a:r>
              <a:rPr dirty="0" sz="850" spc="-45" b="1">
                <a:latin typeface="Arial"/>
                <a:cs typeface="Arial"/>
              </a:rPr>
              <a:t> </a:t>
            </a:r>
            <a:r>
              <a:rPr dirty="0" sz="850" spc="5" b="1">
                <a:latin typeface="Arial"/>
                <a:cs typeface="Arial"/>
              </a:rPr>
              <a:t>Machine </a:t>
            </a:r>
            <a:r>
              <a:rPr dirty="0" sz="850" spc="-220" b="1">
                <a:latin typeface="Arial"/>
                <a:cs typeface="Arial"/>
              </a:rPr>
              <a:t> </a:t>
            </a:r>
            <a:r>
              <a:rPr dirty="0" sz="850" spc="5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36753" y="4471733"/>
            <a:ext cx="1024255" cy="527685"/>
            <a:chOff x="6536753" y="4471733"/>
            <a:chExt cx="1024255" cy="527685"/>
          </a:xfrm>
        </p:grpSpPr>
        <p:sp>
          <p:nvSpPr>
            <p:cNvPr id="13" name="object 13"/>
            <p:cNvSpPr/>
            <p:nvPr/>
          </p:nvSpPr>
          <p:spPr>
            <a:xfrm>
              <a:off x="6551663" y="4486668"/>
              <a:ext cx="1009650" cy="513080"/>
            </a:xfrm>
            <a:custGeom>
              <a:avLst/>
              <a:gdLst/>
              <a:ahLst/>
              <a:cxnLst/>
              <a:rect l="l" t="t" r="r" b="b"/>
              <a:pathLst>
                <a:path w="1009650" h="513079">
                  <a:moveTo>
                    <a:pt x="1009332" y="0"/>
                  </a:moveTo>
                  <a:lnTo>
                    <a:pt x="994410" y="0"/>
                  </a:lnTo>
                  <a:lnTo>
                    <a:pt x="994410" y="497573"/>
                  </a:lnTo>
                  <a:lnTo>
                    <a:pt x="0" y="497573"/>
                  </a:lnTo>
                  <a:lnTo>
                    <a:pt x="0" y="512508"/>
                  </a:lnTo>
                  <a:lnTo>
                    <a:pt x="994410" y="512508"/>
                  </a:lnTo>
                  <a:lnTo>
                    <a:pt x="994410" y="497586"/>
                  </a:lnTo>
                  <a:lnTo>
                    <a:pt x="1009332" y="497586"/>
                  </a:lnTo>
                  <a:lnTo>
                    <a:pt x="1009332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551676" y="4486656"/>
              <a:ext cx="994410" cy="497840"/>
            </a:xfrm>
            <a:custGeom>
              <a:avLst/>
              <a:gdLst/>
              <a:ahLst/>
              <a:cxnLst/>
              <a:rect l="l" t="t" r="r" b="b"/>
              <a:pathLst>
                <a:path w="994409" h="497839">
                  <a:moveTo>
                    <a:pt x="994409" y="497586"/>
                  </a:moveTo>
                  <a:lnTo>
                    <a:pt x="994409" y="0"/>
                  </a:lnTo>
                  <a:lnTo>
                    <a:pt x="0" y="0"/>
                  </a:lnTo>
                  <a:lnTo>
                    <a:pt x="0" y="497586"/>
                  </a:lnTo>
                  <a:lnTo>
                    <a:pt x="994409" y="497586"/>
                  </a:lnTo>
                  <a:close/>
                </a:path>
              </a:pathLst>
            </a:custGeom>
            <a:ln w="29845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531163" y="4486656"/>
              <a:ext cx="29845" cy="497840"/>
            </a:xfrm>
            <a:custGeom>
              <a:avLst/>
              <a:gdLst/>
              <a:ahLst/>
              <a:cxnLst/>
              <a:rect l="l" t="t" r="r" b="b"/>
              <a:pathLst>
                <a:path w="29845" h="497839">
                  <a:moveTo>
                    <a:pt x="0" y="0"/>
                  </a:moveTo>
                  <a:lnTo>
                    <a:pt x="0" y="497586"/>
                  </a:lnTo>
                  <a:lnTo>
                    <a:pt x="29844" y="497586"/>
                  </a:lnTo>
                  <a:lnTo>
                    <a:pt x="298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750050" y="4579111"/>
            <a:ext cx="596900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835" marR="5080" indent="-64769">
              <a:lnSpc>
                <a:spcPct val="102400"/>
              </a:lnSpc>
              <a:spcBef>
                <a:spcPts val="95"/>
              </a:spcBef>
            </a:pP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ram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tric  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305678" y="2551871"/>
          <a:ext cx="5243195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7840"/>
                <a:gridCol w="497840"/>
                <a:gridCol w="1243965"/>
                <a:gridCol w="497839"/>
                <a:gridCol w="497839"/>
                <a:gridCol w="1009650"/>
                <a:gridCol w="496570"/>
                <a:gridCol w="497204"/>
              </a:tblGrid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58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6225" marR="252729" indent="-16510">
                        <a:lnSpc>
                          <a:spcPct val="102400"/>
                        </a:lnSpc>
                      </a:pPr>
                      <a:r>
                        <a:rPr dirty="0" sz="850" b="1" i="1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850" spc="-5" b="1" i="1">
                          <a:latin typeface="Arial"/>
                          <a:cs typeface="Arial"/>
                        </a:rPr>
                        <a:t>h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avior  </a:t>
                      </a:r>
                      <a:r>
                        <a:rPr dirty="0" sz="850" spc="5" b="1" i="1"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  <a:solidFill>
                      <a:srgbClr val="FFD7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152400" indent="-116839">
                        <a:lnSpc>
                          <a:spcPct val="102400"/>
                        </a:lnSpc>
                      </a:pP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spc="-5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qui</a:t>
                      </a:r>
                      <a:r>
                        <a:rPr dirty="0" sz="850" spc="-5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me</a:t>
                      </a:r>
                      <a:r>
                        <a:rPr dirty="0" sz="850" spc="-5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85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  </a:t>
                      </a:r>
                      <a:r>
                        <a:rPr dirty="0" sz="850" spc="1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38100">
                      <a:solidFill>
                        <a:srgbClr val="FF00FF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  <a:lnB w="38100">
                      <a:solidFill>
                        <a:srgbClr val="FF00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FF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243840" indent="-24765">
                        <a:lnSpc>
                          <a:spcPct val="102400"/>
                        </a:lnSpc>
                      </a:pPr>
                      <a:r>
                        <a:rPr dirty="0" sz="850" spc="-5" b="1" i="1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50" spc="-5" b="1" i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850" spc="-5" b="1" i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50" spc="-5" b="1" i="1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b="1" i="1">
                          <a:latin typeface="Arial"/>
                          <a:cs typeface="Arial"/>
                        </a:rPr>
                        <a:t>e  </a:t>
                      </a:r>
                      <a:r>
                        <a:rPr dirty="0" sz="850" spc="5" b="1" i="1"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354891" y="3415912"/>
          <a:ext cx="3407410" cy="837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7840"/>
                <a:gridCol w="497840"/>
                <a:gridCol w="186690"/>
                <a:gridCol w="496570"/>
                <a:gridCol w="497840"/>
                <a:gridCol w="217805"/>
                <a:gridCol w="497205"/>
                <a:gridCol w="496570"/>
              </a:tblGrid>
              <a:tr h="13805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58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68580" indent="-199390">
                        <a:lnSpc>
                          <a:spcPct val="103000"/>
                        </a:lnSpc>
                      </a:pP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Block </a:t>
                      </a:r>
                      <a:r>
                        <a:rPr dirty="0" sz="8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Definition </a:t>
                      </a:r>
                      <a:r>
                        <a:rPr dirty="0" sz="850" spc="-22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1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123825" indent="-144780">
                        <a:lnSpc>
                          <a:spcPct val="103000"/>
                        </a:lnSpc>
                      </a:pP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Internal</a:t>
                      </a:r>
                      <a:r>
                        <a:rPr dirty="0" sz="850" spc="-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Block </a:t>
                      </a:r>
                      <a:r>
                        <a:rPr dirty="0" sz="850" spc="-22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dirty="0" sz="850" spc="10" b="1">
                          <a:latin typeface="Arial"/>
                          <a:cs typeface="Arial"/>
                        </a:rPr>
                        <a:t>Package</a:t>
                      </a:r>
                      <a:r>
                        <a:rPr dirty="0" sz="85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4546091" y="2745485"/>
            <a:ext cx="995680" cy="497840"/>
          </a:xfrm>
          <a:custGeom>
            <a:avLst/>
            <a:gdLst/>
            <a:ahLst/>
            <a:cxnLst/>
            <a:rect l="l" t="t" r="r" b="b"/>
            <a:pathLst>
              <a:path w="995679" h="497839">
                <a:moveTo>
                  <a:pt x="995172" y="497586"/>
                </a:moveTo>
                <a:lnTo>
                  <a:pt x="995172" y="0"/>
                </a:lnTo>
                <a:lnTo>
                  <a:pt x="0" y="0"/>
                </a:lnTo>
                <a:lnTo>
                  <a:pt x="0" y="497586"/>
                </a:lnTo>
                <a:lnTo>
                  <a:pt x="995172" y="4975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74467" y="4843526"/>
            <a:ext cx="1319530" cy="551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35"/>
              </a:spcBef>
            </a:pPr>
            <a:r>
              <a:rPr dirty="0" sz="1050" spc="15">
                <a:latin typeface="Arial MT"/>
                <a:cs typeface="Arial MT"/>
              </a:rPr>
              <a:t>Modified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from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25">
                <a:latin typeface="Arial MT"/>
                <a:cs typeface="Arial MT"/>
              </a:rPr>
              <a:t>UML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2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50" spc="20">
                <a:latin typeface="Arial MT"/>
                <a:cs typeface="Arial MT"/>
              </a:rPr>
              <a:t>New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diagram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type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19795" y="4827587"/>
            <a:ext cx="402590" cy="216535"/>
            <a:chOff x="1919795" y="4827587"/>
            <a:chExt cx="402590" cy="216535"/>
          </a:xfrm>
        </p:grpSpPr>
        <p:sp>
          <p:nvSpPr>
            <p:cNvPr id="22" name="object 22"/>
            <p:cNvSpPr/>
            <p:nvPr/>
          </p:nvSpPr>
          <p:spPr>
            <a:xfrm>
              <a:off x="2314797" y="4842509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w="0" h="186689">
                  <a:moveTo>
                    <a:pt x="0" y="0"/>
                  </a:moveTo>
                  <a:lnTo>
                    <a:pt x="0" y="186689"/>
                  </a:lnTo>
                </a:path>
              </a:pathLst>
            </a:custGeom>
            <a:ln w="149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34705" y="5029199"/>
              <a:ext cx="372745" cy="15240"/>
            </a:xfrm>
            <a:custGeom>
              <a:avLst/>
              <a:gdLst/>
              <a:ahLst/>
              <a:cxnLst/>
              <a:rect l="l" t="t" r="r" b="b"/>
              <a:pathLst>
                <a:path w="372744" h="15239">
                  <a:moveTo>
                    <a:pt x="372618" y="0"/>
                  </a:moveTo>
                  <a:lnTo>
                    <a:pt x="0" y="0"/>
                  </a:lnTo>
                  <a:lnTo>
                    <a:pt x="0" y="14922"/>
                  </a:lnTo>
                  <a:lnTo>
                    <a:pt x="372618" y="14922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934717" y="4842509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close/>
                </a:path>
              </a:pathLst>
            </a:custGeom>
            <a:ln w="298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1919795" y="5187251"/>
            <a:ext cx="402590" cy="216535"/>
            <a:chOff x="1919795" y="5187251"/>
            <a:chExt cx="402590" cy="216535"/>
          </a:xfrm>
        </p:grpSpPr>
        <p:sp>
          <p:nvSpPr>
            <p:cNvPr id="26" name="object 26"/>
            <p:cNvSpPr/>
            <p:nvPr/>
          </p:nvSpPr>
          <p:spPr>
            <a:xfrm>
              <a:off x="1934705" y="5202186"/>
              <a:ext cx="387985" cy="201930"/>
            </a:xfrm>
            <a:custGeom>
              <a:avLst/>
              <a:gdLst/>
              <a:ahLst/>
              <a:cxnLst/>
              <a:rect l="l" t="t" r="r" b="b"/>
              <a:pathLst>
                <a:path w="387985" h="201929">
                  <a:moveTo>
                    <a:pt x="372618" y="186677"/>
                  </a:moveTo>
                  <a:lnTo>
                    <a:pt x="0" y="186677"/>
                  </a:lnTo>
                  <a:lnTo>
                    <a:pt x="0" y="201612"/>
                  </a:lnTo>
                  <a:lnTo>
                    <a:pt x="372618" y="201612"/>
                  </a:lnTo>
                  <a:lnTo>
                    <a:pt x="372618" y="186677"/>
                  </a:lnTo>
                  <a:close/>
                </a:path>
                <a:path w="387985" h="201929">
                  <a:moveTo>
                    <a:pt x="387540" y="0"/>
                  </a:moveTo>
                  <a:lnTo>
                    <a:pt x="372630" y="0"/>
                  </a:lnTo>
                  <a:lnTo>
                    <a:pt x="372630" y="186690"/>
                  </a:lnTo>
                  <a:lnTo>
                    <a:pt x="387540" y="186690"/>
                  </a:lnTo>
                  <a:lnTo>
                    <a:pt x="38754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934717" y="5202174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close/>
                </a:path>
              </a:pathLst>
            </a:custGeom>
            <a:ln w="29845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92413" y="5202174"/>
              <a:ext cx="29845" cy="186690"/>
            </a:xfrm>
            <a:custGeom>
              <a:avLst/>
              <a:gdLst/>
              <a:ahLst/>
              <a:cxnLst/>
              <a:rect l="l" t="t" r="r" b="b"/>
              <a:pathLst>
                <a:path w="29844" h="186689">
                  <a:moveTo>
                    <a:pt x="0" y="0"/>
                  </a:moveTo>
                  <a:lnTo>
                    <a:pt x="0" y="186689"/>
                  </a:lnTo>
                  <a:lnTo>
                    <a:pt x="29845" y="186689"/>
                  </a:lnTo>
                  <a:lnTo>
                    <a:pt x="298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4985765" y="2372868"/>
            <a:ext cx="116205" cy="173990"/>
          </a:xfrm>
          <a:custGeom>
            <a:avLst/>
            <a:gdLst/>
            <a:ahLst/>
            <a:cxnLst/>
            <a:rect l="l" t="t" r="r" b="b"/>
            <a:pathLst>
              <a:path w="116204" h="173989">
                <a:moveTo>
                  <a:pt x="115824" y="173736"/>
                </a:moveTo>
                <a:lnTo>
                  <a:pt x="57912" y="0"/>
                </a:lnTo>
                <a:lnTo>
                  <a:pt x="0" y="173736"/>
                </a:lnTo>
                <a:lnTo>
                  <a:pt x="115824" y="173736"/>
                </a:lnTo>
                <a:close/>
              </a:path>
              <a:path w="116204" h="173989">
                <a:moveTo>
                  <a:pt x="115824" y="173736"/>
                </a:moveTo>
                <a:lnTo>
                  <a:pt x="57912" y="0"/>
                </a:lnTo>
                <a:lnTo>
                  <a:pt x="0" y="173736"/>
                </a:lnTo>
                <a:lnTo>
                  <a:pt x="115824" y="173736"/>
                </a:lnTo>
                <a:close/>
              </a:path>
              <a:path w="116204" h="173989">
                <a:moveTo>
                  <a:pt x="115824" y="173736"/>
                </a:moveTo>
                <a:lnTo>
                  <a:pt x="57912" y="0"/>
                </a:lnTo>
                <a:lnTo>
                  <a:pt x="0" y="173736"/>
                </a:lnTo>
                <a:lnTo>
                  <a:pt x="115824" y="173736"/>
                </a:lnTo>
                <a:close/>
              </a:path>
            </a:pathLst>
          </a:custGeom>
          <a:ln w="33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6988930" y="4236586"/>
            <a:ext cx="120014" cy="250190"/>
            <a:chOff x="6988930" y="4236586"/>
            <a:chExt cx="120014" cy="250190"/>
          </a:xfrm>
        </p:grpSpPr>
        <p:sp>
          <p:nvSpPr>
            <p:cNvPr id="31" name="object 31"/>
            <p:cNvSpPr/>
            <p:nvPr/>
          </p:nvSpPr>
          <p:spPr>
            <a:xfrm>
              <a:off x="7048500" y="4411980"/>
              <a:ext cx="0" cy="74930"/>
            </a:xfrm>
            <a:custGeom>
              <a:avLst/>
              <a:gdLst/>
              <a:ahLst/>
              <a:cxnLst/>
              <a:rect l="l" t="t" r="r" b="b"/>
              <a:pathLst>
                <a:path w="0" h="74929">
                  <a:moveTo>
                    <a:pt x="0" y="74675"/>
                  </a:move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990588" y="4238244"/>
              <a:ext cx="116839" cy="173990"/>
            </a:xfrm>
            <a:custGeom>
              <a:avLst/>
              <a:gdLst/>
              <a:ahLst/>
              <a:cxnLst/>
              <a:rect l="l" t="t" r="r" b="b"/>
              <a:pathLst>
                <a:path w="116840" h="173989">
                  <a:moveTo>
                    <a:pt x="116585" y="173736"/>
                  </a:moveTo>
                  <a:lnTo>
                    <a:pt x="57911" y="0"/>
                  </a:lnTo>
                  <a:lnTo>
                    <a:pt x="0" y="173736"/>
                  </a:lnTo>
                  <a:lnTo>
                    <a:pt x="116585" y="173736"/>
                  </a:lnTo>
                  <a:close/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/>
          <p:nvPr/>
        </p:nvSpPr>
        <p:spPr>
          <a:xfrm>
            <a:off x="6989826" y="3243072"/>
            <a:ext cx="116839" cy="174625"/>
          </a:xfrm>
          <a:custGeom>
            <a:avLst/>
            <a:gdLst/>
            <a:ahLst/>
            <a:cxnLst/>
            <a:rect l="l" t="t" r="r" b="b"/>
            <a:pathLst>
              <a:path w="116840" h="174625">
                <a:moveTo>
                  <a:pt x="116585" y="174498"/>
                </a:moveTo>
                <a:lnTo>
                  <a:pt x="57911" y="0"/>
                </a:lnTo>
                <a:lnTo>
                  <a:pt x="0" y="174498"/>
                </a:lnTo>
                <a:lnTo>
                  <a:pt x="116585" y="174498"/>
                </a:lnTo>
                <a:close/>
              </a:path>
              <a:path w="116840" h="174625">
                <a:moveTo>
                  <a:pt x="116585" y="174498"/>
                </a:moveTo>
                <a:lnTo>
                  <a:pt x="57911" y="0"/>
                </a:lnTo>
                <a:lnTo>
                  <a:pt x="0" y="174498"/>
                </a:lnTo>
                <a:lnTo>
                  <a:pt x="116585" y="174498"/>
                </a:lnTo>
                <a:close/>
              </a:path>
              <a:path w="116840" h="174625">
                <a:moveTo>
                  <a:pt x="116585" y="174498"/>
                </a:moveTo>
                <a:lnTo>
                  <a:pt x="57911" y="0"/>
                </a:lnTo>
                <a:lnTo>
                  <a:pt x="0" y="174498"/>
                </a:lnTo>
                <a:lnTo>
                  <a:pt x="116585" y="174498"/>
                </a:lnTo>
                <a:close/>
              </a:path>
            </a:pathLst>
          </a:custGeom>
          <a:ln w="33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922648" y="3241414"/>
            <a:ext cx="3749675" cy="501015"/>
            <a:chOff x="922648" y="3241414"/>
            <a:chExt cx="3749675" cy="501015"/>
          </a:xfrm>
        </p:grpSpPr>
        <p:sp>
          <p:nvSpPr>
            <p:cNvPr id="35" name="object 35"/>
            <p:cNvSpPr/>
            <p:nvPr/>
          </p:nvSpPr>
          <p:spPr>
            <a:xfrm>
              <a:off x="2804922" y="3417569"/>
              <a:ext cx="1865630" cy="323215"/>
            </a:xfrm>
            <a:custGeom>
              <a:avLst/>
              <a:gdLst/>
              <a:ahLst/>
              <a:cxnLst/>
              <a:rect l="l" t="t" r="r" b="b"/>
              <a:pathLst>
                <a:path w="1865629" h="323214">
                  <a:moveTo>
                    <a:pt x="1865376" y="323088"/>
                  </a:moveTo>
                  <a:lnTo>
                    <a:pt x="1865376" y="136397"/>
                  </a:lnTo>
                  <a:lnTo>
                    <a:pt x="0" y="136398"/>
                  </a:ln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747009" y="3243072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  <a:close/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804922" y="3417569"/>
              <a:ext cx="638175" cy="323215"/>
            </a:xfrm>
            <a:custGeom>
              <a:avLst/>
              <a:gdLst/>
              <a:ahLst/>
              <a:cxnLst/>
              <a:rect l="l" t="t" r="r" b="b"/>
              <a:pathLst>
                <a:path w="638175" h="323214">
                  <a:moveTo>
                    <a:pt x="637794" y="323088"/>
                  </a:moveTo>
                  <a:lnTo>
                    <a:pt x="637794" y="136397"/>
                  </a:lnTo>
                  <a:lnTo>
                    <a:pt x="0" y="136398"/>
                  </a:ln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747009" y="3243072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  <a:close/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24305" y="3417569"/>
              <a:ext cx="1880870" cy="323215"/>
            </a:xfrm>
            <a:custGeom>
              <a:avLst/>
              <a:gdLst/>
              <a:ahLst/>
              <a:cxnLst/>
              <a:rect l="l" t="t" r="r" b="b"/>
              <a:pathLst>
                <a:path w="1880870" h="323214">
                  <a:moveTo>
                    <a:pt x="0" y="323088"/>
                  </a:moveTo>
                  <a:lnTo>
                    <a:pt x="0" y="136397"/>
                  </a:lnTo>
                  <a:lnTo>
                    <a:pt x="1880616" y="136397"/>
                  </a:lnTo>
                  <a:lnTo>
                    <a:pt x="1880616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747009" y="3243072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  <a:close/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183129" y="3417569"/>
              <a:ext cx="622300" cy="323215"/>
            </a:xfrm>
            <a:custGeom>
              <a:avLst/>
              <a:gdLst/>
              <a:ahLst/>
              <a:cxnLst/>
              <a:rect l="l" t="t" r="r" b="b"/>
              <a:pathLst>
                <a:path w="622300" h="323214">
                  <a:moveTo>
                    <a:pt x="0" y="323088"/>
                  </a:moveTo>
                  <a:lnTo>
                    <a:pt x="0" y="136397"/>
                  </a:lnTo>
                  <a:lnTo>
                    <a:pt x="621792" y="136397"/>
                  </a:lnTo>
                  <a:lnTo>
                    <a:pt x="621792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747009" y="3243072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  <a:close/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2486660" y="4487672"/>
            <a:ext cx="1016635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20">
                <a:latin typeface="Arial MT"/>
                <a:cs typeface="Arial MT"/>
              </a:rPr>
              <a:t>Same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as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25">
                <a:latin typeface="Arial MT"/>
                <a:cs typeface="Arial MT"/>
              </a:rPr>
              <a:t>UML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2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33060" y="4502524"/>
            <a:ext cx="376555" cy="190500"/>
            <a:chOff x="1933060" y="4502524"/>
            <a:chExt cx="376555" cy="190500"/>
          </a:xfrm>
        </p:grpSpPr>
        <p:sp>
          <p:nvSpPr>
            <p:cNvPr id="45" name="object 45"/>
            <p:cNvSpPr/>
            <p:nvPr/>
          </p:nvSpPr>
          <p:spPr>
            <a:xfrm>
              <a:off x="1934717" y="4504182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0"/>
                  </a:moveTo>
                  <a:lnTo>
                    <a:pt x="372618" y="186689"/>
                  </a:lnTo>
                </a:path>
                <a:path w="372744" h="186689">
                  <a:moveTo>
                    <a:pt x="0" y="186689"/>
                  </a:moveTo>
                  <a:lnTo>
                    <a:pt x="372618" y="186689"/>
                  </a:lnTo>
                </a:path>
                <a:path w="372744" h="186689">
                  <a:moveTo>
                    <a:pt x="0" y="186689"/>
                  </a:moveTo>
                  <a:lnTo>
                    <a:pt x="372618" y="186689"/>
                  </a:lnTo>
                </a:path>
                <a:path w="372744" h="186689">
                  <a:moveTo>
                    <a:pt x="0" y="186689"/>
                  </a:moveTo>
                  <a:lnTo>
                    <a:pt x="372618" y="186689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934717" y="4504182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close/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37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03573" y="411734"/>
            <a:ext cx="143129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Activities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37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64540" y="1493011"/>
            <a:ext cx="7502525" cy="303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13995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Activity specifies transformation of inputs to outputs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through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controlled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sequence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actions</a:t>
            </a:r>
            <a:endParaRPr sz="2400">
              <a:latin typeface="Arial MT"/>
              <a:cs typeface="Arial MT"/>
            </a:endParaRPr>
          </a:p>
          <a:p>
            <a:pPr marL="355600" marR="375285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Secondary constructs show responsibilities </a:t>
            </a:r>
            <a:r>
              <a:rPr dirty="0" sz="2400">
                <a:latin typeface="Arial MT"/>
                <a:cs typeface="Arial MT"/>
              </a:rPr>
              <a:t>for the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activities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using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activity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partitions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(i.e.,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swim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lanes)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SysML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extensions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Activities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Support for continuous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flow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modeling</a:t>
            </a:r>
            <a:endParaRPr sz="2000">
              <a:latin typeface="Arial MT"/>
              <a:cs typeface="Arial MT"/>
            </a:endParaRPr>
          </a:p>
          <a:p>
            <a:pPr lvl="1" marL="755015" marR="5080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Alignment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activities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with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Enhanced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Functional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Flow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Block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(EFFBD)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2929" y="412495"/>
            <a:ext cx="259461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Activity</a:t>
            </a:r>
            <a:r>
              <a:rPr dirty="0" spc="-105"/>
              <a:t> </a:t>
            </a:r>
            <a:r>
              <a:rPr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87958" y="5884926"/>
            <a:ext cx="6480175" cy="452755"/>
            <a:chOff x="1187958" y="5884926"/>
            <a:chExt cx="6480175" cy="4527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958" y="5884926"/>
              <a:ext cx="6480047" cy="4526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5776" y="6035040"/>
              <a:ext cx="6284976" cy="2865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705855" y="6306312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 h="0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790E1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255267" y="5971285"/>
            <a:ext cx="625983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Activity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Diagram</a:t>
            </a:r>
            <a:r>
              <a:rPr dirty="0" sz="1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Specifies</a:t>
            </a:r>
            <a:r>
              <a:rPr dirty="0" sz="1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Controlled</a:t>
            </a:r>
            <a:r>
              <a:rPr dirty="0" sz="1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Sequence</a:t>
            </a:r>
            <a:r>
              <a:rPr dirty="0" sz="1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9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Actions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3753" y="735584"/>
            <a:ext cx="85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9A"/>
                </a:solidFill>
                <a:latin typeface="Arial"/>
                <a:cs typeface="Arial"/>
              </a:rPr>
              <a:t>Activity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0527" y="1984566"/>
            <a:ext cx="711200" cy="255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89"/>
              </a:lnSpc>
            </a:pPr>
            <a:r>
              <a:rPr dirty="0" sz="1800" spc="-5" b="1">
                <a:solidFill>
                  <a:srgbClr val="33339A"/>
                </a:solidFill>
                <a:latin typeface="Arial"/>
                <a:cs typeface="Arial"/>
              </a:rPr>
              <a:t>Action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1747" y="1937181"/>
            <a:ext cx="583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9A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23252" y="3855136"/>
            <a:ext cx="774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9A"/>
                </a:solid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00833" y="1165859"/>
            <a:ext cx="5880735" cy="4472940"/>
            <a:chOff x="2100833" y="1165859"/>
            <a:chExt cx="5880735" cy="4472940"/>
          </a:xfrm>
        </p:grpSpPr>
        <p:sp>
          <p:nvSpPr>
            <p:cNvPr id="14" name="object 14"/>
            <p:cNvSpPr/>
            <p:nvPr/>
          </p:nvSpPr>
          <p:spPr>
            <a:xfrm>
              <a:off x="7412736" y="3002280"/>
              <a:ext cx="568960" cy="127000"/>
            </a:xfrm>
            <a:custGeom>
              <a:avLst/>
              <a:gdLst/>
              <a:ahLst/>
              <a:cxnLst/>
              <a:rect l="l" t="t" r="r" b="b"/>
              <a:pathLst>
                <a:path w="568959" h="127000">
                  <a:moveTo>
                    <a:pt x="128016" y="0"/>
                  </a:moveTo>
                  <a:lnTo>
                    <a:pt x="0" y="60197"/>
                  </a:lnTo>
                  <a:lnTo>
                    <a:pt x="113538" y="120428"/>
                  </a:lnTo>
                  <a:lnTo>
                    <a:pt x="113538" y="75437"/>
                  </a:lnTo>
                  <a:lnTo>
                    <a:pt x="114300" y="50291"/>
                  </a:lnTo>
                  <a:lnTo>
                    <a:pt x="126797" y="50564"/>
                  </a:lnTo>
                  <a:lnTo>
                    <a:pt x="128016" y="0"/>
                  </a:lnTo>
                  <a:close/>
                </a:path>
                <a:path w="568959" h="127000">
                  <a:moveTo>
                    <a:pt x="126797" y="50564"/>
                  </a:moveTo>
                  <a:lnTo>
                    <a:pt x="114300" y="50291"/>
                  </a:lnTo>
                  <a:lnTo>
                    <a:pt x="113538" y="75437"/>
                  </a:lnTo>
                  <a:lnTo>
                    <a:pt x="126191" y="75735"/>
                  </a:lnTo>
                  <a:lnTo>
                    <a:pt x="126797" y="50564"/>
                  </a:lnTo>
                  <a:close/>
                </a:path>
                <a:path w="568959" h="127000">
                  <a:moveTo>
                    <a:pt x="126191" y="75735"/>
                  </a:moveTo>
                  <a:lnTo>
                    <a:pt x="113538" y="75437"/>
                  </a:lnTo>
                  <a:lnTo>
                    <a:pt x="113538" y="120428"/>
                  </a:lnTo>
                  <a:lnTo>
                    <a:pt x="124968" y="126491"/>
                  </a:lnTo>
                  <a:lnTo>
                    <a:pt x="126191" y="75735"/>
                  </a:lnTo>
                  <a:close/>
                </a:path>
                <a:path w="568959" h="127000">
                  <a:moveTo>
                    <a:pt x="568452" y="60197"/>
                  </a:moveTo>
                  <a:lnTo>
                    <a:pt x="126797" y="50564"/>
                  </a:lnTo>
                  <a:lnTo>
                    <a:pt x="126191" y="75735"/>
                  </a:lnTo>
                  <a:lnTo>
                    <a:pt x="567690" y="86105"/>
                  </a:lnTo>
                  <a:lnTo>
                    <a:pt x="568452" y="60197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03881" y="1168908"/>
              <a:ext cx="4855210" cy="4467225"/>
            </a:xfrm>
            <a:custGeom>
              <a:avLst/>
              <a:gdLst/>
              <a:ahLst/>
              <a:cxnLst/>
              <a:rect l="l" t="t" r="r" b="b"/>
              <a:pathLst>
                <a:path w="4855209" h="4467225">
                  <a:moveTo>
                    <a:pt x="4854702" y="4466844"/>
                  </a:moveTo>
                  <a:lnTo>
                    <a:pt x="4854702" y="0"/>
                  </a:lnTo>
                  <a:lnTo>
                    <a:pt x="0" y="0"/>
                  </a:lnTo>
                  <a:lnTo>
                    <a:pt x="0" y="4466844"/>
                  </a:lnTo>
                  <a:lnTo>
                    <a:pt x="4854702" y="44668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00833" y="1165859"/>
              <a:ext cx="4860925" cy="4472940"/>
            </a:xfrm>
            <a:custGeom>
              <a:avLst/>
              <a:gdLst/>
              <a:ahLst/>
              <a:cxnLst/>
              <a:rect l="l" t="t" r="r" b="b"/>
              <a:pathLst>
                <a:path w="4860925" h="4472940">
                  <a:moveTo>
                    <a:pt x="4860798" y="4469892"/>
                  </a:moveTo>
                  <a:lnTo>
                    <a:pt x="4860798" y="3047"/>
                  </a:lnTo>
                  <a:lnTo>
                    <a:pt x="4860036" y="761"/>
                  </a:lnTo>
                  <a:lnTo>
                    <a:pt x="4857750" y="0"/>
                  </a:lnTo>
                  <a:lnTo>
                    <a:pt x="3047" y="0"/>
                  </a:lnTo>
                  <a:lnTo>
                    <a:pt x="761" y="762"/>
                  </a:lnTo>
                  <a:lnTo>
                    <a:pt x="0" y="3048"/>
                  </a:lnTo>
                  <a:lnTo>
                    <a:pt x="0" y="4469892"/>
                  </a:lnTo>
                  <a:lnTo>
                    <a:pt x="762" y="4472178"/>
                  </a:lnTo>
                  <a:lnTo>
                    <a:pt x="3048" y="4472940"/>
                  </a:lnTo>
                  <a:lnTo>
                    <a:pt x="3048" y="6096"/>
                  </a:lnTo>
                  <a:lnTo>
                    <a:pt x="6096" y="3048"/>
                  </a:lnTo>
                  <a:lnTo>
                    <a:pt x="6096" y="6096"/>
                  </a:lnTo>
                  <a:lnTo>
                    <a:pt x="4854702" y="6095"/>
                  </a:lnTo>
                  <a:lnTo>
                    <a:pt x="4854702" y="3047"/>
                  </a:lnTo>
                  <a:lnTo>
                    <a:pt x="4857750" y="6095"/>
                  </a:lnTo>
                  <a:lnTo>
                    <a:pt x="4857750" y="4472940"/>
                  </a:lnTo>
                  <a:lnTo>
                    <a:pt x="4860036" y="4472178"/>
                  </a:lnTo>
                  <a:lnTo>
                    <a:pt x="4860798" y="4469892"/>
                  </a:lnTo>
                  <a:close/>
                </a:path>
                <a:path w="4860925" h="4472940">
                  <a:moveTo>
                    <a:pt x="6096" y="6096"/>
                  </a:moveTo>
                  <a:lnTo>
                    <a:pt x="6096" y="3048"/>
                  </a:lnTo>
                  <a:lnTo>
                    <a:pt x="3048" y="6096"/>
                  </a:lnTo>
                  <a:lnTo>
                    <a:pt x="6096" y="6096"/>
                  </a:lnTo>
                  <a:close/>
                </a:path>
                <a:path w="4860925" h="4472940">
                  <a:moveTo>
                    <a:pt x="6096" y="4466844"/>
                  </a:moveTo>
                  <a:lnTo>
                    <a:pt x="6096" y="6096"/>
                  </a:lnTo>
                  <a:lnTo>
                    <a:pt x="3048" y="6096"/>
                  </a:lnTo>
                  <a:lnTo>
                    <a:pt x="3048" y="4466844"/>
                  </a:lnTo>
                  <a:lnTo>
                    <a:pt x="6096" y="4466844"/>
                  </a:lnTo>
                  <a:close/>
                </a:path>
                <a:path w="4860925" h="4472940">
                  <a:moveTo>
                    <a:pt x="4857750" y="4466844"/>
                  </a:moveTo>
                  <a:lnTo>
                    <a:pt x="3048" y="4466844"/>
                  </a:lnTo>
                  <a:lnTo>
                    <a:pt x="6096" y="4469892"/>
                  </a:lnTo>
                  <a:lnTo>
                    <a:pt x="6096" y="4472940"/>
                  </a:lnTo>
                  <a:lnTo>
                    <a:pt x="4854702" y="4472940"/>
                  </a:lnTo>
                  <a:lnTo>
                    <a:pt x="4854702" y="4469892"/>
                  </a:lnTo>
                  <a:lnTo>
                    <a:pt x="4857750" y="4466844"/>
                  </a:lnTo>
                  <a:close/>
                </a:path>
                <a:path w="4860925" h="4472940">
                  <a:moveTo>
                    <a:pt x="6096" y="4472940"/>
                  </a:moveTo>
                  <a:lnTo>
                    <a:pt x="6096" y="4469892"/>
                  </a:lnTo>
                  <a:lnTo>
                    <a:pt x="3048" y="4466844"/>
                  </a:lnTo>
                  <a:lnTo>
                    <a:pt x="3048" y="4472940"/>
                  </a:lnTo>
                  <a:lnTo>
                    <a:pt x="6096" y="4472940"/>
                  </a:lnTo>
                  <a:close/>
                </a:path>
                <a:path w="4860925" h="4472940">
                  <a:moveTo>
                    <a:pt x="4857750" y="6095"/>
                  </a:moveTo>
                  <a:lnTo>
                    <a:pt x="4854702" y="3047"/>
                  </a:lnTo>
                  <a:lnTo>
                    <a:pt x="4854702" y="6095"/>
                  </a:lnTo>
                  <a:lnTo>
                    <a:pt x="4857750" y="6095"/>
                  </a:lnTo>
                  <a:close/>
                </a:path>
                <a:path w="4860925" h="4472940">
                  <a:moveTo>
                    <a:pt x="4857750" y="4466844"/>
                  </a:moveTo>
                  <a:lnTo>
                    <a:pt x="4857750" y="6095"/>
                  </a:lnTo>
                  <a:lnTo>
                    <a:pt x="4854702" y="6095"/>
                  </a:lnTo>
                  <a:lnTo>
                    <a:pt x="4854702" y="4466844"/>
                  </a:lnTo>
                  <a:lnTo>
                    <a:pt x="4857750" y="4466844"/>
                  </a:lnTo>
                  <a:close/>
                </a:path>
                <a:path w="4860925" h="4472940">
                  <a:moveTo>
                    <a:pt x="4857750" y="4472940"/>
                  </a:moveTo>
                  <a:lnTo>
                    <a:pt x="4857750" y="4466844"/>
                  </a:lnTo>
                  <a:lnTo>
                    <a:pt x="4854702" y="4469892"/>
                  </a:lnTo>
                  <a:lnTo>
                    <a:pt x="4854702" y="4472940"/>
                  </a:lnTo>
                  <a:lnTo>
                    <a:pt x="4857750" y="44729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077454" y="2908808"/>
            <a:ext cx="583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9A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48369" y="1178306"/>
            <a:ext cx="6178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act</a:t>
            </a:r>
            <a:r>
              <a:rPr dirty="0" sz="800" spc="120" b="1">
                <a:latin typeface="Arial"/>
                <a:cs typeface="Arial"/>
              </a:rPr>
              <a:t> </a:t>
            </a:r>
            <a:r>
              <a:rPr dirty="0" sz="800" spc="-5">
                <a:latin typeface="Arial MT"/>
                <a:cs typeface="Arial MT"/>
              </a:rPr>
              <a:t>Example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59814" y="1168908"/>
            <a:ext cx="5947410" cy="3924300"/>
            <a:chOff x="1559814" y="1168908"/>
            <a:chExt cx="5947410" cy="3924300"/>
          </a:xfrm>
        </p:grpSpPr>
        <p:sp>
          <p:nvSpPr>
            <p:cNvPr id="20" name="object 20"/>
            <p:cNvSpPr/>
            <p:nvPr/>
          </p:nvSpPr>
          <p:spPr>
            <a:xfrm>
              <a:off x="2103882" y="1168907"/>
              <a:ext cx="717550" cy="159385"/>
            </a:xfrm>
            <a:custGeom>
              <a:avLst/>
              <a:gdLst/>
              <a:ahLst/>
              <a:cxnLst/>
              <a:rect l="l" t="t" r="r" b="b"/>
              <a:pathLst>
                <a:path w="717550" h="159384">
                  <a:moveTo>
                    <a:pt x="717042" y="0"/>
                  </a:moveTo>
                  <a:lnTo>
                    <a:pt x="708647" y="0"/>
                  </a:lnTo>
                  <a:lnTo>
                    <a:pt x="708647" y="97091"/>
                  </a:lnTo>
                  <a:lnTo>
                    <a:pt x="668629" y="151638"/>
                  </a:lnTo>
                  <a:lnTo>
                    <a:pt x="0" y="151638"/>
                  </a:lnTo>
                  <a:lnTo>
                    <a:pt x="0" y="159258"/>
                  </a:lnTo>
                  <a:lnTo>
                    <a:pt x="676656" y="159258"/>
                  </a:lnTo>
                  <a:lnTo>
                    <a:pt x="676656" y="154635"/>
                  </a:lnTo>
                  <a:lnTo>
                    <a:pt x="716280" y="100596"/>
                  </a:lnTo>
                  <a:lnTo>
                    <a:pt x="712825" y="98298"/>
                  </a:lnTo>
                  <a:lnTo>
                    <a:pt x="717042" y="98298"/>
                  </a:lnTo>
                  <a:lnTo>
                    <a:pt x="717042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9814" y="2088641"/>
              <a:ext cx="5947409" cy="300456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042414" y="2651251"/>
            <a:ext cx="1720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in1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79590" y="2972054"/>
            <a:ext cx="1720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in2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55206" y="2568956"/>
            <a:ext cx="2387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out1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46061" y="4814570"/>
            <a:ext cx="2387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out2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57114" y="2544572"/>
            <a:ext cx="1384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a2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01359" y="2412745"/>
            <a:ext cx="2228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out1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50890" y="4700270"/>
            <a:ext cx="2228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out1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68138" y="4616906"/>
            <a:ext cx="327660" cy="2876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800" spc="-5">
                <a:latin typeface="Arial MT"/>
                <a:cs typeface="Arial MT"/>
              </a:rPr>
              <a:t>in1</a:t>
            </a:r>
            <a:endParaRPr sz="800">
              <a:latin typeface="Arial MT"/>
              <a:cs typeface="Arial MT"/>
            </a:endParaRPr>
          </a:p>
          <a:p>
            <a:pPr marL="201295">
              <a:lnSpc>
                <a:spcPct val="100000"/>
              </a:lnSpc>
              <a:spcBef>
                <a:spcPts val="75"/>
              </a:spcBef>
            </a:pPr>
            <a:r>
              <a:rPr dirty="0" sz="800" spc="-5" b="1">
                <a:latin typeface="Arial"/>
                <a:cs typeface="Arial"/>
              </a:rPr>
              <a:t>a5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66008" y="2568956"/>
            <a:ext cx="1384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a1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97555" y="2495804"/>
            <a:ext cx="1612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in1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24553" y="2783077"/>
            <a:ext cx="2228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out1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65979" y="3721100"/>
            <a:ext cx="1384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a3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57953" y="3948176"/>
            <a:ext cx="2228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out1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90314" y="3489451"/>
            <a:ext cx="1612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in1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49009" y="3721100"/>
            <a:ext cx="1384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a4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70929" y="3935221"/>
            <a:ext cx="2228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out1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07505" y="3481069"/>
            <a:ext cx="1612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in1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779269" y="989838"/>
            <a:ext cx="3739515" cy="4506595"/>
            <a:chOff x="1779269" y="989838"/>
            <a:chExt cx="3739515" cy="4506595"/>
          </a:xfrm>
        </p:grpSpPr>
        <p:sp>
          <p:nvSpPr>
            <p:cNvPr id="40" name="object 40"/>
            <p:cNvSpPr/>
            <p:nvPr/>
          </p:nvSpPr>
          <p:spPr>
            <a:xfrm>
              <a:off x="4188701" y="1930145"/>
              <a:ext cx="641985" cy="64769"/>
            </a:xfrm>
            <a:custGeom>
              <a:avLst/>
              <a:gdLst/>
              <a:ahLst/>
              <a:cxnLst/>
              <a:rect l="l" t="t" r="r" b="b"/>
              <a:pathLst>
                <a:path w="641985" h="64769">
                  <a:moveTo>
                    <a:pt x="641604" y="3810"/>
                  </a:moveTo>
                  <a:lnTo>
                    <a:pt x="640842" y="762"/>
                  </a:lnTo>
                  <a:lnTo>
                    <a:pt x="637794" y="0"/>
                  </a:lnTo>
                  <a:lnTo>
                    <a:pt x="4572" y="0"/>
                  </a:lnTo>
                  <a:lnTo>
                    <a:pt x="4572" y="3810"/>
                  </a:lnTo>
                  <a:lnTo>
                    <a:pt x="0" y="3810"/>
                  </a:lnTo>
                  <a:lnTo>
                    <a:pt x="0" y="60960"/>
                  </a:lnTo>
                  <a:lnTo>
                    <a:pt x="1524" y="64008"/>
                  </a:lnTo>
                  <a:lnTo>
                    <a:pt x="4572" y="64770"/>
                  </a:lnTo>
                  <a:lnTo>
                    <a:pt x="8382" y="64770"/>
                  </a:lnTo>
                  <a:lnTo>
                    <a:pt x="633984" y="64770"/>
                  </a:lnTo>
                  <a:lnTo>
                    <a:pt x="637794" y="64770"/>
                  </a:lnTo>
                  <a:lnTo>
                    <a:pt x="640842" y="64008"/>
                  </a:lnTo>
                  <a:lnTo>
                    <a:pt x="641604" y="60960"/>
                  </a:lnTo>
                  <a:lnTo>
                    <a:pt x="641604" y="381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9600" y="1452371"/>
              <a:ext cx="164591" cy="16459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3999" y="5311140"/>
              <a:ext cx="184404" cy="18516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279392" y="1624583"/>
              <a:ext cx="1168400" cy="3695065"/>
            </a:xfrm>
            <a:custGeom>
              <a:avLst/>
              <a:gdLst/>
              <a:ahLst/>
              <a:cxnLst/>
              <a:rect l="l" t="t" r="r" b="b"/>
              <a:pathLst>
                <a:path w="1168400" h="3695065">
                  <a:moveTo>
                    <a:pt x="8382" y="574548"/>
                  </a:moveTo>
                  <a:lnTo>
                    <a:pt x="0" y="574548"/>
                  </a:lnTo>
                  <a:lnTo>
                    <a:pt x="0" y="606552"/>
                  </a:lnTo>
                  <a:lnTo>
                    <a:pt x="8382" y="606552"/>
                  </a:lnTo>
                  <a:lnTo>
                    <a:pt x="8382" y="574548"/>
                  </a:lnTo>
                  <a:close/>
                </a:path>
                <a:path w="1168400" h="3695065">
                  <a:moveTo>
                    <a:pt x="8382" y="518922"/>
                  </a:moveTo>
                  <a:lnTo>
                    <a:pt x="0" y="518922"/>
                  </a:lnTo>
                  <a:lnTo>
                    <a:pt x="0" y="550926"/>
                  </a:lnTo>
                  <a:lnTo>
                    <a:pt x="8382" y="550926"/>
                  </a:lnTo>
                  <a:lnTo>
                    <a:pt x="8382" y="518922"/>
                  </a:lnTo>
                  <a:close/>
                </a:path>
                <a:path w="1168400" h="3695065">
                  <a:moveTo>
                    <a:pt x="8382" y="463296"/>
                  </a:moveTo>
                  <a:lnTo>
                    <a:pt x="0" y="463296"/>
                  </a:lnTo>
                  <a:lnTo>
                    <a:pt x="0" y="495300"/>
                  </a:lnTo>
                  <a:lnTo>
                    <a:pt x="8382" y="495300"/>
                  </a:lnTo>
                  <a:lnTo>
                    <a:pt x="8382" y="463296"/>
                  </a:lnTo>
                  <a:close/>
                </a:path>
                <a:path w="1168400" h="3695065">
                  <a:moveTo>
                    <a:pt x="8382" y="407670"/>
                  </a:moveTo>
                  <a:lnTo>
                    <a:pt x="0" y="407670"/>
                  </a:lnTo>
                  <a:lnTo>
                    <a:pt x="0" y="439674"/>
                  </a:lnTo>
                  <a:lnTo>
                    <a:pt x="8382" y="439674"/>
                  </a:lnTo>
                  <a:lnTo>
                    <a:pt x="8382" y="407670"/>
                  </a:lnTo>
                  <a:close/>
                </a:path>
                <a:path w="1168400" h="3695065">
                  <a:moveTo>
                    <a:pt x="8382" y="366522"/>
                  </a:moveTo>
                  <a:lnTo>
                    <a:pt x="0" y="366522"/>
                  </a:lnTo>
                  <a:lnTo>
                    <a:pt x="0" y="384048"/>
                  </a:lnTo>
                  <a:lnTo>
                    <a:pt x="8382" y="384048"/>
                  </a:lnTo>
                  <a:lnTo>
                    <a:pt x="8382" y="366522"/>
                  </a:lnTo>
                  <a:close/>
                </a:path>
                <a:path w="1168400" h="3695065">
                  <a:moveTo>
                    <a:pt x="222504" y="221742"/>
                  </a:moveTo>
                  <a:lnTo>
                    <a:pt x="214122" y="221742"/>
                  </a:lnTo>
                  <a:lnTo>
                    <a:pt x="214122" y="253746"/>
                  </a:lnTo>
                  <a:lnTo>
                    <a:pt x="222504" y="253746"/>
                  </a:lnTo>
                  <a:lnTo>
                    <a:pt x="222504" y="221742"/>
                  </a:lnTo>
                  <a:close/>
                </a:path>
                <a:path w="1168400" h="3695065">
                  <a:moveTo>
                    <a:pt x="222504" y="166116"/>
                  </a:moveTo>
                  <a:lnTo>
                    <a:pt x="214122" y="166116"/>
                  </a:lnTo>
                  <a:lnTo>
                    <a:pt x="214122" y="198120"/>
                  </a:lnTo>
                  <a:lnTo>
                    <a:pt x="222504" y="198120"/>
                  </a:lnTo>
                  <a:lnTo>
                    <a:pt x="222504" y="166116"/>
                  </a:lnTo>
                  <a:close/>
                </a:path>
                <a:path w="1168400" h="3695065">
                  <a:moveTo>
                    <a:pt x="222504" y="111252"/>
                  </a:moveTo>
                  <a:lnTo>
                    <a:pt x="214122" y="111252"/>
                  </a:lnTo>
                  <a:lnTo>
                    <a:pt x="214122" y="142494"/>
                  </a:lnTo>
                  <a:lnTo>
                    <a:pt x="222504" y="142494"/>
                  </a:lnTo>
                  <a:lnTo>
                    <a:pt x="222504" y="111252"/>
                  </a:lnTo>
                  <a:close/>
                </a:path>
                <a:path w="1168400" h="3695065">
                  <a:moveTo>
                    <a:pt x="222504" y="55626"/>
                  </a:moveTo>
                  <a:lnTo>
                    <a:pt x="214122" y="55626"/>
                  </a:lnTo>
                  <a:lnTo>
                    <a:pt x="214122" y="86868"/>
                  </a:lnTo>
                  <a:lnTo>
                    <a:pt x="222504" y="86868"/>
                  </a:lnTo>
                  <a:lnTo>
                    <a:pt x="222504" y="55626"/>
                  </a:lnTo>
                  <a:close/>
                </a:path>
                <a:path w="1168400" h="3695065">
                  <a:moveTo>
                    <a:pt x="222504" y="0"/>
                  </a:moveTo>
                  <a:lnTo>
                    <a:pt x="214122" y="0"/>
                  </a:lnTo>
                  <a:lnTo>
                    <a:pt x="214122" y="31242"/>
                  </a:lnTo>
                  <a:lnTo>
                    <a:pt x="222504" y="31242"/>
                  </a:lnTo>
                  <a:lnTo>
                    <a:pt x="222504" y="0"/>
                  </a:lnTo>
                  <a:close/>
                </a:path>
                <a:path w="1168400" h="3695065">
                  <a:moveTo>
                    <a:pt x="255257" y="254520"/>
                  </a:moveTo>
                  <a:lnTo>
                    <a:pt x="248399" y="249948"/>
                  </a:lnTo>
                  <a:lnTo>
                    <a:pt x="222504" y="294081"/>
                  </a:lnTo>
                  <a:lnTo>
                    <a:pt x="222504" y="277368"/>
                  </a:lnTo>
                  <a:lnTo>
                    <a:pt x="214122" y="277368"/>
                  </a:lnTo>
                  <a:lnTo>
                    <a:pt x="214122" y="294132"/>
                  </a:lnTo>
                  <a:lnTo>
                    <a:pt x="188201" y="249948"/>
                  </a:lnTo>
                  <a:lnTo>
                    <a:pt x="181343" y="254520"/>
                  </a:lnTo>
                  <a:lnTo>
                    <a:pt x="214871" y="311670"/>
                  </a:lnTo>
                  <a:lnTo>
                    <a:pt x="218681" y="313194"/>
                  </a:lnTo>
                  <a:lnTo>
                    <a:pt x="221729" y="311670"/>
                  </a:lnTo>
                  <a:lnTo>
                    <a:pt x="255257" y="254520"/>
                  </a:lnTo>
                  <a:close/>
                </a:path>
                <a:path w="1168400" h="3695065">
                  <a:moveTo>
                    <a:pt x="468630" y="550926"/>
                  </a:moveTo>
                  <a:lnTo>
                    <a:pt x="460248" y="550926"/>
                  </a:lnTo>
                  <a:lnTo>
                    <a:pt x="460248" y="582168"/>
                  </a:lnTo>
                  <a:lnTo>
                    <a:pt x="468630" y="582168"/>
                  </a:lnTo>
                  <a:lnTo>
                    <a:pt x="468630" y="550926"/>
                  </a:lnTo>
                  <a:close/>
                </a:path>
                <a:path w="1168400" h="3695065">
                  <a:moveTo>
                    <a:pt x="468630" y="495300"/>
                  </a:moveTo>
                  <a:lnTo>
                    <a:pt x="460248" y="495300"/>
                  </a:lnTo>
                  <a:lnTo>
                    <a:pt x="460248" y="526542"/>
                  </a:lnTo>
                  <a:lnTo>
                    <a:pt x="468630" y="526542"/>
                  </a:lnTo>
                  <a:lnTo>
                    <a:pt x="468630" y="495300"/>
                  </a:lnTo>
                  <a:close/>
                </a:path>
                <a:path w="1168400" h="3695065">
                  <a:moveTo>
                    <a:pt x="468630" y="439674"/>
                  </a:moveTo>
                  <a:lnTo>
                    <a:pt x="460248" y="439674"/>
                  </a:lnTo>
                  <a:lnTo>
                    <a:pt x="460248" y="470916"/>
                  </a:lnTo>
                  <a:lnTo>
                    <a:pt x="468630" y="470916"/>
                  </a:lnTo>
                  <a:lnTo>
                    <a:pt x="468630" y="439674"/>
                  </a:lnTo>
                  <a:close/>
                </a:path>
                <a:path w="1168400" h="3695065">
                  <a:moveTo>
                    <a:pt x="468630" y="384048"/>
                  </a:moveTo>
                  <a:lnTo>
                    <a:pt x="460248" y="384048"/>
                  </a:lnTo>
                  <a:lnTo>
                    <a:pt x="460248" y="416052"/>
                  </a:lnTo>
                  <a:lnTo>
                    <a:pt x="468630" y="416052"/>
                  </a:lnTo>
                  <a:lnTo>
                    <a:pt x="468630" y="384048"/>
                  </a:lnTo>
                  <a:close/>
                </a:path>
                <a:path w="1168400" h="3695065">
                  <a:moveTo>
                    <a:pt x="1135380" y="3603498"/>
                  </a:moveTo>
                  <a:lnTo>
                    <a:pt x="1126998" y="3603498"/>
                  </a:lnTo>
                  <a:lnTo>
                    <a:pt x="1126998" y="3635502"/>
                  </a:lnTo>
                  <a:lnTo>
                    <a:pt x="1135380" y="3635502"/>
                  </a:lnTo>
                  <a:lnTo>
                    <a:pt x="1135380" y="3603498"/>
                  </a:lnTo>
                  <a:close/>
                </a:path>
                <a:path w="1168400" h="3695065">
                  <a:moveTo>
                    <a:pt x="1135380" y="3547884"/>
                  </a:moveTo>
                  <a:lnTo>
                    <a:pt x="1126998" y="3547884"/>
                  </a:lnTo>
                  <a:lnTo>
                    <a:pt x="1126998" y="3579876"/>
                  </a:lnTo>
                  <a:lnTo>
                    <a:pt x="1135380" y="3579876"/>
                  </a:lnTo>
                  <a:lnTo>
                    <a:pt x="1135380" y="3547884"/>
                  </a:lnTo>
                  <a:close/>
                </a:path>
                <a:path w="1168400" h="3695065">
                  <a:moveTo>
                    <a:pt x="1135380" y="3492258"/>
                  </a:moveTo>
                  <a:lnTo>
                    <a:pt x="1126998" y="3492258"/>
                  </a:lnTo>
                  <a:lnTo>
                    <a:pt x="1126998" y="3524250"/>
                  </a:lnTo>
                  <a:lnTo>
                    <a:pt x="1135380" y="3524250"/>
                  </a:lnTo>
                  <a:lnTo>
                    <a:pt x="1135380" y="3492258"/>
                  </a:lnTo>
                  <a:close/>
                </a:path>
                <a:path w="1168400" h="3695065">
                  <a:moveTo>
                    <a:pt x="1168146" y="3635514"/>
                  </a:moveTo>
                  <a:lnTo>
                    <a:pt x="1161288" y="3631704"/>
                  </a:lnTo>
                  <a:lnTo>
                    <a:pt x="1135380" y="3675862"/>
                  </a:lnTo>
                  <a:lnTo>
                    <a:pt x="1135380" y="3659124"/>
                  </a:lnTo>
                  <a:lnTo>
                    <a:pt x="1126998" y="3659124"/>
                  </a:lnTo>
                  <a:lnTo>
                    <a:pt x="1126998" y="3675862"/>
                  </a:lnTo>
                  <a:lnTo>
                    <a:pt x="1101090" y="3631704"/>
                  </a:lnTo>
                  <a:lnTo>
                    <a:pt x="1094232" y="3635514"/>
                  </a:lnTo>
                  <a:lnTo>
                    <a:pt x="1127760" y="3692664"/>
                  </a:lnTo>
                  <a:lnTo>
                    <a:pt x="1130808" y="3694950"/>
                  </a:lnTo>
                  <a:lnTo>
                    <a:pt x="1134618" y="3692664"/>
                  </a:lnTo>
                  <a:lnTo>
                    <a:pt x="1168146" y="363551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779269" y="989838"/>
              <a:ext cx="520065" cy="201295"/>
            </a:xfrm>
            <a:custGeom>
              <a:avLst/>
              <a:gdLst/>
              <a:ahLst/>
              <a:cxnLst/>
              <a:rect l="l" t="t" r="r" b="b"/>
              <a:pathLst>
                <a:path w="520064" h="201294">
                  <a:moveTo>
                    <a:pt x="403107" y="129365"/>
                  </a:moveTo>
                  <a:lnTo>
                    <a:pt x="7619" y="0"/>
                  </a:lnTo>
                  <a:lnTo>
                    <a:pt x="0" y="24384"/>
                  </a:lnTo>
                  <a:lnTo>
                    <a:pt x="395269" y="153179"/>
                  </a:lnTo>
                  <a:lnTo>
                    <a:pt x="403107" y="129365"/>
                  </a:lnTo>
                  <a:close/>
                </a:path>
                <a:path w="520064" h="201294">
                  <a:moveTo>
                    <a:pt x="415289" y="195912"/>
                  </a:moveTo>
                  <a:lnTo>
                    <a:pt x="415289" y="133349"/>
                  </a:lnTo>
                  <a:lnTo>
                    <a:pt x="406907" y="156971"/>
                  </a:lnTo>
                  <a:lnTo>
                    <a:pt x="395269" y="153179"/>
                  </a:lnTo>
                  <a:lnTo>
                    <a:pt x="379475" y="201167"/>
                  </a:lnTo>
                  <a:lnTo>
                    <a:pt x="415289" y="195912"/>
                  </a:lnTo>
                  <a:close/>
                </a:path>
                <a:path w="520064" h="201294">
                  <a:moveTo>
                    <a:pt x="415289" y="133349"/>
                  </a:moveTo>
                  <a:lnTo>
                    <a:pt x="403107" y="129365"/>
                  </a:lnTo>
                  <a:lnTo>
                    <a:pt x="395269" y="153179"/>
                  </a:lnTo>
                  <a:lnTo>
                    <a:pt x="406907" y="156971"/>
                  </a:lnTo>
                  <a:lnTo>
                    <a:pt x="415289" y="133349"/>
                  </a:lnTo>
                  <a:close/>
                </a:path>
                <a:path w="520064" h="201294">
                  <a:moveTo>
                    <a:pt x="519683" y="180594"/>
                  </a:moveTo>
                  <a:lnTo>
                    <a:pt x="419099" y="80771"/>
                  </a:lnTo>
                  <a:lnTo>
                    <a:pt x="403107" y="129365"/>
                  </a:lnTo>
                  <a:lnTo>
                    <a:pt x="415289" y="133349"/>
                  </a:lnTo>
                  <a:lnTo>
                    <a:pt x="415289" y="195912"/>
                  </a:lnTo>
                  <a:lnTo>
                    <a:pt x="519683" y="180594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4970779" y="3086354"/>
            <a:ext cx="2482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[x&gt;0]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37</a:t>
            </a:fld>
          </a:p>
        </p:txBody>
      </p:sp>
      <p:sp>
        <p:nvSpPr>
          <p:cNvPr id="46" name="object 46"/>
          <p:cNvSpPr txBox="1"/>
          <p:nvPr/>
        </p:nvSpPr>
        <p:spPr>
          <a:xfrm>
            <a:off x="5542279" y="3090925"/>
            <a:ext cx="3079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[</a:t>
            </a:r>
            <a:r>
              <a:rPr dirty="0" sz="800" spc="-10">
                <a:latin typeface="Arial MT"/>
                <a:cs typeface="Arial MT"/>
              </a:rPr>
              <a:t>x</a:t>
            </a:r>
            <a:r>
              <a:rPr dirty="0" sz="800" spc="-5">
                <a:latin typeface="Arial MT"/>
                <a:cs typeface="Arial MT"/>
              </a:rPr>
              <a:t>&lt;=0]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270495" y="1721611"/>
            <a:ext cx="774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9A"/>
                </a:solid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8378" y="411734"/>
            <a:ext cx="228155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Routing</a:t>
            </a:r>
            <a:r>
              <a:rPr dirty="0" spc="-75"/>
              <a:t> </a:t>
            </a:r>
            <a:r>
              <a:rPr dirty="0"/>
              <a:t>Flows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82929" y="1292546"/>
            <a:ext cx="814705" cy="220345"/>
            <a:chOff x="582929" y="1292546"/>
            <a:chExt cx="814705" cy="2203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929" y="1292546"/>
              <a:ext cx="234696" cy="22004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3054" y="1334261"/>
              <a:ext cx="584835" cy="142240"/>
            </a:xfrm>
            <a:custGeom>
              <a:avLst/>
              <a:gdLst/>
              <a:ahLst/>
              <a:cxnLst/>
              <a:rect l="l" t="t" r="r" b="b"/>
              <a:pathLst>
                <a:path w="584835" h="142240">
                  <a:moveTo>
                    <a:pt x="51053" y="77724"/>
                  </a:moveTo>
                  <a:lnTo>
                    <a:pt x="51053" y="64769"/>
                  </a:lnTo>
                  <a:lnTo>
                    <a:pt x="0" y="64769"/>
                  </a:lnTo>
                  <a:lnTo>
                    <a:pt x="0" y="77724"/>
                  </a:lnTo>
                  <a:lnTo>
                    <a:pt x="51053" y="77724"/>
                  </a:lnTo>
                  <a:close/>
                </a:path>
                <a:path w="584835" h="142240">
                  <a:moveTo>
                    <a:pt x="139446" y="77724"/>
                  </a:moveTo>
                  <a:lnTo>
                    <a:pt x="139446" y="64769"/>
                  </a:lnTo>
                  <a:lnTo>
                    <a:pt x="89154" y="64769"/>
                  </a:lnTo>
                  <a:lnTo>
                    <a:pt x="89154" y="77724"/>
                  </a:lnTo>
                  <a:lnTo>
                    <a:pt x="139446" y="77724"/>
                  </a:lnTo>
                  <a:close/>
                </a:path>
                <a:path w="584835" h="142240">
                  <a:moveTo>
                    <a:pt x="228600" y="77724"/>
                  </a:moveTo>
                  <a:lnTo>
                    <a:pt x="228600" y="64769"/>
                  </a:lnTo>
                  <a:lnTo>
                    <a:pt x="177546" y="64769"/>
                  </a:lnTo>
                  <a:lnTo>
                    <a:pt x="177546" y="77724"/>
                  </a:lnTo>
                  <a:lnTo>
                    <a:pt x="228600" y="77724"/>
                  </a:lnTo>
                  <a:close/>
                </a:path>
                <a:path w="584835" h="142240">
                  <a:moveTo>
                    <a:pt x="317753" y="77724"/>
                  </a:moveTo>
                  <a:lnTo>
                    <a:pt x="317753" y="64769"/>
                  </a:lnTo>
                  <a:lnTo>
                    <a:pt x="266700" y="64769"/>
                  </a:lnTo>
                  <a:lnTo>
                    <a:pt x="266700" y="77724"/>
                  </a:lnTo>
                  <a:lnTo>
                    <a:pt x="317753" y="77724"/>
                  </a:lnTo>
                  <a:close/>
                </a:path>
                <a:path w="584835" h="142240">
                  <a:moveTo>
                    <a:pt x="406145" y="77724"/>
                  </a:moveTo>
                  <a:lnTo>
                    <a:pt x="406145" y="64769"/>
                  </a:lnTo>
                  <a:lnTo>
                    <a:pt x="355853" y="64769"/>
                  </a:lnTo>
                  <a:lnTo>
                    <a:pt x="355853" y="77724"/>
                  </a:lnTo>
                  <a:lnTo>
                    <a:pt x="406145" y="77724"/>
                  </a:lnTo>
                  <a:close/>
                </a:path>
                <a:path w="584835" h="142240">
                  <a:moveTo>
                    <a:pt x="495300" y="77724"/>
                  </a:moveTo>
                  <a:lnTo>
                    <a:pt x="495300" y="64769"/>
                  </a:lnTo>
                  <a:lnTo>
                    <a:pt x="444245" y="64769"/>
                  </a:lnTo>
                  <a:lnTo>
                    <a:pt x="444245" y="77724"/>
                  </a:lnTo>
                  <a:lnTo>
                    <a:pt x="495300" y="77724"/>
                  </a:lnTo>
                  <a:close/>
                </a:path>
                <a:path w="584835" h="142240">
                  <a:moveTo>
                    <a:pt x="584453" y="70865"/>
                  </a:moveTo>
                  <a:lnTo>
                    <a:pt x="460247" y="2286"/>
                  </a:lnTo>
                  <a:lnTo>
                    <a:pt x="457200" y="0"/>
                  </a:lnTo>
                  <a:lnTo>
                    <a:pt x="453389" y="1524"/>
                  </a:lnTo>
                  <a:lnTo>
                    <a:pt x="451103" y="4571"/>
                  </a:lnTo>
                  <a:lnTo>
                    <a:pt x="449579" y="7619"/>
                  </a:lnTo>
                  <a:lnTo>
                    <a:pt x="451103" y="11430"/>
                  </a:lnTo>
                  <a:lnTo>
                    <a:pt x="454151" y="12954"/>
                  </a:lnTo>
                  <a:lnTo>
                    <a:pt x="546680" y="64769"/>
                  </a:lnTo>
                  <a:lnTo>
                    <a:pt x="571500" y="64769"/>
                  </a:lnTo>
                  <a:lnTo>
                    <a:pt x="571500" y="78097"/>
                  </a:lnTo>
                  <a:lnTo>
                    <a:pt x="584453" y="70865"/>
                  </a:lnTo>
                  <a:close/>
                </a:path>
                <a:path w="584835" h="142240">
                  <a:moveTo>
                    <a:pt x="571500" y="78097"/>
                  </a:moveTo>
                  <a:lnTo>
                    <a:pt x="571500" y="77724"/>
                  </a:lnTo>
                  <a:lnTo>
                    <a:pt x="546418" y="77724"/>
                  </a:lnTo>
                  <a:lnTo>
                    <a:pt x="454151" y="128777"/>
                  </a:lnTo>
                  <a:lnTo>
                    <a:pt x="451103" y="131063"/>
                  </a:lnTo>
                  <a:lnTo>
                    <a:pt x="449579" y="134874"/>
                  </a:lnTo>
                  <a:lnTo>
                    <a:pt x="451103" y="137921"/>
                  </a:lnTo>
                  <a:lnTo>
                    <a:pt x="453389" y="140969"/>
                  </a:lnTo>
                  <a:lnTo>
                    <a:pt x="457200" y="141731"/>
                  </a:lnTo>
                  <a:lnTo>
                    <a:pt x="460247" y="140207"/>
                  </a:lnTo>
                  <a:lnTo>
                    <a:pt x="571500" y="78097"/>
                  </a:lnTo>
                  <a:close/>
                </a:path>
                <a:path w="584835" h="142240">
                  <a:moveTo>
                    <a:pt x="558185" y="71212"/>
                  </a:moveTo>
                  <a:lnTo>
                    <a:pt x="546680" y="64769"/>
                  </a:lnTo>
                  <a:lnTo>
                    <a:pt x="533400" y="64769"/>
                  </a:lnTo>
                  <a:lnTo>
                    <a:pt x="533400" y="77724"/>
                  </a:lnTo>
                  <a:lnTo>
                    <a:pt x="546418" y="77724"/>
                  </a:lnTo>
                  <a:lnTo>
                    <a:pt x="558185" y="71212"/>
                  </a:lnTo>
                  <a:close/>
                </a:path>
                <a:path w="584835" h="142240">
                  <a:moveTo>
                    <a:pt x="568451" y="77724"/>
                  </a:moveTo>
                  <a:lnTo>
                    <a:pt x="568451" y="76962"/>
                  </a:lnTo>
                  <a:lnTo>
                    <a:pt x="558185" y="71212"/>
                  </a:lnTo>
                  <a:lnTo>
                    <a:pt x="546418" y="77724"/>
                  </a:lnTo>
                  <a:lnTo>
                    <a:pt x="568451" y="77724"/>
                  </a:lnTo>
                  <a:close/>
                </a:path>
                <a:path w="584835" h="142240">
                  <a:moveTo>
                    <a:pt x="571500" y="77724"/>
                  </a:moveTo>
                  <a:lnTo>
                    <a:pt x="571500" y="64769"/>
                  </a:lnTo>
                  <a:lnTo>
                    <a:pt x="546680" y="64769"/>
                  </a:lnTo>
                  <a:lnTo>
                    <a:pt x="558185" y="71212"/>
                  </a:lnTo>
                  <a:lnTo>
                    <a:pt x="568451" y="65531"/>
                  </a:lnTo>
                  <a:lnTo>
                    <a:pt x="568451" y="77724"/>
                  </a:lnTo>
                  <a:lnTo>
                    <a:pt x="571500" y="77724"/>
                  </a:lnTo>
                  <a:close/>
                </a:path>
                <a:path w="584835" h="142240">
                  <a:moveTo>
                    <a:pt x="568451" y="76962"/>
                  </a:moveTo>
                  <a:lnTo>
                    <a:pt x="568451" y="65531"/>
                  </a:lnTo>
                  <a:lnTo>
                    <a:pt x="558185" y="71212"/>
                  </a:lnTo>
                  <a:lnTo>
                    <a:pt x="568451" y="769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880" y="1882981"/>
            <a:ext cx="858774" cy="26137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7408" y="2535655"/>
            <a:ext cx="790194" cy="22373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76250" y="3081527"/>
            <a:ext cx="1028700" cy="426084"/>
            <a:chOff x="476250" y="3081527"/>
            <a:chExt cx="1028700" cy="426084"/>
          </a:xfrm>
        </p:grpSpPr>
        <p:sp>
          <p:nvSpPr>
            <p:cNvPr id="10" name="object 10"/>
            <p:cNvSpPr/>
            <p:nvPr/>
          </p:nvSpPr>
          <p:spPr>
            <a:xfrm>
              <a:off x="968502" y="3081527"/>
              <a:ext cx="49530" cy="426084"/>
            </a:xfrm>
            <a:custGeom>
              <a:avLst/>
              <a:gdLst/>
              <a:ahLst/>
              <a:cxnLst/>
              <a:rect l="l" t="t" r="r" b="b"/>
              <a:pathLst>
                <a:path w="49530" h="426085">
                  <a:moveTo>
                    <a:pt x="49530" y="0"/>
                  </a:moveTo>
                  <a:lnTo>
                    <a:pt x="0" y="0"/>
                  </a:lnTo>
                  <a:lnTo>
                    <a:pt x="0" y="425958"/>
                  </a:lnTo>
                  <a:lnTo>
                    <a:pt x="3048" y="425958"/>
                  </a:lnTo>
                  <a:lnTo>
                    <a:pt x="6858" y="425958"/>
                  </a:lnTo>
                  <a:lnTo>
                    <a:pt x="43434" y="425958"/>
                  </a:lnTo>
                  <a:lnTo>
                    <a:pt x="46482" y="425958"/>
                  </a:lnTo>
                  <a:lnTo>
                    <a:pt x="49530" y="425958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6250" y="3086861"/>
              <a:ext cx="1028700" cy="402590"/>
            </a:xfrm>
            <a:custGeom>
              <a:avLst/>
              <a:gdLst/>
              <a:ahLst/>
              <a:cxnLst/>
              <a:rect l="l" t="t" r="r" b="b"/>
              <a:pathLst>
                <a:path w="1028700" h="402589">
                  <a:moveTo>
                    <a:pt x="476250" y="204216"/>
                  </a:moveTo>
                  <a:lnTo>
                    <a:pt x="352044" y="135636"/>
                  </a:lnTo>
                  <a:lnTo>
                    <a:pt x="348996" y="133350"/>
                  </a:lnTo>
                  <a:lnTo>
                    <a:pt x="345186" y="134874"/>
                  </a:lnTo>
                  <a:lnTo>
                    <a:pt x="342138" y="140970"/>
                  </a:lnTo>
                  <a:lnTo>
                    <a:pt x="342900" y="144780"/>
                  </a:lnTo>
                  <a:lnTo>
                    <a:pt x="345948" y="146304"/>
                  </a:lnTo>
                  <a:lnTo>
                    <a:pt x="438467" y="198120"/>
                  </a:lnTo>
                  <a:lnTo>
                    <a:pt x="0" y="198120"/>
                  </a:lnTo>
                  <a:lnTo>
                    <a:pt x="0" y="211074"/>
                  </a:lnTo>
                  <a:lnTo>
                    <a:pt x="438213" y="211074"/>
                  </a:lnTo>
                  <a:lnTo>
                    <a:pt x="345948" y="262128"/>
                  </a:lnTo>
                  <a:lnTo>
                    <a:pt x="342900" y="264414"/>
                  </a:lnTo>
                  <a:lnTo>
                    <a:pt x="342138" y="268224"/>
                  </a:lnTo>
                  <a:lnTo>
                    <a:pt x="345186" y="274320"/>
                  </a:lnTo>
                  <a:lnTo>
                    <a:pt x="348996" y="275082"/>
                  </a:lnTo>
                  <a:lnTo>
                    <a:pt x="352044" y="273558"/>
                  </a:lnTo>
                  <a:lnTo>
                    <a:pt x="463296" y="211455"/>
                  </a:lnTo>
                  <a:lnTo>
                    <a:pt x="476250" y="204216"/>
                  </a:lnTo>
                  <a:close/>
                </a:path>
                <a:path w="1028700" h="402589">
                  <a:moveTo>
                    <a:pt x="1028700" y="331470"/>
                  </a:moveTo>
                  <a:lnTo>
                    <a:pt x="904494" y="262128"/>
                  </a:lnTo>
                  <a:lnTo>
                    <a:pt x="901446" y="260604"/>
                  </a:lnTo>
                  <a:lnTo>
                    <a:pt x="897636" y="261366"/>
                  </a:lnTo>
                  <a:lnTo>
                    <a:pt x="896112" y="265176"/>
                  </a:lnTo>
                  <a:lnTo>
                    <a:pt x="894588" y="268224"/>
                  </a:lnTo>
                  <a:lnTo>
                    <a:pt x="895350" y="272034"/>
                  </a:lnTo>
                  <a:lnTo>
                    <a:pt x="898398" y="273558"/>
                  </a:lnTo>
                  <a:lnTo>
                    <a:pt x="992035" y="325374"/>
                  </a:lnTo>
                  <a:lnTo>
                    <a:pt x="552450" y="325374"/>
                  </a:lnTo>
                  <a:lnTo>
                    <a:pt x="552450" y="337566"/>
                  </a:lnTo>
                  <a:lnTo>
                    <a:pt x="992035" y="337566"/>
                  </a:lnTo>
                  <a:lnTo>
                    <a:pt x="898398" y="389382"/>
                  </a:lnTo>
                  <a:lnTo>
                    <a:pt x="895350" y="390906"/>
                  </a:lnTo>
                  <a:lnTo>
                    <a:pt x="894588" y="394716"/>
                  </a:lnTo>
                  <a:lnTo>
                    <a:pt x="897636" y="400812"/>
                  </a:lnTo>
                  <a:lnTo>
                    <a:pt x="901446" y="402336"/>
                  </a:lnTo>
                  <a:lnTo>
                    <a:pt x="904494" y="400812"/>
                  </a:lnTo>
                  <a:lnTo>
                    <a:pt x="1015746" y="338709"/>
                  </a:lnTo>
                  <a:lnTo>
                    <a:pt x="1028700" y="331470"/>
                  </a:lnTo>
                  <a:close/>
                </a:path>
                <a:path w="1028700" h="402589">
                  <a:moveTo>
                    <a:pt x="1028700" y="70866"/>
                  </a:moveTo>
                  <a:lnTo>
                    <a:pt x="904494" y="2286"/>
                  </a:lnTo>
                  <a:lnTo>
                    <a:pt x="901446" y="0"/>
                  </a:lnTo>
                  <a:lnTo>
                    <a:pt x="897636" y="1524"/>
                  </a:lnTo>
                  <a:lnTo>
                    <a:pt x="894588" y="7620"/>
                  </a:lnTo>
                  <a:lnTo>
                    <a:pt x="895350" y="11430"/>
                  </a:lnTo>
                  <a:lnTo>
                    <a:pt x="898398" y="12954"/>
                  </a:lnTo>
                  <a:lnTo>
                    <a:pt x="990917" y="64770"/>
                  </a:lnTo>
                  <a:lnTo>
                    <a:pt x="552450" y="64770"/>
                  </a:lnTo>
                  <a:lnTo>
                    <a:pt x="552450" y="77724"/>
                  </a:lnTo>
                  <a:lnTo>
                    <a:pt x="990663" y="77724"/>
                  </a:lnTo>
                  <a:lnTo>
                    <a:pt x="898398" y="128778"/>
                  </a:lnTo>
                  <a:lnTo>
                    <a:pt x="895350" y="131064"/>
                  </a:lnTo>
                  <a:lnTo>
                    <a:pt x="894588" y="134874"/>
                  </a:lnTo>
                  <a:lnTo>
                    <a:pt x="897636" y="140970"/>
                  </a:lnTo>
                  <a:lnTo>
                    <a:pt x="901446" y="141732"/>
                  </a:lnTo>
                  <a:lnTo>
                    <a:pt x="904494" y="140208"/>
                  </a:lnTo>
                  <a:lnTo>
                    <a:pt x="1015746" y="78105"/>
                  </a:lnTo>
                  <a:lnTo>
                    <a:pt x="1028700" y="708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52806" y="4509515"/>
            <a:ext cx="1276350" cy="611505"/>
            <a:chOff x="352806" y="4509515"/>
            <a:chExt cx="1276350" cy="611505"/>
          </a:xfrm>
        </p:grpSpPr>
        <p:sp>
          <p:nvSpPr>
            <p:cNvPr id="13" name="object 13"/>
            <p:cNvSpPr/>
            <p:nvPr/>
          </p:nvSpPr>
          <p:spPr>
            <a:xfrm>
              <a:off x="856488" y="4732781"/>
              <a:ext cx="401320" cy="253365"/>
            </a:xfrm>
            <a:custGeom>
              <a:avLst/>
              <a:gdLst/>
              <a:ahLst/>
              <a:cxnLst/>
              <a:rect l="l" t="t" r="r" b="b"/>
              <a:pathLst>
                <a:path w="401319" h="253364">
                  <a:moveTo>
                    <a:pt x="400812" y="126492"/>
                  </a:moveTo>
                  <a:lnTo>
                    <a:pt x="200406" y="0"/>
                  </a:lnTo>
                  <a:lnTo>
                    <a:pt x="0" y="126492"/>
                  </a:lnTo>
                  <a:lnTo>
                    <a:pt x="7620" y="131305"/>
                  </a:lnTo>
                  <a:lnTo>
                    <a:pt x="198882" y="252031"/>
                  </a:lnTo>
                  <a:lnTo>
                    <a:pt x="200406" y="252984"/>
                  </a:lnTo>
                  <a:lnTo>
                    <a:pt x="201930" y="252031"/>
                  </a:lnTo>
                  <a:lnTo>
                    <a:pt x="393192" y="131305"/>
                  </a:lnTo>
                  <a:lnTo>
                    <a:pt x="400812" y="12649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22960" y="4695443"/>
              <a:ext cx="398145" cy="254000"/>
            </a:xfrm>
            <a:custGeom>
              <a:avLst/>
              <a:gdLst/>
              <a:ahLst/>
              <a:cxnLst/>
              <a:rect l="l" t="t" r="r" b="b"/>
              <a:pathLst>
                <a:path w="398144" h="254000">
                  <a:moveTo>
                    <a:pt x="397764" y="126492"/>
                  </a:moveTo>
                  <a:lnTo>
                    <a:pt x="198882" y="0"/>
                  </a:lnTo>
                  <a:lnTo>
                    <a:pt x="0" y="126492"/>
                  </a:lnTo>
                  <a:lnTo>
                    <a:pt x="7620" y="131368"/>
                  </a:lnTo>
                  <a:lnTo>
                    <a:pt x="197358" y="252780"/>
                  </a:lnTo>
                  <a:lnTo>
                    <a:pt x="198882" y="253746"/>
                  </a:lnTo>
                  <a:lnTo>
                    <a:pt x="201168" y="252285"/>
                  </a:lnTo>
                  <a:lnTo>
                    <a:pt x="390144" y="131368"/>
                  </a:lnTo>
                  <a:lnTo>
                    <a:pt x="397764" y="12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22960" y="4695443"/>
              <a:ext cx="398145" cy="254000"/>
            </a:xfrm>
            <a:custGeom>
              <a:avLst/>
              <a:gdLst/>
              <a:ahLst/>
              <a:cxnLst/>
              <a:rect l="l" t="t" r="r" b="b"/>
              <a:pathLst>
                <a:path w="398144" h="254000">
                  <a:moveTo>
                    <a:pt x="397764" y="126491"/>
                  </a:moveTo>
                  <a:lnTo>
                    <a:pt x="198882" y="0"/>
                  </a:lnTo>
                  <a:lnTo>
                    <a:pt x="0" y="126491"/>
                  </a:lnTo>
                  <a:lnTo>
                    <a:pt x="7619" y="131367"/>
                  </a:lnTo>
                  <a:lnTo>
                    <a:pt x="7620" y="124205"/>
                  </a:lnTo>
                  <a:lnTo>
                    <a:pt x="11827" y="126872"/>
                  </a:lnTo>
                  <a:lnTo>
                    <a:pt x="197358" y="9272"/>
                  </a:lnTo>
                  <a:lnTo>
                    <a:pt x="197358" y="6857"/>
                  </a:lnTo>
                  <a:lnTo>
                    <a:pt x="201168" y="6857"/>
                  </a:lnTo>
                  <a:lnTo>
                    <a:pt x="201168" y="9282"/>
                  </a:lnTo>
                  <a:lnTo>
                    <a:pt x="385953" y="126872"/>
                  </a:lnTo>
                  <a:lnTo>
                    <a:pt x="390144" y="124205"/>
                  </a:lnTo>
                  <a:lnTo>
                    <a:pt x="390144" y="131367"/>
                  </a:lnTo>
                  <a:lnTo>
                    <a:pt x="397764" y="126491"/>
                  </a:lnTo>
                  <a:close/>
                </a:path>
                <a:path w="398144" h="254000">
                  <a:moveTo>
                    <a:pt x="11827" y="126872"/>
                  </a:moveTo>
                  <a:lnTo>
                    <a:pt x="7620" y="124205"/>
                  </a:lnTo>
                  <a:lnTo>
                    <a:pt x="7620" y="129539"/>
                  </a:lnTo>
                  <a:lnTo>
                    <a:pt x="11827" y="126872"/>
                  </a:lnTo>
                  <a:close/>
                </a:path>
                <a:path w="398144" h="254000">
                  <a:moveTo>
                    <a:pt x="199259" y="245678"/>
                  </a:moveTo>
                  <a:lnTo>
                    <a:pt x="11827" y="126872"/>
                  </a:lnTo>
                  <a:lnTo>
                    <a:pt x="7620" y="129539"/>
                  </a:lnTo>
                  <a:lnTo>
                    <a:pt x="7619" y="131367"/>
                  </a:lnTo>
                  <a:lnTo>
                    <a:pt x="197358" y="252770"/>
                  </a:lnTo>
                  <a:lnTo>
                    <a:pt x="197358" y="246887"/>
                  </a:lnTo>
                  <a:lnTo>
                    <a:pt x="199259" y="245678"/>
                  </a:lnTo>
                  <a:close/>
                </a:path>
                <a:path w="398144" h="254000">
                  <a:moveTo>
                    <a:pt x="201168" y="6857"/>
                  </a:moveTo>
                  <a:lnTo>
                    <a:pt x="197358" y="6857"/>
                  </a:lnTo>
                  <a:lnTo>
                    <a:pt x="199259" y="8067"/>
                  </a:lnTo>
                  <a:lnTo>
                    <a:pt x="201168" y="6857"/>
                  </a:lnTo>
                  <a:close/>
                </a:path>
                <a:path w="398144" h="254000">
                  <a:moveTo>
                    <a:pt x="199259" y="8067"/>
                  </a:moveTo>
                  <a:lnTo>
                    <a:pt x="197358" y="6857"/>
                  </a:lnTo>
                  <a:lnTo>
                    <a:pt x="197358" y="9272"/>
                  </a:lnTo>
                  <a:lnTo>
                    <a:pt x="199259" y="8067"/>
                  </a:lnTo>
                  <a:close/>
                </a:path>
                <a:path w="398144" h="254000">
                  <a:moveTo>
                    <a:pt x="201168" y="246887"/>
                  </a:moveTo>
                  <a:lnTo>
                    <a:pt x="199259" y="245678"/>
                  </a:lnTo>
                  <a:lnTo>
                    <a:pt x="197358" y="246887"/>
                  </a:lnTo>
                  <a:lnTo>
                    <a:pt x="201168" y="246887"/>
                  </a:lnTo>
                  <a:close/>
                </a:path>
                <a:path w="398144" h="254000">
                  <a:moveTo>
                    <a:pt x="201168" y="252283"/>
                  </a:moveTo>
                  <a:lnTo>
                    <a:pt x="201168" y="246887"/>
                  </a:lnTo>
                  <a:lnTo>
                    <a:pt x="197358" y="246887"/>
                  </a:lnTo>
                  <a:lnTo>
                    <a:pt x="197358" y="252770"/>
                  </a:lnTo>
                  <a:lnTo>
                    <a:pt x="198882" y="253745"/>
                  </a:lnTo>
                  <a:lnTo>
                    <a:pt x="201168" y="252283"/>
                  </a:lnTo>
                  <a:close/>
                </a:path>
                <a:path w="398144" h="254000">
                  <a:moveTo>
                    <a:pt x="201168" y="9282"/>
                  </a:moveTo>
                  <a:lnTo>
                    <a:pt x="201168" y="6857"/>
                  </a:lnTo>
                  <a:lnTo>
                    <a:pt x="199259" y="8067"/>
                  </a:lnTo>
                  <a:lnTo>
                    <a:pt x="201168" y="9282"/>
                  </a:lnTo>
                  <a:close/>
                </a:path>
                <a:path w="398144" h="254000">
                  <a:moveTo>
                    <a:pt x="390144" y="131367"/>
                  </a:moveTo>
                  <a:lnTo>
                    <a:pt x="390144" y="129539"/>
                  </a:lnTo>
                  <a:lnTo>
                    <a:pt x="385953" y="126872"/>
                  </a:lnTo>
                  <a:lnTo>
                    <a:pt x="199259" y="245678"/>
                  </a:lnTo>
                  <a:lnTo>
                    <a:pt x="201168" y="246887"/>
                  </a:lnTo>
                  <a:lnTo>
                    <a:pt x="201168" y="252283"/>
                  </a:lnTo>
                  <a:lnTo>
                    <a:pt x="390144" y="131367"/>
                  </a:lnTo>
                  <a:close/>
                </a:path>
                <a:path w="398144" h="254000">
                  <a:moveTo>
                    <a:pt x="390144" y="129539"/>
                  </a:moveTo>
                  <a:lnTo>
                    <a:pt x="390144" y="124205"/>
                  </a:lnTo>
                  <a:lnTo>
                    <a:pt x="385953" y="126872"/>
                  </a:lnTo>
                  <a:lnTo>
                    <a:pt x="390144" y="129539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52806" y="4509515"/>
              <a:ext cx="1276350" cy="611505"/>
            </a:xfrm>
            <a:custGeom>
              <a:avLst/>
              <a:gdLst/>
              <a:ahLst/>
              <a:cxnLst/>
              <a:rect l="l" t="t" r="r" b="b"/>
              <a:pathLst>
                <a:path w="1276350" h="611504">
                  <a:moveTo>
                    <a:pt x="476250" y="307086"/>
                  </a:moveTo>
                  <a:lnTo>
                    <a:pt x="352044" y="238506"/>
                  </a:lnTo>
                  <a:lnTo>
                    <a:pt x="348996" y="236220"/>
                  </a:lnTo>
                  <a:lnTo>
                    <a:pt x="345186" y="237744"/>
                  </a:lnTo>
                  <a:lnTo>
                    <a:pt x="343662" y="240792"/>
                  </a:lnTo>
                  <a:lnTo>
                    <a:pt x="341376" y="243840"/>
                  </a:lnTo>
                  <a:lnTo>
                    <a:pt x="342900" y="247650"/>
                  </a:lnTo>
                  <a:lnTo>
                    <a:pt x="345948" y="249174"/>
                  </a:lnTo>
                  <a:lnTo>
                    <a:pt x="438467" y="301002"/>
                  </a:lnTo>
                  <a:lnTo>
                    <a:pt x="0" y="301002"/>
                  </a:lnTo>
                  <a:lnTo>
                    <a:pt x="0" y="313944"/>
                  </a:lnTo>
                  <a:lnTo>
                    <a:pt x="438213" y="313944"/>
                  </a:lnTo>
                  <a:lnTo>
                    <a:pt x="345948" y="364998"/>
                  </a:lnTo>
                  <a:lnTo>
                    <a:pt x="342900" y="367284"/>
                  </a:lnTo>
                  <a:lnTo>
                    <a:pt x="341376" y="371094"/>
                  </a:lnTo>
                  <a:lnTo>
                    <a:pt x="343662" y="374142"/>
                  </a:lnTo>
                  <a:lnTo>
                    <a:pt x="345186" y="377190"/>
                  </a:lnTo>
                  <a:lnTo>
                    <a:pt x="348996" y="377952"/>
                  </a:lnTo>
                  <a:lnTo>
                    <a:pt x="352044" y="376428"/>
                  </a:lnTo>
                  <a:lnTo>
                    <a:pt x="463296" y="314325"/>
                  </a:lnTo>
                  <a:lnTo>
                    <a:pt x="476250" y="307086"/>
                  </a:lnTo>
                  <a:close/>
                </a:path>
                <a:path w="1276350" h="611504">
                  <a:moveTo>
                    <a:pt x="1270254" y="541032"/>
                  </a:moveTo>
                  <a:lnTo>
                    <a:pt x="1146048" y="471690"/>
                  </a:lnTo>
                  <a:lnTo>
                    <a:pt x="1143000" y="469404"/>
                  </a:lnTo>
                  <a:lnTo>
                    <a:pt x="1139190" y="470928"/>
                  </a:lnTo>
                  <a:lnTo>
                    <a:pt x="1136904" y="473976"/>
                  </a:lnTo>
                  <a:lnTo>
                    <a:pt x="1135380" y="477024"/>
                  </a:lnTo>
                  <a:lnTo>
                    <a:pt x="1136904" y="480834"/>
                  </a:lnTo>
                  <a:lnTo>
                    <a:pt x="1139952" y="482358"/>
                  </a:lnTo>
                  <a:lnTo>
                    <a:pt x="1231798" y="534136"/>
                  </a:lnTo>
                  <a:lnTo>
                    <a:pt x="663702" y="533412"/>
                  </a:lnTo>
                  <a:lnTo>
                    <a:pt x="669798" y="533412"/>
                  </a:lnTo>
                  <a:lnTo>
                    <a:pt x="669798" y="441972"/>
                  </a:lnTo>
                  <a:lnTo>
                    <a:pt x="656844" y="441972"/>
                  </a:lnTo>
                  <a:lnTo>
                    <a:pt x="656844" y="542556"/>
                  </a:lnTo>
                  <a:lnTo>
                    <a:pt x="659892" y="545604"/>
                  </a:lnTo>
                  <a:lnTo>
                    <a:pt x="663702" y="545604"/>
                  </a:lnTo>
                  <a:lnTo>
                    <a:pt x="669798" y="545617"/>
                  </a:lnTo>
                  <a:lnTo>
                    <a:pt x="1231569" y="547052"/>
                  </a:lnTo>
                  <a:lnTo>
                    <a:pt x="1253490" y="547116"/>
                  </a:lnTo>
                  <a:lnTo>
                    <a:pt x="1256538" y="547128"/>
                  </a:lnTo>
                  <a:lnTo>
                    <a:pt x="1231569" y="547052"/>
                  </a:lnTo>
                  <a:lnTo>
                    <a:pt x="1139190" y="598182"/>
                  </a:lnTo>
                  <a:lnTo>
                    <a:pt x="1136142" y="599706"/>
                  </a:lnTo>
                  <a:lnTo>
                    <a:pt x="1135380" y="604278"/>
                  </a:lnTo>
                  <a:lnTo>
                    <a:pt x="1138428" y="610374"/>
                  </a:lnTo>
                  <a:lnTo>
                    <a:pt x="1142238" y="611136"/>
                  </a:lnTo>
                  <a:lnTo>
                    <a:pt x="1145286" y="609612"/>
                  </a:lnTo>
                  <a:lnTo>
                    <a:pt x="1256538" y="548551"/>
                  </a:lnTo>
                  <a:lnTo>
                    <a:pt x="1270254" y="541032"/>
                  </a:lnTo>
                  <a:close/>
                </a:path>
                <a:path w="1276350" h="611504">
                  <a:moveTo>
                    <a:pt x="1276337" y="70866"/>
                  </a:moveTo>
                  <a:lnTo>
                    <a:pt x="1152131" y="2286"/>
                  </a:lnTo>
                  <a:lnTo>
                    <a:pt x="1149083" y="0"/>
                  </a:lnTo>
                  <a:lnTo>
                    <a:pt x="1145273" y="1524"/>
                  </a:lnTo>
                  <a:lnTo>
                    <a:pt x="1142987" y="4572"/>
                  </a:lnTo>
                  <a:lnTo>
                    <a:pt x="1141463" y="7620"/>
                  </a:lnTo>
                  <a:lnTo>
                    <a:pt x="1142987" y="11430"/>
                  </a:lnTo>
                  <a:lnTo>
                    <a:pt x="1146035" y="12954"/>
                  </a:lnTo>
                  <a:lnTo>
                    <a:pt x="1239570" y="64719"/>
                  </a:lnTo>
                  <a:lnTo>
                    <a:pt x="1263383" y="64770"/>
                  </a:lnTo>
                  <a:lnTo>
                    <a:pt x="1239735" y="64808"/>
                  </a:lnTo>
                  <a:lnTo>
                    <a:pt x="666737" y="65532"/>
                  </a:lnTo>
                  <a:lnTo>
                    <a:pt x="663689" y="68580"/>
                  </a:lnTo>
                  <a:lnTo>
                    <a:pt x="663689" y="173736"/>
                  </a:lnTo>
                  <a:lnTo>
                    <a:pt x="669785" y="173736"/>
                  </a:lnTo>
                  <a:lnTo>
                    <a:pt x="675881" y="173736"/>
                  </a:lnTo>
                  <a:lnTo>
                    <a:pt x="675881" y="78473"/>
                  </a:lnTo>
                  <a:lnTo>
                    <a:pt x="1239570" y="77025"/>
                  </a:lnTo>
                  <a:lnTo>
                    <a:pt x="1146035" y="128778"/>
                  </a:lnTo>
                  <a:lnTo>
                    <a:pt x="1142987" y="131064"/>
                  </a:lnTo>
                  <a:lnTo>
                    <a:pt x="1141463" y="134874"/>
                  </a:lnTo>
                  <a:lnTo>
                    <a:pt x="1143749" y="137922"/>
                  </a:lnTo>
                  <a:lnTo>
                    <a:pt x="1145273" y="140970"/>
                  </a:lnTo>
                  <a:lnTo>
                    <a:pt x="1149083" y="141732"/>
                  </a:lnTo>
                  <a:lnTo>
                    <a:pt x="1152131" y="140208"/>
                  </a:lnTo>
                  <a:lnTo>
                    <a:pt x="1263383" y="78105"/>
                  </a:lnTo>
                  <a:lnTo>
                    <a:pt x="1276337" y="708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346709" y="5372100"/>
            <a:ext cx="1289050" cy="490855"/>
            <a:chOff x="346709" y="5372100"/>
            <a:chExt cx="1289050" cy="490855"/>
          </a:xfrm>
        </p:grpSpPr>
        <p:sp>
          <p:nvSpPr>
            <p:cNvPr id="18" name="object 18"/>
            <p:cNvSpPr/>
            <p:nvPr/>
          </p:nvSpPr>
          <p:spPr>
            <a:xfrm>
              <a:off x="792467" y="5534418"/>
              <a:ext cx="401955" cy="253365"/>
            </a:xfrm>
            <a:custGeom>
              <a:avLst/>
              <a:gdLst/>
              <a:ahLst/>
              <a:cxnLst/>
              <a:rect l="l" t="t" r="r" b="b"/>
              <a:pathLst>
                <a:path w="401955" h="253364">
                  <a:moveTo>
                    <a:pt x="401574" y="126492"/>
                  </a:moveTo>
                  <a:lnTo>
                    <a:pt x="200406" y="0"/>
                  </a:lnTo>
                  <a:lnTo>
                    <a:pt x="0" y="126492"/>
                  </a:lnTo>
                  <a:lnTo>
                    <a:pt x="7620" y="131292"/>
                  </a:lnTo>
                  <a:lnTo>
                    <a:pt x="198882" y="252018"/>
                  </a:lnTo>
                  <a:lnTo>
                    <a:pt x="200406" y="252984"/>
                  </a:lnTo>
                  <a:lnTo>
                    <a:pt x="202692" y="251536"/>
                  </a:lnTo>
                  <a:lnTo>
                    <a:pt x="393954" y="131279"/>
                  </a:lnTo>
                  <a:lnTo>
                    <a:pt x="401574" y="12649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59714" y="5497080"/>
              <a:ext cx="398145" cy="254000"/>
            </a:xfrm>
            <a:custGeom>
              <a:avLst/>
              <a:gdLst/>
              <a:ahLst/>
              <a:cxnLst/>
              <a:rect l="l" t="t" r="r" b="b"/>
              <a:pathLst>
                <a:path w="398144" h="254000">
                  <a:moveTo>
                    <a:pt x="397764" y="126492"/>
                  </a:moveTo>
                  <a:lnTo>
                    <a:pt x="198882" y="0"/>
                  </a:lnTo>
                  <a:lnTo>
                    <a:pt x="0" y="126492"/>
                  </a:lnTo>
                  <a:lnTo>
                    <a:pt x="7620" y="131356"/>
                  </a:lnTo>
                  <a:lnTo>
                    <a:pt x="197358" y="252768"/>
                  </a:lnTo>
                  <a:lnTo>
                    <a:pt x="198882" y="253746"/>
                  </a:lnTo>
                  <a:lnTo>
                    <a:pt x="200406" y="252768"/>
                  </a:lnTo>
                  <a:lnTo>
                    <a:pt x="390144" y="131356"/>
                  </a:lnTo>
                  <a:lnTo>
                    <a:pt x="397764" y="12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59714" y="5497067"/>
              <a:ext cx="398145" cy="254000"/>
            </a:xfrm>
            <a:custGeom>
              <a:avLst/>
              <a:gdLst/>
              <a:ahLst/>
              <a:cxnLst/>
              <a:rect l="l" t="t" r="r" b="b"/>
              <a:pathLst>
                <a:path w="398144" h="254000">
                  <a:moveTo>
                    <a:pt x="397764" y="126492"/>
                  </a:moveTo>
                  <a:lnTo>
                    <a:pt x="198882" y="0"/>
                  </a:lnTo>
                  <a:lnTo>
                    <a:pt x="0" y="126492"/>
                  </a:lnTo>
                  <a:lnTo>
                    <a:pt x="7619" y="131367"/>
                  </a:lnTo>
                  <a:lnTo>
                    <a:pt x="7620" y="124206"/>
                  </a:lnTo>
                  <a:lnTo>
                    <a:pt x="11810" y="126873"/>
                  </a:lnTo>
                  <a:lnTo>
                    <a:pt x="197358" y="8797"/>
                  </a:lnTo>
                  <a:lnTo>
                    <a:pt x="197358" y="6858"/>
                  </a:lnTo>
                  <a:lnTo>
                    <a:pt x="200406" y="6858"/>
                  </a:lnTo>
                  <a:lnTo>
                    <a:pt x="200406" y="8797"/>
                  </a:lnTo>
                  <a:lnTo>
                    <a:pt x="385953" y="126873"/>
                  </a:lnTo>
                  <a:lnTo>
                    <a:pt x="390144" y="124206"/>
                  </a:lnTo>
                  <a:lnTo>
                    <a:pt x="390144" y="131367"/>
                  </a:lnTo>
                  <a:lnTo>
                    <a:pt x="397764" y="126492"/>
                  </a:lnTo>
                  <a:close/>
                </a:path>
                <a:path w="398144" h="254000">
                  <a:moveTo>
                    <a:pt x="11810" y="126873"/>
                  </a:moveTo>
                  <a:lnTo>
                    <a:pt x="7620" y="124206"/>
                  </a:lnTo>
                  <a:lnTo>
                    <a:pt x="7620" y="129540"/>
                  </a:lnTo>
                  <a:lnTo>
                    <a:pt x="11810" y="126873"/>
                  </a:lnTo>
                  <a:close/>
                </a:path>
                <a:path w="398144" h="254000">
                  <a:moveTo>
                    <a:pt x="198881" y="245918"/>
                  </a:moveTo>
                  <a:lnTo>
                    <a:pt x="11810" y="126873"/>
                  </a:lnTo>
                  <a:lnTo>
                    <a:pt x="7620" y="129540"/>
                  </a:lnTo>
                  <a:lnTo>
                    <a:pt x="7619" y="131367"/>
                  </a:lnTo>
                  <a:lnTo>
                    <a:pt x="197358" y="252770"/>
                  </a:lnTo>
                  <a:lnTo>
                    <a:pt x="197358" y="246888"/>
                  </a:lnTo>
                  <a:lnTo>
                    <a:pt x="198881" y="245918"/>
                  </a:lnTo>
                  <a:close/>
                </a:path>
                <a:path w="398144" h="254000">
                  <a:moveTo>
                    <a:pt x="200406" y="6858"/>
                  </a:moveTo>
                  <a:lnTo>
                    <a:pt x="197358" y="6858"/>
                  </a:lnTo>
                  <a:lnTo>
                    <a:pt x="198881" y="7827"/>
                  </a:lnTo>
                  <a:lnTo>
                    <a:pt x="200406" y="6858"/>
                  </a:lnTo>
                  <a:close/>
                </a:path>
                <a:path w="398144" h="254000">
                  <a:moveTo>
                    <a:pt x="198881" y="7827"/>
                  </a:moveTo>
                  <a:lnTo>
                    <a:pt x="197358" y="6858"/>
                  </a:lnTo>
                  <a:lnTo>
                    <a:pt x="197358" y="8797"/>
                  </a:lnTo>
                  <a:lnTo>
                    <a:pt x="198881" y="7827"/>
                  </a:lnTo>
                  <a:close/>
                </a:path>
                <a:path w="398144" h="254000">
                  <a:moveTo>
                    <a:pt x="200406" y="246888"/>
                  </a:moveTo>
                  <a:lnTo>
                    <a:pt x="198881" y="245918"/>
                  </a:lnTo>
                  <a:lnTo>
                    <a:pt x="197358" y="246888"/>
                  </a:lnTo>
                  <a:lnTo>
                    <a:pt x="200406" y="246888"/>
                  </a:lnTo>
                  <a:close/>
                </a:path>
                <a:path w="398144" h="254000">
                  <a:moveTo>
                    <a:pt x="200406" y="252770"/>
                  </a:moveTo>
                  <a:lnTo>
                    <a:pt x="200406" y="246888"/>
                  </a:lnTo>
                  <a:lnTo>
                    <a:pt x="197358" y="246888"/>
                  </a:lnTo>
                  <a:lnTo>
                    <a:pt x="197358" y="252770"/>
                  </a:lnTo>
                  <a:lnTo>
                    <a:pt x="198881" y="253746"/>
                  </a:lnTo>
                  <a:lnTo>
                    <a:pt x="200406" y="252770"/>
                  </a:lnTo>
                  <a:close/>
                </a:path>
                <a:path w="398144" h="254000">
                  <a:moveTo>
                    <a:pt x="200406" y="8797"/>
                  </a:moveTo>
                  <a:lnTo>
                    <a:pt x="200406" y="6858"/>
                  </a:lnTo>
                  <a:lnTo>
                    <a:pt x="198881" y="7827"/>
                  </a:lnTo>
                  <a:lnTo>
                    <a:pt x="200406" y="8797"/>
                  </a:lnTo>
                  <a:close/>
                </a:path>
                <a:path w="398144" h="254000">
                  <a:moveTo>
                    <a:pt x="390144" y="131367"/>
                  </a:moveTo>
                  <a:lnTo>
                    <a:pt x="390144" y="129540"/>
                  </a:lnTo>
                  <a:lnTo>
                    <a:pt x="385953" y="126873"/>
                  </a:lnTo>
                  <a:lnTo>
                    <a:pt x="198881" y="245918"/>
                  </a:lnTo>
                  <a:lnTo>
                    <a:pt x="200406" y="246888"/>
                  </a:lnTo>
                  <a:lnTo>
                    <a:pt x="200406" y="252770"/>
                  </a:lnTo>
                  <a:lnTo>
                    <a:pt x="390144" y="131367"/>
                  </a:lnTo>
                  <a:close/>
                </a:path>
                <a:path w="398144" h="254000">
                  <a:moveTo>
                    <a:pt x="390144" y="129540"/>
                  </a:moveTo>
                  <a:lnTo>
                    <a:pt x="390144" y="124206"/>
                  </a:lnTo>
                  <a:lnTo>
                    <a:pt x="385953" y="126873"/>
                  </a:lnTo>
                  <a:lnTo>
                    <a:pt x="390144" y="12954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46697" y="5372112"/>
              <a:ext cx="1289050" cy="490855"/>
            </a:xfrm>
            <a:custGeom>
              <a:avLst/>
              <a:gdLst/>
              <a:ahLst/>
              <a:cxnLst/>
              <a:rect l="l" t="t" r="r" b="b"/>
              <a:pathLst>
                <a:path w="1289050" h="490854">
                  <a:moveTo>
                    <a:pt x="660654" y="451104"/>
                  </a:moveTo>
                  <a:lnTo>
                    <a:pt x="659130" y="448056"/>
                  </a:lnTo>
                  <a:lnTo>
                    <a:pt x="609600" y="361950"/>
                  </a:lnTo>
                  <a:lnTo>
                    <a:pt x="559308" y="448056"/>
                  </a:lnTo>
                  <a:lnTo>
                    <a:pt x="557784" y="451104"/>
                  </a:lnTo>
                  <a:lnTo>
                    <a:pt x="558546" y="454914"/>
                  </a:lnTo>
                  <a:lnTo>
                    <a:pt x="564642" y="457962"/>
                  </a:lnTo>
                  <a:lnTo>
                    <a:pt x="568452" y="457200"/>
                  </a:lnTo>
                  <a:lnTo>
                    <a:pt x="569976" y="454152"/>
                  </a:lnTo>
                  <a:lnTo>
                    <a:pt x="602742" y="398614"/>
                  </a:lnTo>
                  <a:lnTo>
                    <a:pt x="602742" y="476275"/>
                  </a:lnTo>
                  <a:lnTo>
                    <a:pt x="609600" y="476250"/>
                  </a:lnTo>
                  <a:lnTo>
                    <a:pt x="0" y="478536"/>
                  </a:lnTo>
                  <a:lnTo>
                    <a:pt x="0" y="490728"/>
                  </a:lnTo>
                  <a:lnTo>
                    <a:pt x="602742" y="489216"/>
                  </a:lnTo>
                  <a:lnTo>
                    <a:pt x="609600" y="489204"/>
                  </a:lnTo>
                  <a:lnTo>
                    <a:pt x="612648" y="489204"/>
                  </a:lnTo>
                  <a:lnTo>
                    <a:pt x="615696" y="486156"/>
                  </a:lnTo>
                  <a:lnTo>
                    <a:pt x="615696" y="398614"/>
                  </a:lnTo>
                  <a:lnTo>
                    <a:pt x="609219" y="387629"/>
                  </a:lnTo>
                  <a:lnTo>
                    <a:pt x="614934" y="397319"/>
                  </a:lnTo>
                  <a:lnTo>
                    <a:pt x="615696" y="398614"/>
                  </a:lnTo>
                  <a:lnTo>
                    <a:pt x="648462" y="454152"/>
                  </a:lnTo>
                  <a:lnTo>
                    <a:pt x="649986" y="457200"/>
                  </a:lnTo>
                  <a:lnTo>
                    <a:pt x="653796" y="457962"/>
                  </a:lnTo>
                  <a:lnTo>
                    <a:pt x="659892" y="454914"/>
                  </a:lnTo>
                  <a:lnTo>
                    <a:pt x="660654" y="451104"/>
                  </a:lnTo>
                  <a:close/>
                </a:path>
                <a:path w="1289050" h="490854">
                  <a:moveTo>
                    <a:pt x="660654" y="46482"/>
                  </a:moveTo>
                  <a:lnTo>
                    <a:pt x="659892" y="42672"/>
                  </a:lnTo>
                  <a:lnTo>
                    <a:pt x="653796" y="39624"/>
                  </a:lnTo>
                  <a:lnTo>
                    <a:pt x="649986" y="40386"/>
                  </a:lnTo>
                  <a:lnTo>
                    <a:pt x="648462" y="43434"/>
                  </a:lnTo>
                  <a:lnTo>
                    <a:pt x="615696" y="98958"/>
                  </a:lnTo>
                  <a:lnTo>
                    <a:pt x="615696" y="4572"/>
                  </a:lnTo>
                  <a:lnTo>
                    <a:pt x="612648" y="2286"/>
                  </a:lnTo>
                  <a:lnTo>
                    <a:pt x="9144" y="0"/>
                  </a:lnTo>
                  <a:lnTo>
                    <a:pt x="9144" y="12954"/>
                  </a:lnTo>
                  <a:lnTo>
                    <a:pt x="602742" y="14452"/>
                  </a:lnTo>
                  <a:lnTo>
                    <a:pt x="602742" y="98958"/>
                  </a:lnTo>
                  <a:lnTo>
                    <a:pt x="609219" y="109943"/>
                  </a:lnTo>
                  <a:lnTo>
                    <a:pt x="569976" y="43434"/>
                  </a:lnTo>
                  <a:lnTo>
                    <a:pt x="568452" y="40386"/>
                  </a:lnTo>
                  <a:lnTo>
                    <a:pt x="564642" y="39624"/>
                  </a:lnTo>
                  <a:lnTo>
                    <a:pt x="558546" y="42672"/>
                  </a:lnTo>
                  <a:lnTo>
                    <a:pt x="557784" y="46482"/>
                  </a:lnTo>
                  <a:lnTo>
                    <a:pt x="559308" y="49530"/>
                  </a:lnTo>
                  <a:lnTo>
                    <a:pt x="602742" y="123888"/>
                  </a:lnTo>
                  <a:lnTo>
                    <a:pt x="609600" y="135636"/>
                  </a:lnTo>
                  <a:lnTo>
                    <a:pt x="615696" y="125031"/>
                  </a:lnTo>
                  <a:lnTo>
                    <a:pt x="659130" y="49530"/>
                  </a:lnTo>
                  <a:lnTo>
                    <a:pt x="660654" y="46482"/>
                  </a:lnTo>
                  <a:close/>
                </a:path>
                <a:path w="1289050" h="490854">
                  <a:moveTo>
                    <a:pt x="1288554" y="246113"/>
                  </a:moveTo>
                  <a:lnTo>
                    <a:pt x="1164348" y="177533"/>
                  </a:lnTo>
                  <a:lnTo>
                    <a:pt x="1161300" y="176009"/>
                  </a:lnTo>
                  <a:lnTo>
                    <a:pt x="1157490" y="176771"/>
                  </a:lnTo>
                  <a:lnTo>
                    <a:pt x="1154442" y="182867"/>
                  </a:lnTo>
                  <a:lnTo>
                    <a:pt x="1155204" y="186677"/>
                  </a:lnTo>
                  <a:lnTo>
                    <a:pt x="1158252" y="188201"/>
                  </a:lnTo>
                  <a:lnTo>
                    <a:pt x="1250772" y="240030"/>
                  </a:lnTo>
                  <a:lnTo>
                    <a:pt x="812304" y="240030"/>
                  </a:lnTo>
                  <a:lnTo>
                    <a:pt x="812304" y="252971"/>
                  </a:lnTo>
                  <a:lnTo>
                    <a:pt x="1250518" y="252971"/>
                  </a:lnTo>
                  <a:lnTo>
                    <a:pt x="1158252" y="304025"/>
                  </a:lnTo>
                  <a:lnTo>
                    <a:pt x="1155204" y="306311"/>
                  </a:lnTo>
                  <a:lnTo>
                    <a:pt x="1154442" y="310121"/>
                  </a:lnTo>
                  <a:lnTo>
                    <a:pt x="1157490" y="316217"/>
                  </a:lnTo>
                  <a:lnTo>
                    <a:pt x="1161300" y="316979"/>
                  </a:lnTo>
                  <a:lnTo>
                    <a:pt x="1164348" y="315455"/>
                  </a:lnTo>
                  <a:lnTo>
                    <a:pt x="1275600" y="253352"/>
                  </a:lnTo>
                  <a:lnTo>
                    <a:pt x="1288554" y="2461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473201" y="3828288"/>
            <a:ext cx="1035685" cy="426720"/>
            <a:chOff x="473201" y="3828288"/>
            <a:chExt cx="1035685" cy="426720"/>
          </a:xfrm>
        </p:grpSpPr>
        <p:sp>
          <p:nvSpPr>
            <p:cNvPr id="23" name="object 23"/>
            <p:cNvSpPr/>
            <p:nvPr/>
          </p:nvSpPr>
          <p:spPr>
            <a:xfrm>
              <a:off x="971550" y="3829049"/>
              <a:ext cx="49530" cy="426084"/>
            </a:xfrm>
            <a:custGeom>
              <a:avLst/>
              <a:gdLst/>
              <a:ahLst/>
              <a:cxnLst/>
              <a:rect l="l" t="t" r="r" b="b"/>
              <a:pathLst>
                <a:path w="49530" h="426085">
                  <a:moveTo>
                    <a:pt x="49530" y="0"/>
                  </a:moveTo>
                  <a:lnTo>
                    <a:pt x="0" y="0"/>
                  </a:lnTo>
                  <a:lnTo>
                    <a:pt x="0" y="425958"/>
                  </a:lnTo>
                  <a:lnTo>
                    <a:pt x="3810" y="425958"/>
                  </a:lnTo>
                  <a:lnTo>
                    <a:pt x="6858" y="425958"/>
                  </a:lnTo>
                  <a:lnTo>
                    <a:pt x="43434" y="425958"/>
                  </a:lnTo>
                  <a:lnTo>
                    <a:pt x="46482" y="425958"/>
                  </a:lnTo>
                  <a:lnTo>
                    <a:pt x="49530" y="425958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73202" y="3828287"/>
              <a:ext cx="1035685" cy="421640"/>
            </a:xfrm>
            <a:custGeom>
              <a:avLst/>
              <a:gdLst/>
              <a:ahLst/>
              <a:cxnLst/>
              <a:rect l="l" t="t" r="r" b="b"/>
              <a:pathLst>
                <a:path w="1035685" h="421639">
                  <a:moveTo>
                    <a:pt x="476250" y="350520"/>
                  </a:moveTo>
                  <a:lnTo>
                    <a:pt x="352044" y="281178"/>
                  </a:lnTo>
                  <a:lnTo>
                    <a:pt x="348996" y="279654"/>
                  </a:lnTo>
                  <a:lnTo>
                    <a:pt x="345186" y="280416"/>
                  </a:lnTo>
                  <a:lnTo>
                    <a:pt x="342138" y="286512"/>
                  </a:lnTo>
                  <a:lnTo>
                    <a:pt x="342900" y="291084"/>
                  </a:lnTo>
                  <a:lnTo>
                    <a:pt x="345948" y="292608"/>
                  </a:lnTo>
                  <a:lnTo>
                    <a:pt x="438213" y="343662"/>
                  </a:lnTo>
                  <a:lnTo>
                    <a:pt x="0" y="343662"/>
                  </a:lnTo>
                  <a:lnTo>
                    <a:pt x="0" y="356616"/>
                  </a:lnTo>
                  <a:lnTo>
                    <a:pt x="439585" y="356616"/>
                  </a:lnTo>
                  <a:lnTo>
                    <a:pt x="345948" y="408432"/>
                  </a:lnTo>
                  <a:lnTo>
                    <a:pt x="342900" y="409956"/>
                  </a:lnTo>
                  <a:lnTo>
                    <a:pt x="342138" y="413766"/>
                  </a:lnTo>
                  <a:lnTo>
                    <a:pt x="345186" y="419862"/>
                  </a:lnTo>
                  <a:lnTo>
                    <a:pt x="348996" y="421386"/>
                  </a:lnTo>
                  <a:lnTo>
                    <a:pt x="352044" y="419100"/>
                  </a:lnTo>
                  <a:lnTo>
                    <a:pt x="463296" y="357682"/>
                  </a:lnTo>
                  <a:lnTo>
                    <a:pt x="476250" y="350520"/>
                  </a:lnTo>
                  <a:close/>
                </a:path>
                <a:path w="1035685" h="421639">
                  <a:moveTo>
                    <a:pt x="483108" y="70866"/>
                  </a:moveTo>
                  <a:lnTo>
                    <a:pt x="358902" y="2286"/>
                  </a:lnTo>
                  <a:lnTo>
                    <a:pt x="355092" y="0"/>
                  </a:lnTo>
                  <a:lnTo>
                    <a:pt x="351282" y="1524"/>
                  </a:lnTo>
                  <a:lnTo>
                    <a:pt x="348234" y="7620"/>
                  </a:lnTo>
                  <a:lnTo>
                    <a:pt x="348996" y="11430"/>
                  </a:lnTo>
                  <a:lnTo>
                    <a:pt x="352044" y="12954"/>
                  </a:lnTo>
                  <a:lnTo>
                    <a:pt x="445681" y="64770"/>
                  </a:lnTo>
                  <a:lnTo>
                    <a:pt x="6858" y="64770"/>
                  </a:lnTo>
                  <a:lnTo>
                    <a:pt x="6858" y="76962"/>
                  </a:lnTo>
                  <a:lnTo>
                    <a:pt x="445681" y="76962"/>
                  </a:lnTo>
                  <a:lnTo>
                    <a:pt x="352044" y="128778"/>
                  </a:lnTo>
                  <a:lnTo>
                    <a:pt x="348996" y="130302"/>
                  </a:lnTo>
                  <a:lnTo>
                    <a:pt x="348234" y="134112"/>
                  </a:lnTo>
                  <a:lnTo>
                    <a:pt x="349758" y="137922"/>
                  </a:lnTo>
                  <a:lnTo>
                    <a:pt x="351282" y="140970"/>
                  </a:lnTo>
                  <a:lnTo>
                    <a:pt x="355092" y="141732"/>
                  </a:lnTo>
                  <a:lnTo>
                    <a:pt x="358902" y="140208"/>
                  </a:lnTo>
                  <a:lnTo>
                    <a:pt x="469392" y="78524"/>
                  </a:lnTo>
                  <a:lnTo>
                    <a:pt x="483108" y="70866"/>
                  </a:lnTo>
                  <a:close/>
                </a:path>
                <a:path w="1035685" h="421639">
                  <a:moveTo>
                    <a:pt x="1035558" y="210312"/>
                  </a:moveTo>
                  <a:lnTo>
                    <a:pt x="911352" y="141732"/>
                  </a:lnTo>
                  <a:lnTo>
                    <a:pt x="907542" y="140208"/>
                  </a:lnTo>
                  <a:lnTo>
                    <a:pt x="903732" y="140970"/>
                  </a:lnTo>
                  <a:lnTo>
                    <a:pt x="900684" y="147066"/>
                  </a:lnTo>
                  <a:lnTo>
                    <a:pt x="901446" y="150876"/>
                  </a:lnTo>
                  <a:lnTo>
                    <a:pt x="904494" y="152400"/>
                  </a:lnTo>
                  <a:lnTo>
                    <a:pt x="997013" y="204216"/>
                  </a:lnTo>
                  <a:lnTo>
                    <a:pt x="559308" y="204228"/>
                  </a:lnTo>
                  <a:lnTo>
                    <a:pt x="559308" y="217170"/>
                  </a:lnTo>
                  <a:lnTo>
                    <a:pt x="997013" y="217170"/>
                  </a:lnTo>
                  <a:lnTo>
                    <a:pt x="904494" y="268986"/>
                  </a:lnTo>
                  <a:lnTo>
                    <a:pt x="901446" y="270510"/>
                  </a:lnTo>
                  <a:lnTo>
                    <a:pt x="900684" y="274320"/>
                  </a:lnTo>
                  <a:lnTo>
                    <a:pt x="903732" y="280416"/>
                  </a:lnTo>
                  <a:lnTo>
                    <a:pt x="907542" y="281178"/>
                  </a:lnTo>
                  <a:lnTo>
                    <a:pt x="911352" y="279654"/>
                  </a:lnTo>
                  <a:lnTo>
                    <a:pt x="1021842" y="217970"/>
                  </a:lnTo>
                  <a:lnTo>
                    <a:pt x="1035558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616961" y="1115822"/>
            <a:ext cx="6026150" cy="5217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48665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Initial</a:t>
            </a:r>
            <a:r>
              <a:rPr dirty="0" sz="1600" spc="1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Node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–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execution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of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parent</a:t>
            </a:r>
            <a:r>
              <a:rPr dirty="0" sz="1600" spc="2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control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token placed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 outgoing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control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flows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 spc="-5" b="1">
                <a:latin typeface="Arial"/>
                <a:cs typeface="Arial"/>
              </a:rPr>
              <a:t>Activity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Final</a:t>
            </a:r>
            <a:r>
              <a:rPr dirty="0" sz="1600" spc="1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Node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– </a:t>
            </a:r>
            <a:r>
              <a:rPr dirty="0" sz="1600" spc="-5">
                <a:latin typeface="Arial MT"/>
                <a:cs typeface="Arial MT"/>
              </a:rPr>
              <a:t>Receipt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of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control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token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terminates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parent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600" spc="-5" b="1">
                <a:latin typeface="Arial"/>
                <a:cs typeface="Arial"/>
              </a:rPr>
              <a:t>Flow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Final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Node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–</a:t>
            </a:r>
            <a:r>
              <a:rPr dirty="0" sz="1600" spc="-5">
                <a:latin typeface="Arial MT"/>
                <a:cs typeface="Arial MT"/>
              </a:rPr>
              <a:t> Sink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for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control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tokens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 MT"/>
              <a:cs typeface="Arial MT"/>
            </a:endParaRPr>
          </a:p>
          <a:p>
            <a:pPr marL="12700" marR="1035685">
              <a:lnSpc>
                <a:spcPct val="100000"/>
              </a:lnSpc>
            </a:pPr>
            <a:r>
              <a:rPr dirty="0" sz="1600" spc="-5" b="1">
                <a:latin typeface="Arial"/>
                <a:cs typeface="Arial"/>
              </a:rPr>
              <a:t>Fork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Node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–</a:t>
            </a:r>
            <a:r>
              <a:rPr dirty="0" sz="1600" spc="-5">
                <a:latin typeface="Arial MT"/>
                <a:cs typeface="Arial MT"/>
              </a:rPr>
              <a:t> Duplicates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input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(control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or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object)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tokens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from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its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input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flow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onto all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outgoing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flows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Arial MT"/>
              <a:cs typeface="Arial MT"/>
            </a:endParaRPr>
          </a:p>
          <a:p>
            <a:pPr marL="12700" marR="484505">
              <a:lnSpc>
                <a:spcPct val="100000"/>
              </a:lnSpc>
            </a:pPr>
            <a:r>
              <a:rPr dirty="0" sz="1600" spc="-5" b="1">
                <a:latin typeface="Arial"/>
                <a:cs typeface="Arial"/>
              </a:rPr>
              <a:t>Join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Node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–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5">
                <a:latin typeface="Arial MT"/>
                <a:cs typeface="Arial MT"/>
              </a:rPr>
              <a:t>Waits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for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input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(control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or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object) token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all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input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flows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and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places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them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all on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outgoing flow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12700" marR="54610">
              <a:lnSpc>
                <a:spcPct val="100000"/>
              </a:lnSpc>
            </a:pPr>
            <a:r>
              <a:rPr dirty="0" sz="1600" spc="-5" b="1">
                <a:latin typeface="Arial"/>
                <a:cs typeface="Arial"/>
              </a:rPr>
              <a:t>Decision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Node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– </a:t>
            </a:r>
            <a:r>
              <a:rPr dirty="0" sz="1600" spc="-15">
                <a:latin typeface="Arial MT"/>
                <a:cs typeface="Arial MT"/>
              </a:rPr>
              <a:t>Waits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for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input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(control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or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object)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token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its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input flow and places it on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one outgoing flow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based on guards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50">
              <a:latin typeface="Arial MT"/>
              <a:cs typeface="Arial MT"/>
            </a:endParaRPr>
          </a:p>
          <a:p>
            <a:pPr marL="12700" marR="564515">
              <a:lnSpc>
                <a:spcPct val="100000"/>
              </a:lnSpc>
            </a:pPr>
            <a:r>
              <a:rPr dirty="0" sz="1600" spc="-5" b="1">
                <a:latin typeface="Arial"/>
                <a:cs typeface="Arial"/>
              </a:rPr>
              <a:t>Merge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Node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– </a:t>
            </a:r>
            <a:r>
              <a:rPr dirty="0" sz="1600" spc="-15">
                <a:latin typeface="Arial MT"/>
                <a:cs typeface="Arial MT"/>
              </a:rPr>
              <a:t>Waits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for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input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(control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or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object)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token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any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input flows and then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places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it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outgoing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flow</a:t>
            </a:r>
            <a:endParaRPr sz="1600">
              <a:latin typeface="Arial MT"/>
              <a:cs typeface="Arial MT"/>
            </a:endParaRPr>
          </a:p>
          <a:p>
            <a:pPr marL="271145">
              <a:lnSpc>
                <a:spcPct val="100000"/>
              </a:lnSpc>
              <a:spcBef>
                <a:spcPts val="1570"/>
              </a:spcBef>
            </a:pPr>
            <a:r>
              <a:rPr dirty="0" sz="1600" spc="-5" b="1">
                <a:solidFill>
                  <a:srgbClr val="33339A"/>
                </a:solidFill>
                <a:latin typeface="Arial"/>
                <a:cs typeface="Arial"/>
              </a:rPr>
              <a:t>Guard</a:t>
            </a:r>
            <a:r>
              <a:rPr dirty="0" sz="1600" spc="-10" b="1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9A"/>
                </a:solidFill>
                <a:latin typeface="Arial"/>
                <a:cs typeface="Arial"/>
              </a:rPr>
              <a:t>expressions</a:t>
            </a:r>
            <a:r>
              <a:rPr dirty="0" sz="1600" spc="-10" b="1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9A"/>
                </a:solidFill>
                <a:latin typeface="Arial"/>
                <a:cs typeface="Arial"/>
              </a:rPr>
              <a:t>can be</a:t>
            </a:r>
            <a:r>
              <a:rPr dirty="0" sz="1600" spc="-10" b="1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9A"/>
                </a:solidFill>
                <a:latin typeface="Arial"/>
                <a:cs typeface="Arial"/>
              </a:rPr>
              <a:t>applied</a:t>
            </a:r>
            <a:r>
              <a:rPr dirty="0" sz="1600" spc="10" b="1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9A"/>
                </a:solidFill>
                <a:latin typeface="Arial"/>
                <a:cs typeface="Arial"/>
              </a:rPr>
              <a:t>on</a:t>
            </a:r>
            <a:r>
              <a:rPr dirty="0" sz="1600" spc="-10" b="1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9A"/>
                </a:solidFill>
                <a:latin typeface="Arial"/>
                <a:cs typeface="Arial"/>
              </a:rPr>
              <a:t>all</a:t>
            </a:r>
            <a:r>
              <a:rPr dirty="0" sz="1600" spc="15" b="1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9A"/>
                </a:solidFill>
                <a:latin typeface="Arial"/>
                <a:cs typeface="Arial"/>
              </a:rPr>
              <a:t>flows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154359" y="6500168"/>
            <a:ext cx="2235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38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873501" y="2983229"/>
            <a:ext cx="2924810" cy="2232025"/>
            <a:chOff x="2873501" y="2983229"/>
            <a:chExt cx="2924810" cy="22320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9872" y="3505199"/>
              <a:ext cx="2867586" cy="112787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73502" y="2983229"/>
              <a:ext cx="2924810" cy="2232025"/>
            </a:xfrm>
            <a:custGeom>
              <a:avLst/>
              <a:gdLst/>
              <a:ahLst/>
              <a:cxnLst/>
              <a:rect l="l" t="t" r="r" b="b"/>
              <a:pathLst>
                <a:path w="2924810" h="2232025">
                  <a:moveTo>
                    <a:pt x="697230" y="909828"/>
                  </a:moveTo>
                  <a:lnTo>
                    <a:pt x="621030" y="871728"/>
                  </a:lnTo>
                  <a:lnTo>
                    <a:pt x="621030" y="902970"/>
                  </a:lnTo>
                  <a:lnTo>
                    <a:pt x="0" y="902970"/>
                  </a:lnTo>
                  <a:lnTo>
                    <a:pt x="0" y="915924"/>
                  </a:lnTo>
                  <a:lnTo>
                    <a:pt x="621030" y="915924"/>
                  </a:lnTo>
                  <a:lnTo>
                    <a:pt x="621030" y="947928"/>
                  </a:lnTo>
                  <a:lnTo>
                    <a:pt x="633984" y="941463"/>
                  </a:lnTo>
                  <a:lnTo>
                    <a:pt x="697230" y="909828"/>
                  </a:lnTo>
                  <a:close/>
                </a:path>
                <a:path w="2924810" h="2232025">
                  <a:moveTo>
                    <a:pt x="703326" y="1309878"/>
                  </a:moveTo>
                  <a:lnTo>
                    <a:pt x="627126" y="1271778"/>
                  </a:lnTo>
                  <a:lnTo>
                    <a:pt x="627126" y="1303020"/>
                  </a:lnTo>
                  <a:lnTo>
                    <a:pt x="6858" y="1303020"/>
                  </a:lnTo>
                  <a:lnTo>
                    <a:pt x="6858" y="1315974"/>
                  </a:lnTo>
                  <a:lnTo>
                    <a:pt x="627126" y="1315974"/>
                  </a:lnTo>
                  <a:lnTo>
                    <a:pt x="627126" y="1347978"/>
                  </a:lnTo>
                  <a:lnTo>
                    <a:pt x="640080" y="1341501"/>
                  </a:lnTo>
                  <a:lnTo>
                    <a:pt x="703326" y="1309878"/>
                  </a:lnTo>
                  <a:close/>
                </a:path>
                <a:path w="2924810" h="2232025">
                  <a:moveTo>
                    <a:pt x="1427226" y="2057400"/>
                  </a:moveTo>
                  <a:lnTo>
                    <a:pt x="1415034" y="2057400"/>
                  </a:lnTo>
                  <a:lnTo>
                    <a:pt x="1415034" y="2108454"/>
                  </a:lnTo>
                  <a:lnTo>
                    <a:pt x="1427226" y="2108454"/>
                  </a:lnTo>
                  <a:lnTo>
                    <a:pt x="1427226" y="2057400"/>
                  </a:lnTo>
                  <a:close/>
                </a:path>
                <a:path w="2924810" h="2232025">
                  <a:moveTo>
                    <a:pt x="1427226" y="1968246"/>
                  </a:moveTo>
                  <a:lnTo>
                    <a:pt x="1415034" y="1968246"/>
                  </a:lnTo>
                  <a:lnTo>
                    <a:pt x="1415034" y="2019300"/>
                  </a:lnTo>
                  <a:lnTo>
                    <a:pt x="1427226" y="2019300"/>
                  </a:lnTo>
                  <a:lnTo>
                    <a:pt x="1427226" y="1968246"/>
                  </a:lnTo>
                  <a:close/>
                </a:path>
                <a:path w="2924810" h="2232025">
                  <a:moveTo>
                    <a:pt x="1427226" y="1879854"/>
                  </a:moveTo>
                  <a:lnTo>
                    <a:pt x="1415034" y="1879854"/>
                  </a:lnTo>
                  <a:lnTo>
                    <a:pt x="1415034" y="1930146"/>
                  </a:lnTo>
                  <a:lnTo>
                    <a:pt x="1427226" y="1930146"/>
                  </a:lnTo>
                  <a:lnTo>
                    <a:pt x="1427226" y="1879854"/>
                  </a:lnTo>
                  <a:close/>
                </a:path>
                <a:path w="2924810" h="2232025">
                  <a:moveTo>
                    <a:pt x="1427226" y="1790700"/>
                  </a:moveTo>
                  <a:lnTo>
                    <a:pt x="1415034" y="1790700"/>
                  </a:lnTo>
                  <a:lnTo>
                    <a:pt x="1415034" y="1841754"/>
                  </a:lnTo>
                  <a:lnTo>
                    <a:pt x="1427226" y="1841754"/>
                  </a:lnTo>
                  <a:lnTo>
                    <a:pt x="1427226" y="1790700"/>
                  </a:lnTo>
                  <a:close/>
                </a:path>
                <a:path w="2924810" h="2232025">
                  <a:moveTo>
                    <a:pt x="1427226" y="1701546"/>
                  </a:moveTo>
                  <a:lnTo>
                    <a:pt x="1415034" y="1701546"/>
                  </a:lnTo>
                  <a:lnTo>
                    <a:pt x="1415034" y="1752600"/>
                  </a:lnTo>
                  <a:lnTo>
                    <a:pt x="1427226" y="1752600"/>
                  </a:lnTo>
                  <a:lnTo>
                    <a:pt x="1427226" y="1701546"/>
                  </a:lnTo>
                  <a:close/>
                </a:path>
                <a:path w="2924810" h="2232025">
                  <a:moveTo>
                    <a:pt x="1427226" y="1613154"/>
                  </a:moveTo>
                  <a:lnTo>
                    <a:pt x="1415034" y="1613154"/>
                  </a:lnTo>
                  <a:lnTo>
                    <a:pt x="1415034" y="1663446"/>
                  </a:lnTo>
                  <a:lnTo>
                    <a:pt x="1427226" y="1663446"/>
                  </a:lnTo>
                  <a:lnTo>
                    <a:pt x="1427226" y="1613154"/>
                  </a:lnTo>
                  <a:close/>
                </a:path>
                <a:path w="2924810" h="2232025">
                  <a:moveTo>
                    <a:pt x="1427226" y="444246"/>
                  </a:moveTo>
                  <a:lnTo>
                    <a:pt x="1415034" y="444246"/>
                  </a:lnTo>
                  <a:lnTo>
                    <a:pt x="1415034" y="495300"/>
                  </a:lnTo>
                  <a:lnTo>
                    <a:pt x="1427226" y="495300"/>
                  </a:lnTo>
                  <a:lnTo>
                    <a:pt x="1427226" y="444246"/>
                  </a:lnTo>
                  <a:close/>
                </a:path>
                <a:path w="2924810" h="2232025">
                  <a:moveTo>
                    <a:pt x="1427226" y="355854"/>
                  </a:moveTo>
                  <a:lnTo>
                    <a:pt x="1415034" y="355854"/>
                  </a:lnTo>
                  <a:lnTo>
                    <a:pt x="1415034" y="406146"/>
                  </a:lnTo>
                  <a:lnTo>
                    <a:pt x="1427226" y="406146"/>
                  </a:lnTo>
                  <a:lnTo>
                    <a:pt x="1427226" y="355854"/>
                  </a:lnTo>
                  <a:close/>
                </a:path>
                <a:path w="2924810" h="2232025">
                  <a:moveTo>
                    <a:pt x="1427226" y="266700"/>
                  </a:moveTo>
                  <a:lnTo>
                    <a:pt x="1415034" y="266700"/>
                  </a:lnTo>
                  <a:lnTo>
                    <a:pt x="1415034" y="317754"/>
                  </a:lnTo>
                  <a:lnTo>
                    <a:pt x="1427226" y="317754"/>
                  </a:lnTo>
                  <a:lnTo>
                    <a:pt x="1427226" y="266700"/>
                  </a:lnTo>
                  <a:close/>
                </a:path>
                <a:path w="2924810" h="2232025">
                  <a:moveTo>
                    <a:pt x="1427226" y="177546"/>
                  </a:moveTo>
                  <a:lnTo>
                    <a:pt x="1415034" y="177546"/>
                  </a:lnTo>
                  <a:lnTo>
                    <a:pt x="1415034" y="228600"/>
                  </a:lnTo>
                  <a:lnTo>
                    <a:pt x="1427226" y="228600"/>
                  </a:lnTo>
                  <a:lnTo>
                    <a:pt x="1427226" y="177546"/>
                  </a:lnTo>
                  <a:close/>
                </a:path>
                <a:path w="2924810" h="2232025">
                  <a:moveTo>
                    <a:pt x="1427226" y="89154"/>
                  </a:moveTo>
                  <a:lnTo>
                    <a:pt x="1415034" y="89154"/>
                  </a:lnTo>
                  <a:lnTo>
                    <a:pt x="1415034" y="139446"/>
                  </a:lnTo>
                  <a:lnTo>
                    <a:pt x="1427226" y="139446"/>
                  </a:lnTo>
                  <a:lnTo>
                    <a:pt x="1427226" y="89154"/>
                  </a:lnTo>
                  <a:close/>
                </a:path>
                <a:path w="2924810" h="2232025">
                  <a:moveTo>
                    <a:pt x="1427226" y="0"/>
                  </a:moveTo>
                  <a:lnTo>
                    <a:pt x="1415034" y="0"/>
                  </a:lnTo>
                  <a:lnTo>
                    <a:pt x="1415034" y="51054"/>
                  </a:lnTo>
                  <a:lnTo>
                    <a:pt x="1427226" y="51054"/>
                  </a:lnTo>
                  <a:lnTo>
                    <a:pt x="1427226" y="0"/>
                  </a:lnTo>
                  <a:close/>
                </a:path>
                <a:path w="2924810" h="2232025">
                  <a:moveTo>
                    <a:pt x="1491996" y="2104644"/>
                  </a:moveTo>
                  <a:lnTo>
                    <a:pt x="1490472" y="2100834"/>
                  </a:lnTo>
                  <a:lnTo>
                    <a:pt x="1484376" y="2097786"/>
                  </a:lnTo>
                  <a:lnTo>
                    <a:pt x="1480566" y="2098548"/>
                  </a:lnTo>
                  <a:lnTo>
                    <a:pt x="1479042" y="2101596"/>
                  </a:lnTo>
                  <a:lnTo>
                    <a:pt x="1427226" y="2195245"/>
                  </a:lnTo>
                  <a:lnTo>
                    <a:pt x="1427226" y="2146554"/>
                  </a:lnTo>
                  <a:lnTo>
                    <a:pt x="1426337" y="2146554"/>
                  </a:lnTo>
                  <a:lnTo>
                    <a:pt x="1426337" y="2196846"/>
                  </a:lnTo>
                  <a:lnTo>
                    <a:pt x="1421130" y="2206256"/>
                  </a:lnTo>
                  <a:lnTo>
                    <a:pt x="1415923" y="2196846"/>
                  </a:lnTo>
                  <a:lnTo>
                    <a:pt x="1426337" y="2196846"/>
                  </a:lnTo>
                  <a:lnTo>
                    <a:pt x="1426337" y="2146554"/>
                  </a:lnTo>
                  <a:lnTo>
                    <a:pt x="1415034" y="2146554"/>
                  </a:lnTo>
                  <a:lnTo>
                    <a:pt x="1415034" y="2195245"/>
                  </a:lnTo>
                  <a:lnTo>
                    <a:pt x="1363218" y="2101596"/>
                  </a:lnTo>
                  <a:lnTo>
                    <a:pt x="1361694" y="2098548"/>
                  </a:lnTo>
                  <a:lnTo>
                    <a:pt x="1357884" y="2097786"/>
                  </a:lnTo>
                  <a:lnTo>
                    <a:pt x="1354836" y="2099310"/>
                  </a:lnTo>
                  <a:lnTo>
                    <a:pt x="1351026" y="2100834"/>
                  </a:lnTo>
                  <a:lnTo>
                    <a:pt x="1350264" y="2104644"/>
                  </a:lnTo>
                  <a:lnTo>
                    <a:pt x="1351788" y="2107692"/>
                  </a:lnTo>
                  <a:lnTo>
                    <a:pt x="1415034" y="2220988"/>
                  </a:lnTo>
                  <a:lnTo>
                    <a:pt x="1415796" y="2222347"/>
                  </a:lnTo>
                  <a:lnTo>
                    <a:pt x="1421130" y="2231898"/>
                  </a:lnTo>
                  <a:lnTo>
                    <a:pt x="1426464" y="2222347"/>
                  </a:lnTo>
                  <a:lnTo>
                    <a:pt x="1427226" y="2220988"/>
                  </a:lnTo>
                  <a:lnTo>
                    <a:pt x="1490472" y="2107692"/>
                  </a:lnTo>
                  <a:lnTo>
                    <a:pt x="1491996" y="2104644"/>
                  </a:lnTo>
                  <a:close/>
                </a:path>
                <a:path w="2924810" h="2232025">
                  <a:moveTo>
                    <a:pt x="1491996" y="491490"/>
                  </a:moveTo>
                  <a:lnTo>
                    <a:pt x="1490472" y="487680"/>
                  </a:lnTo>
                  <a:lnTo>
                    <a:pt x="1484376" y="484632"/>
                  </a:lnTo>
                  <a:lnTo>
                    <a:pt x="1480566" y="485394"/>
                  </a:lnTo>
                  <a:lnTo>
                    <a:pt x="1479042" y="488442"/>
                  </a:lnTo>
                  <a:lnTo>
                    <a:pt x="1427226" y="582079"/>
                  </a:lnTo>
                  <a:lnTo>
                    <a:pt x="1427226" y="533400"/>
                  </a:lnTo>
                  <a:lnTo>
                    <a:pt x="1425905" y="533400"/>
                  </a:lnTo>
                  <a:lnTo>
                    <a:pt x="1425905" y="584454"/>
                  </a:lnTo>
                  <a:lnTo>
                    <a:pt x="1421130" y="593102"/>
                  </a:lnTo>
                  <a:lnTo>
                    <a:pt x="1416342" y="584454"/>
                  </a:lnTo>
                  <a:lnTo>
                    <a:pt x="1425905" y="584454"/>
                  </a:lnTo>
                  <a:lnTo>
                    <a:pt x="1425905" y="533400"/>
                  </a:lnTo>
                  <a:lnTo>
                    <a:pt x="1415034" y="533400"/>
                  </a:lnTo>
                  <a:lnTo>
                    <a:pt x="1415034" y="582091"/>
                  </a:lnTo>
                  <a:lnTo>
                    <a:pt x="1363218" y="488442"/>
                  </a:lnTo>
                  <a:lnTo>
                    <a:pt x="1361694" y="485394"/>
                  </a:lnTo>
                  <a:lnTo>
                    <a:pt x="1357884" y="484632"/>
                  </a:lnTo>
                  <a:lnTo>
                    <a:pt x="1354836" y="486156"/>
                  </a:lnTo>
                  <a:lnTo>
                    <a:pt x="1351026" y="487680"/>
                  </a:lnTo>
                  <a:lnTo>
                    <a:pt x="1350264" y="491490"/>
                  </a:lnTo>
                  <a:lnTo>
                    <a:pt x="1351788" y="494538"/>
                  </a:lnTo>
                  <a:lnTo>
                    <a:pt x="1415034" y="608520"/>
                  </a:lnTo>
                  <a:lnTo>
                    <a:pt x="1415796" y="609904"/>
                  </a:lnTo>
                  <a:lnTo>
                    <a:pt x="1421130" y="619506"/>
                  </a:lnTo>
                  <a:lnTo>
                    <a:pt x="1426464" y="609904"/>
                  </a:lnTo>
                  <a:lnTo>
                    <a:pt x="1427226" y="608520"/>
                  </a:lnTo>
                  <a:lnTo>
                    <a:pt x="1490472" y="494538"/>
                  </a:lnTo>
                  <a:lnTo>
                    <a:pt x="1491996" y="491490"/>
                  </a:lnTo>
                  <a:close/>
                </a:path>
                <a:path w="2924810" h="2232025">
                  <a:moveTo>
                    <a:pt x="2923032" y="1306830"/>
                  </a:moveTo>
                  <a:lnTo>
                    <a:pt x="2846832" y="1268730"/>
                  </a:lnTo>
                  <a:lnTo>
                    <a:pt x="2846832" y="1299972"/>
                  </a:lnTo>
                  <a:lnTo>
                    <a:pt x="2225802" y="1299972"/>
                  </a:lnTo>
                  <a:lnTo>
                    <a:pt x="2225802" y="1312926"/>
                  </a:lnTo>
                  <a:lnTo>
                    <a:pt x="2846832" y="1312926"/>
                  </a:lnTo>
                  <a:lnTo>
                    <a:pt x="2846832" y="1344930"/>
                  </a:lnTo>
                  <a:lnTo>
                    <a:pt x="2859024" y="1338834"/>
                  </a:lnTo>
                  <a:lnTo>
                    <a:pt x="2923032" y="1306830"/>
                  </a:lnTo>
                  <a:close/>
                </a:path>
                <a:path w="2924810" h="2232025">
                  <a:moveTo>
                    <a:pt x="2924556" y="930402"/>
                  </a:moveTo>
                  <a:lnTo>
                    <a:pt x="2848356" y="892302"/>
                  </a:lnTo>
                  <a:lnTo>
                    <a:pt x="2848356" y="924306"/>
                  </a:lnTo>
                  <a:lnTo>
                    <a:pt x="2227326" y="924306"/>
                  </a:lnTo>
                  <a:lnTo>
                    <a:pt x="2227326" y="936498"/>
                  </a:lnTo>
                  <a:lnTo>
                    <a:pt x="2848356" y="936498"/>
                  </a:lnTo>
                  <a:lnTo>
                    <a:pt x="2848356" y="968502"/>
                  </a:lnTo>
                  <a:lnTo>
                    <a:pt x="2860548" y="962406"/>
                  </a:lnTo>
                  <a:lnTo>
                    <a:pt x="2924556" y="9304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08757" y="199136"/>
            <a:ext cx="3823970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64515" marR="5080" indent="-552450">
              <a:lnSpc>
                <a:spcPct val="100000"/>
              </a:lnSpc>
              <a:spcBef>
                <a:spcPts val="100"/>
              </a:spcBef>
            </a:pPr>
            <a:r>
              <a:rPr dirty="0"/>
              <a:t>Actions</a:t>
            </a:r>
            <a:r>
              <a:rPr dirty="0" spc="-45"/>
              <a:t> </a:t>
            </a:r>
            <a:r>
              <a:rPr dirty="0"/>
              <a:t>Process</a:t>
            </a:r>
            <a:r>
              <a:rPr dirty="0" spc="-40"/>
              <a:t> </a:t>
            </a:r>
            <a:r>
              <a:rPr dirty="0"/>
              <a:t>Flow</a:t>
            </a:r>
            <a:r>
              <a:rPr dirty="0" spc="-20"/>
              <a:t> </a:t>
            </a:r>
            <a:r>
              <a:rPr dirty="0"/>
              <a:t>of </a:t>
            </a:r>
            <a:r>
              <a:rPr dirty="0" spc="-765"/>
              <a:t> </a:t>
            </a:r>
            <a:r>
              <a:rPr dirty="0"/>
              <a:t>Control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Data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03651" y="1305144"/>
            <a:ext cx="3508375" cy="143954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r" marL="342265" marR="1453515" indent="-342265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Font typeface="Arial MT"/>
              <a:buChar char="•"/>
              <a:tabLst>
                <a:tab pos="342265" algn="l"/>
                <a:tab pos="342900" algn="l"/>
              </a:tabLst>
            </a:pPr>
            <a:r>
              <a:rPr dirty="0" sz="1600" spc="-45" b="1">
                <a:latin typeface="Arial"/>
                <a:cs typeface="Arial"/>
              </a:rPr>
              <a:t>Two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types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of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flow</a:t>
            </a:r>
            <a:endParaRPr sz="1600">
              <a:latin typeface="Arial"/>
              <a:cs typeface="Arial"/>
            </a:endParaRPr>
          </a:p>
          <a:p>
            <a:pPr algn="r" lvl="1" marL="285750" marR="1499235" indent="-285750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Font typeface="Arial MT"/>
              <a:buChar char="–"/>
              <a:tabLst>
                <a:tab pos="285750" algn="l"/>
                <a:tab pos="286385" algn="l"/>
              </a:tabLst>
            </a:pPr>
            <a:r>
              <a:rPr dirty="0" sz="1600" spc="-5" b="1">
                <a:latin typeface="Arial"/>
                <a:cs typeface="Arial"/>
              </a:rPr>
              <a:t>Object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  <a:p>
            <a:pPr lvl="1" marL="755650" indent="-287020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Font typeface="Arial MT"/>
              <a:buChar char="–"/>
              <a:tabLst>
                <a:tab pos="755650" algn="l"/>
                <a:tab pos="756285" algn="l"/>
              </a:tabLst>
            </a:pPr>
            <a:r>
              <a:rPr dirty="0" sz="1600" b="1"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384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600" spc="-5" b="1">
                <a:latin typeface="Arial"/>
                <a:cs typeface="Arial"/>
              </a:rPr>
              <a:t>Unit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of</a:t>
            </a:r>
            <a:r>
              <a:rPr dirty="0" sz="160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flow is</a:t>
            </a:r>
            <a:r>
              <a:rPr dirty="0" sz="160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called</a:t>
            </a:r>
            <a:r>
              <a:rPr dirty="0" sz="1600" b="1">
                <a:latin typeface="Arial"/>
                <a:cs typeface="Arial"/>
              </a:rPr>
              <a:t> a</a:t>
            </a:r>
            <a:r>
              <a:rPr dirty="0" sz="1600" spc="-5" b="1">
                <a:latin typeface="Arial"/>
                <a:cs typeface="Arial"/>
              </a:rPr>
              <a:t> “token”</a:t>
            </a:r>
            <a:endParaRPr sz="16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dirty="0" sz="1600" spc="-5">
                <a:latin typeface="Arial MT"/>
                <a:cs typeface="Arial MT"/>
              </a:rPr>
              <a:t>(consumed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&amp;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produced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by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actions)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03960" y="5478779"/>
            <a:ext cx="6506845" cy="859155"/>
            <a:chOff x="1203960" y="5478779"/>
            <a:chExt cx="6506845" cy="85915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4732" y="5560313"/>
              <a:ext cx="6345173" cy="6957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3960" y="5478779"/>
              <a:ext cx="6506717" cy="815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4722" y="6256019"/>
              <a:ext cx="6505956" cy="815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3960" y="5479541"/>
              <a:ext cx="80771" cy="8580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29906" y="5480303"/>
              <a:ext cx="80772" cy="8564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4479" y="5626607"/>
              <a:ext cx="5760720" cy="63398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266688" y="6245351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9511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553972" y="5499975"/>
            <a:ext cx="5737860" cy="728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9755" marR="5080" indent="-567690">
              <a:lnSpc>
                <a:spcPct val="121300"/>
              </a:lnSpc>
              <a:spcBef>
                <a:spcPts val="100"/>
              </a:spcBef>
            </a:pP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Action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Executio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dirty="0" sz="1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Begin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sz="1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Whe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1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oken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sz="19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Ar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dirty="0" sz="19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4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ailable 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“all”</a:t>
            </a:r>
            <a:r>
              <a:rPr dirty="0" sz="19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dirty="0" sz="19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Inputs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Required</a:t>
            </a:r>
            <a:r>
              <a:rPr dirty="0" sz="19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Inputs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39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3356102" y="3097022"/>
            <a:ext cx="7505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Contr</a:t>
            </a:r>
            <a:r>
              <a:rPr dirty="0" sz="1000" spc="-10">
                <a:latin typeface="Arial MT"/>
                <a:cs typeface="Arial MT"/>
              </a:rPr>
              <a:t>o</a:t>
            </a:r>
            <a:r>
              <a:rPr dirty="0" sz="1000">
                <a:latin typeface="Arial MT"/>
                <a:cs typeface="Arial MT"/>
              </a:rPr>
              <a:t>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Input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21212" y="4813042"/>
            <a:ext cx="848994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Control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Output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286255" y="1130808"/>
            <a:ext cx="6282690" cy="3479800"/>
            <a:chOff x="1286255" y="1130808"/>
            <a:chExt cx="6282690" cy="34798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6255" y="3543300"/>
              <a:ext cx="2533650" cy="1066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23182" y="1130808"/>
              <a:ext cx="3445510" cy="2369185"/>
            </a:xfrm>
            <a:custGeom>
              <a:avLst/>
              <a:gdLst/>
              <a:ahLst/>
              <a:cxnLst/>
              <a:rect l="l" t="t" r="r" b="b"/>
              <a:pathLst>
                <a:path w="3445509" h="2369185">
                  <a:moveTo>
                    <a:pt x="3445002" y="2369057"/>
                  </a:moveTo>
                  <a:lnTo>
                    <a:pt x="3445002" y="0"/>
                  </a:lnTo>
                  <a:lnTo>
                    <a:pt x="0" y="0"/>
                  </a:lnTo>
                  <a:lnTo>
                    <a:pt x="0" y="2369058"/>
                  </a:lnTo>
                  <a:lnTo>
                    <a:pt x="3047" y="2369058"/>
                  </a:lnTo>
                  <a:lnTo>
                    <a:pt x="3047" y="6096"/>
                  </a:lnTo>
                  <a:lnTo>
                    <a:pt x="6095" y="3048"/>
                  </a:lnTo>
                  <a:lnTo>
                    <a:pt x="6095" y="6096"/>
                  </a:lnTo>
                  <a:lnTo>
                    <a:pt x="3438143" y="6095"/>
                  </a:lnTo>
                  <a:lnTo>
                    <a:pt x="3438143" y="3047"/>
                  </a:lnTo>
                  <a:lnTo>
                    <a:pt x="3441953" y="6095"/>
                  </a:lnTo>
                  <a:lnTo>
                    <a:pt x="3441953" y="2369057"/>
                  </a:lnTo>
                  <a:lnTo>
                    <a:pt x="3445002" y="2369057"/>
                  </a:lnTo>
                  <a:close/>
                </a:path>
                <a:path w="3445509" h="2369185">
                  <a:moveTo>
                    <a:pt x="6095" y="6096"/>
                  </a:moveTo>
                  <a:lnTo>
                    <a:pt x="6095" y="3048"/>
                  </a:lnTo>
                  <a:lnTo>
                    <a:pt x="3047" y="6096"/>
                  </a:lnTo>
                  <a:lnTo>
                    <a:pt x="6095" y="6096"/>
                  </a:lnTo>
                  <a:close/>
                </a:path>
                <a:path w="3445509" h="2369185">
                  <a:moveTo>
                    <a:pt x="6095" y="2362962"/>
                  </a:moveTo>
                  <a:lnTo>
                    <a:pt x="6095" y="6096"/>
                  </a:lnTo>
                  <a:lnTo>
                    <a:pt x="3047" y="6096"/>
                  </a:lnTo>
                  <a:lnTo>
                    <a:pt x="3047" y="2362962"/>
                  </a:lnTo>
                  <a:lnTo>
                    <a:pt x="6095" y="2362962"/>
                  </a:lnTo>
                  <a:close/>
                </a:path>
                <a:path w="3445509" h="2369185">
                  <a:moveTo>
                    <a:pt x="3441953" y="2362962"/>
                  </a:moveTo>
                  <a:lnTo>
                    <a:pt x="3047" y="2362962"/>
                  </a:lnTo>
                  <a:lnTo>
                    <a:pt x="6095" y="2366010"/>
                  </a:lnTo>
                  <a:lnTo>
                    <a:pt x="6095" y="2369058"/>
                  </a:lnTo>
                  <a:lnTo>
                    <a:pt x="3438143" y="2369057"/>
                  </a:lnTo>
                  <a:lnTo>
                    <a:pt x="3438143" y="2366009"/>
                  </a:lnTo>
                  <a:lnTo>
                    <a:pt x="3441953" y="2362962"/>
                  </a:lnTo>
                  <a:close/>
                </a:path>
                <a:path w="3445509" h="2369185">
                  <a:moveTo>
                    <a:pt x="6095" y="2369058"/>
                  </a:moveTo>
                  <a:lnTo>
                    <a:pt x="6095" y="2366010"/>
                  </a:lnTo>
                  <a:lnTo>
                    <a:pt x="3047" y="2362962"/>
                  </a:lnTo>
                  <a:lnTo>
                    <a:pt x="3047" y="2369058"/>
                  </a:lnTo>
                  <a:lnTo>
                    <a:pt x="6095" y="2369058"/>
                  </a:lnTo>
                  <a:close/>
                </a:path>
                <a:path w="3445509" h="2369185">
                  <a:moveTo>
                    <a:pt x="3441953" y="6095"/>
                  </a:moveTo>
                  <a:lnTo>
                    <a:pt x="3438143" y="3047"/>
                  </a:lnTo>
                  <a:lnTo>
                    <a:pt x="3438143" y="6095"/>
                  </a:lnTo>
                  <a:lnTo>
                    <a:pt x="3441953" y="6095"/>
                  </a:lnTo>
                  <a:close/>
                </a:path>
                <a:path w="3445509" h="2369185">
                  <a:moveTo>
                    <a:pt x="3441953" y="2362962"/>
                  </a:moveTo>
                  <a:lnTo>
                    <a:pt x="3441953" y="6095"/>
                  </a:lnTo>
                  <a:lnTo>
                    <a:pt x="3438143" y="6095"/>
                  </a:lnTo>
                  <a:lnTo>
                    <a:pt x="3438143" y="2362962"/>
                  </a:lnTo>
                  <a:lnTo>
                    <a:pt x="3441953" y="2362962"/>
                  </a:lnTo>
                  <a:close/>
                </a:path>
                <a:path w="3445509" h="2369185">
                  <a:moveTo>
                    <a:pt x="3441953" y="2369057"/>
                  </a:moveTo>
                  <a:lnTo>
                    <a:pt x="3441953" y="2362962"/>
                  </a:lnTo>
                  <a:lnTo>
                    <a:pt x="3438143" y="2366009"/>
                  </a:lnTo>
                  <a:lnTo>
                    <a:pt x="3438143" y="2369057"/>
                  </a:lnTo>
                  <a:lnTo>
                    <a:pt x="3441953" y="2369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126229" y="3497199"/>
              <a:ext cx="3439160" cy="0"/>
            </a:xfrm>
            <a:custGeom>
              <a:avLst/>
              <a:gdLst/>
              <a:ahLst/>
              <a:cxnLst/>
              <a:rect l="l" t="t" r="r" b="b"/>
              <a:pathLst>
                <a:path w="3439159" h="0">
                  <a:moveTo>
                    <a:pt x="0" y="0"/>
                  </a:moveTo>
                  <a:lnTo>
                    <a:pt x="3438906" y="0"/>
                  </a:lnTo>
                </a:path>
              </a:pathLst>
            </a:custGeom>
            <a:ln w="685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26229" y="1135379"/>
              <a:ext cx="723900" cy="257810"/>
            </a:xfrm>
            <a:custGeom>
              <a:avLst/>
              <a:gdLst/>
              <a:ahLst/>
              <a:cxnLst/>
              <a:rect l="l" t="t" r="r" b="b"/>
              <a:pathLst>
                <a:path w="723900" h="257809">
                  <a:moveTo>
                    <a:pt x="723900" y="124206"/>
                  </a:moveTo>
                  <a:lnTo>
                    <a:pt x="723900" y="0"/>
                  </a:lnTo>
                  <a:lnTo>
                    <a:pt x="0" y="0"/>
                  </a:lnTo>
                  <a:lnTo>
                    <a:pt x="0" y="257556"/>
                  </a:lnTo>
                  <a:lnTo>
                    <a:pt x="638556" y="257556"/>
                  </a:lnTo>
                  <a:lnTo>
                    <a:pt x="723900" y="1242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23182" y="1132331"/>
              <a:ext cx="730250" cy="264160"/>
            </a:xfrm>
            <a:custGeom>
              <a:avLst/>
              <a:gdLst/>
              <a:ahLst/>
              <a:cxnLst/>
              <a:rect l="l" t="t" r="r" b="b"/>
              <a:pathLst>
                <a:path w="730250" h="264159">
                  <a:moveTo>
                    <a:pt x="729996" y="128777"/>
                  </a:moveTo>
                  <a:lnTo>
                    <a:pt x="729996" y="3047"/>
                  </a:lnTo>
                  <a:lnTo>
                    <a:pt x="729234" y="761"/>
                  </a:lnTo>
                  <a:lnTo>
                    <a:pt x="726948" y="0"/>
                  </a:lnTo>
                  <a:lnTo>
                    <a:pt x="3048" y="0"/>
                  </a:lnTo>
                  <a:lnTo>
                    <a:pt x="762" y="761"/>
                  </a:lnTo>
                  <a:lnTo>
                    <a:pt x="0" y="3047"/>
                  </a:lnTo>
                  <a:lnTo>
                    <a:pt x="0" y="260603"/>
                  </a:lnTo>
                  <a:lnTo>
                    <a:pt x="762" y="262127"/>
                  </a:lnTo>
                  <a:lnTo>
                    <a:pt x="3048" y="263651"/>
                  </a:lnTo>
                  <a:lnTo>
                    <a:pt x="3048" y="6095"/>
                  </a:lnTo>
                  <a:lnTo>
                    <a:pt x="6096" y="3047"/>
                  </a:lnTo>
                  <a:lnTo>
                    <a:pt x="6096" y="6095"/>
                  </a:lnTo>
                  <a:lnTo>
                    <a:pt x="723900" y="6095"/>
                  </a:lnTo>
                  <a:lnTo>
                    <a:pt x="723900" y="3047"/>
                  </a:lnTo>
                  <a:lnTo>
                    <a:pt x="726948" y="6095"/>
                  </a:lnTo>
                  <a:lnTo>
                    <a:pt x="726948" y="133498"/>
                  </a:lnTo>
                  <a:lnTo>
                    <a:pt x="729996" y="128777"/>
                  </a:lnTo>
                  <a:close/>
                </a:path>
                <a:path w="730250" h="264159">
                  <a:moveTo>
                    <a:pt x="6096" y="6095"/>
                  </a:moveTo>
                  <a:lnTo>
                    <a:pt x="6096" y="3047"/>
                  </a:lnTo>
                  <a:lnTo>
                    <a:pt x="3048" y="6095"/>
                  </a:lnTo>
                  <a:lnTo>
                    <a:pt x="6096" y="6095"/>
                  </a:lnTo>
                  <a:close/>
                </a:path>
                <a:path w="730250" h="264159">
                  <a:moveTo>
                    <a:pt x="6096" y="256793"/>
                  </a:moveTo>
                  <a:lnTo>
                    <a:pt x="6096" y="6095"/>
                  </a:lnTo>
                  <a:lnTo>
                    <a:pt x="3048" y="6095"/>
                  </a:lnTo>
                  <a:lnTo>
                    <a:pt x="3048" y="256793"/>
                  </a:lnTo>
                  <a:lnTo>
                    <a:pt x="6096" y="256793"/>
                  </a:lnTo>
                  <a:close/>
                </a:path>
                <a:path w="730250" h="264159">
                  <a:moveTo>
                    <a:pt x="639540" y="256794"/>
                  </a:moveTo>
                  <a:lnTo>
                    <a:pt x="3048" y="256793"/>
                  </a:lnTo>
                  <a:lnTo>
                    <a:pt x="6096" y="260603"/>
                  </a:lnTo>
                  <a:lnTo>
                    <a:pt x="6096" y="263651"/>
                  </a:lnTo>
                  <a:lnTo>
                    <a:pt x="638556" y="263651"/>
                  </a:lnTo>
                  <a:lnTo>
                    <a:pt x="638556" y="258317"/>
                  </a:lnTo>
                  <a:lnTo>
                    <a:pt x="639540" y="256794"/>
                  </a:lnTo>
                  <a:close/>
                </a:path>
                <a:path w="730250" h="264159">
                  <a:moveTo>
                    <a:pt x="6096" y="263651"/>
                  </a:moveTo>
                  <a:lnTo>
                    <a:pt x="6096" y="260603"/>
                  </a:lnTo>
                  <a:lnTo>
                    <a:pt x="3048" y="256793"/>
                  </a:lnTo>
                  <a:lnTo>
                    <a:pt x="3048" y="263651"/>
                  </a:lnTo>
                  <a:lnTo>
                    <a:pt x="6096" y="263651"/>
                  </a:lnTo>
                  <a:close/>
                </a:path>
                <a:path w="730250" h="264159">
                  <a:moveTo>
                    <a:pt x="641604" y="256793"/>
                  </a:moveTo>
                  <a:lnTo>
                    <a:pt x="639540" y="256794"/>
                  </a:lnTo>
                  <a:lnTo>
                    <a:pt x="638556" y="258317"/>
                  </a:lnTo>
                  <a:lnTo>
                    <a:pt x="641604" y="256793"/>
                  </a:lnTo>
                  <a:close/>
                </a:path>
                <a:path w="730250" h="264159">
                  <a:moveTo>
                    <a:pt x="641604" y="263651"/>
                  </a:moveTo>
                  <a:lnTo>
                    <a:pt x="641604" y="256793"/>
                  </a:lnTo>
                  <a:lnTo>
                    <a:pt x="638556" y="258317"/>
                  </a:lnTo>
                  <a:lnTo>
                    <a:pt x="638556" y="263651"/>
                  </a:lnTo>
                  <a:lnTo>
                    <a:pt x="641604" y="263651"/>
                  </a:lnTo>
                  <a:close/>
                </a:path>
                <a:path w="730250" h="264159">
                  <a:moveTo>
                    <a:pt x="724662" y="124967"/>
                  </a:moveTo>
                  <a:lnTo>
                    <a:pt x="639540" y="256794"/>
                  </a:lnTo>
                  <a:lnTo>
                    <a:pt x="641604" y="256793"/>
                  </a:lnTo>
                  <a:lnTo>
                    <a:pt x="641604" y="263651"/>
                  </a:lnTo>
                  <a:lnTo>
                    <a:pt x="643890" y="262127"/>
                  </a:lnTo>
                  <a:lnTo>
                    <a:pt x="723900" y="138218"/>
                  </a:lnTo>
                  <a:lnTo>
                    <a:pt x="723900" y="127253"/>
                  </a:lnTo>
                  <a:lnTo>
                    <a:pt x="724662" y="124967"/>
                  </a:lnTo>
                  <a:close/>
                </a:path>
                <a:path w="730250" h="264159">
                  <a:moveTo>
                    <a:pt x="726948" y="6095"/>
                  </a:moveTo>
                  <a:lnTo>
                    <a:pt x="723900" y="3047"/>
                  </a:lnTo>
                  <a:lnTo>
                    <a:pt x="723900" y="6095"/>
                  </a:lnTo>
                  <a:lnTo>
                    <a:pt x="726948" y="6095"/>
                  </a:lnTo>
                  <a:close/>
                </a:path>
                <a:path w="730250" h="264159">
                  <a:moveTo>
                    <a:pt x="726948" y="133498"/>
                  </a:moveTo>
                  <a:lnTo>
                    <a:pt x="726948" y="6095"/>
                  </a:lnTo>
                  <a:lnTo>
                    <a:pt x="723900" y="6095"/>
                  </a:lnTo>
                  <a:lnTo>
                    <a:pt x="723900" y="126148"/>
                  </a:lnTo>
                  <a:lnTo>
                    <a:pt x="724662" y="124967"/>
                  </a:lnTo>
                  <a:lnTo>
                    <a:pt x="724662" y="137038"/>
                  </a:lnTo>
                  <a:lnTo>
                    <a:pt x="726948" y="133498"/>
                  </a:lnTo>
                  <a:close/>
                </a:path>
                <a:path w="730250" h="264159">
                  <a:moveTo>
                    <a:pt x="724662" y="137038"/>
                  </a:moveTo>
                  <a:lnTo>
                    <a:pt x="724662" y="124967"/>
                  </a:lnTo>
                  <a:lnTo>
                    <a:pt x="723900" y="127253"/>
                  </a:lnTo>
                  <a:lnTo>
                    <a:pt x="723900" y="138218"/>
                  </a:lnTo>
                  <a:lnTo>
                    <a:pt x="724662" y="1370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09953" y="412495"/>
            <a:ext cx="601916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dirty="0" spc="-25"/>
              <a:t> </a:t>
            </a:r>
            <a:r>
              <a:rPr dirty="0"/>
              <a:t>Action</a:t>
            </a:r>
            <a:r>
              <a:rPr dirty="0" spc="-20"/>
              <a:t> </a:t>
            </a:r>
            <a:r>
              <a:rPr dirty="0" spc="-5"/>
              <a:t>Can</a:t>
            </a:r>
            <a:r>
              <a:rPr dirty="0" spc="-10"/>
              <a:t> </a:t>
            </a:r>
            <a:r>
              <a:rPr dirty="0"/>
              <a:t>Invoke</a:t>
            </a:r>
            <a:r>
              <a:rPr dirty="0" spc="-15"/>
              <a:t> </a:t>
            </a:r>
            <a:r>
              <a:rPr dirty="0"/>
              <a:t>Another</a:t>
            </a:r>
            <a:r>
              <a:rPr dirty="0" spc="-25"/>
              <a:t> </a:t>
            </a:r>
            <a:r>
              <a:rPr dirty="0"/>
              <a:t>Activity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72203" y="1175258"/>
            <a:ext cx="597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latin typeface="Arial"/>
                <a:cs typeface="Arial"/>
              </a:rPr>
              <a:t>act</a:t>
            </a:r>
            <a:r>
              <a:rPr dirty="0" sz="900" spc="2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Activity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88136" y="5377434"/>
            <a:ext cx="6506845" cy="859155"/>
            <a:chOff x="1088136" y="5377434"/>
            <a:chExt cx="6506845" cy="85915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8908" y="5458206"/>
              <a:ext cx="6344412" cy="6964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8136" y="5377434"/>
              <a:ext cx="6506717" cy="8077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8898" y="6154674"/>
              <a:ext cx="6505194" cy="8153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8136" y="5378196"/>
              <a:ext cx="80771" cy="85801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3320" y="5378196"/>
              <a:ext cx="81533" cy="8580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1327" y="5705856"/>
              <a:ext cx="5742432" cy="28041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590032" y="5977128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0" y="0"/>
                  </a:moveTo>
                  <a:lnTo>
                    <a:pt x="48767" y="0"/>
                  </a:lnTo>
                </a:path>
              </a:pathLst>
            </a:custGeom>
            <a:ln w="6095">
              <a:solidFill>
                <a:srgbClr val="8B11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483105" y="5642864"/>
            <a:ext cx="571817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Activity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Invoked</a:t>
            </a:r>
            <a:r>
              <a:rPr dirty="0" sz="19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dirty="0" sz="1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19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Action</a:t>
            </a:r>
            <a:r>
              <a:rPr dirty="0" sz="19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Begins</a:t>
            </a:r>
            <a:r>
              <a:rPr dirty="0" sz="1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Execute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82802" y="2735580"/>
            <a:ext cx="6844665" cy="2460625"/>
            <a:chOff x="1082802" y="2735580"/>
            <a:chExt cx="6844665" cy="2460625"/>
          </a:xfrm>
        </p:grpSpPr>
        <p:sp>
          <p:nvSpPr>
            <p:cNvPr id="21" name="object 21"/>
            <p:cNvSpPr/>
            <p:nvPr/>
          </p:nvSpPr>
          <p:spPr>
            <a:xfrm>
              <a:off x="1082802" y="2932175"/>
              <a:ext cx="2924810" cy="2264410"/>
            </a:xfrm>
            <a:custGeom>
              <a:avLst/>
              <a:gdLst/>
              <a:ahLst/>
              <a:cxnLst/>
              <a:rect l="l" t="t" r="r" b="b"/>
              <a:pathLst>
                <a:path w="2924810" h="2264410">
                  <a:moveTo>
                    <a:pt x="697230" y="989076"/>
                  </a:moveTo>
                  <a:lnTo>
                    <a:pt x="621030" y="950976"/>
                  </a:lnTo>
                  <a:lnTo>
                    <a:pt x="621030" y="982992"/>
                  </a:lnTo>
                  <a:lnTo>
                    <a:pt x="0" y="982992"/>
                  </a:lnTo>
                  <a:lnTo>
                    <a:pt x="0" y="995934"/>
                  </a:lnTo>
                  <a:lnTo>
                    <a:pt x="621030" y="995934"/>
                  </a:lnTo>
                  <a:lnTo>
                    <a:pt x="621030" y="1027176"/>
                  </a:lnTo>
                  <a:lnTo>
                    <a:pt x="633984" y="1020699"/>
                  </a:lnTo>
                  <a:lnTo>
                    <a:pt x="697230" y="989076"/>
                  </a:lnTo>
                  <a:close/>
                </a:path>
                <a:path w="2924810" h="2264410">
                  <a:moveTo>
                    <a:pt x="703326" y="1418082"/>
                  </a:moveTo>
                  <a:lnTo>
                    <a:pt x="627126" y="1379982"/>
                  </a:lnTo>
                  <a:lnTo>
                    <a:pt x="627126" y="1411224"/>
                  </a:lnTo>
                  <a:lnTo>
                    <a:pt x="6858" y="1411224"/>
                  </a:lnTo>
                  <a:lnTo>
                    <a:pt x="6858" y="1424178"/>
                  </a:lnTo>
                  <a:lnTo>
                    <a:pt x="627126" y="1424178"/>
                  </a:lnTo>
                  <a:lnTo>
                    <a:pt x="627126" y="1456182"/>
                  </a:lnTo>
                  <a:lnTo>
                    <a:pt x="640080" y="1449717"/>
                  </a:lnTo>
                  <a:lnTo>
                    <a:pt x="703326" y="1418082"/>
                  </a:lnTo>
                  <a:close/>
                </a:path>
                <a:path w="2924810" h="2264410">
                  <a:moveTo>
                    <a:pt x="1456182" y="2089404"/>
                  </a:moveTo>
                  <a:lnTo>
                    <a:pt x="1443228" y="2089404"/>
                  </a:lnTo>
                  <a:lnTo>
                    <a:pt x="1443228" y="2140458"/>
                  </a:lnTo>
                  <a:lnTo>
                    <a:pt x="1456182" y="2140458"/>
                  </a:lnTo>
                  <a:lnTo>
                    <a:pt x="1456182" y="2089404"/>
                  </a:lnTo>
                  <a:close/>
                </a:path>
                <a:path w="2924810" h="2264410">
                  <a:moveTo>
                    <a:pt x="1456182" y="2000250"/>
                  </a:moveTo>
                  <a:lnTo>
                    <a:pt x="1443228" y="2000250"/>
                  </a:lnTo>
                  <a:lnTo>
                    <a:pt x="1443228" y="2051304"/>
                  </a:lnTo>
                  <a:lnTo>
                    <a:pt x="1456182" y="2051304"/>
                  </a:lnTo>
                  <a:lnTo>
                    <a:pt x="1456182" y="2000250"/>
                  </a:lnTo>
                  <a:close/>
                </a:path>
                <a:path w="2924810" h="2264410">
                  <a:moveTo>
                    <a:pt x="1456182" y="1911858"/>
                  </a:moveTo>
                  <a:lnTo>
                    <a:pt x="1443228" y="1911858"/>
                  </a:lnTo>
                  <a:lnTo>
                    <a:pt x="1443228" y="1962150"/>
                  </a:lnTo>
                  <a:lnTo>
                    <a:pt x="1456182" y="1962150"/>
                  </a:lnTo>
                  <a:lnTo>
                    <a:pt x="1456182" y="1911858"/>
                  </a:lnTo>
                  <a:close/>
                </a:path>
                <a:path w="2924810" h="2264410">
                  <a:moveTo>
                    <a:pt x="1456182" y="1822704"/>
                  </a:moveTo>
                  <a:lnTo>
                    <a:pt x="1443228" y="1822704"/>
                  </a:lnTo>
                  <a:lnTo>
                    <a:pt x="1443228" y="1873758"/>
                  </a:lnTo>
                  <a:lnTo>
                    <a:pt x="1456182" y="1873758"/>
                  </a:lnTo>
                  <a:lnTo>
                    <a:pt x="1456182" y="1822704"/>
                  </a:lnTo>
                  <a:close/>
                </a:path>
                <a:path w="2924810" h="2264410">
                  <a:moveTo>
                    <a:pt x="1456182" y="1733550"/>
                  </a:moveTo>
                  <a:lnTo>
                    <a:pt x="1443228" y="1733550"/>
                  </a:lnTo>
                  <a:lnTo>
                    <a:pt x="1443228" y="1784604"/>
                  </a:lnTo>
                  <a:lnTo>
                    <a:pt x="1456182" y="1784604"/>
                  </a:lnTo>
                  <a:lnTo>
                    <a:pt x="1456182" y="1733550"/>
                  </a:lnTo>
                  <a:close/>
                </a:path>
                <a:path w="2924810" h="2264410">
                  <a:moveTo>
                    <a:pt x="1456182" y="1645158"/>
                  </a:moveTo>
                  <a:lnTo>
                    <a:pt x="1443228" y="1645158"/>
                  </a:lnTo>
                  <a:lnTo>
                    <a:pt x="1443228" y="1695450"/>
                  </a:lnTo>
                  <a:lnTo>
                    <a:pt x="1456182" y="1695450"/>
                  </a:lnTo>
                  <a:lnTo>
                    <a:pt x="1456182" y="1645158"/>
                  </a:lnTo>
                  <a:close/>
                </a:path>
                <a:path w="2924810" h="2264410">
                  <a:moveTo>
                    <a:pt x="1456182" y="524256"/>
                  </a:moveTo>
                  <a:lnTo>
                    <a:pt x="1443228" y="524256"/>
                  </a:lnTo>
                  <a:lnTo>
                    <a:pt x="1443228" y="575310"/>
                  </a:lnTo>
                  <a:lnTo>
                    <a:pt x="1456182" y="575310"/>
                  </a:lnTo>
                  <a:lnTo>
                    <a:pt x="1456182" y="524256"/>
                  </a:lnTo>
                  <a:close/>
                </a:path>
                <a:path w="2924810" h="2264410">
                  <a:moveTo>
                    <a:pt x="1456182" y="435102"/>
                  </a:moveTo>
                  <a:lnTo>
                    <a:pt x="1443228" y="435102"/>
                  </a:lnTo>
                  <a:lnTo>
                    <a:pt x="1443228" y="486156"/>
                  </a:lnTo>
                  <a:lnTo>
                    <a:pt x="1456182" y="486156"/>
                  </a:lnTo>
                  <a:lnTo>
                    <a:pt x="1456182" y="435102"/>
                  </a:lnTo>
                  <a:close/>
                </a:path>
                <a:path w="2924810" h="2264410">
                  <a:moveTo>
                    <a:pt x="1456182" y="346710"/>
                  </a:moveTo>
                  <a:lnTo>
                    <a:pt x="1443228" y="346710"/>
                  </a:lnTo>
                  <a:lnTo>
                    <a:pt x="1443228" y="397002"/>
                  </a:lnTo>
                  <a:lnTo>
                    <a:pt x="1456182" y="397002"/>
                  </a:lnTo>
                  <a:lnTo>
                    <a:pt x="1456182" y="346710"/>
                  </a:lnTo>
                  <a:close/>
                </a:path>
                <a:path w="2924810" h="2264410">
                  <a:moveTo>
                    <a:pt x="1456182" y="257556"/>
                  </a:moveTo>
                  <a:lnTo>
                    <a:pt x="1443228" y="257556"/>
                  </a:lnTo>
                  <a:lnTo>
                    <a:pt x="1443228" y="308610"/>
                  </a:lnTo>
                  <a:lnTo>
                    <a:pt x="1456182" y="308610"/>
                  </a:lnTo>
                  <a:lnTo>
                    <a:pt x="1456182" y="257556"/>
                  </a:lnTo>
                  <a:close/>
                </a:path>
                <a:path w="2924810" h="2264410">
                  <a:moveTo>
                    <a:pt x="1456182" y="168402"/>
                  </a:moveTo>
                  <a:lnTo>
                    <a:pt x="1443228" y="168402"/>
                  </a:lnTo>
                  <a:lnTo>
                    <a:pt x="1443228" y="219456"/>
                  </a:lnTo>
                  <a:lnTo>
                    <a:pt x="1456182" y="219456"/>
                  </a:lnTo>
                  <a:lnTo>
                    <a:pt x="1456182" y="168402"/>
                  </a:lnTo>
                  <a:close/>
                </a:path>
                <a:path w="2924810" h="2264410">
                  <a:moveTo>
                    <a:pt x="1456182" y="80010"/>
                  </a:moveTo>
                  <a:lnTo>
                    <a:pt x="1443228" y="80010"/>
                  </a:lnTo>
                  <a:lnTo>
                    <a:pt x="1443228" y="130302"/>
                  </a:lnTo>
                  <a:lnTo>
                    <a:pt x="1456182" y="130302"/>
                  </a:lnTo>
                  <a:lnTo>
                    <a:pt x="1456182" y="80010"/>
                  </a:lnTo>
                  <a:close/>
                </a:path>
                <a:path w="2924810" h="2264410">
                  <a:moveTo>
                    <a:pt x="1520190" y="2136648"/>
                  </a:moveTo>
                  <a:lnTo>
                    <a:pt x="1519428" y="2132838"/>
                  </a:lnTo>
                  <a:lnTo>
                    <a:pt x="1513332" y="2129790"/>
                  </a:lnTo>
                  <a:lnTo>
                    <a:pt x="1509522" y="2130552"/>
                  </a:lnTo>
                  <a:lnTo>
                    <a:pt x="1507236" y="2133600"/>
                  </a:lnTo>
                  <a:lnTo>
                    <a:pt x="1456182" y="2225878"/>
                  </a:lnTo>
                  <a:lnTo>
                    <a:pt x="1456182" y="2178558"/>
                  </a:lnTo>
                  <a:lnTo>
                    <a:pt x="1454531" y="2178558"/>
                  </a:lnTo>
                  <a:lnTo>
                    <a:pt x="1454531" y="2228850"/>
                  </a:lnTo>
                  <a:lnTo>
                    <a:pt x="1449666" y="2237638"/>
                  </a:lnTo>
                  <a:lnTo>
                    <a:pt x="1444752" y="2228850"/>
                  </a:lnTo>
                  <a:lnTo>
                    <a:pt x="1454531" y="2228850"/>
                  </a:lnTo>
                  <a:lnTo>
                    <a:pt x="1454531" y="2178558"/>
                  </a:lnTo>
                  <a:lnTo>
                    <a:pt x="1443228" y="2178558"/>
                  </a:lnTo>
                  <a:lnTo>
                    <a:pt x="1443228" y="2226132"/>
                  </a:lnTo>
                  <a:lnTo>
                    <a:pt x="1391412" y="2133600"/>
                  </a:lnTo>
                  <a:lnTo>
                    <a:pt x="1389888" y="2130552"/>
                  </a:lnTo>
                  <a:lnTo>
                    <a:pt x="1386078" y="2129790"/>
                  </a:lnTo>
                  <a:lnTo>
                    <a:pt x="1379982" y="2132838"/>
                  </a:lnTo>
                  <a:lnTo>
                    <a:pt x="1379220" y="2136648"/>
                  </a:lnTo>
                  <a:lnTo>
                    <a:pt x="1380744" y="2139696"/>
                  </a:lnTo>
                  <a:lnTo>
                    <a:pt x="1443228" y="2252865"/>
                  </a:lnTo>
                  <a:lnTo>
                    <a:pt x="1443990" y="2254250"/>
                  </a:lnTo>
                  <a:lnTo>
                    <a:pt x="1449324" y="2263902"/>
                  </a:lnTo>
                  <a:lnTo>
                    <a:pt x="1455420" y="2252992"/>
                  </a:lnTo>
                  <a:lnTo>
                    <a:pt x="1456182" y="2251621"/>
                  </a:lnTo>
                  <a:lnTo>
                    <a:pt x="1518666" y="2139696"/>
                  </a:lnTo>
                  <a:lnTo>
                    <a:pt x="1520190" y="2136648"/>
                  </a:lnTo>
                  <a:close/>
                </a:path>
                <a:path w="2924810" h="2264410">
                  <a:moveTo>
                    <a:pt x="1520190" y="571500"/>
                  </a:moveTo>
                  <a:lnTo>
                    <a:pt x="1519428" y="567690"/>
                  </a:lnTo>
                  <a:lnTo>
                    <a:pt x="1516380" y="566166"/>
                  </a:lnTo>
                  <a:lnTo>
                    <a:pt x="1513332" y="563880"/>
                  </a:lnTo>
                  <a:lnTo>
                    <a:pt x="1509522" y="565404"/>
                  </a:lnTo>
                  <a:lnTo>
                    <a:pt x="1507236" y="568452"/>
                  </a:lnTo>
                  <a:lnTo>
                    <a:pt x="1456182" y="660730"/>
                  </a:lnTo>
                  <a:lnTo>
                    <a:pt x="1456182" y="613410"/>
                  </a:lnTo>
                  <a:lnTo>
                    <a:pt x="1454531" y="613410"/>
                  </a:lnTo>
                  <a:lnTo>
                    <a:pt x="1454531" y="663702"/>
                  </a:lnTo>
                  <a:lnTo>
                    <a:pt x="1449666" y="672490"/>
                  </a:lnTo>
                  <a:lnTo>
                    <a:pt x="1444752" y="663702"/>
                  </a:lnTo>
                  <a:lnTo>
                    <a:pt x="1454531" y="663702"/>
                  </a:lnTo>
                  <a:lnTo>
                    <a:pt x="1454531" y="613410"/>
                  </a:lnTo>
                  <a:lnTo>
                    <a:pt x="1443228" y="613410"/>
                  </a:lnTo>
                  <a:lnTo>
                    <a:pt x="1443228" y="660984"/>
                  </a:lnTo>
                  <a:lnTo>
                    <a:pt x="1391412" y="568452"/>
                  </a:lnTo>
                  <a:lnTo>
                    <a:pt x="1389888" y="565404"/>
                  </a:lnTo>
                  <a:lnTo>
                    <a:pt x="1386078" y="563880"/>
                  </a:lnTo>
                  <a:lnTo>
                    <a:pt x="1383030" y="566166"/>
                  </a:lnTo>
                  <a:lnTo>
                    <a:pt x="1379982" y="567690"/>
                  </a:lnTo>
                  <a:lnTo>
                    <a:pt x="1379220" y="571500"/>
                  </a:lnTo>
                  <a:lnTo>
                    <a:pt x="1380744" y="574548"/>
                  </a:lnTo>
                  <a:lnTo>
                    <a:pt x="1443228" y="687717"/>
                  </a:lnTo>
                  <a:lnTo>
                    <a:pt x="1443990" y="689102"/>
                  </a:lnTo>
                  <a:lnTo>
                    <a:pt x="1449324" y="698754"/>
                  </a:lnTo>
                  <a:lnTo>
                    <a:pt x="1455420" y="687844"/>
                  </a:lnTo>
                  <a:lnTo>
                    <a:pt x="1456182" y="686473"/>
                  </a:lnTo>
                  <a:lnTo>
                    <a:pt x="1518666" y="574548"/>
                  </a:lnTo>
                  <a:lnTo>
                    <a:pt x="1520190" y="571500"/>
                  </a:lnTo>
                  <a:close/>
                </a:path>
                <a:path w="2924810" h="2264410">
                  <a:moveTo>
                    <a:pt x="2656319" y="0"/>
                  </a:moveTo>
                  <a:lnTo>
                    <a:pt x="2467343" y="34290"/>
                  </a:lnTo>
                  <a:lnTo>
                    <a:pt x="2501785" y="80213"/>
                  </a:lnTo>
                  <a:lnTo>
                    <a:pt x="1776971" y="621792"/>
                  </a:lnTo>
                  <a:lnTo>
                    <a:pt x="1811261" y="667512"/>
                  </a:lnTo>
                  <a:lnTo>
                    <a:pt x="2536075" y="125933"/>
                  </a:lnTo>
                  <a:lnTo>
                    <a:pt x="2558783" y="156210"/>
                  </a:lnTo>
                  <a:lnTo>
                    <a:pt x="2570213" y="171450"/>
                  </a:lnTo>
                  <a:lnTo>
                    <a:pt x="2656319" y="0"/>
                  </a:lnTo>
                  <a:close/>
                </a:path>
                <a:path w="2924810" h="2264410">
                  <a:moveTo>
                    <a:pt x="2923032" y="1415034"/>
                  </a:moveTo>
                  <a:lnTo>
                    <a:pt x="2846832" y="1376934"/>
                  </a:lnTo>
                  <a:lnTo>
                    <a:pt x="2846832" y="1408176"/>
                  </a:lnTo>
                  <a:lnTo>
                    <a:pt x="2225802" y="1408176"/>
                  </a:lnTo>
                  <a:lnTo>
                    <a:pt x="2225802" y="1421130"/>
                  </a:lnTo>
                  <a:lnTo>
                    <a:pt x="2846832" y="1421130"/>
                  </a:lnTo>
                  <a:lnTo>
                    <a:pt x="2846832" y="1453134"/>
                  </a:lnTo>
                  <a:lnTo>
                    <a:pt x="2859024" y="1447050"/>
                  </a:lnTo>
                  <a:lnTo>
                    <a:pt x="2923032" y="1415034"/>
                  </a:lnTo>
                  <a:close/>
                </a:path>
                <a:path w="2924810" h="2264410">
                  <a:moveTo>
                    <a:pt x="2924556" y="990600"/>
                  </a:moveTo>
                  <a:lnTo>
                    <a:pt x="2848356" y="952500"/>
                  </a:lnTo>
                  <a:lnTo>
                    <a:pt x="2848356" y="984516"/>
                  </a:lnTo>
                  <a:lnTo>
                    <a:pt x="2227326" y="984516"/>
                  </a:lnTo>
                  <a:lnTo>
                    <a:pt x="2227326" y="997458"/>
                  </a:lnTo>
                  <a:lnTo>
                    <a:pt x="2848356" y="997458"/>
                  </a:lnTo>
                  <a:lnTo>
                    <a:pt x="2848356" y="1028700"/>
                  </a:lnTo>
                  <a:lnTo>
                    <a:pt x="2860548" y="1022604"/>
                  </a:lnTo>
                  <a:lnTo>
                    <a:pt x="2924556" y="990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78758" y="2735580"/>
              <a:ext cx="4148328" cy="45415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593596" y="3125216"/>
            <a:ext cx="7505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Contr</a:t>
            </a:r>
            <a:r>
              <a:rPr dirty="0" sz="1000" spc="-10">
                <a:latin typeface="Arial MT"/>
                <a:cs typeface="Arial MT"/>
              </a:rPr>
              <a:t>o</a:t>
            </a:r>
            <a:r>
              <a:rPr dirty="0" sz="1000">
                <a:latin typeface="Arial MT"/>
                <a:cs typeface="Arial MT"/>
              </a:rPr>
              <a:t>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Input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87720" y="4946348"/>
            <a:ext cx="848994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Control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Output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58103" y="2757169"/>
            <a:ext cx="3797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action2</a:t>
            </a:r>
            <a:endParaRPr sz="8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778758" y="1579625"/>
            <a:ext cx="4130802" cy="465582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663438" y="1611121"/>
            <a:ext cx="3797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action1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39</a:t>
            </a:fld>
          </a:p>
        </p:txBody>
      </p:sp>
      <p:sp>
        <p:nvSpPr>
          <p:cNvPr id="28" name="object 28"/>
          <p:cNvSpPr txBox="1"/>
          <p:nvPr/>
        </p:nvSpPr>
        <p:spPr>
          <a:xfrm>
            <a:off x="7306309" y="2838704"/>
            <a:ext cx="39560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output2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17156" y="1556680"/>
            <a:ext cx="619125" cy="36258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dirty="0" sz="800" spc="-5">
                <a:latin typeface="Arial MT"/>
                <a:cs typeface="Arial MT"/>
              </a:rPr>
              <a:t>&lt;&lt;optional&gt;&gt;</a:t>
            </a:r>
            <a:endParaRPr sz="800">
              <a:latin typeface="Arial MT"/>
              <a:cs typeface="Arial MT"/>
            </a:endParaRPr>
          </a:p>
          <a:p>
            <a:pPr algn="ctr" marR="27940">
              <a:lnSpc>
                <a:spcPct val="100000"/>
              </a:lnSpc>
              <a:spcBef>
                <a:spcPts val="365"/>
              </a:spcBef>
            </a:pPr>
            <a:r>
              <a:rPr dirty="0" sz="800" spc="-10" b="1">
                <a:latin typeface="Arial"/>
                <a:cs typeface="Arial"/>
              </a:rPr>
              <a:t>output1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78655" y="2838704"/>
            <a:ext cx="3289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input2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45305" y="1564303"/>
            <a:ext cx="619125" cy="36576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800" spc="-5">
                <a:latin typeface="Arial MT"/>
                <a:cs typeface="Arial MT"/>
              </a:rPr>
              <a:t>&lt;&lt;optional&gt;&gt;</a:t>
            </a:r>
            <a:endParaRPr sz="800">
              <a:latin typeface="Arial MT"/>
              <a:cs typeface="Arial MT"/>
            </a:endParaRPr>
          </a:p>
          <a:p>
            <a:pPr algn="ctr" marR="15875">
              <a:lnSpc>
                <a:spcPct val="100000"/>
              </a:lnSpc>
              <a:spcBef>
                <a:spcPts val="380"/>
              </a:spcBef>
            </a:pPr>
            <a:r>
              <a:rPr dirty="0" sz="800" spc="-10" b="1">
                <a:latin typeface="Arial"/>
                <a:cs typeface="Arial"/>
              </a:rPr>
              <a:t>input1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63622" y="386588"/>
            <a:ext cx="44100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/>
              <a:t>Semantics</a:t>
            </a:r>
            <a:r>
              <a:rPr dirty="0" sz="2400" spc="-35"/>
              <a:t> </a:t>
            </a:r>
            <a:r>
              <a:rPr dirty="0" sz="2400" spc="-5"/>
              <a:t>for</a:t>
            </a:r>
            <a:r>
              <a:rPr dirty="0" sz="2400" spc="-30"/>
              <a:t> </a:t>
            </a:r>
            <a:r>
              <a:rPr dirty="0" sz="2400" spc="-5"/>
              <a:t>Activity</a:t>
            </a:r>
            <a:r>
              <a:rPr dirty="0" sz="2400" spc="-30"/>
              <a:t> </a:t>
            </a:r>
            <a:r>
              <a:rPr dirty="0" sz="2400" spc="-5"/>
              <a:t>Invocation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39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823213" y="911606"/>
            <a:ext cx="266319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 b="1">
                <a:latin typeface="Arial"/>
                <a:cs typeface="Arial"/>
              </a:rPr>
              <a:t>A call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behavior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action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can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have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3213" y="1125016"/>
            <a:ext cx="45358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400" spc="-5">
                <a:latin typeface="Arial MT"/>
                <a:cs typeface="Arial MT"/>
              </a:rPr>
              <a:t>0..*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control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inputs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outputs</a:t>
            </a:r>
            <a:endParaRPr sz="14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400" spc="-5">
                <a:latin typeface="Arial MT"/>
                <a:cs typeface="Arial MT"/>
              </a:rPr>
              <a:t>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..*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optional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item inputs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outputs</a:t>
            </a:r>
            <a:endParaRPr sz="14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400" spc="-5">
                <a:latin typeface="Arial MT"/>
                <a:cs typeface="Arial MT"/>
              </a:rPr>
              <a:t>0..*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required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item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inputs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outputs</a:t>
            </a:r>
            <a:endParaRPr sz="14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400" spc="-5">
                <a:latin typeface="Arial MT"/>
                <a:cs typeface="Arial MT"/>
              </a:rPr>
              <a:t>0..*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streaming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(and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continuous)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item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inputs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outputs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3036" y="2191890"/>
            <a:ext cx="7657465" cy="4206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 b="1">
                <a:latin typeface="Arial"/>
                <a:cs typeface="Arial"/>
              </a:rPr>
              <a:t>Starting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action:</a:t>
            </a:r>
            <a:endParaRPr sz="140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340"/>
              </a:spcBef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1400" spc="-5">
                <a:latin typeface="Arial MT"/>
                <a:cs typeface="Arial MT"/>
              </a:rPr>
              <a:t>An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starts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when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token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is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placed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all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its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control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inputs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 all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its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required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inputs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(must meet minimum multiplicity of its input pins) and the previous invoked activity has 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completed</a:t>
            </a:r>
            <a:endParaRPr sz="1400">
              <a:latin typeface="Arial MT"/>
              <a:cs typeface="Arial MT"/>
            </a:endParaRPr>
          </a:p>
          <a:p>
            <a:pPr marL="355600" marR="168275" indent="-342900">
              <a:lnSpc>
                <a:spcPct val="80000"/>
              </a:lnSpc>
              <a:spcBef>
                <a:spcPts val="335"/>
              </a:spcBef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1400" spc="-5">
                <a:latin typeface="Arial MT"/>
                <a:cs typeface="Arial MT"/>
              </a:rPr>
              <a:t>An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action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invokes an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activity when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it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starts,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passes the tokens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from its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input pins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to the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input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parameter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nodes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invoked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activity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10000"/>
              </a:buClr>
              <a:buFont typeface="Arial MT"/>
              <a:buChar char="•"/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Arial"/>
                <a:cs typeface="Arial"/>
              </a:rPr>
              <a:t>During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execution:</a:t>
            </a:r>
            <a:endParaRPr sz="1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1400" spc="-5">
                <a:latin typeface="Arial MT"/>
                <a:cs typeface="Arial MT"/>
              </a:rPr>
              <a:t>An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action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continues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to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accept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streaming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inputs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produce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streaming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outputs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10000"/>
              </a:buClr>
              <a:buFont typeface="Arial MT"/>
              <a:buChar char="•"/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Terminating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action:</a:t>
            </a:r>
            <a:endParaRPr sz="1400">
              <a:latin typeface="Arial"/>
              <a:cs typeface="Arial"/>
            </a:endParaRPr>
          </a:p>
          <a:p>
            <a:pPr marL="355600" marR="284480" indent="-342900">
              <a:lnSpc>
                <a:spcPct val="80000"/>
              </a:lnSpc>
              <a:spcBef>
                <a:spcPts val="335"/>
              </a:spcBef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1400" spc="-5">
                <a:latin typeface="Arial MT"/>
                <a:cs typeface="Arial MT"/>
              </a:rPr>
              <a:t>An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action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terminates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when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its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invoked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activity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reaches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activity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final,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or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when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action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receives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control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disable,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or as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 side</a:t>
            </a:r>
            <a:r>
              <a:rPr dirty="0" sz="1400">
                <a:latin typeface="Arial MT"/>
                <a:cs typeface="Arial MT"/>
              </a:rPr>
              <a:t> affect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other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behaviors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parent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activity</a:t>
            </a:r>
            <a:endParaRPr sz="1400">
              <a:latin typeface="Arial MT"/>
              <a:cs typeface="Arial MT"/>
            </a:endParaRPr>
          </a:p>
          <a:p>
            <a:pPr marL="354965" marR="36830" indent="-342900">
              <a:lnSpc>
                <a:spcPct val="80000"/>
              </a:lnSpc>
              <a:spcBef>
                <a:spcPts val="33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400" spc="-5">
                <a:latin typeface="Arial MT"/>
                <a:cs typeface="Arial MT"/>
              </a:rPr>
              <a:t>The tokens on the output parameter nodes of the </a:t>
            </a:r>
            <a:r>
              <a:rPr dirty="0" sz="1400">
                <a:latin typeface="Arial MT"/>
                <a:cs typeface="Arial MT"/>
              </a:rPr>
              <a:t>activity </a:t>
            </a:r>
            <a:r>
              <a:rPr dirty="0" sz="1400" spc="-5">
                <a:latin typeface="Arial MT"/>
                <a:cs typeface="Arial MT"/>
              </a:rPr>
              <a:t>are placed on the output pins of the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action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 a control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token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is placed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on each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 the control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outputs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 the action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10000"/>
              </a:buClr>
              <a:buFont typeface="Arial MT"/>
              <a:buChar char="•"/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Following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action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termination:</a:t>
            </a:r>
            <a:endParaRPr sz="1400">
              <a:latin typeface="Arial"/>
              <a:cs typeface="Arial"/>
            </a:endParaRPr>
          </a:p>
          <a:p>
            <a:pPr marL="354965" marR="6985" indent="-342900">
              <a:lnSpc>
                <a:spcPct val="80000"/>
              </a:lnSpc>
              <a:spcBef>
                <a:spcPts val="33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400" spc="-5">
                <a:latin typeface="Arial MT"/>
                <a:cs typeface="Arial MT"/>
              </a:rPr>
              <a:t>The tokens on the output pins and control outputs of the action are moved to the input pins of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next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actions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when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they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are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ready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start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per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above</a:t>
            </a:r>
            <a:endParaRPr sz="1400">
              <a:latin typeface="Arial MT"/>
              <a:cs typeface="Arial MT"/>
            </a:endParaRPr>
          </a:p>
          <a:p>
            <a:pPr marL="354965" marR="51435" indent="-342900">
              <a:lnSpc>
                <a:spcPct val="80000"/>
              </a:lnSpc>
              <a:spcBef>
                <a:spcPts val="33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400" spc="-5">
                <a:latin typeface="Arial MT"/>
                <a:cs typeface="Arial MT"/>
              </a:rPr>
              <a:t>The action can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restart and invoke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activity again when the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starting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conditions are satisfied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per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above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3214" y="1339087"/>
            <a:ext cx="41554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FF3300"/>
                </a:solidFill>
                <a:latin typeface="Arial MT"/>
                <a:cs typeface="Arial MT"/>
              </a:rPr>
              <a:t>Note:</a:t>
            </a:r>
            <a:r>
              <a:rPr dirty="0" sz="1000" spc="-3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The</a:t>
            </a:r>
            <a:r>
              <a:rPr dirty="0" sz="1000" spc="-2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summary</a:t>
            </a:r>
            <a:r>
              <a:rPr dirty="0" sz="1000" spc="-2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 spc="-5">
                <a:solidFill>
                  <a:srgbClr val="FF3300"/>
                </a:solidFill>
                <a:latin typeface="Arial MT"/>
                <a:cs typeface="Arial MT"/>
              </a:rPr>
              <a:t>is</a:t>
            </a:r>
            <a:r>
              <a:rPr dirty="0" sz="1000" spc="-1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 spc="-5">
                <a:solidFill>
                  <a:srgbClr val="FF3300"/>
                </a:solidFill>
                <a:latin typeface="Arial MT"/>
                <a:cs typeface="Arial MT"/>
              </a:rPr>
              <a:t>an</a:t>
            </a:r>
            <a:r>
              <a:rPr dirty="0" sz="1000" spc="-2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 spc="-5">
                <a:solidFill>
                  <a:srgbClr val="FF3300"/>
                </a:solidFill>
                <a:latin typeface="Arial MT"/>
                <a:cs typeface="Arial MT"/>
              </a:rPr>
              <a:t>approximation</a:t>
            </a:r>
            <a:r>
              <a:rPr dirty="0" sz="1000" spc="-3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 spc="-5">
                <a:solidFill>
                  <a:srgbClr val="FF3300"/>
                </a:solidFill>
                <a:latin typeface="Arial MT"/>
                <a:cs typeface="Arial MT"/>
              </a:rPr>
              <a:t>of</a:t>
            </a:r>
            <a:r>
              <a:rPr dirty="0" sz="1000" spc="-2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the</a:t>
            </a:r>
            <a:r>
              <a:rPr dirty="0" sz="1000" spc="-2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semantics.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The</a:t>
            </a:r>
            <a:r>
              <a:rPr dirty="0" sz="1000" spc="-3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 spc="-5">
                <a:solidFill>
                  <a:srgbClr val="FF3300"/>
                </a:solidFill>
                <a:latin typeface="Arial MT"/>
                <a:cs typeface="Arial MT"/>
              </a:rPr>
              <a:t>detailed</a:t>
            </a:r>
            <a:r>
              <a:rPr dirty="0" sz="1000" spc="-3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semantics</a:t>
            </a:r>
            <a:r>
              <a:rPr dirty="0" sz="1000" spc="-3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 spc="-5">
                <a:solidFill>
                  <a:srgbClr val="FF3300"/>
                </a:solidFill>
                <a:latin typeface="Arial MT"/>
                <a:cs typeface="Arial MT"/>
              </a:rPr>
              <a:t>are</a:t>
            </a:r>
            <a:r>
              <a:rPr dirty="0" sz="1000" spc="-1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specified</a:t>
            </a:r>
            <a:r>
              <a:rPr dirty="0" sz="1000" spc="-3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in</a:t>
            </a:r>
            <a:r>
              <a:rPr dirty="0" sz="1000" spc="-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UML</a:t>
            </a:r>
            <a:r>
              <a:rPr dirty="0" sz="1000" spc="-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and</a:t>
            </a:r>
            <a:r>
              <a:rPr dirty="0" sz="1000" spc="-2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3300"/>
                </a:solidFill>
                <a:latin typeface="Arial MT"/>
                <a:cs typeface="Arial MT"/>
              </a:rPr>
              <a:t>SysML</a:t>
            </a:r>
            <a:r>
              <a:rPr dirty="0" sz="1000" spc="-1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000" spc="-5">
                <a:solidFill>
                  <a:srgbClr val="FF3300"/>
                </a:solidFill>
                <a:latin typeface="Arial MT"/>
                <a:cs typeface="Arial MT"/>
              </a:rPr>
              <a:t>specification.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16017" y="38100"/>
            <a:ext cx="4326890" cy="2626360"/>
            <a:chOff x="4716017" y="38100"/>
            <a:chExt cx="4326890" cy="2626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35" y="38100"/>
              <a:ext cx="1325117" cy="8275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31586" y="902208"/>
              <a:ext cx="2893695" cy="1674495"/>
            </a:xfrm>
            <a:custGeom>
              <a:avLst/>
              <a:gdLst/>
              <a:ahLst/>
              <a:cxnLst/>
              <a:rect l="l" t="t" r="r" b="b"/>
              <a:pathLst>
                <a:path w="2893695" h="1674495">
                  <a:moveTo>
                    <a:pt x="2893314" y="1674114"/>
                  </a:moveTo>
                  <a:lnTo>
                    <a:pt x="2893314" y="0"/>
                  </a:lnTo>
                  <a:lnTo>
                    <a:pt x="0" y="0"/>
                  </a:lnTo>
                  <a:lnTo>
                    <a:pt x="0" y="1674114"/>
                  </a:lnTo>
                  <a:lnTo>
                    <a:pt x="3048" y="1674114"/>
                  </a:lnTo>
                  <a:lnTo>
                    <a:pt x="3048" y="6096"/>
                  </a:lnTo>
                  <a:lnTo>
                    <a:pt x="6858" y="3048"/>
                  </a:lnTo>
                  <a:lnTo>
                    <a:pt x="6858" y="6096"/>
                  </a:lnTo>
                  <a:lnTo>
                    <a:pt x="2887217" y="6095"/>
                  </a:lnTo>
                  <a:lnTo>
                    <a:pt x="2887217" y="3047"/>
                  </a:lnTo>
                  <a:lnTo>
                    <a:pt x="2890266" y="6095"/>
                  </a:lnTo>
                  <a:lnTo>
                    <a:pt x="2890266" y="1674114"/>
                  </a:lnTo>
                  <a:lnTo>
                    <a:pt x="2893314" y="1674114"/>
                  </a:lnTo>
                  <a:close/>
                </a:path>
                <a:path w="2893695" h="1674495">
                  <a:moveTo>
                    <a:pt x="6858" y="6096"/>
                  </a:moveTo>
                  <a:lnTo>
                    <a:pt x="6858" y="3048"/>
                  </a:lnTo>
                  <a:lnTo>
                    <a:pt x="3048" y="6096"/>
                  </a:lnTo>
                  <a:lnTo>
                    <a:pt x="6858" y="6096"/>
                  </a:lnTo>
                  <a:close/>
                </a:path>
                <a:path w="2893695" h="1674495">
                  <a:moveTo>
                    <a:pt x="6858" y="1667256"/>
                  </a:moveTo>
                  <a:lnTo>
                    <a:pt x="6858" y="6096"/>
                  </a:lnTo>
                  <a:lnTo>
                    <a:pt x="3048" y="6096"/>
                  </a:lnTo>
                  <a:lnTo>
                    <a:pt x="3048" y="1667256"/>
                  </a:lnTo>
                  <a:lnTo>
                    <a:pt x="6858" y="1667256"/>
                  </a:lnTo>
                  <a:close/>
                </a:path>
                <a:path w="2893695" h="1674495">
                  <a:moveTo>
                    <a:pt x="2890266" y="1667255"/>
                  </a:moveTo>
                  <a:lnTo>
                    <a:pt x="3048" y="1667256"/>
                  </a:lnTo>
                  <a:lnTo>
                    <a:pt x="6858" y="1671066"/>
                  </a:lnTo>
                  <a:lnTo>
                    <a:pt x="6858" y="1674114"/>
                  </a:lnTo>
                  <a:lnTo>
                    <a:pt x="2887217" y="1674114"/>
                  </a:lnTo>
                  <a:lnTo>
                    <a:pt x="2887217" y="1671065"/>
                  </a:lnTo>
                  <a:lnTo>
                    <a:pt x="2890266" y="1667255"/>
                  </a:lnTo>
                  <a:close/>
                </a:path>
                <a:path w="2893695" h="1674495">
                  <a:moveTo>
                    <a:pt x="6858" y="1674114"/>
                  </a:moveTo>
                  <a:lnTo>
                    <a:pt x="6858" y="1671066"/>
                  </a:lnTo>
                  <a:lnTo>
                    <a:pt x="3048" y="1667256"/>
                  </a:lnTo>
                  <a:lnTo>
                    <a:pt x="3048" y="1674114"/>
                  </a:lnTo>
                  <a:lnTo>
                    <a:pt x="6858" y="1674114"/>
                  </a:lnTo>
                  <a:close/>
                </a:path>
                <a:path w="2893695" h="1674495">
                  <a:moveTo>
                    <a:pt x="2890266" y="6095"/>
                  </a:moveTo>
                  <a:lnTo>
                    <a:pt x="2887217" y="3047"/>
                  </a:lnTo>
                  <a:lnTo>
                    <a:pt x="2887217" y="6095"/>
                  </a:lnTo>
                  <a:lnTo>
                    <a:pt x="2890266" y="6095"/>
                  </a:lnTo>
                  <a:close/>
                </a:path>
                <a:path w="2893695" h="1674495">
                  <a:moveTo>
                    <a:pt x="2890266" y="1667255"/>
                  </a:moveTo>
                  <a:lnTo>
                    <a:pt x="2890266" y="6095"/>
                  </a:lnTo>
                  <a:lnTo>
                    <a:pt x="2887217" y="6095"/>
                  </a:lnTo>
                  <a:lnTo>
                    <a:pt x="2887217" y="1667255"/>
                  </a:lnTo>
                  <a:lnTo>
                    <a:pt x="2890266" y="1667255"/>
                  </a:lnTo>
                  <a:close/>
                </a:path>
                <a:path w="2893695" h="1674495">
                  <a:moveTo>
                    <a:pt x="2890266" y="1674114"/>
                  </a:moveTo>
                  <a:lnTo>
                    <a:pt x="2890266" y="1667255"/>
                  </a:lnTo>
                  <a:lnTo>
                    <a:pt x="2887217" y="1671065"/>
                  </a:lnTo>
                  <a:lnTo>
                    <a:pt x="2887217" y="1674114"/>
                  </a:lnTo>
                  <a:lnTo>
                    <a:pt x="2890266" y="16741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834633" y="2573274"/>
              <a:ext cx="2887345" cy="0"/>
            </a:xfrm>
            <a:custGeom>
              <a:avLst/>
              <a:gdLst/>
              <a:ahLst/>
              <a:cxnLst/>
              <a:rect l="l" t="t" r="r" b="b"/>
              <a:pathLst>
                <a:path w="2887345" h="0">
                  <a:moveTo>
                    <a:pt x="0" y="0"/>
                  </a:moveTo>
                  <a:lnTo>
                    <a:pt x="2887218" y="0"/>
                  </a:lnTo>
                </a:path>
              </a:pathLst>
            </a:custGeom>
            <a:ln w="762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834633" y="906017"/>
              <a:ext cx="608330" cy="182245"/>
            </a:xfrm>
            <a:custGeom>
              <a:avLst/>
              <a:gdLst/>
              <a:ahLst/>
              <a:cxnLst/>
              <a:rect l="l" t="t" r="r" b="b"/>
              <a:pathLst>
                <a:path w="608329" h="182244">
                  <a:moveTo>
                    <a:pt x="608076" y="87630"/>
                  </a:moveTo>
                  <a:lnTo>
                    <a:pt x="608076" y="0"/>
                  </a:lnTo>
                  <a:lnTo>
                    <a:pt x="0" y="0"/>
                  </a:lnTo>
                  <a:lnTo>
                    <a:pt x="0" y="182118"/>
                  </a:lnTo>
                  <a:lnTo>
                    <a:pt x="536448" y="182118"/>
                  </a:lnTo>
                  <a:lnTo>
                    <a:pt x="608076" y="876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16005" y="902969"/>
              <a:ext cx="1730375" cy="1761489"/>
            </a:xfrm>
            <a:custGeom>
              <a:avLst/>
              <a:gdLst/>
              <a:ahLst/>
              <a:cxnLst/>
              <a:rect l="l" t="t" r="r" b="b"/>
              <a:pathLst>
                <a:path w="1730375" h="1761489">
                  <a:moveTo>
                    <a:pt x="881634" y="886218"/>
                  </a:moveTo>
                  <a:lnTo>
                    <a:pt x="699516" y="946416"/>
                  </a:lnTo>
                  <a:lnTo>
                    <a:pt x="740067" y="987209"/>
                  </a:lnTo>
                  <a:lnTo>
                    <a:pt x="0" y="1720608"/>
                  </a:lnTo>
                  <a:lnTo>
                    <a:pt x="39624" y="1760994"/>
                  </a:lnTo>
                  <a:lnTo>
                    <a:pt x="779945" y="1027341"/>
                  </a:lnTo>
                  <a:lnTo>
                    <a:pt x="800100" y="1047623"/>
                  </a:lnTo>
                  <a:lnTo>
                    <a:pt x="820674" y="1068336"/>
                  </a:lnTo>
                  <a:lnTo>
                    <a:pt x="881634" y="886218"/>
                  </a:lnTo>
                  <a:close/>
                </a:path>
                <a:path w="1730375" h="1761489">
                  <a:moveTo>
                    <a:pt x="1729752" y="3048"/>
                  </a:moveTo>
                  <a:lnTo>
                    <a:pt x="1728990" y="1524"/>
                  </a:lnTo>
                  <a:lnTo>
                    <a:pt x="1726704" y="0"/>
                  </a:lnTo>
                  <a:lnTo>
                    <a:pt x="1723656" y="0"/>
                  </a:lnTo>
                  <a:lnTo>
                    <a:pt x="1723656" y="6858"/>
                  </a:lnTo>
                  <a:lnTo>
                    <a:pt x="1723656" y="90157"/>
                  </a:lnTo>
                  <a:lnTo>
                    <a:pt x="1653362" y="182118"/>
                  </a:lnTo>
                  <a:lnTo>
                    <a:pt x="1122438" y="182118"/>
                  </a:lnTo>
                  <a:lnTo>
                    <a:pt x="1122438" y="6858"/>
                  </a:lnTo>
                  <a:lnTo>
                    <a:pt x="1723656" y="6858"/>
                  </a:lnTo>
                  <a:lnTo>
                    <a:pt x="1723656" y="0"/>
                  </a:lnTo>
                  <a:lnTo>
                    <a:pt x="1119390" y="0"/>
                  </a:lnTo>
                  <a:lnTo>
                    <a:pt x="1117104" y="1524"/>
                  </a:lnTo>
                  <a:lnTo>
                    <a:pt x="1115580" y="3048"/>
                  </a:lnTo>
                  <a:lnTo>
                    <a:pt x="1115580" y="185166"/>
                  </a:lnTo>
                  <a:lnTo>
                    <a:pt x="1117104" y="187452"/>
                  </a:lnTo>
                  <a:lnTo>
                    <a:pt x="1119390" y="188214"/>
                  </a:lnTo>
                  <a:lnTo>
                    <a:pt x="1122438" y="188214"/>
                  </a:lnTo>
                  <a:lnTo>
                    <a:pt x="1652790" y="188214"/>
                  </a:lnTo>
                  <a:lnTo>
                    <a:pt x="1655076" y="188214"/>
                  </a:lnTo>
                  <a:lnTo>
                    <a:pt x="1657362" y="186690"/>
                  </a:lnTo>
                  <a:lnTo>
                    <a:pt x="1723656" y="99949"/>
                  </a:lnTo>
                  <a:lnTo>
                    <a:pt x="1724418" y="98958"/>
                  </a:lnTo>
                  <a:lnTo>
                    <a:pt x="1726704" y="95961"/>
                  </a:lnTo>
                  <a:lnTo>
                    <a:pt x="1728990" y="92964"/>
                  </a:lnTo>
                  <a:lnTo>
                    <a:pt x="1729752" y="90678"/>
                  </a:lnTo>
                  <a:lnTo>
                    <a:pt x="1729752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50539" y="411734"/>
            <a:ext cx="27368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Common</a:t>
            </a:r>
            <a:r>
              <a:rPr dirty="0" spc="-65"/>
              <a:t> </a:t>
            </a:r>
            <a:r>
              <a:rPr dirty="0"/>
              <a:t>Actions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516635" y="2061210"/>
            <a:ext cx="2152650" cy="1647825"/>
            <a:chOff x="516635" y="2061210"/>
            <a:chExt cx="2152650" cy="16478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635" y="2870454"/>
              <a:ext cx="1504950" cy="8382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29155" y="2061210"/>
              <a:ext cx="1040130" cy="1076960"/>
            </a:xfrm>
            <a:custGeom>
              <a:avLst/>
              <a:gdLst/>
              <a:ahLst/>
              <a:cxnLst/>
              <a:rect l="l" t="t" r="r" b="b"/>
              <a:pathLst>
                <a:path w="1040130" h="1076960">
                  <a:moveTo>
                    <a:pt x="941058" y="143244"/>
                  </a:moveTo>
                  <a:lnTo>
                    <a:pt x="899910" y="103620"/>
                  </a:lnTo>
                  <a:lnTo>
                    <a:pt x="0" y="1037081"/>
                  </a:lnTo>
                  <a:lnTo>
                    <a:pt x="41148" y="1076705"/>
                  </a:lnTo>
                  <a:lnTo>
                    <a:pt x="941058" y="143244"/>
                  </a:lnTo>
                  <a:close/>
                </a:path>
                <a:path w="1040130" h="1076960">
                  <a:moveTo>
                    <a:pt x="1040130" y="0"/>
                  </a:moveTo>
                  <a:lnTo>
                    <a:pt x="858774" y="64007"/>
                  </a:lnTo>
                  <a:lnTo>
                    <a:pt x="899910" y="103620"/>
                  </a:lnTo>
                  <a:lnTo>
                    <a:pt x="919734" y="83057"/>
                  </a:lnTo>
                  <a:lnTo>
                    <a:pt x="960882" y="122681"/>
                  </a:lnTo>
                  <a:lnTo>
                    <a:pt x="960882" y="162334"/>
                  </a:lnTo>
                  <a:lnTo>
                    <a:pt x="982218" y="182879"/>
                  </a:lnTo>
                  <a:lnTo>
                    <a:pt x="1040130" y="0"/>
                  </a:lnTo>
                  <a:close/>
                </a:path>
                <a:path w="1040130" h="1076960">
                  <a:moveTo>
                    <a:pt x="960882" y="122681"/>
                  </a:moveTo>
                  <a:lnTo>
                    <a:pt x="919734" y="83057"/>
                  </a:lnTo>
                  <a:lnTo>
                    <a:pt x="899910" y="103620"/>
                  </a:lnTo>
                  <a:lnTo>
                    <a:pt x="941058" y="143244"/>
                  </a:lnTo>
                  <a:lnTo>
                    <a:pt x="960882" y="122681"/>
                  </a:lnTo>
                  <a:close/>
                </a:path>
                <a:path w="1040130" h="1076960">
                  <a:moveTo>
                    <a:pt x="960882" y="162334"/>
                  </a:moveTo>
                  <a:lnTo>
                    <a:pt x="960882" y="122681"/>
                  </a:lnTo>
                  <a:lnTo>
                    <a:pt x="941058" y="143244"/>
                  </a:lnTo>
                  <a:lnTo>
                    <a:pt x="960882" y="1623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0335" y="1262633"/>
            <a:ext cx="981422" cy="7239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3455" y="4734305"/>
            <a:ext cx="1647825" cy="8001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51536" y="3820921"/>
            <a:ext cx="27819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Call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Operation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Action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(can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leaf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level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function)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69588" y="3868928"/>
            <a:ext cx="2251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Call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Behavior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Action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4466" y="5725845"/>
            <a:ext cx="29457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Accept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Event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Action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(Event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Data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Pin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often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elided)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7032" y="4989576"/>
            <a:ext cx="1743075" cy="53376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458459" y="5737350"/>
            <a:ext cx="20993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Send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Signal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Action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(Pins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often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elided)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69940" y="929132"/>
            <a:ext cx="5245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act</a:t>
            </a:r>
            <a:r>
              <a:rPr dirty="0" sz="800" spc="-35" b="1">
                <a:latin typeface="Arial"/>
                <a:cs typeface="Arial"/>
              </a:rPr>
              <a:t> </a:t>
            </a:r>
            <a:r>
              <a:rPr dirty="0" sz="800" spc="-5">
                <a:latin typeface="Arial MT"/>
                <a:cs typeface="Arial MT"/>
              </a:rPr>
              <a:t>Activity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2788" y="2034539"/>
            <a:ext cx="3483102" cy="323087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118857" y="2044699"/>
            <a:ext cx="3371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action2</a:t>
            </a:r>
            <a:endParaRPr sz="7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42788" y="1219200"/>
            <a:ext cx="3468624" cy="32994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122668" y="1236217"/>
            <a:ext cx="3371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action1</a:t>
            </a:r>
            <a:endParaRPr sz="7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04935" y="2101849"/>
            <a:ext cx="35115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output2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30259" y="1219026"/>
            <a:ext cx="545465" cy="2635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700" spc="-5">
                <a:latin typeface="Arial MT"/>
                <a:cs typeface="Arial MT"/>
              </a:rPr>
              <a:t>&lt;&lt;optional&gt;&gt;</a:t>
            </a:r>
            <a:endParaRPr sz="700">
              <a:latin typeface="Arial MT"/>
              <a:cs typeface="Arial MT"/>
            </a:endParaRPr>
          </a:p>
          <a:p>
            <a:pPr algn="ctr" marR="38100">
              <a:lnSpc>
                <a:spcPct val="100000"/>
              </a:lnSpc>
              <a:spcBef>
                <a:spcPts val="95"/>
              </a:spcBef>
            </a:pPr>
            <a:r>
              <a:rPr dirty="0" sz="700" spc="-5" b="1">
                <a:latin typeface="Arial"/>
                <a:cs typeface="Arial"/>
              </a:rPr>
              <a:t>output1</a:t>
            </a:r>
            <a:endParaRPr sz="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09920" y="2101849"/>
            <a:ext cx="29210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Arial"/>
                <a:cs typeface="Arial"/>
              </a:rPr>
              <a:t>i</a:t>
            </a:r>
            <a:r>
              <a:rPr dirty="0" sz="700" spc="-5" b="1">
                <a:latin typeface="Arial"/>
                <a:cs typeface="Arial"/>
              </a:rPr>
              <a:t>nput2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97905" y="1228875"/>
            <a:ext cx="545465" cy="259079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sz="700" spc="-5">
                <a:latin typeface="Arial MT"/>
                <a:cs typeface="Arial MT"/>
              </a:rPr>
              <a:t>&lt;&lt;optional&gt;&gt;</a:t>
            </a:r>
            <a:endParaRPr sz="700">
              <a:latin typeface="Arial MT"/>
              <a:cs typeface="Arial MT"/>
            </a:endParaRPr>
          </a:p>
          <a:p>
            <a:pPr algn="ctr" marR="21590">
              <a:lnSpc>
                <a:spcPct val="100000"/>
              </a:lnSpc>
              <a:spcBef>
                <a:spcPts val="80"/>
              </a:spcBef>
            </a:pPr>
            <a:r>
              <a:rPr dirty="0" sz="700" spc="-5" b="1">
                <a:latin typeface="Arial"/>
                <a:cs typeface="Arial"/>
              </a:rPr>
              <a:t>input1</a:t>
            </a:r>
            <a:endParaRPr sz="7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24605" y="2667000"/>
            <a:ext cx="2533650" cy="10668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39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14677" y="1457705"/>
            <a:ext cx="5480685" cy="3994785"/>
            <a:chOff x="1614677" y="1457705"/>
            <a:chExt cx="5480685" cy="3994785"/>
          </a:xfrm>
        </p:grpSpPr>
        <p:sp>
          <p:nvSpPr>
            <p:cNvPr id="4" name="object 4"/>
            <p:cNvSpPr/>
            <p:nvPr/>
          </p:nvSpPr>
          <p:spPr>
            <a:xfrm>
              <a:off x="1805178" y="3451097"/>
              <a:ext cx="1214755" cy="706755"/>
            </a:xfrm>
            <a:custGeom>
              <a:avLst/>
              <a:gdLst/>
              <a:ahLst/>
              <a:cxnLst/>
              <a:rect l="l" t="t" r="r" b="b"/>
              <a:pathLst>
                <a:path w="1214755" h="706754">
                  <a:moveTo>
                    <a:pt x="880872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880872" y="10668"/>
                  </a:lnTo>
                  <a:lnTo>
                    <a:pt x="880872" y="0"/>
                  </a:lnTo>
                  <a:close/>
                </a:path>
                <a:path w="1214755" h="706754">
                  <a:moveTo>
                    <a:pt x="1214628" y="694944"/>
                  </a:moveTo>
                  <a:lnTo>
                    <a:pt x="0" y="694944"/>
                  </a:lnTo>
                  <a:lnTo>
                    <a:pt x="0" y="706374"/>
                  </a:lnTo>
                  <a:lnTo>
                    <a:pt x="1214628" y="706374"/>
                  </a:lnTo>
                  <a:lnTo>
                    <a:pt x="1214628" y="69494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4677" y="1457705"/>
              <a:ext cx="5480685" cy="3994785"/>
            </a:xfrm>
            <a:custGeom>
              <a:avLst/>
              <a:gdLst/>
              <a:ahLst/>
              <a:cxnLst/>
              <a:rect l="l" t="t" r="r" b="b"/>
              <a:pathLst>
                <a:path w="5480684" h="3994785">
                  <a:moveTo>
                    <a:pt x="5480304" y="3994404"/>
                  </a:moveTo>
                  <a:lnTo>
                    <a:pt x="5480304" y="0"/>
                  </a:lnTo>
                  <a:lnTo>
                    <a:pt x="0" y="0"/>
                  </a:lnTo>
                  <a:lnTo>
                    <a:pt x="0" y="3994404"/>
                  </a:lnTo>
                  <a:lnTo>
                    <a:pt x="6858" y="3994404"/>
                  </a:lnTo>
                  <a:lnTo>
                    <a:pt x="6858" y="12954"/>
                  </a:lnTo>
                  <a:lnTo>
                    <a:pt x="12953" y="6096"/>
                  </a:lnTo>
                  <a:lnTo>
                    <a:pt x="12953" y="12954"/>
                  </a:lnTo>
                  <a:lnTo>
                    <a:pt x="5467350" y="12954"/>
                  </a:lnTo>
                  <a:lnTo>
                    <a:pt x="5467350" y="6095"/>
                  </a:lnTo>
                  <a:lnTo>
                    <a:pt x="5474208" y="12954"/>
                  </a:lnTo>
                  <a:lnTo>
                    <a:pt x="5474208" y="3994404"/>
                  </a:lnTo>
                  <a:lnTo>
                    <a:pt x="5480304" y="3994404"/>
                  </a:lnTo>
                  <a:close/>
                </a:path>
                <a:path w="5480684" h="3994785">
                  <a:moveTo>
                    <a:pt x="12953" y="12954"/>
                  </a:moveTo>
                  <a:lnTo>
                    <a:pt x="12953" y="6096"/>
                  </a:lnTo>
                  <a:lnTo>
                    <a:pt x="6858" y="12954"/>
                  </a:lnTo>
                  <a:lnTo>
                    <a:pt x="12953" y="12954"/>
                  </a:lnTo>
                  <a:close/>
                </a:path>
                <a:path w="5480684" h="3994785">
                  <a:moveTo>
                    <a:pt x="12953" y="3981450"/>
                  </a:moveTo>
                  <a:lnTo>
                    <a:pt x="12953" y="12954"/>
                  </a:lnTo>
                  <a:lnTo>
                    <a:pt x="6858" y="12954"/>
                  </a:lnTo>
                  <a:lnTo>
                    <a:pt x="6858" y="3981450"/>
                  </a:lnTo>
                  <a:lnTo>
                    <a:pt x="12953" y="3981450"/>
                  </a:lnTo>
                  <a:close/>
                </a:path>
                <a:path w="5480684" h="3994785">
                  <a:moveTo>
                    <a:pt x="5474208" y="3981449"/>
                  </a:moveTo>
                  <a:lnTo>
                    <a:pt x="6858" y="3981450"/>
                  </a:lnTo>
                  <a:lnTo>
                    <a:pt x="12953" y="3987545"/>
                  </a:lnTo>
                  <a:lnTo>
                    <a:pt x="12953" y="3994404"/>
                  </a:lnTo>
                  <a:lnTo>
                    <a:pt x="5467350" y="3994404"/>
                  </a:lnTo>
                  <a:lnTo>
                    <a:pt x="5467350" y="3987545"/>
                  </a:lnTo>
                  <a:lnTo>
                    <a:pt x="5474208" y="3981449"/>
                  </a:lnTo>
                  <a:close/>
                </a:path>
                <a:path w="5480684" h="3994785">
                  <a:moveTo>
                    <a:pt x="12953" y="3994404"/>
                  </a:moveTo>
                  <a:lnTo>
                    <a:pt x="12953" y="3987545"/>
                  </a:lnTo>
                  <a:lnTo>
                    <a:pt x="6858" y="3981450"/>
                  </a:lnTo>
                  <a:lnTo>
                    <a:pt x="6858" y="3994404"/>
                  </a:lnTo>
                  <a:lnTo>
                    <a:pt x="12953" y="3994404"/>
                  </a:lnTo>
                  <a:close/>
                </a:path>
                <a:path w="5480684" h="3994785">
                  <a:moveTo>
                    <a:pt x="5474208" y="12954"/>
                  </a:moveTo>
                  <a:lnTo>
                    <a:pt x="5467350" y="6095"/>
                  </a:lnTo>
                  <a:lnTo>
                    <a:pt x="5467350" y="12954"/>
                  </a:lnTo>
                  <a:lnTo>
                    <a:pt x="5474208" y="12954"/>
                  </a:lnTo>
                  <a:close/>
                </a:path>
                <a:path w="5480684" h="3994785">
                  <a:moveTo>
                    <a:pt x="5474208" y="3981449"/>
                  </a:moveTo>
                  <a:lnTo>
                    <a:pt x="5474208" y="12954"/>
                  </a:lnTo>
                  <a:lnTo>
                    <a:pt x="5467350" y="12954"/>
                  </a:lnTo>
                  <a:lnTo>
                    <a:pt x="5467350" y="3981449"/>
                  </a:lnTo>
                  <a:lnTo>
                    <a:pt x="5474208" y="3981449"/>
                  </a:lnTo>
                  <a:close/>
                </a:path>
                <a:path w="5480684" h="3994785">
                  <a:moveTo>
                    <a:pt x="5474208" y="3994404"/>
                  </a:moveTo>
                  <a:lnTo>
                    <a:pt x="5474208" y="3981449"/>
                  </a:lnTo>
                  <a:lnTo>
                    <a:pt x="5467350" y="3987545"/>
                  </a:lnTo>
                  <a:lnTo>
                    <a:pt x="5467350" y="3994404"/>
                  </a:lnTo>
                  <a:lnTo>
                    <a:pt x="5474208" y="39944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661414" y="1483867"/>
            <a:ext cx="601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latin typeface="Arial"/>
                <a:cs typeface="Arial"/>
              </a:rPr>
              <a:t>act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Activity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636956" y="199136"/>
            <a:ext cx="5567680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742950">
              <a:lnSpc>
                <a:spcPct val="100000"/>
              </a:lnSpc>
              <a:spcBef>
                <a:spcPts val="100"/>
              </a:spcBef>
            </a:pPr>
            <a:r>
              <a:rPr dirty="0"/>
              <a:t>Activity</a:t>
            </a:r>
            <a:r>
              <a:rPr dirty="0" spc="125"/>
              <a:t> </a:t>
            </a:r>
            <a:r>
              <a:rPr dirty="0"/>
              <a:t>Diagram</a:t>
            </a:r>
            <a:r>
              <a:rPr dirty="0" spc="170"/>
              <a:t> </a:t>
            </a:r>
            <a:r>
              <a:rPr dirty="0"/>
              <a:t>Example </a:t>
            </a:r>
            <a:r>
              <a:rPr dirty="0" spc="5"/>
              <a:t> </a:t>
            </a:r>
            <a:r>
              <a:rPr dirty="0"/>
              <a:t>With</a:t>
            </a:r>
            <a:r>
              <a:rPr dirty="0" spc="-35"/>
              <a:t> </a:t>
            </a:r>
            <a:r>
              <a:rPr dirty="0"/>
              <a:t>Streaming</a:t>
            </a:r>
            <a:r>
              <a:rPr dirty="0" spc="-15"/>
              <a:t> </a:t>
            </a:r>
            <a:r>
              <a:rPr dirty="0"/>
              <a:t>Inputs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Outputs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627631" y="1463801"/>
            <a:ext cx="5852160" cy="3262629"/>
            <a:chOff x="1627631" y="1463801"/>
            <a:chExt cx="5852160" cy="3262629"/>
          </a:xfrm>
        </p:grpSpPr>
        <p:sp>
          <p:nvSpPr>
            <p:cNvPr id="9" name="object 9"/>
            <p:cNvSpPr/>
            <p:nvPr/>
          </p:nvSpPr>
          <p:spPr>
            <a:xfrm>
              <a:off x="1627631" y="1463801"/>
              <a:ext cx="708025" cy="230504"/>
            </a:xfrm>
            <a:custGeom>
              <a:avLst/>
              <a:gdLst/>
              <a:ahLst/>
              <a:cxnLst/>
              <a:rect l="l" t="t" r="r" b="b"/>
              <a:pathLst>
                <a:path w="708025" h="230505">
                  <a:moveTo>
                    <a:pt x="3048" y="227076"/>
                  </a:moveTo>
                  <a:lnTo>
                    <a:pt x="3048" y="209550"/>
                  </a:lnTo>
                  <a:lnTo>
                    <a:pt x="0" y="209550"/>
                  </a:lnTo>
                  <a:lnTo>
                    <a:pt x="0" y="228600"/>
                  </a:lnTo>
                  <a:lnTo>
                    <a:pt x="1524" y="230124"/>
                  </a:lnTo>
                  <a:lnTo>
                    <a:pt x="1524" y="227076"/>
                  </a:lnTo>
                  <a:lnTo>
                    <a:pt x="3048" y="227076"/>
                  </a:lnTo>
                  <a:close/>
                </a:path>
                <a:path w="708025" h="230505">
                  <a:moveTo>
                    <a:pt x="619506" y="227075"/>
                  </a:moveTo>
                  <a:lnTo>
                    <a:pt x="1524" y="227076"/>
                  </a:lnTo>
                  <a:lnTo>
                    <a:pt x="3048" y="228600"/>
                  </a:lnTo>
                  <a:lnTo>
                    <a:pt x="3048" y="230124"/>
                  </a:lnTo>
                  <a:lnTo>
                    <a:pt x="618744" y="230123"/>
                  </a:lnTo>
                  <a:lnTo>
                    <a:pt x="618744" y="227837"/>
                  </a:lnTo>
                  <a:lnTo>
                    <a:pt x="619506" y="227075"/>
                  </a:lnTo>
                  <a:close/>
                </a:path>
                <a:path w="708025" h="230505">
                  <a:moveTo>
                    <a:pt x="3048" y="230124"/>
                  </a:moveTo>
                  <a:lnTo>
                    <a:pt x="3048" y="228600"/>
                  </a:lnTo>
                  <a:lnTo>
                    <a:pt x="1524" y="227076"/>
                  </a:lnTo>
                  <a:lnTo>
                    <a:pt x="1524" y="230124"/>
                  </a:lnTo>
                  <a:lnTo>
                    <a:pt x="3048" y="230124"/>
                  </a:lnTo>
                  <a:close/>
                </a:path>
                <a:path w="708025" h="230505">
                  <a:moveTo>
                    <a:pt x="705612" y="155272"/>
                  </a:moveTo>
                  <a:lnTo>
                    <a:pt x="705612" y="151637"/>
                  </a:lnTo>
                  <a:lnTo>
                    <a:pt x="704850" y="152399"/>
                  </a:lnTo>
                  <a:lnTo>
                    <a:pt x="618744" y="227837"/>
                  </a:lnTo>
                  <a:lnTo>
                    <a:pt x="618744" y="230123"/>
                  </a:lnTo>
                  <a:lnTo>
                    <a:pt x="621030" y="230123"/>
                  </a:lnTo>
                  <a:lnTo>
                    <a:pt x="705612" y="155272"/>
                  </a:lnTo>
                  <a:close/>
                </a:path>
                <a:path w="708025" h="230505">
                  <a:moveTo>
                    <a:pt x="707898" y="152399"/>
                  </a:moveTo>
                  <a:lnTo>
                    <a:pt x="707898" y="0"/>
                  </a:lnTo>
                  <a:lnTo>
                    <a:pt x="704850" y="0"/>
                  </a:lnTo>
                  <a:lnTo>
                    <a:pt x="704850" y="152306"/>
                  </a:lnTo>
                  <a:lnTo>
                    <a:pt x="705612" y="151637"/>
                  </a:lnTo>
                  <a:lnTo>
                    <a:pt x="705612" y="155272"/>
                  </a:lnTo>
                  <a:lnTo>
                    <a:pt x="707136" y="153923"/>
                  </a:lnTo>
                  <a:lnTo>
                    <a:pt x="707898" y="152399"/>
                  </a:lnTo>
                  <a:close/>
                </a:path>
                <a:path w="708025" h="230505">
                  <a:moveTo>
                    <a:pt x="705612" y="151637"/>
                  </a:moveTo>
                  <a:lnTo>
                    <a:pt x="704850" y="152306"/>
                  </a:lnTo>
                  <a:lnTo>
                    <a:pt x="705612" y="1516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26664" y="2060460"/>
              <a:ext cx="2861310" cy="2665730"/>
            </a:xfrm>
            <a:custGeom>
              <a:avLst/>
              <a:gdLst/>
              <a:ahLst/>
              <a:cxnLst/>
              <a:rect l="l" t="t" r="r" b="b"/>
              <a:pathLst>
                <a:path w="2861310" h="2665729">
                  <a:moveTo>
                    <a:pt x="2514600" y="2286"/>
                  </a:moveTo>
                  <a:lnTo>
                    <a:pt x="2512314" y="0"/>
                  </a:lnTo>
                  <a:lnTo>
                    <a:pt x="6096" y="0"/>
                  </a:lnTo>
                  <a:lnTo>
                    <a:pt x="6096" y="5321"/>
                  </a:lnTo>
                  <a:lnTo>
                    <a:pt x="0" y="5334"/>
                  </a:lnTo>
                  <a:lnTo>
                    <a:pt x="0" y="73152"/>
                  </a:lnTo>
                  <a:lnTo>
                    <a:pt x="3048" y="76200"/>
                  </a:lnTo>
                  <a:lnTo>
                    <a:pt x="6096" y="76200"/>
                  </a:lnTo>
                  <a:lnTo>
                    <a:pt x="11430" y="76200"/>
                  </a:lnTo>
                  <a:lnTo>
                    <a:pt x="2503932" y="76200"/>
                  </a:lnTo>
                  <a:lnTo>
                    <a:pt x="2509266" y="76200"/>
                  </a:lnTo>
                  <a:lnTo>
                    <a:pt x="2512314" y="76200"/>
                  </a:lnTo>
                  <a:lnTo>
                    <a:pt x="2514600" y="73152"/>
                  </a:lnTo>
                  <a:lnTo>
                    <a:pt x="2514600" y="2286"/>
                  </a:lnTo>
                  <a:close/>
                </a:path>
                <a:path w="2861310" h="2665729">
                  <a:moveTo>
                    <a:pt x="2861297" y="2606027"/>
                  </a:moveTo>
                  <a:lnTo>
                    <a:pt x="2858249" y="2602979"/>
                  </a:lnTo>
                  <a:lnTo>
                    <a:pt x="123431" y="2602979"/>
                  </a:lnTo>
                  <a:lnTo>
                    <a:pt x="123431" y="2609075"/>
                  </a:lnTo>
                  <a:lnTo>
                    <a:pt x="118097" y="2609075"/>
                  </a:lnTo>
                  <a:lnTo>
                    <a:pt x="118097" y="2662415"/>
                  </a:lnTo>
                  <a:lnTo>
                    <a:pt x="120383" y="2665463"/>
                  </a:lnTo>
                  <a:lnTo>
                    <a:pt x="123431" y="2665463"/>
                  </a:lnTo>
                  <a:lnTo>
                    <a:pt x="128765" y="2665463"/>
                  </a:lnTo>
                  <a:lnTo>
                    <a:pt x="2849867" y="2665463"/>
                  </a:lnTo>
                  <a:lnTo>
                    <a:pt x="2855201" y="2665463"/>
                  </a:lnTo>
                  <a:lnTo>
                    <a:pt x="2858249" y="2665463"/>
                  </a:lnTo>
                  <a:lnTo>
                    <a:pt x="2861297" y="2662415"/>
                  </a:lnTo>
                  <a:lnTo>
                    <a:pt x="2861297" y="2606027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3263" y="1656588"/>
              <a:ext cx="4986528" cy="3018282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97586" y="5602985"/>
            <a:ext cx="8187690" cy="786130"/>
            <a:chOff x="497586" y="5602985"/>
            <a:chExt cx="8187690" cy="78613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690" y="5673089"/>
              <a:ext cx="8046720" cy="60655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586" y="5602985"/>
              <a:ext cx="8187689" cy="701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8348" y="6279641"/>
              <a:ext cx="8186166" cy="708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586" y="5603747"/>
              <a:ext cx="70103" cy="74675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14409" y="5603747"/>
              <a:ext cx="70865" cy="7467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0288" y="5669279"/>
              <a:ext cx="7565135" cy="7193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443983" y="6379463"/>
              <a:ext cx="749935" cy="0"/>
            </a:xfrm>
            <a:custGeom>
              <a:avLst/>
              <a:gdLst/>
              <a:ahLst/>
              <a:cxnLst/>
              <a:rect l="l" t="t" r="r" b="b"/>
              <a:pathLst>
                <a:path w="749935" h="0">
                  <a:moveTo>
                    <a:pt x="0" y="0"/>
                  </a:moveTo>
                  <a:lnTo>
                    <a:pt x="749807" y="0"/>
                  </a:lnTo>
                </a:path>
              </a:pathLst>
            </a:custGeom>
            <a:ln w="6095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461008" y="5590284"/>
            <a:ext cx="6175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Streaming Inputs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and Outputs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Continue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98640" y="4123435"/>
            <a:ext cx="35115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output2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98640" y="2431033"/>
            <a:ext cx="35115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output3</a:t>
            </a:r>
            <a:endParaRPr sz="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25486" y="3280999"/>
            <a:ext cx="545465" cy="41783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dirty="0" sz="700" spc="-5">
                <a:latin typeface="Arial MT"/>
                <a:cs typeface="Arial MT"/>
              </a:rPr>
              <a:t>&lt;&lt;optional&gt;&gt;</a:t>
            </a:r>
            <a:endParaRPr sz="700">
              <a:latin typeface="Arial MT"/>
              <a:cs typeface="Arial MT"/>
            </a:endParaRPr>
          </a:p>
          <a:p>
            <a:pPr algn="ctr" marR="12700">
              <a:lnSpc>
                <a:spcPct val="100000"/>
              </a:lnSpc>
              <a:spcBef>
                <a:spcPts val="160"/>
              </a:spcBef>
            </a:pPr>
            <a:r>
              <a:rPr dirty="0" sz="700" spc="-5" b="1">
                <a:latin typeface="Arial"/>
                <a:cs typeface="Arial"/>
              </a:rPr>
              <a:t>output1</a:t>
            </a:r>
            <a:endParaRPr sz="700">
              <a:latin typeface="Arial"/>
              <a:cs typeface="Arial"/>
            </a:endParaRPr>
          </a:p>
          <a:p>
            <a:pPr algn="ctr" marR="5715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Arial MT"/>
                <a:cs typeface="Arial MT"/>
              </a:rPr>
              <a:t>{stream}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80922" y="4044695"/>
            <a:ext cx="692150" cy="212725"/>
            <a:chOff x="1280922" y="4044695"/>
            <a:chExt cx="692150" cy="212725"/>
          </a:xfrm>
        </p:grpSpPr>
        <p:sp>
          <p:nvSpPr>
            <p:cNvPr id="25" name="object 25"/>
            <p:cNvSpPr/>
            <p:nvPr/>
          </p:nvSpPr>
          <p:spPr>
            <a:xfrm>
              <a:off x="1286256" y="4050029"/>
              <a:ext cx="681355" cy="201930"/>
            </a:xfrm>
            <a:custGeom>
              <a:avLst/>
              <a:gdLst/>
              <a:ahLst/>
              <a:cxnLst/>
              <a:rect l="l" t="t" r="r" b="b"/>
              <a:pathLst>
                <a:path w="681355" h="201929">
                  <a:moveTo>
                    <a:pt x="681228" y="201929"/>
                  </a:moveTo>
                  <a:lnTo>
                    <a:pt x="681228" y="0"/>
                  </a:lnTo>
                  <a:lnTo>
                    <a:pt x="0" y="0"/>
                  </a:lnTo>
                  <a:lnTo>
                    <a:pt x="0" y="201929"/>
                  </a:lnTo>
                  <a:lnTo>
                    <a:pt x="681228" y="201929"/>
                  </a:lnTo>
                  <a:close/>
                </a:path>
              </a:pathLst>
            </a:custGeom>
            <a:solidFill>
              <a:srgbClr val="E1E1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280922" y="4044695"/>
              <a:ext cx="692150" cy="212725"/>
            </a:xfrm>
            <a:custGeom>
              <a:avLst/>
              <a:gdLst/>
              <a:ahLst/>
              <a:cxnLst/>
              <a:rect l="l" t="t" r="r" b="b"/>
              <a:pathLst>
                <a:path w="692150" h="212725">
                  <a:moveTo>
                    <a:pt x="10668" y="10668"/>
                  </a:moveTo>
                  <a:lnTo>
                    <a:pt x="10668" y="5334"/>
                  </a:lnTo>
                  <a:lnTo>
                    <a:pt x="0" y="5334"/>
                  </a:lnTo>
                  <a:lnTo>
                    <a:pt x="0" y="210311"/>
                  </a:lnTo>
                  <a:lnTo>
                    <a:pt x="2286" y="212597"/>
                  </a:lnTo>
                  <a:lnTo>
                    <a:pt x="5334" y="212597"/>
                  </a:lnTo>
                  <a:lnTo>
                    <a:pt x="5334" y="10668"/>
                  </a:lnTo>
                  <a:lnTo>
                    <a:pt x="10668" y="10668"/>
                  </a:lnTo>
                  <a:close/>
                </a:path>
                <a:path w="692150" h="212725">
                  <a:moveTo>
                    <a:pt x="691896" y="210311"/>
                  </a:moveTo>
                  <a:lnTo>
                    <a:pt x="691896" y="2285"/>
                  </a:lnTo>
                  <a:lnTo>
                    <a:pt x="689610" y="0"/>
                  </a:lnTo>
                  <a:lnTo>
                    <a:pt x="5334" y="0"/>
                  </a:lnTo>
                  <a:lnTo>
                    <a:pt x="5334" y="5334"/>
                  </a:lnTo>
                  <a:lnTo>
                    <a:pt x="10668" y="5334"/>
                  </a:lnTo>
                  <a:lnTo>
                    <a:pt x="10668" y="10668"/>
                  </a:lnTo>
                  <a:lnTo>
                    <a:pt x="680466" y="10667"/>
                  </a:lnTo>
                  <a:lnTo>
                    <a:pt x="680466" y="5333"/>
                  </a:lnTo>
                  <a:lnTo>
                    <a:pt x="686562" y="10667"/>
                  </a:lnTo>
                  <a:lnTo>
                    <a:pt x="686562" y="212597"/>
                  </a:lnTo>
                  <a:lnTo>
                    <a:pt x="689610" y="212597"/>
                  </a:lnTo>
                  <a:lnTo>
                    <a:pt x="691896" y="210311"/>
                  </a:lnTo>
                  <a:close/>
                </a:path>
                <a:path w="692150" h="212725">
                  <a:moveTo>
                    <a:pt x="10668" y="201168"/>
                  </a:moveTo>
                  <a:lnTo>
                    <a:pt x="10668" y="10668"/>
                  </a:lnTo>
                  <a:lnTo>
                    <a:pt x="5334" y="10668"/>
                  </a:lnTo>
                  <a:lnTo>
                    <a:pt x="5334" y="201168"/>
                  </a:lnTo>
                  <a:lnTo>
                    <a:pt x="10668" y="201168"/>
                  </a:lnTo>
                  <a:close/>
                </a:path>
                <a:path w="692150" h="212725">
                  <a:moveTo>
                    <a:pt x="686562" y="201167"/>
                  </a:moveTo>
                  <a:lnTo>
                    <a:pt x="5334" y="201168"/>
                  </a:lnTo>
                  <a:lnTo>
                    <a:pt x="10668" y="207264"/>
                  </a:lnTo>
                  <a:lnTo>
                    <a:pt x="10668" y="212597"/>
                  </a:lnTo>
                  <a:lnTo>
                    <a:pt x="680466" y="212597"/>
                  </a:lnTo>
                  <a:lnTo>
                    <a:pt x="680466" y="207263"/>
                  </a:lnTo>
                  <a:lnTo>
                    <a:pt x="686562" y="201167"/>
                  </a:lnTo>
                  <a:close/>
                </a:path>
                <a:path w="692150" h="212725">
                  <a:moveTo>
                    <a:pt x="10668" y="212597"/>
                  </a:moveTo>
                  <a:lnTo>
                    <a:pt x="10668" y="207264"/>
                  </a:lnTo>
                  <a:lnTo>
                    <a:pt x="5334" y="201168"/>
                  </a:lnTo>
                  <a:lnTo>
                    <a:pt x="5334" y="212597"/>
                  </a:lnTo>
                  <a:lnTo>
                    <a:pt x="10668" y="212597"/>
                  </a:lnTo>
                  <a:close/>
                </a:path>
                <a:path w="692150" h="212725">
                  <a:moveTo>
                    <a:pt x="686562" y="10667"/>
                  </a:moveTo>
                  <a:lnTo>
                    <a:pt x="680466" y="5333"/>
                  </a:lnTo>
                  <a:lnTo>
                    <a:pt x="680466" y="10667"/>
                  </a:lnTo>
                  <a:lnTo>
                    <a:pt x="686562" y="10667"/>
                  </a:lnTo>
                  <a:close/>
                </a:path>
                <a:path w="692150" h="212725">
                  <a:moveTo>
                    <a:pt x="686562" y="201167"/>
                  </a:moveTo>
                  <a:lnTo>
                    <a:pt x="686562" y="10667"/>
                  </a:lnTo>
                  <a:lnTo>
                    <a:pt x="680466" y="10667"/>
                  </a:lnTo>
                  <a:lnTo>
                    <a:pt x="680466" y="201167"/>
                  </a:lnTo>
                  <a:lnTo>
                    <a:pt x="686562" y="201167"/>
                  </a:lnTo>
                  <a:close/>
                </a:path>
                <a:path w="692150" h="212725">
                  <a:moveTo>
                    <a:pt x="686562" y="212597"/>
                  </a:moveTo>
                  <a:lnTo>
                    <a:pt x="686562" y="201167"/>
                  </a:lnTo>
                  <a:lnTo>
                    <a:pt x="680466" y="207263"/>
                  </a:lnTo>
                  <a:lnTo>
                    <a:pt x="680466" y="212597"/>
                  </a:lnTo>
                  <a:lnTo>
                    <a:pt x="686562" y="212597"/>
                  </a:lnTo>
                  <a:close/>
                </a:path>
              </a:pathLst>
            </a:custGeom>
            <a:solidFill>
              <a:srgbClr val="9999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475486" y="4045711"/>
            <a:ext cx="29210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Arial"/>
                <a:cs typeface="Arial"/>
              </a:rPr>
              <a:t>i</a:t>
            </a:r>
            <a:r>
              <a:rPr dirty="0" sz="700" spc="-5" b="1">
                <a:latin typeface="Arial"/>
                <a:cs typeface="Arial"/>
              </a:rPr>
              <a:t>nput2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80922" y="3198114"/>
            <a:ext cx="692150" cy="504190"/>
            <a:chOff x="1280922" y="3198114"/>
            <a:chExt cx="692150" cy="504190"/>
          </a:xfrm>
        </p:grpSpPr>
        <p:sp>
          <p:nvSpPr>
            <p:cNvPr id="29" name="object 29"/>
            <p:cNvSpPr/>
            <p:nvPr/>
          </p:nvSpPr>
          <p:spPr>
            <a:xfrm>
              <a:off x="1286256" y="3204210"/>
              <a:ext cx="681355" cy="491490"/>
            </a:xfrm>
            <a:custGeom>
              <a:avLst/>
              <a:gdLst/>
              <a:ahLst/>
              <a:cxnLst/>
              <a:rect l="l" t="t" r="r" b="b"/>
              <a:pathLst>
                <a:path w="681355" h="491489">
                  <a:moveTo>
                    <a:pt x="681228" y="491489"/>
                  </a:moveTo>
                  <a:lnTo>
                    <a:pt x="681228" y="0"/>
                  </a:lnTo>
                  <a:lnTo>
                    <a:pt x="0" y="0"/>
                  </a:lnTo>
                  <a:lnTo>
                    <a:pt x="0" y="491489"/>
                  </a:lnTo>
                  <a:lnTo>
                    <a:pt x="681228" y="491489"/>
                  </a:lnTo>
                  <a:close/>
                </a:path>
              </a:pathLst>
            </a:custGeom>
            <a:solidFill>
              <a:srgbClr val="E1E1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280922" y="3198114"/>
              <a:ext cx="692150" cy="504190"/>
            </a:xfrm>
            <a:custGeom>
              <a:avLst/>
              <a:gdLst/>
              <a:ahLst/>
              <a:cxnLst/>
              <a:rect l="l" t="t" r="r" b="b"/>
              <a:pathLst>
                <a:path w="692150" h="504189">
                  <a:moveTo>
                    <a:pt x="10668" y="11430"/>
                  </a:moveTo>
                  <a:lnTo>
                    <a:pt x="10668" y="6096"/>
                  </a:lnTo>
                  <a:lnTo>
                    <a:pt x="0" y="6096"/>
                  </a:lnTo>
                  <a:lnTo>
                    <a:pt x="0" y="500634"/>
                  </a:lnTo>
                  <a:lnTo>
                    <a:pt x="2286" y="503681"/>
                  </a:lnTo>
                  <a:lnTo>
                    <a:pt x="5333" y="503681"/>
                  </a:lnTo>
                  <a:lnTo>
                    <a:pt x="5334" y="11430"/>
                  </a:lnTo>
                  <a:lnTo>
                    <a:pt x="10668" y="11430"/>
                  </a:lnTo>
                  <a:close/>
                </a:path>
                <a:path w="692150" h="504189">
                  <a:moveTo>
                    <a:pt x="691896" y="500634"/>
                  </a:moveTo>
                  <a:lnTo>
                    <a:pt x="691896" y="3047"/>
                  </a:lnTo>
                  <a:lnTo>
                    <a:pt x="689610" y="0"/>
                  </a:lnTo>
                  <a:lnTo>
                    <a:pt x="5334" y="0"/>
                  </a:lnTo>
                  <a:lnTo>
                    <a:pt x="5334" y="6096"/>
                  </a:lnTo>
                  <a:lnTo>
                    <a:pt x="10668" y="6096"/>
                  </a:lnTo>
                  <a:lnTo>
                    <a:pt x="10667" y="11430"/>
                  </a:lnTo>
                  <a:lnTo>
                    <a:pt x="680465" y="11429"/>
                  </a:lnTo>
                  <a:lnTo>
                    <a:pt x="680465" y="6095"/>
                  </a:lnTo>
                  <a:lnTo>
                    <a:pt x="686562" y="11429"/>
                  </a:lnTo>
                  <a:lnTo>
                    <a:pt x="686562" y="503681"/>
                  </a:lnTo>
                  <a:lnTo>
                    <a:pt x="689610" y="503681"/>
                  </a:lnTo>
                  <a:lnTo>
                    <a:pt x="691896" y="500634"/>
                  </a:lnTo>
                  <a:close/>
                </a:path>
                <a:path w="692150" h="504189">
                  <a:moveTo>
                    <a:pt x="10668" y="492252"/>
                  </a:moveTo>
                  <a:lnTo>
                    <a:pt x="10668" y="11430"/>
                  </a:lnTo>
                  <a:lnTo>
                    <a:pt x="5334" y="11430"/>
                  </a:lnTo>
                  <a:lnTo>
                    <a:pt x="5334" y="492252"/>
                  </a:lnTo>
                  <a:lnTo>
                    <a:pt x="10668" y="492252"/>
                  </a:lnTo>
                  <a:close/>
                </a:path>
                <a:path w="692150" h="504189">
                  <a:moveTo>
                    <a:pt x="686562" y="492252"/>
                  </a:moveTo>
                  <a:lnTo>
                    <a:pt x="5334" y="492252"/>
                  </a:lnTo>
                  <a:lnTo>
                    <a:pt x="10668" y="497586"/>
                  </a:lnTo>
                  <a:lnTo>
                    <a:pt x="10668" y="503681"/>
                  </a:lnTo>
                  <a:lnTo>
                    <a:pt x="680465" y="503681"/>
                  </a:lnTo>
                  <a:lnTo>
                    <a:pt x="680465" y="497586"/>
                  </a:lnTo>
                  <a:lnTo>
                    <a:pt x="686562" y="492252"/>
                  </a:lnTo>
                  <a:close/>
                </a:path>
                <a:path w="692150" h="504189">
                  <a:moveTo>
                    <a:pt x="10668" y="503681"/>
                  </a:moveTo>
                  <a:lnTo>
                    <a:pt x="10668" y="497586"/>
                  </a:lnTo>
                  <a:lnTo>
                    <a:pt x="5334" y="492252"/>
                  </a:lnTo>
                  <a:lnTo>
                    <a:pt x="5333" y="503681"/>
                  </a:lnTo>
                  <a:lnTo>
                    <a:pt x="10668" y="503681"/>
                  </a:lnTo>
                  <a:close/>
                </a:path>
                <a:path w="692150" h="504189">
                  <a:moveTo>
                    <a:pt x="686562" y="11429"/>
                  </a:moveTo>
                  <a:lnTo>
                    <a:pt x="680465" y="6095"/>
                  </a:lnTo>
                  <a:lnTo>
                    <a:pt x="680465" y="11429"/>
                  </a:lnTo>
                  <a:lnTo>
                    <a:pt x="686562" y="11429"/>
                  </a:lnTo>
                  <a:close/>
                </a:path>
                <a:path w="692150" h="504189">
                  <a:moveTo>
                    <a:pt x="686562" y="492252"/>
                  </a:moveTo>
                  <a:lnTo>
                    <a:pt x="686562" y="11429"/>
                  </a:lnTo>
                  <a:lnTo>
                    <a:pt x="680465" y="11429"/>
                  </a:lnTo>
                  <a:lnTo>
                    <a:pt x="680465" y="492252"/>
                  </a:lnTo>
                  <a:lnTo>
                    <a:pt x="686562" y="492252"/>
                  </a:lnTo>
                  <a:close/>
                </a:path>
                <a:path w="692150" h="504189">
                  <a:moveTo>
                    <a:pt x="686562" y="503681"/>
                  </a:moveTo>
                  <a:lnTo>
                    <a:pt x="686562" y="492252"/>
                  </a:lnTo>
                  <a:lnTo>
                    <a:pt x="680465" y="497586"/>
                  </a:lnTo>
                  <a:lnTo>
                    <a:pt x="680465" y="503681"/>
                  </a:lnTo>
                  <a:lnTo>
                    <a:pt x="686562" y="503681"/>
                  </a:lnTo>
                  <a:close/>
                </a:path>
              </a:pathLst>
            </a:custGeom>
            <a:solidFill>
              <a:srgbClr val="9999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346708" y="3167440"/>
            <a:ext cx="545465" cy="30480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dirty="0" sz="700" spc="-5">
                <a:latin typeface="Arial MT"/>
                <a:cs typeface="Arial MT"/>
              </a:rPr>
              <a:t>&lt;&lt;optional&gt;&gt;</a:t>
            </a:r>
            <a:endParaRPr sz="700">
              <a:latin typeface="Arial MT"/>
              <a:cs typeface="Arial MT"/>
            </a:endParaRPr>
          </a:p>
          <a:p>
            <a:pPr algn="ctr" marL="3810">
              <a:lnSpc>
                <a:spcPct val="100000"/>
              </a:lnSpc>
              <a:spcBef>
                <a:spcPts val="260"/>
              </a:spcBef>
            </a:pPr>
            <a:r>
              <a:rPr dirty="0" sz="700" spc="-5" b="1">
                <a:latin typeface="Arial"/>
                <a:cs typeface="Arial"/>
              </a:rPr>
              <a:t>input1</a:t>
            </a:r>
            <a:endParaRPr sz="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32741" y="3478765"/>
            <a:ext cx="35814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{stream}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04079" y="3437636"/>
            <a:ext cx="3613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actio</a:t>
            </a:r>
            <a:r>
              <a:rPr dirty="0" sz="700" b="1">
                <a:latin typeface="Arial"/>
                <a:cs typeface="Arial"/>
              </a:rPr>
              <a:t>n</a:t>
            </a:r>
            <a:r>
              <a:rPr dirty="0" sz="700" spc="-5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87109" y="4361941"/>
            <a:ext cx="21272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out1</a:t>
            </a:r>
            <a:endParaRPr sz="7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48432" y="3385058"/>
            <a:ext cx="3613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actio</a:t>
            </a:r>
            <a:r>
              <a:rPr dirty="0" sz="700" b="1">
                <a:latin typeface="Arial"/>
                <a:cs typeface="Arial"/>
              </a:rPr>
              <a:t>n</a:t>
            </a:r>
            <a:r>
              <a:rPr dirty="0" sz="700" spc="-5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29514" y="3239484"/>
            <a:ext cx="3879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Arial"/>
                <a:cs typeface="Arial"/>
              </a:rPr>
              <a:t>{stream}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55161" y="3469980"/>
            <a:ext cx="471170" cy="4578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060" marR="5080" indent="-86995">
              <a:lnSpc>
                <a:spcPct val="1428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«opt</a:t>
            </a:r>
            <a:r>
              <a:rPr dirty="0" sz="700" b="1">
                <a:latin typeface="Arial"/>
                <a:cs typeface="Arial"/>
              </a:rPr>
              <a:t>i</a:t>
            </a:r>
            <a:r>
              <a:rPr dirty="0" sz="700" spc="-5" b="1">
                <a:latin typeface="Arial"/>
                <a:cs typeface="Arial"/>
              </a:rPr>
              <a:t>ona</a:t>
            </a:r>
            <a:r>
              <a:rPr dirty="0" sz="700" b="1">
                <a:latin typeface="Arial"/>
                <a:cs typeface="Arial"/>
              </a:rPr>
              <a:t>l</a:t>
            </a:r>
            <a:r>
              <a:rPr dirty="0" sz="700" b="1">
                <a:latin typeface="Arial"/>
                <a:cs typeface="Arial"/>
              </a:rPr>
              <a:t>»  </a:t>
            </a:r>
            <a:r>
              <a:rPr dirty="0" sz="700" spc="-5" b="1">
                <a:latin typeface="Arial"/>
                <a:cs typeface="Arial"/>
              </a:rPr>
              <a:t>out1</a:t>
            </a:r>
            <a:endParaRPr sz="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160"/>
              </a:spcBef>
            </a:pPr>
            <a:r>
              <a:rPr dirty="0" sz="700" b="1">
                <a:latin typeface="Arial"/>
                <a:cs typeface="Arial"/>
              </a:rPr>
              <a:t>{stream}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05938" y="3667760"/>
            <a:ext cx="15430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Arial"/>
                <a:cs typeface="Arial"/>
              </a:rPr>
              <a:t>i</a:t>
            </a:r>
            <a:r>
              <a:rPr dirty="0" sz="700" spc="-5" b="1">
                <a:latin typeface="Arial"/>
                <a:cs typeface="Arial"/>
              </a:rPr>
              <a:t>n</a:t>
            </a:r>
            <a:r>
              <a:rPr dirty="0" sz="700" b="1"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59934" y="2448560"/>
            <a:ext cx="3613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actio</a:t>
            </a:r>
            <a:r>
              <a:rPr dirty="0" sz="700" b="1">
                <a:latin typeface="Arial"/>
                <a:cs typeface="Arial"/>
              </a:rPr>
              <a:t>n</a:t>
            </a:r>
            <a:r>
              <a:rPr dirty="0" sz="700" spc="-5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4</a:t>
            </a:r>
            <a:endParaRPr sz="7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07990" y="2658110"/>
            <a:ext cx="21272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out1</a:t>
            </a:r>
            <a:endParaRPr sz="7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731005" y="1670557"/>
            <a:ext cx="22923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Arial"/>
                <a:cs typeface="Arial"/>
              </a:rPr>
              <a:t>Start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344161" y="4719828"/>
            <a:ext cx="207645" cy="517525"/>
            <a:chOff x="4344161" y="4719828"/>
            <a:chExt cx="207645" cy="517525"/>
          </a:xfrm>
        </p:grpSpPr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4161" y="5029962"/>
              <a:ext cx="207264" cy="2072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02073" y="4969764"/>
              <a:ext cx="69341" cy="7162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431792" y="4719828"/>
              <a:ext cx="11430" cy="316230"/>
            </a:xfrm>
            <a:custGeom>
              <a:avLst/>
              <a:gdLst/>
              <a:ahLst/>
              <a:cxnLst/>
              <a:rect l="l" t="t" r="r" b="b"/>
              <a:pathLst>
                <a:path w="11429" h="316229">
                  <a:moveTo>
                    <a:pt x="11429" y="316229"/>
                  </a:moveTo>
                  <a:lnTo>
                    <a:pt x="11429" y="0"/>
                  </a:lnTo>
                  <a:lnTo>
                    <a:pt x="0" y="0"/>
                  </a:lnTo>
                  <a:lnTo>
                    <a:pt x="0" y="316229"/>
                  </a:lnTo>
                  <a:lnTo>
                    <a:pt x="11429" y="316229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5088890" y="3493606"/>
            <a:ext cx="909955" cy="77089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ctr" marR="140970">
              <a:lnSpc>
                <a:spcPct val="100000"/>
              </a:lnSpc>
              <a:spcBef>
                <a:spcPts val="270"/>
              </a:spcBef>
            </a:pPr>
            <a:r>
              <a:rPr dirty="0" sz="700" spc="-5" b="1">
                <a:latin typeface="Arial"/>
                <a:cs typeface="Arial"/>
              </a:rPr>
              <a:t>out1</a:t>
            </a:r>
            <a:endParaRPr sz="700">
              <a:latin typeface="Arial"/>
              <a:cs typeface="Arial"/>
            </a:endParaRPr>
          </a:p>
          <a:p>
            <a:pPr algn="ctr" marR="137795">
              <a:lnSpc>
                <a:spcPct val="100000"/>
              </a:lnSpc>
              <a:spcBef>
                <a:spcPts val="175"/>
              </a:spcBef>
            </a:pPr>
            <a:r>
              <a:rPr dirty="0" sz="700" b="1">
                <a:latin typeface="Arial"/>
                <a:cs typeface="Arial"/>
              </a:rPr>
              <a:t>{stream}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700" spc="-5">
                <a:latin typeface="Arial MT"/>
                <a:cs typeface="Arial MT"/>
              </a:rPr>
              <a:t>«optional»</a:t>
            </a:r>
            <a:endParaRPr sz="700">
              <a:latin typeface="Arial MT"/>
              <a:cs typeface="Arial MT"/>
            </a:endParaRPr>
          </a:p>
          <a:p>
            <a:pPr algn="ctr" marR="398780">
              <a:lnSpc>
                <a:spcPct val="100000"/>
              </a:lnSpc>
              <a:spcBef>
                <a:spcPts val="50"/>
              </a:spcBef>
            </a:pPr>
            <a:r>
              <a:rPr dirty="0" sz="700" spc="-5" b="1">
                <a:latin typeface="Arial"/>
                <a:cs typeface="Arial"/>
              </a:rPr>
              <a:t>in1</a:t>
            </a:r>
            <a:endParaRPr sz="700">
              <a:latin typeface="Arial"/>
              <a:cs typeface="Arial"/>
            </a:endParaRPr>
          </a:p>
          <a:p>
            <a:pPr algn="ctr" marR="426084">
              <a:lnSpc>
                <a:spcPts val="760"/>
              </a:lnSpc>
              <a:spcBef>
                <a:spcPts val="145"/>
              </a:spcBef>
            </a:pPr>
            <a:r>
              <a:rPr dirty="0" sz="700" b="1">
                <a:latin typeface="Arial"/>
                <a:cs typeface="Arial"/>
              </a:rPr>
              <a:t>{stream}</a:t>
            </a:r>
            <a:endParaRPr sz="700">
              <a:latin typeface="Arial"/>
              <a:cs typeface="Arial"/>
            </a:endParaRPr>
          </a:p>
          <a:p>
            <a:pPr algn="ctr" marL="548005">
              <a:lnSpc>
                <a:spcPts val="760"/>
              </a:lnSpc>
            </a:pPr>
            <a:r>
              <a:rPr dirty="0" sz="700" spc="-5" b="1">
                <a:latin typeface="Arial"/>
                <a:cs typeface="Arial"/>
              </a:rPr>
              <a:t>actio</a:t>
            </a:r>
            <a:r>
              <a:rPr dirty="0" sz="700" b="1">
                <a:latin typeface="Arial"/>
                <a:cs typeface="Arial"/>
              </a:rPr>
              <a:t>n</a:t>
            </a:r>
            <a:r>
              <a:rPr dirty="0" sz="700" spc="-5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3</a:t>
            </a:r>
            <a:endParaRPr sz="7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64540" y="5984917"/>
            <a:ext cx="3482975" cy="366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Consumed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Produced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392964" y="5984917"/>
            <a:ext cx="3938270" cy="366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u="heavy" sz="2400" spc="-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While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400" spc="-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Action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Executing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29721" y="6500929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43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92950" y="3515364"/>
            <a:ext cx="43624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819"/>
              </a:lnSpc>
              <a:spcBef>
                <a:spcPts val="100"/>
              </a:spcBef>
            </a:pPr>
            <a:r>
              <a:rPr dirty="0" sz="700" spc="-5">
                <a:latin typeface="Arial MT"/>
                <a:cs typeface="Arial MT"/>
              </a:rPr>
              <a:t>«optional»</a:t>
            </a:r>
            <a:endParaRPr sz="700">
              <a:latin typeface="Arial MT"/>
              <a:cs typeface="Arial MT"/>
            </a:endParaRPr>
          </a:p>
          <a:p>
            <a:pPr algn="ctr" marR="15875">
              <a:lnSpc>
                <a:spcPts val="819"/>
              </a:lnSpc>
            </a:pPr>
            <a:r>
              <a:rPr dirty="0" sz="700" spc="-5" b="1">
                <a:latin typeface="Arial"/>
                <a:cs typeface="Arial"/>
              </a:rPr>
              <a:t>in1</a:t>
            </a:r>
            <a:endParaRPr sz="700">
              <a:latin typeface="Arial"/>
              <a:cs typeface="Arial"/>
            </a:endParaRPr>
          </a:p>
          <a:p>
            <a:pPr algn="ctr" marR="14604">
              <a:lnSpc>
                <a:spcPct val="100000"/>
              </a:lnSpc>
              <a:spcBef>
                <a:spcPts val="155"/>
              </a:spcBef>
            </a:pPr>
            <a:r>
              <a:rPr dirty="0" sz="700" b="1">
                <a:latin typeface="Arial"/>
                <a:cs typeface="Arial"/>
              </a:rPr>
              <a:t>{stream}</a:t>
            </a:r>
            <a:endParaRPr sz="7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86810" y="2917446"/>
            <a:ext cx="436245" cy="32766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dirty="0" sz="700" spc="-5">
                <a:latin typeface="Arial MT"/>
                <a:cs typeface="Arial MT"/>
              </a:rPr>
              <a:t>«optional»</a:t>
            </a:r>
            <a:endParaRPr sz="700">
              <a:latin typeface="Arial MT"/>
              <a:cs typeface="Arial MT"/>
            </a:endParaRPr>
          </a:p>
          <a:p>
            <a:pPr algn="ctr" marL="31750">
              <a:lnSpc>
                <a:spcPct val="100000"/>
              </a:lnSpc>
              <a:spcBef>
                <a:spcPts val="350"/>
              </a:spcBef>
            </a:pPr>
            <a:r>
              <a:rPr dirty="0" sz="700" spc="-5" b="1">
                <a:latin typeface="Arial"/>
                <a:cs typeface="Arial"/>
              </a:rPr>
              <a:t>in1</a:t>
            </a:r>
            <a:endParaRPr sz="7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60596" y="4073144"/>
            <a:ext cx="2393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[else]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79440" y="3125216"/>
            <a:ext cx="2393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[else]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941823" y="3036061"/>
            <a:ext cx="22034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[</a:t>
            </a:r>
            <a:r>
              <a:rPr dirty="0" sz="700" spc="-10">
                <a:latin typeface="Arial MT"/>
                <a:cs typeface="Arial MT"/>
              </a:rPr>
              <a:t>x</a:t>
            </a:r>
            <a:r>
              <a:rPr dirty="0" sz="700" spc="-5">
                <a:latin typeface="Arial MT"/>
                <a:cs typeface="Arial MT"/>
              </a:rPr>
              <a:t>&gt;1</a:t>
            </a:r>
            <a:r>
              <a:rPr dirty="0" sz="700">
                <a:latin typeface="Arial MT"/>
                <a:cs typeface="Arial MT"/>
              </a:rPr>
              <a:t>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187444" y="3288284"/>
            <a:ext cx="22034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[</a:t>
            </a:r>
            <a:r>
              <a:rPr dirty="0" sz="700" spc="-10">
                <a:latin typeface="Arial MT"/>
                <a:cs typeface="Arial MT"/>
              </a:rPr>
              <a:t>y</a:t>
            </a:r>
            <a:r>
              <a:rPr dirty="0" sz="700" spc="-5">
                <a:latin typeface="Arial MT"/>
                <a:cs typeface="Arial MT"/>
              </a:rPr>
              <a:t>&gt;0</a:t>
            </a:r>
            <a:r>
              <a:rPr dirty="0" sz="700">
                <a:latin typeface="Arial MT"/>
                <a:cs typeface="Arial MT"/>
              </a:rPr>
              <a:t>]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85800" y="1114805"/>
            <a:ext cx="7772400" cy="5286375"/>
            <a:chOff x="685800" y="1114805"/>
            <a:chExt cx="7772400" cy="52863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1114805"/>
              <a:ext cx="7772400" cy="44477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6483" y="5676138"/>
              <a:ext cx="5705094" cy="6294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3332" y="5602985"/>
              <a:ext cx="5851397" cy="731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4094" y="6305550"/>
              <a:ext cx="5849874" cy="731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3332" y="5603747"/>
              <a:ext cx="73151" cy="77495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91578" y="5603747"/>
              <a:ext cx="73151" cy="77495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8735" y="5687567"/>
              <a:ext cx="4760976" cy="713232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99794" marR="5080" indent="-64769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</a:t>
            </a:r>
            <a:r>
              <a:rPr dirty="0" spc="-40"/>
              <a:t> </a:t>
            </a:r>
            <a:r>
              <a:rPr dirty="0"/>
              <a:t>Water</a:t>
            </a:r>
            <a:r>
              <a:rPr dirty="0" spc="-35"/>
              <a:t> </a:t>
            </a:r>
            <a:r>
              <a:rPr dirty="0"/>
              <a:t>Activity</a:t>
            </a:r>
            <a:r>
              <a:rPr dirty="0" spc="-50"/>
              <a:t> </a:t>
            </a:r>
            <a:r>
              <a:rPr dirty="0"/>
              <a:t>Diagram </a:t>
            </a:r>
            <a:r>
              <a:rPr dirty="0" spc="-765"/>
              <a:t> </a:t>
            </a:r>
            <a:r>
              <a:rPr dirty="0"/>
              <a:t>(Continuous</a:t>
            </a:r>
            <a:r>
              <a:rPr dirty="0" spc="-25"/>
              <a:t> </a:t>
            </a:r>
            <a:r>
              <a:rPr dirty="0"/>
              <a:t>Flow</a:t>
            </a:r>
            <a:r>
              <a:rPr dirty="0" spc="-25"/>
              <a:t> </a:t>
            </a:r>
            <a:r>
              <a:rPr dirty="0"/>
              <a:t>Modeling)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2988" y="5604000"/>
            <a:ext cx="47523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1170" marR="5080" indent="-45910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Continuous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Flow Is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Representative </a:t>
            </a:r>
            <a:r>
              <a:rPr dirty="0" sz="2400" spc="-6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Many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Physical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Processes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37831" y="5029200"/>
            <a:ext cx="299085" cy="200025"/>
          </a:xfrm>
          <a:custGeom>
            <a:avLst/>
            <a:gdLst/>
            <a:ahLst/>
            <a:cxnLst/>
            <a:rect l="l" t="t" r="r" b="b"/>
            <a:pathLst>
              <a:path w="299084" h="200025">
                <a:moveTo>
                  <a:pt x="84582" y="10668"/>
                </a:moveTo>
                <a:lnTo>
                  <a:pt x="0" y="0"/>
                </a:lnTo>
                <a:lnTo>
                  <a:pt x="42672" y="73914"/>
                </a:lnTo>
                <a:lnTo>
                  <a:pt x="49530" y="63564"/>
                </a:lnTo>
                <a:lnTo>
                  <a:pt x="49530" y="40386"/>
                </a:lnTo>
                <a:lnTo>
                  <a:pt x="56388" y="29718"/>
                </a:lnTo>
                <a:lnTo>
                  <a:pt x="67234" y="36846"/>
                </a:lnTo>
                <a:lnTo>
                  <a:pt x="84582" y="10668"/>
                </a:lnTo>
                <a:close/>
              </a:path>
              <a:path w="299084" h="200025">
                <a:moveTo>
                  <a:pt x="67234" y="36846"/>
                </a:moveTo>
                <a:lnTo>
                  <a:pt x="56388" y="29718"/>
                </a:lnTo>
                <a:lnTo>
                  <a:pt x="49530" y="40386"/>
                </a:lnTo>
                <a:lnTo>
                  <a:pt x="60229" y="47418"/>
                </a:lnTo>
                <a:lnTo>
                  <a:pt x="67234" y="36846"/>
                </a:lnTo>
                <a:close/>
              </a:path>
              <a:path w="299084" h="200025">
                <a:moveTo>
                  <a:pt x="60229" y="47418"/>
                </a:moveTo>
                <a:lnTo>
                  <a:pt x="49530" y="40386"/>
                </a:lnTo>
                <a:lnTo>
                  <a:pt x="49530" y="63564"/>
                </a:lnTo>
                <a:lnTo>
                  <a:pt x="60229" y="47418"/>
                </a:lnTo>
                <a:close/>
              </a:path>
              <a:path w="299084" h="200025">
                <a:moveTo>
                  <a:pt x="298704" y="188976"/>
                </a:moveTo>
                <a:lnTo>
                  <a:pt x="67234" y="36846"/>
                </a:lnTo>
                <a:lnTo>
                  <a:pt x="60229" y="47418"/>
                </a:lnTo>
                <a:lnTo>
                  <a:pt x="291846" y="199644"/>
                </a:lnTo>
                <a:lnTo>
                  <a:pt x="298704" y="18897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900926" y="5114035"/>
            <a:ext cx="9639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9390" marR="5080" indent="-187325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Interruptible  </a:t>
            </a: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Region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16161" y="1908047"/>
            <a:ext cx="3573145" cy="3247390"/>
          </a:xfrm>
          <a:custGeom>
            <a:avLst/>
            <a:gdLst/>
            <a:ahLst/>
            <a:cxnLst/>
            <a:rect l="l" t="t" r="r" b="b"/>
            <a:pathLst>
              <a:path w="3573145" h="3247390">
                <a:moveTo>
                  <a:pt x="198882" y="2948190"/>
                </a:moveTo>
                <a:lnTo>
                  <a:pt x="124968" y="2991624"/>
                </a:lnTo>
                <a:lnTo>
                  <a:pt x="151384" y="3008592"/>
                </a:lnTo>
                <a:lnTo>
                  <a:pt x="0" y="3240036"/>
                </a:lnTo>
                <a:lnTo>
                  <a:pt x="10668" y="3246894"/>
                </a:lnTo>
                <a:lnTo>
                  <a:pt x="162382" y="3015665"/>
                </a:lnTo>
                <a:lnTo>
                  <a:pt x="169164" y="3020034"/>
                </a:lnTo>
                <a:lnTo>
                  <a:pt x="188976" y="3032772"/>
                </a:lnTo>
                <a:lnTo>
                  <a:pt x="198882" y="2948190"/>
                </a:lnTo>
                <a:close/>
              </a:path>
              <a:path w="3573145" h="3247390">
                <a:moveTo>
                  <a:pt x="3573030" y="6858"/>
                </a:moveTo>
                <a:lnTo>
                  <a:pt x="3562362" y="0"/>
                </a:lnTo>
                <a:lnTo>
                  <a:pt x="3291967" y="424903"/>
                </a:lnTo>
                <a:lnTo>
                  <a:pt x="3265182" y="407670"/>
                </a:lnTo>
                <a:lnTo>
                  <a:pt x="3256038" y="492252"/>
                </a:lnTo>
                <a:lnTo>
                  <a:pt x="3284994" y="475068"/>
                </a:lnTo>
                <a:lnTo>
                  <a:pt x="3329190" y="448818"/>
                </a:lnTo>
                <a:lnTo>
                  <a:pt x="3302635" y="431761"/>
                </a:lnTo>
                <a:lnTo>
                  <a:pt x="3573030" y="685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08301" y="1406906"/>
            <a:ext cx="24117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7970" marR="5080" indent="-255904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Actions are enabled by default </a:t>
            </a:r>
            <a:r>
              <a:rPr dirty="0" sz="1400" spc="-37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when</a:t>
            </a:r>
            <a:r>
              <a:rPr dirty="0" sz="1400" spc="-2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activity</a:t>
            </a:r>
            <a:r>
              <a:rPr dirty="0" sz="1400" spc="-2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is</a:t>
            </a:r>
            <a:r>
              <a:rPr dirty="0" sz="1400" spc="-1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enabled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55121" y="6500929"/>
            <a:ext cx="2235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44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2803" y="5020309"/>
            <a:ext cx="19653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8034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Accept Event Action </a:t>
            </a:r>
            <a:r>
              <a:rPr dirty="0" sz="140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Will</a:t>
            </a:r>
            <a:r>
              <a:rPr dirty="0" sz="1400" spc="-4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3300"/>
                </a:solidFill>
                <a:latin typeface="Arial MT"/>
                <a:cs typeface="Arial MT"/>
              </a:rPr>
              <a:t>Terminate</a:t>
            </a:r>
            <a:r>
              <a:rPr dirty="0" sz="1400" spc="-4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Execution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8800" y="1132585"/>
            <a:ext cx="241427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solidFill>
                  <a:srgbClr val="33339A"/>
                </a:solidFill>
                <a:latin typeface="Arial MT"/>
                <a:cs typeface="Arial MT"/>
              </a:rPr>
              <a:t>Continuous</a:t>
            </a:r>
            <a:r>
              <a:rPr dirty="0" sz="1400" spc="-3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33339A"/>
                </a:solidFill>
                <a:latin typeface="Arial MT"/>
                <a:cs typeface="Arial MT"/>
              </a:rPr>
              <a:t>flow means</a:t>
            </a:r>
            <a:r>
              <a:rPr dirty="0" sz="1400" spc="-9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dirty="0" sz="1400" spc="-110">
                <a:solidFill>
                  <a:srgbClr val="33339A"/>
                </a:solidFill>
                <a:latin typeface="Arial MT"/>
                <a:cs typeface="Arial MT"/>
              </a:rPr>
              <a:t>ΔTime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8800" y="1238953"/>
            <a:ext cx="263652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9275" marR="5080" indent="-537210">
              <a:lnSpc>
                <a:spcPct val="150000"/>
              </a:lnSpc>
              <a:spcBef>
                <a:spcPts val="100"/>
              </a:spcBef>
            </a:pPr>
            <a:r>
              <a:rPr dirty="0" sz="1400" spc="-5">
                <a:solidFill>
                  <a:srgbClr val="33339A"/>
                </a:solidFill>
                <a:latin typeface="Arial MT"/>
                <a:cs typeface="Arial MT"/>
              </a:rPr>
              <a:t>between</a:t>
            </a:r>
            <a:r>
              <a:rPr dirty="0" sz="1400" spc="-25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33339A"/>
                </a:solidFill>
                <a:latin typeface="Arial MT"/>
                <a:cs typeface="Arial MT"/>
              </a:rPr>
              <a:t>tokens</a:t>
            </a:r>
            <a:r>
              <a:rPr dirty="0" sz="1400" spc="-25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33339A"/>
                </a:solidFill>
                <a:latin typeface="Arial MT"/>
                <a:cs typeface="Arial MT"/>
              </a:rPr>
              <a:t>approaches</a:t>
            </a:r>
            <a:r>
              <a:rPr dirty="0" sz="1400" spc="-20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33339A"/>
                </a:solidFill>
                <a:latin typeface="Arial MT"/>
                <a:cs typeface="Arial MT"/>
              </a:rPr>
              <a:t>zero </a:t>
            </a:r>
            <a:r>
              <a:rPr dirty="0" sz="1400" spc="-375">
                <a:solidFill>
                  <a:srgbClr val="33339A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Continuous</a:t>
            </a:r>
            <a:r>
              <a:rPr dirty="0" sz="1400" spc="-3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FF3300"/>
                </a:solidFill>
                <a:latin typeface="Arial MT"/>
                <a:cs typeface="Arial MT"/>
              </a:rPr>
              <a:t>Flow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37714" y="412495"/>
            <a:ext cx="376491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35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/>
              <a:t>Operate</a:t>
            </a:r>
            <a:r>
              <a:rPr dirty="0" spc="-35"/>
              <a:t> </a:t>
            </a:r>
            <a:r>
              <a:rPr dirty="0"/>
              <a:t>Car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31289" y="1058671"/>
            <a:ext cx="7626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act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spc="-5">
                <a:latin typeface="Arial MT"/>
                <a:cs typeface="Arial MT"/>
              </a:rPr>
              <a:t>Operate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Car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21735" y="1435608"/>
            <a:ext cx="3157220" cy="3792854"/>
            <a:chOff x="3221735" y="1435608"/>
            <a:chExt cx="3157220" cy="3792854"/>
          </a:xfrm>
        </p:grpSpPr>
        <p:sp>
          <p:nvSpPr>
            <p:cNvPr id="6" name="object 6"/>
            <p:cNvSpPr/>
            <p:nvPr/>
          </p:nvSpPr>
          <p:spPr>
            <a:xfrm>
              <a:off x="3221735" y="1435608"/>
              <a:ext cx="3157220" cy="3792854"/>
            </a:xfrm>
            <a:custGeom>
              <a:avLst/>
              <a:gdLst/>
              <a:ahLst/>
              <a:cxnLst/>
              <a:rect l="l" t="t" r="r" b="b"/>
              <a:pathLst>
                <a:path w="3157220" h="3792854">
                  <a:moveTo>
                    <a:pt x="9906" y="76962"/>
                  </a:moveTo>
                  <a:lnTo>
                    <a:pt x="1524" y="72390"/>
                  </a:lnTo>
                  <a:lnTo>
                    <a:pt x="0" y="75438"/>
                  </a:lnTo>
                  <a:lnTo>
                    <a:pt x="4191" y="77724"/>
                  </a:lnTo>
                  <a:lnTo>
                    <a:pt x="9144" y="77724"/>
                  </a:lnTo>
                  <a:lnTo>
                    <a:pt x="9144" y="78486"/>
                  </a:lnTo>
                  <a:lnTo>
                    <a:pt x="9906" y="76962"/>
                  </a:lnTo>
                  <a:close/>
                </a:path>
                <a:path w="3157220" h="3792854">
                  <a:moveTo>
                    <a:pt x="9144" y="115824"/>
                  </a:moveTo>
                  <a:lnTo>
                    <a:pt x="9144" y="78486"/>
                  </a:lnTo>
                  <a:lnTo>
                    <a:pt x="8382" y="80010"/>
                  </a:lnTo>
                  <a:lnTo>
                    <a:pt x="4191" y="77724"/>
                  </a:lnTo>
                  <a:lnTo>
                    <a:pt x="0" y="77724"/>
                  </a:lnTo>
                  <a:lnTo>
                    <a:pt x="0" y="115824"/>
                  </a:lnTo>
                  <a:lnTo>
                    <a:pt x="9144" y="115824"/>
                  </a:lnTo>
                  <a:close/>
                </a:path>
                <a:path w="3157220" h="3792854">
                  <a:moveTo>
                    <a:pt x="9144" y="78486"/>
                  </a:moveTo>
                  <a:lnTo>
                    <a:pt x="9144" y="77724"/>
                  </a:lnTo>
                  <a:lnTo>
                    <a:pt x="4191" y="77724"/>
                  </a:lnTo>
                  <a:lnTo>
                    <a:pt x="8382" y="80010"/>
                  </a:lnTo>
                  <a:lnTo>
                    <a:pt x="9144" y="78486"/>
                  </a:lnTo>
                  <a:close/>
                </a:path>
                <a:path w="3157220" h="3792854">
                  <a:moveTo>
                    <a:pt x="9144" y="182880"/>
                  </a:moveTo>
                  <a:lnTo>
                    <a:pt x="9144" y="144780"/>
                  </a:lnTo>
                  <a:lnTo>
                    <a:pt x="0" y="144780"/>
                  </a:lnTo>
                  <a:lnTo>
                    <a:pt x="0" y="182880"/>
                  </a:lnTo>
                  <a:lnTo>
                    <a:pt x="9144" y="182880"/>
                  </a:lnTo>
                  <a:close/>
                </a:path>
                <a:path w="3157220" h="3792854">
                  <a:moveTo>
                    <a:pt x="9144" y="249174"/>
                  </a:moveTo>
                  <a:lnTo>
                    <a:pt x="9144" y="211074"/>
                  </a:lnTo>
                  <a:lnTo>
                    <a:pt x="0" y="211074"/>
                  </a:lnTo>
                  <a:lnTo>
                    <a:pt x="0" y="249174"/>
                  </a:lnTo>
                  <a:lnTo>
                    <a:pt x="9144" y="249174"/>
                  </a:lnTo>
                  <a:close/>
                </a:path>
                <a:path w="3157220" h="3792854">
                  <a:moveTo>
                    <a:pt x="9144" y="316230"/>
                  </a:moveTo>
                  <a:lnTo>
                    <a:pt x="9144" y="278130"/>
                  </a:lnTo>
                  <a:lnTo>
                    <a:pt x="0" y="278130"/>
                  </a:lnTo>
                  <a:lnTo>
                    <a:pt x="0" y="316230"/>
                  </a:lnTo>
                  <a:lnTo>
                    <a:pt x="9144" y="316230"/>
                  </a:lnTo>
                  <a:close/>
                </a:path>
                <a:path w="3157220" h="3792854">
                  <a:moveTo>
                    <a:pt x="9144" y="382524"/>
                  </a:moveTo>
                  <a:lnTo>
                    <a:pt x="9144" y="344424"/>
                  </a:lnTo>
                  <a:lnTo>
                    <a:pt x="0" y="344424"/>
                  </a:lnTo>
                  <a:lnTo>
                    <a:pt x="0" y="382524"/>
                  </a:lnTo>
                  <a:lnTo>
                    <a:pt x="9144" y="382524"/>
                  </a:lnTo>
                  <a:close/>
                </a:path>
                <a:path w="3157220" h="3792854">
                  <a:moveTo>
                    <a:pt x="9144" y="449580"/>
                  </a:moveTo>
                  <a:lnTo>
                    <a:pt x="9144" y="411480"/>
                  </a:lnTo>
                  <a:lnTo>
                    <a:pt x="0" y="411480"/>
                  </a:lnTo>
                  <a:lnTo>
                    <a:pt x="0" y="449580"/>
                  </a:lnTo>
                  <a:lnTo>
                    <a:pt x="9144" y="449580"/>
                  </a:lnTo>
                  <a:close/>
                </a:path>
                <a:path w="3157220" h="3792854">
                  <a:moveTo>
                    <a:pt x="9144" y="515874"/>
                  </a:moveTo>
                  <a:lnTo>
                    <a:pt x="9144" y="477774"/>
                  </a:lnTo>
                  <a:lnTo>
                    <a:pt x="0" y="477774"/>
                  </a:lnTo>
                  <a:lnTo>
                    <a:pt x="0" y="515874"/>
                  </a:lnTo>
                  <a:lnTo>
                    <a:pt x="9144" y="515874"/>
                  </a:lnTo>
                  <a:close/>
                </a:path>
                <a:path w="3157220" h="3792854">
                  <a:moveTo>
                    <a:pt x="9144" y="582930"/>
                  </a:moveTo>
                  <a:lnTo>
                    <a:pt x="9144" y="544830"/>
                  </a:lnTo>
                  <a:lnTo>
                    <a:pt x="0" y="544830"/>
                  </a:lnTo>
                  <a:lnTo>
                    <a:pt x="0" y="582930"/>
                  </a:lnTo>
                  <a:lnTo>
                    <a:pt x="9144" y="582930"/>
                  </a:lnTo>
                  <a:close/>
                </a:path>
                <a:path w="3157220" h="3792854">
                  <a:moveTo>
                    <a:pt x="9144" y="649224"/>
                  </a:moveTo>
                  <a:lnTo>
                    <a:pt x="9144" y="611124"/>
                  </a:lnTo>
                  <a:lnTo>
                    <a:pt x="0" y="611124"/>
                  </a:lnTo>
                  <a:lnTo>
                    <a:pt x="0" y="649224"/>
                  </a:lnTo>
                  <a:lnTo>
                    <a:pt x="9144" y="649224"/>
                  </a:lnTo>
                  <a:close/>
                </a:path>
                <a:path w="3157220" h="3792854">
                  <a:moveTo>
                    <a:pt x="9144" y="716280"/>
                  </a:moveTo>
                  <a:lnTo>
                    <a:pt x="9144" y="678180"/>
                  </a:lnTo>
                  <a:lnTo>
                    <a:pt x="0" y="678180"/>
                  </a:lnTo>
                  <a:lnTo>
                    <a:pt x="0" y="716280"/>
                  </a:lnTo>
                  <a:lnTo>
                    <a:pt x="9144" y="716280"/>
                  </a:lnTo>
                  <a:close/>
                </a:path>
                <a:path w="3157220" h="3792854">
                  <a:moveTo>
                    <a:pt x="9144" y="782574"/>
                  </a:moveTo>
                  <a:lnTo>
                    <a:pt x="9144" y="744474"/>
                  </a:lnTo>
                  <a:lnTo>
                    <a:pt x="0" y="744474"/>
                  </a:lnTo>
                  <a:lnTo>
                    <a:pt x="0" y="782574"/>
                  </a:lnTo>
                  <a:lnTo>
                    <a:pt x="9144" y="782574"/>
                  </a:lnTo>
                  <a:close/>
                </a:path>
                <a:path w="3157220" h="3792854">
                  <a:moveTo>
                    <a:pt x="9144" y="849630"/>
                  </a:moveTo>
                  <a:lnTo>
                    <a:pt x="9144" y="811530"/>
                  </a:lnTo>
                  <a:lnTo>
                    <a:pt x="0" y="811530"/>
                  </a:lnTo>
                  <a:lnTo>
                    <a:pt x="0" y="849630"/>
                  </a:lnTo>
                  <a:lnTo>
                    <a:pt x="9144" y="849630"/>
                  </a:lnTo>
                  <a:close/>
                </a:path>
                <a:path w="3157220" h="3792854">
                  <a:moveTo>
                    <a:pt x="9144" y="915924"/>
                  </a:moveTo>
                  <a:lnTo>
                    <a:pt x="9144" y="877824"/>
                  </a:lnTo>
                  <a:lnTo>
                    <a:pt x="0" y="877824"/>
                  </a:lnTo>
                  <a:lnTo>
                    <a:pt x="0" y="915924"/>
                  </a:lnTo>
                  <a:lnTo>
                    <a:pt x="9144" y="915924"/>
                  </a:lnTo>
                  <a:close/>
                </a:path>
                <a:path w="3157220" h="3792854">
                  <a:moveTo>
                    <a:pt x="9144" y="982980"/>
                  </a:moveTo>
                  <a:lnTo>
                    <a:pt x="9144" y="944880"/>
                  </a:lnTo>
                  <a:lnTo>
                    <a:pt x="0" y="944880"/>
                  </a:lnTo>
                  <a:lnTo>
                    <a:pt x="0" y="982980"/>
                  </a:lnTo>
                  <a:lnTo>
                    <a:pt x="9144" y="982980"/>
                  </a:lnTo>
                  <a:close/>
                </a:path>
                <a:path w="3157220" h="3792854">
                  <a:moveTo>
                    <a:pt x="9144" y="1049274"/>
                  </a:moveTo>
                  <a:lnTo>
                    <a:pt x="9144" y="1011174"/>
                  </a:lnTo>
                  <a:lnTo>
                    <a:pt x="0" y="1011174"/>
                  </a:lnTo>
                  <a:lnTo>
                    <a:pt x="0" y="1049274"/>
                  </a:lnTo>
                  <a:lnTo>
                    <a:pt x="9144" y="1049274"/>
                  </a:lnTo>
                  <a:close/>
                </a:path>
                <a:path w="3157220" h="3792854">
                  <a:moveTo>
                    <a:pt x="9144" y="1116330"/>
                  </a:moveTo>
                  <a:lnTo>
                    <a:pt x="9144" y="1078230"/>
                  </a:lnTo>
                  <a:lnTo>
                    <a:pt x="0" y="1078230"/>
                  </a:lnTo>
                  <a:lnTo>
                    <a:pt x="0" y="1116330"/>
                  </a:lnTo>
                  <a:lnTo>
                    <a:pt x="9144" y="1116330"/>
                  </a:lnTo>
                  <a:close/>
                </a:path>
                <a:path w="3157220" h="3792854">
                  <a:moveTo>
                    <a:pt x="9144" y="1182624"/>
                  </a:moveTo>
                  <a:lnTo>
                    <a:pt x="9144" y="1144524"/>
                  </a:lnTo>
                  <a:lnTo>
                    <a:pt x="0" y="1144524"/>
                  </a:lnTo>
                  <a:lnTo>
                    <a:pt x="0" y="1182624"/>
                  </a:lnTo>
                  <a:lnTo>
                    <a:pt x="9144" y="1182624"/>
                  </a:lnTo>
                  <a:close/>
                </a:path>
                <a:path w="3157220" h="3792854">
                  <a:moveTo>
                    <a:pt x="9144" y="1249680"/>
                  </a:moveTo>
                  <a:lnTo>
                    <a:pt x="9144" y="1211580"/>
                  </a:lnTo>
                  <a:lnTo>
                    <a:pt x="0" y="1211580"/>
                  </a:lnTo>
                  <a:lnTo>
                    <a:pt x="0" y="1249680"/>
                  </a:lnTo>
                  <a:lnTo>
                    <a:pt x="9144" y="1249680"/>
                  </a:lnTo>
                  <a:close/>
                </a:path>
                <a:path w="3157220" h="3792854">
                  <a:moveTo>
                    <a:pt x="9144" y="1315974"/>
                  </a:moveTo>
                  <a:lnTo>
                    <a:pt x="9144" y="1277874"/>
                  </a:lnTo>
                  <a:lnTo>
                    <a:pt x="0" y="1277874"/>
                  </a:lnTo>
                  <a:lnTo>
                    <a:pt x="0" y="1315974"/>
                  </a:lnTo>
                  <a:lnTo>
                    <a:pt x="9144" y="1315974"/>
                  </a:lnTo>
                  <a:close/>
                </a:path>
                <a:path w="3157220" h="3792854">
                  <a:moveTo>
                    <a:pt x="9144" y="1383030"/>
                  </a:moveTo>
                  <a:lnTo>
                    <a:pt x="9144" y="1344930"/>
                  </a:lnTo>
                  <a:lnTo>
                    <a:pt x="0" y="1344930"/>
                  </a:lnTo>
                  <a:lnTo>
                    <a:pt x="0" y="1383030"/>
                  </a:lnTo>
                  <a:lnTo>
                    <a:pt x="9144" y="1383030"/>
                  </a:lnTo>
                  <a:close/>
                </a:path>
                <a:path w="3157220" h="3792854">
                  <a:moveTo>
                    <a:pt x="9144" y="1449324"/>
                  </a:moveTo>
                  <a:lnTo>
                    <a:pt x="9144" y="1411224"/>
                  </a:lnTo>
                  <a:lnTo>
                    <a:pt x="0" y="1411224"/>
                  </a:lnTo>
                  <a:lnTo>
                    <a:pt x="0" y="1449324"/>
                  </a:lnTo>
                  <a:lnTo>
                    <a:pt x="9144" y="1449324"/>
                  </a:lnTo>
                  <a:close/>
                </a:path>
                <a:path w="3157220" h="3792854">
                  <a:moveTo>
                    <a:pt x="9144" y="1516380"/>
                  </a:moveTo>
                  <a:lnTo>
                    <a:pt x="9144" y="1478280"/>
                  </a:lnTo>
                  <a:lnTo>
                    <a:pt x="0" y="1478280"/>
                  </a:lnTo>
                  <a:lnTo>
                    <a:pt x="0" y="1516380"/>
                  </a:lnTo>
                  <a:lnTo>
                    <a:pt x="9144" y="1516380"/>
                  </a:lnTo>
                  <a:close/>
                </a:path>
                <a:path w="3157220" h="3792854">
                  <a:moveTo>
                    <a:pt x="9144" y="1582674"/>
                  </a:moveTo>
                  <a:lnTo>
                    <a:pt x="9144" y="1544574"/>
                  </a:lnTo>
                  <a:lnTo>
                    <a:pt x="0" y="1544574"/>
                  </a:lnTo>
                  <a:lnTo>
                    <a:pt x="0" y="1582674"/>
                  </a:lnTo>
                  <a:lnTo>
                    <a:pt x="9144" y="1582674"/>
                  </a:lnTo>
                  <a:close/>
                </a:path>
                <a:path w="3157220" h="3792854">
                  <a:moveTo>
                    <a:pt x="9144" y="1649730"/>
                  </a:moveTo>
                  <a:lnTo>
                    <a:pt x="9144" y="1611630"/>
                  </a:lnTo>
                  <a:lnTo>
                    <a:pt x="0" y="1611630"/>
                  </a:lnTo>
                  <a:lnTo>
                    <a:pt x="0" y="1649730"/>
                  </a:lnTo>
                  <a:lnTo>
                    <a:pt x="9144" y="1649730"/>
                  </a:lnTo>
                  <a:close/>
                </a:path>
                <a:path w="3157220" h="3792854">
                  <a:moveTo>
                    <a:pt x="9144" y="1716024"/>
                  </a:moveTo>
                  <a:lnTo>
                    <a:pt x="9144" y="1677924"/>
                  </a:lnTo>
                  <a:lnTo>
                    <a:pt x="0" y="1677924"/>
                  </a:lnTo>
                  <a:lnTo>
                    <a:pt x="0" y="1716024"/>
                  </a:lnTo>
                  <a:lnTo>
                    <a:pt x="9144" y="1716024"/>
                  </a:lnTo>
                  <a:close/>
                </a:path>
                <a:path w="3157220" h="3792854">
                  <a:moveTo>
                    <a:pt x="9144" y="1783080"/>
                  </a:moveTo>
                  <a:lnTo>
                    <a:pt x="9144" y="1744980"/>
                  </a:lnTo>
                  <a:lnTo>
                    <a:pt x="0" y="1744980"/>
                  </a:lnTo>
                  <a:lnTo>
                    <a:pt x="0" y="1783080"/>
                  </a:lnTo>
                  <a:lnTo>
                    <a:pt x="9144" y="1783080"/>
                  </a:lnTo>
                  <a:close/>
                </a:path>
                <a:path w="3157220" h="3792854">
                  <a:moveTo>
                    <a:pt x="9144" y="1849374"/>
                  </a:moveTo>
                  <a:lnTo>
                    <a:pt x="9144" y="1811274"/>
                  </a:lnTo>
                  <a:lnTo>
                    <a:pt x="0" y="1811274"/>
                  </a:lnTo>
                  <a:lnTo>
                    <a:pt x="0" y="1849374"/>
                  </a:lnTo>
                  <a:lnTo>
                    <a:pt x="9144" y="1849374"/>
                  </a:lnTo>
                  <a:close/>
                </a:path>
                <a:path w="3157220" h="3792854">
                  <a:moveTo>
                    <a:pt x="9144" y="1916430"/>
                  </a:moveTo>
                  <a:lnTo>
                    <a:pt x="9144" y="1878330"/>
                  </a:lnTo>
                  <a:lnTo>
                    <a:pt x="0" y="1878330"/>
                  </a:lnTo>
                  <a:lnTo>
                    <a:pt x="0" y="1916430"/>
                  </a:lnTo>
                  <a:lnTo>
                    <a:pt x="9144" y="1916430"/>
                  </a:lnTo>
                  <a:close/>
                </a:path>
                <a:path w="3157220" h="3792854">
                  <a:moveTo>
                    <a:pt x="9144" y="1982724"/>
                  </a:moveTo>
                  <a:lnTo>
                    <a:pt x="9144" y="1944624"/>
                  </a:lnTo>
                  <a:lnTo>
                    <a:pt x="0" y="1944624"/>
                  </a:lnTo>
                  <a:lnTo>
                    <a:pt x="0" y="1982724"/>
                  </a:lnTo>
                  <a:lnTo>
                    <a:pt x="9144" y="1982724"/>
                  </a:lnTo>
                  <a:close/>
                </a:path>
                <a:path w="3157220" h="3792854">
                  <a:moveTo>
                    <a:pt x="9144" y="2049780"/>
                  </a:moveTo>
                  <a:lnTo>
                    <a:pt x="9144" y="2011680"/>
                  </a:lnTo>
                  <a:lnTo>
                    <a:pt x="0" y="2011680"/>
                  </a:lnTo>
                  <a:lnTo>
                    <a:pt x="0" y="2049780"/>
                  </a:lnTo>
                  <a:lnTo>
                    <a:pt x="9144" y="2049780"/>
                  </a:lnTo>
                  <a:close/>
                </a:path>
                <a:path w="3157220" h="3792854">
                  <a:moveTo>
                    <a:pt x="9144" y="2116074"/>
                  </a:moveTo>
                  <a:lnTo>
                    <a:pt x="9144" y="2077974"/>
                  </a:lnTo>
                  <a:lnTo>
                    <a:pt x="0" y="2077974"/>
                  </a:lnTo>
                  <a:lnTo>
                    <a:pt x="0" y="2116074"/>
                  </a:lnTo>
                  <a:lnTo>
                    <a:pt x="9144" y="2116074"/>
                  </a:lnTo>
                  <a:close/>
                </a:path>
                <a:path w="3157220" h="3792854">
                  <a:moveTo>
                    <a:pt x="9144" y="2183130"/>
                  </a:moveTo>
                  <a:lnTo>
                    <a:pt x="9144" y="2145030"/>
                  </a:lnTo>
                  <a:lnTo>
                    <a:pt x="0" y="2145030"/>
                  </a:lnTo>
                  <a:lnTo>
                    <a:pt x="0" y="2183130"/>
                  </a:lnTo>
                  <a:lnTo>
                    <a:pt x="9144" y="2183130"/>
                  </a:lnTo>
                  <a:close/>
                </a:path>
                <a:path w="3157220" h="3792854">
                  <a:moveTo>
                    <a:pt x="9144" y="2249424"/>
                  </a:moveTo>
                  <a:lnTo>
                    <a:pt x="9144" y="2211324"/>
                  </a:lnTo>
                  <a:lnTo>
                    <a:pt x="0" y="2211324"/>
                  </a:lnTo>
                  <a:lnTo>
                    <a:pt x="0" y="2249424"/>
                  </a:lnTo>
                  <a:lnTo>
                    <a:pt x="9144" y="2249424"/>
                  </a:lnTo>
                  <a:close/>
                </a:path>
                <a:path w="3157220" h="3792854">
                  <a:moveTo>
                    <a:pt x="9144" y="2316480"/>
                  </a:moveTo>
                  <a:lnTo>
                    <a:pt x="9144" y="2278380"/>
                  </a:lnTo>
                  <a:lnTo>
                    <a:pt x="0" y="2278380"/>
                  </a:lnTo>
                  <a:lnTo>
                    <a:pt x="0" y="2316480"/>
                  </a:lnTo>
                  <a:lnTo>
                    <a:pt x="9144" y="2316480"/>
                  </a:lnTo>
                  <a:close/>
                </a:path>
                <a:path w="3157220" h="3792854">
                  <a:moveTo>
                    <a:pt x="9144" y="2382774"/>
                  </a:moveTo>
                  <a:lnTo>
                    <a:pt x="9144" y="2344674"/>
                  </a:lnTo>
                  <a:lnTo>
                    <a:pt x="0" y="2344674"/>
                  </a:lnTo>
                  <a:lnTo>
                    <a:pt x="0" y="2382774"/>
                  </a:lnTo>
                  <a:lnTo>
                    <a:pt x="9144" y="2382774"/>
                  </a:lnTo>
                  <a:close/>
                </a:path>
                <a:path w="3157220" h="3792854">
                  <a:moveTo>
                    <a:pt x="9144" y="2449830"/>
                  </a:moveTo>
                  <a:lnTo>
                    <a:pt x="9144" y="2411730"/>
                  </a:lnTo>
                  <a:lnTo>
                    <a:pt x="0" y="2411730"/>
                  </a:lnTo>
                  <a:lnTo>
                    <a:pt x="0" y="2449830"/>
                  </a:lnTo>
                  <a:lnTo>
                    <a:pt x="9144" y="2449830"/>
                  </a:lnTo>
                  <a:close/>
                </a:path>
                <a:path w="3157220" h="3792854">
                  <a:moveTo>
                    <a:pt x="9144" y="2516124"/>
                  </a:moveTo>
                  <a:lnTo>
                    <a:pt x="9144" y="2478024"/>
                  </a:lnTo>
                  <a:lnTo>
                    <a:pt x="0" y="2478024"/>
                  </a:lnTo>
                  <a:lnTo>
                    <a:pt x="0" y="2516124"/>
                  </a:lnTo>
                  <a:lnTo>
                    <a:pt x="9144" y="2516124"/>
                  </a:lnTo>
                  <a:close/>
                </a:path>
                <a:path w="3157220" h="3792854">
                  <a:moveTo>
                    <a:pt x="9144" y="2583180"/>
                  </a:moveTo>
                  <a:lnTo>
                    <a:pt x="9144" y="2545080"/>
                  </a:lnTo>
                  <a:lnTo>
                    <a:pt x="0" y="2545080"/>
                  </a:lnTo>
                  <a:lnTo>
                    <a:pt x="0" y="2583180"/>
                  </a:lnTo>
                  <a:lnTo>
                    <a:pt x="9144" y="2583180"/>
                  </a:lnTo>
                  <a:close/>
                </a:path>
                <a:path w="3157220" h="3792854">
                  <a:moveTo>
                    <a:pt x="9144" y="2649474"/>
                  </a:moveTo>
                  <a:lnTo>
                    <a:pt x="9144" y="2611374"/>
                  </a:lnTo>
                  <a:lnTo>
                    <a:pt x="0" y="2611374"/>
                  </a:lnTo>
                  <a:lnTo>
                    <a:pt x="0" y="2649474"/>
                  </a:lnTo>
                  <a:lnTo>
                    <a:pt x="9144" y="2649474"/>
                  </a:lnTo>
                  <a:close/>
                </a:path>
                <a:path w="3157220" h="3792854">
                  <a:moveTo>
                    <a:pt x="9144" y="2716530"/>
                  </a:moveTo>
                  <a:lnTo>
                    <a:pt x="9144" y="2678430"/>
                  </a:lnTo>
                  <a:lnTo>
                    <a:pt x="0" y="2678430"/>
                  </a:lnTo>
                  <a:lnTo>
                    <a:pt x="0" y="2716530"/>
                  </a:lnTo>
                  <a:lnTo>
                    <a:pt x="9144" y="2716530"/>
                  </a:lnTo>
                  <a:close/>
                </a:path>
                <a:path w="3157220" h="3792854">
                  <a:moveTo>
                    <a:pt x="9144" y="2782824"/>
                  </a:moveTo>
                  <a:lnTo>
                    <a:pt x="9144" y="2744724"/>
                  </a:lnTo>
                  <a:lnTo>
                    <a:pt x="0" y="2744724"/>
                  </a:lnTo>
                  <a:lnTo>
                    <a:pt x="0" y="2782824"/>
                  </a:lnTo>
                  <a:lnTo>
                    <a:pt x="9144" y="2782824"/>
                  </a:lnTo>
                  <a:close/>
                </a:path>
                <a:path w="3157220" h="3792854">
                  <a:moveTo>
                    <a:pt x="9144" y="2849880"/>
                  </a:moveTo>
                  <a:lnTo>
                    <a:pt x="9144" y="2811780"/>
                  </a:lnTo>
                  <a:lnTo>
                    <a:pt x="0" y="2811780"/>
                  </a:lnTo>
                  <a:lnTo>
                    <a:pt x="0" y="2849880"/>
                  </a:lnTo>
                  <a:lnTo>
                    <a:pt x="9144" y="2849880"/>
                  </a:lnTo>
                  <a:close/>
                </a:path>
                <a:path w="3157220" h="3792854">
                  <a:moveTo>
                    <a:pt x="9144" y="2916174"/>
                  </a:moveTo>
                  <a:lnTo>
                    <a:pt x="9144" y="2878074"/>
                  </a:lnTo>
                  <a:lnTo>
                    <a:pt x="0" y="2878074"/>
                  </a:lnTo>
                  <a:lnTo>
                    <a:pt x="0" y="2916174"/>
                  </a:lnTo>
                  <a:lnTo>
                    <a:pt x="9144" y="2916174"/>
                  </a:lnTo>
                  <a:close/>
                </a:path>
                <a:path w="3157220" h="3792854">
                  <a:moveTo>
                    <a:pt x="9144" y="2983230"/>
                  </a:moveTo>
                  <a:lnTo>
                    <a:pt x="9144" y="2945130"/>
                  </a:lnTo>
                  <a:lnTo>
                    <a:pt x="0" y="2945130"/>
                  </a:lnTo>
                  <a:lnTo>
                    <a:pt x="0" y="2983230"/>
                  </a:lnTo>
                  <a:lnTo>
                    <a:pt x="9144" y="2983230"/>
                  </a:lnTo>
                  <a:close/>
                </a:path>
                <a:path w="3157220" h="3792854">
                  <a:moveTo>
                    <a:pt x="9144" y="3049524"/>
                  </a:moveTo>
                  <a:lnTo>
                    <a:pt x="9144" y="3011424"/>
                  </a:lnTo>
                  <a:lnTo>
                    <a:pt x="0" y="3011424"/>
                  </a:lnTo>
                  <a:lnTo>
                    <a:pt x="0" y="3049524"/>
                  </a:lnTo>
                  <a:lnTo>
                    <a:pt x="9144" y="3049524"/>
                  </a:lnTo>
                  <a:close/>
                </a:path>
                <a:path w="3157220" h="3792854">
                  <a:moveTo>
                    <a:pt x="9144" y="3116580"/>
                  </a:moveTo>
                  <a:lnTo>
                    <a:pt x="9144" y="3078480"/>
                  </a:lnTo>
                  <a:lnTo>
                    <a:pt x="0" y="3078480"/>
                  </a:lnTo>
                  <a:lnTo>
                    <a:pt x="0" y="3116580"/>
                  </a:lnTo>
                  <a:lnTo>
                    <a:pt x="9144" y="3116580"/>
                  </a:lnTo>
                  <a:close/>
                </a:path>
                <a:path w="3157220" h="3792854">
                  <a:moveTo>
                    <a:pt x="9144" y="3182874"/>
                  </a:moveTo>
                  <a:lnTo>
                    <a:pt x="9144" y="3144774"/>
                  </a:lnTo>
                  <a:lnTo>
                    <a:pt x="0" y="3144774"/>
                  </a:lnTo>
                  <a:lnTo>
                    <a:pt x="0" y="3182874"/>
                  </a:lnTo>
                  <a:lnTo>
                    <a:pt x="9144" y="3182874"/>
                  </a:lnTo>
                  <a:close/>
                </a:path>
                <a:path w="3157220" h="3792854">
                  <a:moveTo>
                    <a:pt x="9144" y="3249930"/>
                  </a:moveTo>
                  <a:lnTo>
                    <a:pt x="9144" y="3211830"/>
                  </a:lnTo>
                  <a:lnTo>
                    <a:pt x="0" y="3211830"/>
                  </a:lnTo>
                  <a:lnTo>
                    <a:pt x="0" y="3249930"/>
                  </a:lnTo>
                  <a:lnTo>
                    <a:pt x="9144" y="3249930"/>
                  </a:lnTo>
                  <a:close/>
                </a:path>
                <a:path w="3157220" h="3792854">
                  <a:moveTo>
                    <a:pt x="9144" y="3316224"/>
                  </a:moveTo>
                  <a:lnTo>
                    <a:pt x="9144" y="3278124"/>
                  </a:lnTo>
                  <a:lnTo>
                    <a:pt x="0" y="3278124"/>
                  </a:lnTo>
                  <a:lnTo>
                    <a:pt x="0" y="3316224"/>
                  </a:lnTo>
                  <a:lnTo>
                    <a:pt x="9144" y="3316224"/>
                  </a:lnTo>
                  <a:close/>
                </a:path>
                <a:path w="3157220" h="3792854">
                  <a:moveTo>
                    <a:pt x="9144" y="3383280"/>
                  </a:moveTo>
                  <a:lnTo>
                    <a:pt x="9144" y="3345180"/>
                  </a:lnTo>
                  <a:lnTo>
                    <a:pt x="0" y="3345180"/>
                  </a:lnTo>
                  <a:lnTo>
                    <a:pt x="0" y="3383280"/>
                  </a:lnTo>
                  <a:lnTo>
                    <a:pt x="9144" y="3383280"/>
                  </a:lnTo>
                  <a:close/>
                </a:path>
                <a:path w="3157220" h="3792854">
                  <a:moveTo>
                    <a:pt x="9144" y="3449574"/>
                  </a:moveTo>
                  <a:lnTo>
                    <a:pt x="9144" y="3411474"/>
                  </a:lnTo>
                  <a:lnTo>
                    <a:pt x="0" y="3411474"/>
                  </a:lnTo>
                  <a:lnTo>
                    <a:pt x="0" y="3449574"/>
                  </a:lnTo>
                  <a:lnTo>
                    <a:pt x="9144" y="3449574"/>
                  </a:lnTo>
                  <a:close/>
                </a:path>
                <a:path w="3157220" h="3792854">
                  <a:moveTo>
                    <a:pt x="9144" y="3516630"/>
                  </a:moveTo>
                  <a:lnTo>
                    <a:pt x="9144" y="3478530"/>
                  </a:lnTo>
                  <a:lnTo>
                    <a:pt x="0" y="3478530"/>
                  </a:lnTo>
                  <a:lnTo>
                    <a:pt x="0" y="3516630"/>
                  </a:lnTo>
                  <a:lnTo>
                    <a:pt x="9144" y="3516630"/>
                  </a:lnTo>
                  <a:close/>
                </a:path>
                <a:path w="3157220" h="3792854">
                  <a:moveTo>
                    <a:pt x="9144" y="3582924"/>
                  </a:moveTo>
                  <a:lnTo>
                    <a:pt x="9144" y="3544824"/>
                  </a:lnTo>
                  <a:lnTo>
                    <a:pt x="0" y="3544824"/>
                  </a:lnTo>
                  <a:lnTo>
                    <a:pt x="0" y="3582924"/>
                  </a:lnTo>
                  <a:lnTo>
                    <a:pt x="9144" y="3582924"/>
                  </a:lnTo>
                  <a:close/>
                </a:path>
                <a:path w="3157220" h="3792854">
                  <a:moveTo>
                    <a:pt x="9144" y="3649980"/>
                  </a:moveTo>
                  <a:lnTo>
                    <a:pt x="9144" y="3611880"/>
                  </a:lnTo>
                  <a:lnTo>
                    <a:pt x="0" y="3611880"/>
                  </a:lnTo>
                  <a:lnTo>
                    <a:pt x="0" y="3649980"/>
                  </a:lnTo>
                  <a:lnTo>
                    <a:pt x="9144" y="3649980"/>
                  </a:lnTo>
                  <a:close/>
                </a:path>
                <a:path w="3157220" h="3792854">
                  <a:moveTo>
                    <a:pt x="9144" y="3716274"/>
                  </a:moveTo>
                  <a:lnTo>
                    <a:pt x="9144" y="3678174"/>
                  </a:lnTo>
                  <a:lnTo>
                    <a:pt x="0" y="3678174"/>
                  </a:lnTo>
                  <a:lnTo>
                    <a:pt x="0" y="3718560"/>
                  </a:lnTo>
                  <a:lnTo>
                    <a:pt x="8382" y="3713988"/>
                  </a:lnTo>
                  <a:lnTo>
                    <a:pt x="9144" y="3716274"/>
                  </a:lnTo>
                  <a:close/>
                </a:path>
                <a:path w="3157220" h="3792854">
                  <a:moveTo>
                    <a:pt x="32766" y="3774376"/>
                  </a:moveTo>
                  <a:lnTo>
                    <a:pt x="32766" y="3762756"/>
                  </a:lnTo>
                  <a:lnTo>
                    <a:pt x="32004" y="3761232"/>
                  </a:lnTo>
                  <a:lnTo>
                    <a:pt x="22098" y="3739896"/>
                  </a:lnTo>
                  <a:lnTo>
                    <a:pt x="13716" y="3743706"/>
                  </a:lnTo>
                  <a:lnTo>
                    <a:pt x="24384" y="3766566"/>
                  </a:lnTo>
                  <a:lnTo>
                    <a:pt x="25908" y="3768090"/>
                  </a:lnTo>
                  <a:lnTo>
                    <a:pt x="32766" y="3774376"/>
                  </a:lnTo>
                  <a:close/>
                </a:path>
                <a:path w="3157220" h="3792854">
                  <a:moveTo>
                    <a:pt x="32087" y="3761303"/>
                  </a:moveTo>
                  <a:lnTo>
                    <a:pt x="32004" y="3761123"/>
                  </a:lnTo>
                  <a:lnTo>
                    <a:pt x="32087" y="3761303"/>
                  </a:lnTo>
                  <a:close/>
                </a:path>
                <a:path w="3157220" h="3792854">
                  <a:moveTo>
                    <a:pt x="32766" y="3762756"/>
                  </a:moveTo>
                  <a:lnTo>
                    <a:pt x="32087" y="3761303"/>
                  </a:lnTo>
                  <a:lnTo>
                    <a:pt x="32766" y="3762756"/>
                  </a:lnTo>
                  <a:close/>
                </a:path>
                <a:path w="3157220" h="3792854">
                  <a:moveTo>
                    <a:pt x="41910" y="3769614"/>
                  </a:moveTo>
                  <a:lnTo>
                    <a:pt x="32087" y="3761303"/>
                  </a:lnTo>
                  <a:lnTo>
                    <a:pt x="32766" y="3762756"/>
                  </a:lnTo>
                  <a:lnTo>
                    <a:pt x="32766" y="3774376"/>
                  </a:lnTo>
                  <a:lnTo>
                    <a:pt x="35052" y="3776472"/>
                  </a:lnTo>
                  <a:lnTo>
                    <a:pt x="41910" y="3769614"/>
                  </a:lnTo>
                  <a:close/>
                </a:path>
                <a:path w="3157220" h="3792854">
                  <a:moveTo>
                    <a:pt x="99822" y="3792474"/>
                  </a:moveTo>
                  <a:lnTo>
                    <a:pt x="99822" y="3782568"/>
                  </a:lnTo>
                  <a:lnTo>
                    <a:pt x="61722" y="3782568"/>
                  </a:lnTo>
                  <a:lnTo>
                    <a:pt x="61722" y="3792474"/>
                  </a:lnTo>
                  <a:lnTo>
                    <a:pt x="99822" y="3792474"/>
                  </a:lnTo>
                  <a:close/>
                </a:path>
                <a:path w="3157220" h="3792854">
                  <a:moveTo>
                    <a:pt x="166116" y="3792474"/>
                  </a:moveTo>
                  <a:lnTo>
                    <a:pt x="166116" y="3782568"/>
                  </a:lnTo>
                  <a:lnTo>
                    <a:pt x="128016" y="3782568"/>
                  </a:lnTo>
                  <a:lnTo>
                    <a:pt x="128016" y="3792474"/>
                  </a:lnTo>
                  <a:lnTo>
                    <a:pt x="166116" y="3792474"/>
                  </a:lnTo>
                  <a:close/>
                </a:path>
                <a:path w="3157220" h="3792854">
                  <a:moveTo>
                    <a:pt x="233172" y="3792474"/>
                  </a:moveTo>
                  <a:lnTo>
                    <a:pt x="233172" y="3782568"/>
                  </a:lnTo>
                  <a:lnTo>
                    <a:pt x="195072" y="3782568"/>
                  </a:lnTo>
                  <a:lnTo>
                    <a:pt x="195072" y="3792474"/>
                  </a:lnTo>
                  <a:lnTo>
                    <a:pt x="233172" y="3792474"/>
                  </a:lnTo>
                  <a:close/>
                </a:path>
                <a:path w="3157220" h="3792854">
                  <a:moveTo>
                    <a:pt x="299466" y="3792474"/>
                  </a:moveTo>
                  <a:lnTo>
                    <a:pt x="299466" y="3782568"/>
                  </a:lnTo>
                  <a:lnTo>
                    <a:pt x="261366" y="3782568"/>
                  </a:lnTo>
                  <a:lnTo>
                    <a:pt x="261366" y="3792474"/>
                  </a:lnTo>
                  <a:lnTo>
                    <a:pt x="299466" y="3792474"/>
                  </a:lnTo>
                  <a:close/>
                </a:path>
                <a:path w="3157220" h="3792854">
                  <a:moveTo>
                    <a:pt x="366522" y="3792474"/>
                  </a:moveTo>
                  <a:lnTo>
                    <a:pt x="366522" y="3782568"/>
                  </a:lnTo>
                  <a:lnTo>
                    <a:pt x="328422" y="3782568"/>
                  </a:lnTo>
                  <a:lnTo>
                    <a:pt x="328422" y="3792474"/>
                  </a:lnTo>
                  <a:lnTo>
                    <a:pt x="366522" y="3792474"/>
                  </a:lnTo>
                  <a:close/>
                </a:path>
                <a:path w="3157220" h="3792854">
                  <a:moveTo>
                    <a:pt x="432816" y="3792474"/>
                  </a:moveTo>
                  <a:lnTo>
                    <a:pt x="432816" y="3782568"/>
                  </a:lnTo>
                  <a:lnTo>
                    <a:pt x="394716" y="3782568"/>
                  </a:lnTo>
                  <a:lnTo>
                    <a:pt x="394716" y="3792474"/>
                  </a:lnTo>
                  <a:lnTo>
                    <a:pt x="432816" y="3792474"/>
                  </a:lnTo>
                  <a:close/>
                </a:path>
                <a:path w="3157220" h="3792854">
                  <a:moveTo>
                    <a:pt x="499872" y="3792474"/>
                  </a:moveTo>
                  <a:lnTo>
                    <a:pt x="499872" y="3782568"/>
                  </a:lnTo>
                  <a:lnTo>
                    <a:pt x="461772" y="3782568"/>
                  </a:lnTo>
                  <a:lnTo>
                    <a:pt x="461772" y="3792474"/>
                  </a:lnTo>
                  <a:lnTo>
                    <a:pt x="499872" y="3792474"/>
                  </a:lnTo>
                  <a:close/>
                </a:path>
                <a:path w="3157220" h="3792854">
                  <a:moveTo>
                    <a:pt x="566166" y="3792474"/>
                  </a:moveTo>
                  <a:lnTo>
                    <a:pt x="566166" y="3782568"/>
                  </a:lnTo>
                  <a:lnTo>
                    <a:pt x="528066" y="3782568"/>
                  </a:lnTo>
                  <a:lnTo>
                    <a:pt x="528066" y="3792474"/>
                  </a:lnTo>
                  <a:lnTo>
                    <a:pt x="566166" y="3792474"/>
                  </a:lnTo>
                  <a:close/>
                </a:path>
                <a:path w="3157220" h="3792854">
                  <a:moveTo>
                    <a:pt x="633222" y="3792474"/>
                  </a:moveTo>
                  <a:lnTo>
                    <a:pt x="633222" y="3782568"/>
                  </a:lnTo>
                  <a:lnTo>
                    <a:pt x="595122" y="3782568"/>
                  </a:lnTo>
                  <a:lnTo>
                    <a:pt x="595122" y="3792474"/>
                  </a:lnTo>
                  <a:lnTo>
                    <a:pt x="633222" y="3792474"/>
                  </a:lnTo>
                  <a:close/>
                </a:path>
                <a:path w="3157220" h="3792854">
                  <a:moveTo>
                    <a:pt x="699516" y="3792474"/>
                  </a:moveTo>
                  <a:lnTo>
                    <a:pt x="699516" y="3782568"/>
                  </a:lnTo>
                  <a:lnTo>
                    <a:pt x="661416" y="3782568"/>
                  </a:lnTo>
                  <a:lnTo>
                    <a:pt x="661416" y="3792474"/>
                  </a:lnTo>
                  <a:lnTo>
                    <a:pt x="699516" y="3792474"/>
                  </a:lnTo>
                  <a:close/>
                </a:path>
                <a:path w="3157220" h="3792854">
                  <a:moveTo>
                    <a:pt x="766572" y="3792474"/>
                  </a:moveTo>
                  <a:lnTo>
                    <a:pt x="766572" y="3782568"/>
                  </a:lnTo>
                  <a:lnTo>
                    <a:pt x="728472" y="3782568"/>
                  </a:lnTo>
                  <a:lnTo>
                    <a:pt x="728472" y="3792474"/>
                  </a:lnTo>
                  <a:lnTo>
                    <a:pt x="766572" y="3792474"/>
                  </a:lnTo>
                  <a:close/>
                </a:path>
                <a:path w="3157220" h="3792854">
                  <a:moveTo>
                    <a:pt x="832866" y="3792474"/>
                  </a:moveTo>
                  <a:lnTo>
                    <a:pt x="832866" y="3782568"/>
                  </a:lnTo>
                  <a:lnTo>
                    <a:pt x="794766" y="3782568"/>
                  </a:lnTo>
                  <a:lnTo>
                    <a:pt x="794766" y="3792474"/>
                  </a:lnTo>
                  <a:lnTo>
                    <a:pt x="832866" y="3792474"/>
                  </a:lnTo>
                  <a:close/>
                </a:path>
                <a:path w="3157220" h="3792854">
                  <a:moveTo>
                    <a:pt x="899922" y="3792474"/>
                  </a:moveTo>
                  <a:lnTo>
                    <a:pt x="899922" y="3782568"/>
                  </a:lnTo>
                  <a:lnTo>
                    <a:pt x="861822" y="3782568"/>
                  </a:lnTo>
                  <a:lnTo>
                    <a:pt x="861822" y="3792474"/>
                  </a:lnTo>
                  <a:lnTo>
                    <a:pt x="899922" y="3792474"/>
                  </a:lnTo>
                  <a:close/>
                </a:path>
                <a:path w="3157220" h="3792854">
                  <a:moveTo>
                    <a:pt x="966216" y="3792474"/>
                  </a:moveTo>
                  <a:lnTo>
                    <a:pt x="966216" y="3782568"/>
                  </a:lnTo>
                  <a:lnTo>
                    <a:pt x="928116" y="3782568"/>
                  </a:lnTo>
                  <a:lnTo>
                    <a:pt x="928116" y="3792474"/>
                  </a:lnTo>
                  <a:lnTo>
                    <a:pt x="966216" y="3792474"/>
                  </a:lnTo>
                  <a:close/>
                </a:path>
                <a:path w="3157220" h="3792854">
                  <a:moveTo>
                    <a:pt x="1033272" y="3792474"/>
                  </a:moveTo>
                  <a:lnTo>
                    <a:pt x="1033272" y="3782568"/>
                  </a:lnTo>
                  <a:lnTo>
                    <a:pt x="995172" y="3782568"/>
                  </a:lnTo>
                  <a:lnTo>
                    <a:pt x="995172" y="3792474"/>
                  </a:lnTo>
                  <a:lnTo>
                    <a:pt x="1033272" y="3792474"/>
                  </a:lnTo>
                  <a:close/>
                </a:path>
                <a:path w="3157220" h="3792854">
                  <a:moveTo>
                    <a:pt x="1099566" y="3792474"/>
                  </a:moveTo>
                  <a:lnTo>
                    <a:pt x="1099566" y="3782568"/>
                  </a:lnTo>
                  <a:lnTo>
                    <a:pt x="1061466" y="3782568"/>
                  </a:lnTo>
                  <a:lnTo>
                    <a:pt x="1061466" y="3792474"/>
                  </a:lnTo>
                  <a:lnTo>
                    <a:pt x="1099566" y="3792474"/>
                  </a:lnTo>
                  <a:close/>
                </a:path>
                <a:path w="3157220" h="3792854">
                  <a:moveTo>
                    <a:pt x="1166622" y="3792474"/>
                  </a:moveTo>
                  <a:lnTo>
                    <a:pt x="1166622" y="3782568"/>
                  </a:lnTo>
                  <a:lnTo>
                    <a:pt x="1128522" y="3782568"/>
                  </a:lnTo>
                  <a:lnTo>
                    <a:pt x="1128522" y="3792474"/>
                  </a:lnTo>
                  <a:lnTo>
                    <a:pt x="1166622" y="3792474"/>
                  </a:lnTo>
                  <a:close/>
                </a:path>
                <a:path w="3157220" h="3792854">
                  <a:moveTo>
                    <a:pt x="1232916" y="3792474"/>
                  </a:moveTo>
                  <a:lnTo>
                    <a:pt x="1232916" y="3782568"/>
                  </a:lnTo>
                  <a:lnTo>
                    <a:pt x="1194816" y="3782568"/>
                  </a:lnTo>
                  <a:lnTo>
                    <a:pt x="1194816" y="3792474"/>
                  </a:lnTo>
                  <a:lnTo>
                    <a:pt x="1232916" y="3792474"/>
                  </a:lnTo>
                  <a:close/>
                </a:path>
                <a:path w="3157220" h="3792854">
                  <a:moveTo>
                    <a:pt x="1299972" y="3792474"/>
                  </a:moveTo>
                  <a:lnTo>
                    <a:pt x="1299972" y="3782568"/>
                  </a:lnTo>
                  <a:lnTo>
                    <a:pt x="1261872" y="3782568"/>
                  </a:lnTo>
                  <a:lnTo>
                    <a:pt x="1261872" y="3792474"/>
                  </a:lnTo>
                  <a:lnTo>
                    <a:pt x="1299972" y="3792474"/>
                  </a:lnTo>
                  <a:close/>
                </a:path>
                <a:path w="3157220" h="3792854">
                  <a:moveTo>
                    <a:pt x="1366266" y="3792474"/>
                  </a:moveTo>
                  <a:lnTo>
                    <a:pt x="1366266" y="3782568"/>
                  </a:lnTo>
                  <a:lnTo>
                    <a:pt x="1328166" y="3782568"/>
                  </a:lnTo>
                  <a:lnTo>
                    <a:pt x="1328166" y="3792474"/>
                  </a:lnTo>
                  <a:lnTo>
                    <a:pt x="1366266" y="3792474"/>
                  </a:lnTo>
                  <a:close/>
                </a:path>
                <a:path w="3157220" h="3792854">
                  <a:moveTo>
                    <a:pt x="1433322" y="3792474"/>
                  </a:moveTo>
                  <a:lnTo>
                    <a:pt x="1433322" y="3782568"/>
                  </a:lnTo>
                  <a:lnTo>
                    <a:pt x="1395222" y="3782568"/>
                  </a:lnTo>
                  <a:lnTo>
                    <a:pt x="1395222" y="3792474"/>
                  </a:lnTo>
                  <a:lnTo>
                    <a:pt x="1433322" y="3792474"/>
                  </a:lnTo>
                  <a:close/>
                </a:path>
                <a:path w="3157220" h="3792854">
                  <a:moveTo>
                    <a:pt x="1499616" y="3792474"/>
                  </a:moveTo>
                  <a:lnTo>
                    <a:pt x="1499616" y="3782568"/>
                  </a:lnTo>
                  <a:lnTo>
                    <a:pt x="1461516" y="3782568"/>
                  </a:lnTo>
                  <a:lnTo>
                    <a:pt x="1461516" y="3792474"/>
                  </a:lnTo>
                  <a:lnTo>
                    <a:pt x="1499616" y="3792474"/>
                  </a:lnTo>
                  <a:close/>
                </a:path>
                <a:path w="3157220" h="3792854">
                  <a:moveTo>
                    <a:pt x="1566672" y="3792474"/>
                  </a:moveTo>
                  <a:lnTo>
                    <a:pt x="1566672" y="3782568"/>
                  </a:lnTo>
                  <a:lnTo>
                    <a:pt x="1528572" y="3782568"/>
                  </a:lnTo>
                  <a:lnTo>
                    <a:pt x="1528572" y="3792474"/>
                  </a:lnTo>
                  <a:lnTo>
                    <a:pt x="1566672" y="3792474"/>
                  </a:lnTo>
                  <a:close/>
                </a:path>
                <a:path w="3157220" h="3792854">
                  <a:moveTo>
                    <a:pt x="1632966" y="3792474"/>
                  </a:moveTo>
                  <a:lnTo>
                    <a:pt x="1632966" y="3782568"/>
                  </a:lnTo>
                  <a:lnTo>
                    <a:pt x="1594866" y="3782568"/>
                  </a:lnTo>
                  <a:lnTo>
                    <a:pt x="1594866" y="3792474"/>
                  </a:lnTo>
                  <a:lnTo>
                    <a:pt x="1632966" y="3792474"/>
                  </a:lnTo>
                  <a:close/>
                </a:path>
                <a:path w="3157220" h="3792854">
                  <a:moveTo>
                    <a:pt x="1700022" y="3792474"/>
                  </a:moveTo>
                  <a:lnTo>
                    <a:pt x="1700022" y="3782568"/>
                  </a:lnTo>
                  <a:lnTo>
                    <a:pt x="1661922" y="3782568"/>
                  </a:lnTo>
                  <a:lnTo>
                    <a:pt x="1661922" y="3792474"/>
                  </a:lnTo>
                  <a:lnTo>
                    <a:pt x="1700022" y="3792474"/>
                  </a:lnTo>
                  <a:close/>
                </a:path>
                <a:path w="3157220" h="3792854">
                  <a:moveTo>
                    <a:pt x="1766316" y="3792474"/>
                  </a:moveTo>
                  <a:lnTo>
                    <a:pt x="1766316" y="3782568"/>
                  </a:lnTo>
                  <a:lnTo>
                    <a:pt x="1728216" y="3782568"/>
                  </a:lnTo>
                  <a:lnTo>
                    <a:pt x="1728216" y="3792474"/>
                  </a:lnTo>
                  <a:lnTo>
                    <a:pt x="1766316" y="3792474"/>
                  </a:lnTo>
                  <a:close/>
                </a:path>
                <a:path w="3157220" h="3792854">
                  <a:moveTo>
                    <a:pt x="1833372" y="3792474"/>
                  </a:moveTo>
                  <a:lnTo>
                    <a:pt x="1833372" y="3782568"/>
                  </a:lnTo>
                  <a:lnTo>
                    <a:pt x="1795272" y="3782568"/>
                  </a:lnTo>
                  <a:lnTo>
                    <a:pt x="1795272" y="3792474"/>
                  </a:lnTo>
                  <a:lnTo>
                    <a:pt x="1833372" y="3792474"/>
                  </a:lnTo>
                  <a:close/>
                </a:path>
                <a:path w="3157220" h="3792854">
                  <a:moveTo>
                    <a:pt x="1899666" y="3792474"/>
                  </a:moveTo>
                  <a:lnTo>
                    <a:pt x="1899666" y="3782568"/>
                  </a:lnTo>
                  <a:lnTo>
                    <a:pt x="1861566" y="3782568"/>
                  </a:lnTo>
                  <a:lnTo>
                    <a:pt x="1861566" y="3792474"/>
                  </a:lnTo>
                  <a:lnTo>
                    <a:pt x="1899666" y="3792474"/>
                  </a:lnTo>
                  <a:close/>
                </a:path>
                <a:path w="3157220" h="3792854">
                  <a:moveTo>
                    <a:pt x="1966722" y="3792474"/>
                  </a:moveTo>
                  <a:lnTo>
                    <a:pt x="1966722" y="3782568"/>
                  </a:lnTo>
                  <a:lnTo>
                    <a:pt x="1928622" y="3782568"/>
                  </a:lnTo>
                  <a:lnTo>
                    <a:pt x="1928622" y="3792474"/>
                  </a:lnTo>
                  <a:lnTo>
                    <a:pt x="1966722" y="3792474"/>
                  </a:lnTo>
                  <a:close/>
                </a:path>
                <a:path w="3157220" h="3792854">
                  <a:moveTo>
                    <a:pt x="2033016" y="3792474"/>
                  </a:moveTo>
                  <a:lnTo>
                    <a:pt x="2033016" y="3782568"/>
                  </a:lnTo>
                  <a:lnTo>
                    <a:pt x="1994916" y="3782568"/>
                  </a:lnTo>
                  <a:lnTo>
                    <a:pt x="1994916" y="3792474"/>
                  </a:lnTo>
                  <a:lnTo>
                    <a:pt x="2033016" y="3792474"/>
                  </a:lnTo>
                  <a:close/>
                </a:path>
                <a:path w="3157220" h="3792854">
                  <a:moveTo>
                    <a:pt x="2100072" y="3792474"/>
                  </a:moveTo>
                  <a:lnTo>
                    <a:pt x="2100072" y="3782568"/>
                  </a:lnTo>
                  <a:lnTo>
                    <a:pt x="2061972" y="3782568"/>
                  </a:lnTo>
                  <a:lnTo>
                    <a:pt x="2061972" y="3792474"/>
                  </a:lnTo>
                  <a:lnTo>
                    <a:pt x="2100072" y="3792474"/>
                  </a:lnTo>
                  <a:close/>
                </a:path>
                <a:path w="3157220" h="3792854">
                  <a:moveTo>
                    <a:pt x="2166366" y="3792474"/>
                  </a:moveTo>
                  <a:lnTo>
                    <a:pt x="2166366" y="3782568"/>
                  </a:lnTo>
                  <a:lnTo>
                    <a:pt x="2128266" y="3782568"/>
                  </a:lnTo>
                  <a:lnTo>
                    <a:pt x="2128266" y="3792474"/>
                  </a:lnTo>
                  <a:lnTo>
                    <a:pt x="2166366" y="3792474"/>
                  </a:lnTo>
                  <a:close/>
                </a:path>
                <a:path w="3157220" h="3792854">
                  <a:moveTo>
                    <a:pt x="2233422" y="3792474"/>
                  </a:moveTo>
                  <a:lnTo>
                    <a:pt x="2233422" y="3782568"/>
                  </a:lnTo>
                  <a:lnTo>
                    <a:pt x="2195322" y="3782568"/>
                  </a:lnTo>
                  <a:lnTo>
                    <a:pt x="2195322" y="3792474"/>
                  </a:lnTo>
                  <a:lnTo>
                    <a:pt x="2233422" y="3792474"/>
                  </a:lnTo>
                  <a:close/>
                </a:path>
                <a:path w="3157220" h="3792854">
                  <a:moveTo>
                    <a:pt x="2299716" y="3792474"/>
                  </a:moveTo>
                  <a:lnTo>
                    <a:pt x="2299716" y="3782568"/>
                  </a:lnTo>
                  <a:lnTo>
                    <a:pt x="2261616" y="3782568"/>
                  </a:lnTo>
                  <a:lnTo>
                    <a:pt x="2261616" y="3792474"/>
                  </a:lnTo>
                  <a:lnTo>
                    <a:pt x="2299716" y="3792474"/>
                  </a:lnTo>
                  <a:close/>
                </a:path>
                <a:path w="3157220" h="3792854">
                  <a:moveTo>
                    <a:pt x="2366772" y="3792474"/>
                  </a:moveTo>
                  <a:lnTo>
                    <a:pt x="2366772" y="3782568"/>
                  </a:lnTo>
                  <a:lnTo>
                    <a:pt x="2328672" y="3782568"/>
                  </a:lnTo>
                  <a:lnTo>
                    <a:pt x="2328672" y="3792474"/>
                  </a:lnTo>
                  <a:lnTo>
                    <a:pt x="2366772" y="3792474"/>
                  </a:lnTo>
                  <a:close/>
                </a:path>
                <a:path w="3157220" h="3792854">
                  <a:moveTo>
                    <a:pt x="2433066" y="3792474"/>
                  </a:moveTo>
                  <a:lnTo>
                    <a:pt x="2433066" y="3782568"/>
                  </a:lnTo>
                  <a:lnTo>
                    <a:pt x="2394966" y="3782568"/>
                  </a:lnTo>
                  <a:lnTo>
                    <a:pt x="2394966" y="3792474"/>
                  </a:lnTo>
                  <a:lnTo>
                    <a:pt x="2433066" y="3792474"/>
                  </a:lnTo>
                  <a:close/>
                </a:path>
                <a:path w="3157220" h="3792854">
                  <a:moveTo>
                    <a:pt x="2500122" y="3792474"/>
                  </a:moveTo>
                  <a:lnTo>
                    <a:pt x="2500122" y="3782568"/>
                  </a:lnTo>
                  <a:lnTo>
                    <a:pt x="2462022" y="3782568"/>
                  </a:lnTo>
                  <a:lnTo>
                    <a:pt x="2462022" y="3792474"/>
                  </a:lnTo>
                  <a:lnTo>
                    <a:pt x="2500122" y="3792474"/>
                  </a:lnTo>
                  <a:close/>
                </a:path>
                <a:path w="3157220" h="3792854">
                  <a:moveTo>
                    <a:pt x="2566416" y="3792474"/>
                  </a:moveTo>
                  <a:lnTo>
                    <a:pt x="2566416" y="3782568"/>
                  </a:lnTo>
                  <a:lnTo>
                    <a:pt x="2528316" y="3782568"/>
                  </a:lnTo>
                  <a:lnTo>
                    <a:pt x="2528316" y="3792474"/>
                  </a:lnTo>
                  <a:lnTo>
                    <a:pt x="2566416" y="3792474"/>
                  </a:lnTo>
                  <a:close/>
                </a:path>
                <a:path w="3157220" h="3792854">
                  <a:moveTo>
                    <a:pt x="2633472" y="3792474"/>
                  </a:moveTo>
                  <a:lnTo>
                    <a:pt x="2633472" y="3782568"/>
                  </a:lnTo>
                  <a:lnTo>
                    <a:pt x="2595372" y="3782568"/>
                  </a:lnTo>
                  <a:lnTo>
                    <a:pt x="2595372" y="3792474"/>
                  </a:lnTo>
                  <a:lnTo>
                    <a:pt x="2633472" y="3792474"/>
                  </a:lnTo>
                  <a:close/>
                </a:path>
                <a:path w="3157220" h="3792854">
                  <a:moveTo>
                    <a:pt x="2699766" y="3792474"/>
                  </a:moveTo>
                  <a:lnTo>
                    <a:pt x="2699766" y="3782568"/>
                  </a:lnTo>
                  <a:lnTo>
                    <a:pt x="2661666" y="3782568"/>
                  </a:lnTo>
                  <a:lnTo>
                    <a:pt x="2661666" y="3792474"/>
                  </a:lnTo>
                  <a:lnTo>
                    <a:pt x="2699766" y="3792474"/>
                  </a:lnTo>
                  <a:close/>
                </a:path>
                <a:path w="3157220" h="3792854">
                  <a:moveTo>
                    <a:pt x="2766822" y="3792474"/>
                  </a:moveTo>
                  <a:lnTo>
                    <a:pt x="2766822" y="3782568"/>
                  </a:lnTo>
                  <a:lnTo>
                    <a:pt x="2728722" y="3782568"/>
                  </a:lnTo>
                  <a:lnTo>
                    <a:pt x="2728722" y="3792474"/>
                  </a:lnTo>
                  <a:lnTo>
                    <a:pt x="2766822" y="3792474"/>
                  </a:lnTo>
                  <a:close/>
                </a:path>
                <a:path w="3157220" h="3792854">
                  <a:moveTo>
                    <a:pt x="2833116" y="3792474"/>
                  </a:moveTo>
                  <a:lnTo>
                    <a:pt x="2833116" y="3782568"/>
                  </a:lnTo>
                  <a:lnTo>
                    <a:pt x="2795016" y="3782568"/>
                  </a:lnTo>
                  <a:lnTo>
                    <a:pt x="2795016" y="3792474"/>
                  </a:lnTo>
                  <a:lnTo>
                    <a:pt x="2833116" y="3792474"/>
                  </a:lnTo>
                  <a:close/>
                </a:path>
                <a:path w="3157220" h="3792854">
                  <a:moveTo>
                    <a:pt x="2900172" y="3792474"/>
                  </a:moveTo>
                  <a:lnTo>
                    <a:pt x="2900172" y="3782568"/>
                  </a:lnTo>
                  <a:lnTo>
                    <a:pt x="2862072" y="3782568"/>
                  </a:lnTo>
                  <a:lnTo>
                    <a:pt x="2862072" y="3792474"/>
                  </a:lnTo>
                  <a:lnTo>
                    <a:pt x="2900172" y="3792474"/>
                  </a:lnTo>
                  <a:close/>
                </a:path>
                <a:path w="3157220" h="3792854">
                  <a:moveTo>
                    <a:pt x="2966466" y="3792474"/>
                  </a:moveTo>
                  <a:lnTo>
                    <a:pt x="2966466" y="3782568"/>
                  </a:lnTo>
                  <a:lnTo>
                    <a:pt x="2928366" y="3782568"/>
                  </a:lnTo>
                  <a:lnTo>
                    <a:pt x="2928366" y="3792474"/>
                  </a:lnTo>
                  <a:lnTo>
                    <a:pt x="2966466" y="3792474"/>
                  </a:lnTo>
                  <a:close/>
                </a:path>
                <a:path w="3157220" h="3792854">
                  <a:moveTo>
                    <a:pt x="3033522" y="3792474"/>
                  </a:moveTo>
                  <a:lnTo>
                    <a:pt x="3033522" y="3782568"/>
                  </a:lnTo>
                  <a:lnTo>
                    <a:pt x="2995422" y="3782568"/>
                  </a:lnTo>
                  <a:lnTo>
                    <a:pt x="2995422" y="3792474"/>
                  </a:lnTo>
                  <a:lnTo>
                    <a:pt x="3033522" y="3792474"/>
                  </a:lnTo>
                  <a:close/>
                </a:path>
                <a:path w="3157220" h="3792854">
                  <a:moveTo>
                    <a:pt x="3099816" y="3792474"/>
                  </a:moveTo>
                  <a:lnTo>
                    <a:pt x="3099816" y="3782568"/>
                  </a:lnTo>
                  <a:lnTo>
                    <a:pt x="3061716" y="3782568"/>
                  </a:lnTo>
                  <a:lnTo>
                    <a:pt x="3061716" y="3792474"/>
                  </a:lnTo>
                  <a:lnTo>
                    <a:pt x="3099816" y="3792474"/>
                  </a:lnTo>
                  <a:close/>
                </a:path>
                <a:path w="3157220" h="3792854">
                  <a:moveTo>
                    <a:pt x="3123598" y="3762425"/>
                  </a:moveTo>
                  <a:lnTo>
                    <a:pt x="3118866" y="3766566"/>
                  </a:lnTo>
                  <a:lnTo>
                    <a:pt x="3123438" y="3771709"/>
                  </a:lnTo>
                  <a:lnTo>
                    <a:pt x="3123438" y="3762755"/>
                  </a:lnTo>
                  <a:lnTo>
                    <a:pt x="3123598" y="3762425"/>
                  </a:lnTo>
                  <a:close/>
                </a:path>
                <a:path w="3157220" h="3792854">
                  <a:moveTo>
                    <a:pt x="3124962" y="3761231"/>
                  </a:moveTo>
                  <a:lnTo>
                    <a:pt x="3123598" y="3762425"/>
                  </a:lnTo>
                  <a:lnTo>
                    <a:pt x="3123438" y="3762755"/>
                  </a:lnTo>
                  <a:lnTo>
                    <a:pt x="3124962" y="3761231"/>
                  </a:lnTo>
                  <a:close/>
                </a:path>
                <a:path w="3157220" h="3792854">
                  <a:moveTo>
                    <a:pt x="3124962" y="3773424"/>
                  </a:moveTo>
                  <a:lnTo>
                    <a:pt x="3124962" y="3761231"/>
                  </a:lnTo>
                  <a:lnTo>
                    <a:pt x="3123438" y="3762755"/>
                  </a:lnTo>
                  <a:lnTo>
                    <a:pt x="3123438" y="3771709"/>
                  </a:lnTo>
                  <a:lnTo>
                    <a:pt x="3124962" y="3773424"/>
                  </a:lnTo>
                  <a:close/>
                </a:path>
                <a:path w="3157220" h="3792854">
                  <a:moveTo>
                    <a:pt x="3145536" y="3739895"/>
                  </a:moveTo>
                  <a:lnTo>
                    <a:pt x="3137154" y="3735324"/>
                  </a:lnTo>
                  <a:lnTo>
                    <a:pt x="3135630" y="3737609"/>
                  </a:lnTo>
                  <a:lnTo>
                    <a:pt x="3123598" y="3762425"/>
                  </a:lnTo>
                  <a:lnTo>
                    <a:pt x="3124962" y="3761231"/>
                  </a:lnTo>
                  <a:lnTo>
                    <a:pt x="3124962" y="3773424"/>
                  </a:lnTo>
                  <a:lnTo>
                    <a:pt x="3131058" y="3768090"/>
                  </a:lnTo>
                  <a:lnTo>
                    <a:pt x="3132582" y="3766566"/>
                  </a:lnTo>
                  <a:lnTo>
                    <a:pt x="3144774" y="3741419"/>
                  </a:lnTo>
                  <a:lnTo>
                    <a:pt x="3145536" y="3739895"/>
                  </a:lnTo>
                  <a:close/>
                </a:path>
                <a:path w="3157220" h="3792854">
                  <a:moveTo>
                    <a:pt x="3156966" y="3711702"/>
                  </a:moveTo>
                  <a:lnTo>
                    <a:pt x="3156966" y="3673602"/>
                  </a:lnTo>
                  <a:lnTo>
                    <a:pt x="3147822" y="3673602"/>
                  </a:lnTo>
                  <a:lnTo>
                    <a:pt x="3147822" y="3711702"/>
                  </a:lnTo>
                  <a:lnTo>
                    <a:pt x="3156966" y="3711702"/>
                  </a:lnTo>
                  <a:close/>
                </a:path>
                <a:path w="3157220" h="3792854">
                  <a:moveTo>
                    <a:pt x="3156966" y="3645407"/>
                  </a:moveTo>
                  <a:lnTo>
                    <a:pt x="3156966" y="3607307"/>
                  </a:lnTo>
                  <a:lnTo>
                    <a:pt x="3147822" y="3607307"/>
                  </a:lnTo>
                  <a:lnTo>
                    <a:pt x="3147822" y="3645407"/>
                  </a:lnTo>
                  <a:lnTo>
                    <a:pt x="3156966" y="3645407"/>
                  </a:lnTo>
                  <a:close/>
                </a:path>
                <a:path w="3157220" h="3792854">
                  <a:moveTo>
                    <a:pt x="3156966" y="3578352"/>
                  </a:moveTo>
                  <a:lnTo>
                    <a:pt x="3156966" y="3540252"/>
                  </a:lnTo>
                  <a:lnTo>
                    <a:pt x="3147822" y="3540252"/>
                  </a:lnTo>
                  <a:lnTo>
                    <a:pt x="3147822" y="3578352"/>
                  </a:lnTo>
                  <a:lnTo>
                    <a:pt x="3156966" y="3578352"/>
                  </a:lnTo>
                  <a:close/>
                </a:path>
                <a:path w="3157220" h="3792854">
                  <a:moveTo>
                    <a:pt x="3156966" y="3512057"/>
                  </a:moveTo>
                  <a:lnTo>
                    <a:pt x="3156966" y="3473957"/>
                  </a:lnTo>
                  <a:lnTo>
                    <a:pt x="3147822" y="3473957"/>
                  </a:lnTo>
                  <a:lnTo>
                    <a:pt x="3147822" y="3512057"/>
                  </a:lnTo>
                  <a:lnTo>
                    <a:pt x="3156966" y="3512057"/>
                  </a:lnTo>
                  <a:close/>
                </a:path>
                <a:path w="3157220" h="3792854">
                  <a:moveTo>
                    <a:pt x="3156966" y="3445002"/>
                  </a:moveTo>
                  <a:lnTo>
                    <a:pt x="3156966" y="3406902"/>
                  </a:lnTo>
                  <a:lnTo>
                    <a:pt x="3147822" y="3406902"/>
                  </a:lnTo>
                  <a:lnTo>
                    <a:pt x="3147822" y="3445002"/>
                  </a:lnTo>
                  <a:lnTo>
                    <a:pt x="3156966" y="3445002"/>
                  </a:lnTo>
                  <a:close/>
                </a:path>
                <a:path w="3157220" h="3792854">
                  <a:moveTo>
                    <a:pt x="3156966" y="3378707"/>
                  </a:moveTo>
                  <a:lnTo>
                    <a:pt x="3156966" y="3340607"/>
                  </a:lnTo>
                  <a:lnTo>
                    <a:pt x="3147822" y="3340607"/>
                  </a:lnTo>
                  <a:lnTo>
                    <a:pt x="3147822" y="3378707"/>
                  </a:lnTo>
                  <a:lnTo>
                    <a:pt x="3156966" y="3378707"/>
                  </a:lnTo>
                  <a:close/>
                </a:path>
                <a:path w="3157220" h="3792854">
                  <a:moveTo>
                    <a:pt x="3156966" y="3311652"/>
                  </a:moveTo>
                  <a:lnTo>
                    <a:pt x="3156966" y="3273552"/>
                  </a:lnTo>
                  <a:lnTo>
                    <a:pt x="3147822" y="3273552"/>
                  </a:lnTo>
                  <a:lnTo>
                    <a:pt x="3147822" y="3311652"/>
                  </a:lnTo>
                  <a:lnTo>
                    <a:pt x="3156966" y="3311652"/>
                  </a:lnTo>
                  <a:close/>
                </a:path>
                <a:path w="3157220" h="3792854">
                  <a:moveTo>
                    <a:pt x="3156966" y="3245357"/>
                  </a:moveTo>
                  <a:lnTo>
                    <a:pt x="3156966" y="3207257"/>
                  </a:lnTo>
                  <a:lnTo>
                    <a:pt x="3147822" y="3207257"/>
                  </a:lnTo>
                  <a:lnTo>
                    <a:pt x="3147822" y="3245357"/>
                  </a:lnTo>
                  <a:lnTo>
                    <a:pt x="3156966" y="3245357"/>
                  </a:lnTo>
                  <a:close/>
                </a:path>
                <a:path w="3157220" h="3792854">
                  <a:moveTo>
                    <a:pt x="3156966" y="3178302"/>
                  </a:moveTo>
                  <a:lnTo>
                    <a:pt x="3156966" y="3140202"/>
                  </a:lnTo>
                  <a:lnTo>
                    <a:pt x="3147822" y="3140202"/>
                  </a:lnTo>
                  <a:lnTo>
                    <a:pt x="3147822" y="3178302"/>
                  </a:lnTo>
                  <a:lnTo>
                    <a:pt x="3156966" y="3178302"/>
                  </a:lnTo>
                  <a:close/>
                </a:path>
                <a:path w="3157220" h="3792854">
                  <a:moveTo>
                    <a:pt x="3156966" y="3112007"/>
                  </a:moveTo>
                  <a:lnTo>
                    <a:pt x="3156966" y="3073907"/>
                  </a:lnTo>
                  <a:lnTo>
                    <a:pt x="3147822" y="3073907"/>
                  </a:lnTo>
                  <a:lnTo>
                    <a:pt x="3147822" y="3112007"/>
                  </a:lnTo>
                  <a:lnTo>
                    <a:pt x="3156966" y="3112007"/>
                  </a:lnTo>
                  <a:close/>
                </a:path>
                <a:path w="3157220" h="3792854">
                  <a:moveTo>
                    <a:pt x="3156966" y="3044952"/>
                  </a:moveTo>
                  <a:lnTo>
                    <a:pt x="3156966" y="3006852"/>
                  </a:lnTo>
                  <a:lnTo>
                    <a:pt x="3147822" y="3006852"/>
                  </a:lnTo>
                  <a:lnTo>
                    <a:pt x="3147822" y="3044952"/>
                  </a:lnTo>
                  <a:lnTo>
                    <a:pt x="3156966" y="3044952"/>
                  </a:lnTo>
                  <a:close/>
                </a:path>
                <a:path w="3157220" h="3792854">
                  <a:moveTo>
                    <a:pt x="3156966" y="2978657"/>
                  </a:moveTo>
                  <a:lnTo>
                    <a:pt x="3156966" y="2940557"/>
                  </a:lnTo>
                  <a:lnTo>
                    <a:pt x="3147822" y="2940557"/>
                  </a:lnTo>
                  <a:lnTo>
                    <a:pt x="3147822" y="2978657"/>
                  </a:lnTo>
                  <a:lnTo>
                    <a:pt x="3156966" y="2978657"/>
                  </a:lnTo>
                  <a:close/>
                </a:path>
                <a:path w="3157220" h="3792854">
                  <a:moveTo>
                    <a:pt x="3156966" y="2911602"/>
                  </a:moveTo>
                  <a:lnTo>
                    <a:pt x="3156966" y="2873502"/>
                  </a:lnTo>
                  <a:lnTo>
                    <a:pt x="3147822" y="2873502"/>
                  </a:lnTo>
                  <a:lnTo>
                    <a:pt x="3147822" y="2911602"/>
                  </a:lnTo>
                  <a:lnTo>
                    <a:pt x="3156966" y="2911602"/>
                  </a:lnTo>
                  <a:close/>
                </a:path>
                <a:path w="3157220" h="3792854">
                  <a:moveTo>
                    <a:pt x="3156966" y="2845307"/>
                  </a:moveTo>
                  <a:lnTo>
                    <a:pt x="3156966" y="2807207"/>
                  </a:lnTo>
                  <a:lnTo>
                    <a:pt x="3147822" y="2807207"/>
                  </a:lnTo>
                  <a:lnTo>
                    <a:pt x="3147822" y="2845307"/>
                  </a:lnTo>
                  <a:lnTo>
                    <a:pt x="3156966" y="2845307"/>
                  </a:lnTo>
                  <a:close/>
                </a:path>
                <a:path w="3157220" h="3792854">
                  <a:moveTo>
                    <a:pt x="3156966" y="2778252"/>
                  </a:moveTo>
                  <a:lnTo>
                    <a:pt x="3156966" y="2740152"/>
                  </a:lnTo>
                  <a:lnTo>
                    <a:pt x="3147822" y="2740152"/>
                  </a:lnTo>
                  <a:lnTo>
                    <a:pt x="3147822" y="2778252"/>
                  </a:lnTo>
                  <a:lnTo>
                    <a:pt x="3156966" y="2778252"/>
                  </a:lnTo>
                  <a:close/>
                </a:path>
                <a:path w="3157220" h="3792854">
                  <a:moveTo>
                    <a:pt x="3156966" y="2711957"/>
                  </a:moveTo>
                  <a:lnTo>
                    <a:pt x="3156966" y="2673857"/>
                  </a:lnTo>
                  <a:lnTo>
                    <a:pt x="3147822" y="2673857"/>
                  </a:lnTo>
                  <a:lnTo>
                    <a:pt x="3147822" y="2711957"/>
                  </a:lnTo>
                  <a:lnTo>
                    <a:pt x="3156966" y="2711957"/>
                  </a:lnTo>
                  <a:close/>
                </a:path>
                <a:path w="3157220" h="3792854">
                  <a:moveTo>
                    <a:pt x="3156966" y="2644902"/>
                  </a:moveTo>
                  <a:lnTo>
                    <a:pt x="3156966" y="2606802"/>
                  </a:lnTo>
                  <a:lnTo>
                    <a:pt x="3147822" y="2606802"/>
                  </a:lnTo>
                  <a:lnTo>
                    <a:pt x="3147822" y="2644902"/>
                  </a:lnTo>
                  <a:lnTo>
                    <a:pt x="3156966" y="2644902"/>
                  </a:lnTo>
                  <a:close/>
                </a:path>
                <a:path w="3157220" h="3792854">
                  <a:moveTo>
                    <a:pt x="3156966" y="2578607"/>
                  </a:moveTo>
                  <a:lnTo>
                    <a:pt x="3156966" y="2540507"/>
                  </a:lnTo>
                  <a:lnTo>
                    <a:pt x="3147822" y="2540507"/>
                  </a:lnTo>
                  <a:lnTo>
                    <a:pt x="3147822" y="2578607"/>
                  </a:lnTo>
                  <a:lnTo>
                    <a:pt x="3156966" y="2578607"/>
                  </a:lnTo>
                  <a:close/>
                </a:path>
                <a:path w="3157220" h="3792854">
                  <a:moveTo>
                    <a:pt x="3156966" y="2511552"/>
                  </a:moveTo>
                  <a:lnTo>
                    <a:pt x="3156966" y="2473452"/>
                  </a:lnTo>
                  <a:lnTo>
                    <a:pt x="3147822" y="2473452"/>
                  </a:lnTo>
                  <a:lnTo>
                    <a:pt x="3147822" y="2511552"/>
                  </a:lnTo>
                  <a:lnTo>
                    <a:pt x="3156966" y="2511552"/>
                  </a:lnTo>
                  <a:close/>
                </a:path>
                <a:path w="3157220" h="3792854">
                  <a:moveTo>
                    <a:pt x="3156966" y="2445257"/>
                  </a:moveTo>
                  <a:lnTo>
                    <a:pt x="3156966" y="2407157"/>
                  </a:lnTo>
                  <a:lnTo>
                    <a:pt x="3147822" y="2407157"/>
                  </a:lnTo>
                  <a:lnTo>
                    <a:pt x="3147822" y="2445257"/>
                  </a:lnTo>
                  <a:lnTo>
                    <a:pt x="3156966" y="2445257"/>
                  </a:lnTo>
                  <a:close/>
                </a:path>
                <a:path w="3157220" h="3792854">
                  <a:moveTo>
                    <a:pt x="3156966" y="2378202"/>
                  </a:moveTo>
                  <a:lnTo>
                    <a:pt x="3156966" y="2340102"/>
                  </a:lnTo>
                  <a:lnTo>
                    <a:pt x="3147822" y="2340102"/>
                  </a:lnTo>
                  <a:lnTo>
                    <a:pt x="3147822" y="2378202"/>
                  </a:lnTo>
                  <a:lnTo>
                    <a:pt x="3156966" y="2378202"/>
                  </a:lnTo>
                  <a:close/>
                </a:path>
                <a:path w="3157220" h="3792854">
                  <a:moveTo>
                    <a:pt x="3156966" y="2311907"/>
                  </a:moveTo>
                  <a:lnTo>
                    <a:pt x="3156966" y="2273807"/>
                  </a:lnTo>
                  <a:lnTo>
                    <a:pt x="3147822" y="2273807"/>
                  </a:lnTo>
                  <a:lnTo>
                    <a:pt x="3147822" y="2311907"/>
                  </a:lnTo>
                  <a:lnTo>
                    <a:pt x="3156966" y="2311907"/>
                  </a:lnTo>
                  <a:close/>
                </a:path>
                <a:path w="3157220" h="3792854">
                  <a:moveTo>
                    <a:pt x="3156966" y="2244852"/>
                  </a:moveTo>
                  <a:lnTo>
                    <a:pt x="3156966" y="2206752"/>
                  </a:lnTo>
                  <a:lnTo>
                    <a:pt x="3147822" y="2206752"/>
                  </a:lnTo>
                  <a:lnTo>
                    <a:pt x="3147822" y="2244852"/>
                  </a:lnTo>
                  <a:lnTo>
                    <a:pt x="3156966" y="2244852"/>
                  </a:lnTo>
                  <a:close/>
                </a:path>
                <a:path w="3157220" h="3792854">
                  <a:moveTo>
                    <a:pt x="3156966" y="2178557"/>
                  </a:moveTo>
                  <a:lnTo>
                    <a:pt x="3156966" y="2140457"/>
                  </a:lnTo>
                  <a:lnTo>
                    <a:pt x="3147822" y="2140457"/>
                  </a:lnTo>
                  <a:lnTo>
                    <a:pt x="3147822" y="2178557"/>
                  </a:lnTo>
                  <a:lnTo>
                    <a:pt x="3156966" y="2178557"/>
                  </a:lnTo>
                  <a:close/>
                </a:path>
                <a:path w="3157220" h="3792854">
                  <a:moveTo>
                    <a:pt x="3156966" y="2111502"/>
                  </a:moveTo>
                  <a:lnTo>
                    <a:pt x="3156966" y="2073402"/>
                  </a:lnTo>
                  <a:lnTo>
                    <a:pt x="3147822" y="2073402"/>
                  </a:lnTo>
                  <a:lnTo>
                    <a:pt x="3147822" y="2111502"/>
                  </a:lnTo>
                  <a:lnTo>
                    <a:pt x="3156966" y="2111502"/>
                  </a:lnTo>
                  <a:close/>
                </a:path>
                <a:path w="3157220" h="3792854">
                  <a:moveTo>
                    <a:pt x="3156966" y="2045207"/>
                  </a:moveTo>
                  <a:lnTo>
                    <a:pt x="3156966" y="2007107"/>
                  </a:lnTo>
                  <a:lnTo>
                    <a:pt x="3147822" y="2007107"/>
                  </a:lnTo>
                  <a:lnTo>
                    <a:pt x="3147822" y="2045207"/>
                  </a:lnTo>
                  <a:lnTo>
                    <a:pt x="3156966" y="2045207"/>
                  </a:lnTo>
                  <a:close/>
                </a:path>
                <a:path w="3157220" h="3792854">
                  <a:moveTo>
                    <a:pt x="3156966" y="1978152"/>
                  </a:moveTo>
                  <a:lnTo>
                    <a:pt x="3156966" y="1940052"/>
                  </a:lnTo>
                  <a:lnTo>
                    <a:pt x="3147822" y="1940052"/>
                  </a:lnTo>
                  <a:lnTo>
                    <a:pt x="3147822" y="1978152"/>
                  </a:lnTo>
                  <a:lnTo>
                    <a:pt x="3156966" y="1978152"/>
                  </a:lnTo>
                  <a:close/>
                </a:path>
                <a:path w="3157220" h="3792854">
                  <a:moveTo>
                    <a:pt x="3156966" y="1911857"/>
                  </a:moveTo>
                  <a:lnTo>
                    <a:pt x="3156966" y="1873757"/>
                  </a:lnTo>
                  <a:lnTo>
                    <a:pt x="3147822" y="1873757"/>
                  </a:lnTo>
                  <a:lnTo>
                    <a:pt x="3147822" y="1911857"/>
                  </a:lnTo>
                  <a:lnTo>
                    <a:pt x="3156966" y="1911857"/>
                  </a:lnTo>
                  <a:close/>
                </a:path>
                <a:path w="3157220" h="3792854">
                  <a:moveTo>
                    <a:pt x="3156966" y="1844802"/>
                  </a:moveTo>
                  <a:lnTo>
                    <a:pt x="3156966" y="1806702"/>
                  </a:lnTo>
                  <a:lnTo>
                    <a:pt x="3147822" y="1806702"/>
                  </a:lnTo>
                  <a:lnTo>
                    <a:pt x="3147822" y="1844802"/>
                  </a:lnTo>
                  <a:lnTo>
                    <a:pt x="3156966" y="1844802"/>
                  </a:lnTo>
                  <a:close/>
                </a:path>
                <a:path w="3157220" h="3792854">
                  <a:moveTo>
                    <a:pt x="3156966" y="1778507"/>
                  </a:moveTo>
                  <a:lnTo>
                    <a:pt x="3156966" y="1740407"/>
                  </a:lnTo>
                  <a:lnTo>
                    <a:pt x="3147822" y="1740407"/>
                  </a:lnTo>
                  <a:lnTo>
                    <a:pt x="3147822" y="1778507"/>
                  </a:lnTo>
                  <a:lnTo>
                    <a:pt x="3156966" y="1778507"/>
                  </a:lnTo>
                  <a:close/>
                </a:path>
                <a:path w="3157220" h="3792854">
                  <a:moveTo>
                    <a:pt x="3156966" y="1711452"/>
                  </a:moveTo>
                  <a:lnTo>
                    <a:pt x="3156966" y="1673352"/>
                  </a:lnTo>
                  <a:lnTo>
                    <a:pt x="3147822" y="1673352"/>
                  </a:lnTo>
                  <a:lnTo>
                    <a:pt x="3147822" y="1711452"/>
                  </a:lnTo>
                  <a:lnTo>
                    <a:pt x="3156966" y="1711452"/>
                  </a:lnTo>
                  <a:close/>
                </a:path>
                <a:path w="3157220" h="3792854">
                  <a:moveTo>
                    <a:pt x="3156966" y="1645157"/>
                  </a:moveTo>
                  <a:lnTo>
                    <a:pt x="3156966" y="1607057"/>
                  </a:lnTo>
                  <a:lnTo>
                    <a:pt x="3147822" y="1607057"/>
                  </a:lnTo>
                  <a:lnTo>
                    <a:pt x="3147822" y="1645157"/>
                  </a:lnTo>
                  <a:lnTo>
                    <a:pt x="3156966" y="1645157"/>
                  </a:lnTo>
                  <a:close/>
                </a:path>
                <a:path w="3157220" h="3792854">
                  <a:moveTo>
                    <a:pt x="3156966" y="1578102"/>
                  </a:moveTo>
                  <a:lnTo>
                    <a:pt x="3156966" y="1540002"/>
                  </a:lnTo>
                  <a:lnTo>
                    <a:pt x="3147822" y="1540002"/>
                  </a:lnTo>
                  <a:lnTo>
                    <a:pt x="3147822" y="1578102"/>
                  </a:lnTo>
                  <a:lnTo>
                    <a:pt x="3156966" y="1578102"/>
                  </a:lnTo>
                  <a:close/>
                </a:path>
                <a:path w="3157220" h="3792854">
                  <a:moveTo>
                    <a:pt x="3156966" y="1511807"/>
                  </a:moveTo>
                  <a:lnTo>
                    <a:pt x="3156966" y="1473707"/>
                  </a:lnTo>
                  <a:lnTo>
                    <a:pt x="3147822" y="1473707"/>
                  </a:lnTo>
                  <a:lnTo>
                    <a:pt x="3147822" y="1511807"/>
                  </a:lnTo>
                  <a:lnTo>
                    <a:pt x="3156966" y="1511807"/>
                  </a:lnTo>
                  <a:close/>
                </a:path>
                <a:path w="3157220" h="3792854">
                  <a:moveTo>
                    <a:pt x="3156966" y="1444752"/>
                  </a:moveTo>
                  <a:lnTo>
                    <a:pt x="3156966" y="1406652"/>
                  </a:lnTo>
                  <a:lnTo>
                    <a:pt x="3147822" y="1406652"/>
                  </a:lnTo>
                  <a:lnTo>
                    <a:pt x="3147822" y="1444752"/>
                  </a:lnTo>
                  <a:lnTo>
                    <a:pt x="3156966" y="1444752"/>
                  </a:lnTo>
                  <a:close/>
                </a:path>
                <a:path w="3157220" h="3792854">
                  <a:moveTo>
                    <a:pt x="3156966" y="1378457"/>
                  </a:moveTo>
                  <a:lnTo>
                    <a:pt x="3156966" y="1340358"/>
                  </a:lnTo>
                  <a:lnTo>
                    <a:pt x="3147822" y="1340358"/>
                  </a:lnTo>
                  <a:lnTo>
                    <a:pt x="3147822" y="1378457"/>
                  </a:lnTo>
                  <a:lnTo>
                    <a:pt x="3156966" y="1378457"/>
                  </a:lnTo>
                  <a:close/>
                </a:path>
                <a:path w="3157220" h="3792854">
                  <a:moveTo>
                    <a:pt x="3156966" y="1311402"/>
                  </a:moveTo>
                  <a:lnTo>
                    <a:pt x="3156966" y="1273302"/>
                  </a:lnTo>
                  <a:lnTo>
                    <a:pt x="3147822" y="1273302"/>
                  </a:lnTo>
                  <a:lnTo>
                    <a:pt x="3147822" y="1311402"/>
                  </a:lnTo>
                  <a:lnTo>
                    <a:pt x="3156966" y="1311402"/>
                  </a:lnTo>
                  <a:close/>
                </a:path>
                <a:path w="3157220" h="3792854">
                  <a:moveTo>
                    <a:pt x="3156966" y="1245108"/>
                  </a:moveTo>
                  <a:lnTo>
                    <a:pt x="3156966" y="1207008"/>
                  </a:lnTo>
                  <a:lnTo>
                    <a:pt x="3147822" y="1207008"/>
                  </a:lnTo>
                  <a:lnTo>
                    <a:pt x="3147822" y="1245108"/>
                  </a:lnTo>
                  <a:lnTo>
                    <a:pt x="3156966" y="1245108"/>
                  </a:lnTo>
                  <a:close/>
                </a:path>
                <a:path w="3157220" h="3792854">
                  <a:moveTo>
                    <a:pt x="3156966" y="1178052"/>
                  </a:moveTo>
                  <a:lnTo>
                    <a:pt x="3156966" y="1139952"/>
                  </a:lnTo>
                  <a:lnTo>
                    <a:pt x="3147822" y="1139952"/>
                  </a:lnTo>
                  <a:lnTo>
                    <a:pt x="3147822" y="1178052"/>
                  </a:lnTo>
                  <a:lnTo>
                    <a:pt x="3156966" y="1178052"/>
                  </a:lnTo>
                  <a:close/>
                </a:path>
                <a:path w="3157220" h="3792854">
                  <a:moveTo>
                    <a:pt x="3156966" y="1111758"/>
                  </a:moveTo>
                  <a:lnTo>
                    <a:pt x="3156966" y="1073658"/>
                  </a:lnTo>
                  <a:lnTo>
                    <a:pt x="3147822" y="1073658"/>
                  </a:lnTo>
                  <a:lnTo>
                    <a:pt x="3147822" y="1111758"/>
                  </a:lnTo>
                  <a:lnTo>
                    <a:pt x="3156966" y="1111758"/>
                  </a:lnTo>
                  <a:close/>
                </a:path>
                <a:path w="3157220" h="3792854">
                  <a:moveTo>
                    <a:pt x="3156966" y="1044702"/>
                  </a:moveTo>
                  <a:lnTo>
                    <a:pt x="3156966" y="1006602"/>
                  </a:lnTo>
                  <a:lnTo>
                    <a:pt x="3147822" y="1006602"/>
                  </a:lnTo>
                  <a:lnTo>
                    <a:pt x="3147822" y="1044702"/>
                  </a:lnTo>
                  <a:lnTo>
                    <a:pt x="3156966" y="1044702"/>
                  </a:lnTo>
                  <a:close/>
                </a:path>
                <a:path w="3157220" h="3792854">
                  <a:moveTo>
                    <a:pt x="3156966" y="978408"/>
                  </a:moveTo>
                  <a:lnTo>
                    <a:pt x="3156966" y="940308"/>
                  </a:lnTo>
                  <a:lnTo>
                    <a:pt x="3147822" y="940308"/>
                  </a:lnTo>
                  <a:lnTo>
                    <a:pt x="3147822" y="978408"/>
                  </a:lnTo>
                  <a:lnTo>
                    <a:pt x="3156966" y="978408"/>
                  </a:lnTo>
                  <a:close/>
                </a:path>
                <a:path w="3157220" h="3792854">
                  <a:moveTo>
                    <a:pt x="3156966" y="911352"/>
                  </a:moveTo>
                  <a:lnTo>
                    <a:pt x="3156966" y="873252"/>
                  </a:lnTo>
                  <a:lnTo>
                    <a:pt x="3147822" y="873252"/>
                  </a:lnTo>
                  <a:lnTo>
                    <a:pt x="3147822" y="911352"/>
                  </a:lnTo>
                  <a:lnTo>
                    <a:pt x="3156966" y="911352"/>
                  </a:lnTo>
                  <a:close/>
                </a:path>
                <a:path w="3157220" h="3792854">
                  <a:moveTo>
                    <a:pt x="3156966" y="845058"/>
                  </a:moveTo>
                  <a:lnTo>
                    <a:pt x="3156966" y="806958"/>
                  </a:lnTo>
                  <a:lnTo>
                    <a:pt x="3147822" y="806958"/>
                  </a:lnTo>
                  <a:lnTo>
                    <a:pt x="3147822" y="845058"/>
                  </a:lnTo>
                  <a:lnTo>
                    <a:pt x="3156966" y="845058"/>
                  </a:lnTo>
                  <a:close/>
                </a:path>
                <a:path w="3157220" h="3792854">
                  <a:moveTo>
                    <a:pt x="3156966" y="778002"/>
                  </a:moveTo>
                  <a:lnTo>
                    <a:pt x="3156966" y="739902"/>
                  </a:lnTo>
                  <a:lnTo>
                    <a:pt x="3147822" y="739902"/>
                  </a:lnTo>
                  <a:lnTo>
                    <a:pt x="3147822" y="778002"/>
                  </a:lnTo>
                  <a:lnTo>
                    <a:pt x="3156966" y="778002"/>
                  </a:lnTo>
                  <a:close/>
                </a:path>
                <a:path w="3157220" h="3792854">
                  <a:moveTo>
                    <a:pt x="3156966" y="711708"/>
                  </a:moveTo>
                  <a:lnTo>
                    <a:pt x="3156966" y="673608"/>
                  </a:lnTo>
                  <a:lnTo>
                    <a:pt x="3147822" y="673608"/>
                  </a:lnTo>
                  <a:lnTo>
                    <a:pt x="3147822" y="711708"/>
                  </a:lnTo>
                  <a:lnTo>
                    <a:pt x="3156966" y="711708"/>
                  </a:lnTo>
                  <a:close/>
                </a:path>
                <a:path w="3157220" h="3792854">
                  <a:moveTo>
                    <a:pt x="3156966" y="644652"/>
                  </a:moveTo>
                  <a:lnTo>
                    <a:pt x="3156966" y="606552"/>
                  </a:lnTo>
                  <a:lnTo>
                    <a:pt x="3147822" y="606552"/>
                  </a:lnTo>
                  <a:lnTo>
                    <a:pt x="3147822" y="644652"/>
                  </a:lnTo>
                  <a:lnTo>
                    <a:pt x="3156966" y="644652"/>
                  </a:lnTo>
                  <a:close/>
                </a:path>
                <a:path w="3157220" h="3792854">
                  <a:moveTo>
                    <a:pt x="3156966" y="578358"/>
                  </a:moveTo>
                  <a:lnTo>
                    <a:pt x="3156966" y="540258"/>
                  </a:lnTo>
                  <a:lnTo>
                    <a:pt x="3147822" y="540258"/>
                  </a:lnTo>
                  <a:lnTo>
                    <a:pt x="3147822" y="578358"/>
                  </a:lnTo>
                  <a:lnTo>
                    <a:pt x="3156966" y="578358"/>
                  </a:lnTo>
                  <a:close/>
                </a:path>
                <a:path w="3157220" h="3792854">
                  <a:moveTo>
                    <a:pt x="3156966" y="511302"/>
                  </a:moveTo>
                  <a:lnTo>
                    <a:pt x="3156966" y="473202"/>
                  </a:lnTo>
                  <a:lnTo>
                    <a:pt x="3147822" y="473202"/>
                  </a:lnTo>
                  <a:lnTo>
                    <a:pt x="3147822" y="511302"/>
                  </a:lnTo>
                  <a:lnTo>
                    <a:pt x="3156966" y="511302"/>
                  </a:lnTo>
                  <a:close/>
                </a:path>
                <a:path w="3157220" h="3792854">
                  <a:moveTo>
                    <a:pt x="3156966" y="445008"/>
                  </a:moveTo>
                  <a:lnTo>
                    <a:pt x="3156966" y="406908"/>
                  </a:lnTo>
                  <a:lnTo>
                    <a:pt x="3147822" y="406908"/>
                  </a:lnTo>
                  <a:lnTo>
                    <a:pt x="3147822" y="445008"/>
                  </a:lnTo>
                  <a:lnTo>
                    <a:pt x="3156966" y="445008"/>
                  </a:lnTo>
                  <a:close/>
                </a:path>
                <a:path w="3157220" h="3792854">
                  <a:moveTo>
                    <a:pt x="3156966" y="377952"/>
                  </a:moveTo>
                  <a:lnTo>
                    <a:pt x="3156966" y="339852"/>
                  </a:lnTo>
                  <a:lnTo>
                    <a:pt x="3147822" y="339852"/>
                  </a:lnTo>
                  <a:lnTo>
                    <a:pt x="3147822" y="377952"/>
                  </a:lnTo>
                  <a:lnTo>
                    <a:pt x="3156966" y="377952"/>
                  </a:lnTo>
                  <a:close/>
                </a:path>
                <a:path w="3157220" h="3792854">
                  <a:moveTo>
                    <a:pt x="3156966" y="311658"/>
                  </a:moveTo>
                  <a:lnTo>
                    <a:pt x="3156966" y="273558"/>
                  </a:lnTo>
                  <a:lnTo>
                    <a:pt x="3147822" y="273558"/>
                  </a:lnTo>
                  <a:lnTo>
                    <a:pt x="3147822" y="311658"/>
                  </a:lnTo>
                  <a:lnTo>
                    <a:pt x="3156966" y="311658"/>
                  </a:lnTo>
                  <a:close/>
                </a:path>
                <a:path w="3157220" h="3792854">
                  <a:moveTo>
                    <a:pt x="3156966" y="244602"/>
                  </a:moveTo>
                  <a:lnTo>
                    <a:pt x="3156966" y="206502"/>
                  </a:lnTo>
                  <a:lnTo>
                    <a:pt x="3147822" y="206502"/>
                  </a:lnTo>
                  <a:lnTo>
                    <a:pt x="3147822" y="244602"/>
                  </a:lnTo>
                  <a:lnTo>
                    <a:pt x="3156966" y="244602"/>
                  </a:lnTo>
                  <a:close/>
                </a:path>
                <a:path w="3157220" h="3792854">
                  <a:moveTo>
                    <a:pt x="3156966" y="178308"/>
                  </a:moveTo>
                  <a:lnTo>
                    <a:pt x="3156966" y="140208"/>
                  </a:lnTo>
                  <a:lnTo>
                    <a:pt x="3147822" y="140208"/>
                  </a:lnTo>
                  <a:lnTo>
                    <a:pt x="3147822" y="178308"/>
                  </a:lnTo>
                  <a:lnTo>
                    <a:pt x="3156966" y="178308"/>
                  </a:lnTo>
                  <a:close/>
                </a:path>
                <a:path w="3157220" h="3792854">
                  <a:moveTo>
                    <a:pt x="3156966" y="111252"/>
                  </a:moveTo>
                  <a:lnTo>
                    <a:pt x="3156966" y="75437"/>
                  </a:lnTo>
                  <a:lnTo>
                    <a:pt x="3154680" y="71628"/>
                  </a:lnTo>
                  <a:lnTo>
                    <a:pt x="3146298" y="76200"/>
                  </a:lnTo>
                  <a:lnTo>
                    <a:pt x="3147822" y="80010"/>
                  </a:lnTo>
                  <a:lnTo>
                    <a:pt x="3147822" y="111252"/>
                  </a:lnTo>
                  <a:lnTo>
                    <a:pt x="3156966" y="111252"/>
                  </a:lnTo>
                  <a:close/>
                </a:path>
                <a:path w="3157220" h="3792854">
                  <a:moveTo>
                    <a:pt x="3143250" y="46481"/>
                  </a:moveTo>
                  <a:lnTo>
                    <a:pt x="3132582" y="14478"/>
                  </a:lnTo>
                  <a:lnTo>
                    <a:pt x="3130296" y="12192"/>
                  </a:lnTo>
                  <a:lnTo>
                    <a:pt x="3125724" y="9906"/>
                  </a:lnTo>
                  <a:lnTo>
                    <a:pt x="3121914" y="18287"/>
                  </a:lnTo>
                  <a:lnTo>
                    <a:pt x="3123438" y="19050"/>
                  </a:lnTo>
                  <a:lnTo>
                    <a:pt x="3123438" y="17525"/>
                  </a:lnTo>
                  <a:lnTo>
                    <a:pt x="3126486" y="20574"/>
                  </a:lnTo>
                  <a:lnTo>
                    <a:pt x="3126486" y="26669"/>
                  </a:lnTo>
                  <a:lnTo>
                    <a:pt x="3134106" y="49530"/>
                  </a:lnTo>
                  <a:lnTo>
                    <a:pt x="3143250" y="46481"/>
                  </a:lnTo>
                  <a:close/>
                </a:path>
                <a:path w="3157220" h="3792854">
                  <a:moveTo>
                    <a:pt x="3126486" y="20574"/>
                  </a:moveTo>
                  <a:lnTo>
                    <a:pt x="3123438" y="17525"/>
                  </a:lnTo>
                  <a:lnTo>
                    <a:pt x="3124047" y="19354"/>
                  </a:lnTo>
                  <a:lnTo>
                    <a:pt x="3126486" y="20574"/>
                  </a:lnTo>
                  <a:close/>
                </a:path>
                <a:path w="3157220" h="3792854">
                  <a:moveTo>
                    <a:pt x="3124047" y="19354"/>
                  </a:moveTo>
                  <a:lnTo>
                    <a:pt x="3123438" y="17525"/>
                  </a:lnTo>
                  <a:lnTo>
                    <a:pt x="3123438" y="19050"/>
                  </a:lnTo>
                  <a:lnTo>
                    <a:pt x="3124047" y="19354"/>
                  </a:lnTo>
                  <a:close/>
                </a:path>
                <a:path w="3157220" h="3792854">
                  <a:moveTo>
                    <a:pt x="3126486" y="26669"/>
                  </a:moveTo>
                  <a:lnTo>
                    <a:pt x="3126486" y="20574"/>
                  </a:lnTo>
                  <a:lnTo>
                    <a:pt x="3124047" y="19354"/>
                  </a:lnTo>
                  <a:lnTo>
                    <a:pt x="3126486" y="26669"/>
                  </a:lnTo>
                  <a:close/>
                </a:path>
                <a:path w="3157220" h="3792854">
                  <a:moveTo>
                    <a:pt x="3096768" y="9143"/>
                  </a:moveTo>
                  <a:lnTo>
                    <a:pt x="3096768" y="0"/>
                  </a:lnTo>
                  <a:lnTo>
                    <a:pt x="3058668" y="0"/>
                  </a:lnTo>
                  <a:lnTo>
                    <a:pt x="3058668" y="9143"/>
                  </a:lnTo>
                  <a:lnTo>
                    <a:pt x="3096768" y="9143"/>
                  </a:lnTo>
                  <a:close/>
                </a:path>
                <a:path w="3157220" h="3792854">
                  <a:moveTo>
                    <a:pt x="3030474" y="9143"/>
                  </a:moveTo>
                  <a:lnTo>
                    <a:pt x="3030474" y="0"/>
                  </a:lnTo>
                  <a:lnTo>
                    <a:pt x="2992374" y="0"/>
                  </a:lnTo>
                  <a:lnTo>
                    <a:pt x="2992374" y="9143"/>
                  </a:lnTo>
                  <a:lnTo>
                    <a:pt x="3030474" y="9143"/>
                  </a:lnTo>
                  <a:close/>
                </a:path>
                <a:path w="3157220" h="3792854">
                  <a:moveTo>
                    <a:pt x="2963418" y="9143"/>
                  </a:moveTo>
                  <a:lnTo>
                    <a:pt x="2963418" y="0"/>
                  </a:lnTo>
                  <a:lnTo>
                    <a:pt x="2925318" y="0"/>
                  </a:lnTo>
                  <a:lnTo>
                    <a:pt x="2925318" y="9143"/>
                  </a:lnTo>
                  <a:lnTo>
                    <a:pt x="2963418" y="9143"/>
                  </a:lnTo>
                  <a:close/>
                </a:path>
                <a:path w="3157220" h="3792854">
                  <a:moveTo>
                    <a:pt x="2897124" y="9143"/>
                  </a:moveTo>
                  <a:lnTo>
                    <a:pt x="2897124" y="0"/>
                  </a:lnTo>
                  <a:lnTo>
                    <a:pt x="2859024" y="0"/>
                  </a:lnTo>
                  <a:lnTo>
                    <a:pt x="2859024" y="9143"/>
                  </a:lnTo>
                  <a:lnTo>
                    <a:pt x="2897124" y="9143"/>
                  </a:lnTo>
                  <a:close/>
                </a:path>
                <a:path w="3157220" h="3792854">
                  <a:moveTo>
                    <a:pt x="2830068" y="9143"/>
                  </a:moveTo>
                  <a:lnTo>
                    <a:pt x="2830068" y="0"/>
                  </a:lnTo>
                  <a:lnTo>
                    <a:pt x="2791968" y="0"/>
                  </a:lnTo>
                  <a:lnTo>
                    <a:pt x="2791968" y="9143"/>
                  </a:lnTo>
                  <a:lnTo>
                    <a:pt x="2830068" y="9143"/>
                  </a:lnTo>
                  <a:close/>
                </a:path>
                <a:path w="3157220" h="3792854">
                  <a:moveTo>
                    <a:pt x="2763774" y="9143"/>
                  </a:moveTo>
                  <a:lnTo>
                    <a:pt x="2763774" y="0"/>
                  </a:lnTo>
                  <a:lnTo>
                    <a:pt x="2725674" y="0"/>
                  </a:lnTo>
                  <a:lnTo>
                    <a:pt x="2725674" y="9143"/>
                  </a:lnTo>
                  <a:lnTo>
                    <a:pt x="2763774" y="9143"/>
                  </a:lnTo>
                  <a:close/>
                </a:path>
                <a:path w="3157220" h="3792854">
                  <a:moveTo>
                    <a:pt x="2696718" y="9143"/>
                  </a:moveTo>
                  <a:lnTo>
                    <a:pt x="2696718" y="0"/>
                  </a:lnTo>
                  <a:lnTo>
                    <a:pt x="2658618" y="0"/>
                  </a:lnTo>
                  <a:lnTo>
                    <a:pt x="2658618" y="9143"/>
                  </a:lnTo>
                  <a:lnTo>
                    <a:pt x="2696718" y="9143"/>
                  </a:lnTo>
                  <a:close/>
                </a:path>
                <a:path w="3157220" h="3792854">
                  <a:moveTo>
                    <a:pt x="2630424" y="9143"/>
                  </a:moveTo>
                  <a:lnTo>
                    <a:pt x="2630424" y="0"/>
                  </a:lnTo>
                  <a:lnTo>
                    <a:pt x="2592324" y="0"/>
                  </a:lnTo>
                  <a:lnTo>
                    <a:pt x="2592324" y="9143"/>
                  </a:lnTo>
                  <a:lnTo>
                    <a:pt x="2630424" y="9143"/>
                  </a:lnTo>
                  <a:close/>
                </a:path>
                <a:path w="3157220" h="3792854">
                  <a:moveTo>
                    <a:pt x="2563368" y="9143"/>
                  </a:moveTo>
                  <a:lnTo>
                    <a:pt x="2563368" y="0"/>
                  </a:lnTo>
                  <a:lnTo>
                    <a:pt x="2525268" y="0"/>
                  </a:lnTo>
                  <a:lnTo>
                    <a:pt x="2525268" y="9143"/>
                  </a:lnTo>
                  <a:lnTo>
                    <a:pt x="2563368" y="9143"/>
                  </a:lnTo>
                  <a:close/>
                </a:path>
                <a:path w="3157220" h="3792854">
                  <a:moveTo>
                    <a:pt x="2497074" y="9143"/>
                  </a:moveTo>
                  <a:lnTo>
                    <a:pt x="2497074" y="0"/>
                  </a:lnTo>
                  <a:lnTo>
                    <a:pt x="2458974" y="0"/>
                  </a:lnTo>
                  <a:lnTo>
                    <a:pt x="2458974" y="9143"/>
                  </a:lnTo>
                  <a:lnTo>
                    <a:pt x="2497074" y="9143"/>
                  </a:lnTo>
                  <a:close/>
                </a:path>
                <a:path w="3157220" h="3792854">
                  <a:moveTo>
                    <a:pt x="2430018" y="9143"/>
                  </a:moveTo>
                  <a:lnTo>
                    <a:pt x="2430018" y="0"/>
                  </a:lnTo>
                  <a:lnTo>
                    <a:pt x="2391918" y="0"/>
                  </a:lnTo>
                  <a:lnTo>
                    <a:pt x="2391918" y="9143"/>
                  </a:lnTo>
                  <a:lnTo>
                    <a:pt x="2430018" y="9143"/>
                  </a:lnTo>
                  <a:close/>
                </a:path>
                <a:path w="3157220" h="3792854">
                  <a:moveTo>
                    <a:pt x="2363724" y="9143"/>
                  </a:moveTo>
                  <a:lnTo>
                    <a:pt x="2363724" y="0"/>
                  </a:lnTo>
                  <a:lnTo>
                    <a:pt x="2325624" y="0"/>
                  </a:lnTo>
                  <a:lnTo>
                    <a:pt x="2325624" y="9143"/>
                  </a:lnTo>
                  <a:lnTo>
                    <a:pt x="2363724" y="9143"/>
                  </a:lnTo>
                  <a:close/>
                </a:path>
                <a:path w="3157220" h="3792854">
                  <a:moveTo>
                    <a:pt x="2296668" y="9143"/>
                  </a:moveTo>
                  <a:lnTo>
                    <a:pt x="2296668" y="0"/>
                  </a:lnTo>
                  <a:lnTo>
                    <a:pt x="2258568" y="0"/>
                  </a:lnTo>
                  <a:lnTo>
                    <a:pt x="2258568" y="9143"/>
                  </a:lnTo>
                  <a:lnTo>
                    <a:pt x="2296668" y="9143"/>
                  </a:lnTo>
                  <a:close/>
                </a:path>
                <a:path w="3157220" h="3792854">
                  <a:moveTo>
                    <a:pt x="2230374" y="9143"/>
                  </a:moveTo>
                  <a:lnTo>
                    <a:pt x="2230374" y="0"/>
                  </a:lnTo>
                  <a:lnTo>
                    <a:pt x="2192274" y="0"/>
                  </a:lnTo>
                  <a:lnTo>
                    <a:pt x="2192274" y="9143"/>
                  </a:lnTo>
                  <a:lnTo>
                    <a:pt x="2230374" y="9143"/>
                  </a:lnTo>
                  <a:close/>
                </a:path>
                <a:path w="3157220" h="3792854">
                  <a:moveTo>
                    <a:pt x="2163318" y="9143"/>
                  </a:moveTo>
                  <a:lnTo>
                    <a:pt x="2163318" y="0"/>
                  </a:lnTo>
                  <a:lnTo>
                    <a:pt x="2125218" y="0"/>
                  </a:lnTo>
                  <a:lnTo>
                    <a:pt x="2125218" y="9143"/>
                  </a:lnTo>
                  <a:lnTo>
                    <a:pt x="2163318" y="9143"/>
                  </a:lnTo>
                  <a:close/>
                </a:path>
                <a:path w="3157220" h="3792854">
                  <a:moveTo>
                    <a:pt x="2097024" y="9143"/>
                  </a:moveTo>
                  <a:lnTo>
                    <a:pt x="2097024" y="0"/>
                  </a:lnTo>
                  <a:lnTo>
                    <a:pt x="2058924" y="0"/>
                  </a:lnTo>
                  <a:lnTo>
                    <a:pt x="2058924" y="9143"/>
                  </a:lnTo>
                  <a:lnTo>
                    <a:pt x="2097024" y="9143"/>
                  </a:lnTo>
                  <a:close/>
                </a:path>
                <a:path w="3157220" h="3792854">
                  <a:moveTo>
                    <a:pt x="2029968" y="9143"/>
                  </a:moveTo>
                  <a:lnTo>
                    <a:pt x="2029968" y="0"/>
                  </a:lnTo>
                  <a:lnTo>
                    <a:pt x="1991868" y="0"/>
                  </a:lnTo>
                  <a:lnTo>
                    <a:pt x="1991868" y="9143"/>
                  </a:lnTo>
                  <a:lnTo>
                    <a:pt x="2029968" y="9143"/>
                  </a:lnTo>
                  <a:close/>
                </a:path>
                <a:path w="3157220" h="3792854">
                  <a:moveTo>
                    <a:pt x="1963674" y="9143"/>
                  </a:moveTo>
                  <a:lnTo>
                    <a:pt x="1963674" y="0"/>
                  </a:lnTo>
                  <a:lnTo>
                    <a:pt x="1925574" y="0"/>
                  </a:lnTo>
                  <a:lnTo>
                    <a:pt x="1925574" y="9143"/>
                  </a:lnTo>
                  <a:lnTo>
                    <a:pt x="1963674" y="9143"/>
                  </a:lnTo>
                  <a:close/>
                </a:path>
                <a:path w="3157220" h="3792854">
                  <a:moveTo>
                    <a:pt x="1896618" y="9143"/>
                  </a:moveTo>
                  <a:lnTo>
                    <a:pt x="1896618" y="0"/>
                  </a:lnTo>
                  <a:lnTo>
                    <a:pt x="1858518" y="0"/>
                  </a:lnTo>
                  <a:lnTo>
                    <a:pt x="1858518" y="9143"/>
                  </a:lnTo>
                  <a:lnTo>
                    <a:pt x="1896618" y="9143"/>
                  </a:lnTo>
                  <a:close/>
                </a:path>
                <a:path w="3157220" h="3792854">
                  <a:moveTo>
                    <a:pt x="1830324" y="9143"/>
                  </a:moveTo>
                  <a:lnTo>
                    <a:pt x="1830324" y="0"/>
                  </a:lnTo>
                  <a:lnTo>
                    <a:pt x="1792224" y="0"/>
                  </a:lnTo>
                  <a:lnTo>
                    <a:pt x="1792224" y="9143"/>
                  </a:lnTo>
                  <a:lnTo>
                    <a:pt x="1830324" y="9143"/>
                  </a:lnTo>
                  <a:close/>
                </a:path>
                <a:path w="3157220" h="3792854">
                  <a:moveTo>
                    <a:pt x="1763268" y="9143"/>
                  </a:moveTo>
                  <a:lnTo>
                    <a:pt x="1763268" y="0"/>
                  </a:lnTo>
                  <a:lnTo>
                    <a:pt x="1725168" y="0"/>
                  </a:lnTo>
                  <a:lnTo>
                    <a:pt x="1725168" y="9143"/>
                  </a:lnTo>
                  <a:lnTo>
                    <a:pt x="1763268" y="9143"/>
                  </a:lnTo>
                  <a:close/>
                </a:path>
                <a:path w="3157220" h="3792854">
                  <a:moveTo>
                    <a:pt x="1696974" y="9143"/>
                  </a:moveTo>
                  <a:lnTo>
                    <a:pt x="1696974" y="0"/>
                  </a:lnTo>
                  <a:lnTo>
                    <a:pt x="1658874" y="0"/>
                  </a:lnTo>
                  <a:lnTo>
                    <a:pt x="1658874" y="9143"/>
                  </a:lnTo>
                  <a:lnTo>
                    <a:pt x="1696974" y="9143"/>
                  </a:lnTo>
                  <a:close/>
                </a:path>
                <a:path w="3157220" h="3792854">
                  <a:moveTo>
                    <a:pt x="1629918" y="9143"/>
                  </a:moveTo>
                  <a:lnTo>
                    <a:pt x="1629918" y="0"/>
                  </a:lnTo>
                  <a:lnTo>
                    <a:pt x="1591818" y="0"/>
                  </a:lnTo>
                  <a:lnTo>
                    <a:pt x="1591818" y="9143"/>
                  </a:lnTo>
                  <a:lnTo>
                    <a:pt x="1629918" y="9143"/>
                  </a:lnTo>
                  <a:close/>
                </a:path>
                <a:path w="3157220" h="3792854">
                  <a:moveTo>
                    <a:pt x="1563624" y="9143"/>
                  </a:moveTo>
                  <a:lnTo>
                    <a:pt x="1563624" y="0"/>
                  </a:lnTo>
                  <a:lnTo>
                    <a:pt x="1525524" y="0"/>
                  </a:lnTo>
                  <a:lnTo>
                    <a:pt x="1525524" y="9143"/>
                  </a:lnTo>
                  <a:lnTo>
                    <a:pt x="1563624" y="9143"/>
                  </a:lnTo>
                  <a:close/>
                </a:path>
                <a:path w="3157220" h="3792854">
                  <a:moveTo>
                    <a:pt x="1496568" y="9143"/>
                  </a:moveTo>
                  <a:lnTo>
                    <a:pt x="1496568" y="0"/>
                  </a:lnTo>
                  <a:lnTo>
                    <a:pt x="1458468" y="0"/>
                  </a:lnTo>
                  <a:lnTo>
                    <a:pt x="1458468" y="9143"/>
                  </a:lnTo>
                  <a:lnTo>
                    <a:pt x="1496568" y="9143"/>
                  </a:lnTo>
                  <a:close/>
                </a:path>
                <a:path w="3157220" h="3792854">
                  <a:moveTo>
                    <a:pt x="1430274" y="9143"/>
                  </a:moveTo>
                  <a:lnTo>
                    <a:pt x="1430274" y="0"/>
                  </a:lnTo>
                  <a:lnTo>
                    <a:pt x="1392174" y="0"/>
                  </a:lnTo>
                  <a:lnTo>
                    <a:pt x="1392174" y="9143"/>
                  </a:lnTo>
                  <a:lnTo>
                    <a:pt x="1430274" y="9143"/>
                  </a:lnTo>
                  <a:close/>
                </a:path>
                <a:path w="3157220" h="3792854">
                  <a:moveTo>
                    <a:pt x="1363218" y="9143"/>
                  </a:moveTo>
                  <a:lnTo>
                    <a:pt x="1363218" y="0"/>
                  </a:lnTo>
                  <a:lnTo>
                    <a:pt x="1325118" y="0"/>
                  </a:lnTo>
                  <a:lnTo>
                    <a:pt x="1325118" y="9143"/>
                  </a:lnTo>
                  <a:lnTo>
                    <a:pt x="1363218" y="9143"/>
                  </a:lnTo>
                  <a:close/>
                </a:path>
                <a:path w="3157220" h="3792854">
                  <a:moveTo>
                    <a:pt x="1296924" y="9143"/>
                  </a:moveTo>
                  <a:lnTo>
                    <a:pt x="1296924" y="0"/>
                  </a:lnTo>
                  <a:lnTo>
                    <a:pt x="1258824" y="0"/>
                  </a:lnTo>
                  <a:lnTo>
                    <a:pt x="1258824" y="9143"/>
                  </a:lnTo>
                  <a:lnTo>
                    <a:pt x="1296924" y="9143"/>
                  </a:lnTo>
                  <a:close/>
                </a:path>
                <a:path w="3157220" h="3792854">
                  <a:moveTo>
                    <a:pt x="1229868" y="9143"/>
                  </a:moveTo>
                  <a:lnTo>
                    <a:pt x="1229868" y="0"/>
                  </a:lnTo>
                  <a:lnTo>
                    <a:pt x="1191768" y="0"/>
                  </a:lnTo>
                  <a:lnTo>
                    <a:pt x="1191768" y="9143"/>
                  </a:lnTo>
                  <a:lnTo>
                    <a:pt x="1229868" y="9143"/>
                  </a:lnTo>
                  <a:close/>
                </a:path>
                <a:path w="3157220" h="3792854">
                  <a:moveTo>
                    <a:pt x="1163574" y="9143"/>
                  </a:moveTo>
                  <a:lnTo>
                    <a:pt x="1163574" y="0"/>
                  </a:lnTo>
                  <a:lnTo>
                    <a:pt x="1125474" y="0"/>
                  </a:lnTo>
                  <a:lnTo>
                    <a:pt x="1125474" y="9143"/>
                  </a:lnTo>
                  <a:lnTo>
                    <a:pt x="1163574" y="9143"/>
                  </a:lnTo>
                  <a:close/>
                </a:path>
                <a:path w="3157220" h="3792854">
                  <a:moveTo>
                    <a:pt x="1096518" y="9143"/>
                  </a:moveTo>
                  <a:lnTo>
                    <a:pt x="1096518" y="0"/>
                  </a:lnTo>
                  <a:lnTo>
                    <a:pt x="1058418" y="0"/>
                  </a:lnTo>
                  <a:lnTo>
                    <a:pt x="1058418" y="9143"/>
                  </a:lnTo>
                  <a:lnTo>
                    <a:pt x="1096518" y="9143"/>
                  </a:lnTo>
                  <a:close/>
                </a:path>
                <a:path w="3157220" h="3792854">
                  <a:moveTo>
                    <a:pt x="1030224" y="9143"/>
                  </a:moveTo>
                  <a:lnTo>
                    <a:pt x="1030224" y="0"/>
                  </a:lnTo>
                  <a:lnTo>
                    <a:pt x="992124" y="0"/>
                  </a:lnTo>
                  <a:lnTo>
                    <a:pt x="992124" y="9143"/>
                  </a:lnTo>
                  <a:lnTo>
                    <a:pt x="1030224" y="9143"/>
                  </a:lnTo>
                  <a:close/>
                </a:path>
                <a:path w="3157220" h="3792854">
                  <a:moveTo>
                    <a:pt x="963168" y="9143"/>
                  </a:moveTo>
                  <a:lnTo>
                    <a:pt x="963168" y="0"/>
                  </a:lnTo>
                  <a:lnTo>
                    <a:pt x="925068" y="0"/>
                  </a:lnTo>
                  <a:lnTo>
                    <a:pt x="925068" y="9143"/>
                  </a:lnTo>
                  <a:lnTo>
                    <a:pt x="963168" y="9143"/>
                  </a:lnTo>
                  <a:close/>
                </a:path>
                <a:path w="3157220" h="3792854">
                  <a:moveTo>
                    <a:pt x="896874" y="9143"/>
                  </a:moveTo>
                  <a:lnTo>
                    <a:pt x="896874" y="0"/>
                  </a:lnTo>
                  <a:lnTo>
                    <a:pt x="858774" y="0"/>
                  </a:lnTo>
                  <a:lnTo>
                    <a:pt x="858774" y="9143"/>
                  </a:lnTo>
                  <a:lnTo>
                    <a:pt x="896874" y="9143"/>
                  </a:lnTo>
                  <a:close/>
                </a:path>
                <a:path w="3157220" h="3792854">
                  <a:moveTo>
                    <a:pt x="829818" y="9143"/>
                  </a:moveTo>
                  <a:lnTo>
                    <a:pt x="829818" y="0"/>
                  </a:lnTo>
                  <a:lnTo>
                    <a:pt x="791718" y="0"/>
                  </a:lnTo>
                  <a:lnTo>
                    <a:pt x="791718" y="9143"/>
                  </a:lnTo>
                  <a:lnTo>
                    <a:pt x="829818" y="9143"/>
                  </a:lnTo>
                  <a:close/>
                </a:path>
                <a:path w="3157220" h="3792854">
                  <a:moveTo>
                    <a:pt x="763524" y="9143"/>
                  </a:moveTo>
                  <a:lnTo>
                    <a:pt x="763524" y="0"/>
                  </a:lnTo>
                  <a:lnTo>
                    <a:pt x="725424" y="0"/>
                  </a:lnTo>
                  <a:lnTo>
                    <a:pt x="725424" y="9143"/>
                  </a:lnTo>
                  <a:lnTo>
                    <a:pt x="763524" y="9143"/>
                  </a:lnTo>
                  <a:close/>
                </a:path>
                <a:path w="3157220" h="3792854">
                  <a:moveTo>
                    <a:pt x="696468" y="9143"/>
                  </a:moveTo>
                  <a:lnTo>
                    <a:pt x="696468" y="0"/>
                  </a:lnTo>
                  <a:lnTo>
                    <a:pt x="658368" y="0"/>
                  </a:lnTo>
                  <a:lnTo>
                    <a:pt x="658368" y="9143"/>
                  </a:lnTo>
                  <a:lnTo>
                    <a:pt x="696468" y="9143"/>
                  </a:lnTo>
                  <a:close/>
                </a:path>
                <a:path w="3157220" h="3792854">
                  <a:moveTo>
                    <a:pt x="630174" y="9143"/>
                  </a:moveTo>
                  <a:lnTo>
                    <a:pt x="630174" y="0"/>
                  </a:lnTo>
                  <a:lnTo>
                    <a:pt x="592074" y="0"/>
                  </a:lnTo>
                  <a:lnTo>
                    <a:pt x="592074" y="9143"/>
                  </a:lnTo>
                  <a:lnTo>
                    <a:pt x="630174" y="9143"/>
                  </a:lnTo>
                  <a:close/>
                </a:path>
                <a:path w="3157220" h="3792854">
                  <a:moveTo>
                    <a:pt x="563118" y="9143"/>
                  </a:moveTo>
                  <a:lnTo>
                    <a:pt x="563118" y="0"/>
                  </a:lnTo>
                  <a:lnTo>
                    <a:pt x="525018" y="0"/>
                  </a:lnTo>
                  <a:lnTo>
                    <a:pt x="525018" y="9143"/>
                  </a:lnTo>
                  <a:lnTo>
                    <a:pt x="563118" y="9143"/>
                  </a:lnTo>
                  <a:close/>
                </a:path>
                <a:path w="3157220" h="3792854">
                  <a:moveTo>
                    <a:pt x="496824" y="9143"/>
                  </a:moveTo>
                  <a:lnTo>
                    <a:pt x="496824" y="0"/>
                  </a:lnTo>
                  <a:lnTo>
                    <a:pt x="458724" y="0"/>
                  </a:lnTo>
                  <a:lnTo>
                    <a:pt x="458724" y="9143"/>
                  </a:lnTo>
                  <a:lnTo>
                    <a:pt x="496824" y="9143"/>
                  </a:lnTo>
                  <a:close/>
                </a:path>
                <a:path w="3157220" h="3792854">
                  <a:moveTo>
                    <a:pt x="429768" y="9143"/>
                  </a:moveTo>
                  <a:lnTo>
                    <a:pt x="429768" y="0"/>
                  </a:lnTo>
                  <a:lnTo>
                    <a:pt x="391668" y="0"/>
                  </a:lnTo>
                  <a:lnTo>
                    <a:pt x="391668" y="9143"/>
                  </a:lnTo>
                  <a:lnTo>
                    <a:pt x="429768" y="9143"/>
                  </a:lnTo>
                  <a:close/>
                </a:path>
                <a:path w="3157220" h="3792854">
                  <a:moveTo>
                    <a:pt x="363474" y="9143"/>
                  </a:moveTo>
                  <a:lnTo>
                    <a:pt x="363474" y="0"/>
                  </a:lnTo>
                  <a:lnTo>
                    <a:pt x="325374" y="0"/>
                  </a:lnTo>
                  <a:lnTo>
                    <a:pt x="325374" y="9143"/>
                  </a:lnTo>
                  <a:lnTo>
                    <a:pt x="363474" y="9143"/>
                  </a:lnTo>
                  <a:close/>
                </a:path>
                <a:path w="3157220" h="3792854">
                  <a:moveTo>
                    <a:pt x="296418" y="9143"/>
                  </a:moveTo>
                  <a:lnTo>
                    <a:pt x="296418" y="0"/>
                  </a:lnTo>
                  <a:lnTo>
                    <a:pt x="258318" y="0"/>
                  </a:lnTo>
                  <a:lnTo>
                    <a:pt x="258318" y="9143"/>
                  </a:lnTo>
                  <a:lnTo>
                    <a:pt x="296418" y="9143"/>
                  </a:lnTo>
                  <a:close/>
                </a:path>
                <a:path w="3157220" h="3792854">
                  <a:moveTo>
                    <a:pt x="230124" y="9143"/>
                  </a:moveTo>
                  <a:lnTo>
                    <a:pt x="230124" y="0"/>
                  </a:lnTo>
                  <a:lnTo>
                    <a:pt x="192024" y="0"/>
                  </a:lnTo>
                  <a:lnTo>
                    <a:pt x="192024" y="9143"/>
                  </a:lnTo>
                  <a:lnTo>
                    <a:pt x="230124" y="9143"/>
                  </a:lnTo>
                  <a:close/>
                </a:path>
                <a:path w="3157220" h="3792854">
                  <a:moveTo>
                    <a:pt x="163068" y="9143"/>
                  </a:moveTo>
                  <a:lnTo>
                    <a:pt x="163068" y="0"/>
                  </a:lnTo>
                  <a:lnTo>
                    <a:pt x="124968" y="0"/>
                  </a:lnTo>
                  <a:lnTo>
                    <a:pt x="124968" y="9143"/>
                  </a:lnTo>
                  <a:lnTo>
                    <a:pt x="163068" y="9143"/>
                  </a:lnTo>
                  <a:close/>
                </a:path>
                <a:path w="3157220" h="3792854">
                  <a:moveTo>
                    <a:pt x="96774" y="9143"/>
                  </a:moveTo>
                  <a:lnTo>
                    <a:pt x="96774" y="0"/>
                  </a:lnTo>
                  <a:lnTo>
                    <a:pt x="58674" y="0"/>
                  </a:lnTo>
                  <a:lnTo>
                    <a:pt x="58674" y="9143"/>
                  </a:lnTo>
                  <a:lnTo>
                    <a:pt x="96774" y="9143"/>
                  </a:lnTo>
                  <a:close/>
                </a:path>
                <a:path w="3157220" h="3792854">
                  <a:moveTo>
                    <a:pt x="34290" y="19050"/>
                  </a:moveTo>
                  <a:lnTo>
                    <a:pt x="30480" y="10668"/>
                  </a:lnTo>
                  <a:lnTo>
                    <a:pt x="26670" y="12192"/>
                  </a:lnTo>
                  <a:lnTo>
                    <a:pt x="24384" y="14478"/>
                  </a:lnTo>
                  <a:lnTo>
                    <a:pt x="13716" y="47243"/>
                  </a:lnTo>
                  <a:lnTo>
                    <a:pt x="22098" y="50292"/>
                  </a:lnTo>
                  <a:lnTo>
                    <a:pt x="30480" y="26263"/>
                  </a:lnTo>
                  <a:lnTo>
                    <a:pt x="30480" y="20574"/>
                  </a:lnTo>
                  <a:lnTo>
                    <a:pt x="33528" y="17525"/>
                  </a:lnTo>
                  <a:lnTo>
                    <a:pt x="33528" y="19354"/>
                  </a:lnTo>
                  <a:lnTo>
                    <a:pt x="34290" y="19050"/>
                  </a:lnTo>
                  <a:close/>
                </a:path>
                <a:path w="3157220" h="3792854">
                  <a:moveTo>
                    <a:pt x="33528" y="17525"/>
                  </a:moveTo>
                  <a:lnTo>
                    <a:pt x="30480" y="20574"/>
                  </a:lnTo>
                  <a:lnTo>
                    <a:pt x="32786" y="19651"/>
                  </a:lnTo>
                  <a:lnTo>
                    <a:pt x="33528" y="17525"/>
                  </a:lnTo>
                  <a:close/>
                </a:path>
                <a:path w="3157220" h="3792854">
                  <a:moveTo>
                    <a:pt x="32786" y="19651"/>
                  </a:moveTo>
                  <a:lnTo>
                    <a:pt x="30480" y="20574"/>
                  </a:lnTo>
                  <a:lnTo>
                    <a:pt x="30480" y="26263"/>
                  </a:lnTo>
                  <a:lnTo>
                    <a:pt x="32786" y="19651"/>
                  </a:lnTo>
                  <a:close/>
                </a:path>
                <a:path w="3157220" h="3792854">
                  <a:moveTo>
                    <a:pt x="33528" y="19354"/>
                  </a:moveTo>
                  <a:lnTo>
                    <a:pt x="33528" y="17525"/>
                  </a:lnTo>
                  <a:lnTo>
                    <a:pt x="32786" y="19651"/>
                  </a:lnTo>
                  <a:lnTo>
                    <a:pt x="33528" y="1935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8935" y="1821180"/>
              <a:ext cx="2433066" cy="30304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75732" y="1860804"/>
              <a:ext cx="636270" cy="313690"/>
            </a:xfrm>
            <a:custGeom>
              <a:avLst/>
              <a:gdLst/>
              <a:ahLst/>
              <a:cxnLst/>
              <a:rect l="l" t="t" r="r" b="b"/>
              <a:pathLst>
                <a:path w="636270" h="313689">
                  <a:moveTo>
                    <a:pt x="636270" y="313181"/>
                  </a:moveTo>
                  <a:lnTo>
                    <a:pt x="636270" y="0"/>
                  </a:lnTo>
                  <a:lnTo>
                    <a:pt x="0" y="0"/>
                  </a:lnTo>
                  <a:lnTo>
                    <a:pt x="162306" y="156210"/>
                  </a:lnTo>
                  <a:lnTo>
                    <a:pt x="0" y="313182"/>
                  </a:lnTo>
                  <a:lnTo>
                    <a:pt x="636270" y="313181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50585" y="1837182"/>
              <a:ext cx="638175" cy="302260"/>
            </a:xfrm>
            <a:custGeom>
              <a:avLst/>
              <a:gdLst/>
              <a:ahLst/>
              <a:cxnLst/>
              <a:rect l="l" t="t" r="r" b="b"/>
              <a:pathLst>
                <a:path w="638175" h="302260">
                  <a:moveTo>
                    <a:pt x="637794" y="301752"/>
                  </a:moveTo>
                  <a:lnTo>
                    <a:pt x="637794" y="0"/>
                  </a:lnTo>
                  <a:lnTo>
                    <a:pt x="0" y="0"/>
                  </a:lnTo>
                  <a:lnTo>
                    <a:pt x="163068" y="144780"/>
                  </a:lnTo>
                  <a:lnTo>
                    <a:pt x="0" y="301752"/>
                  </a:lnTo>
                  <a:lnTo>
                    <a:pt x="637794" y="301752"/>
                  </a:lnTo>
                  <a:close/>
                </a:path>
              </a:pathLst>
            </a:custGeom>
            <a:solidFill>
              <a:srgbClr val="E3E3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45251" y="1832610"/>
              <a:ext cx="647700" cy="311150"/>
            </a:xfrm>
            <a:custGeom>
              <a:avLst/>
              <a:gdLst/>
              <a:ahLst/>
              <a:cxnLst/>
              <a:rect l="l" t="t" r="r" b="b"/>
              <a:pathLst>
                <a:path w="647700" h="311150">
                  <a:moveTo>
                    <a:pt x="164592" y="159731"/>
                  </a:moveTo>
                  <a:lnTo>
                    <a:pt x="164592" y="153162"/>
                  </a:lnTo>
                  <a:lnTo>
                    <a:pt x="160876" y="149863"/>
                  </a:lnTo>
                  <a:lnTo>
                    <a:pt x="1524" y="302514"/>
                  </a:lnTo>
                  <a:lnTo>
                    <a:pt x="0" y="304800"/>
                  </a:lnTo>
                  <a:lnTo>
                    <a:pt x="762" y="307848"/>
                  </a:lnTo>
                  <a:lnTo>
                    <a:pt x="2286" y="310134"/>
                  </a:lnTo>
                  <a:lnTo>
                    <a:pt x="5334" y="310896"/>
                  </a:lnTo>
                  <a:lnTo>
                    <a:pt x="5334" y="300990"/>
                  </a:lnTo>
                  <a:lnTo>
                    <a:pt x="17131" y="300990"/>
                  </a:lnTo>
                  <a:lnTo>
                    <a:pt x="164592" y="159731"/>
                  </a:lnTo>
                  <a:close/>
                </a:path>
                <a:path w="647700" h="311150">
                  <a:moveTo>
                    <a:pt x="17773" y="9143"/>
                  </a:moveTo>
                  <a:lnTo>
                    <a:pt x="8382" y="761"/>
                  </a:lnTo>
                  <a:lnTo>
                    <a:pt x="1524" y="8382"/>
                  </a:lnTo>
                  <a:lnTo>
                    <a:pt x="5334" y="11764"/>
                  </a:lnTo>
                  <a:lnTo>
                    <a:pt x="5334" y="9144"/>
                  </a:lnTo>
                  <a:lnTo>
                    <a:pt x="17773" y="9143"/>
                  </a:lnTo>
                  <a:close/>
                </a:path>
                <a:path w="647700" h="311150">
                  <a:moveTo>
                    <a:pt x="647700" y="306323"/>
                  </a:moveTo>
                  <a:lnTo>
                    <a:pt x="647700" y="4571"/>
                  </a:lnTo>
                  <a:lnTo>
                    <a:pt x="646938" y="761"/>
                  </a:lnTo>
                  <a:lnTo>
                    <a:pt x="643128" y="0"/>
                  </a:lnTo>
                  <a:lnTo>
                    <a:pt x="5334" y="0"/>
                  </a:lnTo>
                  <a:lnTo>
                    <a:pt x="5334" y="4148"/>
                  </a:lnTo>
                  <a:lnTo>
                    <a:pt x="8382" y="761"/>
                  </a:lnTo>
                  <a:lnTo>
                    <a:pt x="17773" y="9143"/>
                  </a:lnTo>
                  <a:lnTo>
                    <a:pt x="638556" y="9143"/>
                  </a:lnTo>
                  <a:lnTo>
                    <a:pt x="638556" y="4571"/>
                  </a:lnTo>
                  <a:lnTo>
                    <a:pt x="643128" y="9143"/>
                  </a:lnTo>
                  <a:lnTo>
                    <a:pt x="643128" y="310895"/>
                  </a:lnTo>
                  <a:lnTo>
                    <a:pt x="646938" y="309371"/>
                  </a:lnTo>
                  <a:lnTo>
                    <a:pt x="647700" y="306323"/>
                  </a:lnTo>
                  <a:close/>
                </a:path>
                <a:path w="647700" h="311150">
                  <a:moveTo>
                    <a:pt x="172974" y="149352"/>
                  </a:moveTo>
                  <a:lnTo>
                    <a:pt x="171450" y="146304"/>
                  </a:lnTo>
                  <a:lnTo>
                    <a:pt x="17773" y="9143"/>
                  </a:lnTo>
                  <a:lnTo>
                    <a:pt x="5334" y="9144"/>
                  </a:lnTo>
                  <a:lnTo>
                    <a:pt x="5334" y="11764"/>
                  </a:lnTo>
                  <a:lnTo>
                    <a:pt x="160876" y="149863"/>
                  </a:lnTo>
                  <a:lnTo>
                    <a:pt x="164592" y="146304"/>
                  </a:lnTo>
                  <a:lnTo>
                    <a:pt x="164592" y="159731"/>
                  </a:lnTo>
                  <a:lnTo>
                    <a:pt x="171450" y="153162"/>
                  </a:lnTo>
                  <a:lnTo>
                    <a:pt x="172974" y="149352"/>
                  </a:lnTo>
                  <a:close/>
                </a:path>
                <a:path w="647700" h="311150">
                  <a:moveTo>
                    <a:pt x="17131" y="300990"/>
                  </a:moveTo>
                  <a:lnTo>
                    <a:pt x="5334" y="300990"/>
                  </a:lnTo>
                  <a:lnTo>
                    <a:pt x="8382" y="309372"/>
                  </a:lnTo>
                  <a:lnTo>
                    <a:pt x="17131" y="300990"/>
                  </a:lnTo>
                  <a:close/>
                </a:path>
                <a:path w="647700" h="311150">
                  <a:moveTo>
                    <a:pt x="643128" y="300989"/>
                  </a:moveTo>
                  <a:lnTo>
                    <a:pt x="17131" y="300990"/>
                  </a:lnTo>
                  <a:lnTo>
                    <a:pt x="8382" y="309372"/>
                  </a:lnTo>
                  <a:lnTo>
                    <a:pt x="5334" y="300990"/>
                  </a:lnTo>
                  <a:lnTo>
                    <a:pt x="5334" y="310896"/>
                  </a:lnTo>
                  <a:lnTo>
                    <a:pt x="638556" y="310895"/>
                  </a:lnTo>
                  <a:lnTo>
                    <a:pt x="638556" y="306323"/>
                  </a:lnTo>
                  <a:lnTo>
                    <a:pt x="643128" y="300989"/>
                  </a:lnTo>
                  <a:close/>
                </a:path>
                <a:path w="647700" h="311150">
                  <a:moveTo>
                    <a:pt x="164592" y="153162"/>
                  </a:moveTo>
                  <a:lnTo>
                    <a:pt x="164592" y="146304"/>
                  </a:lnTo>
                  <a:lnTo>
                    <a:pt x="160876" y="149863"/>
                  </a:lnTo>
                  <a:lnTo>
                    <a:pt x="164592" y="153162"/>
                  </a:lnTo>
                  <a:close/>
                </a:path>
                <a:path w="647700" h="311150">
                  <a:moveTo>
                    <a:pt x="643128" y="9143"/>
                  </a:moveTo>
                  <a:lnTo>
                    <a:pt x="638556" y="4571"/>
                  </a:lnTo>
                  <a:lnTo>
                    <a:pt x="638556" y="9143"/>
                  </a:lnTo>
                  <a:lnTo>
                    <a:pt x="643128" y="9143"/>
                  </a:lnTo>
                  <a:close/>
                </a:path>
                <a:path w="647700" h="311150">
                  <a:moveTo>
                    <a:pt x="643128" y="300989"/>
                  </a:moveTo>
                  <a:lnTo>
                    <a:pt x="643128" y="9143"/>
                  </a:lnTo>
                  <a:lnTo>
                    <a:pt x="638556" y="9143"/>
                  </a:lnTo>
                  <a:lnTo>
                    <a:pt x="638556" y="300989"/>
                  </a:lnTo>
                  <a:lnTo>
                    <a:pt x="643128" y="300989"/>
                  </a:lnTo>
                  <a:close/>
                </a:path>
                <a:path w="647700" h="311150">
                  <a:moveTo>
                    <a:pt x="643128" y="310895"/>
                  </a:moveTo>
                  <a:lnTo>
                    <a:pt x="643128" y="300989"/>
                  </a:lnTo>
                  <a:lnTo>
                    <a:pt x="638556" y="306323"/>
                  </a:lnTo>
                  <a:lnTo>
                    <a:pt x="638556" y="310895"/>
                  </a:lnTo>
                  <a:lnTo>
                    <a:pt x="643128" y="31089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650484" y="1833960"/>
            <a:ext cx="386080" cy="263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6995" marR="5080" indent="-74930">
              <a:lnSpc>
                <a:spcPct val="111400"/>
              </a:lnSpc>
              <a:spcBef>
                <a:spcPts val="100"/>
              </a:spcBef>
            </a:pPr>
            <a:r>
              <a:rPr dirty="0" sz="700" spc="-5">
                <a:latin typeface="Arial MT"/>
                <a:cs typeface="Arial MT"/>
              </a:rPr>
              <a:t>Tur</a:t>
            </a:r>
            <a:r>
              <a:rPr dirty="0" sz="700">
                <a:latin typeface="Arial MT"/>
                <a:cs typeface="Arial MT"/>
              </a:rPr>
              <a:t>n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 spc="-5">
                <a:latin typeface="Arial MT"/>
                <a:cs typeface="Arial MT"/>
              </a:rPr>
              <a:t>Key  </a:t>
            </a:r>
            <a:r>
              <a:rPr dirty="0" sz="700">
                <a:latin typeface="Arial MT"/>
                <a:cs typeface="Arial MT"/>
              </a:rPr>
              <a:t>to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Off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74846" y="1834387"/>
            <a:ext cx="32702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>
                <a:latin typeface="Arial MT"/>
                <a:cs typeface="Arial MT"/>
              </a:rPr>
              <a:t>:Driving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39159" y="2146380"/>
            <a:ext cx="640080" cy="2635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700">
                <a:latin typeface="Arial MT"/>
                <a:cs typeface="Arial MT"/>
              </a:rPr>
              <a:t>Brake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Pressure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">
                <a:latin typeface="Arial MT"/>
                <a:cs typeface="Arial MT"/>
              </a:rPr>
              <a:t>«continuous»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39159" y="2758999"/>
            <a:ext cx="901700" cy="408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6065">
              <a:lnSpc>
                <a:spcPct val="111400"/>
              </a:lnSpc>
              <a:spcBef>
                <a:spcPts val="100"/>
              </a:spcBef>
            </a:pPr>
            <a:r>
              <a:rPr dirty="0" sz="700" spc="-5">
                <a:latin typeface="Arial MT"/>
                <a:cs typeface="Arial MT"/>
              </a:rPr>
              <a:t>«continuous» </a:t>
            </a:r>
            <a:r>
              <a:rPr dirty="0" sz="70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Brake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Pressure</a:t>
            </a:r>
            <a:endParaRPr sz="700">
              <a:latin typeface="Arial MT"/>
              <a:cs typeface="Arial MT"/>
            </a:endParaRPr>
          </a:p>
          <a:p>
            <a:pPr marL="560070">
              <a:lnSpc>
                <a:spcPct val="100000"/>
              </a:lnSpc>
              <a:spcBef>
                <a:spcPts val="300"/>
              </a:spcBef>
            </a:pPr>
            <a:r>
              <a:rPr dirty="0" sz="700">
                <a:latin typeface="Arial MT"/>
                <a:cs typeface="Arial MT"/>
              </a:rPr>
              <a:t>:Braking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39012" y="4103844"/>
            <a:ext cx="1008380" cy="528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1594" marR="457834" indent="-49530">
              <a:lnSpc>
                <a:spcPct val="112100"/>
              </a:lnSpc>
              <a:spcBef>
                <a:spcPts val="95"/>
              </a:spcBef>
            </a:pPr>
            <a:r>
              <a:rPr dirty="0" sz="700" spc="-5">
                <a:latin typeface="Arial MT"/>
                <a:cs typeface="Arial MT"/>
              </a:rPr>
              <a:t>«continu</a:t>
            </a:r>
            <a:r>
              <a:rPr dirty="0" sz="700" spc="-10">
                <a:latin typeface="Arial MT"/>
                <a:cs typeface="Arial MT"/>
              </a:rPr>
              <a:t>o</a:t>
            </a:r>
            <a:r>
              <a:rPr dirty="0" sz="700" spc="-5">
                <a:latin typeface="Arial MT"/>
                <a:cs typeface="Arial MT"/>
              </a:rPr>
              <a:t>us»  </a:t>
            </a:r>
            <a:r>
              <a:rPr dirty="0" sz="700" spc="-5">
                <a:latin typeface="Arial MT"/>
                <a:cs typeface="Arial MT"/>
              </a:rPr>
              <a:t>Modulation </a:t>
            </a:r>
            <a:r>
              <a:rPr dirty="0" sz="700">
                <a:latin typeface="Arial MT"/>
                <a:cs typeface="Arial MT"/>
              </a:rPr>
              <a:t> </a:t>
            </a:r>
            <a:r>
              <a:rPr dirty="0" sz="700" spc="-5">
                <a:latin typeface="Arial MT"/>
                <a:cs typeface="Arial MT"/>
              </a:rPr>
              <a:t>Frequency</a:t>
            </a:r>
            <a:endParaRPr sz="700">
              <a:latin typeface="Arial MT"/>
              <a:cs typeface="Arial MT"/>
            </a:endParaRPr>
          </a:p>
          <a:p>
            <a:pPr marL="323850">
              <a:lnSpc>
                <a:spcPct val="100000"/>
              </a:lnSpc>
              <a:spcBef>
                <a:spcPts val="300"/>
              </a:spcBef>
            </a:pPr>
            <a:r>
              <a:rPr dirty="0" sz="700">
                <a:latin typeface="Arial MT"/>
                <a:cs typeface="Arial MT"/>
              </a:rPr>
              <a:t>:Monitor</a:t>
            </a:r>
            <a:r>
              <a:rPr dirty="0" sz="700" spc="-4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Traction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01488" y="2758999"/>
            <a:ext cx="1043940" cy="65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8615" marR="5080" indent="-635">
              <a:lnSpc>
                <a:spcPct val="111400"/>
              </a:lnSpc>
              <a:spcBef>
                <a:spcPts val="100"/>
              </a:spcBef>
            </a:pPr>
            <a:r>
              <a:rPr dirty="0" sz="700" spc="-5">
                <a:latin typeface="Arial MT"/>
                <a:cs typeface="Arial MT"/>
              </a:rPr>
              <a:t>«continuous» </a:t>
            </a:r>
            <a:r>
              <a:rPr dirty="0" sz="70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Braking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Pressure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700">
                <a:latin typeface="Arial MT"/>
                <a:cs typeface="Arial MT"/>
              </a:rPr>
              <a:t>«controlOperator»</a:t>
            </a:r>
            <a:endParaRPr sz="700">
              <a:latin typeface="Arial MT"/>
              <a:cs typeface="Arial MT"/>
            </a:endParaRPr>
          </a:p>
          <a:p>
            <a:pPr marL="73660" marR="304800" indent="-26034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Arial MT"/>
                <a:cs typeface="Arial MT"/>
              </a:rPr>
              <a:t>:Enable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 spc="-5">
                <a:latin typeface="Arial MT"/>
                <a:cs typeface="Arial MT"/>
              </a:rPr>
              <a:t>o</a:t>
            </a:r>
            <a:r>
              <a:rPr dirty="0" sz="700">
                <a:latin typeface="Arial MT"/>
                <a:cs typeface="Arial MT"/>
              </a:rPr>
              <a:t>n</a:t>
            </a:r>
            <a:r>
              <a:rPr dirty="0" sz="70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Brake  </a:t>
            </a:r>
            <a:r>
              <a:rPr dirty="0" sz="700">
                <a:latin typeface="Arial MT"/>
                <a:cs typeface="Arial MT"/>
              </a:rPr>
              <a:t>Pressure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&gt;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14120" y="4476223"/>
            <a:ext cx="3536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{control}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99102" y="3370874"/>
            <a:ext cx="55499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69" marR="58419">
              <a:lnSpc>
                <a:spcPct val="112200"/>
              </a:lnSpc>
              <a:spcBef>
                <a:spcPts val="100"/>
              </a:spcBef>
            </a:pPr>
            <a:r>
              <a:rPr dirty="0" sz="700" spc="-5">
                <a:latin typeface="Arial MT"/>
                <a:cs typeface="Arial MT"/>
              </a:rPr>
              <a:t>Modulation  </a:t>
            </a:r>
            <a:r>
              <a:rPr dirty="0" sz="700" spc="-5">
                <a:latin typeface="Arial MT"/>
                <a:cs typeface="Arial MT"/>
              </a:rPr>
              <a:t>Frequency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">
                <a:latin typeface="Arial MT"/>
                <a:cs typeface="Arial MT"/>
              </a:rPr>
              <a:t>«continuous»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5">
                <a:latin typeface="Arial MT"/>
                <a:cs typeface="Arial MT"/>
              </a:rPr>
              <a:t>«optiona</a:t>
            </a:r>
            <a:r>
              <a:rPr dirty="0" sz="700">
                <a:latin typeface="Arial MT"/>
                <a:cs typeface="Arial MT"/>
              </a:rPr>
              <a:t>l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»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97201" y="1711451"/>
            <a:ext cx="1084580" cy="1559560"/>
            <a:chOff x="1997201" y="1711451"/>
            <a:chExt cx="1084580" cy="1559560"/>
          </a:xfrm>
        </p:grpSpPr>
        <p:sp>
          <p:nvSpPr>
            <p:cNvPr id="20" name="object 20"/>
            <p:cNvSpPr/>
            <p:nvPr/>
          </p:nvSpPr>
          <p:spPr>
            <a:xfrm>
              <a:off x="3008376" y="1737372"/>
              <a:ext cx="73660" cy="1533525"/>
            </a:xfrm>
            <a:custGeom>
              <a:avLst/>
              <a:gdLst/>
              <a:ahLst/>
              <a:cxnLst/>
              <a:rect l="l" t="t" r="r" b="b"/>
              <a:pathLst>
                <a:path w="73660" h="1533525">
                  <a:moveTo>
                    <a:pt x="73152" y="4572"/>
                  </a:moveTo>
                  <a:lnTo>
                    <a:pt x="71628" y="762"/>
                  </a:lnTo>
                  <a:lnTo>
                    <a:pt x="68580" y="0"/>
                  </a:lnTo>
                  <a:lnTo>
                    <a:pt x="5334" y="0"/>
                  </a:lnTo>
                  <a:lnTo>
                    <a:pt x="5334" y="4559"/>
                  </a:lnTo>
                  <a:lnTo>
                    <a:pt x="0" y="4572"/>
                  </a:lnTo>
                  <a:lnTo>
                    <a:pt x="0" y="1528572"/>
                  </a:lnTo>
                  <a:lnTo>
                    <a:pt x="1524" y="1531620"/>
                  </a:lnTo>
                  <a:lnTo>
                    <a:pt x="5334" y="1533144"/>
                  </a:lnTo>
                  <a:lnTo>
                    <a:pt x="9906" y="1533144"/>
                  </a:lnTo>
                  <a:lnTo>
                    <a:pt x="64008" y="1533144"/>
                  </a:lnTo>
                  <a:lnTo>
                    <a:pt x="68580" y="1533144"/>
                  </a:lnTo>
                  <a:lnTo>
                    <a:pt x="71628" y="1531620"/>
                  </a:lnTo>
                  <a:lnTo>
                    <a:pt x="73152" y="1528572"/>
                  </a:lnTo>
                  <a:lnTo>
                    <a:pt x="73152" y="4572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27682" y="1741932"/>
              <a:ext cx="636270" cy="300355"/>
            </a:xfrm>
            <a:custGeom>
              <a:avLst/>
              <a:gdLst/>
              <a:ahLst/>
              <a:cxnLst/>
              <a:rect l="l" t="t" r="r" b="b"/>
              <a:pathLst>
                <a:path w="636269" h="300355">
                  <a:moveTo>
                    <a:pt x="636270" y="300227"/>
                  </a:moveTo>
                  <a:lnTo>
                    <a:pt x="636270" y="0"/>
                  </a:lnTo>
                  <a:lnTo>
                    <a:pt x="0" y="0"/>
                  </a:lnTo>
                  <a:lnTo>
                    <a:pt x="162306" y="144018"/>
                  </a:lnTo>
                  <a:lnTo>
                    <a:pt x="0" y="300228"/>
                  </a:lnTo>
                  <a:lnTo>
                    <a:pt x="636270" y="300227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02535" y="1716785"/>
              <a:ext cx="638175" cy="299720"/>
            </a:xfrm>
            <a:custGeom>
              <a:avLst/>
              <a:gdLst/>
              <a:ahLst/>
              <a:cxnLst/>
              <a:rect l="l" t="t" r="r" b="b"/>
              <a:pathLst>
                <a:path w="638175" h="299719">
                  <a:moveTo>
                    <a:pt x="637794" y="299465"/>
                  </a:moveTo>
                  <a:lnTo>
                    <a:pt x="637794" y="0"/>
                  </a:lnTo>
                  <a:lnTo>
                    <a:pt x="0" y="0"/>
                  </a:lnTo>
                  <a:lnTo>
                    <a:pt x="175260" y="144018"/>
                  </a:lnTo>
                  <a:lnTo>
                    <a:pt x="0" y="299466"/>
                  </a:lnTo>
                  <a:lnTo>
                    <a:pt x="637794" y="299465"/>
                  </a:lnTo>
                  <a:close/>
                </a:path>
              </a:pathLst>
            </a:custGeom>
            <a:solidFill>
              <a:srgbClr val="E3E3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97201" y="1711451"/>
              <a:ext cx="647700" cy="310515"/>
            </a:xfrm>
            <a:custGeom>
              <a:avLst/>
              <a:gdLst/>
              <a:ahLst/>
              <a:cxnLst/>
              <a:rect l="l" t="t" r="r" b="b"/>
              <a:pathLst>
                <a:path w="647700" h="310514">
                  <a:moveTo>
                    <a:pt x="177545" y="158568"/>
                  </a:moveTo>
                  <a:lnTo>
                    <a:pt x="177545" y="153162"/>
                  </a:lnTo>
                  <a:lnTo>
                    <a:pt x="173099" y="149488"/>
                  </a:lnTo>
                  <a:lnTo>
                    <a:pt x="1523" y="301752"/>
                  </a:lnTo>
                  <a:lnTo>
                    <a:pt x="0" y="304038"/>
                  </a:lnTo>
                  <a:lnTo>
                    <a:pt x="761" y="307086"/>
                  </a:lnTo>
                  <a:lnTo>
                    <a:pt x="2285" y="308610"/>
                  </a:lnTo>
                  <a:lnTo>
                    <a:pt x="5333" y="310134"/>
                  </a:lnTo>
                  <a:lnTo>
                    <a:pt x="5333" y="300228"/>
                  </a:lnTo>
                  <a:lnTo>
                    <a:pt x="17832" y="300228"/>
                  </a:lnTo>
                  <a:lnTo>
                    <a:pt x="177545" y="158568"/>
                  </a:lnTo>
                  <a:close/>
                </a:path>
                <a:path w="647700" h="310514">
                  <a:moveTo>
                    <a:pt x="18582" y="9905"/>
                  </a:moveTo>
                  <a:lnTo>
                    <a:pt x="8381" y="1523"/>
                  </a:lnTo>
                  <a:lnTo>
                    <a:pt x="2285" y="8382"/>
                  </a:lnTo>
                  <a:lnTo>
                    <a:pt x="5333" y="10899"/>
                  </a:lnTo>
                  <a:lnTo>
                    <a:pt x="5333" y="9906"/>
                  </a:lnTo>
                  <a:lnTo>
                    <a:pt x="18582" y="9905"/>
                  </a:lnTo>
                  <a:close/>
                </a:path>
                <a:path w="647700" h="310514">
                  <a:moveTo>
                    <a:pt x="647699" y="304799"/>
                  </a:moveTo>
                  <a:lnTo>
                    <a:pt x="647699" y="5333"/>
                  </a:lnTo>
                  <a:lnTo>
                    <a:pt x="646937" y="1523"/>
                  </a:lnTo>
                  <a:lnTo>
                    <a:pt x="643127" y="0"/>
                  </a:lnTo>
                  <a:lnTo>
                    <a:pt x="5333" y="0"/>
                  </a:lnTo>
                  <a:lnTo>
                    <a:pt x="5333" y="4953"/>
                  </a:lnTo>
                  <a:lnTo>
                    <a:pt x="8381" y="1523"/>
                  </a:lnTo>
                  <a:lnTo>
                    <a:pt x="18582" y="9905"/>
                  </a:lnTo>
                  <a:lnTo>
                    <a:pt x="638555" y="9905"/>
                  </a:lnTo>
                  <a:lnTo>
                    <a:pt x="638555" y="5333"/>
                  </a:lnTo>
                  <a:lnTo>
                    <a:pt x="643127" y="9905"/>
                  </a:lnTo>
                  <a:lnTo>
                    <a:pt x="643127" y="310134"/>
                  </a:lnTo>
                  <a:lnTo>
                    <a:pt x="646937" y="308609"/>
                  </a:lnTo>
                  <a:lnTo>
                    <a:pt x="647699" y="304799"/>
                  </a:lnTo>
                  <a:close/>
                </a:path>
                <a:path w="647700" h="310514">
                  <a:moveTo>
                    <a:pt x="185165" y="149352"/>
                  </a:moveTo>
                  <a:lnTo>
                    <a:pt x="183641" y="145542"/>
                  </a:lnTo>
                  <a:lnTo>
                    <a:pt x="18582" y="9905"/>
                  </a:lnTo>
                  <a:lnTo>
                    <a:pt x="5333" y="9906"/>
                  </a:lnTo>
                  <a:lnTo>
                    <a:pt x="5333" y="10899"/>
                  </a:lnTo>
                  <a:lnTo>
                    <a:pt x="173099" y="149488"/>
                  </a:lnTo>
                  <a:lnTo>
                    <a:pt x="177545" y="145542"/>
                  </a:lnTo>
                  <a:lnTo>
                    <a:pt x="177545" y="158568"/>
                  </a:lnTo>
                  <a:lnTo>
                    <a:pt x="183641" y="153162"/>
                  </a:lnTo>
                  <a:lnTo>
                    <a:pt x="185165" y="149352"/>
                  </a:lnTo>
                  <a:close/>
                </a:path>
                <a:path w="647700" h="310514">
                  <a:moveTo>
                    <a:pt x="17832" y="300228"/>
                  </a:moveTo>
                  <a:lnTo>
                    <a:pt x="5333" y="300228"/>
                  </a:lnTo>
                  <a:lnTo>
                    <a:pt x="8381" y="308610"/>
                  </a:lnTo>
                  <a:lnTo>
                    <a:pt x="17832" y="300228"/>
                  </a:lnTo>
                  <a:close/>
                </a:path>
                <a:path w="647700" h="310514">
                  <a:moveTo>
                    <a:pt x="643127" y="300227"/>
                  </a:moveTo>
                  <a:lnTo>
                    <a:pt x="17832" y="300228"/>
                  </a:lnTo>
                  <a:lnTo>
                    <a:pt x="8381" y="308610"/>
                  </a:lnTo>
                  <a:lnTo>
                    <a:pt x="5333" y="300228"/>
                  </a:lnTo>
                  <a:lnTo>
                    <a:pt x="5333" y="310134"/>
                  </a:lnTo>
                  <a:lnTo>
                    <a:pt x="638555" y="310134"/>
                  </a:lnTo>
                  <a:lnTo>
                    <a:pt x="638555" y="304800"/>
                  </a:lnTo>
                  <a:lnTo>
                    <a:pt x="643127" y="300227"/>
                  </a:lnTo>
                  <a:close/>
                </a:path>
                <a:path w="647700" h="310514">
                  <a:moveTo>
                    <a:pt x="177545" y="153162"/>
                  </a:moveTo>
                  <a:lnTo>
                    <a:pt x="177545" y="145542"/>
                  </a:lnTo>
                  <a:lnTo>
                    <a:pt x="173099" y="149488"/>
                  </a:lnTo>
                  <a:lnTo>
                    <a:pt x="177545" y="153162"/>
                  </a:lnTo>
                  <a:close/>
                </a:path>
                <a:path w="647700" h="310514">
                  <a:moveTo>
                    <a:pt x="643127" y="9905"/>
                  </a:moveTo>
                  <a:lnTo>
                    <a:pt x="638555" y="5333"/>
                  </a:lnTo>
                  <a:lnTo>
                    <a:pt x="638555" y="9905"/>
                  </a:lnTo>
                  <a:lnTo>
                    <a:pt x="643127" y="9905"/>
                  </a:lnTo>
                  <a:close/>
                </a:path>
                <a:path w="647700" h="310514">
                  <a:moveTo>
                    <a:pt x="643127" y="300227"/>
                  </a:moveTo>
                  <a:lnTo>
                    <a:pt x="643127" y="9905"/>
                  </a:lnTo>
                  <a:lnTo>
                    <a:pt x="638555" y="9905"/>
                  </a:lnTo>
                  <a:lnTo>
                    <a:pt x="638555" y="300227"/>
                  </a:lnTo>
                  <a:lnTo>
                    <a:pt x="643127" y="300227"/>
                  </a:lnTo>
                  <a:close/>
                </a:path>
                <a:path w="647700" h="310514">
                  <a:moveTo>
                    <a:pt x="643127" y="310134"/>
                  </a:moveTo>
                  <a:lnTo>
                    <a:pt x="643127" y="300227"/>
                  </a:lnTo>
                  <a:lnTo>
                    <a:pt x="638555" y="304800"/>
                  </a:lnTo>
                  <a:lnTo>
                    <a:pt x="638555" y="310134"/>
                  </a:lnTo>
                  <a:lnTo>
                    <a:pt x="643127" y="31013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2202433" y="1713524"/>
            <a:ext cx="386080" cy="264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4460" marR="5080" indent="-112395">
              <a:lnSpc>
                <a:spcPct val="112200"/>
              </a:lnSpc>
              <a:spcBef>
                <a:spcPts val="100"/>
              </a:spcBef>
            </a:pPr>
            <a:r>
              <a:rPr dirty="0" sz="700" spc="-5">
                <a:latin typeface="Arial MT"/>
                <a:cs typeface="Arial MT"/>
              </a:rPr>
              <a:t>Tur</a:t>
            </a:r>
            <a:r>
              <a:rPr dirty="0" sz="700">
                <a:latin typeface="Arial MT"/>
                <a:cs typeface="Arial MT"/>
              </a:rPr>
              <a:t>n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 spc="-5">
                <a:latin typeface="Arial MT"/>
                <a:cs typeface="Arial MT"/>
              </a:rPr>
              <a:t>Key  </a:t>
            </a:r>
            <a:r>
              <a:rPr dirty="0" sz="700">
                <a:latin typeface="Arial MT"/>
                <a:cs typeface="Arial MT"/>
              </a:rPr>
              <a:t>to</a:t>
            </a:r>
            <a:r>
              <a:rPr dirty="0" sz="700" spc="-3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On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15033" y="1043177"/>
            <a:ext cx="6143625" cy="4457700"/>
            <a:chOff x="1415033" y="1043177"/>
            <a:chExt cx="6143625" cy="4457700"/>
          </a:xfrm>
        </p:grpSpPr>
        <p:sp>
          <p:nvSpPr>
            <p:cNvPr id="26" name="object 26"/>
            <p:cNvSpPr/>
            <p:nvPr/>
          </p:nvSpPr>
          <p:spPr>
            <a:xfrm>
              <a:off x="3078480" y="2012441"/>
              <a:ext cx="664210" cy="1177290"/>
            </a:xfrm>
            <a:custGeom>
              <a:avLst/>
              <a:gdLst/>
              <a:ahLst/>
              <a:cxnLst/>
              <a:rect l="l" t="t" r="r" b="b"/>
              <a:pathLst>
                <a:path w="664210" h="1177289">
                  <a:moveTo>
                    <a:pt x="38100" y="762"/>
                  </a:moveTo>
                  <a:lnTo>
                    <a:pt x="0" y="762"/>
                  </a:lnTo>
                  <a:lnTo>
                    <a:pt x="0" y="10668"/>
                  </a:lnTo>
                  <a:lnTo>
                    <a:pt x="38100" y="10668"/>
                  </a:lnTo>
                  <a:lnTo>
                    <a:pt x="38100" y="762"/>
                  </a:lnTo>
                  <a:close/>
                </a:path>
                <a:path w="664210" h="1177289">
                  <a:moveTo>
                    <a:pt x="63246" y="1167384"/>
                  </a:moveTo>
                  <a:lnTo>
                    <a:pt x="25146" y="1167384"/>
                  </a:lnTo>
                  <a:lnTo>
                    <a:pt x="25146" y="1177290"/>
                  </a:lnTo>
                  <a:lnTo>
                    <a:pt x="63246" y="1177290"/>
                  </a:lnTo>
                  <a:lnTo>
                    <a:pt x="63246" y="1167384"/>
                  </a:lnTo>
                  <a:close/>
                </a:path>
                <a:path w="664210" h="1177289">
                  <a:moveTo>
                    <a:pt x="105156" y="762"/>
                  </a:moveTo>
                  <a:lnTo>
                    <a:pt x="67056" y="762"/>
                  </a:lnTo>
                  <a:lnTo>
                    <a:pt x="67056" y="9906"/>
                  </a:lnTo>
                  <a:lnTo>
                    <a:pt x="105156" y="9906"/>
                  </a:lnTo>
                  <a:lnTo>
                    <a:pt x="105156" y="762"/>
                  </a:lnTo>
                  <a:close/>
                </a:path>
                <a:path w="664210" h="1177289">
                  <a:moveTo>
                    <a:pt x="130302" y="1167384"/>
                  </a:moveTo>
                  <a:lnTo>
                    <a:pt x="92202" y="1167384"/>
                  </a:lnTo>
                  <a:lnTo>
                    <a:pt x="92202" y="1177290"/>
                  </a:lnTo>
                  <a:lnTo>
                    <a:pt x="130302" y="1177290"/>
                  </a:lnTo>
                  <a:lnTo>
                    <a:pt x="130302" y="1167384"/>
                  </a:lnTo>
                  <a:close/>
                </a:path>
                <a:path w="664210" h="1177289">
                  <a:moveTo>
                    <a:pt x="171450" y="762"/>
                  </a:moveTo>
                  <a:lnTo>
                    <a:pt x="133350" y="762"/>
                  </a:lnTo>
                  <a:lnTo>
                    <a:pt x="133350" y="9906"/>
                  </a:lnTo>
                  <a:lnTo>
                    <a:pt x="171450" y="9906"/>
                  </a:lnTo>
                  <a:lnTo>
                    <a:pt x="171450" y="762"/>
                  </a:lnTo>
                  <a:close/>
                </a:path>
                <a:path w="664210" h="1177289">
                  <a:moveTo>
                    <a:pt x="196596" y="1167384"/>
                  </a:moveTo>
                  <a:lnTo>
                    <a:pt x="158496" y="1167384"/>
                  </a:lnTo>
                  <a:lnTo>
                    <a:pt x="158496" y="1176528"/>
                  </a:lnTo>
                  <a:lnTo>
                    <a:pt x="196596" y="1176528"/>
                  </a:lnTo>
                  <a:lnTo>
                    <a:pt x="196596" y="1167384"/>
                  </a:lnTo>
                  <a:close/>
                </a:path>
                <a:path w="664210" h="1177289">
                  <a:moveTo>
                    <a:pt x="238506" y="0"/>
                  </a:moveTo>
                  <a:lnTo>
                    <a:pt x="200406" y="762"/>
                  </a:lnTo>
                  <a:lnTo>
                    <a:pt x="200406" y="9906"/>
                  </a:lnTo>
                  <a:lnTo>
                    <a:pt x="238506" y="9906"/>
                  </a:lnTo>
                  <a:lnTo>
                    <a:pt x="238506" y="0"/>
                  </a:lnTo>
                  <a:close/>
                </a:path>
                <a:path w="664210" h="1177289">
                  <a:moveTo>
                    <a:pt x="263652" y="1167384"/>
                  </a:moveTo>
                  <a:lnTo>
                    <a:pt x="225552" y="1167384"/>
                  </a:lnTo>
                  <a:lnTo>
                    <a:pt x="225552" y="1176528"/>
                  </a:lnTo>
                  <a:lnTo>
                    <a:pt x="263652" y="1176528"/>
                  </a:lnTo>
                  <a:lnTo>
                    <a:pt x="263652" y="1167384"/>
                  </a:lnTo>
                  <a:close/>
                </a:path>
                <a:path w="664210" h="1177289">
                  <a:moveTo>
                    <a:pt x="304800" y="0"/>
                  </a:moveTo>
                  <a:lnTo>
                    <a:pt x="266700" y="0"/>
                  </a:lnTo>
                  <a:lnTo>
                    <a:pt x="266700" y="9906"/>
                  </a:lnTo>
                  <a:lnTo>
                    <a:pt x="304800" y="9906"/>
                  </a:lnTo>
                  <a:lnTo>
                    <a:pt x="304800" y="0"/>
                  </a:lnTo>
                  <a:close/>
                </a:path>
                <a:path w="664210" h="1177289">
                  <a:moveTo>
                    <a:pt x="329946" y="1167384"/>
                  </a:moveTo>
                  <a:lnTo>
                    <a:pt x="291846" y="1167384"/>
                  </a:lnTo>
                  <a:lnTo>
                    <a:pt x="291846" y="1176528"/>
                  </a:lnTo>
                  <a:lnTo>
                    <a:pt x="329946" y="1176528"/>
                  </a:lnTo>
                  <a:lnTo>
                    <a:pt x="329946" y="1167384"/>
                  </a:lnTo>
                  <a:close/>
                </a:path>
                <a:path w="664210" h="1177289">
                  <a:moveTo>
                    <a:pt x="371856" y="0"/>
                  </a:moveTo>
                  <a:lnTo>
                    <a:pt x="333756" y="0"/>
                  </a:lnTo>
                  <a:lnTo>
                    <a:pt x="333756" y="9906"/>
                  </a:lnTo>
                  <a:lnTo>
                    <a:pt x="371856" y="9906"/>
                  </a:lnTo>
                  <a:lnTo>
                    <a:pt x="371856" y="0"/>
                  </a:lnTo>
                  <a:close/>
                </a:path>
                <a:path w="664210" h="1177289">
                  <a:moveTo>
                    <a:pt x="397002" y="1166622"/>
                  </a:moveTo>
                  <a:lnTo>
                    <a:pt x="358902" y="1166622"/>
                  </a:lnTo>
                  <a:lnTo>
                    <a:pt x="358902" y="1176528"/>
                  </a:lnTo>
                  <a:lnTo>
                    <a:pt x="397002" y="1176528"/>
                  </a:lnTo>
                  <a:lnTo>
                    <a:pt x="397002" y="1166622"/>
                  </a:lnTo>
                  <a:close/>
                </a:path>
                <a:path w="664210" h="1177289">
                  <a:moveTo>
                    <a:pt x="438150" y="0"/>
                  </a:moveTo>
                  <a:lnTo>
                    <a:pt x="400050" y="0"/>
                  </a:lnTo>
                  <a:lnTo>
                    <a:pt x="400050" y="9906"/>
                  </a:lnTo>
                  <a:lnTo>
                    <a:pt x="438150" y="9144"/>
                  </a:lnTo>
                  <a:lnTo>
                    <a:pt x="438150" y="0"/>
                  </a:lnTo>
                  <a:close/>
                </a:path>
                <a:path w="664210" h="1177289">
                  <a:moveTo>
                    <a:pt x="463296" y="1166622"/>
                  </a:moveTo>
                  <a:lnTo>
                    <a:pt x="425196" y="1166622"/>
                  </a:lnTo>
                  <a:lnTo>
                    <a:pt x="425196" y="1176528"/>
                  </a:lnTo>
                  <a:lnTo>
                    <a:pt x="463296" y="1176528"/>
                  </a:lnTo>
                  <a:lnTo>
                    <a:pt x="463296" y="1166622"/>
                  </a:lnTo>
                  <a:close/>
                </a:path>
                <a:path w="664210" h="1177289">
                  <a:moveTo>
                    <a:pt x="505206" y="0"/>
                  </a:moveTo>
                  <a:lnTo>
                    <a:pt x="467106" y="0"/>
                  </a:lnTo>
                  <a:lnTo>
                    <a:pt x="467106" y="9144"/>
                  </a:lnTo>
                  <a:lnTo>
                    <a:pt x="505206" y="9144"/>
                  </a:lnTo>
                  <a:lnTo>
                    <a:pt x="505206" y="0"/>
                  </a:lnTo>
                  <a:close/>
                </a:path>
                <a:path w="664210" h="1177289">
                  <a:moveTo>
                    <a:pt x="530352" y="1166622"/>
                  </a:moveTo>
                  <a:lnTo>
                    <a:pt x="492252" y="1166622"/>
                  </a:lnTo>
                  <a:lnTo>
                    <a:pt x="492252" y="1176528"/>
                  </a:lnTo>
                  <a:lnTo>
                    <a:pt x="530352" y="1175766"/>
                  </a:lnTo>
                  <a:lnTo>
                    <a:pt x="530352" y="1166622"/>
                  </a:lnTo>
                  <a:close/>
                </a:path>
                <a:path w="664210" h="1177289">
                  <a:moveTo>
                    <a:pt x="571500" y="0"/>
                  </a:moveTo>
                  <a:lnTo>
                    <a:pt x="533400" y="0"/>
                  </a:lnTo>
                  <a:lnTo>
                    <a:pt x="533400" y="9144"/>
                  </a:lnTo>
                  <a:lnTo>
                    <a:pt x="571500" y="9144"/>
                  </a:lnTo>
                  <a:lnTo>
                    <a:pt x="571500" y="0"/>
                  </a:lnTo>
                  <a:close/>
                </a:path>
                <a:path w="664210" h="1177289">
                  <a:moveTo>
                    <a:pt x="596646" y="1166622"/>
                  </a:moveTo>
                  <a:lnTo>
                    <a:pt x="558546" y="1166622"/>
                  </a:lnTo>
                  <a:lnTo>
                    <a:pt x="558546" y="1175766"/>
                  </a:lnTo>
                  <a:lnTo>
                    <a:pt x="596646" y="1175766"/>
                  </a:lnTo>
                  <a:lnTo>
                    <a:pt x="596646" y="1166622"/>
                  </a:lnTo>
                  <a:close/>
                </a:path>
                <a:path w="664210" h="1177289">
                  <a:moveTo>
                    <a:pt x="663702" y="1166622"/>
                  </a:moveTo>
                  <a:lnTo>
                    <a:pt x="625602" y="1166622"/>
                  </a:lnTo>
                  <a:lnTo>
                    <a:pt x="625602" y="1175766"/>
                  </a:lnTo>
                  <a:lnTo>
                    <a:pt x="663702" y="1175766"/>
                  </a:lnTo>
                  <a:lnTo>
                    <a:pt x="663702" y="1166622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8554" y="1821942"/>
              <a:ext cx="109727" cy="792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641854" y="1857006"/>
              <a:ext cx="238760" cy="10160"/>
            </a:xfrm>
            <a:custGeom>
              <a:avLst/>
              <a:gdLst/>
              <a:ahLst/>
              <a:cxnLst/>
              <a:rect l="l" t="t" r="r" b="b"/>
              <a:pathLst>
                <a:path w="238760" h="10160">
                  <a:moveTo>
                    <a:pt x="38100" y="762"/>
                  </a:moveTo>
                  <a:lnTo>
                    <a:pt x="0" y="762"/>
                  </a:lnTo>
                  <a:lnTo>
                    <a:pt x="0" y="9906"/>
                  </a:lnTo>
                  <a:lnTo>
                    <a:pt x="38100" y="9906"/>
                  </a:lnTo>
                  <a:lnTo>
                    <a:pt x="38100" y="762"/>
                  </a:lnTo>
                  <a:close/>
                </a:path>
                <a:path w="238760" h="10160">
                  <a:moveTo>
                    <a:pt x="105156" y="0"/>
                  </a:moveTo>
                  <a:lnTo>
                    <a:pt x="67056" y="762"/>
                  </a:lnTo>
                  <a:lnTo>
                    <a:pt x="67056" y="9906"/>
                  </a:lnTo>
                  <a:lnTo>
                    <a:pt x="105156" y="9906"/>
                  </a:lnTo>
                  <a:lnTo>
                    <a:pt x="105156" y="0"/>
                  </a:lnTo>
                  <a:close/>
                </a:path>
                <a:path w="238760" h="10160">
                  <a:moveTo>
                    <a:pt x="171450" y="0"/>
                  </a:moveTo>
                  <a:lnTo>
                    <a:pt x="133350" y="0"/>
                  </a:lnTo>
                  <a:lnTo>
                    <a:pt x="133350" y="9906"/>
                  </a:lnTo>
                  <a:lnTo>
                    <a:pt x="171450" y="9906"/>
                  </a:lnTo>
                  <a:lnTo>
                    <a:pt x="171450" y="0"/>
                  </a:lnTo>
                  <a:close/>
                </a:path>
                <a:path w="238760" h="10160">
                  <a:moveTo>
                    <a:pt x="238506" y="0"/>
                  </a:moveTo>
                  <a:lnTo>
                    <a:pt x="200406" y="0"/>
                  </a:lnTo>
                  <a:lnTo>
                    <a:pt x="200406" y="9144"/>
                  </a:lnTo>
                  <a:lnTo>
                    <a:pt x="238506" y="9144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7379" y="1821942"/>
              <a:ext cx="109728" cy="7924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831085" y="1856994"/>
              <a:ext cx="38100" cy="10160"/>
            </a:xfrm>
            <a:custGeom>
              <a:avLst/>
              <a:gdLst/>
              <a:ahLst/>
              <a:cxnLst/>
              <a:rect l="l" t="t" r="r" b="b"/>
              <a:pathLst>
                <a:path w="38100" h="10160">
                  <a:moveTo>
                    <a:pt x="38100" y="9144"/>
                  </a:moveTo>
                  <a:lnTo>
                    <a:pt x="38100" y="0"/>
                  </a:lnTo>
                  <a:lnTo>
                    <a:pt x="0" y="0"/>
                  </a:lnTo>
                  <a:lnTo>
                    <a:pt x="0" y="9906"/>
                  </a:lnTo>
                  <a:lnTo>
                    <a:pt x="38100" y="914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7151" y="1784604"/>
              <a:ext cx="160019" cy="16535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64029" y="1857756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38100" y="9144"/>
                  </a:moveTo>
                  <a:lnTo>
                    <a:pt x="38100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38100" y="9144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21601" y="1903476"/>
              <a:ext cx="214883" cy="18897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415034" y="1043177"/>
              <a:ext cx="6143625" cy="4457700"/>
            </a:xfrm>
            <a:custGeom>
              <a:avLst/>
              <a:gdLst/>
              <a:ahLst/>
              <a:cxnLst/>
              <a:rect l="l" t="t" r="r" b="b"/>
              <a:pathLst>
                <a:path w="6143625" h="4457700">
                  <a:moveTo>
                    <a:pt x="1044689" y="14478"/>
                  </a:moveTo>
                  <a:lnTo>
                    <a:pt x="1042403" y="12954"/>
                  </a:lnTo>
                  <a:lnTo>
                    <a:pt x="1040879" y="12954"/>
                  </a:lnTo>
                  <a:lnTo>
                    <a:pt x="1040879" y="16002"/>
                  </a:lnTo>
                  <a:lnTo>
                    <a:pt x="1040879" y="96570"/>
                  </a:lnTo>
                  <a:lnTo>
                    <a:pt x="920483" y="184404"/>
                  </a:lnTo>
                  <a:lnTo>
                    <a:pt x="15989" y="184404"/>
                  </a:lnTo>
                  <a:lnTo>
                    <a:pt x="15989" y="16002"/>
                  </a:lnTo>
                  <a:lnTo>
                    <a:pt x="1040879" y="16002"/>
                  </a:lnTo>
                  <a:lnTo>
                    <a:pt x="1040879" y="12954"/>
                  </a:lnTo>
                  <a:lnTo>
                    <a:pt x="13703" y="12954"/>
                  </a:lnTo>
                  <a:lnTo>
                    <a:pt x="12179" y="14478"/>
                  </a:lnTo>
                  <a:lnTo>
                    <a:pt x="12179" y="185928"/>
                  </a:lnTo>
                  <a:lnTo>
                    <a:pt x="13703" y="187452"/>
                  </a:lnTo>
                  <a:lnTo>
                    <a:pt x="15989" y="187452"/>
                  </a:lnTo>
                  <a:lnTo>
                    <a:pt x="921245" y="187452"/>
                  </a:lnTo>
                  <a:lnTo>
                    <a:pt x="922007" y="187452"/>
                  </a:lnTo>
                  <a:lnTo>
                    <a:pt x="1040879" y="100533"/>
                  </a:lnTo>
                  <a:lnTo>
                    <a:pt x="1041641" y="99974"/>
                  </a:lnTo>
                  <a:lnTo>
                    <a:pt x="1042403" y="99415"/>
                  </a:lnTo>
                  <a:lnTo>
                    <a:pt x="1043927" y="98298"/>
                  </a:lnTo>
                  <a:lnTo>
                    <a:pt x="1044689" y="96774"/>
                  </a:lnTo>
                  <a:lnTo>
                    <a:pt x="1044689" y="14478"/>
                  </a:lnTo>
                  <a:close/>
                </a:path>
                <a:path w="6143625" h="4457700">
                  <a:moveTo>
                    <a:pt x="4751832" y="934986"/>
                  </a:moveTo>
                  <a:lnTo>
                    <a:pt x="4748784" y="922794"/>
                  </a:lnTo>
                  <a:lnTo>
                    <a:pt x="4699254" y="931938"/>
                  </a:lnTo>
                  <a:lnTo>
                    <a:pt x="4701540" y="944892"/>
                  </a:lnTo>
                  <a:lnTo>
                    <a:pt x="4751832" y="934986"/>
                  </a:lnTo>
                  <a:close/>
                </a:path>
                <a:path w="6143625" h="4457700">
                  <a:moveTo>
                    <a:pt x="4838700" y="918984"/>
                  </a:moveTo>
                  <a:lnTo>
                    <a:pt x="4836414" y="906030"/>
                  </a:lnTo>
                  <a:lnTo>
                    <a:pt x="4786884" y="915936"/>
                  </a:lnTo>
                  <a:lnTo>
                    <a:pt x="4789170" y="928128"/>
                  </a:lnTo>
                  <a:lnTo>
                    <a:pt x="4838700" y="918984"/>
                  </a:lnTo>
                  <a:close/>
                </a:path>
                <a:path w="6143625" h="4457700">
                  <a:moveTo>
                    <a:pt x="4911090" y="977658"/>
                  </a:moveTo>
                  <a:lnTo>
                    <a:pt x="4902708" y="967752"/>
                  </a:lnTo>
                  <a:lnTo>
                    <a:pt x="4867656" y="1000518"/>
                  </a:lnTo>
                  <a:lnTo>
                    <a:pt x="4865370" y="1002042"/>
                  </a:lnTo>
                  <a:lnTo>
                    <a:pt x="4864608" y="1005090"/>
                  </a:lnTo>
                  <a:lnTo>
                    <a:pt x="4866132" y="1008138"/>
                  </a:lnTo>
                  <a:lnTo>
                    <a:pt x="4867656" y="1010424"/>
                  </a:lnTo>
                  <a:lnTo>
                    <a:pt x="4869942" y="1011948"/>
                  </a:lnTo>
                  <a:lnTo>
                    <a:pt x="4870704" y="1011758"/>
                  </a:lnTo>
                  <a:lnTo>
                    <a:pt x="4872990" y="1011186"/>
                  </a:lnTo>
                  <a:lnTo>
                    <a:pt x="4876038" y="1011186"/>
                  </a:lnTo>
                  <a:lnTo>
                    <a:pt x="4875619" y="1008824"/>
                  </a:lnTo>
                  <a:lnTo>
                    <a:pt x="4876038" y="1009662"/>
                  </a:lnTo>
                  <a:lnTo>
                    <a:pt x="4911090" y="977658"/>
                  </a:lnTo>
                  <a:close/>
                </a:path>
                <a:path w="6143625" h="4457700">
                  <a:moveTo>
                    <a:pt x="4926330" y="902220"/>
                  </a:moveTo>
                  <a:lnTo>
                    <a:pt x="4924044" y="890028"/>
                  </a:lnTo>
                  <a:lnTo>
                    <a:pt x="4873752" y="899172"/>
                  </a:lnTo>
                  <a:lnTo>
                    <a:pt x="4876038" y="912126"/>
                  </a:lnTo>
                  <a:lnTo>
                    <a:pt x="4926330" y="902220"/>
                  </a:lnTo>
                  <a:close/>
                </a:path>
                <a:path w="6143625" h="4457700">
                  <a:moveTo>
                    <a:pt x="4963668" y="997470"/>
                  </a:moveTo>
                  <a:lnTo>
                    <a:pt x="4962144" y="985278"/>
                  </a:lnTo>
                  <a:lnTo>
                    <a:pt x="4911852" y="992898"/>
                  </a:lnTo>
                  <a:lnTo>
                    <a:pt x="4913376" y="1005090"/>
                  </a:lnTo>
                  <a:lnTo>
                    <a:pt x="4963668" y="997470"/>
                  </a:lnTo>
                  <a:close/>
                </a:path>
                <a:path w="6143625" h="4457700">
                  <a:moveTo>
                    <a:pt x="4975860" y="916698"/>
                  </a:moveTo>
                  <a:lnTo>
                    <a:pt x="4967478" y="907554"/>
                  </a:lnTo>
                  <a:lnTo>
                    <a:pt x="4930140" y="941844"/>
                  </a:lnTo>
                  <a:lnTo>
                    <a:pt x="4939284" y="951750"/>
                  </a:lnTo>
                  <a:lnTo>
                    <a:pt x="4975860" y="916698"/>
                  </a:lnTo>
                  <a:close/>
                </a:path>
                <a:path w="6143625" h="4457700">
                  <a:moveTo>
                    <a:pt x="5012436" y="880884"/>
                  </a:moveTo>
                  <a:lnTo>
                    <a:pt x="5010912" y="878598"/>
                  </a:lnTo>
                  <a:lnTo>
                    <a:pt x="5009388" y="875550"/>
                  </a:lnTo>
                  <a:lnTo>
                    <a:pt x="5007102" y="874788"/>
                  </a:lnTo>
                  <a:lnTo>
                    <a:pt x="5004054" y="874788"/>
                  </a:lnTo>
                  <a:lnTo>
                    <a:pt x="4961382" y="883170"/>
                  </a:lnTo>
                  <a:lnTo>
                    <a:pt x="4963668" y="895362"/>
                  </a:lnTo>
                  <a:lnTo>
                    <a:pt x="4995672" y="889647"/>
                  </a:lnTo>
                  <a:lnTo>
                    <a:pt x="5001971" y="888517"/>
                  </a:lnTo>
                  <a:lnTo>
                    <a:pt x="5004054" y="890790"/>
                  </a:lnTo>
                  <a:lnTo>
                    <a:pt x="5006340" y="888822"/>
                  </a:lnTo>
                  <a:lnTo>
                    <a:pt x="5009388" y="886218"/>
                  </a:lnTo>
                  <a:lnTo>
                    <a:pt x="5011674" y="883932"/>
                  </a:lnTo>
                  <a:lnTo>
                    <a:pt x="5012436" y="880884"/>
                  </a:lnTo>
                  <a:close/>
                </a:path>
                <a:path w="6143625" h="4457700">
                  <a:moveTo>
                    <a:pt x="5052060" y="984516"/>
                  </a:moveTo>
                  <a:lnTo>
                    <a:pt x="5049774" y="971562"/>
                  </a:lnTo>
                  <a:lnTo>
                    <a:pt x="4999482" y="979182"/>
                  </a:lnTo>
                  <a:lnTo>
                    <a:pt x="5001768" y="992136"/>
                  </a:lnTo>
                  <a:lnTo>
                    <a:pt x="5052060" y="984516"/>
                  </a:lnTo>
                  <a:close/>
                </a:path>
                <a:path w="6143625" h="4457700">
                  <a:moveTo>
                    <a:pt x="5139690" y="970800"/>
                  </a:moveTo>
                  <a:lnTo>
                    <a:pt x="5137404" y="958608"/>
                  </a:lnTo>
                  <a:lnTo>
                    <a:pt x="5087874" y="966228"/>
                  </a:lnTo>
                  <a:lnTo>
                    <a:pt x="5089398" y="978420"/>
                  </a:lnTo>
                  <a:lnTo>
                    <a:pt x="5139690" y="970800"/>
                  </a:lnTo>
                  <a:close/>
                </a:path>
                <a:path w="6143625" h="4457700">
                  <a:moveTo>
                    <a:pt x="5227320" y="957846"/>
                  </a:moveTo>
                  <a:lnTo>
                    <a:pt x="5225796" y="944892"/>
                  </a:lnTo>
                  <a:lnTo>
                    <a:pt x="5175504" y="952512"/>
                  </a:lnTo>
                  <a:lnTo>
                    <a:pt x="5177028" y="965466"/>
                  </a:lnTo>
                  <a:lnTo>
                    <a:pt x="5227320" y="957846"/>
                  </a:lnTo>
                  <a:close/>
                </a:path>
                <a:path w="6143625" h="4457700">
                  <a:moveTo>
                    <a:pt x="5300472" y="940320"/>
                  </a:moveTo>
                  <a:lnTo>
                    <a:pt x="5167122" y="890028"/>
                  </a:lnTo>
                  <a:lnTo>
                    <a:pt x="5164074" y="889266"/>
                  </a:lnTo>
                  <a:lnTo>
                    <a:pt x="5160264" y="890790"/>
                  </a:lnTo>
                  <a:lnTo>
                    <a:pt x="5158740" y="893838"/>
                  </a:lnTo>
                  <a:lnTo>
                    <a:pt x="5157978" y="897648"/>
                  </a:lnTo>
                  <a:lnTo>
                    <a:pt x="5159502" y="900696"/>
                  </a:lnTo>
                  <a:lnTo>
                    <a:pt x="5162550" y="902220"/>
                  </a:lnTo>
                  <a:lnTo>
                    <a:pt x="5263134" y="939698"/>
                  </a:lnTo>
                  <a:lnTo>
                    <a:pt x="5265331" y="951318"/>
                  </a:lnTo>
                  <a:lnTo>
                    <a:pt x="5180076" y="1016520"/>
                  </a:lnTo>
                  <a:lnTo>
                    <a:pt x="5177028" y="1018806"/>
                  </a:lnTo>
                  <a:lnTo>
                    <a:pt x="5177028" y="1022616"/>
                  </a:lnTo>
                  <a:lnTo>
                    <a:pt x="5179314" y="1025664"/>
                  </a:lnTo>
                  <a:lnTo>
                    <a:pt x="5180838" y="1028712"/>
                  </a:lnTo>
                  <a:lnTo>
                    <a:pt x="5185410" y="1028712"/>
                  </a:lnTo>
                  <a:lnTo>
                    <a:pt x="5187696" y="1027188"/>
                  </a:lnTo>
                  <a:lnTo>
                    <a:pt x="5288280" y="949706"/>
                  </a:lnTo>
                  <a:lnTo>
                    <a:pt x="5300472" y="940320"/>
                  </a:lnTo>
                  <a:close/>
                </a:path>
                <a:path w="6143625" h="4457700">
                  <a:moveTo>
                    <a:pt x="6143244" y="0"/>
                  </a:moveTo>
                  <a:lnTo>
                    <a:pt x="6134100" y="0"/>
                  </a:lnTo>
                  <a:lnTo>
                    <a:pt x="6134100" y="9906"/>
                  </a:lnTo>
                  <a:lnTo>
                    <a:pt x="6134100" y="4448556"/>
                  </a:lnTo>
                  <a:lnTo>
                    <a:pt x="9144" y="4448556"/>
                  </a:lnTo>
                  <a:lnTo>
                    <a:pt x="9144" y="9906"/>
                  </a:lnTo>
                  <a:lnTo>
                    <a:pt x="6134100" y="9906"/>
                  </a:lnTo>
                  <a:lnTo>
                    <a:pt x="6134100" y="0"/>
                  </a:lnTo>
                  <a:lnTo>
                    <a:pt x="0" y="0"/>
                  </a:lnTo>
                  <a:lnTo>
                    <a:pt x="0" y="4457700"/>
                  </a:lnTo>
                  <a:lnTo>
                    <a:pt x="4572" y="4457700"/>
                  </a:lnTo>
                  <a:lnTo>
                    <a:pt x="9144" y="4457700"/>
                  </a:lnTo>
                  <a:lnTo>
                    <a:pt x="6134100" y="4457700"/>
                  </a:lnTo>
                  <a:lnTo>
                    <a:pt x="6138672" y="4457700"/>
                  </a:lnTo>
                  <a:lnTo>
                    <a:pt x="6143244" y="4457700"/>
                  </a:lnTo>
                  <a:lnTo>
                    <a:pt x="61432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1513332" y="5602985"/>
            <a:ext cx="5851525" cy="786130"/>
            <a:chOff x="1513332" y="5602985"/>
            <a:chExt cx="5851525" cy="786130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6484" y="5676137"/>
              <a:ext cx="5705094" cy="6294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3332" y="5602985"/>
              <a:ext cx="5851397" cy="7315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4094" y="6305549"/>
              <a:ext cx="5849874" cy="7315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13332" y="5603747"/>
              <a:ext cx="73151" cy="77495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1578" y="5603747"/>
              <a:ext cx="73151" cy="77495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53055" y="5687567"/>
              <a:ext cx="4218432" cy="70103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2331973" y="5604000"/>
            <a:ext cx="42125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9275" marR="5080" indent="-53721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Enabling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Disabling</a:t>
            </a:r>
            <a:r>
              <a:rPr dirty="0" sz="24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Actions </a:t>
            </a:r>
            <a:r>
              <a:rPr dirty="0" sz="2400" spc="-6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dirty="0" sz="2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Operators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46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78358" y="4053078"/>
            <a:ext cx="3394075" cy="2200910"/>
            <a:chOff x="578358" y="4053078"/>
            <a:chExt cx="3394075" cy="2200910"/>
          </a:xfrm>
        </p:grpSpPr>
        <p:sp>
          <p:nvSpPr>
            <p:cNvPr id="4" name="object 4"/>
            <p:cNvSpPr/>
            <p:nvPr/>
          </p:nvSpPr>
          <p:spPr>
            <a:xfrm>
              <a:off x="578358" y="4053078"/>
              <a:ext cx="3394075" cy="2200910"/>
            </a:xfrm>
            <a:custGeom>
              <a:avLst/>
              <a:gdLst/>
              <a:ahLst/>
              <a:cxnLst/>
              <a:rect l="l" t="t" r="r" b="b"/>
              <a:pathLst>
                <a:path w="3394075" h="2200910">
                  <a:moveTo>
                    <a:pt x="3393948" y="0"/>
                  </a:moveTo>
                  <a:lnTo>
                    <a:pt x="3384042" y="0"/>
                  </a:lnTo>
                  <a:lnTo>
                    <a:pt x="3384042" y="9906"/>
                  </a:lnTo>
                  <a:lnTo>
                    <a:pt x="3384042" y="2190750"/>
                  </a:lnTo>
                  <a:lnTo>
                    <a:pt x="9144" y="2190750"/>
                  </a:lnTo>
                  <a:lnTo>
                    <a:pt x="9144" y="9906"/>
                  </a:lnTo>
                  <a:lnTo>
                    <a:pt x="1854009" y="9906"/>
                  </a:lnTo>
                  <a:lnTo>
                    <a:pt x="1855406" y="101409"/>
                  </a:lnTo>
                  <a:lnTo>
                    <a:pt x="1793760" y="155448"/>
                  </a:lnTo>
                  <a:lnTo>
                    <a:pt x="14465" y="153924"/>
                  </a:lnTo>
                  <a:lnTo>
                    <a:pt x="14465" y="163830"/>
                  </a:lnTo>
                  <a:lnTo>
                    <a:pt x="1805165" y="165354"/>
                  </a:lnTo>
                  <a:lnTo>
                    <a:pt x="1805165" y="157645"/>
                  </a:lnTo>
                  <a:lnTo>
                    <a:pt x="1861553" y="108216"/>
                  </a:lnTo>
                  <a:lnTo>
                    <a:pt x="1858822" y="105156"/>
                  </a:lnTo>
                  <a:lnTo>
                    <a:pt x="1865376" y="105156"/>
                  </a:lnTo>
                  <a:lnTo>
                    <a:pt x="1863928" y="9906"/>
                  </a:lnTo>
                  <a:lnTo>
                    <a:pt x="3384042" y="9906"/>
                  </a:lnTo>
                  <a:lnTo>
                    <a:pt x="3384042" y="0"/>
                  </a:lnTo>
                  <a:lnTo>
                    <a:pt x="0" y="0"/>
                  </a:lnTo>
                  <a:lnTo>
                    <a:pt x="0" y="2200656"/>
                  </a:lnTo>
                  <a:lnTo>
                    <a:pt x="4572" y="2200656"/>
                  </a:lnTo>
                  <a:lnTo>
                    <a:pt x="9144" y="2200656"/>
                  </a:lnTo>
                  <a:lnTo>
                    <a:pt x="3384042" y="2200656"/>
                  </a:lnTo>
                  <a:lnTo>
                    <a:pt x="3389376" y="2200656"/>
                  </a:lnTo>
                  <a:lnTo>
                    <a:pt x="3393948" y="2200656"/>
                  </a:lnTo>
                  <a:lnTo>
                    <a:pt x="33939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2376" y="4315206"/>
              <a:ext cx="3060953" cy="180975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95019" y="5032502"/>
            <a:ext cx="817244" cy="2406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74320" marR="5080" indent="-262255">
              <a:lnSpc>
                <a:spcPct val="101499"/>
              </a:lnSpc>
              <a:spcBef>
                <a:spcPts val="90"/>
              </a:spcBef>
            </a:pPr>
            <a:r>
              <a:rPr dirty="0" sz="700" spc="-5" b="1">
                <a:latin typeface="Arial"/>
                <a:cs typeface="Arial"/>
              </a:rPr>
              <a:t>a1 </a:t>
            </a:r>
            <a:r>
              <a:rPr dirty="0" sz="700" b="1">
                <a:latin typeface="Arial"/>
                <a:cs typeface="Arial"/>
              </a:rPr>
              <a:t>: </a:t>
            </a:r>
            <a:r>
              <a:rPr dirty="0" sz="700" spc="-5" b="1">
                <a:latin typeface="Arial"/>
                <a:cs typeface="Arial"/>
              </a:rPr>
              <a:t>Detect Loss of </a:t>
            </a:r>
            <a:r>
              <a:rPr dirty="0" sz="700" spc="-185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Traction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1991" y="5032502"/>
            <a:ext cx="622935" cy="2406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6985">
              <a:lnSpc>
                <a:spcPct val="101499"/>
              </a:lnSpc>
              <a:spcBef>
                <a:spcPts val="90"/>
              </a:spcBef>
            </a:pPr>
            <a:r>
              <a:rPr dirty="0" sz="700" spc="-5" b="1">
                <a:latin typeface="Arial"/>
                <a:cs typeface="Arial"/>
              </a:rPr>
              <a:t>a2 </a:t>
            </a:r>
            <a:r>
              <a:rPr dirty="0" sz="700" b="1">
                <a:latin typeface="Arial"/>
                <a:cs typeface="Arial"/>
              </a:rPr>
              <a:t>: </a:t>
            </a:r>
            <a:r>
              <a:rPr dirty="0" sz="700" spc="-5" b="1">
                <a:latin typeface="Arial"/>
                <a:cs typeface="Arial"/>
              </a:rPr>
              <a:t>Modulate </a:t>
            </a:r>
            <a:r>
              <a:rPr dirty="0" sz="700" spc="-18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B</a:t>
            </a:r>
            <a:r>
              <a:rPr dirty="0" sz="700" b="1">
                <a:latin typeface="Arial"/>
                <a:cs typeface="Arial"/>
              </a:rPr>
              <a:t>r</a:t>
            </a:r>
            <a:r>
              <a:rPr dirty="0" sz="700" spc="-5" b="1">
                <a:latin typeface="Arial"/>
                <a:cs typeface="Arial"/>
              </a:rPr>
              <a:t>ak</a:t>
            </a:r>
            <a:r>
              <a:rPr dirty="0" sz="700" b="1">
                <a:latin typeface="Arial"/>
                <a:cs typeface="Arial"/>
              </a:rPr>
              <a:t>i</a:t>
            </a:r>
            <a:r>
              <a:rPr dirty="0" sz="700" spc="-5" b="1">
                <a:latin typeface="Arial"/>
                <a:cs typeface="Arial"/>
              </a:rPr>
              <a:t>n</a:t>
            </a:r>
            <a:r>
              <a:rPr dirty="0" sz="700" b="1">
                <a:latin typeface="Arial"/>
                <a:cs typeface="Arial"/>
              </a:rPr>
              <a:t>g</a:t>
            </a:r>
            <a:r>
              <a:rPr dirty="0" sz="700" spc="-15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Fo</a:t>
            </a:r>
            <a:r>
              <a:rPr dirty="0" sz="700" b="1">
                <a:latin typeface="Arial"/>
                <a:cs typeface="Arial"/>
              </a:rPr>
              <a:t>r</a:t>
            </a:r>
            <a:r>
              <a:rPr dirty="0" sz="700" spc="-5" b="1">
                <a:latin typeface="Arial"/>
                <a:cs typeface="Arial"/>
              </a:rPr>
              <a:t>ce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6129" y="5302250"/>
            <a:ext cx="63373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p2</a:t>
            </a:r>
            <a:r>
              <a:rPr dirty="0" sz="700" spc="-35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:</a:t>
            </a:r>
            <a:r>
              <a:rPr dirty="0" sz="700" spc="-2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TractLoss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3051" y="4969255"/>
            <a:ext cx="633730" cy="240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p1</a:t>
            </a:r>
            <a:r>
              <a:rPr dirty="0" sz="700" spc="-35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:</a:t>
            </a:r>
            <a:r>
              <a:rPr dirty="0" sz="700" spc="-2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TractLoss</a:t>
            </a:r>
            <a:endParaRPr sz="700">
              <a:latin typeface="Arial"/>
              <a:cs typeface="Arial"/>
            </a:endParaRPr>
          </a:p>
          <a:p>
            <a:pPr marL="326390">
              <a:lnSpc>
                <a:spcPct val="100000"/>
              </a:lnSpc>
              <a:spcBef>
                <a:spcPts val="5"/>
              </a:spcBef>
            </a:pPr>
            <a:r>
              <a:rPr dirty="0" sz="700" spc="-5" b="1">
                <a:latin typeface="Arial"/>
                <a:cs typeface="Arial"/>
              </a:rPr>
              <a:t>of1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73652" y="4046982"/>
            <a:ext cx="3377565" cy="2207260"/>
          </a:xfrm>
          <a:custGeom>
            <a:avLst/>
            <a:gdLst/>
            <a:ahLst/>
            <a:cxnLst/>
            <a:rect l="l" t="t" r="r" b="b"/>
            <a:pathLst>
              <a:path w="3377565" h="2207260">
                <a:moveTo>
                  <a:pt x="3377184" y="2206752"/>
                </a:moveTo>
                <a:lnTo>
                  <a:pt x="3377184" y="0"/>
                </a:lnTo>
                <a:lnTo>
                  <a:pt x="0" y="0"/>
                </a:lnTo>
                <a:lnTo>
                  <a:pt x="0" y="2206752"/>
                </a:lnTo>
                <a:lnTo>
                  <a:pt x="5334" y="2206752"/>
                </a:lnTo>
                <a:lnTo>
                  <a:pt x="5334" y="9144"/>
                </a:lnTo>
                <a:lnTo>
                  <a:pt x="9906" y="4572"/>
                </a:lnTo>
                <a:lnTo>
                  <a:pt x="9906" y="9144"/>
                </a:lnTo>
                <a:lnTo>
                  <a:pt x="3367278" y="9144"/>
                </a:lnTo>
                <a:lnTo>
                  <a:pt x="3367278" y="4572"/>
                </a:lnTo>
                <a:lnTo>
                  <a:pt x="3371850" y="9144"/>
                </a:lnTo>
                <a:lnTo>
                  <a:pt x="3371850" y="2206752"/>
                </a:lnTo>
                <a:lnTo>
                  <a:pt x="3377184" y="2206752"/>
                </a:lnTo>
                <a:close/>
              </a:path>
              <a:path w="3377565" h="2207260">
                <a:moveTo>
                  <a:pt x="9906" y="9144"/>
                </a:moveTo>
                <a:lnTo>
                  <a:pt x="9906" y="4572"/>
                </a:lnTo>
                <a:lnTo>
                  <a:pt x="5334" y="9144"/>
                </a:lnTo>
                <a:lnTo>
                  <a:pt x="9906" y="9144"/>
                </a:lnTo>
                <a:close/>
              </a:path>
              <a:path w="3377565" h="2207260">
                <a:moveTo>
                  <a:pt x="9906" y="2196846"/>
                </a:moveTo>
                <a:lnTo>
                  <a:pt x="9906" y="9144"/>
                </a:lnTo>
                <a:lnTo>
                  <a:pt x="5334" y="9144"/>
                </a:lnTo>
                <a:lnTo>
                  <a:pt x="5334" y="2196846"/>
                </a:lnTo>
                <a:lnTo>
                  <a:pt x="9906" y="2196846"/>
                </a:lnTo>
                <a:close/>
              </a:path>
              <a:path w="3377565" h="2207260">
                <a:moveTo>
                  <a:pt x="3371850" y="2196846"/>
                </a:moveTo>
                <a:lnTo>
                  <a:pt x="5334" y="2196846"/>
                </a:lnTo>
                <a:lnTo>
                  <a:pt x="9906" y="2201418"/>
                </a:lnTo>
                <a:lnTo>
                  <a:pt x="9906" y="2206752"/>
                </a:lnTo>
                <a:lnTo>
                  <a:pt x="3367278" y="2206752"/>
                </a:lnTo>
                <a:lnTo>
                  <a:pt x="3367278" y="2201418"/>
                </a:lnTo>
                <a:lnTo>
                  <a:pt x="3371850" y="2196846"/>
                </a:lnTo>
                <a:close/>
              </a:path>
              <a:path w="3377565" h="2207260">
                <a:moveTo>
                  <a:pt x="9906" y="2206752"/>
                </a:moveTo>
                <a:lnTo>
                  <a:pt x="9906" y="2201418"/>
                </a:lnTo>
                <a:lnTo>
                  <a:pt x="5334" y="2196846"/>
                </a:lnTo>
                <a:lnTo>
                  <a:pt x="5334" y="2206752"/>
                </a:lnTo>
                <a:lnTo>
                  <a:pt x="9906" y="2206752"/>
                </a:lnTo>
                <a:close/>
              </a:path>
              <a:path w="3377565" h="2207260">
                <a:moveTo>
                  <a:pt x="3371850" y="9144"/>
                </a:moveTo>
                <a:lnTo>
                  <a:pt x="3367278" y="4572"/>
                </a:lnTo>
                <a:lnTo>
                  <a:pt x="3367278" y="9144"/>
                </a:lnTo>
                <a:lnTo>
                  <a:pt x="3371850" y="9144"/>
                </a:lnTo>
                <a:close/>
              </a:path>
              <a:path w="3377565" h="2207260">
                <a:moveTo>
                  <a:pt x="3371850" y="2196846"/>
                </a:moveTo>
                <a:lnTo>
                  <a:pt x="3371850" y="9144"/>
                </a:lnTo>
                <a:lnTo>
                  <a:pt x="3367278" y="9144"/>
                </a:lnTo>
                <a:lnTo>
                  <a:pt x="3367278" y="2196846"/>
                </a:lnTo>
                <a:lnTo>
                  <a:pt x="3371850" y="2196846"/>
                </a:lnTo>
                <a:close/>
              </a:path>
              <a:path w="3377565" h="2207260">
                <a:moveTo>
                  <a:pt x="3371850" y="2206752"/>
                </a:moveTo>
                <a:lnTo>
                  <a:pt x="3371850" y="2196846"/>
                </a:lnTo>
                <a:lnTo>
                  <a:pt x="3367278" y="2201418"/>
                </a:lnTo>
                <a:lnTo>
                  <a:pt x="3367278" y="2206752"/>
                </a:lnTo>
                <a:lnTo>
                  <a:pt x="3371850" y="2206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42590" y="4059428"/>
            <a:ext cx="525335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98215" algn="l"/>
              </a:tabLst>
            </a:pPr>
            <a:r>
              <a:rPr dirty="0" sz="700" spc="-5" b="1">
                <a:latin typeface="Arial"/>
                <a:cs typeface="Arial"/>
              </a:rPr>
              <a:t>act</a:t>
            </a:r>
            <a:r>
              <a:rPr dirty="0" sz="700" spc="215" b="1">
                <a:latin typeface="Arial"/>
                <a:cs typeface="Arial"/>
              </a:rPr>
              <a:t> </a:t>
            </a:r>
            <a:r>
              <a:rPr dirty="0" sz="700" spc="-5">
                <a:latin typeface="Arial MT"/>
                <a:cs typeface="Arial MT"/>
              </a:rPr>
              <a:t>[Activity]</a:t>
            </a:r>
            <a:r>
              <a:rPr dirty="0" sz="700" spc="480">
                <a:latin typeface="Arial MT"/>
                <a:cs typeface="Arial MT"/>
              </a:rPr>
              <a:t> </a:t>
            </a:r>
            <a:r>
              <a:rPr dirty="0" sz="700" spc="-5">
                <a:latin typeface="Arial MT"/>
                <a:cs typeface="Arial MT"/>
              </a:rPr>
              <a:t>Prevent</a:t>
            </a:r>
            <a:r>
              <a:rPr dirty="0" sz="700">
                <a:latin typeface="Arial MT"/>
                <a:cs typeface="Arial MT"/>
              </a:rPr>
              <a:t> Lockup  </a:t>
            </a:r>
            <a:r>
              <a:rPr dirty="0" sz="700" spc="2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[</a:t>
            </a:r>
            <a:r>
              <a:rPr dirty="0" sz="700" spc="10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Actions  </a:t>
            </a:r>
            <a:r>
              <a:rPr dirty="0" sz="700" spc="2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]	</a:t>
            </a:r>
            <a:r>
              <a:rPr dirty="0" baseline="3968" sz="1050" spc="-7" b="1">
                <a:latin typeface="Arial"/>
                <a:cs typeface="Arial"/>
              </a:rPr>
              <a:t>act</a:t>
            </a:r>
            <a:r>
              <a:rPr dirty="0" baseline="3968" sz="1050" spc="300" b="1">
                <a:latin typeface="Arial"/>
                <a:cs typeface="Arial"/>
              </a:rPr>
              <a:t> </a:t>
            </a:r>
            <a:r>
              <a:rPr dirty="0" baseline="3968" sz="1050" spc="-7">
                <a:latin typeface="Arial MT"/>
                <a:cs typeface="Arial MT"/>
              </a:rPr>
              <a:t>[Activity]</a:t>
            </a:r>
            <a:r>
              <a:rPr dirty="0" baseline="3968" sz="1050" spc="697">
                <a:latin typeface="Arial MT"/>
                <a:cs typeface="Arial MT"/>
              </a:rPr>
              <a:t> </a:t>
            </a:r>
            <a:r>
              <a:rPr dirty="0" baseline="3968" sz="1050" spc="-7">
                <a:latin typeface="Arial MT"/>
                <a:cs typeface="Arial MT"/>
              </a:rPr>
              <a:t>Prevent </a:t>
            </a:r>
            <a:r>
              <a:rPr dirty="0" baseline="3968" sz="1050">
                <a:latin typeface="Arial MT"/>
                <a:cs typeface="Arial MT"/>
              </a:rPr>
              <a:t>Lockup   [</a:t>
            </a:r>
            <a:r>
              <a:rPr dirty="0" baseline="3968" sz="1050" spc="157">
                <a:latin typeface="Arial MT"/>
                <a:cs typeface="Arial MT"/>
              </a:rPr>
              <a:t> </a:t>
            </a:r>
            <a:r>
              <a:rPr dirty="0" baseline="3968" sz="1050">
                <a:latin typeface="Arial MT"/>
                <a:cs typeface="Arial MT"/>
              </a:rPr>
              <a:t>Actions</a:t>
            </a:r>
            <a:r>
              <a:rPr dirty="0" baseline="3968" sz="1050" spc="562">
                <a:latin typeface="Arial MT"/>
                <a:cs typeface="Arial MT"/>
              </a:rPr>
              <a:t> </a:t>
            </a:r>
            <a:r>
              <a:rPr dirty="0" baseline="3968" sz="1050">
                <a:latin typeface="Arial MT"/>
                <a:cs typeface="Arial MT"/>
              </a:rPr>
              <a:t>]</a:t>
            </a:r>
            <a:endParaRPr baseline="3968" sz="105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8985" y="4051554"/>
            <a:ext cx="3192018" cy="216407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281170" y="4991353"/>
            <a:ext cx="817244" cy="2406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74320" marR="5080" indent="-262255">
              <a:lnSpc>
                <a:spcPct val="101499"/>
              </a:lnSpc>
              <a:spcBef>
                <a:spcPts val="90"/>
              </a:spcBef>
            </a:pPr>
            <a:r>
              <a:rPr dirty="0" sz="700" spc="-5" b="1">
                <a:latin typeface="Arial"/>
                <a:cs typeface="Arial"/>
              </a:rPr>
              <a:t>a1 </a:t>
            </a:r>
            <a:r>
              <a:rPr dirty="0" sz="700" b="1">
                <a:latin typeface="Arial"/>
                <a:cs typeface="Arial"/>
              </a:rPr>
              <a:t>: </a:t>
            </a:r>
            <a:r>
              <a:rPr dirty="0" sz="700" spc="-5" b="1">
                <a:latin typeface="Arial"/>
                <a:cs typeface="Arial"/>
              </a:rPr>
              <a:t>Detect Loss of </a:t>
            </a:r>
            <a:r>
              <a:rPr dirty="0" sz="700" spc="-185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Traction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88110" y="4991353"/>
            <a:ext cx="622935" cy="2406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9525">
              <a:lnSpc>
                <a:spcPct val="101499"/>
              </a:lnSpc>
              <a:spcBef>
                <a:spcPts val="90"/>
              </a:spcBef>
            </a:pPr>
            <a:r>
              <a:rPr dirty="0" sz="700" spc="-5" b="1">
                <a:latin typeface="Arial"/>
                <a:cs typeface="Arial"/>
              </a:rPr>
              <a:t>a2 </a:t>
            </a:r>
            <a:r>
              <a:rPr dirty="0" sz="700" b="1">
                <a:latin typeface="Arial"/>
                <a:cs typeface="Arial"/>
              </a:rPr>
              <a:t>: </a:t>
            </a:r>
            <a:r>
              <a:rPr dirty="0" sz="700" spc="-5" b="1">
                <a:latin typeface="Arial"/>
                <a:cs typeface="Arial"/>
              </a:rPr>
              <a:t>Modulate </a:t>
            </a:r>
            <a:r>
              <a:rPr dirty="0" sz="700" spc="-18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B</a:t>
            </a:r>
            <a:r>
              <a:rPr dirty="0" sz="700" b="1">
                <a:latin typeface="Arial"/>
                <a:cs typeface="Arial"/>
              </a:rPr>
              <a:t>r</a:t>
            </a:r>
            <a:r>
              <a:rPr dirty="0" sz="700" spc="-5" b="1">
                <a:latin typeface="Arial"/>
                <a:cs typeface="Arial"/>
              </a:rPr>
              <a:t>ak</a:t>
            </a:r>
            <a:r>
              <a:rPr dirty="0" sz="700" b="1">
                <a:latin typeface="Arial"/>
                <a:cs typeface="Arial"/>
              </a:rPr>
              <a:t>i</a:t>
            </a:r>
            <a:r>
              <a:rPr dirty="0" sz="700" spc="-5" b="1">
                <a:latin typeface="Arial"/>
                <a:cs typeface="Arial"/>
              </a:rPr>
              <a:t>n</a:t>
            </a:r>
            <a:r>
              <a:rPr dirty="0" sz="700" b="1">
                <a:latin typeface="Arial"/>
                <a:cs typeface="Arial"/>
              </a:rPr>
              <a:t>g</a:t>
            </a:r>
            <a:r>
              <a:rPr dirty="0" sz="700" spc="-15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Fo</a:t>
            </a:r>
            <a:r>
              <a:rPr dirty="0" sz="700" b="1">
                <a:latin typeface="Arial"/>
                <a:cs typeface="Arial"/>
              </a:rPr>
              <a:t>r</a:t>
            </a:r>
            <a:r>
              <a:rPr dirty="0" sz="700" spc="-5" b="1">
                <a:latin typeface="Arial"/>
                <a:cs typeface="Arial"/>
              </a:rPr>
              <a:t>ce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88147" y="5054600"/>
            <a:ext cx="450850" cy="23114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188595">
              <a:lnSpc>
                <a:spcPts val="770"/>
              </a:lnSpc>
              <a:spcBef>
                <a:spcPts val="185"/>
              </a:spcBef>
            </a:pPr>
            <a:r>
              <a:rPr dirty="0" sz="700" b="1">
                <a:latin typeface="Arial"/>
                <a:cs typeface="Arial"/>
              </a:rPr>
              <a:t>tl : </a:t>
            </a:r>
            <a:r>
              <a:rPr dirty="0" sz="700" spc="5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</a:t>
            </a:r>
            <a:r>
              <a:rPr dirty="0" sz="700" b="1">
                <a:latin typeface="Arial"/>
                <a:cs typeface="Arial"/>
              </a:rPr>
              <a:t>r</a:t>
            </a:r>
            <a:r>
              <a:rPr dirty="0" sz="700" spc="-5" b="1">
                <a:latin typeface="Arial"/>
                <a:cs typeface="Arial"/>
              </a:rPr>
              <a:t>actLoss</a:t>
            </a:r>
            <a:endParaRPr sz="7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122383" y="198374"/>
            <a:ext cx="4593590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Activity</a:t>
            </a:r>
            <a:r>
              <a:rPr dirty="0" spc="-70"/>
              <a:t> </a:t>
            </a:r>
            <a:r>
              <a:rPr dirty="0"/>
              <a:t>Diagrams</a:t>
            </a:r>
          </a:p>
          <a:p>
            <a:pPr algn="ctr">
              <a:lnSpc>
                <a:spcPct val="100000"/>
              </a:lnSpc>
            </a:pPr>
            <a:r>
              <a:rPr dirty="0"/>
              <a:t>Pin</a:t>
            </a:r>
            <a:r>
              <a:rPr dirty="0" spc="-35"/>
              <a:t> </a:t>
            </a:r>
            <a:r>
              <a:rPr dirty="0"/>
              <a:t>vs.</a:t>
            </a:r>
            <a:r>
              <a:rPr dirty="0" spc="-30"/>
              <a:t> </a:t>
            </a:r>
            <a:r>
              <a:rPr dirty="0"/>
              <a:t>Object</a:t>
            </a:r>
            <a:r>
              <a:rPr dirty="0" spc="-25"/>
              <a:t> </a:t>
            </a:r>
            <a:r>
              <a:rPr dirty="0" spc="-5"/>
              <a:t>Node</a:t>
            </a:r>
            <a:r>
              <a:rPr dirty="0" spc="-15"/>
              <a:t> </a:t>
            </a:r>
            <a:r>
              <a:rPr dirty="0"/>
              <a:t>Notation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88162" y="1152816"/>
            <a:ext cx="7752715" cy="283908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Pins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are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kinds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Object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Nodes</a:t>
            </a:r>
            <a:endParaRPr sz="2400">
              <a:latin typeface="Arial MT"/>
              <a:cs typeface="Arial MT"/>
            </a:endParaRPr>
          </a:p>
          <a:p>
            <a:pPr lvl="1" marL="755015" indent="-286385">
              <a:lnSpc>
                <a:spcPct val="100000"/>
              </a:lnSpc>
              <a:spcBef>
                <a:spcPts val="25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Used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 specify </a:t>
            </a:r>
            <a:r>
              <a:rPr dirty="0" sz="2000" spc="-10">
                <a:latin typeface="Arial MT"/>
                <a:cs typeface="Arial MT"/>
              </a:rPr>
              <a:t>inputs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outputs</a:t>
            </a:r>
            <a:r>
              <a:rPr dirty="0" sz="2000" spc="-5">
                <a:latin typeface="Arial MT"/>
                <a:cs typeface="Arial MT"/>
              </a:rPr>
              <a:t> of</a:t>
            </a:r>
            <a:r>
              <a:rPr dirty="0" sz="2000" spc="-10">
                <a:latin typeface="Arial MT"/>
                <a:cs typeface="Arial MT"/>
              </a:rPr>
              <a:t> actions</a:t>
            </a:r>
            <a:endParaRPr sz="2000">
              <a:latin typeface="Arial MT"/>
              <a:cs typeface="Arial MT"/>
            </a:endParaRPr>
          </a:p>
          <a:p>
            <a:pPr lvl="1" marL="755015" indent="-286385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Typed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by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block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or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value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type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Object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flows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connect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object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nodes</a:t>
            </a:r>
            <a:endParaRPr sz="2000">
              <a:latin typeface="Arial MT"/>
              <a:cs typeface="Arial MT"/>
            </a:endParaRPr>
          </a:p>
          <a:p>
            <a:pPr marL="355600" marR="628650" indent="-342900">
              <a:lnSpc>
                <a:spcPts val="2590"/>
              </a:lnSpc>
              <a:spcBef>
                <a:spcPts val="60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Object flows between pins have two diagrammatic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forms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21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Pins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shown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with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object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flow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between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them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Pins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elided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object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node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shown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with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flow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arrows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out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13151" y="6245605"/>
            <a:ext cx="508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9A9A"/>
                </a:solidFill>
                <a:latin typeface="Arial"/>
                <a:cs typeface="Arial"/>
              </a:rPr>
              <a:t>Pins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89747" y="5305805"/>
            <a:ext cx="826769" cy="897255"/>
          </a:xfrm>
          <a:custGeom>
            <a:avLst/>
            <a:gdLst/>
            <a:ahLst/>
            <a:cxnLst/>
            <a:rect l="l" t="t" r="r" b="b"/>
            <a:pathLst>
              <a:path w="826769" h="897254">
                <a:moveTo>
                  <a:pt x="747522" y="878586"/>
                </a:moveTo>
                <a:lnTo>
                  <a:pt x="65620" y="56845"/>
                </a:lnTo>
                <a:lnTo>
                  <a:pt x="87630" y="38862"/>
                </a:lnTo>
                <a:lnTo>
                  <a:pt x="0" y="0"/>
                </a:lnTo>
                <a:lnTo>
                  <a:pt x="21336" y="92964"/>
                </a:lnTo>
                <a:lnTo>
                  <a:pt x="34290" y="82397"/>
                </a:lnTo>
                <a:lnTo>
                  <a:pt x="43395" y="74980"/>
                </a:lnTo>
                <a:lnTo>
                  <a:pt x="725424" y="896874"/>
                </a:lnTo>
                <a:lnTo>
                  <a:pt x="747522" y="878586"/>
                </a:lnTo>
                <a:close/>
              </a:path>
              <a:path w="826769" h="897254">
                <a:moveTo>
                  <a:pt x="826770" y="93726"/>
                </a:moveTo>
                <a:lnTo>
                  <a:pt x="781050" y="9144"/>
                </a:lnTo>
                <a:lnTo>
                  <a:pt x="740664" y="96774"/>
                </a:lnTo>
                <a:lnTo>
                  <a:pt x="768858" y="95783"/>
                </a:lnTo>
                <a:lnTo>
                  <a:pt x="769391" y="95758"/>
                </a:lnTo>
                <a:lnTo>
                  <a:pt x="798576" y="887730"/>
                </a:lnTo>
                <a:lnTo>
                  <a:pt x="826770" y="886968"/>
                </a:lnTo>
                <a:lnTo>
                  <a:pt x="798347" y="94742"/>
                </a:lnTo>
                <a:lnTo>
                  <a:pt x="826770" y="93726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613146" y="6197598"/>
            <a:ext cx="1308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9A9A"/>
                </a:solidFill>
                <a:latin typeface="Arial"/>
                <a:cs typeface="Arial"/>
              </a:rPr>
              <a:t>ObjectNode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46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7521193" y="4080002"/>
            <a:ext cx="132651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A03033"/>
                </a:solidFill>
                <a:latin typeface="Arial MT"/>
                <a:cs typeface="Arial MT"/>
              </a:rPr>
              <a:t>Pins must </a:t>
            </a:r>
            <a:r>
              <a:rPr dirty="0" sz="1600">
                <a:solidFill>
                  <a:srgbClr val="A03033"/>
                </a:solidFill>
                <a:latin typeface="Arial MT"/>
                <a:cs typeface="Arial MT"/>
              </a:rPr>
              <a:t> </a:t>
            </a:r>
            <a:r>
              <a:rPr dirty="0" sz="1600" spc="-5">
                <a:solidFill>
                  <a:srgbClr val="A03033"/>
                </a:solidFill>
                <a:latin typeface="Arial MT"/>
                <a:cs typeface="Arial MT"/>
              </a:rPr>
              <a:t>have same </a:t>
            </a:r>
            <a:r>
              <a:rPr dirty="0" sz="1600">
                <a:solidFill>
                  <a:srgbClr val="A03033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A03033"/>
                </a:solidFill>
                <a:latin typeface="Arial MT"/>
                <a:cs typeface="Arial MT"/>
              </a:rPr>
              <a:t>characteristics  </a:t>
            </a:r>
            <a:r>
              <a:rPr dirty="0" sz="1600" spc="-5">
                <a:solidFill>
                  <a:srgbClr val="A03033"/>
                </a:solidFill>
                <a:latin typeface="Arial MT"/>
                <a:cs typeface="Arial MT"/>
              </a:rPr>
              <a:t>(name, type </a:t>
            </a:r>
            <a:r>
              <a:rPr dirty="0" sz="1600">
                <a:solidFill>
                  <a:srgbClr val="A03033"/>
                </a:solidFill>
                <a:latin typeface="Arial MT"/>
                <a:cs typeface="Arial MT"/>
              </a:rPr>
              <a:t> </a:t>
            </a:r>
            <a:r>
              <a:rPr dirty="0" sz="1600" spc="-5">
                <a:solidFill>
                  <a:srgbClr val="A03033"/>
                </a:solidFill>
                <a:latin typeface="Arial MT"/>
                <a:cs typeface="Arial MT"/>
              </a:rPr>
              <a:t>etc.)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80440" marR="5080" indent="-396240">
              <a:lnSpc>
                <a:spcPct val="100000"/>
              </a:lnSpc>
              <a:spcBef>
                <a:spcPts val="100"/>
              </a:spcBef>
            </a:pPr>
            <a:r>
              <a:rPr dirty="0"/>
              <a:t>Explicit</a:t>
            </a:r>
            <a:r>
              <a:rPr dirty="0" spc="-40"/>
              <a:t> </a:t>
            </a:r>
            <a:r>
              <a:rPr dirty="0"/>
              <a:t>Allocation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Behavior</a:t>
            </a:r>
            <a:r>
              <a:rPr dirty="0" spc="-25"/>
              <a:t> </a:t>
            </a:r>
            <a:r>
              <a:rPr dirty="0"/>
              <a:t>to </a:t>
            </a:r>
            <a:r>
              <a:rPr dirty="0" spc="-765"/>
              <a:t> </a:t>
            </a:r>
            <a:r>
              <a:rPr dirty="0"/>
              <a:t>Structure</a:t>
            </a:r>
            <a:r>
              <a:rPr dirty="0" spc="-30"/>
              <a:t> </a:t>
            </a:r>
            <a:r>
              <a:rPr dirty="0"/>
              <a:t>Using</a:t>
            </a:r>
            <a:r>
              <a:rPr dirty="0" spc="-15"/>
              <a:t> </a:t>
            </a:r>
            <a:r>
              <a:rPr dirty="0"/>
              <a:t>Swimlanes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995" y="2029459"/>
            <a:ext cx="2070735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6215">
              <a:lnSpc>
                <a:spcPct val="12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Activity </a:t>
            </a:r>
            <a:r>
              <a:rPr dirty="0" sz="1800" spc="-5">
                <a:latin typeface="Arial MT"/>
                <a:cs typeface="Arial MT"/>
              </a:rPr>
              <a:t>Diagram </a:t>
            </a:r>
            <a:r>
              <a:rPr dirty="0" sz="1800">
                <a:latin typeface="Arial MT"/>
                <a:cs typeface="Arial MT"/>
              </a:rPr>
              <a:t> (without</a:t>
            </a:r>
            <a:r>
              <a:rPr dirty="0" sz="1800" spc="-11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Swimlanes)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715" y="4780203"/>
            <a:ext cx="1753870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0">
              <a:lnSpc>
                <a:spcPct val="12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Activity </a:t>
            </a:r>
            <a:r>
              <a:rPr dirty="0" sz="1800" spc="-5">
                <a:latin typeface="Arial MT"/>
                <a:cs typeface="Arial MT"/>
              </a:rPr>
              <a:t>Diagram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(with</a:t>
            </a:r>
            <a:r>
              <a:rPr dirty="0" sz="1800" spc="-1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Swimlanes)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56104" y="2297430"/>
            <a:ext cx="395605" cy="264160"/>
            <a:chOff x="2356104" y="2297430"/>
            <a:chExt cx="395605" cy="2641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2199" y="2314956"/>
              <a:ext cx="381000" cy="228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56104" y="2297430"/>
              <a:ext cx="395605" cy="264160"/>
            </a:xfrm>
            <a:custGeom>
              <a:avLst/>
              <a:gdLst/>
              <a:ahLst/>
              <a:cxnLst/>
              <a:rect l="l" t="t" r="r" b="b"/>
              <a:pathLst>
                <a:path w="395605" h="264160">
                  <a:moveTo>
                    <a:pt x="291846" y="68580"/>
                  </a:moveTo>
                  <a:lnTo>
                    <a:pt x="0" y="68580"/>
                  </a:lnTo>
                  <a:lnTo>
                    <a:pt x="0" y="195072"/>
                  </a:lnTo>
                  <a:lnTo>
                    <a:pt x="6096" y="195072"/>
                  </a:lnTo>
                  <a:lnTo>
                    <a:pt x="6096" y="80772"/>
                  </a:lnTo>
                  <a:lnTo>
                    <a:pt x="12953" y="74676"/>
                  </a:lnTo>
                  <a:lnTo>
                    <a:pt x="12953" y="80772"/>
                  </a:lnTo>
                  <a:lnTo>
                    <a:pt x="285749" y="80772"/>
                  </a:lnTo>
                  <a:lnTo>
                    <a:pt x="285749" y="74676"/>
                  </a:lnTo>
                  <a:lnTo>
                    <a:pt x="291846" y="68580"/>
                  </a:lnTo>
                  <a:close/>
                </a:path>
                <a:path w="395605" h="264160">
                  <a:moveTo>
                    <a:pt x="12953" y="80772"/>
                  </a:moveTo>
                  <a:lnTo>
                    <a:pt x="12953" y="74676"/>
                  </a:lnTo>
                  <a:lnTo>
                    <a:pt x="6096" y="80772"/>
                  </a:lnTo>
                  <a:lnTo>
                    <a:pt x="12953" y="80772"/>
                  </a:lnTo>
                  <a:close/>
                </a:path>
                <a:path w="395605" h="264160">
                  <a:moveTo>
                    <a:pt x="12954" y="182880"/>
                  </a:moveTo>
                  <a:lnTo>
                    <a:pt x="12953" y="80772"/>
                  </a:lnTo>
                  <a:lnTo>
                    <a:pt x="6096" y="80772"/>
                  </a:lnTo>
                  <a:lnTo>
                    <a:pt x="6096" y="182880"/>
                  </a:lnTo>
                  <a:lnTo>
                    <a:pt x="12954" y="182880"/>
                  </a:lnTo>
                  <a:close/>
                </a:path>
                <a:path w="395605" h="264160">
                  <a:moveTo>
                    <a:pt x="298704" y="228600"/>
                  </a:moveTo>
                  <a:lnTo>
                    <a:pt x="298704" y="182880"/>
                  </a:lnTo>
                  <a:lnTo>
                    <a:pt x="6096" y="182880"/>
                  </a:lnTo>
                  <a:lnTo>
                    <a:pt x="12954" y="188976"/>
                  </a:lnTo>
                  <a:lnTo>
                    <a:pt x="12954" y="195072"/>
                  </a:lnTo>
                  <a:lnTo>
                    <a:pt x="285749" y="195072"/>
                  </a:lnTo>
                  <a:lnTo>
                    <a:pt x="285749" y="188976"/>
                  </a:lnTo>
                  <a:lnTo>
                    <a:pt x="291846" y="195072"/>
                  </a:lnTo>
                  <a:lnTo>
                    <a:pt x="291846" y="236829"/>
                  </a:lnTo>
                  <a:lnTo>
                    <a:pt x="298704" y="228600"/>
                  </a:lnTo>
                  <a:close/>
                </a:path>
                <a:path w="395605" h="264160">
                  <a:moveTo>
                    <a:pt x="12954" y="195072"/>
                  </a:moveTo>
                  <a:lnTo>
                    <a:pt x="12954" y="188976"/>
                  </a:lnTo>
                  <a:lnTo>
                    <a:pt x="6096" y="182880"/>
                  </a:lnTo>
                  <a:lnTo>
                    <a:pt x="6096" y="195072"/>
                  </a:lnTo>
                  <a:lnTo>
                    <a:pt x="12954" y="195072"/>
                  </a:lnTo>
                  <a:close/>
                </a:path>
                <a:path w="395605" h="264160">
                  <a:moveTo>
                    <a:pt x="395478" y="131826"/>
                  </a:moveTo>
                  <a:lnTo>
                    <a:pt x="285749" y="0"/>
                  </a:lnTo>
                  <a:lnTo>
                    <a:pt x="285749" y="68580"/>
                  </a:lnTo>
                  <a:lnTo>
                    <a:pt x="287274" y="68580"/>
                  </a:lnTo>
                  <a:lnTo>
                    <a:pt x="287274" y="21336"/>
                  </a:lnTo>
                  <a:lnTo>
                    <a:pt x="298704" y="17526"/>
                  </a:lnTo>
                  <a:lnTo>
                    <a:pt x="298704" y="35052"/>
                  </a:lnTo>
                  <a:lnTo>
                    <a:pt x="379349" y="131826"/>
                  </a:lnTo>
                  <a:lnTo>
                    <a:pt x="382524" y="128016"/>
                  </a:lnTo>
                  <a:lnTo>
                    <a:pt x="382524" y="147388"/>
                  </a:lnTo>
                  <a:lnTo>
                    <a:pt x="395478" y="131826"/>
                  </a:lnTo>
                  <a:close/>
                </a:path>
                <a:path w="395605" h="264160">
                  <a:moveTo>
                    <a:pt x="291846" y="80772"/>
                  </a:moveTo>
                  <a:lnTo>
                    <a:pt x="291846" y="68580"/>
                  </a:lnTo>
                  <a:lnTo>
                    <a:pt x="285749" y="74676"/>
                  </a:lnTo>
                  <a:lnTo>
                    <a:pt x="285749" y="80772"/>
                  </a:lnTo>
                  <a:lnTo>
                    <a:pt x="291846" y="80772"/>
                  </a:lnTo>
                  <a:close/>
                </a:path>
                <a:path w="395605" h="264160">
                  <a:moveTo>
                    <a:pt x="291846" y="195072"/>
                  </a:moveTo>
                  <a:lnTo>
                    <a:pt x="285749" y="188976"/>
                  </a:lnTo>
                  <a:lnTo>
                    <a:pt x="285749" y="195072"/>
                  </a:lnTo>
                  <a:lnTo>
                    <a:pt x="291846" y="195072"/>
                  </a:lnTo>
                  <a:close/>
                </a:path>
                <a:path w="395605" h="264160">
                  <a:moveTo>
                    <a:pt x="291846" y="236829"/>
                  </a:moveTo>
                  <a:lnTo>
                    <a:pt x="291846" y="195072"/>
                  </a:lnTo>
                  <a:lnTo>
                    <a:pt x="285749" y="195072"/>
                  </a:lnTo>
                  <a:lnTo>
                    <a:pt x="285749" y="263652"/>
                  </a:lnTo>
                  <a:lnTo>
                    <a:pt x="287274" y="261821"/>
                  </a:lnTo>
                  <a:lnTo>
                    <a:pt x="287274" y="242316"/>
                  </a:lnTo>
                  <a:lnTo>
                    <a:pt x="291846" y="236829"/>
                  </a:lnTo>
                  <a:close/>
                </a:path>
                <a:path w="395605" h="264160">
                  <a:moveTo>
                    <a:pt x="298704" y="35052"/>
                  </a:moveTo>
                  <a:lnTo>
                    <a:pt x="298704" y="17526"/>
                  </a:lnTo>
                  <a:lnTo>
                    <a:pt x="287274" y="21336"/>
                  </a:lnTo>
                  <a:lnTo>
                    <a:pt x="298704" y="35052"/>
                  </a:lnTo>
                  <a:close/>
                </a:path>
                <a:path w="395605" h="264160">
                  <a:moveTo>
                    <a:pt x="298704" y="80772"/>
                  </a:moveTo>
                  <a:lnTo>
                    <a:pt x="298704" y="35052"/>
                  </a:lnTo>
                  <a:lnTo>
                    <a:pt x="287274" y="21336"/>
                  </a:lnTo>
                  <a:lnTo>
                    <a:pt x="287274" y="68580"/>
                  </a:lnTo>
                  <a:lnTo>
                    <a:pt x="291846" y="68580"/>
                  </a:lnTo>
                  <a:lnTo>
                    <a:pt x="291846" y="80772"/>
                  </a:lnTo>
                  <a:lnTo>
                    <a:pt x="298704" y="80772"/>
                  </a:lnTo>
                  <a:close/>
                </a:path>
                <a:path w="395605" h="264160">
                  <a:moveTo>
                    <a:pt x="382524" y="147388"/>
                  </a:moveTo>
                  <a:lnTo>
                    <a:pt x="382524" y="135636"/>
                  </a:lnTo>
                  <a:lnTo>
                    <a:pt x="379349" y="131826"/>
                  </a:lnTo>
                  <a:lnTo>
                    <a:pt x="287274" y="242316"/>
                  </a:lnTo>
                  <a:lnTo>
                    <a:pt x="298704" y="246126"/>
                  </a:lnTo>
                  <a:lnTo>
                    <a:pt x="298704" y="248089"/>
                  </a:lnTo>
                  <a:lnTo>
                    <a:pt x="382524" y="147388"/>
                  </a:lnTo>
                  <a:close/>
                </a:path>
                <a:path w="395605" h="264160">
                  <a:moveTo>
                    <a:pt x="298704" y="248089"/>
                  </a:moveTo>
                  <a:lnTo>
                    <a:pt x="298704" y="246126"/>
                  </a:lnTo>
                  <a:lnTo>
                    <a:pt x="287274" y="242316"/>
                  </a:lnTo>
                  <a:lnTo>
                    <a:pt x="287274" y="261821"/>
                  </a:lnTo>
                  <a:lnTo>
                    <a:pt x="298704" y="248089"/>
                  </a:lnTo>
                  <a:close/>
                </a:path>
                <a:path w="395605" h="264160">
                  <a:moveTo>
                    <a:pt x="382524" y="135636"/>
                  </a:moveTo>
                  <a:lnTo>
                    <a:pt x="382524" y="128016"/>
                  </a:lnTo>
                  <a:lnTo>
                    <a:pt x="379349" y="131826"/>
                  </a:lnTo>
                  <a:lnTo>
                    <a:pt x="382524" y="135636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2356104" y="5029200"/>
            <a:ext cx="395605" cy="264160"/>
            <a:chOff x="2356104" y="5029200"/>
            <a:chExt cx="395605" cy="2641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2199" y="5046726"/>
              <a:ext cx="381000" cy="2286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56104" y="5029200"/>
              <a:ext cx="395605" cy="264160"/>
            </a:xfrm>
            <a:custGeom>
              <a:avLst/>
              <a:gdLst/>
              <a:ahLst/>
              <a:cxnLst/>
              <a:rect l="l" t="t" r="r" b="b"/>
              <a:pathLst>
                <a:path w="395605" h="264160">
                  <a:moveTo>
                    <a:pt x="291846" y="68579"/>
                  </a:moveTo>
                  <a:lnTo>
                    <a:pt x="0" y="68579"/>
                  </a:lnTo>
                  <a:lnTo>
                    <a:pt x="0" y="195833"/>
                  </a:lnTo>
                  <a:lnTo>
                    <a:pt x="6096" y="195833"/>
                  </a:lnTo>
                  <a:lnTo>
                    <a:pt x="6096" y="81533"/>
                  </a:lnTo>
                  <a:lnTo>
                    <a:pt x="12953" y="74675"/>
                  </a:lnTo>
                  <a:lnTo>
                    <a:pt x="12953" y="81533"/>
                  </a:lnTo>
                  <a:lnTo>
                    <a:pt x="285749" y="81533"/>
                  </a:lnTo>
                  <a:lnTo>
                    <a:pt x="285749" y="74675"/>
                  </a:lnTo>
                  <a:lnTo>
                    <a:pt x="291846" y="68579"/>
                  </a:lnTo>
                  <a:close/>
                </a:path>
                <a:path w="395605" h="264160">
                  <a:moveTo>
                    <a:pt x="12953" y="81533"/>
                  </a:moveTo>
                  <a:lnTo>
                    <a:pt x="12953" y="74675"/>
                  </a:lnTo>
                  <a:lnTo>
                    <a:pt x="6096" y="81533"/>
                  </a:lnTo>
                  <a:lnTo>
                    <a:pt x="12953" y="81533"/>
                  </a:lnTo>
                  <a:close/>
                </a:path>
                <a:path w="395605" h="264160">
                  <a:moveTo>
                    <a:pt x="12954" y="182879"/>
                  </a:moveTo>
                  <a:lnTo>
                    <a:pt x="12953" y="81533"/>
                  </a:lnTo>
                  <a:lnTo>
                    <a:pt x="6096" y="81533"/>
                  </a:lnTo>
                  <a:lnTo>
                    <a:pt x="6096" y="182879"/>
                  </a:lnTo>
                  <a:lnTo>
                    <a:pt x="12954" y="182879"/>
                  </a:lnTo>
                  <a:close/>
                </a:path>
                <a:path w="395605" h="264160">
                  <a:moveTo>
                    <a:pt x="298704" y="228599"/>
                  </a:moveTo>
                  <a:lnTo>
                    <a:pt x="298704" y="182879"/>
                  </a:lnTo>
                  <a:lnTo>
                    <a:pt x="6096" y="182879"/>
                  </a:lnTo>
                  <a:lnTo>
                    <a:pt x="12954" y="188975"/>
                  </a:lnTo>
                  <a:lnTo>
                    <a:pt x="12954" y="195833"/>
                  </a:lnTo>
                  <a:lnTo>
                    <a:pt x="285749" y="195833"/>
                  </a:lnTo>
                  <a:lnTo>
                    <a:pt x="285749" y="188975"/>
                  </a:lnTo>
                  <a:lnTo>
                    <a:pt x="291846" y="195833"/>
                  </a:lnTo>
                  <a:lnTo>
                    <a:pt x="291846" y="236829"/>
                  </a:lnTo>
                  <a:lnTo>
                    <a:pt x="298704" y="228599"/>
                  </a:lnTo>
                  <a:close/>
                </a:path>
                <a:path w="395605" h="264160">
                  <a:moveTo>
                    <a:pt x="12954" y="195833"/>
                  </a:moveTo>
                  <a:lnTo>
                    <a:pt x="12954" y="188975"/>
                  </a:lnTo>
                  <a:lnTo>
                    <a:pt x="6096" y="182879"/>
                  </a:lnTo>
                  <a:lnTo>
                    <a:pt x="6096" y="195833"/>
                  </a:lnTo>
                  <a:lnTo>
                    <a:pt x="12954" y="195833"/>
                  </a:lnTo>
                  <a:close/>
                </a:path>
                <a:path w="395605" h="264160">
                  <a:moveTo>
                    <a:pt x="395478" y="131825"/>
                  </a:moveTo>
                  <a:lnTo>
                    <a:pt x="285749" y="0"/>
                  </a:lnTo>
                  <a:lnTo>
                    <a:pt x="285749" y="68579"/>
                  </a:lnTo>
                  <a:lnTo>
                    <a:pt x="287274" y="68579"/>
                  </a:lnTo>
                  <a:lnTo>
                    <a:pt x="287274" y="22097"/>
                  </a:lnTo>
                  <a:lnTo>
                    <a:pt x="298704" y="17525"/>
                  </a:lnTo>
                  <a:lnTo>
                    <a:pt x="298704" y="35813"/>
                  </a:lnTo>
                  <a:lnTo>
                    <a:pt x="379031" y="132206"/>
                  </a:lnTo>
                  <a:lnTo>
                    <a:pt x="382524" y="128015"/>
                  </a:lnTo>
                  <a:lnTo>
                    <a:pt x="382524" y="147388"/>
                  </a:lnTo>
                  <a:lnTo>
                    <a:pt x="395478" y="131825"/>
                  </a:lnTo>
                  <a:close/>
                </a:path>
                <a:path w="395605" h="264160">
                  <a:moveTo>
                    <a:pt x="291846" y="81533"/>
                  </a:moveTo>
                  <a:lnTo>
                    <a:pt x="291846" y="68579"/>
                  </a:lnTo>
                  <a:lnTo>
                    <a:pt x="285749" y="74675"/>
                  </a:lnTo>
                  <a:lnTo>
                    <a:pt x="285749" y="81533"/>
                  </a:lnTo>
                  <a:lnTo>
                    <a:pt x="291846" y="81533"/>
                  </a:lnTo>
                  <a:close/>
                </a:path>
                <a:path w="395605" h="264160">
                  <a:moveTo>
                    <a:pt x="291846" y="195833"/>
                  </a:moveTo>
                  <a:lnTo>
                    <a:pt x="285749" y="188975"/>
                  </a:lnTo>
                  <a:lnTo>
                    <a:pt x="285749" y="195833"/>
                  </a:lnTo>
                  <a:lnTo>
                    <a:pt x="291846" y="195833"/>
                  </a:lnTo>
                  <a:close/>
                </a:path>
                <a:path w="395605" h="264160">
                  <a:moveTo>
                    <a:pt x="291846" y="236829"/>
                  </a:moveTo>
                  <a:lnTo>
                    <a:pt x="291846" y="195833"/>
                  </a:lnTo>
                  <a:lnTo>
                    <a:pt x="285749" y="195833"/>
                  </a:lnTo>
                  <a:lnTo>
                    <a:pt x="285749" y="263651"/>
                  </a:lnTo>
                  <a:lnTo>
                    <a:pt x="287274" y="261821"/>
                  </a:lnTo>
                  <a:lnTo>
                    <a:pt x="287274" y="242315"/>
                  </a:lnTo>
                  <a:lnTo>
                    <a:pt x="291846" y="236829"/>
                  </a:lnTo>
                  <a:close/>
                </a:path>
                <a:path w="395605" h="264160">
                  <a:moveTo>
                    <a:pt x="298704" y="35813"/>
                  </a:moveTo>
                  <a:lnTo>
                    <a:pt x="298704" y="17525"/>
                  </a:lnTo>
                  <a:lnTo>
                    <a:pt x="287274" y="22097"/>
                  </a:lnTo>
                  <a:lnTo>
                    <a:pt x="298704" y="35813"/>
                  </a:lnTo>
                  <a:close/>
                </a:path>
                <a:path w="395605" h="264160">
                  <a:moveTo>
                    <a:pt x="298704" y="81533"/>
                  </a:moveTo>
                  <a:lnTo>
                    <a:pt x="298704" y="35813"/>
                  </a:lnTo>
                  <a:lnTo>
                    <a:pt x="287274" y="22097"/>
                  </a:lnTo>
                  <a:lnTo>
                    <a:pt x="287274" y="68579"/>
                  </a:lnTo>
                  <a:lnTo>
                    <a:pt x="291846" y="68579"/>
                  </a:lnTo>
                  <a:lnTo>
                    <a:pt x="291846" y="81533"/>
                  </a:lnTo>
                  <a:lnTo>
                    <a:pt x="298704" y="81533"/>
                  </a:lnTo>
                  <a:close/>
                </a:path>
                <a:path w="395605" h="264160">
                  <a:moveTo>
                    <a:pt x="382524" y="147388"/>
                  </a:moveTo>
                  <a:lnTo>
                    <a:pt x="382524" y="136397"/>
                  </a:lnTo>
                  <a:lnTo>
                    <a:pt x="379031" y="132206"/>
                  </a:lnTo>
                  <a:lnTo>
                    <a:pt x="287274" y="242315"/>
                  </a:lnTo>
                  <a:lnTo>
                    <a:pt x="298704" y="246125"/>
                  </a:lnTo>
                  <a:lnTo>
                    <a:pt x="298704" y="248089"/>
                  </a:lnTo>
                  <a:lnTo>
                    <a:pt x="382524" y="147388"/>
                  </a:lnTo>
                  <a:close/>
                </a:path>
                <a:path w="395605" h="264160">
                  <a:moveTo>
                    <a:pt x="298704" y="248089"/>
                  </a:moveTo>
                  <a:lnTo>
                    <a:pt x="298704" y="246125"/>
                  </a:lnTo>
                  <a:lnTo>
                    <a:pt x="287274" y="242315"/>
                  </a:lnTo>
                  <a:lnTo>
                    <a:pt x="287274" y="261821"/>
                  </a:lnTo>
                  <a:lnTo>
                    <a:pt x="298704" y="248089"/>
                  </a:lnTo>
                  <a:close/>
                </a:path>
                <a:path w="395605" h="264160">
                  <a:moveTo>
                    <a:pt x="382524" y="136397"/>
                  </a:moveTo>
                  <a:lnTo>
                    <a:pt x="382524" y="128015"/>
                  </a:lnTo>
                  <a:lnTo>
                    <a:pt x="379031" y="132206"/>
                  </a:lnTo>
                  <a:lnTo>
                    <a:pt x="382524" y="136397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3167633" y="3755135"/>
            <a:ext cx="3779520" cy="2700020"/>
          </a:xfrm>
          <a:custGeom>
            <a:avLst/>
            <a:gdLst/>
            <a:ahLst/>
            <a:cxnLst/>
            <a:rect l="l" t="t" r="r" b="b"/>
            <a:pathLst>
              <a:path w="3779520" h="2700020">
                <a:moveTo>
                  <a:pt x="3779519" y="2699766"/>
                </a:moveTo>
                <a:lnTo>
                  <a:pt x="3779519" y="0"/>
                </a:lnTo>
                <a:lnTo>
                  <a:pt x="0" y="0"/>
                </a:lnTo>
                <a:lnTo>
                  <a:pt x="0" y="2699766"/>
                </a:lnTo>
                <a:lnTo>
                  <a:pt x="4572" y="2699766"/>
                </a:lnTo>
                <a:lnTo>
                  <a:pt x="4571" y="9144"/>
                </a:lnTo>
                <a:lnTo>
                  <a:pt x="9143" y="4572"/>
                </a:lnTo>
                <a:lnTo>
                  <a:pt x="9143" y="9144"/>
                </a:lnTo>
                <a:lnTo>
                  <a:pt x="3770375" y="9144"/>
                </a:lnTo>
                <a:lnTo>
                  <a:pt x="3770375" y="4572"/>
                </a:lnTo>
                <a:lnTo>
                  <a:pt x="3774947" y="9144"/>
                </a:lnTo>
                <a:lnTo>
                  <a:pt x="3774947" y="2699766"/>
                </a:lnTo>
                <a:lnTo>
                  <a:pt x="3779519" y="2699766"/>
                </a:lnTo>
                <a:close/>
              </a:path>
              <a:path w="3779520" h="2700020">
                <a:moveTo>
                  <a:pt x="9143" y="9144"/>
                </a:moveTo>
                <a:lnTo>
                  <a:pt x="9143" y="4572"/>
                </a:lnTo>
                <a:lnTo>
                  <a:pt x="4571" y="9144"/>
                </a:lnTo>
                <a:lnTo>
                  <a:pt x="9143" y="9144"/>
                </a:lnTo>
                <a:close/>
              </a:path>
              <a:path w="3779520" h="2700020">
                <a:moveTo>
                  <a:pt x="9144" y="2690622"/>
                </a:moveTo>
                <a:lnTo>
                  <a:pt x="9143" y="9144"/>
                </a:lnTo>
                <a:lnTo>
                  <a:pt x="4571" y="9144"/>
                </a:lnTo>
                <a:lnTo>
                  <a:pt x="4572" y="2690622"/>
                </a:lnTo>
                <a:lnTo>
                  <a:pt x="9144" y="2690622"/>
                </a:lnTo>
                <a:close/>
              </a:path>
              <a:path w="3779520" h="2700020">
                <a:moveTo>
                  <a:pt x="3774947" y="2690622"/>
                </a:moveTo>
                <a:lnTo>
                  <a:pt x="4572" y="2690622"/>
                </a:lnTo>
                <a:lnTo>
                  <a:pt x="9144" y="2695194"/>
                </a:lnTo>
                <a:lnTo>
                  <a:pt x="9143" y="2699766"/>
                </a:lnTo>
                <a:lnTo>
                  <a:pt x="3770375" y="2699766"/>
                </a:lnTo>
                <a:lnTo>
                  <a:pt x="3770375" y="2695194"/>
                </a:lnTo>
                <a:lnTo>
                  <a:pt x="3774947" y="2690622"/>
                </a:lnTo>
                <a:close/>
              </a:path>
              <a:path w="3779520" h="2700020">
                <a:moveTo>
                  <a:pt x="9143" y="2699766"/>
                </a:moveTo>
                <a:lnTo>
                  <a:pt x="9144" y="2695194"/>
                </a:lnTo>
                <a:lnTo>
                  <a:pt x="4572" y="2690622"/>
                </a:lnTo>
                <a:lnTo>
                  <a:pt x="4572" y="2699766"/>
                </a:lnTo>
                <a:lnTo>
                  <a:pt x="9143" y="2699766"/>
                </a:lnTo>
                <a:close/>
              </a:path>
              <a:path w="3779520" h="2700020">
                <a:moveTo>
                  <a:pt x="3774947" y="9144"/>
                </a:moveTo>
                <a:lnTo>
                  <a:pt x="3770375" y="4572"/>
                </a:lnTo>
                <a:lnTo>
                  <a:pt x="3770375" y="9144"/>
                </a:lnTo>
                <a:lnTo>
                  <a:pt x="3774947" y="9144"/>
                </a:lnTo>
                <a:close/>
              </a:path>
              <a:path w="3779520" h="2700020">
                <a:moveTo>
                  <a:pt x="3774947" y="2690622"/>
                </a:moveTo>
                <a:lnTo>
                  <a:pt x="3774947" y="9144"/>
                </a:lnTo>
                <a:lnTo>
                  <a:pt x="3770375" y="9144"/>
                </a:lnTo>
                <a:lnTo>
                  <a:pt x="3770375" y="2690622"/>
                </a:lnTo>
                <a:lnTo>
                  <a:pt x="3774947" y="2690622"/>
                </a:lnTo>
                <a:close/>
              </a:path>
              <a:path w="3779520" h="2700020">
                <a:moveTo>
                  <a:pt x="3774947" y="2699766"/>
                </a:moveTo>
                <a:lnTo>
                  <a:pt x="3774947" y="2690622"/>
                </a:lnTo>
                <a:lnTo>
                  <a:pt x="3770375" y="2695194"/>
                </a:lnTo>
                <a:lnTo>
                  <a:pt x="3770375" y="2699766"/>
                </a:lnTo>
                <a:lnTo>
                  <a:pt x="3774947" y="2699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222762" y="3760723"/>
            <a:ext cx="191008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act</a:t>
            </a:r>
            <a:r>
              <a:rPr dirty="0" sz="700" spc="270">
                <a:latin typeface="Arial MT"/>
                <a:cs typeface="Arial MT"/>
              </a:rPr>
              <a:t> </a:t>
            </a:r>
            <a:r>
              <a:rPr dirty="0" sz="700" spc="-5">
                <a:latin typeface="Arial MT"/>
                <a:cs typeface="Arial MT"/>
              </a:rPr>
              <a:t>[Activity]</a:t>
            </a:r>
            <a:r>
              <a:rPr dirty="0" sz="700" spc="455">
                <a:latin typeface="Arial MT"/>
                <a:cs typeface="Arial MT"/>
              </a:rPr>
              <a:t> </a:t>
            </a:r>
            <a:r>
              <a:rPr dirty="0" sz="700" spc="-5">
                <a:latin typeface="Arial MT"/>
                <a:cs typeface="Arial MT"/>
              </a:rPr>
              <a:t>Prevent </a:t>
            </a:r>
            <a:r>
              <a:rPr dirty="0" sz="700">
                <a:latin typeface="Arial MT"/>
                <a:cs typeface="Arial MT"/>
              </a:rPr>
              <a:t>Lockup  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[</a:t>
            </a:r>
            <a:r>
              <a:rPr dirty="0" sz="700" spc="100">
                <a:latin typeface="Arial MT"/>
                <a:cs typeface="Arial MT"/>
              </a:rPr>
              <a:t> </a:t>
            </a:r>
            <a:r>
              <a:rPr dirty="0" sz="700" spc="-5">
                <a:latin typeface="Arial MT"/>
                <a:cs typeface="Arial MT"/>
              </a:rPr>
              <a:t>Swimlanes</a:t>
            </a:r>
            <a:r>
              <a:rPr dirty="0" sz="700" spc="43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]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72205" y="3759708"/>
            <a:ext cx="2098040" cy="2519680"/>
            <a:chOff x="3172205" y="3759708"/>
            <a:chExt cx="2098040" cy="2519680"/>
          </a:xfrm>
        </p:grpSpPr>
        <p:sp>
          <p:nvSpPr>
            <p:cNvPr id="14" name="object 14"/>
            <p:cNvSpPr/>
            <p:nvPr/>
          </p:nvSpPr>
          <p:spPr>
            <a:xfrm>
              <a:off x="3172193" y="3759708"/>
              <a:ext cx="2098040" cy="2519680"/>
            </a:xfrm>
            <a:custGeom>
              <a:avLst/>
              <a:gdLst/>
              <a:ahLst/>
              <a:cxnLst/>
              <a:rect l="l" t="t" r="r" b="b"/>
              <a:pathLst>
                <a:path w="2098040" h="2519679">
                  <a:moveTo>
                    <a:pt x="145542" y="2519172"/>
                  </a:moveTo>
                  <a:lnTo>
                    <a:pt x="144018" y="602742"/>
                  </a:lnTo>
                  <a:lnTo>
                    <a:pt x="126492" y="602742"/>
                  </a:lnTo>
                  <a:lnTo>
                    <a:pt x="128016" y="2519172"/>
                  </a:lnTo>
                  <a:lnTo>
                    <a:pt x="145542" y="2519172"/>
                  </a:lnTo>
                  <a:close/>
                </a:path>
                <a:path w="2098040" h="2519679">
                  <a:moveTo>
                    <a:pt x="1995690" y="99822"/>
                  </a:moveTo>
                  <a:lnTo>
                    <a:pt x="1994166" y="0"/>
                  </a:lnTo>
                  <a:lnTo>
                    <a:pt x="1984260" y="0"/>
                  </a:lnTo>
                  <a:lnTo>
                    <a:pt x="1985721" y="96075"/>
                  </a:lnTo>
                  <a:lnTo>
                    <a:pt x="1922538" y="150126"/>
                  </a:lnTo>
                  <a:lnTo>
                    <a:pt x="1923135" y="150888"/>
                  </a:lnTo>
                  <a:lnTo>
                    <a:pt x="0" y="149364"/>
                  </a:lnTo>
                  <a:lnTo>
                    <a:pt x="0" y="158508"/>
                  </a:lnTo>
                  <a:lnTo>
                    <a:pt x="1935480" y="160032"/>
                  </a:lnTo>
                  <a:lnTo>
                    <a:pt x="1935480" y="151892"/>
                  </a:lnTo>
                  <a:lnTo>
                    <a:pt x="1991880" y="103644"/>
                  </a:lnTo>
                  <a:lnTo>
                    <a:pt x="1988820" y="99822"/>
                  </a:lnTo>
                  <a:lnTo>
                    <a:pt x="1995690" y="99822"/>
                  </a:lnTo>
                  <a:close/>
                </a:path>
                <a:path w="2098040" h="2519679">
                  <a:moveTo>
                    <a:pt x="2097786" y="2519172"/>
                  </a:moveTo>
                  <a:lnTo>
                    <a:pt x="2096262" y="602742"/>
                  </a:lnTo>
                  <a:lnTo>
                    <a:pt x="2078736" y="602742"/>
                  </a:lnTo>
                  <a:lnTo>
                    <a:pt x="2080260" y="2519172"/>
                  </a:lnTo>
                  <a:lnTo>
                    <a:pt x="2097786" y="2519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4558" y="5833872"/>
              <a:ext cx="144018" cy="13563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78517" y="5837694"/>
              <a:ext cx="1125220" cy="369570"/>
            </a:xfrm>
            <a:custGeom>
              <a:avLst/>
              <a:gdLst/>
              <a:ahLst/>
              <a:cxnLst/>
              <a:rect l="l" t="t" r="r" b="b"/>
              <a:pathLst>
                <a:path w="1125220" h="369570">
                  <a:moveTo>
                    <a:pt x="1125220" y="127254"/>
                  </a:moveTo>
                  <a:lnTo>
                    <a:pt x="990600" y="127254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369570"/>
                  </a:lnTo>
                  <a:lnTo>
                    <a:pt x="990600" y="369570"/>
                  </a:lnTo>
                  <a:lnTo>
                    <a:pt x="1125220" y="369570"/>
                  </a:lnTo>
                  <a:lnTo>
                    <a:pt x="1125220" y="127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473957" y="5833110"/>
              <a:ext cx="1137920" cy="379730"/>
            </a:xfrm>
            <a:custGeom>
              <a:avLst/>
              <a:gdLst/>
              <a:ahLst/>
              <a:cxnLst/>
              <a:rect l="l" t="t" r="r" b="b"/>
              <a:pathLst>
                <a:path w="1137920" h="379729">
                  <a:moveTo>
                    <a:pt x="993648" y="0"/>
                  </a:moveTo>
                  <a:lnTo>
                    <a:pt x="4572" y="0"/>
                  </a:lnTo>
                  <a:lnTo>
                    <a:pt x="1524" y="762"/>
                  </a:lnTo>
                  <a:lnTo>
                    <a:pt x="0" y="4572"/>
                  </a:lnTo>
                  <a:lnTo>
                    <a:pt x="0" y="374142"/>
                  </a:lnTo>
                  <a:lnTo>
                    <a:pt x="1524" y="377952"/>
                  </a:lnTo>
                  <a:lnTo>
                    <a:pt x="4572" y="379476"/>
                  </a:lnTo>
                  <a:lnTo>
                    <a:pt x="4572" y="9144"/>
                  </a:lnTo>
                  <a:lnTo>
                    <a:pt x="9143" y="4572"/>
                  </a:lnTo>
                  <a:lnTo>
                    <a:pt x="9143" y="9144"/>
                  </a:lnTo>
                  <a:lnTo>
                    <a:pt x="990600" y="9144"/>
                  </a:lnTo>
                  <a:lnTo>
                    <a:pt x="990600" y="4572"/>
                  </a:lnTo>
                  <a:lnTo>
                    <a:pt x="991362" y="1524"/>
                  </a:lnTo>
                  <a:lnTo>
                    <a:pt x="993648" y="0"/>
                  </a:lnTo>
                  <a:close/>
                </a:path>
                <a:path w="1137920" h="379729">
                  <a:moveTo>
                    <a:pt x="9143" y="9144"/>
                  </a:moveTo>
                  <a:lnTo>
                    <a:pt x="9143" y="4572"/>
                  </a:lnTo>
                  <a:lnTo>
                    <a:pt x="4572" y="9144"/>
                  </a:lnTo>
                  <a:lnTo>
                    <a:pt x="9143" y="9144"/>
                  </a:lnTo>
                  <a:close/>
                </a:path>
                <a:path w="1137920" h="379729">
                  <a:moveTo>
                    <a:pt x="9143" y="369570"/>
                  </a:moveTo>
                  <a:lnTo>
                    <a:pt x="9143" y="9144"/>
                  </a:lnTo>
                  <a:lnTo>
                    <a:pt x="4572" y="9144"/>
                  </a:lnTo>
                  <a:lnTo>
                    <a:pt x="4572" y="369570"/>
                  </a:lnTo>
                  <a:lnTo>
                    <a:pt x="9143" y="369570"/>
                  </a:lnTo>
                  <a:close/>
                </a:path>
                <a:path w="1137920" h="379729">
                  <a:moveTo>
                    <a:pt x="1130046" y="369570"/>
                  </a:moveTo>
                  <a:lnTo>
                    <a:pt x="4572" y="369570"/>
                  </a:lnTo>
                  <a:lnTo>
                    <a:pt x="9143" y="374142"/>
                  </a:lnTo>
                  <a:lnTo>
                    <a:pt x="9143" y="379476"/>
                  </a:lnTo>
                  <a:lnTo>
                    <a:pt x="1125474" y="379476"/>
                  </a:lnTo>
                  <a:lnTo>
                    <a:pt x="1125474" y="374142"/>
                  </a:lnTo>
                  <a:lnTo>
                    <a:pt x="1130046" y="369570"/>
                  </a:lnTo>
                  <a:close/>
                </a:path>
                <a:path w="1137920" h="379729">
                  <a:moveTo>
                    <a:pt x="9143" y="379476"/>
                  </a:moveTo>
                  <a:lnTo>
                    <a:pt x="9143" y="374142"/>
                  </a:lnTo>
                  <a:lnTo>
                    <a:pt x="4572" y="369570"/>
                  </a:lnTo>
                  <a:lnTo>
                    <a:pt x="4572" y="379476"/>
                  </a:lnTo>
                  <a:lnTo>
                    <a:pt x="9143" y="379476"/>
                  </a:lnTo>
                  <a:close/>
                </a:path>
                <a:path w="1137920" h="379729">
                  <a:moveTo>
                    <a:pt x="998220" y="762"/>
                  </a:moveTo>
                  <a:lnTo>
                    <a:pt x="995934" y="0"/>
                  </a:lnTo>
                  <a:lnTo>
                    <a:pt x="993648" y="0"/>
                  </a:lnTo>
                  <a:lnTo>
                    <a:pt x="991362" y="1524"/>
                  </a:lnTo>
                  <a:lnTo>
                    <a:pt x="990600" y="4572"/>
                  </a:lnTo>
                  <a:lnTo>
                    <a:pt x="990600" y="9144"/>
                  </a:lnTo>
                  <a:lnTo>
                    <a:pt x="992124" y="9144"/>
                  </a:lnTo>
                  <a:lnTo>
                    <a:pt x="992124" y="7620"/>
                  </a:lnTo>
                  <a:lnTo>
                    <a:pt x="998220" y="762"/>
                  </a:lnTo>
                  <a:close/>
                </a:path>
                <a:path w="1137920" h="379729">
                  <a:moveTo>
                    <a:pt x="999744" y="126492"/>
                  </a:moveTo>
                  <a:lnTo>
                    <a:pt x="999744" y="14809"/>
                  </a:lnTo>
                  <a:lnTo>
                    <a:pt x="993739" y="9144"/>
                  </a:lnTo>
                  <a:lnTo>
                    <a:pt x="990600" y="9144"/>
                  </a:lnTo>
                  <a:lnTo>
                    <a:pt x="990600" y="131826"/>
                  </a:lnTo>
                  <a:lnTo>
                    <a:pt x="992124" y="134874"/>
                  </a:lnTo>
                  <a:lnTo>
                    <a:pt x="995172" y="136398"/>
                  </a:lnTo>
                  <a:lnTo>
                    <a:pt x="995172" y="126492"/>
                  </a:lnTo>
                  <a:lnTo>
                    <a:pt x="999744" y="126492"/>
                  </a:lnTo>
                  <a:close/>
                </a:path>
                <a:path w="1137920" h="379729">
                  <a:moveTo>
                    <a:pt x="1132076" y="127304"/>
                  </a:moveTo>
                  <a:lnTo>
                    <a:pt x="998220" y="762"/>
                  </a:lnTo>
                  <a:lnTo>
                    <a:pt x="992124" y="7620"/>
                  </a:lnTo>
                  <a:lnTo>
                    <a:pt x="999744" y="4572"/>
                  </a:lnTo>
                  <a:lnTo>
                    <a:pt x="999744" y="14809"/>
                  </a:lnTo>
                  <a:lnTo>
                    <a:pt x="1118114" y="126492"/>
                  </a:lnTo>
                  <a:lnTo>
                    <a:pt x="1130046" y="126492"/>
                  </a:lnTo>
                  <a:lnTo>
                    <a:pt x="1132076" y="127304"/>
                  </a:lnTo>
                  <a:close/>
                </a:path>
                <a:path w="1137920" h="379729">
                  <a:moveTo>
                    <a:pt x="999744" y="14809"/>
                  </a:moveTo>
                  <a:lnTo>
                    <a:pt x="999744" y="4572"/>
                  </a:lnTo>
                  <a:lnTo>
                    <a:pt x="992124" y="7620"/>
                  </a:lnTo>
                  <a:lnTo>
                    <a:pt x="993648" y="9057"/>
                  </a:lnTo>
                  <a:lnTo>
                    <a:pt x="995172" y="9144"/>
                  </a:lnTo>
                  <a:lnTo>
                    <a:pt x="995172" y="10495"/>
                  </a:lnTo>
                  <a:lnTo>
                    <a:pt x="999744" y="14809"/>
                  </a:lnTo>
                  <a:close/>
                </a:path>
                <a:path w="1137920" h="379729">
                  <a:moveTo>
                    <a:pt x="993739" y="9144"/>
                  </a:moveTo>
                  <a:lnTo>
                    <a:pt x="992124" y="7620"/>
                  </a:lnTo>
                  <a:lnTo>
                    <a:pt x="992124" y="9144"/>
                  </a:lnTo>
                  <a:lnTo>
                    <a:pt x="993739" y="9144"/>
                  </a:lnTo>
                  <a:close/>
                </a:path>
                <a:path w="1137920" h="379729">
                  <a:moveTo>
                    <a:pt x="995172" y="10495"/>
                  </a:moveTo>
                  <a:lnTo>
                    <a:pt x="995172" y="9144"/>
                  </a:lnTo>
                  <a:lnTo>
                    <a:pt x="993739" y="9144"/>
                  </a:lnTo>
                  <a:lnTo>
                    <a:pt x="995172" y="10495"/>
                  </a:lnTo>
                  <a:close/>
                </a:path>
                <a:path w="1137920" h="379729">
                  <a:moveTo>
                    <a:pt x="1128522" y="136398"/>
                  </a:moveTo>
                  <a:lnTo>
                    <a:pt x="1126998" y="134874"/>
                  </a:lnTo>
                  <a:lnTo>
                    <a:pt x="1118114" y="126492"/>
                  </a:lnTo>
                  <a:lnTo>
                    <a:pt x="995172" y="126492"/>
                  </a:lnTo>
                  <a:lnTo>
                    <a:pt x="999744" y="131826"/>
                  </a:lnTo>
                  <a:lnTo>
                    <a:pt x="999744" y="136398"/>
                  </a:lnTo>
                  <a:lnTo>
                    <a:pt x="1128522" y="136398"/>
                  </a:lnTo>
                  <a:close/>
                </a:path>
                <a:path w="1137920" h="379729">
                  <a:moveTo>
                    <a:pt x="999744" y="136398"/>
                  </a:moveTo>
                  <a:lnTo>
                    <a:pt x="999744" y="131826"/>
                  </a:lnTo>
                  <a:lnTo>
                    <a:pt x="995172" y="126492"/>
                  </a:lnTo>
                  <a:lnTo>
                    <a:pt x="995172" y="136398"/>
                  </a:lnTo>
                  <a:lnTo>
                    <a:pt x="999744" y="136398"/>
                  </a:lnTo>
                  <a:close/>
                </a:path>
                <a:path w="1137920" h="379729">
                  <a:moveTo>
                    <a:pt x="1132973" y="128151"/>
                  </a:moveTo>
                  <a:lnTo>
                    <a:pt x="1132076" y="127304"/>
                  </a:lnTo>
                  <a:lnTo>
                    <a:pt x="1130046" y="126492"/>
                  </a:lnTo>
                  <a:lnTo>
                    <a:pt x="1118114" y="126492"/>
                  </a:lnTo>
                  <a:lnTo>
                    <a:pt x="1125474" y="133436"/>
                  </a:lnTo>
                  <a:lnTo>
                    <a:pt x="1125474" y="131826"/>
                  </a:lnTo>
                  <a:lnTo>
                    <a:pt x="1127715" y="134067"/>
                  </a:lnTo>
                  <a:lnTo>
                    <a:pt x="1132973" y="128151"/>
                  </a:lnTo>
                  <a:close/>
                </a:path>
                <a:path w="1137920" h="379729">
                  <a:moveTo>
                    <a:pt x="1127715" y="134067"/>
                  </a:moveTo>
                  <a:lnTo>
                    <a:pt x="1125474" y="131826"/>
                  </a:lnTo>
                  <a:lnTo>
                    <a:pt x="1125474" y="133436"/>
                  </a:lnTo>
                  <a:lnTo>
                    <a:pt x="1126998" y="134874"/>
                  </a:lnTo>
                  <a:lnTo>
                    <a:pt x="1127715" y="134067"/>
                  </a:lnTo>
                  <a:close/>
                </a:path>
                <a:path w="1137920" h="379729">
                  <a:moveTo>
                    <a:pt x="1134618" y="374142"/>
                  </a:moveTo>
                  <a:lnTo>
                    <a:pt x="1134618" y="136017"/>
                  </a:lnTo>
                  <a:lnTo>
                    <a:pt x="1131570" y="139446"/>
                  </a:lnTo>
                  <a:lnTo>
                    <a:pt x="1128522" y="136398"/>
                  </a:lnTo>
                  <a:lnTo>
                    <a:pt x="1125474" y="136398"/>
                  </a:lnTo>
                  <a:lnTo>
                    <a:pt x="1125474" y="369570"/>
                  </a:lnTo>
                  <a:lnTo>
                    <a:pt x="1130046" y="369570"/>
                  </a:lnTo>
                  <a:lnTo>
                    <a:pt x="1130046" y="379476"/>
                  </a:lnTo>
                  <a:lnTo>
                    <a:pt x="1133856" y="377952"/>
                  </a:lnTo>
                  <a:lnTo>
                    <a:pt x="1134618" y="374142"/>
                  </a:lnTo>
                  <a:close/>
                </a:path>
                <a:path w="1137920" h="379729">
                  <a:moveTo>
                    <a:pt x="1130046" y="379476"/>
                  </a:moveTo>
                  <a:lnTo>
                    <a:pt x="1130046" y="369570"/>
                  </a:lnTo>
                  <a:lnTo>
                    <a:pt x="1125474" y="374142"/>
                  </a:lnTo>
                  <a:lnTo>
                    <a:pt x="1125474" y="379476"/>
                  </a:lnTo>
                  <a:lnTo>
                    <a:pt x="1130046" y="379476"/>
                  </a:lnTo>
                  <a:close/>
                </a:path>
                <a:path w="1137920" h="379729">
                  <a:moveTo>
                    <a:pt x="1130046" y="136398"/>
                  </a:moveTo>
                  <a:lnTo>
                    <a:pt x="1127715" y="134067"/>
                  </a:lnTo>
                  <a:lnTo>
                    <a:pt x="1126998" y="134874"/>
                  </a:lnTo>
                  <a:lnTo>
                    <a:pt x="1128522" y="136398"/>
                  </a:lnTo>
                  <a:lnTo>
                    <a:pt x="1130046" y="136398"/>
                  </a:lnTo>
                  <a:close/>
                </a:path>
                <a:path w="1137920" h="379729">
                  <a:moveTo>
                    <a:pt x="1134618" y="136017"/>
                  </a:moveTo>
                  <a:lnTo>
                    <a:pt x="1134618" y="131826"/>
                  </a:lnTo>
                  <a:lnTo>
                    <a:pt x="1134095" y="129212"/>
                  </a:lnTo>
                  <a:lnTo>
                    <a:pt x="1132973" y="128151"/>
                  </a:lnTo>
                  <a:lnTo>
                    <a:pt x="1127715" y="134067"/>
                  </a:lnTo>
                  <a:lnTo>
                    <a:pt x="1130046" y="136398"/>
                  </a:lnTo>
                  <a:lnTo>
                    <a:pt x="1130046" y="137922"/>
                  </a:lnTo>
                  <a:lnTo>
                    <a:pt x="1131570" y="139446"/>
                  </a:lnTo>
                  <a:lnTo>
                    <a:pt x="1134618" y="136017"/>
                  </a:lnTo>
                  <a:close/>
                </a:path>
                <a:path w="1137920" h="379729">
                  <a:moveTo>
                    <a:pt x="1130046" y="137922"/>
                  </a:moveTo>
                  <a:lnTo>
                    <a:pt x="1130046" y="136398"/>
                  </a:lnTo>
                  <a:lnTo>
                    <a:pt x="1128522" y="136398"/>
                  </a:lnTo>
                  <a:lnTo>
                    <a:pt x="1130046" y="137922"/>
                  </a:lnTo>
                  <a:close/>
                </a:path>
                <a:path w="1137920" h="379729">
                  <a:moveTo>
                    <a:pt x="1134095" y="129212"/>
                  </a:moveTo>
                  <a:lnTo>
                    <a:pt x="1133856" y="128016"/>
                  </a:lnTo>
                  <a:lnTo>
                    <a:pt x="1132076" y="127304"/>
                  </a:lnTo>
                  <a:lnTo>
                    <a:pt x="1132973" y="128151"/>
                  </a:lnTo>
                  <a:lnTo>
                    <a:pt x="1133094" y="128016"/>
                  </a:lnTo>
                  <a:lnTo>
                    <a:pt x="1133094" y="128265"/>
                  </a:lnTo>
                  <a:lnTo>
                    <a:pt x="1134095" y="129212"/>
                  </a:lnTo>
                  <a:close/>
                </a:path>
                <a:path w="1137920" h="379729">
                  <a:moveTo>
                    <a:pt x="1133094" y="128265"/>
                  </a:moveTo>
                  <a:lnTo>
                    <a:pt x="1133094" y="128016"/>
                  </a:lnTo>
                  <a:lnTo>
                    <a:pt x="1132973" y="128151"/>
                  </a:lnTo>
                  <a:close/>
                </a:path>
                <a:path w="1137920" h="379729">
                  <a:moveTo>
                    <a:pt x="1137666" y="132588"/>
                  </a:moveTo>
                  <a:lnTo>
                    <a:pt x="1134095" y="129212"/>
                  </a:lnTo>
                  <a:lnTo>
                    <a:pt x="1134618" y="131826"/>
                  </a:lnTo>
                  <a:lnTo>
                    <a:pt x="1134618" y="136017"/>
                  </a:lnTo>
                  <a:lnTo>
                    <a:pt x="1137666" y="132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478529" y="5837682"/>
            <a:ext cx="1125220" cy="36957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315"/>
              </a:spcBef>
            </a:pPr>
            <a:r>
              <a:rPr dirty="0" sz="800" spc="-10" b="1">
                <a:latin typeface="Arial"/>
                <a:cs typeface="Arial"/>
              </a:rPr>
              <a:t>allocatedTo</a:t>
            </a:r>
            <a:endParaRPr sz="800">
              <a:latin typeface="Arial"/>
              <a:cs typeface="Arial"/>
            </a:endParaRPr>
          </a:p>
          <a:p>
            <a:pPr marL="53340">
              <a:lnSpc>
                <a:spcPct val="100000"/>
              </a:lnSpc>
              <a:spcBef>
                <a:spcPts val="125"/>
              </a:spcBef>
            </a:pPr>
            <a:r>
              <a:rPr dirty="0" sz="800" spc="-5">
                <a:latin typeface="Arial MT"/>
                <a:cs typeface="Arial MT"/>
              </a:rPr>
              <a:t>&lt;&lt;connector&gt;&gt;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c2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: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98697" y="4047744"/>
            <a:ext cx="3484879" cy="2231390"/>
            <a:chOff x="3298697" y="4047744"/>
            <a:chExt cx="3484879" cy="2231390"/>
          </a:xfrm>
        </p:grpSpPr>
        <p:sp>
          <p:nvSpPr>
            <p:cNvPr id="20" name="object 20"/>
            <p:cNvSpPr/>
            <p:nvPr/>
          </p:nvSpPr>
          <p:spPr>
            <a:xfrm>
              <a:off x="5250929" y="4362449"/>
              <a:ext cx="1532890" cy="1916430"/>
            </a:xfrm>
            <a:custGeom>
              <a:avLst/>
              <a:gdLst/>
              <a:ahLst/>
              <a:cxnLst/>
              <a:rect l="l" t="t" r="r" b="b"/>
              <a:pathLst>
                <a:path w="1532890" h="1916429">
                  <a:moveTo>
                    <a:pt x="19050" y="1916430"/>
                  </a:moveTo>
                  <a:lnTo>
                    <a:pt x="17526" y="0"/>
                  </a:lnTo>
                  <a:lnTo>
                    <a:pt x="0" y="0"/>
                  </a:lnTo>
                  <a:lnTo>
                    <a:pt x="1524" y="1916430"/>
                  </a:lnTo>
                  <a:lnTo>
                    <a:pt x="19050" y="1916430"/>
                  </a:lnTo>
                  <a:close/>
                </a:path>
                <a:path w="1532890" h="1916429">
                  <a:moveTo>
                    <a:pt x="1532394" y="1916430"/>
                  </a:moveTo>
                  <a:lnTo>
                    <a:pt x="1530108" y="0"/>
                  </a:lnTo>
                  <a:lnTo>
                    <a:pt x="1513344" y="0"/>
                  </a:lnTo>
                  <a:lnTo>
                    <a:pt x="1514868" y="1916430"/>
                  </a:lnTo>
                  <a:lnTo>
                    <a:pt x="1532394" y="1916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307079" y="4056125"/>
              <a:ext cx="1953260" cy="306705"/>
            </a:xfrm>
            <a:custGeom>
              <a:avLst/>
              <a:gdLst/>
              <a:ahLst/>
              <a:cxnLst/>
              <a:rect l="l" t="t" r="r" b="b"/>
              <a:pathLst>
                <a:path w="1953260" h="306704">
                  <a:moveTo>
                    <a:pt x="1953005" y="306324"/>
                  </a:moveTo>
                  <a:lnTo>
                    <a:pt x="1953005" y="0"/>
                  </a:lnTo>
                  <a:lnTo>
                    <a:pt x="0" y="0"/>
                  </a:lnTo>
                  <a:lnTo>
                    <a:pt x="0" y="306324"/>
                  </a:lnTo>
                  <a:lnTo>
                    <a:pt x="1953005" y="306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98697" y="4047744"/>
              <a:ext cx="1969770" cy="323850"/>
            </a:xfrm>
            <a:custGeom>
              <a:avLst/>
              <a:gdLst/>
              <a:ahLst/>
              <a:cxnLst/>
              <a:rect l="l" t="t" r="r" b="b"/>
              <a:pathLst>
                <a:path w="1969770" h="323850">
                  <a:moveTo>
                    <a:pt x="17526" y="17526"/>
                  </a:moveTo>
                  <a:lnTo>
                    <a:pt x="17526" y="8382"/>
                  </a:lnTo>
                  <a:lnTo>
                    <a:pt x="0" y="8382"/>
                  </a:lnTo>
                  <a:lnTo>
                    <a:pt x="0" y="320040"/>
                  </a:lnTo>
                  <a:lnTo>
                    <a:pt x="3810" y="323850"/>
                  </a:lnTo>
                  <a:lnTo>
                    <a:pt x="8381" y="323850"/>
                  </a:lnTo>
                  <a:lnTo>
                    <a:pt x="8382" y="17526"/>
                  </a:lnTo>
                  <a:lnTo>
                    <a:pt x="17526" y="17526"/>
                  </a:lnTo>
                  <a:close/>
                </a:path>
                <a:path w="1969770" h="323850">
                  <a:moveTo>
                    <a:pt x="1969770" y="320039"/>
                  </a:moveTo>
                  <a:lnTo>
                    <a:pt x="1969770" y="3809"/>
                  </a:lnTo>
                  <a:lnTo>
                    <a:pt x="1965960" y="0"/>
                  </a:lnTo>
                  <a:lnTo>
                    <a:pt x="8382" y="0"/>
                  </a:lnTo>
                  <a:lnTo>
                    <a:pt x="8382" y="8382"/>
                  </a:lnTo>
                  <a:lnTo>
                    <a:pt x="17526" y="8382"/>
                  </a:lnTo>
                  <a:lnTo>
                    <a:pt x="17526" y="17526"/>
                  </a:lnTo>
                  <a:lnTo>
                    <a:pt x="1952244" y="17525"/>
                  </a:lnTo>
                  <a:lnTo>
                    <a:pt x="1952244" y="8381"/>
                  </a:lnTo>
                  <a:lnTo>
                    <a:pt x="1961388" y="17525"/>
                  </a:lnTo>
                  <a:lnTo>
                    <a:pt x="1961388" y="323849"/>
                  </a:lnTo>
                  <a:lnTo>
                    <a:pt x="1965960" y="323849"/>
                  </a:lnTo>
                  <a:lnTo>
                    <a:pt x="1969770" y="320039"/>
                  </a:lnTo>
                  <a:close/>
                </a:path>
                <a:path w="1969770" h="323850">
                  <a:moveTo>
                    <a:pt x="17526" y="306324"/>
                  </a:moveTo>
                  <a:lnTo>
                    <a:pt x="17526" y="17526"/>
                  </a:lnTo>
                  <a:lnTo>
                    <a:pt x="8382" y="17526"/>
                  </a:lnTo>
                  <a:lnTo>
                    <a:pt x="8382" y="306324"/>
                  </a:lnTo>
                  <a:lnTo>
                    <a:pt x="17526" y="306324"/>
                  </a:lnTo>
                  <a:close/>
                </a:path>
                <a:path w="1969770" h="323850">
                  <a:moveTo>
                    <a:pt x="1961388" y="306323"/>
                  </a:moveTo>
                  <a:lnTo>
                    <a:pt x="8382" y="306324"/>
                  </a:lnTo>
                  <a:lnTo>
                    <a:pt x="17526" y="314706"/>
                  </a:lnTo>
                  <a:lnTo>
                    <a:pt x="17525" y="323850"/>
                  </a:lnTo>
                  <a:lnTo>
                    <a:pt x="1952244" y="323849"/>
                  </a:lnTo>
                  <a:lnTo>
                    <a:pt x="1952244" y="314705"/>
                  </a:lnTo>
                  <a:lnTo>
                    <a:pt x="1961388" y="306323"/>
                  </a:lnTo>
                  <a:close/>
                </a:path>
                <a:path w="1969770" h="323850">
                  <a:moveTo>
                    <a:pt x="17525" y="323850"/>
                  </a:moveTo>
                  <a:lnTo>
                    <a:pt x="17526" y="314706"/>
                  </a:lnTo>
                  <a:lnTo>
                    <a:pt x="8382" y="306324"/>
                  </a:lnTo>
                  <a:lnTo>
                    <a:pt x="8381" y="323850"/>
                  </a:lnTo>
                  <a:lnTo>
                    <a:pt x="17525" y="323850"/>
                  </a:lnTo>
                  <a:close/>
                </a:path>
                <a:path w="1969770" h="323850">
                  <a:moveTo>
                    <a:pt x="1961388" y="17525"/>
                  </a:moveTo>
                  <a:lnTo>
                    <a:pt x="1952244" y="8381"/>
                  </a:lnTo>
                  <a:lnTo>
                    <a:pt x="1952244" y="17525"/>
                  </a:lnTo>
                  <a:lnTo>
                    <a:pt x="1961388" y="17525"/>
                  </a:lnTo>
                  <a:close/>
                </a:path>
                <a:path w="1969770" h="323850">
                  <a:moveTo>
                    <a:pt x="1961388" y="306323"/>
                  </a:moveTo>
                  <a:lnTo>
                    <a:pt x="1961388" y="17525"/>
                  </a:lnTo>
                  <a:lnTo>
                    <a:pt x="1952244" y="17525"/>
                  </a:lnTo>
                  <a:lnTo>
                    <a:pt x="1952244" y="306323"/>
                  </a:lnTo>
                  <a:lnTo>
                    <a:pt x="1961388" y="306323"/>
                  </a:lnTo>
                  <a:close/>
                </a:path>
                <a:path w="1969770" h="323850">
                  <a:moveTo>
                    <a:pt x="1961388" y="323849"/>
                  </a:moveTo>
                  <a:lnTo>
                    <a:pt x="1961388" y="306323"/>
                  </a:lnTo>
                  <a:lnTo>
                    <a:pt x="1952244" y="314705"/>
                  </a:lnTo>
                  <a:lnTo>
                    <a:pt x="1952244" y="323849"/>
                  </a:lnTo>
                  <a:lnTo>
                    <a:pt x="1961388" y="3238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765775" y="4060189"/>
            <a:ext cx="992505" cy="27305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R="5080" indent="252095">
              <a:lnSpc>
                <a:spcPct val="103200"/>
              </a:lnSpc>
              <a:spcBef>
                <a:spcPts val="65"/>
              </a:spcBef>
            </a:pPr>
            <a:r>
              <a:rPr dirty="0" sz="800" spc="-5">
                <a:latin typeface="Arial MT"/>
                <a:cs typeface="Arial MT"/>
              </a:rPr>
              <a:t>&lt;&lt;allocate&gt;&gt; </a:t>
            </a:r>
            <a:r>
              <a:rPr dirty="0" sz="800" spc="6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d1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Traction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Detector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50941" y="4047744"/>
            <a:ext cx="1530350" cy="323850"/>
            <a:chOff x="5250941" y="4047744"/>
            <a:chExt cx="1530350" cy="323850"/>
          </a:xfrm>
        </p:grpSpPr>
        <p:sp>
          <p:nvSpPr>
            <p:cNvPr id="25" name="object 25"/>
            <p:cNvSpPr/>
            <p:nvPr/>
          </p:nvSpPr>
          <p:spPr>
            <a:xfrm>
              <a:off x="5260085" y="4056125"/>
              <a:ext cx="1512570" cy="306705"/>
            </a:xfrm>
            <a:custGeom>
              <a:avLst/>
              <a:gdLst/>
              <a:ahLst/>
              <a:cxnLst/>
              <a:rect l="l" t="t" r="r" b="b"/>
              <a:pathLst>
                <a:path w="1512570" h="306704">
                  <a:moveTo>
                    <a:pt x="1512569" y="306324"/>
                  </a:moveTo>
                  <a:lnTo>
                    <a:pt x="1512569" y="0"/>
                  </a:lnTo>
                  <a:lnTo>
                    <a:pt x="0" y="0"/>
                  </a:lnTo>
                  <a:lnTo>
                    <a:pt x="0" y="306324"/>
                  </a:lnTo>
                  <a:lnTo>
                    <a:pt x="1512569" y="306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250941" y="4047744"/>
              <a:ext cx="1530350" cy="323850"/>
            </a:xfrm>
            <a:custGeom>
              <a:avLst/>
              <a:gdLst/>
              <a:ahLst/>
              <a:cxnLst/>
              <a:rect l="l" t="t" r="r" b="b"/>
              <a:pathLst>
                <a:path w="1530350" h="323850">
                  <a:moveTo>
                    <a:pt x="17526" y="17526"/>
                  </a:moveTo>
                  <a:lnTo>
                    <a:pt x="17526" y="8382"/>
                  </a:lnTo>
                  <a:lnTo>
                    <a:pt x="0" y="8382"/>
                  </a:lnTo>
                  <a:lnTo>
                    <a:pt x="0" y="320040"/>
                  </a:lnTo>
                  <a:lnTo>
                    <a:pt x="3810" y="323850"/>
                  </a:lnTo>
                  <a:lnTo>
                    <a:pt x="9144" y="323850"/>
                  </a:lnTo>
                  <a:lnTo>
                    <a:pt x="9144" y="17526"/>
                  </a:lnTo>
                  <a:lnTo>
                    <a:pt x="17526" y="17526"/>
                  </a:lnTo>
                  <a:close/>
                </a:path>
                <a:path w="1530350" h="323850">
                  <a:moveTo>
                    <a:pt x="1530096" y="320039"/>
                  </a:moveTo>
                  <a:lnTo>
                    <a:pt x="1530096" y="3809"/>
                  </a:lnTo>
                  <a:lnTo>
                    <a:pt x="1526286" y="0"/>
                  </a:lnTo>
                  <a:lnTo>
                    <a:pt x="9144" y="0"/>
                  </a:lnTo>
                  <a:lnTo>
                    <a:pt x="9144" y="8382"/>
                  </a:lnTo>
                  <a:lnTo>
                    <a:pt x="17526" y="8382"/>
                  </a:lnTo>
                  <a:lnTo>
                    <a:pt x="17526" y="17526"/>
                  </a:lnTo>
                  <a:lnTo>
                    <a:pt x="1513332" y="17525"/>
                  </a:lnTo>
                  <a:lnTo>
                    <a:pt x="1513332" y="8381"/>
                  </a:lnTo>
                  <a:lnTo>
                    <a:pt x="1521714" y="17525"/>
                  </a:lnTo>
                  <a:lnTo>
                    <a:pt x="1521714" y="323849"/>
                  </a:lnTo>
                  <a:lnTo>
                    <a:pt x="1526286" y="323849"/>
                  </a:lnTo>
                  <a:lnTo>
                    <a:pt x="1530096" y="320039"/>
                  </a:lnTo>
                  <a:close/>
                </a:path>
                <a:path w="1530350" h="323850">
                  <a:moveTo>
                    <a:pt x="17526" y="306324"/>
                  </a:moveTo>
                  <a:lnTo>
                    <a:pt x="17526" y="17526"/>
                  </a:lnTo>
                  <a:lnTo>
                    <a:pt x="9144" y="17526"/>
                  </a:lnTo>
                  <a:lnTo>
                    <a:pt x="9144" y="306324"/>
                  </a:lnTo>
                  <a:lnTo>
                    <a:pt x="17526" y="306324"/>
                  </a:lnTo>
                  <a:close/>
                </a:path>
                <a:path w="1530350" h="323850">
                  <a:moveTo>
                    <a:pt x="1521714" y="306323"/>
                  </a:moveTo>
                  <a:lnTo>
                    <a:pt x="9144" y="306324"/>
                  </a:lnTo>
                  <a:lnTo>
                    <a:pt x="17526" y="314705"/>
                  </a:lnTo>
                  <a:lnTo>
                    <a:pt x="17526" y="323850"/>
                  </a:lnTo>
                  <a:lnTo>
                    <a:pt x="1513332" y="323849"/>
                  </a:lnTo>
                  <a:lnTo>
                    <a:pt x="1513332" y="314705"/>
                  </a:lnTo>
                  <a:lnTo>
                    <a:pt x="1521714" y="306323"/>
                  </a:lnTo>
                  <a:close/>
                </a:path>
                <a:path w="1530350" h="323850">
                  <a:moveTo>
                    <a:pt x="17526" y="323850"/>
                  </a:moveTo>
                  <a:lnTo>
                    <a:pt x="17526" y="314705"/>
                  </a:lnTo>
                  <a:lnTo>
                    <a:pt x="9144" y="306324"/>
                  </a:lnTo>
                  <a:lnTo>
                    <a:pt x="9144" y="323850"/>
                  </a:lnTo>
                  <a:lnTo>
                    <a:pt x="17526" y="323850"/>
                  </a:lnTo>
                  <a:close/>
                </a:path>
                <a:path w="1530350" h="323850">
                  <a:moveTo>
                    <a:pt x="1521714" y="17525"/>
                  </a:moveTo>
                  <a:lnTo>
                    <a:pt x="1513332" y="8381"/>
                  </a:lnTo>
                  <a:lnTo>
                    <a:pt x="1513332" y="17525"/>
                  </a:lnTo>
                  <a:lnTo>
                    <a:pt x="1521714" y="17525"/>
                  </a:lnTo>
                  <a:close/>
                </a:path>
                <a:path w="1530350" h="323850">
                  <a:moveTo>
                    <a:pt x="1521714" y="306323"/>
                  </a:moveTo>
                  <a:lnTo>
                    <a:pt x="1521714" y="17525"/>
                  </a:lnTo>
                  <a:lnTo>
                    <a:pt x="1513332" y="17525"/>
                  </a:lnTo>
                  <a:lnTo>
                    <a:pt x="1513332" y="306323"/>
                  </a:lnTo>
                  <a:lnTo>
                    <a:pt x="1521714" y="306323"/>
                  </a:lnTo>
                  <a:close/>
                </a:path>
                <a:path w="1530350" h="323850">
                  <a:moveTo>
                    <a:pt x="1521714" y="323849"/>
                  </a:moveTo>
                  <a:lnTo>
                    <a:pt x="1521714" y="306323"/>
                  </a:lnTo>
                  <a:lnTo>
                    <a:pt x="1513332" y="314705"/>
                  </a:lnTo>
                  <a:lnTo>
                    <a:pt x="1513332" y="323849"/>
                  </a:lnTo>
                  <a:lnTo>
                    <a:pt x="1521714" y="3238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493976" y="4048325"/>
            <a:ext cx="923290" cy="27686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51460">
              <a:lnSpc>
                <a:spcPct val="100000"/>
              </a:lnSpc>
              <a:spcBef>
                <a:spcPts val="250"/>
              </a:spcBef>
            </a:pPr>
            <a:r>
              <a:rPr dirty="0" sz="700" spc="-5">
                <a:latin typeface="Arial MT"/>
                <a:cs typeface="Arial MT"/>
              </a:rPr>
              <a:t>&lt;&lt;allocate&gt;&gt;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700" spc="-5" b="1">
                <a:latin typeface="Arial"/>
                <a:cs typeface="Arial"/>
              </a:rPr>
              <a:t>m1</a:t>
            </a:r>
            <a:r>
              <a:rPr dirty="0" sz="700" spc="-20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:</a:t>
            </a:r>
            <a:r>
              <a:rPr dirty="0" sz="700" spc="-5" b="1">
                <a:latin typeface="Arial"/>
                <a:cs typeface="Arial"/>
              </a:rPr>
              <a:t> Brake</a:t>
            </a:r>
            <a:r>
              <a:rPr dirty="0" sz="700" spc="-3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Modulator</a:t>
            </a:r>
            <a:endParaRPr sz="7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0627" y="4421885"/>
            <a:ext cx="3060954" cy="1807463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573271" y="5137658"/>
            <a:ext cx="817244" cy="240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0" marR="5080" indent="-260985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a1 </a:t>
            </a:r>
            <a:r>
              <a:rPr dirty="0" sz="700" b="1">
                <a:latin typeface="Arial"/>
                <a:cs typeface="Arial"/>
              </a:rPr>
              <a:t>: </a:t>
            </a:r>
            <a:r>
              <a:rPr dirty="0" sz="700" spc="-5" b="1">
                <a:latin typeface="Arial"/>
                <a:cs typeface="Arial"/>
              </a:rPr>
              <a:t>Detect Loss of </a:t>
            </a:r>
            <a:r>
              <a:rPr dirty="0" sz="700" spc="-185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Traction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78639" y="5137658"/>
            <a:ext cx="622935" cy="240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89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a2 </a:t>
            </a:r>
            <a:r>
              <a:rPr dirty="0" sz="700" b="1">
                <a:latin typeface="Arial"/>
                <a:cs typeface="Arial"/>
              </a:rPr>
              <a:t>: </a:t>
            </a:r>
            <a:r>
              <a:rPr dirty="0" sz="700" spc="-5" b="1">
                <a:latin typeface="Arial"/>
                <a:cs typeface="Arial"/>
              </a:rPr>
              <a:t>Modulate </a:t>
            </a:r>
            <a:r>
              <a:rPr dirty="0" sz="700" spc="-18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B</a:t>
            </a:r>
            <a:r>
              <a:rPr dirty="0" sz="700" b="1">
                <a:latin typeface="Arial"/>
                <a:cs typeface="Arial"/>
              </a:rPr>
              <a:t>r</a:t>
            </a:r>
            <a:r>
              <a:rPr dirty="0" sz="700" spc="-5" b="1">
                <a:latin typeface="Arial"/>
                <a:cs typeface="Arial"/>
              </a:rPr>
              <a:t>ak</a:t>
            </a:r>
            <a:r>
              <a:rPr dirty="0" sz="700" b="1">
                <a:latin typeface="Arial"/>
                <a:cs typeface="Arial"/>
              </a:rPr>
              <a:t>i</a:t>
            </a:r>
            <a:r>
              <a:rPr dirty="0" sz="700" spc="-5" b="1">
                <a:latin typeface="Arial"/>
                <a:cs typeface="Arial"/>
              </a:rPr>
              <a:t>n</a:t>
            </a:r>
            <a:r>
              <a:rPr dirty="0" sz="700" b="1">
                <a:latin typeface="Arial"/>
                <a:cs typeface="Arial"/>
              </a:rPr>
              <a:t>g</a:t>
            </a:r>
            <a:r>
              <a:rPr dirty="0" sz="700" spc="-15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Fo</a:t>
            </a:r>
            <a:r>
              <a:rPr dirty="0" sz="700" b="1">
                <a:latin typeface="Arial"/>
                <a:cs typeface="Arial"/>
              </a:rPr>
              <a:t>r</a:t>
            </a:r>
            <a:r>
              <a:rPr dirty="0" sz="700" spc="-5" b="1">
                <a:latin typeface="Arial"/>
                <a:cs typeface="Arial"/>
              </a:rPr>
              <a:t>ce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33620" y="5407405"/>
            <a:ext cx="63373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p2</a:t>
            </a:r>
            <a:r>
              <a:rPr dirty="0" sz="700" spc="-35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:</a:t>
            </a:r>
            <a:r>
              <a:rPr dirty="0" sz="700" spc="-2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TractLoss</a:t>
            </a:r>
            <a:endParaRPr sz="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91303" y="5038902"/>
            <a:ext cx="633730" cy="31242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700" spc="-5" b="1">
                <a:latin typeface="Arial"/>
                <a:cs typeface="Arial"/>
              </a:rPr>
              <a:t>p1</a:t>
            </a:r>
            <a:r>
              <a:rPr dirty="0" sz="700" spc="-35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:</a:t>
            </a:r>
            <a:r>
              <a:rPr dirty="0" sz="700" spc="-2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TractLoss</a:t>
            </a:r>
            <a:endParaRPr sz="700">
              <a:latin typeface="Arial"/>
              <a:cs typeface="Arial"/>
            </a:endParaRPr>
          </a:p>
          <a:p>
            <a:pPr marL="326390">
              <a:lnSpc>
                <a:spcPct val="100000"/>
              </a:lnSpc>
              <a:spcBef>
                <a:spcPts val="290"/>
              </a:spcBef>
            </a:pPr>
            <a:r>
              <a:rPr dirty="0" sz="700" spc="-5" b="1">
                <a:latin typeface="Arial"/>
                <a:cs typeface="Arial"/>
              </a:rPr>
              <a:t>of1</a:t>
            </a:r>
            <a:endParaRPr sz="7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349752" y="1281683"/>
            <a:ext cx="3394075" cy="2252980"/>
          </a:xfrm>
          <a:custGeom>
            <a:avLst/>
            <a:gdLst/>
            <a:ahLst/>
            <a:cxnLst/>
            <a:rect l="l" t="t" r="r" b="b"/>
            <a:pathLst>
              <a:path w="3394075" h="2252979">
                <a:moveTo>
                  <a:pt x="3393948" y="2252471"/>
                </a:moveTo>
                <a:lnTo>
                  <a:pt x="3393948" y="0"/>
                </a:lnTo>
                <a:lnTo>
                  <a:pt x="0" y="0"/>
                </a:lnTo>
                <a:lnTo>
                  <a:pt x="0" y="2252472"/>
                </a:lnTo>
                <a:lnTo>
                  <a:pt x="5334" y="2252472"/>
                </a:lnTo>
                <a:lnTo>
                  <a:pt x="5334" y="9143"/>
                </a:lnTo>
                <a:lnTo>
                  <a:pt x="9906" y="4572"/>
                </a:lnTo>
                <a:lnTo>
                  <a:pt x="9906" y="9143"/>
                </a:lnTo>
                <a:lnTo>
                  <a:pt x="3384804" y="9143"/>
                </a:lnTo>
                <a:lnTo>
                  <a:pt x="3384804" y="4572"/>
                </a:lnTo>
                <a:lnTo>
                  <a:pt x="3389376" y="9143"/>
                </a:lnTo>
                <a:lnTo>
                  <a:pt x="3389376" y="2252471"/>
                </a:lnTo>
                <a:lnTo>
                  <a:pt x="3393948" y="2252471"/>
                </a:lnTo>
                <a:close/>
              </a:path>
              <a:path w="3394075" h="2252979">
                <a:moveTo>
                  <a:pt x="9906" y="9143"/>
                </a:moveTo>
                <a:lnTo>
                  <a:pt x="9906" y="4572"/>
                </a:lnTo>
                <a:lnTo>
                  <a:pt x="5334" y="9143"/>
                </a:lnTo>
                <a:lnTo>
                  <a:pt x="9906" y="9143"/>
                </a:lnTo>
                <a:close/>
              </a:path>
              <a:path w="3394075" h="2252979">
                <a:moveTo>
                  <a:pt x="9906" y="2242566"/>
                </a:moveTo>
                <a:lnTo>
                  <a:pt x="9906" y="9143"/>
                </a:lnTo>
                <a:lnTo>
                  <a:pt x="5334" y="9143"/>
                </a:lnTo>
                <a:lnTo>
                  <a:pt x="5334" y="2242566"/>
                </a:lnTo>
                <a:lnTo>
                  <a:pt x="9906" y="2242566"/>
                </a:lnTo>
                <a:close/>
              </a:path>
              <a:path w="3394075" h="2252979">
                <a:moveTo>
                  <a:pt x="3389376" y="2242566"/>
                </a:moveTo>
                <a:lnTo>
                  <a:pt x="5334" y="2242566"/>
                </a:lnTo>
                <a:lnTo>
                  <a:pt x="9906" y="2247900"/>
                </a:lnTo>
                <a:lnTo>
                  <a:pt x="9906" y="2252472"/>
                </a:lnTo>
                <a:lnTo>
                  <a:pt x="3384804" y="2252471"/>
                </a:lnTo>
                <a:lnTo>
                  <a:pt x="3384804" y="2247900"/>
                </a:lnTo>
                <a:lnTo>
                  <a:pt x="3389376" y="2242566"/>
                </a:lnTo>
                <a:close/>
              </a:path>
              <a:path w="3394075" h="2252979">
                <a:moveTo>
                  <a:pt x="9906" y="2252472"/>
                </a:moveTo>
                <a:lnTo>
                  <a:pt x="9906" y="2247900"/>
                </a:lnTo>
                <a:lnTo>
                  <a:pt x="5334" y="2242566"/>
                </a:lnTo>
                <a:lnTo>
                  <a:pt x="5334" y="2252472"/>
                </a:lnTo>
                <a:lnTo>
                  <a:pt x="9906" y="2252472"/>
                </a:lnTo>
                <a:close/>
              </a:path>
              <a:path w="3394075" h="2252979">
                <a:moveTo>
                  <a:pt x="3389376" y="9143"/>
                </a:moveTo>
                <a:lnTo>
                  <a:pt x="3384804" y="4572"/>
                </a:lnTo>
                <a:lnTo>
                  <a:pt x="3384804" y="9143"/>
                </a:lnTo>
                <a:lnTo>
                  <a:pt x="3389376" y="9143"/>
                </a:lnTo>
                <a:close/>
              </a:path>
              <a:path w="3394075" h="2252979">
                <a:moveTo>
                  <a:pt x="3389376" y="2242566"/>
                </a:moveTo>
                <a:lnTo>
                  <a:pt x="3389376" y="9143"/>
                </a:lnTo>
                <a:lnTo>
                  <a:pt x="3384804" y="9143"/>
                </a:lnTo>
                <a:lnTo>
                  <a:pt x="3384804" y="2242566"/>
                </a:lnTo>
                <a:lnTo>
                  <a:pt x="3389376" y="2242566"/>
                </a:lnTo>
                <a:close/>
              </a:path>
              <a:path w="3394075" h="2252979">
                <a:moveTo>
                  <a:pt x="3389376" y="2252471"/>
                </a:moveTo>
                <a:lnTo>
                  <a:pt x="3389376" y="2242566"/>
                </a:lnTo>
                <a:lnTo>
                  <a:pt x="3384804" y="2247900"/>
                </a:lnTo>
                <a:lnTo>
                  <a:pt x="3384804" y="2252471"/>
                </a:lnTo>
                <a:lnTo>
                  <a:pt x="3389376" y="2252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414697" y="1287272"/>
            <a:ext cx="176720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act</a:t>
            </a:r>
            <a:r>
              <a:rPr dirty="0" sz="700" spc="195" b="1">
                <a:latin typeface="Arial"/>
                <a:cs typeface="Arial"/>
              </a:rPr>
              <a:t> </a:t>
            </a:r>
            <a:r>
              <a:rPr dirty="0" sz="700" spc="-5">
                <a:latin typeface="Arial MT"/>
                <a:cs typeface="Arial MT"/>
              </a:rPr>
              <a:t>[Activity]</a:t>
            </a:r>
            <a:r>
              <a:rPr dirty="0" sz="700" spc="465">
                <a:latin typeface="Arial MT"/>
                <a:cs typeface="Arial MT"/>
              </a:rPr>
              <a:t> </a:t>
            </a:r>
            <a:r>
              <a:rPr dirty="0" sz="700" spc="-5">
                <a:latin typeface="Arial MT"/>
                <a:cs typeface="Arial MT"/>
              </a:rPr>
              <a:t>Prevent</a:t>
            </a:r>
            <a:r>
              <a:rPr dirty="0" sz="700" spc="-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Lockup  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[</a:t>
            </a:r>
            <a:r>
              <a:rPr dirty="0" sz="700" spc="9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Actions</a:t>
            </a:r>
            <a:r>
              <a:rPr dirty="0" sz="700" spc="38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]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364229" y="1286255"/>
            <a:ext cx="3191510" cy="2066925"/>
            <a:chOff x="3364229" y="1286255"/>
            <a:chExt cx="3191510" cy="2066925"/>
          </a:xfrm>
        </p:grpSpPr>
        <p:sp>
          <p:nvSpPr>
            <p:cNvPr id="36" name="object 36"/>
            <p:cNvSpPr/>
            <p:nvPr/>
          </p:nvSpPr>
          <p:spPr>
            <a:xfrm>
              <a:off x="3364217" y="1286255"/>
              <a:ext cx="1851025" cy="160020"/>
            </a:xfrm>
            <a:custGeom>
              <a:avLst/>
              <a:gdLst/>
              <a:ahLst/>
              <a:cxnLst/>
              <a:rect l="l" t="t" r="r" b="b"/>
              <a:pathLst>
                <a:path w="1851025" h="160019">
                  <a:moveTo>
                    <a:pt x="1850910" y="99822"/>
                  </a:moveTo>
                  <a:lnTo>
                    <a:pt x="1849386" y="0"/>
                  </a:lnTo>
                  <a:lnTo>
                    <a:pt x="1840242" y="0"/>
                  </a:lnTo>
                  <a:lnTo>
                    <a:pt x="1841715" y="96824"/>
                  </a:lnTo>
                  <a:lnTo>
                    <a:pt x="1780032" y="150126"/>
                  </a:lnTo>
                  <a:lnTo>
                    <a:pt x="1780616" y="150876"/>
                  </a:lnTo>
                  <a:lnTo>
                    <a:pt x="0" y="149352"/>
                  </a:lnTo>
                  <a:lnTo>
                    <a:pt x="0" y="158496"/>
                  </a:lnTo>
                  <a:lnTo>
                    <a:pt x="1790700" y="160020"/>
                  </a:lnTo>
                  <a:lnTo>
                    <a:pt x="1790700" y="153746"/>
                  </a:lnTo>
                  <a:lnTo>
                    <a:pt x="1847850" y="103644"/>
                  </a:lnTo>
                  <a:lnTo>
                    <a:pt x="1844446" y="99822"/>
                  </a:lnTo>
                  <a:lnTo>
                    <a:pt x="1850910" y="998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94532" y="1543049"/>
              <a:ext cx="3060953" cy="180975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3567176" y="2261107"/>
            <a:ext cx="817244" cy="240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4320" marR="5080" indent="-262255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a1 </a:t>
            </a:r>
            <a:r>
              <a:rPr dirty="0" sz="700" b="1">
                <a:latin typeface="Arial"/>
                <a:cs typeface="Arial"/>
              </a:rPr>
              <a:t>: </a:t>
            </a:r>
            <a:r>
              <a:rPr dirty="0" sz="700" spc="-5" b="1">
                <a:latin typeface="Arial"/>
                <a:cs typeface="Arial"/>
              </a:rPr>
              <a:t>Detect Loss of </a:t>
            </a:r>
            <a:r>
              <a:rPr dirty="0" sz="700" spc="-185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Traction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74147" y="2261107"/>
            <a:ext cx="622935" cy="240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985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a2 </a:t>
            </a:r>
            <a:r>
              <a:rPr dirty="0" sz="700" b="1">
                <a:latin typeface="Arial"/>
                <a:cs typeface="Arial"/>
              </a:rPr>
              <a:t>: </a:t>
            </a:r>
            <a:r>
              <a:rPr dirty="0" sz="700" spc="-5" b="1">
                <a:latin typeface="Arial"/>
                <a:cs typeface="Arial"/>
              </a:rPr>
              <a:t>Modulate </a:t>
            </a:r>
            <a:r>
              <a:rPr dirty="0" sz="700" spc="-18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B</a:t>
            </a:r>
            <a:r>
              <a:rPr dirty="0" sz="700" b="1">
                <a:latin typeface="Arial"/>
                <a:cs typeface="Arial"/>
              </a:rPr>
              <a:t>r</a:t>
            </a:r>
            <a:r>
              <a:rPr dirty="0" sz="700" spc="-5" b="1">
                <a:latin typeface="Arial"/>
                <a:cs typeface="Arial"/>
              </a:rPr>
              <a:t>ak</a:t>
            </a:r>
            <a:r>
              <a:rPr dirty="0" sz="700" b="1">
                <a:latin typeface="Arial"/>
                <a:cs typeface="Arial"/>
              </a:rPr>
              <a:t>i</a:t>
            </a:r>
            <a:r>
              <a:rPr dirty="0" sz="700" spc="-5" b="1">
                <a:latin typeface="Arial"/>
                <a:cs typeface="Arial"/>
              </a:rPr>
              <a:t>n</a:t>
            </a:r>
            <a:r>
              <a:rPr dirty="0" sz="700" b="1">
                <a:latin typeface="Arial"/>
                <a:cs typeface="Arial"/>
              </a:rPr>
              <a:t>g</a:t>
            </a:r>
            <a:r>
              <a:rPr dirty="0" sz="700" spc="-15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Fo</a:t>
            </a:r>
            <a:r>
              <a:rPr dirty="0" sz="700" b="1">
                <a:latin typeface="Arial"/>
                <a:cs typeface="Arial"/>
              </a:rPr>
              <a:t>r</a:t>
            </a:r>
            <a:r>
              <a:rPr dirty="0" sz="700" spc="-5" b="1">
                <a:latin typeface="Arial"/>
                <a:cs typeface="Arial"/>
              </a:rPr>
              <a:t>ce</a:t>
            </a:r>
            <a:endParaRPr sz="7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27523" y="2530855"/>
            <a:ext cx="63373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p2</a:t>
            </a:r>
            <a:r>
              <a:rPr dirty="0" sz="700" spc="-35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:</a:t>
            </a:r>
            <a:r>
              <a:rPr dirty="0" sz="700" spc="-2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TractLoss</a:t>
            </a:r>
            <a:endParaRPr sz="7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84446" y="2197099"/>
            <a:ext cx="633730" cy="240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 b="1">
                <a:latin typeface="Arial"/>
                <a:cs typeface="Arial"/>
              </a:rPr>
              <a:t>p1</a:t>
            </a:r>
            <a:r>
              <a:rPr dirty="0" sz="700" spc="-35" b="1">
                <a:latin typeface="Arial"/>
                <a:cs typeface="Arial"/>
              </a:rPr>
              <a:t> </a:t>
            </a:r>
            <a:r>
              <a:rPr dirty="0" sz="700" b="1">
                <a:latin typeface="Arial"/>
                <a:cs typeface="Arial"/>
              </a:rPr>
              <a:t>:</a:t>
            </a:r>
            <a:r>
              <a:rPr dirty="0" sz="700" spc="-20" b="1">
                <a:latin typeface="Arial"/>
                <a:cs typeface="Arial"/>
              </a:rPr>
              <a:t> </a:t>
            </a:r>
            <a:r>
              <a:rPr dirty="0" sz="700" spc="-5" b="1">
                <a:latin typeface="Arial"/>
                <a:cs typeface="Arial"/>
              </a:rPr>
              <a:t>TractLoss</a:t>
            </a:r>
            <a:endParaRPr sz="700">
              <a:latin typeface="Arial"/>
              <a:cs typeface="Arial"/>
            </a:endParaRPr>
          </a:p>
          <a:p>
            <a:pPr marL="327025">
              <a:lnSpc>
                <a:spcPct val="100000"/>
              </a:lnSpc>
              <a:spcBef>
                <a:spcPts val="15"/>
              </a:spcBef>
            </a:pPr>
            <a:r>
              <a:rPr dirty="0" sz="700" spc="-5" b="1">
                <a:latin typeface="Arial"/>
                <a:cs typeface="Arial"/>
              </a:rPr>
              <a:t>of1</a:t>
            </a:r>
            <a:endParaRPr sz="7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034790" y="2676905"/>
            <a:ext cx="10795" cy="38100"/>
          </a:xfrm>
          <a:custGeom>
            <a:avLst/>
            <a:gdLst/>
            <a:ahLst/>
            <a:cxnLst/>
            <a:rect l="l" t="t" r="r" b="b"/>
            <a:pathLst>
              <a:path w="10795" h="38100">
                <a:moveTo>
                  <a:pt x="10667" y="0"/>
                </a:moveTo>
                <a:lnTo>
                  <a:pt x="761" y="0"/>
                </a:lnTo>
                <a:lnTo>
                  <a:pt x="0" y="38100"/>
                </a:lnTo>
                <a:lnTo>
                  <a:pt x="9905" y="38100"/>
                </a:lnTo>
                <a:lnTo>
                  <a:pt x="10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46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6961" y="411734"/>
            <a:ext cx="360426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Activity</a:t>
            </a:r>
            <a:r>
              <a:rPr dirty="0" spc="-100"/>
              <a:t> </a:t>
            </a:r>
            <a:r>
              <a:rPr dirty="0"/>
              <a:t>Decomposition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2334" y="5496531"/>
            <a:ext cx="152209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3333FF"/>
                </a:solidFill>
                <a:latin typeface="Tahoma"/>
                <a:cs typeface="Tahoma"/>
              </a:rPr>
              <a:t>Definition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8467" y="5496531"/>
            <a:ext cx="6045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008000"/>
                </a:solidFill>
                <a:latin typeface="Tahoma"/>
                <a:cs typeface="Tahoma"/>
              </a:rPr>
              <a:t>Use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35552" y="2167127"/>
            <a:ext cx="4375785" cy="2738755"/>
          </a:xfrm>
          <a:custGeom>
            <a:avLst/>
            <a:gdLst/>
            <a:ahLst/>
            <a:cxnLst/>
            <a:rect l="l" t="t" r="r" b="b"/>
            <a:pathLst>
              <a:path w="4375784" h="2738754">
                <a:moveTo>
                  <a:pt x="4375404" y="2738628"/>
                </a:moveTo>
                <a:lnTo>
                  <a:pt x="4375404" y="0"/>
                </a:lnTo>
                <a:lnTo>
                  <a:pt x="0" y="0"/>
                </a:lnTo>
                <a:lnTo>
                  <a:pt x="0" y="2738628"/>
                </a:lnTo>
                <a:lnTo>
                  <a:pt x="5334" y="2738628"/>
                </a:lnTo>
                <a:lnTo>
                  <a:pt x="5334" y="9906"/>
                </a:lnTo>
                <a:lnTo>
                  <a:pt x="9906" y="4572"/>
                </a:lnTo>
                <a:lnTo>
                  <a:pt x="9906" y="9906"/>
                </a:lnTo>
                <a:lnTo>
                  <a:pt x="4365498" y="9906"/>
                </a:lnTo>
                <a:lnTo>
                  <a:pt x="4365498" y="4572"/>
                </a:lnTo>
                <a:lnTo>
                  <a:pt x="4370832" y="9906"/>
                </a:lnTo>
                <a:lnTo>
                  <a:pt x="4370832" y="2738628"/>
                </a:lnTo>
                <a:lnTo>
                  <a:pt x="4375404" y="2738628"/>
                </a:lnTo>
                <a:close/>
              </a:path>
              <a:path w="4375784" h="2738754">
                <a:moveTo>
                  <a:pt x="9906" y="9906"/>
                </a:moveTo>
                <a:lnTo>
                  <a:pt x="9906" y="4572"/>
                </a:lnTo>
                <a:lnTo>
                  <a:pt x="5334" y="9906"/>
                </a:lnTo>
                <a:lnTo>
                  <a:pt x="9906" y="9906"/>
                </a:lnTo>
                <a:close/>
              </a:path>
              <a:path w="4375784" h="2738754">
                <a:moveTo>
                  <a:pt x="9906" y="2728722"/>
                </a:moveTo>
                <a:lnTo>
                  <a:pt x="9906" y="9906"/>
                </a:lnTo>
                <a:lnTo>
                  <a:pt x="5334" y="9906"/>
                </a:lnTo>
                <a:lnTo>
                  <a:pt x="5334" y="2728722"/>
                </a:lnTo>
                <a:lnTo>
                  <a:pt x="9906" y="2728722"/>
                </a:lnTo>
                <a:close/>
              </a:path>
              <a:path w="4375784" h="2738754">
                <a:moveTo>
                  <a:pt x="4370832" y="2728722"/>
                </a:moveTo>
                <a:lnTo>
                  <a:pt x="5334" y="2728722"/>
                </a:lnTo>
                <a:lnTo>
                  <a:pt x="9906" y="2734056"/>
                </a:lnTo>
                <a:lnTo>
                  <a:pt x="9906" y="2738628"/>
                </a:lnTo>
                <a:lnTo>
                  <a:pt x="4365498" y="2738628"/>
                </a:lnTo>
                <a:lnTo>
                  <a:pt x="4365498" y="2734056"/>
                </a:lnTo>
                <a:lnTo>
                  <a:pt x="4370832" y="2728722"/>
                </a:lnTo>
                <a:close/>
              </a:path>
              <a:path w="4375784" h="2738754">
                <a:moveTo>
                  <a:pt x="9906" y="2738628"/>
                </a:moveTo>
                <a:lnTo>
                  <a:pt x="9906" y="2734056"/>
                </a:lnTo>
                <a:lnTo>
                  <a:pt x="5334" y="2728722"/>
                </a:lnTo>
                <a:lnTo>
                  <a:pt x="5334" y="2738628"/>
                </a:lnTo>
                <a:lnTo>
                  <a:pt x="9906" y="2738628"/>
                </a:lnTo>
                <a:close/>
              </a:path>
              <a:path w="4375784" h="2738754">
                <a:moveTo>
                  <a:pt x="4370832" y="9906"/>
                </a:moveTo>
                <a:lnTo>
                  <a:pt x="4365498" y="4572"/>
                </a:lnTo>
                <a:lnTo>
                  <a:pt x="4365498" y="9906"/>
                </a:lnTo>
                <a:lnTo>
                  <a:pt x="4370832" y="9906"/>
                </a:lnTo>
                <a:close/>
              </a:path>
              <a:path w="4375784" h="2738754">
                <a:moveTo>
                  <a:pt x="4370832" y="2728722"/>
                </a:moveTo>
                <a:lnTo>
                  <a:pt x="4370832" y="9906"/>
                </a:lnTo>
                <a:lnTo>
                  <a:pt x="4365498" y="9906"/>
                </a:lnTo>
                <a:lnTo>
                  <a:pt x="4365498" y="2728722"/>
                </a:lnTo>
                <a:lnTo>
                  <a:pt x="4370832" y="2728722"/>
                </a:lnTo>
                <a:close/>
              </a:path>
              <a:path w="4375784" h="2738754">
                <a:moveTo>
                  <a:pt x="4370832" y="2738628"/>
                </a:moveTo>
                <a:lnTo>
                  <a:pt x="4370832" y="2728722"/>
                </a:lnTo>
                <a:lnTo>
                  <a:pt x="4365498" y="2734056"/>
                </a:lnTo>
                <a:lnTo>
                  <a:pt x="4365498" y="2738628"/>
                </a:lnTo>
                <a:lnTo>
                  <a:pt x="4370832" y="2738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87721" y="2177288"/>
            <a:ext cx="7334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Prevent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Lockup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1242" y="2177288"/>
            <a:ext cx="6350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act</a:t>
            </a:r>
            <a:r>
              <a:rPr dirty="0" sz="800" spc="385" b="1">
                <a:latin typeface="Arial"/>
                <a:cs typeface="Arial"/>
              </a:rPr>
              <a:t> </a:t>
            </a:r>
            <a:r>
              <a:rPr dirty="0" sz="800" spc="-5">
                <a:latin typeface="Arial MT"/>
                <a:cs typeface="Arial MT"/>
              </a:rPr>
              <a:t>[Activity]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81593" y="2177288"/>
            <a:ext cx="6045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3245" algn="l"/>
              </a:tabLst>
            </a:pPr>
            <a:r>
              <a:rPr dirty="0" sz="800" spc="-5">
                <a:latin typeface="Arial MT"/>
                <a:cs typeface="Arial MT"/>
              </a:rPr>
              <a:t>[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Actions</a:t>
            </a:r>
            <a:r>
              <a:rPr dirty="0" sz="800">
                <a:latin typeface="Arial MT"/>
                <a:cs typeface="Arial MT"/>
              </a:rPr>
              <a:t>	</a:t>
            </a:r>
            <a:r>
              <a:rPr dirty="0" sz="800" spc="-5">
                <a:latin typeface="Arial MT"/>
                <a:cs typeface="Arial MT"/>
              </a:rPr>
              <a:t>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53078" y="2171700"/>
            <a:ext cx="4114800" cy="2513330"/>
            <a:chOff x="4053078" y="2171700"/>
            <a:chExt cx="4114800" cy="2513330"/>
          </a:xfrm>
        </p:grpSpPr>
        <p:sp>
          <p:nvSpPr>
            <p:cNvPr id="11" name="object 11"/>
            <p:cNvSpPr/>
            <p:nvPr/>
          </p:nvSpPr>
          <p:spPr>
            <a:xfrm>
              <a:off x="4053065" y="2171699"/>
              <a:ext cx="2386330" cy="194310"/>
            </a:xfrm>
            <a:custGeom>
              <a:avLst/>
              <a:gdLst/>
              <a:ahLst/>
              <a:cxnLst/>
              <a:rect l="l" t="t" r="r" b="b"/>
              <a:pathLst>
                <a:path w="2386329" h="194310">
                  <a:moveTo>
                    <a:pt x="2385834" y="122682"/>
                  </a:moveTo>
                  <a:lnTo>
                    <a:pt x="2384310" y="0"/>
                  </a:lnTo>
                  <a:lnTo>
                    <a:pt x="2375166" y="762"/>
                  </a:lnTo>
                  <a:lnTo>
                    <a:pt x="2376640" y="118922"/>
                  </a:lnTo>
                  <a:lnTo>
                    <a:pt x="2295906" y="183654"/>
                  </a:lnTo>
                  <a:lnTo>
                    <a:pt x="2296490" y="184404"/>
                  </a:lnTo>
                  <a:lnTo>
                    <a:pt x="0" y="182880"/>
                  </a:lnTo>
                  <a:lnTo>
                    <a:pt x="0" y="192786"/>
                  </a:lnTo>
                  <a:lnTo>
                    <a:pt x="2309622" y="194310"/>
                  </a:lnTo>
                  <a:lnTo>
                    <a:pt x="2309622" y="185166"/>
                  </a:lnTo>
                  <a:lnTo>
                    <a:pt x="2382774" y="126504"/>
                  </a:lnTo>
                  <a:lnTo>
                    <a:pt x="2379713" y="122682"/>
                  </a:lnTo>
                  <a:lnTo>
                    <a:pt x="2385834" y="1226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1480" y="2486406"/>
              <a:ext cx="3946398" cy="219836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317746" y="3351200"/>
            <a:ext cx="931544" cy="28956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800" spc="-5" b="1">
                <a:latin typeface="Arial"/>
                <a:cs typeface="Arial"/>
              </a:rPr>
              <a:t>a1 :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Detect</a:t>
            </a:r>
            <a:r>
              <a:rPr dirty="0" sz="800" b="1">
                <a:latin typeface="Arial"/>
                <a:cs typeface="Arial"/>
              </a:rPr>
              <a:t> </a:t>
            </a:r>
            <a:r>
              <a:rPr dirty="0" sz="800" spc="-5" b="1">
                <a:latin typeface="Arial"/>
                <a:cs typeface="Arial"/>
              </a:rPr>
              <a:t>Loss</a:t>
            </a:r>
            <a:r>
              <a:rPr dirty="0" sz="800" spc="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of</a:t>
            </a:r>
            <a:endParaRPr sz="80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  <a:spcBef>
                <a:spcPts val="80"/>
              </a:spcBef>
            </a:pPr>
            <a:r>
              <a:rPr dirty="0" sz="800" spc="-10" b="1">
                <a:latin typeface="Arial"/>
                <a:cs typeface="Arial"/>
              </a:rPr>
              <a:t>Traction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35774" y="3351200"/>
            <a:ext cx="708025" cy="289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525">
              <a:lnSpc>
                <a:spcPct val="108100"/>
              </a:lnSpc>
              <a:spcBef>
                <a:spcPts val="100"/>
              </a:spcBef>
            </a:pPr>
            <a:r>
              <a:rPr dirty="0" sz="800" spc="-5" b="1">
                <a:latin typeface="Arial"/>
                <a:cs typeface="Arial"/>
              </a:rPr>
              <a:t>a2 : </a:t>
            </a:r>
            <a:r>
              <a:rPr dirty="0" sz="800" spc="-10" b="1">
                <a:latin typeface="Arial"/>
                <a:cs typeface="Arial"/>
              </a:rPr>
              <a:t>Modulate </a:t>
            </a:r>
            <a:r>
              <a:rPr dirty="0" sz="800" spc="-21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Braking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Force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43853" y="3690620"/>
            <a:ext cx="7188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p2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spc="-5" b="1">
                <a:latin typeface="Arial"/>
                <a:cs typeface="Arial"/>
              </a:rPr>
              <a:t>:</a:t>
            </a:r>
            <a:r>
              <a:rPr dirty="0" sz="800" spc="-40" b="1">
                <a:latin typeface="Arial"/>
                <a:cs typeface="Arial"/>
              </a:rPr>
              <a:t> </a:t>
            </a:r>
            <a:r>
              <a:rPr dirty="0" sz="800" spc="-5" b="1">
                <a:latin typeface="Arial"/>
                <a:cs typeface="Arial"/>
              </a:rPr>
              <a:t>TractLoss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30671" y="3273501"/>
            <a:ext cx="718820" cy="28956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800" spc="-5" b="1">
                <a:latin typeface="Arial"/>
                <a:cs typeface="Arial"/>
              </a:rPr>
              <a:t>p1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spc="-5" b="1">
                <a:latin typeface="Arial"/>
                <a:cs typeface="Arial"/>
              </a:rPr>
              <a:t>:</a:t>
            </a:r>
            <a:r>
              <a:rPr dirty="0" sz="800" spc="-40" b="1">
                <a:latin typeface="Arial"/>
                <a:cs typeface="Arial"/>
              </a:rPr>
              <a:t> </a:t>
            </a:r>
            <a:r>
              <a:rPr dirty="0" sz="800" spc="-5" b="1">
                <a:latin typeface="Arial"/>
                <a:cs typeface="Arial"/>
              </a:rPr>
              <a:t>TractLoss</a:t>
            </a:r>
            <a:endParaRPr sz="800">
              <a:latin typeface="Arial"/>
              <a:cs typeface="Arial"/>
            </a:endParaRPr>
          </a:p>
          <a:p>
            <a:pPr marL="417830">
              <a:lnSpc>
                <a:spcPct val="100000"/>
              </a:lnSpc>
              <a:spcBef>
                <a:spcPts val="80"/>
              </a:spcBef>
            </a:pPr>
            <a:r>
              <a:rPr dirty="0" sz="800" spc="-10" b="1">
                <a:latin typeface="Arial"/>
                <a:cs typeface="Arial"/>
              </a:rPr>
              <a:t>of1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96595" y="2173173"/>
          <a:ext cx="3162300" cy="2714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420"/>
                <a:gridCol w="768985"/>
                <a:gridCol w="855980"/>
                <a:gridCol w="186055"/>
                <a:gridCol w="363219"/>
                <a:gridCol w="656589"/>
              </a:tblGrid>
              <a:tr h="18288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850" spc="15" b="1">
                          <a:latin typeface="Arial"/>
                          <a:cs typeface="Arial"/>
                        </a:rPr>
                        <a:t>bdd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850" spc="20">
                          <a:latin typeface="Arial MT"/>
                          <a:cs typeface="Arial MT"/>
                        </a:rPr>
                        <a:t>[</a:t>
                      </a:r>
                      <a:r>
                        <a:rPr dirty="0" sz="850" spc="25"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850" spc="85">
                          <a:latin typeface="Arial MT"/>
                          <a:cs typeface="Arial MT"/>
                        </a:rPr>
                        <a:t>k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ag</a:t>
                      </a:r>
                      <a:r>
                        <a:rPr dirty="0" sz="850" spc="3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]</a:t>
                      </a:r>
                      <a:r>
                        <a:rPr dirty="0" sz="85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25">
                          <a:latin typeface="Arial MT"/>
                          <a:cs typeface="Arial MT"/>
                        </a:rPr>
                        <a:t>B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h</a:t>
                      </a:r>
                      <a:r>
                        <a:rPr dirty="0" sz="850" spc="-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5"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850" spc="65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85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[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25">
                          <a:latin typeface="Arial MT"/>
                          <a:cs typeface="Arial MT"/>
                        </a:rPr>
                        <a:t>B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h</a:t>
                      </a:r>
                      <a:r>
                        <a:rPr dirty="0" sz="850" spc="-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850" spc="60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8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65">
                          <a:latin typeface="Arial MT"/>
                          <a:cs typeface="Arial MT"/>
                        </a:rPr>
                        <a:t>D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850" spc="-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5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850" spc="60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8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]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2069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786130">
                        <a:lnSpc>
                          <a:spcPct val="100000"/>
                        </a:lnSpc>
                      </a:pPr>
                      <a:r>
                        <a:rPr dirty="0" sz="850" spc="30">
                          <a:latin typeface="Arial MT"/>
                          <a:cs typeface="Arial MT"/>
                        </a:rPr>
                        <a:t>a1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3657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850" spc="30">
                          <a:latin typeface="Arial MT"/>
                          <a:cs typeface="Arial MT"/>
                        </a:rPr>
                        <a:t>&lt;&lt;activity&gt;&gt;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algn="just" marL="440690" marR="179070" indent="539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-20" b="1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850" spc="-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35" b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50" spc="35" b="1">
                          <a:latin typeface="Arial"/>
                          <a:cs typeface="Arial"/>
                        </a:rPr>
                        <a:t>ect  </a:t>
                      </a:r>
                      <a:r>
                        <a:rPr dirty="0" sz="850" spc="65" b="1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850" spc="-10" b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850" spc="-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850" spc="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5" b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f  </a:t>
                      </a:r>
                      <a:r>
                        <a:rPr dirty="0" sz="850" spc="-10" b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50" spc="10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850" spc="-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35" b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850" spc="-35" b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50" spc="15" b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850" spc="75" b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50" spc="30">
                          <a:latin typeface="Arial MT"/>
                          <a:cs typeface="Arial MT"/>
                        </a:rPr>
                        <a:t>&lt;&lt;activity&gt;&gt;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285750" marR="149860" indent="-1079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50" spc="25" b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850" spc="10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spc="30" b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850" spc="35" b="1">
                          <a:latin typeface="Arial"/>
                          <a:cs typeface="Arial"/>
                        </a:rPr>
                        <a:t>ve</a:t>
                      </a:r>
                      <a:r>
                        <a:rPr dirty="0" sz="850" spc="75" b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t  </a:t>
                      </a:r>
                      <a:r>
                        <a:rPr dirty="0" sz="850" spc="75" b="1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850" spc="-10" b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850" spc="-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35" b="1">
                          <a:latin typeface="Arial"/>
                          <a:cs typeface="Arial"/>
                        </a:rPr>
                        <a:t>k</a:t>
                      </a:r>
                      <a:r>
                        <a:rPr dirty="0" sz="850" spc="-10" b="1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p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81280">
                        <a:lnSpc>
                          <a:spcPct val="100000"/>
                        </a:lnSpc>
                      </a:pPr>
                      <a:r>
                        <a:rPr dirty="0" sz="850" spc="25">
                          <a:latin typeface="Arial MT"/>
                          <a:cs typeface="Arial MT"/>
                        </a:rPr>
                        <a:t>p1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3067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850" spc="10">
                          <a:latin typeface="Arial MT"/>
                          <a:cs typeface="Arial MT"/>
                        </a:rPr>
                        <a:t>&lt;&lt;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b</a:t>
                      </a:r>
                      <a:r>
                        <a:rPr dirty="0" sz="850" spc="60">
                          <a:latin typeface="Arial MT"/>
                          <a:cs typeface="Arial MT"/>
                        </a:rPr>
                        <a:t>l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850" spc="85">
                          <a:latin typeface="Arial MT"/>
                          <a:cs typeface="Arial MT"/>
                        </a:rPr>
                        <a:t>k</a:t>
                      </a:r>
                      <a:r>
                        <a:rPr dirty="0" sz="850" spc="10">
                          <a:latin typeface="Arial MT"/>
                          <a:cs typeface="Arial MT"/>
                        </a:rPr>
                        <a:t>&gt;&gt;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2749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850" spc="-10" b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50" spc="5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850" spc="-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35" b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850" spc="-25" b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50" spc="75" b="1">
                          <a:latin typeface="Arial"/>
                          <a:cs typeface="Arial"/>
                        </a:rPr>
                        <a:t>Lo</a:t>
                      </a:r>
                      <a:r>
                        <a:rPr dirty="0" sz="850" spc="30" b="1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430">
                        <a:lnSpc>
                          <a:spcPct val="100000"/>
                        </a:lnSpc>
                      </a:pPr>
                      <a:r>
                        <a:rPr dirty="0" sz="850" spc="25">
                          <a:latin typeface="Arial MT"/>
                          <a:cs typeface="Arial MT"/>
                        </a:rPr>
                        <a:t>p2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dirty="0" sz="850" spc="30">
                          <a:latin typeface="Arial MT"/>
                          <a:cs typeface="Arial MT"/>
                        </a:rPr>
                        <a:t>a2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93345" marR="327660" indent="-43180">
                        <a:lnSpc>
                          <a:spcPct val="107900"/>
                        </a:lnSpc>
                        <a:spcBef>
                          <a:spcPts val="90"/>
                        </a:spcBef>
                      </a:pPr>
                      <a:r>
                        <a:rPr dirty="0" sz="850" spc="5">
                          <a:latin typeface="Arial MT"/>
                          <a:cs typeface="Arial MT"/>
                        </a:rPr>
                        <a:t>&lt;</a:t>
                      </a:r>
                      <a:r>
                        <a:rPr dirty="0" sz="850" spc="95">
                          <a:latin typeface="Arial MT"/>
                          <a:cs typeface="Arial MT"/>
                        </a:rPr>
                        <a:t>&lt;</a:t>
                      </a:r>
                      <a:r>
                        <a:rPr dirty="0" sz="850" spc="3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850" spc="15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850" spc="65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850" spc="-5"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850" spc="65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850" spc="15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850" spc="95">
                          <a:latin typeface="Arial MT"/>
                          <a:cs typeface="Arial MT"/>
                        </a:rPr>
                        <a:t>&gt;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&gt;  </a:t>
                      </a:r>
                      <a:r>
                        <a:rPr dirty="0" sz="850" spc="35" b="1">
                          <a:latin typeface="Arial"/>
                          <a:cs typeface="Arial"/>
                        </a:rPr>
                        <a:t>Modulate </a:t>
                      </a:r>
                      <a:r>
                        <a:rPr dirty="0" sz="8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65" b="1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850" spc="5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50" spc="35" b="1">
                          <a:latin typeface="Arial"/>
                          <a:cs typeface="Arial"/>
                        </a:rPr>
                        <a:t>ak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850" spc="-1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5" b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g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200660">
                        <a:lnSpc>
                          <a:spcPct val="100000"/>
                        </a:lnSpc>
                      </a:pPr>
                      <a:r>
                        <a:rPr dirty="0" sz="850" spc="35" b="1">
                          <a:latin typeface="Arial"/>
                          <a:cs typeface="Arial"/>
                        </a:rPr>
                        <a:t>Force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3015233" y="2296667"/>
            <a:ext cx="75565" cy="64769"/>
          </a:xfrm>
          <a:custGeom>
            <a:avLst/>
            <a:gdLst/>
            <a:ahLst/>
            <a:cxnLst/>
            <a:rect l="l" t="t" r="r" b="b"/>
            <a:pathLst>
              <a:path w="75564" h="64769">
                <a:moveTo>
                  <a:pt x="0" y="64770"/>
                </a:moveTo>
                <a:lnTo>
                  <a:pt x="75438" y="0"/>
                </a:lnTo>
              </a:path>
            </a:pathLst>
          </a:custGeom>
          <a:ln w="10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29561" y="2544317"/>
            <a:ext cx="700405" cy="485775"/>
          </a:xfrm>
          <a:custGeom>
            <a:avLst/>
            <a:gdLst/>
            <a:ahLst/>
            <a:cxnLst/>
            <a:rect l="l" t="t" r="r" b="b"/>
            <a:pathLst>
              <a:path w="700405" h="485775">
                <a:moveTo>
                  <a:pt x="0" y="485394"/>
                </a:moveTo>
                <a:lnTo>
                  <a:pt x="0" y="0"/>
                </a:lnTo>
                <a:lnTo>
                  <a:pt x="700278" y="0"/>
                </a:lnTo>
                <a:lnTo>
                  <a:pt x="700278" y="485394"/>
                </a:lnTo>
                <a:lnTo>
                  <a:pt x="0" y="485394"/>
                </a:lnTo>
                <a:close/>
              </a:path>
            </a:pathLst>
          </a:custGeom>
          <a:ln w="10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95677" y="3024327"/>
            <a:ext cx="96875" cy="9687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4177" y="3024327"/>
            <a:ext cx="97637" cy="96875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919683" y="3110433"/>
            <a:ext cx="2520950" cy="1572895"/>
            <a:chOff x="919683" y="3110433"/>
            <a:chExt cx="2520950" cy="1572895"/>
          </a:xfrm>
        </p:grpSpPr>
        <p:sp>
          <p:nvSpPr>
            <p:cNvPr id="23" name="object 23"/>
            <p:cNvSpPr/>
            <p:nvPr/>
          </p:nvSpPr>
          <p:spPr>
            <a:xfrm>
              <a:off x="925067" y="3395472"/>
              <a:ext cx="700405" cy="603885"/>
            </a:xfrm>
            <a:custGeom>
              <a:avLst/>
              <a:gdLst/>
              <a:ahLst/>
              <a:cxnLst/>
              <a:rect l="l" t="t" r="r" b="b"/>
              <a:pathLst>
                <a:path w="700405" h="603885">
                  <a:moveTo>
                    <a:pt x="0" y="603504"/>
                  </a:moveTo>
                  <a:lnTo>
                    <a:pt x="0" y="0"/>
                  </a:lnTo>
                  <a:lnTo>
                    <a:pt x="700278" y="0"/>
                  </a:lnTo>
                  <a:lnTo>
                    <a:pt x="700278" y="603504"/>
                  </a:lnTo>
                  <a:lnTo>
                    <a:pt x="0" y="603504"/>
                  </a:lnTo>
                  <a:close/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625345" y="3988307"/>
              <a:ext cx="86360" cy="75565"/>
            </a:xfrm>
            <a:custGeom>
              <a:avLst/>
              <a:gdLst/>
              <a:ahLst/>
              <a:cxnLst/>
              <a:rect l="l" t="t" r="r" b="b"/>
              <a:pathLst>
                <a:path w="86360" h="75564">
                  <a:moveTo>
                    <a:pt x="0" y="0"/>
                  </a:moveTo>
                  <a:lnTo>
                    <a:pt x="21336" y="53340"/>
                  </a:lnTo>
                  <a:lnTo>
                    <a:pt x="86106" y="75438"/>
                  </a:lnTo>
                  <a:lnTo>
                    <a:pt x="54102" y="10667"/>
                  </a:lnTo>
                  <a:lnTo>
                    <a:pt x="0" y="0"/>
                  </a:lnTo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905000" y="4311395"/>
              <a:ext cx="679450" cy="367030"/>
            </a:xfrm>
            <a:custGeom>
              <a:avLst/>
              <a:gdLst/>
              <a:ahLst/>
              <a:cxnLst/>
              <a:rect l="l" t="t" r="r" b="b"/>
              <a:pathLst>
                <a:path w="679450" h="367029">
                  <a:moveTo>
                    <a:pt x="0" y="366522"/>
                  </a:moveTo>
                  <a:lnTo>
                    <a:pt x="0" y="0"/>
                  </a:lnTo>
                  <a:lnTo>
                    <a:pt x="678942" y="0"/>
                  </a:lnTo>
                  <a:lnTo>
                    <a:pt x="678942" y="366521"/>
                  </a:lnTo>
                  <a:lnTo>
                    <a:pt x="0" y="366522"/>
                  </a:lnTo>
                  <a:close/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948433" y="4257294"/>
              <a:ext cx="64769" cy="54610"/>
            </a:xfrm>
            <a:custGeom>
              <a:avLst/>
              <a:gdLst/>
              <a:ahLst/>
              <a:cxnLst/>
              <a:rect l="l" t="t" r="r" b="b"/>
              <a:pathLst>
                <a:path w="64769" h="54610">
                  <a:moveTo>
                    <a:pt x="42671" y="0"/>
                  </a:moveTo>
                  <a:lnTo>
                    <a:pt x="64769" y="54102"/>
                  </a:lnTo>
                  <a:lnTo>
                    <a:pt x="0" y="54102"/>
                  </a:lnTo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711452" y="4063745"/>
              <a:ext cx="302260" cy="247650"/>
            </a:xfrm>
            <a:custGeom>
              <a:avLst/>
              <a:gdLst/>
              <a:ahLst/>
              <a:cxnLst/>
              <a:rect l="l" t="t" r="r" b="b"/>
              <a:pathLst>
                <a:path w="302260" h="247650">
                  <a:moveTo>
                    <a:pt x="301751" y="247650"/>
                  </a:moveTo>
                  <a:lnTo>
                    <a:pt x="0" y="0"/>
                  </a:lnTo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560575" y="3342131"/>
              <a:ext cx="64769" cy="53340"/>
            </a:xfrm>
            <a:custGeom>
              <a:avLst/>
              <a:gdLst/>
              <a:ahLst/>
              <a:cxnLst/>
              <a:rect l="l" t="t" r="r" b="b"/>
              <a:pathLst>
                <a:path w="64769" h="53339">
                  <a:moveTo>
                    <a:pt x="64769" y="32003"/>
                  </a:moveTo>
                  <a:lnTo>
                    <a:pt x="0" y="53339"/>
                  </a:lnTo>
                  <a:lnTo>
                    <a:pt x="10667" y="0"/>
                  </a:lnTo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560576" y="3115818"/>
              <a:ext cx="269240" cy="280035"/>
            </a:xfrm>
            <a:custGeom>
              <a:avLst/>
              <a:gdLst/>
              <a:ahLst/>
              <a:cxnLst/>
              <a:rect l="l" t="t" r="r" b="b"/>
              <a:pathLst>
                <a:path w="269239" h="280035">
                  <a:moveTo>
                    <a:pt x="0" y="279653"/>
                  </a:moveTo>
                  <a:lnTo>
                    <a:pt x="268986" y="0"/>
                  </a:lnTo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22397" y="4257294"/>
              <a:ext cx="64769" cy="54610"/>
            </a:xfrm>
            <a:custGeom>
              <a:avLst/>
              <a:gdLst/>
              <a:ahLst/>
              <a:cxnLst/>
              <a:rect l="l" t="t" r="r" b="b"/>
              <a:pathLst>
                <a:path w="64769" h="54610">
                  <a:moveTo>
                    <a:pt x="64769" y="43434"/>
                  </a:moveTo>
                  <a:lnTo>
                    <a:pt x="0" y="54102"/>
                  </a:lnTo>
                  <a:lnTo>
                    <a:pt x="21335" y="0"/>
                  </a:lnTo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734817" y="3395472"/>
              <a:ext cx="700405" cy="603885"/>
            </a:xfrm>
            <a:custGeom>
              <a:avLst/>
              <a:gdLst/>
              <a:ahLst/>
              <a:cxnLst/>
              <a:rect l="l" t="t" r="r" b="b"/>
              <a:pathLst>
                <a:path w="700404" h="603885">
                  <a:moveTo>
                    <a:pt x="0" y="603504"/>
                  </a:moveTo>
                  <a:lnTo>
                    <a:pt x="0" y="0"/>
                  </a:lnTo>
                  <a:lnTo>
                    <a:pt x="700278" y="0"/>
                  </a:lnTo>
                  <a:lnTo>
                    <a:pt x="700278" y="603504"/>
                  </a:lnTo>
                  <a:lnTo>
                    <a:pt x="0" y="603504"/>
                  </a:lnTo>
                  <a:close/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702813" y="3342132"/>
              <a:ext cx="64135" cy="53340"/>
            </a:xfrm>
            <a:custGeom>
              <a:avLst/>
              <a:gdLst/>
              <a:ahLst/>
              <a:cxnLst/>
              <a:rect l="l" t="t" r="r" b="b"/>
              <a:pathLst>
                <a:path w="64135" h="53339">
                  <a:moveTo>
                    <a:pt x="42672" y="0"/>
                  </a:moveTo>
                  <a:lnTo>
                    <a:pt x="64008" y="53340"/>
                  </a:lnTo>
                  <a:lnTo>
                    <a:pt x="0" y="32004"/>
                  </a:lnTo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487167" y="3115818"/>
              <a:ext cx="280035" cy="280035"/>
            </a:xfrm>
            <a:custGeom>
              <a:avLst/>
              <a:gdLst/>
              <a:ahLst/>
              <a:cxnLst/>
              <a:rect l="l" t="t" r="r" b="b"/>
              <a:pathLst>
                <a:path w="280035" h="280035">
                  <a:moveTo>
                    <a:pt x="279654" y="279653"/>
                  </a:moveTo>
                  <a:lnTo>
                    <a:pt x="0" y="0"/>
                  </a:lnTo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670047" y="3998976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60">
                  <a:moveTo>
                    <a:pt x="86106" y="0"/>
                  </a:moveTo>
                  <a:lnTo>
                    <a:pt x="32766" y="10668"/>
                  </a:lnTo>
                  <a:lnTo>
                    <a:pt x="0" y="86106"/>
                  </a:lnTo>
                  <a:lnTo>
                    <a:pt x="75438" y="54102"/>
                  </a:lnTo>
                  <a:lnTo>
                    <a:pt x="86106" y="0"/>
                  </a:lnTo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422398" y="4085081"/>
              <a:ext cx="247650" cy="226695"/>
            </a:xfrm>
            <a:custGeom>
              <a:avLst/>
              <a:gdLst/>
              <a:ahLst/>
              <a:cxnLst/>
              <a:rect l="l" t="t" r="r" b="b"/>
              <a:pathLst>
                <a:path w="247650" h="226695">
                  <a:moveTo>
                    <a:pt x="0" y="226313"/>
                  </a:moveTo>
                  <a:lnTo>
                    <a:pt x="247650" y="0"/>
                  </a:lnTo>
                </a:path>
              </a:pathLst>
            </a:custGeom>
            <a:ln w="107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46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7922" y="412495"/>
            <a:ext cx="348424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SysML</a:t>
            </a:r>
            <a:r>
              <a:rPr dirty="0" spc="-60"/>
              <a:t> </a:t>
            </a:r>
            <a:r>
              <a:rPr dirty="0"/>
              <a:t>EFFBD</a:t>
            </a:r>
            <a:r>
              <a:rPr dirty="0" spc="-40"/>
              <a:t> </a:t>
            </a:r>
            <a:r>
              <a:rPr dirty="0"/>
              <a:t>Profile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28600" y="5958078"/>
            <a:ext cx="8686800" cy="452755"/>
            <a:chOff x="228600" y="5958078"/>
            <a:chExt cx="8686800" cy="4527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" y="5958078"/>
              <a:ext cx="8686800" cy="4526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3376" y="6108192"/>
              <a:ext cx="6876288" cy="2865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28559" y="6379464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 h="0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790E1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02867" y="6044438"/>
            <a:ext cx="685355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Aligning</a:t>
            </a:r>
            <a:r>
              <a:rPr dirty="0" sz="19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SysML</a:t>
            </a:r>
            <a:r>
              <a:rPr dirty="0" sz="19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19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Classical</a:t>
            </a:r>
            <a:r>
              <a:rPr dirty="0" sz="19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Systems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Engineering</a:t>
            </a:r>
            <a:r>
              <a:rPr dirty="0" sz="1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Techniques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354" y="993139"/>
            <a:ext cx="784479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EFFBD</a:t>
            </a:r>
            <a:r>
              <a:rPr dirty="0" sz="2800" spc="-1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-</a:t>
            </a:r>
            <a:r>
              <a:rPr dirty="0" sz="2800" spc="-2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Enhanced Functional</a:t>
            </a:r>
            <a:r>
              <a:rPr dirty="0" sz="2800" spc="-1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Flow</a:t>
            </a:r>
            <a:r>
              <a:rPr dirty="0" sz="2800" spc="-1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Block</a:t>
            </a:r>
            <a:r>
              <a:rPr dirty="0" sz="2800" spc="-1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A03033"/>
                </a:solidFill>
                <a:latin typeface="Tahoma"/>
                <a:cs typeface="Tahoma"/>
              </a:rPr>
              <a:t>Diagram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9391" y="1549908"/>
            <a:ext cx="7880350" cy="4375785"/>
            <a:chOff x="469391" y="1549908"/>
            <a:chExt cx="7880350" cy="4375785"/>
          </a:xfrm>
        </p:grpSpPr>
        <p:sp>
          <p:nvSpPr>
            <p:cNvPr id="11" name="object 11"/>
            <p:cNvSpPr/>
            <p:nvPr/>
          </p:nvSpPr>
          <p:spPr>
            <a:xfrm>
              <a:off x="771893" y="1549920"/>
              <a:ext cx="7577455" cy="4375785"/>
            </a:xfrm>
            <a:custGeom>
              <a:avLst/>
              <a:gdLst/>
              <a:ahLst/>
              <a:cxnLst/>
              <a:rect l="l" t="t" r="r" b="b"/>
              <a:pathLst>
                <a:path w="7577455" h="4375785">
                  <a:moveTo>
                    <a:pt x="7577341" y="0"/>
                  </a:moveTo>
                  <a:lnTo>
                    <a:pt x="7577341" y="0"/>
                  </a:lnTo>
                  <a:lnTo>
                    <a:pt x="7571994" y="0"/>
                  </a:lnTo>
                  <a:lnTo>
                    <a:pt x="7571994" y="3048"/>
                  </a:lnTo>
                  <a:lnTo>
                    <a:pt x="7571994" y="4371581"/>
                  </a:lnTo>
                  <a:lnTo>
                    <a:pt x="3048" y="4371581"/>
                  </a:lnTo>
                  <a:lnTo>
                    <a:pt x="3048" y="3048"/>
                  </a:lnTo>
                  <a:lnTo>
                    <a:pt x="7571994" y="3048"/>
                  </a:lnTo>
                  <a:lnTo>
                    <a:pt x="757199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4372470"/>
                  </a:lnTo>
                  <a:lnTo>
                    <a:pt x="0" y="4373118"/>
                  </a:lnTo>
                  <a:lnTo>
                    <a:pt x="0" y="4373740"/>
                  </a:lnTo>
                  <a:lnTo>
                    <a:pt x="622" y="4373740"/>
                  </a:lnTo>
                  <a:lnTo>
                    <a:pt x="1270" y="4374388"/>
                  </a:lnTo>
                  <a:lnTo>
                    <a:pt x="1270" y="4374629"/>
                  </a:lnTo>
                  <a:lnTo>
                    <a:pt x="1511" y="4374629"/>
                  </a:lnTo>
                  <a:lnTo>
                    <a:pt x="3048" y="4374642"/>
                  </a:lnTo>
                  <a:lnTo>
                    <a:pt x="7571994" y="4374642"/>
                  </a:lnTo>
                  <a:lnTo>
                    <a:pt x="7572007" y="4375404"/>
                  </a:lnTo>
                  <a:lnTo>
                    <a:pt x="7575817" y="4375404"/>
                  </a:lnTo>
                  <a:lnTo>
                    <a:pt x="7575817" y="4374642"/>
                  </a:lnTo>
                  <a:lnTo>
                    <a:pt x="7577341" y="4374642"/>
                  </a:lnTo>
                  <a:lnTo>
                    <a:pt x="7577341" y="2344661"/>
                  </a:lnTo>
                  <a:lnTo>
                    <a:pt x="7575817" y="2344661"/>
                  </a:lnTo>
                  <a:lnTo>
                    <a:pt x="7575817" y="1997189"/>
                  </a:lnTo>
                  <a:lnTo>
                    <a:pt x="7577341" y="1997189"/>
                  </a:lnTo>
                  <a:lnTo>
                    <a:pt x="75773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73201" y="3538727"/>
              <a:ext cx="608330" cy="346075"/>
            </a:xfrm>
            <a:custGeom>
              <a:avLst/>
              <a:gdLst/>
              <a:ahLst/>
              <a:cxnLst/>
              <a:rect l="l" t="t" r="r" b="b"/>
              <a:pathLst>
                <a:path w="608330" h="346075">
                  <a:moveTo>
                    <a:pt x="608076" y="345948"/>
                  </a:moveTo>
                  <a:lnTo>
                    <a:pt x="608076" y="0"/>
                  </a:lnTo>
                  <a:lnTo>
                    <a:pt x="0" y="0"/>
                  </a:lnTo>
                  <a:lnTo>
                    <a:pt x="0" y="345948"/>
                  </a:lnTo>
                  <a:lnTo>
                    <a:pt x="608076" y="345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69379" y="3534930"/>
              <a:ext cx="615950" cy="354330"/>
            </a:xfrm>
            <a:custGeom>
              <a:avLst/>
              <a:gdLst/>
              <a:ahLst/>
              <a:cxnLst/>
              <a:rect l="l" t="t" r="r" b="b"/>
              <a:pathLst>
                <a:path w="615950" h="354329">
                  <a:moveTo>
                    <a:pt x="615696" y="3810"/>
                  </a:moveTo>
                  <a:lnTo>
                    <a:pt x="614934" y="1524"/>
                  </a:lnTo>
                  <a:lnTo>
                    <a:pt x="611886" y="0"/>
                  </a:lnTo>
                  <a:lnTo>
                    <a:pt x="608076" y="0"/>
                  </a:lnTo>
                  <a:lnTo>
                    <a:pt x="608076" y="7620"/>
                  </a:lnTo>
                  <a:lnTo>
                    <a:pt x="608076" y="345948"/>
                  </a:lnTo>
                  <a:lnTo>
                    <a:pt x="8382" y="345948"/>
                  </a:lnTo>
                  <a:lnTo>
                    <a:pt x="8382" y="7620"/>
                  </a:lnTo>
                  <a:lnTo>
                    <a:pt x="608076" y="7620"/>
                  </a:lnTo>
                  <a:lnTo>
                    <a:pt x="608076" y="0"/>
                  </a:lnTo>
                  <a:lnTo>
                    <a:pt x="3810" y="0"/>
                  </a:lnTo>
                  <a:lnTo>
                    <a:pt x="1524" y="1524"/>
                  </a:lnTo>
                  <a:lnTo>
                    <a:pt x="0" y="3810"/>
                  </a:lnTo>
                  <a:lnTo>
                    <a:pt x="0" y="349758"/>
                  </a:lnTo>
                  <a:lnTo>
                    <a:pt x="1524" y="352806"/>
                  </a:lnTo>
                  <a:lnTo>
                    <a:pt x="3810" y="354330"/>
                  </a:lnTo>
                  <a:lnTo>
                    <a:pt x="8382" y="354330"/>
                  </a:lnTo>
                  <a:lnTo>
                    <a:pt x="608076" y="354330"/>
                  </a:lnTo>
                  <a:lnTo>
                    <a:pt x="611886" y="354330"/>
                  </a:lnTo>
                  <a:lnTo>
                    <a:pt x="614934" y="352806"/>
                  </a:lnTo>
                  <a:lnTo>
                    <a:pt x="615696" y="349758"/>
                  </a:lnTo>
                  <a:lnTo>
                    <a:pt x="615696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73583" y="3539109"/>
            <a:ext cx="608330" cy="34607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174625" marR="63500" indent="-55880">
              <a:lnSpc>
                <a:spcPct val="104400"/>
              </a:lnSpc>
              <a:spcBef>
                <a:spcPts val="315"/>
              </a:spcBef>
            </a:pPr>
            <a:r>
              <a:rPr dirty="0" sz="900" spc="-5">
                <a:latin typeface="Arial MT"/>
                <a:cs typeface="Arial MT"/>
              </a:rPr>
              <a:t>External  </a:t>
            </a:r>
            <a:r>
              <a:rPr dirty="0" sz="900" spc="-5">
                <a:latin typeface="Arial MT"/>
                <a:cs typeface="Arial MT"/>
              </a:rPr>
              <a:t>Input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78140" y="3542538"/>
            <a:ext cx="659130" cy="356235"/>
            <a:chOff x="7978140" y="3542538"/>
            <a:chExt cx="659130" cy="356235"/>
          </a:xfrm>
        </p:grpSpPr>
        <p:sp>
          <p:nvSpPr>
            <p:cNvPr id="16" name="object 16"/>
            <p:cNvSpPr/>
            <p:nvPr/>
          </p:nvSpPr>
          <p:spPr>
            <a:xfrm>
              <a:off x="7981950" y="3547110"/>
              <a:ext cx="651510" cy="347980"/>
            </a:xfrm>
            <a:custGeom>
              <a:avLst/>
              <a:gdLst/>
              <a:ahLst/>
              <a:cxnLst/>
              <a:rect l="l" t="t" r="r" b="b"/>
              <a:pathLst>
                <a:path w="651509" h="347979">
                  <a:moveTo>
                    <a:pt x="651509" y="347472"/>
                  </a:moveTo>
                  <a:lnTo>
                    <a:pt x="651509" y="0"/>
                  </a:lnTo>
                  <a:lnTo>
                    <a:pt x="0" y="0"/>
                  </a:lnTo>
                  <a:lnTo>
                    <a:pt x="0" y="347472"/>
                  </a:lnTo>
                  <a:lnTo>
                    <a:pt x="651509" y="3474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978140" y="3542550"/>
              <a:ext cx="659130" cy="356235"/>
            </a:xfrm>
            <a:custGeom>
              <a:avLst/>
              <a:gdLst/>
              <a:ahLst/>
              <a:cxnLst/>
              <a:rect l="l" t="t" r="r" b="b"/>
              <a:pathLst>
                <a:path w="659129" h="356235">
                  <a:moveTo>
                    <a:pt x="659130" y="4572"/>
                  </a:moveTo>
                  <a:lnTo>
                    <a:pt x="657606" y="1524"/>
                  </a:lnTo>
                  <a:lnTo>
                    <a:pt x="655320" y="0"/>
                  </a:lnTo>
                  <a:lnTo>
                    <a:pt x="650748" y="0"/>
                  </a:lnTo>
                  <a:lnTo>
                    <a:pt x="650748" y="8382"/>
                  </a:lnTo>
                  <a:lnTo>
                    <a:pt x="650748" y="348234"/>
                  </a:lnTo>
                  <a:lnTo>
                    <a:pt x="8382" y="348234"/>
                  </a:lnTo>
                  <a:lnTo>
                    <a:pt x="8382" y="8382"/>
                  </a:lnTo>
                  <a:lnTo>
                    <a:pt x="650748" y="8382"/>
                  </a:lnTo>
                  <a:lnTo>
                    <a:pt x="650748" y="0"/>
                  </a:lnTo>
                  <a:lnTo>
                    <a:pt x="3810" y="0"/>
                  </a:lnTo>
                  <a:lnTo>
                    <a:pt x="1524" y="1524"/>
                  </a:lnTo>
                  <a:lnTo>
                    <a:pt x="0" y="4572"/>
                  </a:lnTo>
                  <a:lnTo>
                    <a:pt x="0" y="352044"/>
                  </a:lnTo>
                  <a:lnTo>
                    <a:pt x="1524" y="355092"/>
                  </a:lnTo>
                  <a:lnTo>
                    <a:pt x="3810" y="355854"/>
                  </a:lnTo>
                  <a:lnTo>
                    <a:pt x="8382" y="355854"/>
                  </a:lnTo>
                  <a:lnTo>
                    <a:pt x="650748" y="355854"/>
                  </a:lnTo>
                  <a:lnTo>
                    <a:pt x="655320" y="355854"/>
                  </a:lnTo>
                  <a:lnTo>
                    <a:pt x="657606" y="355092"/>
                  </a:lnTo>
                  <a:lnTo>
                    <a:pt x="659130" y="352044"/>
                  </a:lnTo>
                  <a:lnTo>
                    <a:pt x="659130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065260" y="3580892"/>
            <a:ext cx="443230" cy="3054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59690" marR="5080" indent="-47625">
              <a:lnSpc>
                <a:spcPct val="103899"/>
              </a:lnSpc>
              <a:spcBef>
                <a:spcPts val="55"/>
              </a:spcBef>
            </a:pPr>
            <a:r>
              <a:rPr dirty="0" sz="900" spc="-5">
                <a:latin typeface="Arial MT"/>
                <a:cs typeface="Arial MT"/>
              </a:rPr>
              <a:t>External  </a:t>
            </a:r>
            <a:r>
              <a:rPr dirty="0" sz="900" spc="-5">
                <a:latin typeface="Arial MT"/>
                <a:cs typeface="Arial MT"/>
              </a:rPr>
              <a:t>Output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0639" y="2390394"/>
            <a:ext cx="5270753" cy="315468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413763" y="3572509"/>
            <a:ext cx="507365" cy="30607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7305" marR="5080" indent="-15240">
              <a:lnSpc>
                <a:spcPct val="104400"/>
              </a:lnSpc>
              <a:spcBef>
                <a:spcPts val="50"/>
              </a:spcBef>
            </a:pPr>
            <a:r>
              <a:rPr dirty="0" sz="900" spc="-5">
                <a:latin typeface="Arial MT"/>
                <a:cs typeface="Arial MT"/>
              </a:rPr>
              <a:t>2</a:t>
            </a:r>
            <a:r>
              <a:rPr dirty="0" sz="900">
                <a:latin typeface="Arial MT"/>
                <a:cs typeface="Arial MT"/>
              </a:rPr>
              <a:t>.1</a:t>
            </a:r>
            <a:r>
              <a:rPr dirty="0" sz="900" spc="-5">
                <a:latin typeface="Arial MT"/>
                <a:cs typeface="Arial MT"/>
              </a:rPr>
              <a:t> Serial  </a:t>
            </a:r>
            <a:r>
              <a:rPr dirty="0" sz="900" spc="-5">
                <a:latin typeface="Arial MT"/>
                <a:cs typeface="Arial MT"/>
              </a:rPr>
              <a:t>Function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75944" y="3665232"/>
            <a:ext cx="142875" cy="102870"/>
          </a:xfrm>
          <a:custGeom>
            <a:avLst/>
            <a:gdLst/>
            <a:ahLst/>
            <a:cxnLst/>
            <a:rect l="l" t="t" r="r" b="b"/>
            <a:pathLst>
              <a:path w="142875" h="102870">
                <a:moveTo>
                  <a:pt x="142494" y="48006"/>
                </a:moveTo>
                <a:lnTo>
                  <a:pt x="142481" y="44196"/>
                </a:lnTo>
                <a:lnTo>
                  <a:pt x="53327" y="0"/>
                </a:lnTo>
                <a:lnTo>
                  <a:pt x="50279" y="0"/>
                </a:lnTo>
                <a:lnTo>
                  <a:pt x="47993" y="2286"/>
                </a:lnTo>
                <a:lnTo>
                  <a:pt x="47993" y="5334"/>
                </a:lnTo>
                <a:lnTo>
                  <a:pt x="49517" y="7620"/>
                </a:lnTo>
                <a:lnTo>
                  <a:pt x="124294" y="44043"/>
                </a:lnTo>
                <a:lnTo>
                  <a:pt x="3810" y="42672"/>
                </a:lnTo>
                <a:lnTo>
                  <a:pt x="762" y="44196"/>
                </a:lnTo>
                <a:lnTo>
                  <a:pt x="0" y="46482"/>
                </a:lnTo>
                <a:lnTo>
                  <a:pt x="762" y="49530"/>
                </a:lnTo>
                <a:lnTo>
                  <a:pt x="3810" y="51054"/>
                </a:lnTo>
                <a:lnTo>
                  <a:pt x="122224" y="52400"/>
                </a:lnTo>
                <a:lnTo>
                  <a:pt x="49517" y="96012"/>
                </a:lnTo>
                <a:lnTo>
                  <a:pt x="47993" y="98298"/>
                </a:lnTo>
                <a:lnTo>
                  <a:pt x="47993" y="101346"/>
                </a:lnTo>
                <a:lnTo>
                  <a:pt x="50279" y="102870"/>
                </a:lnTo>
                <a:lnTo>
                  <a:pt x="53327" y="102870"/>
                </a:lnTo>
                <a:lnTo>
                  <a:pt x="137147" y="52578"/>
                </a:lnTo>
                <a:lnTo>
                  <a:pt x="138684" y="52578"/>
                </a:lnTo>
                <a:lnTo>
                  <a:pt x="141732" y="51054"/>
                </a:lnTo>
                <a:lnTo>
                  <a:pt x="142240" y="49009"/>
                </a:lnTo>
                <a:lnTo>
                  <a:pt x="142481" y="48768"/>
                </a:lnTo>
                <a:lnTo>
                  <a:pt x="142481" y="480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445511" y="2524759"/>
            <a:ext cx="662305" cy="30607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91440" marR="5080" indent="-79375">
              <a:lnSpc>
                <a:spcPct val="104400"/>
              </a:lnSpc>
              <a:spcBef>
                <a:spcPts val="50"/>
              </a:spcBef>
            </a:pPr>
            <a:r>
              <a:rPr dirty="0" sz="900" spc="-5">
                <a:latin typeface="Arial MT"/>
                <a:cs typeface="Arial MT"/>
              </a:rPr>
              <a:t>2</a:t>
            </a:r>
            <a:r>
              <a:rPr dirty="0" sz="900">
                <a:latin typeface="Arial MT"/>
                <a:cs typeface="Arial MT"/>
              </a:rPr>
              <a:t>.2</a:t>
            </a:r>
            <a:r>
              <a:rPr dirty="0" sz="900" spc="-70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Mult</a:t>
            </a:r>
            <a:r>
              <a:rPr dirty="0" sz="900" spc="-90">
                <a:latin typeface="Arial MT"/>
                <a:cs typeface="Arial MT"/>
              </a:rPr>
              <a:t>i</a:t>
            </a:r>
            <a:r>
              <a:rPr dirty="0" sz="900">
                <a:latin typeface="Arial MT"/>
                <a:cs typeface="Arial MT"/>
              </a:rPr>
              <a:t>-</a:t>
            </a:r>
            <a:r>
              <a:rPr dirty="0" sz="900" spc="-17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exit  </a:t>
            </a:r>
            <a:r>
              <a:rPr dirty="0" sz="900" spc="-5">
                <a:latin typeface="Arial MT"/>
                <a:cs typeface="Arial MT"/>
              </a:rPr>
              <a:t>Function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0753" y="5191759"/>
            <a:ext cx="773430" cy="29781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44450" marR="5080" indent="-32384">
              <a:lnSpc>
                <a:spcPts val="1060"/>
              </a:lnSpc>
              <a:spcBef>
                <a:spcPts val="150"/>
              </a:spcBef>
            </a:pPr>
            <a:r>
              <a:rPr dirty="0" sz="900" spc="-5">
                <a:latin typeface="Arial MT"/>
                <a:cs typeface="Arial MT"/>
              </a:rPr>
              <a:t>2.3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Function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in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Concurrency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93011" y="2596388"/>
            <a:ext cx="342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Item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74541" y="1696973"/>
            <a:ext cx="909955" cy="631825"/>
          </a:xfrm>
          <a:custGeom>
            <a:avLst/>
            <a:gdLst/>
            <a:ahLst/>
            <a:cxnLst/>
            <a:rect l="l" t="t" r="r" b="b"/>
            <a:pathLst>
              <a:path w="909954" h="631825">
                <a:moveTo>
                  <a:pt x="909827" y="515111"/>
                </a:moveTo>
                <a:lnTo>
                  <a:pt x="909827" y="118871"/>
                </a:lnTo>
                <a:lnTo>
                  <a:pt x="898405" y="70657"/>
                </a:lnTo>
                <a:lnTo>
                  <a:pt x="874733" y="35361"/>
                </a:lnTo>
                <a:lnTo>
                  <a:pt x="840794" y="10388"/>
                </a:lnTo>
                <a:lnTo>
                  <a:pt x="799337" y="0"/>
                </a:lnTo>
                <a:lnTo>
                  <a:pt x="105155" y="0"/>
                </a:lnTo>
                <a:lnTo>
                  <a:pt x="63613" y="13705"/>
                </a:lnTo>
                <a:lnTo>
                  <a:pt x="31218" y="39762"/>
                </a:lnTo>
                <a:lnTo>
                  <a:pt x="9502" y="75464"/>
                </a:lnTo>
                <a:lnTo>
                  <a:pt x="0" y="118109"/>
                </a:lnTo>
                <a:lnTo>
                  <a:pt x="0" y="515111"/>
                </a:lnTo>
                <a:lnTo>
                  <a:pt x="7762" y="555470"/>
                </a:lnTo>
                <a:lnTo>
                  <a:pt x="8381" y="556482"/>
                </a:lnTo>
                <a:lnTo>
                  <a:pt x="8381" y="112775"/>
                </a:lnTo>
                <a:lnTo>
                  <a:pt x="18745" y="73442"/>
                </a:lnTo>
                <a:lnTo>
                  <a:pt x="40514" y="41033"/>
                </a:lnTo>
                <a:lnTo>
                  <a:pt x="71934" y="18207"/>
                </a:lnTo>
                <a:lnTo>
                  <a:pt x="111251" y="7619"/>
                </a:lnTo>
                <a:lnTo>
                  <a:pt x="799337" y="7728"/>
                </a:lnTo>
                <a:lnTo>
                  <a:pt x="842351" y="20270"/>
                </a:lnTo>
                <a:lnTo>
                  <a:pt x="873018" y="45300"/>
                </a:lnTo>
                <a:lnTo>
                  <a:pt x="893515" y="79494"/>
                </a:lnTo>
                <a:lnTo>
                  <a:pt x="901445" y="118871"/>
                </a:lnTo>
                <a:lnTo>
                  <a:pt x="901445" y="556935"/>
                </a:lnTo>
                <a:lnTo>
                  <a:pt x="901682" y="556429"/>
                </a:lnTo>
                <a:lnTo>
                  <a:pt x="906156" y="543320"/>
                </a:lnTo>
                <a:lnTo>
                  <a:pt x="908846" y="529822"/>
                </a:lnTo>
                <a:lnTo>
                  <a:pt x="909827" y="515111"/>
                </a:lnTo>
                <a:close/>
              </a:path>
              <a:path w="909954" h="631825">
                <a:moveTo>
                  <a:pt x="901445" y="556935"/>
                </a:moveTo>
                <a:lnTo>
                  <a:pt x="901445" y="515111"/>
                </a:lnTo>
                <a:lnTo>
                  <a:pt x="894631" y="552595"/>
                </a:lnTo>
                <a:lnTo>
                  <a:pt x="874733" y="585288"/>
                </a:lnTo>
                <a:lnTo>
                  <a:pt x="845169" y="609730"/>
                </a:lnTo>
                <a:lnTo>
                  <a:pt x="809243" y="622553"/>
                </a:lnTo>
                <a:lnTo>
                  <a:pt x="803909" y="622553"/>
                </a:lnTo>
                <a:lnTo>
                  <a:pt x="799337" y="623207"/>
                </a:lnTo>
                <a:lnTo>
                  <a:pt x="111251" y="623207"/>
                </a:lnTo>
                <a:lnTo>
                  <a:pt x="106679" y="622553"/>
                </a:lnTo>
                <a:lnTo>
                  <a:pt x="100583" y="622553"/>
                </a:lnTo>
                <a:lnTo>
                  <a:pt x="96011" y="621029"/>
                </a:lnTo>
                <a:lnTo>
                  <a:pt x="79437" y="616649"/>
                </a:lnTo>
                <a:lnTo>
                  <a:pt x="61836" y="607514"/>
                </a:lnTo>
                <a:lnTo>
                  <a:pt x="27431" y="575309"/>
                </a:lnTo>
                <a:lnTo>
                  <a:pt x="8836" y="528125"/>
                </a:lnTo>
                <a:lnTo>
                  <a:pt x="8381" y="515111"/>
                </a:lnTo>
                <a:lnTo>
                  <a:pt x="8381" y="556482"/>
                </a:lnTo>
                <a:lnTo>
                  <a:pt x="29227" y="590545"/>
                </a:lnTo>
                <a:lnTo>
                  <a:pt x="61034" y="616669"/>
                </a:lnTo>
                <a:lnTo>
                  <a:pt x="99821" y="630173"/>
                </a:lnTo>
                <a:lnTo>
                  <a:pt x="112013" y="631031"/>
                </a:lnTo>
                <a:lnTo>
                  <a:pt x="117347" y="631697"/>
                </a:lnTo>
                <a:lnTo>
                  <a:pt x="793241" y="631697"/>
                </a:lnTo>
                <a:lnTo>
                  <a:pt x="798575" y="630935"/>
                </a:lnTo>
                <a:lnTo>
                  <a:pt x="804671" y="630935"/>
                </a:lnTo>
                <a:lnTo>
                  <a:pt x="852616" y="614248"/>
                </a:lnTo>
                <a:lnTo>
                  <a:pt x="882395" y="588263"/>
                </a:lnTo>
                <a:lnTo>
                  <a:pt x="895349" y="569975"/>
                </a:lnTo>
                <a:lnTo>
                  <a:pt x="901445" y="556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048503" y="3874261"/>
            <a:ext cx="773430" cy="29781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55575" marR="5080" indent="-143510">
              <a:lnSpc>
                <a:spcPts val="1060"/>
              </a:lnSpc>
              <a:spcBef>
                <a:spcPts val="150"/>
              </a:spcBef>
            </a:pPr>
            <a:r>
              <a:rPr dirty="0" sz="900" spc="-5">
                <a:latin typeface="Arial MT"/>
                <a:cs typeface="Arial MT"/>
              </a:rPr>
              <a:t>2.5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Function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in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an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Iterate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39003" y="3080258"/>
            <a:ext cx="9626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[ </a:t>
            </a:r>
            <a:r>
              <a:rPr dirty="0" sz="900" spc="-5">
                <a:latin typeface="Arial MT"/>
                <a:cs typeface="Arial MT"/>
              </a:rPr>
              <a:t>befor</a:t>
            </a:r>
            <a:r>
              <a:rPr dirty="0" sz="900">
                <a:latin typeface="Arial MT"/>
                <a:cs typeface="Arial MT"/>
              </a:rPr>
              <a:t>e </a:t>
            </a:r>
            <a:r>
              <a:rPr dirty="0" sz="900" spc="-5">
                <a:latin typeface="Arial MT"/>
                <a:cs typeface="Arial MT"/>
              </a:rPr>
              <a:t>thir</a:t>
            </a:r>
            <a:r>
              <a:rPr dirty="0" sz="900">
                <a:latin typeface="Arial MT"/>
                <a:cs typeface="Arial MT"/>
              </a:rPr>
              <a:t>d </a:t>
            </a:r>
            <a:r>
              <a:rPr dirty="0" sz="900" spc="-5">
                <a:latin typeface="Arial MT"/>
                <a:cs typeface="Arial MT"/>
              </a:rPr>
              <a:t>tim</a:t>
            </a:r>
            <a:r>
              <a:rPr dirty="0" sz="900">
                <a:latin typeface="Arial MT"/>
                <a:cs typeface="Arial MT"/>
              </a:rPr>
              <a:t>e</a:t>
            </a:r>
            <a:r>
              <a:rPr dirty="0" sz="900" spc="-1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90216" y="2007870"/>
            <a:ext cx="4048760" cy="1552575"/>
            <a:chOff x="2490216" y="2007870"/>
            <a:chExt cx="4048760" cy="1552575"/>
          </a:xfrm>
        </p:grpSpPr>
        <p:sp>
          <p:nvSpPr>
            <p:cNvPr id="29" name="object 29"/>
            <p:cNvSpPr/>
            <p:nvPr/>
          </p:nvSpPr>
          <p:spPr>
            <a:xfrm>
              <a:off x="4475988" y="2007870"/>
              <a:ext cx="2010410" cy="416559"/>
            </a:xfrm>
            <a:custGeom>
              <a:avLst/>
              <a:gdLst/>
              <a:ahLst/>
              <a:cxnLst/>
              <a:rect l="l" t="t" r="r" b="b"/>
              <a:pathLst>
                <a:path w="2010410" h="416560">
                  <a:moveTo>
                    <a:pt x="2010156" y="411479"/>
                  </a:moveTo>
                  <a:lnTo>
                    <a:pt x="2010156" y="3809"/>
                  </a:lnTo>
                  <a:lnTo>
                    <a:pt x="2008632" y="761"/>
                  </a:lnTo>
                  <a:lnTo>
                    <a:pt x="2006346" y="0"/>
                  </a:lnTo>
                  <a:lnTo>
                    <a:pt x="4572" y="0"/>
                  </a:lnTo>
                  <a:lnTo>
                    <a:pt x="1524" y="762"/>
                  </a:lnTo>
                  <a:lnTo>
                    <a:pt x="0" y="3810"/>
                  </a:lnTo>
                  <a:lnTo>
                    <a:pt x="1524" y="6858"/>
                  </a:lnTo>
                  <a:lnTo>
                    <a:pt x="4572" y="7620"/>
                  </a:lnTo>
                  <a:lnTo>
                    <a:pt x="2002536" y="7619"/>
                  </a:lnTo>
                  <a:lnTo>
                    <a:pt x="2002536" y="3809"/>
                  </a:lnTo>
                  <a:lnTo>
                    <a:pt x="2006346" y="7619"/>
                  </a:lnTo>
                  <a:lnTo>
                    <a:pt x="2006346" y="416051"/>
                  </a:lnTo>
                  <a:lnTo>
                    <a:pt x="2008632" y="414527"/>
                  </a:lnTo>
                  <a:lnTo>
                    <a:pt x="2010156" y="411479"/>
                  </a:lnTo>
                  <a:close/>
                </a:path>
                <a:path w="2010410" h="416560">
                  <a:moveTo>
                    <a:pt x="2006346" y="7619"/>
                  </a:moveTo>
                  <a:lnTo>
                    <a:pt x="2002536" y="3809"/>
                  </a:lnTo>
                  <a:lnTo>
                    <a:pt x="2002536" y="7619"/>
                  </a:lnTo>
                  <a:lnTo>
                    <a:pt x="2006346" y="7619"/>
                  </a:lnTo>
                  <a:close/>
                </a:path>
                <a:path w="2010410" h="416560">
                  <a:moveTo>
                    <a:pt x="2006346" y="416051"/>
                  </a:moveTo>
                  <a:lnTo>
                    <a:pt x="2006346" y="7619"/>
                  </a:lnTo>
                  <a:lnTo>
                    <a:pt x="2002536" y="7619"/>
                  </a:lnTo>
                  <a:lnTo>
                    <a:pt x="2002536" y="411479"/>
                  </a:lnTo>
                  <a:lnTo>
                    <a:pt x="2003298" y="414527"/>
                  </a:lnTo>
                  <a:lnTo>
                    <a:pt x="2006346" y="4160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5851" y="2330196"/>
              <a:ext cx="102869" cy="10287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494025" y="3251453"/>
              <a:ext cx="528955" cy="304800"/>
            </a:xfrm>
            <a:custGeom>
              <a:avLst/>
              <a:gdLst/>
              <a:ahLst/>
              <a:cxnLst/>
              <a:rect l="l" t="t" r="r" b="b"/>
              <a:pathLst>
                <a:path w="528955" h="304800">
                  <a:moveTo>
                    <a:pt x="528827" y="304800"/>
                  </a:moveTo>
                  <a:lnTo>
                    <a:pt x="528827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528827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490216" y="3247644"/>
              <a:ext cx="536575" cy="312420"/>
            </a:xfrm>
            <a:custGeom>
              <a:avLst/>
              <a:gdLst/>
              <a:ahLst/>
              <a:cxnLst/>
              <a:rect l="l" t="t" r="r" b="b"/>
              <a:pathLst>
                <a:path w="536575" h="312420">
                  <a:moveTo>
                    <a:pt x="536447" y="308610"/>
                  </a:moveTo>
                  <a:lnTo>
                    <a:pt x="536447" y="3810"/>
                  </a:lnTo>
                  <a:lnTo>
                    <a:pt x="535686" y="761"/>
                  </a:lnTo>
                  <a:lnTo>
                    <a:pt x="532638" y="0"/>
                  </a:lnTo>
                  <a:lnTo>
                    <a:pt x="3809" y="0"/>
                  </a:lnTo>
                  <a:lnTo>
                    <a:pt x="1523" y="762"/>
                  </a:lnTo>
                  <a:lnTo>
                    <a:pt x="0" y="3810"/>
                  </a:lnTo>
                  <a:lnTo>
                    <a:pt x="0" y="308610"/>
                  </a:lnTo>
                  <a:lnTo>
                    <a:pt x="1523" y="311658"/>
                  </a:lnTo>
                  <a:lnTo>
                    <a:pt x="3809" y="312420"/>
                  </a:lnTo>
                  <a:lnTo>
                    <a:pt x="3809" y="7620"/>
                  </a:lnTo>
                  <a:lnTo>
                    <a:pt x="8381" y="3810"/>
                  </a:lnTo>
                  <a:lnTo>
                    <a:pt x="8381" y="7620"/>
                  </a:lnTo>
                  <a:lnTo>
                    <a:pt x="528827" y="7620"/>
                  </a:lnTo>
                  <a:lnTo>
                    <a:pt x="528827" y="3810"/>
                  </a:lnTo>
                  <a:lnTo>
                    <a:pt x="532638" y="7620"/>
                  </a:lnTo>
                  <a:lnTo>
                    <a:pt x="532638" y="312420"/>
                  </a:lnTo>
                  <a:lnTo>
                    <a:pt x="535686" y="311658"/>
                  </a:lnTo>
                  <a:lnTo>
                    <a:pt x="536447" y="308610"/>
                  </a:lnTo>
                  <a:close/>
                </a:path>
                <a:path w="536575" h="312420">
                  <a:moveTo>
                    <a:pt x="8381" y="7620"/>
                  </a:moveTo>
                  <a:lnTo>
                    <a:pt x="8381" y="3810"/>
                  </a:lnTo>
                  <a:lnTo>
                    <a:pt x="3809" y="7620"/>
                  </a:lnTo>
                  <a:lnTo>
                    <a:pt x="8381" y="7620"/>
                  </a:lnTo>
                  <a:close/>
                </a:path>
                <a:path w="536575" h="312420">
                  <a:moveTo>
                    <a:pt x="8381" y="304800"/>
                  </a:moveTo>
                  <a:lnTo>
                    <a:pt x="8381" y="7620"/>
                  </a:lnTo>
                  <a:lnTo>
                    <a:pt x="3809" y="7620"/>
                  </a:lnTo>
                  <a:lnTo>
                    <a:pt x="3809" y="304800"/>
                  </a:lnTo>
                  <a:lnTo>
                    <a:pt x="8381" y="304800"/>
                  </a:lnTo>
                  <a:close/>
                </a:path>
                <a:path w="536575" h="312420">
                  <a:moveTo>
                    <a:pt x="532638" y="304800"/>
                  </a:moveTo>
                  <a:lnTo>
                    <a:pt x="3809" y="304800"/>
                  </a:lnTo>
                  <a:lnTo>
                    <a:pt x="8381" y="308610"/>
                  </a:lnTo>
                  <a:lnTo>
                    <a:pt x="8381" y="312420"/>
                  </a:lnTo>
                  <a:lnTo>
                    <a:pt x="528828" y="312420"/>
                  </a:lnTo>
                  <a:lnTo>
                    <a:pt x="528828" y="308610"/>
                  </a:lnTo>
                  <a:lnTo>
                    <a:pt x="532638" y="304800"/>
                  </a:lnTo>
                  <a:close/>
                </a:path>
                <a:path w="536575" h="312420">
                  <a:moveTo>
                    <a:pt x="8381" y="312420"/>
                  </a:moveTo>
                  <a:lnTo>
                    <a:pt x="8381" y="308610"/>
                  </a:lnTo>
                  <a:lnTo>
                    <a:pt x="3809" y="304800"/>
                  </a:lnTo>
                  <a:lnTo>
                    <a:pt x="3809" y="312420"/>
                  </a:lnTo>
                  <a:lnTo>
                    <a:pt x="8381" y="312420"/>
                  </a:lnTo>
                  <a:close/>
                </a:path>
                <a:path w="536575" h="312420">
                  <a:moveTo>
                    <a:pt x="532638" y="7620"/>
                  </a:moveTo>
                  <a:lnTo>
                    <a:pt x="528827" y="3810"/>
                  </a:lnTo>
                  <a:lnTo>
                    <a:pt x="528827" y="7620"/>
                  </a:lnTo>
                  <a:lnTo>
                    <a:pt x="532638" y="7620"/>
                  </a:lnTo>
                  <a:close/>
                </a:path>
                <a:path w="536575" h="312420">
                  <a:moveTo>
                    <a:pt x="532638" y="304800"/>
                  </a:moveTo>
                  <a:lnTo>
                    <a:pt x="532638" y="7620"/>
                  </a:lnTo>
                  <a:lnTo>
                    <a:pt x="528827" y="7620"/>
                  </a:lnTo>
                  <a:lnTo>
                    <a:pt x="528828" y="304800"/>
                  </a:lnTo>
                  <a:lnTo>
                    <a:pt x="532638" y="304800"/>
                  </a:lnTo>
                  <a:close/>
                </a:path>
                <a:path w="536575" h="312420">
                  <a:moveTo>
                    <a:pt x="532638" y="312420"/>
                  </a:moveTo>
                  <a:lnTo>
                    <a:pt x="532638" y="304800"/>
                  </a:lnTo>
                  <a:lnTo>
                    <a:pt x="528828" y="308610"/>
                  </a:lnTo>
                  <a:lnTo>
                    <a:pt x="528828" y="312420"/>
                  </a:lnTo>
                  <a:lnTo>
                    <a:pt x="532638" y="312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2494407" y="3251835"/>
            <a:ext cx="529590" cy="3048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02870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810"/>
              </a:spcBef>
            </a:pPr>
            <a:r>
              <a:rPr dirty="0" sz="900">
                <a:latin typeface="Arial MT"/>
                <a:cs typeface="Arial MT"/>
              </a:rPr>
              <a:t>Item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715767" y="2926841"/>
            <a:ext cx="102870" cy="338455"/>
            <a:chOff x="2715767" y="2926841"/>
            <a:chExt cx="102870" cy="338455"/>
          </a:xfrm>
        </p:grpSpPr>
        <p:sp>
          <p:nvSpPr>
            <p:cNvPr id="35" name="object 35"/>
            <p:cNvSpPr/>
            <p:nvPr/>
          </p:nvSpPr>
          <p:spPr>
            <a:xfrm>
              <a:off x="2758439" y="2926841"/>
              <a:ext cx="10160" cy="328930"/>
            </a:xfrm>
            <a:custGeom>
              <a:avLst/>
              <a:gdLst/>
              <a:ahLst/>
              <a:cxnLst/>
              <a:rect l="l" t="t" r="r" b="b"/>
              <a:pathLst>
                <a:path w="10160" h="328929">
                  <a:moveTo>
                    <a:pt x="9905" y="324612"/>
                  </a:moveTo>
                  <a:lnTo>
                    <a:pt x="8381" y="3810"/>
                  </a:lnTo>
                  <a:lnTo>
                    <a:pt x="6857" y="1524"/>
                  </a:lnTo>
                  <a:lnTo>
                    <a:pt x="3809" y="0"/>
                  </a:lnTo>
                  <a:lnTo>
                    <a:pt x="1523" y="1524"/>
                  </a:lnTo>
                  <a:lnTo>
                    <a:pt x="0" y="3810"/>
                  </a:lnTo>
                  <a:lnTo>
                    <a:pt x="1523" y="324612"/>
                  </a:lnTo>
                  <a:lnTo>
                    <a:pt x="3047" y="327660"/>
                  </a:lnTo>
                  <a:lnTo>
                    <a:pt x="6095" y="328422"/>
                  </a:lnTo>
                  <a:lnTo>
                    <a:pt x="8381" y="327660"/>
                  </a:lnTo>
                  <a:lnTo>
                    <a:pt x="9905" y="324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5767" y="3162299"/>
              <a:ext cx="102869" cy="10287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882388" y="3572509"/>
            <a:ext cx="5505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latin typeface="Arial MT"/>
                <a:cs typeface="Arial MT"/>
              </a:rPr>
              <a:t>«optional»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32880" y="3596855"/>
            <a:ext cx="335280" cy="29781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00330" marR="5080" indent="-88265">
              <a:lnSpc>
                <a:spcPts val="1060"/>
              </a:lnSpc>
              <a:spcBef>
                <a:spcPts val="150"/>
              </a:spcBef>
            </a:pPr>
            <a:r>
              <a:rPr dirty="0" sz="900">
                <a:latin typeface="Arial MT"/>
                <a:cs typeface="Arial MT"/>
              </a:rPr>
              <a:t>[ </a:t>
            </a:r>
            <a:r>
              <a:rPr dirty="0" sz="900" spc="-5">
                <a:latin typeface="Arial MT"/>
                <a:cs typeface="Arial MT"/>
              </a:rPr>
              <a:t>after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third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88544" y="3874261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latin typeface="Arial MT"/>
                <a:cs typeface="Arial MT"/>
              </a:rPr>
              <a:t>tim</a:t>
            </a:r>
            <a:r>
              <a:rPr dirty="0" sz="900">
                <a:latin typeface="Arial MT"/>
                <a:cs typeface="Arial MT"/>
              </a:rPr>
              <a:t>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]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84364" y="4661915"/>
            <a:ext cx="710565" cy="441325"/>
          </a:xfrm>
          <a:custGeom>
            <a:avLst/>
            <a:gdLst/>
            <a:ahLst/>
            <a:cxnLst/>
            <a:rect l="l" t="t" r="r" b="b"/>
            <a:pathLst>
              <a:path w="710565" h="441325">
                <a:moveTo>
                  <a:pt x="710183" y="359663"/>
                </a:moveTo>
                <a:lnTo>
                  <a:pt x="710183" y="90677"/>
                </a:lnTo>
                <a:lnTo>
                  <a:pt x="709421" y="82295"/>
                </a:lnTo>
                <a:lnTo>
                  <a:pt x="680718" y="24412"/>
                </a:lnTo>
                <a:lnTo>
                  <a:pt x="629411" y="761"/>
                </a:lnTo>
                <a:lnTo>
                  <a:pt x="619505" y="0"/>
                </a:lnTo>
                <a:lnTo>
                  <a:pt x="81533" y="69"/>
                </a:lnTo>
                <a:lnTo>
                  <a:pt x="40970" y="13176"/>
                </a:lnTo>
                <a:lnTo>
                  <a:pt x="7306" y="56217"/>
                </a:lnTo>
                <a:lnTo>
                  <a:pt x="0" y="90677"/>
                </a:lnTo>
                <a:lnTo>
                  <a:pt x="0" y="359663"/>
                </a:lnTo>
                <a:lnTo>
                  <a:pt x="4536" y="385304"/>
                </a:lnTo>
                <a:lnTo>
                  <a:pt x="8381" y="392853"/>
                </a:lnTo>
                <a:lnTo>
                  <a:pt x="8381" y="83057"/>
                </a:lnTo>
                <a:lnTo>
                  <a:pt x="9905" y="75437"/>
                </a:lnTo>
                <a:lnTo>
                  <a:pt x="17493" y="52230"/>
                </a:lnTo>
                <a:lnTo>
                  <a:pt x="31956" y="31737"/>
                </a:lnTo>
                <a:lnTo>
                  <a:pt x="51586" y="16330"/>
                </a:lnTo>
                <a:lnTo>
                  <a:pt x="74675" y="8381"/>
                </a:lnTo>
                <a:lnTo>
                  <a:pt x="628649" y="8508"/>
                </a:lnTo>
                <a:lnTo>
                  <a:pt x="681013" y="36137"/>
                </a:lnTo>
                <a:lnTo>
                  <a:pt x="701801" y="83057"/>
                </a:lnTo>
                <a:lnTo>
                  <a:pt x="701801" y="394647"/>
                </a:lnTo>
                <a:lnTo>
                  <a:pt x="704236" y="389705"/>
                </a:lnTo>
                <a:lnTo>
                  <a:pt x="707250" y="380157"/>
                </a:lnTo>
                <a:lnTo>
                  <a:pt x="709063" y="370268"/>
                </a:lnTo>
                <a:lnTo>
                  <a:pt x="710183" y="359663"/>
                </a:lnTo>
                <a:close/>
              </a:path>
              <a:path w="710565" h="441325">
                <a:moveTo>
                  <a:pt x="701801" y="394647"/>
                </a:moveTo>
                <a:lnTo>
                  <a:pt x="701801" y="359663"/>
                </a:lnTo>
                <a:lnTo>
                  <a:pt x="697966" y="383888"/>
                </a:lnTo>
                <a:lnTo>
                  <a:pt x="685980" y="404555"/>
                </a:lnTo>
                <a:lnTo>
                  <a:pt x="645413" y="430529"/>
                </a:lnTo>
                <a:lnTo>
                  <a:pt x="619505" y="433577"/>
                </a:lnTo>
                <a:lnTo>
                  <a:pt x="74675" y="433577"/>
                </a:lnTo>
                <a:lnTo>
                  <a:pt x="37876" y="419019"/>
                </a:lnTo>
                <a:lnTo>
                  <a:pt x="13715" y="388619"/>
                </a:lnTo>
                <a:lnTo>
                  <a:pt x="8381" y="367283"/>
                </a:lnTo>
                <a:lnTo>
                  <a:pt x="8381" y="392853"/>
                </a:lnTo>
                <a:lnTo>
                  <a:pt x="33882" y="425927"/>
                </a:lnTo>
                <a:lnTo>
                  <a:pt x="73151" y="441197"/>
                </a:lnTo>
                <a:lnTo>
                  <a:pt x="629411" y="441080"/>
                </a:lnTo>
                <a:lnTo>
                  <a:pt x="674412" y="425524"/>
                </a:lnTo>
                <a:lnTo>
                  <a:pt x="694980" y="405335"/>
                </a:lnTo>
                <a:lnTo>
                  <a:pt x="699515" y="399287"/>
                </a:lnTo>
                <a:lnTo>
                  <a:pt x="701801" y="394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557007" y="4747514"/>
            <a:ext cx="551180" cy="29781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60325" marR="5080" indent="-48260">
              <a:lnSpc>
                <a:spcPts val="1060"/>
              </a:lnSpc>
              <a:spcBef>
                <a:spcPts val="150"/>
              </a:spcBef>
            </a:pPr>
            <a:r>
              <a:rPr dirty="0" sz="900" spc="-5">
                <a:latin typeface="Arial MT"/>
                <a:cs typeface="Arial MT"/>
              </a:rPr>
              <a:t>2</a:t>
            </a:r>
            <a:r>
              <a:rPr dirty="0" sz="900" spc="-60">
                <a:latin typeface="Arial MT"/>
                <a:cs typeface="Arial MT"/>
              </a:rPr>
              <a:t>.</a:t>
            </a:r>
            <a:r>
              <a:rPr dirty="0" sz="900">
                <a:latin typeface="Arial MT"/>
                <a:cs typeface="Arial MT"/>
              </a:rPr>
              <a:t>6</a:t>
            </a:r>
            <a:r>
              <a:rPr dirty="0" sz="900" spc="-5">
                <a:latin typeface="Arial MT"/>
                <a:cs typeface="Arial MT"/>
              </a:rPr>
              <a:t> Output  </a:t>
            </a:r>
            <a:r>
              <a:rPr dirty="0" sz="900" spc="-5">
                <a:latin typeface="Arial MT"/>
                <a:cs typeface="Arial MT"/>
              </a:rPr>
              <a:t>Function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019044" y="2312670"/>
            <a:ext cx="1994535" cy="1541780"/>
            <a:chOff x="3019044" y="2312670"/>
            <a:chExt cx="1994535" cy="1541780"/>
          </a:xfrm>
        </p:grpSpPr>
        <p:sp>
          <p:nvSpPr>
            <p:cNvPr id="43" name="object 43"/>
            <p:cNvSpPr/>
            <p:nvPr/>
          </p:nvSpPr>
          <p:spPr>
            <a:xfrm>
              <a:off x="3019044" y="3439668"/>
              <a:ext cx="1984375" cy="381000"/>
            </a:xfrm>
            <a:custGeom>
              <a:avLst/>
              <a:gdLst/>
              <a:ahLst/>
              <a:cxnLst/>
              <a:rect l="l" t="t" r="r" b="b"/>
              <a:pathLst>
                <a:path w="1984375" h="381000">
                  <a:moveTo>
                    <a:pt x="1984248" y="377952"/>
                  </a:moveTo>
                  <a:lnTo>
                    <a:pt x="1983486" y="374904"/>
                  </a:lnTo>
                  <a:lnTo>
                    <a:pt x="1981200" y="373380"/>
                  </a:lnTo>
                  <a:lnTo>
                    <a:pt x="4571" y="0"/>
                  </a:lnTo>
                  <a:lnTo>
                    <a:pt x="1524" y="762"/>
                  </a:lnTo>
                  <a:lnTo>
                    <a:pt x="0" y="3048"/>
                  </a:lnTo>
                  <a:lnTo>
                    <a:pt x="762" y="6096"/>
                  </a:lnTo>
                  <a:lnTo>
                    <a:pt x="3048" y="7620"/>
                  </a:lnTo>
                  <a:lnTo>
                    <a:pt x="1979676" y="381000"/>
                  </a:lnTo>
                  <a:lnTo>
                    <a:pt x="1982724" y="380238"/>
                  </a:lnTo>
                  <a:lnTo>
                    <a:pt x="1984248" y="3779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00422" y="3750564"/>
              <a:ext cx="112775" cy="10363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019044" y="2312670"/>
              <a:ext cx="702310" cy="977900"/>
            </a:xfrm>
            <a:custGeom>
              <a:avLst/>
              <a:gdLst/>
              <a:ahLst/>
              <a:cxnLst/>
              <a:rect l="l" t="t" r="r" b="b"/>
              <a:pathLst>
                <a:path w="702310" h="977900">
                  <a:moveTo>
                    <a:pt x="701801" y="3048"/>
                  </a:moveTo>
                  <a:lnTo>
                    <a:pt x="700277" y="762"/>
                  </a:lnTo>
                  <a:lnTo>
                    <a:pt x="697229" y="0"/>
                  </a:lnTo>
                  <a:lnTo>
                    <a:pt x="694181" y="1524"/>
                  </a:lnTo>
                  <a:lnTo>
                    <a:pt x="761" y="971550"/>
                  </a:lnTo>
                  <a:lnTo>
                    <a:pt x="0" y="974598"/>
                  </a:lnTo>
                  <a:lnTo>
                    <a:pt x="1523" y="976884"/>
                  </a:lnTo>
                  <a:lnTo>
                    <a:pt x="4571" y="977646"/>
                  </a:lnTo>
                  <a:lnTo>
                    <a:pt x="6857" y="976122"/>
                  </a:lnTo>
                  <a:lnTo>
                    <a:pt x="701039" y="6096"/>
                  </a:lnTo>
                  <a:lnTo>
                    <a:pt x="701801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25596" y="2320290"/>
              <a:ext cx="104393" cy="103632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3667759" y="2453894"/>
            <a:ext cx="5505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latin typeface="Arial MT"/>
                <a:cs typeface="Arial MT"/>
              </a:rPr>
              <a:t>«optional»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209544" y="1982723"/>
            <a:ext cx="4283710" cy="3241675"/>
            <a:chOff x="3209544" y="1982723"/>
            <a:chExt cx="4283710" cy="3241675"/>
          </a:xfrm>
        </p:grpSpPr>
        <p:sp>
          <p:nvSpPr>
            <p:cNvPr id="49" name="object 49"/>
            <p:cNvSpPr/>
            <p:nvPr/>
          </p:nvSpPr>
          <p:spPr>
            <a:xfrm>
              <a:off x="3209544" y="2025395"/>
              <a:ext cx="363855" cy="502920"/>
            </a:xfrm>
            <a:custGeom>
              <a:avLst/>
              <a:gdLst/>
              <a:ahLst/>
              <a:cxnLst/>
              <a:rect l="l" t="t" r="r" b="b"/>
              <a:pathLst>
                <a:path w="363854" h="502919">
                  <a:moveTo>
                    <a:pt x="130372" y="495300"/>
                  </a:moveTo>
                  <a:lnTo>
                    <a:pt x="3810" y="495300"/>
                  </a:lnTo>
                  <a:lnTo>
                    <a:pt x="762" y="496062"/>
                  </a:lnTo>
                  <a:lnTo>
                    <a:pt x="0" y="499109"/>
                  </a:lnTo>
                  <a:lnTo>
                    <a:pt x="762" y="502158"/>
                  </a:lnTo>
                  <a:lnTo>
                    <a:pt x="3810" y="502920"/>
                  </a:lnTo>
                  <a:lnTo>
                    <a:pt x="130302" y="502920"/>
                  </a:lnTo>
                  <a:lnTo>
                    <a:pt x="130302" y="499109"/>
                  </a:lnTo>
                  <a:lnTo>
                    <a:pt x="130372" y="495300"/>
                  </a:lnTo>
                  <a:close/>
                </a:path>
                <a:path w="363854" h="502919">
                  <a:moveTo>
                    <a:pt x="134112" y="495300"/>
                  </a:moveTo>
                  <a:lnTo>
                    <a:pt x="130372" y="495300"/>
                  </a:lnTo>
                  <a:lnTo>
                    <a:pt x="130302" y="499109"/>
                  </a:lnTo>
                  <a:lnTo>
                    <a:pt x="134112" y="495300"/>
                  </a:lnTo>
                  <a:close/>
                </a:path>
                <a:path w="363854" h="502919">
                  <a:moveTo>
                    <a:pt x="134112" y="502920"/>
                  </a:moveTo>
                  <a:lnTo>
                    <a:pt x="134112" y="495300"/>
                  </a:lnTo>
                  <a:lnTo>
                    <a:pt x="130302" y="499109"/>
                  </a:lnTo>
                  <a:lnTo>
                    <a:pt x="130302" y="502920"/>
                  </a:lnTo>
                  <a:lnTo>
                    <a:pt x="134112" y="502920"/>
                  </a:lnTo>
                  <a:close/>
                </a:path>
                <a:path w="363854" h="502919">
                  <a:moveTo>
                    <a:pt x="363474" y="3809"/>
                  </a:moveTo>
                  <a:lnTo>
                    <a:pt x="362712" y="762"/>
                  </a:lnTo>
                  <a:lnTo>
                    <a:pt x="359664" y="0"/>
                  </a:lnTo>
                  <a:lnTo>
                    <a:pt x="143256" y="0"/>
                  </a:lnTo>
                  <a:lnTo>
                    <a:pt x="140970" y="762"/>
                  </a:lnTo>
                  <a:lnTo>
                    <a:pt x="139446" y="3809"/>
                  </a:lnTo>
                  <a:lnTo>
                    <a:pt x="130372" y="495300"/>
                  </a:lnTo>
                  <a:lnTo>
                    <a:pt x="134112" y="495300"/>
                  </a:lnTo>
                  <a:lnTo>
                    <a:pt x="134112" y="502920"/>
                  </a:lnTo>
                  <a:lnTo>
                    <a:pt x="137160" y="502158"/>
                  </a:lnTo>
                  <a:lnTo>
                    <a:pt x="137922" y="499109"/>
                  </a:lnTo>
                  <a:lnTo>
                    <a:pt x="143256" y="232409"/>
                  </a:lnTo>
                  <a:lnTo>
                    <a:pt x="143256" y="7620"/>
                  </a:lnTo>
                  <a:lnTo>
                    <a:pt x="147828" y="3809"/>
                  </a:lnTo>
                  <a:lnTo>
                    <a:pt x="147828" y="7620"/>
                  </a:lnTo>
                  <a:lnTo>
                    <a:pt x="359664" y="7620"/>
                  </a:lnTo>
                  <a:lnTo>
                    <a:pt x="362712" y="6857"/>
                  </a:lnTo>
                  <a:lnTo>
                    <a:pt x="363474" y="3809"/>
                  </a:lnTo>
                  <a:close/>
                </a:path>
                <a:path w="363854" h="502919">
                  <a:moveTo>
                    <a:pt x="147828" y="3809"/>
                  </a:moveTo>
                  <a:lnTo>
                    <a:pt x="143256" y="7620"/>
                  </a:lnTo>
                  <a:lnTo>
                    <a:pt x="147751" y="7620"/>
                  </a:lnTo>
                  <a:lnTo>
                    <a:pt x="147828" y="3809"/>
                  </a:lnTo>
                  <a:close/>
                </a:path>
                <a:path w="363854" h="502919">
                  <a:moveTo>
                    <a:pt x="147751" y="7620"/>
                  </a:moveTo>
                  <a:lnTo>
                    <a:pt x="143256" y="7620"/>
                  </a:lnTo>
                  <a:lnTo>
                    <a:pt x="143256" y="232409"/>
                  </a:lnTo>
                  <a:lnTo>
                    <a:pt x="147751" y="7620"/>
                  </a:lnTo>
                  <a:close/>
                </a:path>
                <a:path w="363854" h="502919">
                  <a:moveTo>
                    <a:pt x="147828" y="7620"/>
                  </a:moveTo>
                  <a:lnTo>
                    <a:pt x="147828" y="3809"/>
                  </a:lnTo>
                  <a:lnTo>
                    <a:pt x="147751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79291" y="1982723"/>
              <a:ext cx="93725" cy="10287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565391" y="2510789"/>
              <a:ext cx="649605" cy="2306955"/>
            </a:xfrm>
            <a:custGeom>
              <a:avLst/>
              <a:gdLst/>
              <a:ahLst/>
              <a:cxnLst/>
              <a:rect l="l" t="t" r="r" b="b"/>
              <a:pathLst>
                <a:path w="649604" h="2306954">
                  <a:moveTo>
                    <a:pt x="468629" y="4571"/>
                  </a:moveTo>
                  <a:lnTo>
                    <a:pt x="467105" y="1523"/>
                  </a:lnTo>
                  <a:lnTo>
                    <a:pt x="464057" y="0"/>
                  </a:lnTo>
                  <a:lnTo>
                    <a:pt x="3809" y="0"/>
                  </a:lnTo>
                  <a:lnTo>
                    <a:pt x="1523" y="1524"/>
                  </a:lnTo>
                  <a:lnTo>
                    <a:pt x="0" y="3810"/>
                  </a:lnTo>
                  <a:lnTo>
                    <a:pt x="1523" y="6858"/>
                  </a:lnTo>
                  <a:lnTo>
                    <a:pt x="3809" y="8382"/>
                  </a:lnTo>
                  <a:lnTo>
                    <a:pt x="460229" y="8381"/>
                  </a:lnTo>
                  <a:lnTo>
                    <a:pt x="460247" y="3809"/>
                  </a:lnTo>
                  <a:lnTo>
                    <a:pt x="464057" y="8381"/>
                  </a:lnTo>
                  <a:lnTo>
                    <a:pt x="464057" y="1065275"/>
                  </a:lnTo>
                  <a:lnTo>
                    <a:pt x="468629" y="4571"/>
                  </a:lnTo>
                  <a:close/>
                </a:path>
                <a:path w="649604" h="2306954">
                  <a:moveTo>
                    <a:pt x="464057" y="1065275"/>
                  </a:moveTo>
                  <a:lnTo>
                    <a:pt x="464057" y="8381"/>
                  </a:lnTo>
                  <a:lnTo>
                    <a:pt x="460229" y="8381"/>
                  </a:lnTo>
                  <a:lnTo>
                    <a:pt x="451103" y="2302764"/>
                  </a:lnTo>
                  <a:lnTo>
                    <a:pt x="451865" y="2305812"/>
                  </a:lnTo>
                  <a:lnTo>
                    <a:pt x="454913" y="2306574"/>
                  </a:lnTo>
                  <a:lnTo>
                    <a:pt x="454913" y="2298954"/>
                  </a:lnTo>
                  <a:lnTo>
                    <a:pt x="458740" y="2298954"/>
                  </a:lnTo>
                  <a:lnTo>
                    <a:pt x="464057" y="1065275"/>
                  </a:lnTo>
                  <a:close/>
                </a:path>
                <a:path w="649604" h="2306954">
                  <a:moveTo>
                    <a:pt x="458740" y="2298954"/>
                  </a:moveTo>
                  <a:lnTo>
                    <a:pt x="454913" y="2298954"/>
                  </a:lnTo>
                  <a:lnTo>
                    <a:pt x="458723" y="2302764"/>
                  </a:lnTo>
                  <a:lnTo>
                    <a:pt x="458740" y="2298954"/>
                  </a:lnTo>
                  <a:close/>
                </a:path>
                <a:path w="649604" h="2306954">
                  <a:moveTo>
                    <a:pt x="649223" y="2302764"/>
                  </a:moveTo>
                  <a:lnTo>
                    <a:pt x="648461" y="2299716"/>
                  </a:lnTo>
                  <a:lnTo>
                    <a:pt x="645413" y="2298954"/>
                  </a:lnTo>
                  <a:lnTo>
                    <a:pt x="458740" y="2298954"/>
                  </a:lnTo>
                  <a:lnTo>
                    <a:pt x="458723" y="2302764"/>
                  </a:lnTo>
                  <a:lnTo>
                    <a:pt x="454913" y="2298954"/>
                  </a:lnTo>
                  <a:lnTo>
                    <a:pt x="454913" y="2306574"/>
                  </a:lnTo>
                  <a:lnTo>
                    <a:pt x="645413" y="2306574"/>
                  </a:lnTo>
                  <a:lnTo>
                    <a:pt x="648461" y="2305812"/>
                  </a:lnTo>
                  <a:lnTo>
                    <a:pt x="649223" y="2302764"/>
                  </a:lnTo>
                  <a:close/>
                </a:path>
                <a:path w="649604" h="2306954">
                  <a:moveTo>
                    <a:pt x="464057" y="8381"/>
                  </a:moveTo>
                  <a:lnTo>
                    <a:pt x="460247" y="3809"/>
                  </a:lnTo>
                  <a:lnTo>
                    <a:pt x="460229" y="8381"/>
                  </a:lnTo>
                  <a:lnTo>
                    <a:pt x="464057" y="83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21652" y="4765548"/>
              <a:ext cx="92964" cy="10286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814316" y="4947666"/>
              <a:ext cx="2400300" cy="276860"/>
            </a:xfrm>
            <a:custGeom>
              <a:avLst/>
              <a:gdLst/>
              <a:ahLst/>
              <a:cxnLst/>
              <a:rect l="l" t="t" r="r" b="b"/>
              <a:pathLst>
                <a:path w="2400300" h="276860">
                  <a:moveTo>
                    <a:pt x="740664" y="268224"/>
                  </a:moveTo>
                  <a:lnTo>
                    <a:pt x="3810" y="268224"/>
                  </a:lnTo>
                  <a:lnTo>
                    <a:pt x="1524" y="269748"/>
                  </a:lnTo>
                  <a:lnTo>
                    <a:pt x="0" y="272034"/>
                  </a:lnTo>
                  <a:lnTo>
                    <a:pt x="1524" y="275082"/>
                  </a:lnTo>
                  <a:lnTo>
                    <a:pt x="3810" y="276606"/>
                  </a:lnTo>
                  <a:lnTo>
                    <a:pt x="736854" y="276606"/>
                  </a:lnTo>
                  <a:lnTo>
                    <a:pt x="736854" y="272034"/>
                  </a:lnTo>
                  <a:lnTo>
                    <a:pt x="740664" y="268224"/>
                  </a:lnTo>
                  <a:close/>
                </a:path>
                <a:path w="2400300" h="276860">
                  <a:moveTo>
                    <a:pt x="2400300" y="3809"/>
                  </a:moveTo>
                  <a:lnTo>
                    <a:pt x="2399538" y="1523"/>
                  </a:lnTo>
                  <a:lnTo>
                    <a:pt x="2396490" y="0"/>
                  </a:lnTo>
                  <a:lnTo>
                    <a:pt x="740664" y="9906"/>
                  </a:lnTo>
                  <a:lnTo>
                    <a:pt x="737616" y="10667"/>
                  </a:lnTo>
                  <a:lnTo>
                    <a:pt x="736854" y="13716"/>
                  </a:lnTo>
                  <a:lnTo>
                    <a:pt x="736854" y="268224"/>
                  </a:lnTo>
                  <a:lnTo>
                    <a:pt x="740664" y="268224"/>
                  </a:lnTo>
                  <a:lnTo>
                    <a:pt x="740664" y="17526"/>
                  </a:lnTo>
                  <a:lnTo>
                    <a:pt x="744474" y="13716"/>
                  </a:lnTo>
                  <a:lnTo>
                    <a:pt x="744474" y="17504"/>
                  </a:lnTo>
                  <a:lnTo>
                    <a:pt x="2396490" y="8381"/>
                  </a:lnTo>
                  <a:lnTo>
                    <a:pt x="2399538" y="6857"/>
                  </a:lnTo>
                  <a:lnTo>
                    <a:pt x="2400300" y="3809"/>
                  </a:lnTo>
                  <a:close/>
                </a:path>
                <a:path w="2400300" h="276860">
                  <a:moveTo>
                    <a:pt x="744474" y="272034"/>
                  </a:moveTo>
                  <a:lnTo>
                    <a:pt x="744474" y="17504"/>
                  </a:lnTo>
                  <a:lnTo>
                    <a:pt x="740664" y="17526"/>
                  </a:lnTo>
                  <a:lnTo>
                    <a:pt x="740664" y="268224"/>
                  </a:lnTo>
                  <a:lnTo>
                    <a:pt x="736854" y="272034"/>
                  </a:lnTo>
                  <a:lnTo>
                    <a:pt x="736854" y="276606"/>
                  </a:lnTo>
                  <a:lnTo>
                    <a:pt x="740664" y="276606"/>
                  </a:lnTo>
                  <a:lnTo>
                    <a:pt x="743712" y="275082"/>
                  </a:lnTo>
                  <a:lnTo>
                    <a:pt x="744474" y="272034"/>
                  </a:lnTo>
                  <a:close/>
                </a:path>
                <a:path w="2400300" h="276860">
                  <a:moveTo>
                    <a:pt x="744474" y="17504"/>
                  </a:moveTo>
                  <a:lnTo>
                    <a:pt x="744474" y="13716"/>
                  </a:lnTo>
                  <a:lnTo>
                    <a:pt x="740664" y="17526"/>
                  </a:lnTo>
                  <a:lnTo>
                    <a:pt x="744474" y="17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21652" y="4904994"/>
              <a:ext cx="92964" cy="10286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216127" y="4765547"/>
              <a:ext cx="276860" cy="242570"/>
            </a:xfrm>
            <a:custGeom>
              <a:avLst/>
              <a:gdLst/>
              <a:ahLst/>
              <a:cxnLst/>
              <a:rect l="l" t="t" r="r" b="b"/>
              <a:pathLst>
                <a:path w="276859" h="242570">
                  <a:moveTo>
                    <a:pt x="276606" y="118110"/>
                  </a:moveTo>
                  <a:lnTo>
                    <a:pt x="275082" y="115062"/>
                  </a:lnTo>
                  <a:lnTo>
                    <a:pt x="272796" y="114300"/>
                  </a:lnTo>
                  <a:lnTo>
                    <a:pt x="9093" y="112814"/>
                  </a:lnTo>
                  <a:lnTo>
                    <a:pt x="8394" y="3810"/>
                  </a:lnTo>
                  <a:lnTo>
                    <a:pt x="6870" y="762"/>
                  </a:lnTo>
                  <a:lnTo>
                    <a:pt x="3822" y="0"/>
                  </a:lnTo>
                  <a:lnTo>
                    <a:pt x="1536" y="762"/>
                  </a:lnTo>
                  <a:lnTo>
                    <a:pt x="12" y="3810"/>
                  </a:lnTo>
                  <a:lnTo>
                    <a:pt x="723" y="115125"/>
                  </a:lnTo>
                  <a:lnTo>
                    <a:pt x="0" y="116586"/>
                  </a:lnTo>
                  <a:lnTo>
                    <a:pt x="749" y="117716"/>
                  </a:lnTo>
                  <a:lnTo>
                    <a:pt x="1536" y="238506"/>
                  </a:lnTo>
                  <a:lnTo>
                    <a:pt x="3060" y="241554"/>
                  </a:lnTo>
                  <a:lnTo>
                    <a:pt x="6108" y="242316"/>
                  </a:lnTo>
                  <a:lnTo>
                    <a:pt x="8394" y="241554"/>
                  </a:lnTo>
                  <a:lnTo>
                    <a:pt x="9918" y="238506"/>
                  </a:lnTo>
                  <a:lnTo>
                    <a:pt x="9144" y="120434"/>
                  </a:lnTo>
                  <a:lnTo>
                    <a:pt x="272796" y="121920"/>
                  </a:lnTo>
                  <a:lnTo>
                    <a:pt x="275082" y="121158"/>
                  </a:lnTo>
                  <a:lnTo>
                    <a:pt x="276606" y="118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248400" y="4275582"/>
              <a:ext cx="520065" cy="303530"/>
            </a:xfrm>
            <a:custGeom>
              <a:avLst/>
              <a:gdLst/>
              <a:ahLst/>
              <a:cxnLst/>
              <a:rect l="l" t="t" r="r" b="b"/>
              <a:pathLst>
                <a:path w="520065" h="303529">
                  <a:moveTo>
                    <a:pt x="519683" y="303275"/>
                  </a:moveTo>
                  <a:lnTo>
                    <a:pt x="519683" y="0"/>
                  </a:lnTo>
                  <a:lnTo>
                    <a:pt x="0" y="0"/>
                  </a:lnTo>
                  <a:lnTo>
                    <a:pt x="0" y="303275"/>
                  </a:lnTo>
                  <a:lnTo>
                    <a:pt x="519683" y="303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244589" y="4271772"/>
              <a:ext cx="527685" cy="311150"/>
            </a:xfrm>
            <a:custGeom>
              <a:avLst/>
              <a:gdLst/>
              <a:ahLst/>
              <a:cxnLst/>
              <a:rect l="l" t="t" r="r" b="b"/>
              <a:pathLst>
                <a:path w="527684" h="311150">
                  <a:moveTo>
                    <a:pt x="527304" y="307085"/>
                  </a:moveTo>
                  <a:lnTo>
                    <a:pt x="527304" y="3809"/>
                  </a:lnTo>
                  <a:lnTo>
                    <a:pt x="525780" y="761"/>
                  </a:lnTo>
                  <a:lnTo>
                    <a:pt x="523494" y="0"/>
                  </a:lnTo>
                  <a:lnTo>
                    <a:pt x="3810" y="0"/>
                  </a:lnTo>
                  <a:lnTo>
                    <a:pt x="1524" y="761"/>
                  </a:lnTo>
                  <a:lnTo>
                    <a:pt x="0" y="3810"/>
                  </a:lnTo>
                  <a:lnTo>
                    <a:pt x="0" y="307086"/>
                  </a:lnTo>
                  <a:lnTo>
                    <a:pt x="1524" y="310134"/>
                  </a:lnTo>
                  <a:lnTo>
                    <a:pt x="3810" y="310895"/>
                  </a:lnTo>
                  <a:lnTo>
                    <a:pt x="3810" y="7619"/>
                  </a:lnTo>
                  <a:lnTo>
                    <a:pt x="8382" y="3810"/>
                  </a:lnTo>
                  <a:lnTo>
                    <a:pt x="8382" y="7619"/>
                  </a:lnTo>
                  <a:lnTo>
                    <a:pt x="519684" y="7619"/>
                  </a:lnTo>
                  <a:lnTo>
                    <a:pt x="519684" y="3809"/>
                  </a:lnTo>
                  <a:lnTo>
                    <a:pt x="523494" y="7619"/>
                  </a:lnTo>
                  <a:lnTo>
                    <a:pt x="523494" y="310895"/>
                  </a:lnTo>
                  <a:lnTo>
                    <a:pt x="525780" y="310133"/>
                  </a:lnTo>
                  <a:lnTo>
                    <a:pt x="527304" y="307085"/>
                  </a:lnTo>
                  <a:close/>
                </a:path>
                <a:path w="527684" h="311150">
                  <a:moveTo>
                    <a:pt x="8382" y="7619"/>
                  </a:moveTo>
                  <a:lnTo>
                    <a:pt x="8382" y="3810"/>
                  </a:lnTo>
                  <a:lnTo>
                    <a:pt x="3810" y="7619"/>
                  </a:lnTo>
                  <a:lnTo>
                    <a:pt x="8382" y="7619"/>
                  </a:lnTo>
                  <a:close/>
                </a:path>
                <a:path w="527684" h="311150">
                  <a:moveTo>
                    <a:pt x="8382" y="303276"/>
                  </a:moveTo>
                  <a:lnTo>
                    <a:pt x="8382" y="7619"/>
                  </a:lnTo>
                  <a:lnTo>
                    <a:pt x="3810" y="7619"/>
                  </a:lnTo>
                  <a:lnTo>
                    <a:pt x="3810" y="303276"/>
                  </a:lnTo>
                  <a:lnTo>
                    <a:pt x="8382" y="303276"/>
                  </a:lnTo>
                  <a:close/>
                </a:path>
                <a:path w="527684" h="311150">
                  <a:moveTo>
                    <a:pt x="523494" y="303275"/>
                  </a:moveTo>
                  <a:lnTo>
                    <a:pt x="3810" y="303276"/>
                  </a:lnTo>
                  <a:lnTo>
                    <a:pt x="8382" y="307085"/>
                  </a:lnTo>
                  <a:lnTo>
                    <a:pt x="8382" y="310895"/>
                  </a:lnTo>
                  <a:lnTo>
                    <a:pt x="519684" y="310895"/>
                  </a:lnTo>
                  <a:lnTo>
                    <a:pt x="519684" y="307085"/>
                  </a:lnTo>
                  <a:lnTo>
                    <a:pt x="523494" y="303275"/>
                  </a:lnTo>
                  <a:close/>
                </a:path>
                <a:path w="527684" h="311150">
                  <a:moveTo>
                    <a:pt x="8382" y="310895"/>
                  </a:moveTo>
                  <a:lnTo>
                    <a:pt x="8382" y="307085"/>
                  </a:lnTo>
                  <a:lnTo>
                    <a:pt x="3810" y="303276"/>
                  </a:lnTo>
                  <a:lnTo>
                    <a:pt x="3810" y="310895"/>
                  </a:lnTo>
                  <a:lnTo>
                    <a:pt x="8382" y="310895"/>
                  </a:lnTo>
                  <a:close/>
                </a:path>
                <a:path w="527684" h="311150">
                  <a:moveTo>
                    <a:pt x="523494" y="7619"/>
                  </a:moveTo>
                  <a:lnTo>
                    <a:pt x="519684" y="3809"/>
                  </a:lnTo>
                  <a:lnTo>
                    <a:pt x="519684" y="7619"/>
                  </a:lnTo>
                  <a:lnTo>
                    <a:pt x="523494" y="7619"/>
                  </a:lnTo>
                  <a:close/>
                </a:path>
                <a:path w="527684" h="311150">
                  <a:moveTo>
                    <a:pt x="523494" y="303275"/>
                  </a:moveTo>
                  <a:lnTo>
                    <a:pt x="523494" y="7619"/>
                  </a:lnTo>
                  <a:lnTo>
                    <a:pt x="519684" y="7619"/>
                  </a:lnTo>
                  <a:lnTo>
                    <a:pt x="519684" y="303275"/>
                  </a:lnTo>
                  <a:lnTo>
                    <a:pt x="523494" y="303275"/>
                  </a:lnTo>
                  <a:close/>
                </a:path>
                <a:path w="527684" h="311150">
                  <a:moveTo>
                    <a:pt x="523494" y="310895"/>
                  </a:moveTo>
                  <a:lnTo>
                    <a:pt x="523494" y="303275"/>
                  </a:lnTo>
                  <a:lnTo>
                    <a:pt x="519684" y="307085"/>
                  </a:lnTo>
                  <a:lnTo>
                    <a:pt x="519684" y="310895"/>
                  </a:lnTo>
                  <a:lnTo>
                    <a:pt x="523494" y="310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6248780" y="4275201"/>
            <a:ext cx="519430" cy="30353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760"/>
              </a:spcBef>
            </a:pPr>
            <a:r>
              <a:rPr dirty="0" sz="900">
                <a:latin typeface="Arial MT"/>
                <a:cs typeface="Arial MT"/>
              </a:rPr>
              <a:t>Item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270497" y="5433822"/>
            <a:ext cx="528320" cy="311150"/>
            <a:chOff x="6270497" y="5433822"/>
            <a:chExt cx="528320" cy="311150"/>
          </a:xfrm>
        </p:grpSpPr>
        <p:sp>
          <p:nvSpPr>
            <p:cNvPr id="60" name="object 60"/>
            <p:cNvSpPr/>
            <p:nvPr/>
          </p:nvSpPr>
          <p:spPr>
            <a:xfrm>
              <a:off x="6274307" y="5437632"/>
              <a:ext cx="520700" cy="303530"/>
            </a:xfrm>
            <a:custGeom>
              <a:avLst/>
              <a:gdLst/>
              <a:ahLst/>
              <a:cxnLst/>
              <a:rect l="l" t="t" r="r" b="b"/>
              <a:pathLst>
                <a:path w="520700" h="303529">
                  <a:moveTo>
                    <a:pt x="520446" y="303275"/>
                  </a:moveTo>
                  <a:lnTo>
                    <a:pt x="520446" y="0"/>
                  </a:lnTo>
                  <a:lnTo>
                    <a:pt x="0" y="0"/>
                  </a:lnTo>
                  <a:lnTo>
                    <a:pt x="0" y="303275"/>
                  </a:lnTo>
                  <a:lnTo>
                    <a:pt x="520446" y="303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270498" y="5433834"/>
              <a:ext cx="528320" cy="311150"/>
            </a:xfrm>
            <a:custGeom>
              <a:avLst/>
              <a:gdLst/>
              <a:ahLst/>
              <a:cxnLst/>
              <a:rect l="l" t="t" r="r" b="b"/>
              <a:pathLst>
                <a:path w="528320" h="311150">
                  <a:moveTo>
                    <a:pt x="528066" y="3810"/>
                  </a:moveTo>
                  <a:lnTo>
                    <a:pt x="527304" y="762"/>
                  </a:lnTo>
                  <a:lnTo>
                    <a:pt x="524256" y="0"/>
                  </a:lnTo>
                  <a:lnTo>
                    <a:pt x="520446" y="0"/>
                  </a:lnTo>
                  <a:lnTo>
                    <a:pt x="520446" y="7620"/>
                  </a:lnTo>
                  <a:lnTo>
                    <a:pt x="520446" y="303276"/>
                  </a:lnTo>
                  <a:lnTo>
                    <a:pt x="7620" y="303276"/>
                  </a:lnTo>
                  <a:lnTo>
                    <a:pt x="7620" y="7620"/>
                  </a:lnTo>
                  <a:lnTo>
                    <a:pt x="520446" y="7620"/>
                  </a:lnTo>
                  <a:lnTo>
                    <a:pt x="520446" y="0"/>
                  </a:lnTo>
                  <a:lnTo>
                    <a:pt x="3810" y="0"/>
                  </a:lnTo>
                  <a:lnTo>
                    <a:pt x="762" y="762"/>
                  </a:lnTo>
                  <a:lnTo>
                    <a:pt x="0" y="3810"/>
                  </a:lnTo>
                  <a:lnTo>
                    <a:pt x="0" y="307086"/>
                  </a:lnTo>
                  <a:lnTo>
                    <a:pt x="762" y="310134"/>
                  </a:lnTo>
                  <a:lnTo>
                    <a:pt x="3810" y="310896"/>
                  </a:lnTo>
                  <a:lnTo>
                    <a:pt x="7620" y="310896"/>
                  </a:lnTo>
                  <a:lnTo>
                    <a:pt x="520446" y="310896"/>
                  </a:lnTo>
                  <a:lnTo>
                    <a:pt x="524256" y="310896"/>
                  </a:lnTo>
                  <a:lnTo>
                    <a:pt x="527304" y="310134"/>
                  </a:lnTo>
                  <a:lnTo>
                    <a:pt x="528066" y="307086"/>
                  </a:lnTo>
                  <a:lnTo>
                    <a:pt x="528066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6274308" y="5525516"/>
            <a:ext cx="520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Item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4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831842" y="4176521"/>
            <a:ext cx="2678430" cy="1463040"/>
            <a:chOff x="4831842" y="4176521"/>
            <a:chExt cx="2678430" cy="1463040"/>
          </a:xfrm>
        </p:grpSpPr>
        <p:sp>
          <p:nvSpPr>
            <p:cNvPr id="64" name="object 64"/>
            <p:cNvSpPr/>
            <p:nvPr/>
          </p:nvSpPr>
          <p:spPr>
            <a:xfrm>
              <a:off x="5846826" y="4176521"/>
              <a:ext cx="396240" cy="138430"/>
            </a:xfrm>
            <a:custGeom>
              <a:avLst/>
              <a:gdLst/>
              <a:ahLst/>
              <a:cxnLst/>
              <a:rect l="l" t="t" r="r" b="b"/>
              <a:pathLst>
                <a:path w="396239" h="138429">
                  <a:moveTo>
                    <a:pt x="396240" y="134873"/>
                  </a:moveTo>
                  <a:lnTo>
                    <a:pt x="396240" y="131826"/>
                  </a:lnTo>
                  <a:lnTo>
                    <a:pt x="393954" y="130301"/>
                  </a:lnTo>
                  <a:lnTo>
                    <a:pt x="4572" y="0"/>
                  </a:lnTo>
                  <a:lnTo>
                    <a:pt x="1524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2286" y="7620"/>
                  </a:lnTo>
                  <a:lnTo>
                    <a:pt x="390906" y="137921"/>
                  </a:lnTo>
                  <a:lnTo>
                    <a:pt x="393954" y="137160"/>
                  </a:lnTo>
                  <a:lnTo>
                    <a:pt x="396240" y="1348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40196" y="4236719"/>
              <a:ext cx="102870" cy="9525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790944" y="4454651"/>
              <a:ext cx="702310" cy="241300"/>
            </a:xfrm>
            <a:custGeom>
              <a:avLst/>
              <a:gdLst/>
              <a:ahLst/>
              <a:cxnLst/>
              <a:rect l="l" t="t" r="r" b="b"/>
              <a:pathLst>
                <a:path w="702309" h="241300">
                  <a:moveTo>
                    <a:pt x="701801" y="237743"/>
                  </a:moveTo>
                  <a:lnTo>
                    <a:pt x="701039" y="234695"/>
                  </a:lnTo>
                  <a:lnTo>
                    <a:pt x="698753" y="233171"/>
                  </a:lnTo>
                  <a:lnTo>
                    <a:pt x="5333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761" y="5334"/>
                  </a:lnTo>
                  <a:lnTo>
                    <a:pt x="2285" y="6858"/>
                  </a:lnTo>
                  <a:lnTo>
                    <a:pt x="696467" y="240791"/>
                  </a:lnTo>
                  <a:lnTo>
                    <a:pt x="699515" y="240029"/>
                  </a:lnTo>
                  <a:lnTo>
                    <a:pt x="701801" y="2377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89114" y="4617719"/>
              <a:ext cx="103631" cy="9525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831842" y="5423915"/>
              <a:ext cx="1446530" cy="173355"/>
            </a:xfrm>
            <a:custGeom>
              <a:avLst/>
              <a:gdLst/>
              <a:ahLst/>
              <a:cxnLst/>
              <a:rect l="l" t="t" r="r" b="b"/>
              <a:pathLst>
                <a:path w="1446529" h="173354">
                  <a:moveTo>
                    <a:pt x="1446276" y="169925"/>
                  </a:moveTo>
                  <a:lnTo>
                    <a:pt x="1445514" y="166877"/>
                  </a:lnTo>
                  <a:lnTo>
                    <a:pt x="1442466" y="165353"/>
                  </a:lnTo>
                  <a:lnTo>
                    <a:pt x="4572" y="0"/>
                  </a:lnTo>
                  <a:lnTo>
                    <a:pt x="1524" y="762"/>
                  </a:lnTo>
                  <a:lnTo>
                    <a:pt x="0" y="3810"/>
                  </a:lnTo>
                  <a:lnTo>
                    <a:pt x="762" y="6858"/>
                  </a:lnTo>
                  <a:lnTo>
                    <a:pt x="3810" y="8382"/>
                  </a:lnTo>
                  <a:lnTo>
                    <a:pt x="1441704" y="172973"/>
                  </a:lnTo>
                  <a:lnTo>
                    <a:pt x="1444752" y="172211"/>
                  </a:lnTo>
                  <a:lnTo>
                    <a:pt x="1446276" y="169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84392" y="5536691"/>
              <a:ext cx="93725" cy="10286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798564" y="5068823"/>
              <a:ext cx="711835" cy="538480"/>
            </a:xfrm>
            <a:custGeom>
              <a:avLst/>
              <a:gdLst/>
              <a:ahLst/>
              <a:cxnLst/>
              <a:rect l="l" t="t" r="r" b="b"/>
              <a:pathLst>
                <a:path w="711834" h="538479">
                  <a:moveTo>
                    <a:pt x="711708" y="3809"/>
                  </a:moveTo>
                  <a:lnTo>
                    <a:pt x="710946" y="1523"/>
                  </a:lnTo>
                  <a:lnTo>
                    <a:pt x="707898" y="0"/>
                  </a:lnTo>
                  <a:lnTo>
                    <a:pt x="704850" y="761"/>
                  </a:lnTo>
                  <a:lnTo>
                    <a:pt x="1524" y="530351"/>
                  </a:lnTo>
                  <a:lnTo>
                    <a:pt x="0" y="533399"/>
                  </a:lnTo>
                  <a:lnTo>
                    <a:pt x="762" y="536447"/>
                  </a:lnTo>
                  <a:lnTo>
                    <a:pt x="3810" y="537971"/>
                  </a:lnTo>
                  <a:lnTo>
                    <a:pt x="6858" y="537209"/>
                  </a:lnTo>
                  <a:lnTo>
                    <a:pt x="710184" y="6857"/>
                  </a:lnTo>
                  <a:lnTo>
                    <a:pt x="711708" y="38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06640" y="5077967"/>
              <a:ext cx="103632" cy="93725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7160006" y="5342635"/>
            <a:ext cx="5505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latin typeface="Arial MT"/>
                <a:cs typeface="Arial MT"/>
              </a:rPr>
              <a:t>«optional»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231671" y="4454182"/>
            <a:ext cx="5505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latin typeface="Arial MT"/>
                <a:cs typeface="Arial MT"/>
              </a:rPr>
              <a:t>«optional»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771905" y="1808226"/>
            <a:ext cx="7432040" cy="2779395"/>
            <a:chOff x="771905" y="1808226"/>
            <a:chExt cx="7432040" cy="2779395"/>
          </a:xfrm>
        </p:grpSpPr>
        <p:sp>
          <p:nvSpPr>
            <p:cNvPr id="75" name="object 75"/>
            <p:cNvSpPr/>
            <p:nvPr/>
          </p:nvSpPr>
          <p:spPr>
            <a:xfrm>
              <a:off x="7991093" y="3898392"/>
              <a:ext cx="192405" cy="688975"/>
            </a:xfrm>
            <a:custGeom>
              <a:avLst/>
              <a:gdLst/>
              <a:ahLst/>
              <a:cxnLst/>
              <a:rect l="l" t="t" r="r" b="b"/>
              <a:pathLst>
                <a:path w="192404" h="688975">
                  <a:moveTo>
                    <a:pt x="192024" y="5334"/>
                  </a:moveTo>
                  <a:lnTo>
                    <a:pt x="191262" y="2286"/>
                  </a:lnTo>
                  <a:lnTo>
                    <a:pt x="188976" y="0"/>
                  </a:lnTo>
                  <a:lnTo>
                    <a:pt x="185928" y="762"/>
                  </a:lnTo>
                  <a:lnTo>
                    <a:pt x="184404" y="3048"/>
                  </a:lnTo>
                  <a:lnTo>
                    <a:pt x="0" y="684276"/>
                  </a:lnTo>
                  <a:lnTo>
                    <a:pt x="762" y="687324"/>
                  </a:lnTo>
                  <a:lnTo>
                    <a:pt x="3048" y="688848"/>
                  </a:lnTo>
                  <a:lnTo>
                    <a:pt x="6096" y="688848"/>
                  </a:lnTo>
                  <a:lnTo>
                    <a:pt x="7620" y="685800"/>
                  </a:lnTo>
                  <a:lnTo>
                    <a:pt x="192024" y="53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00822" y="3898392"/>
              <a:ext cx="102870" cy="112775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81911" y="3918966"/>
              <a:ext cx="169163" cy="40919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771905" y="1808226"/>
              <a:ext cx="451484" cy="5715"/>
            </a:xfrm>
            <a:custGeom>
              <a:avLst/>
              <a:gdLst/>
              <a:ahLst/>
              <a:cxnLst/>
              <a:rect l="l" t="t" r="r" b="b"/>
              <a:pathLst>
                <a:path w="451484" h="5714">
                  <a:moveTo>
                    <a:pt x="451103" y="3809"/>
                  </a:moveTo>
                  <a:lnTo>
                    <a:pt x="449580" y="1523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1523" y="3810"/>
                  </a:lnTo>
                  <a:lnTo>
                    <a:pt x="449580" y="5333"/>
                  </a:lnTo>
                  <a:lnTo>
                    <a:pt x="451103" y="38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2993389" y="1810765"/>
            <a:ext cx="1440180" cy="5600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781685" marR="5080" indent="-102870">
              <a:lnSpc>
                <a:spcPct val="101099"/>
              </a:lnSpc>
              <a:spcBef>
                <a:spcPts val="85"/>
              </a:spcBef>
            </a:pPr>
            <a:r>
              <a:rPr dirty="0" sz="900" spc="-5">
                <a:latin typeface="Arial MT"/>
                <a:cs typeface="Arial MT"/>
              </a:rPr>
              <a:t>2.4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Function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in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Multi-exit 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Construct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ts val="940"/>
              </a:lnSpc>
            </a:pPr>
            <a:r>
              <a:rPr dirty="0" sz="900" spc="-5">
                <a:latin typeface="Arial MT"/>
                <a:cs typeface="Arial MT"/>
              </a:rPr>
              <a:t>{cc#1}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477336" y="2779267"/>
            <a:ext cx="342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">
                <a:latin typeface="Arial MT"/>
                <a:cs typeface="Arial MT"/>
              </a:rPr>
              <a:t>{</a:t>
            </a:r>
            <a:r>
              <a:rPr dirty="0" sz="900">
                <a:latin typeface="Arial MT"/>
                <a:cs typeface="Arial MT"/>
              </a:rPr>
              <a:t>c</a:t>
            </a:r>
            <a:r>
              <a:rPr dirty="0" sz="900" spc="-25">
                <a:latin typeface="Arial MT"/>
                <a:cs typeface="Arial MT"/>
              </a:rPr>
              <a:t>c</a:t>
            </a:r>
            <a:r>
              <a:rPr dirty="0" sz="900" spc="-5">
                <a:latin typeface="Arial MT"/>
                <a:cs typeface="Arial MT"/>
              </a:rPr>
              <a:t>#</a:t>
            </a:r>
            <a:r>
              <a:rPr dirty="0" sz="900">
                <a:latin typeface="Arial MT"/>
                <a:cs typeface="Arial MT"/>
              </a:rPr>
              <a:t>2}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10259" y="1541017"/>
            <a:ext cx="405765" cy="273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975"/>
              </a:lnSpc>
              <a:spcBef>
                <a:spcPts val="100"/>
              </a:spcBef>
            </a:pPr>
            <a:r>
              <a:rPr dirty="0" sz="900" spc="-5">
                <a:latin typeface="Arial MT"/>
                <a:cs typeface="Arial MT"/>
              </a:rPr>
              <a:t>«effbd»</a:t>
            </a:r>
            <a:endParaRPr sz="900">
              <a:latin typeface="Arial MT"/>
              <a:cs typeface="Arial MT"/>
            </a:endParaRPr>
          </a:p>
          <a:p>
            <a:pPr algn="ctr" marL="6350">
              <a:lnSpc>
                <a:spcPts val="975"/>
              </a:lnSpc>
            </a:pPr>
            <a:r>
              <a:rPr dirty="0" sz="900" spc="-10" b="1">
                <a:latin typeface="Arial"/>
                <a:cs typeface="Arial"/>
              </a:rPr>
              <a:t>act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215389" y="1552955"/>
            <a:ext cx="7021195" cy="4043045"/>
            <a:chOff x="1215389" y="1552955"/>
            <a:chExt cx="7021195" cy="4043045"/>
          </a:xfrm>
        </p:grpSpPr>
        <p:sp>
          <p:nvSpPr>
            <p:cNvPr id="83" name="object 83"/>
            <p:cNvSpPr/>
            <p:nvPr/>
          </p:nvSpPr>
          <p:spPr>
            <a:xfrm>
              <a:off x="1219961" y="1552955"/>
              <a:ext cx="123825" cy="258445"/>
            </a:xfrm>
            <a:custGeom>
              <a:avLst/>
              <a:gdLst/>
              <a:ahLst/>
              <a:cxnLst/>
              <a:rect l="l" t="t" r="r" b="b"/>
              <a:pathLst>
                <a:path w="123825" h="258444">
                  <a:moveTo>
                    <a:pt x="123443" y="2286"/>
                  </a:moveTo>
                  <a:lnTo>
                    <a:pt x="122681" y="0"/>
                  </a:lnTo>
                  <a:lnTo>
                    <a:pt x="120395" y="762"/>
                  </a:lnTo>
                  <a:lnTo>
                    <a:pt x="0" y="256794"/>
                  </a:lnTo>
                  <a:lnTo>
                    <a:pt x="762" y="258318"/>
                  </a:lnTo>
                  <a:lnTo>
                    <a:pt x="2286" y="257556"/>
                  </a:lnTo>
                  <a:lnTo>
                    <a:pt x="123443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15389" y="3669791"/>
              <a:ext cx="103631" cy="8610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938516" y="4581144"/>
              <a:ext cx="103631" cy="85343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22335" y="5382386"/>
              <a:ext cx="169925" cy="168021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7977365" y="5097017"/>
              <a:ext cx="259079" cy="498475"/>
            </a:xfrm>
            <a:custGeom>
              <a:avLst/>
              <a:gdLst/>
              <a:ahLst/>
              <a:cxnLst/>
              <a:rect l="l" t="t" r="r" b="b"/>
              <a:pathLst>
                <a:path w="259079" h="498475">
                  <a:moveTo>
                    <a:pt x="259080" y="363474"/>
                  </a:moveTo>
                  <a:lnTo>
                    <a:pt x="249618" y="323456"/>
                  </a:lnTo>
                  <a:lnTo>
                    <a:pt x="246126" y="317080"/>
                  </a:lnTo>
                  <a:lnTo>
                    <a:pt x="246126" y="364998"/>
                  </a:lnTo>
                  <a:lnTo>
                    <a:pt x="246126" y="376428"/>
                  </a:lnTo>
                  <a:lnTo>
                    <a:pt x="236816" y="415290"/>
                  </a:lnTo>
                  <a:lnTo>
                    <a:pt x="193776" y="467779"/>
                  </a:lnTo>
                  <a:lnTo>
                    <a:pt x="132689" y="486333"/>
                  </a:lnTo>
                  <a:lnTo>
                    <a:pt x="100711" y="482815"/>
                  </a:lnTo>
                  <a:lnTo>
                    <a:pt x="44729" y="449999"/>
                  </a:lnTo>
                  <a:lnTo>
                    <a:pt x="13716" y="382524"/>
                  </a:lnTo>
                  <a:lnTo>
                    <a:pt x="12954" y="376428"/>
                  </a:lnTo>
                  <a:lnTo>
                    <a:pt x="12954" y="374142"/>
                  </a:lnTo>
                  <a:lnTo>
                    <a:pt x="12954" y="367284"/>
                  </a:lnTo>
                  <a:lnTo>
                    <a:pt x="12954" y="364236"/>
                  </a:lnTo>
                  <a:lnTo>
                    <a:pt x="13716" y="358902"/>
                  </a:lnTo>
                  <a:lnTo>
                    <a:pt x="24815" y="320090"/>
                  </a:lnTo>
                  <a:lnTo>
                    <a:pt x="70332" y="269113"/>
                  </a:lnTo>
                  <a:lnTo>
                    <a:pt x="132461" y="253339"/>
                  </a:lnTo>
                  <a:lnTo>
                    <a:pt x="164312" y="258508"/>
                  </a:lnTo>
                  <a:lnTo>
                    <a:pt x="193776" y="272313"/>
                  </a:lnTo>
                  <a:lnTo>
                    <a:pt x="218694" y="294703"/>
                  </a:lnTo>
                  <a:lnTo>
                    <a:pt x="236867" y="325615"/>
                  </a:lnTo>
                  <a:lnTo>
                    <a:pt x="246126" y="364998"/>
                  </a:lnTo>
                  <a:lnTo>
                    <a:pt x="246126" y="317080"/>
                  </a:lnTo>
                  <a:lnTo>
                    <a:pt x="208076" y="266979"/>
                  </a:lnTo>
                  <a:lnTo>
                    <a:pt x="148234" y="242023"/>
                  </a:lnTo>
                  <a:lnTo>
                    <a:pt x="135686" y="241782"/>
                  </a:lnTo>
                  <a:lnTo>
                    <a:pt x="176784" y="148590"/>
                  </a:lnTo>
                  <a:lnTo>
                    <a:pt x="176784" y="145542"/>
                  </a:lnTo>
                  <a:lnTo>
                    <a:pt x="174498" y="143256"/>
                  </a:lnTo>
                  <a:lnTo>
                    <a:pt x="171450" y="143256"/>
                  </a:lnTo>
                  <a:lnTo>
                    <a:pt x="169926" y="145542"/>
                  </a:lnTo>
                  <a:lnTo>
                    <a:pt x="130340" y="233768"/>
                  </a:lnTo>
                  <a:lnTo>
                    <a:pt x="131064" y="230886"/>
                  </a:lnTo>
                  <a:lnTo>
                    <a:pt x="130251" y="109778"/>
                  </a:lnTo>
                  <a:lnTo>
                    <a:pt x="130251" y="233946"/>
                  </a:lnTo>
                  <a:lnTo>
                    <a:pt x="130136" y="234226"/>
                  </a:lnTo>
                  <a:lnTo>
                    <a:pt x="130009" y="234010"/>
                  </a:lnTo>
                  <a:lnTo>
                    <a:pt x="130251" y="233946"/>
                  </a:lnTo>
                  <a:lnTo>
                    <a:pt x="130251" y="109778"/>
                  </a:lnTo>
                  <a:lnTo>
                    <a:pt x="129540" y="3810"/>
                  </a:lnTo>
                  <a:lnTo>
                    <a:pt x="128778" y="1524"/>
                  </a:lnTo>
                  <a:lnTo>
                    <a:pt x="125730" y="0"/>
                  </a:lnTo>
                  <a:lnTo>
                    <a:pt x="122682" y="1524"/>
                  </a:lnTo>
                  <a:lnTo>
                    <a:pt x="121920" y="3810"/>
                  </a:lnTo>
                  <a:lnTo>
                    <a:pt x="123380" y="221805"/>
                  </a:lnTo>
                  <a:lnTo>
                    <a:pt x="81534" y="144780"/>
                  </a:lnTo>
                  <a:lnTo>
                    <a:pt x="79248" y="143256"/>
                  </a:lnTo>
                  <a:lnTo>
                    <a:pt x="76200" y="143256"/>
                  </a:lnTo>
                  <a:lnTo>
                    <a:pt x="73914" y="145542"/>
                  </a:lnTo>
                  <a:lnTo>
                    <a:pt x="74676" y="148590"/>
                  </a:lnTo>
                  <a:lnTo>
                    <a:pt x="124447" y="241566"/>
                  </a:lnTo>
                  <a:lnTo>
                    <a:pt x="115887" y="241388"/>
                  </a:lnTo>
                  <a:lnTo>
                    <a:pt x="55194" y="263931"/>
                  </a:lnTo>
                  <a:lnTo>
                    <a:pt x="11658" y="318262"/>
                  </a:lnTo>
                  <a:lnTo>
                    <a:pt x="762" y="357378"/>
                  </a:lnTo>
                  <a:lnTo>
                    <a:pt x="0" y="364236"/>
                  </a:lnTo>
                  <a:lnTo>
                    <a:pt x="0" y="367284"/>
                  </a:lnTo>
                  <a:lnTo>
                    <a:pt x="0" y="374142"/>
                  </a:lnTo>
                  <a:lnTo>
                    <a:pt x="0" y="377190"/>
                  </a:lnTo>
                  <a:lnTo>
                    <a:pt x="762" y="384048"/>
                  </a:lnTo>
                  <a:lnTo>
                    <a:pt x="12026" y="422859"/>
                  </a:lnTo>
                  <a:lnTo>
                    <a:pt x="55994" y="476478"/>
                  </a:lnTo>
                  <a:lnTo>
                    <a:pt x="116801" y="498386"/>
                  </a:lnTo>
                  <a:lnTo>
                    <a:pt x="149098" y="497547"/>
                  </a:lnTo>
                  <a:lnTo>
                    <a:pt x="180327" y="488899"/>
                  </a:lnTo>
                  <a:lnTo>
                    <a:pt x="208699" y="472503"/>
                  </a:lnTo>
                  <a:lnTo>
                    <a:pt x="232460" y="448398"/>
                  </a:lnTo>
                  <a:lnTo>
                    <a:pt x="246126" y="423392"/>
                  </a:lnTo>
                  <a:lnTo>
                    <a:pt x="249847" y="416610"/>
                  </a:lnTo>
                  <a:lnTo>
                    <a:pt x="259080" y="377190"/>
                  </a:lnTo>
                  <a:lnTo>
                    <a:pt x="259080" y="3634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89" name="object 8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90" name="object 9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46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5641" y="411734"/>
            <a:ext cx="186880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160">
              <a:lnSpc>
                <a:spcPts val="1645"/>
              </a:lnSpc>
            </a:pPr>
            <a:fld id="{81D60167-4931-47E6-BA6A-407CBD079E47}" type="slidenum">
              <a:rPr dirty="0" spc="-5"/>
              <a:t>46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64540" y="1493011"/>
            <a:ext cx="7449184" cy="4195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761365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Sequence diagrams provide representations of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message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based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behavior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9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represent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flow of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control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describe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interactions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between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parts</a:t>
            </a:r>
            <a:endParaRPr sz="2000">
              <a:latin typeface="Arial MT"/>
              <a:cs typeface="Arial MT"/>
            </a:endParaRPr>
          </a:p>
          <a:p>
            <a:pPr marL="355600" marR="1493520" indent="-34290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Sequence diagrams provide mechanisms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for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representing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complex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scenarios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reference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sequences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control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logic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lifeline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decomposition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SysML does not include timing, interaction overview,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and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communications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diagram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8001" y="6513628"/>
            <a:ext cx="593090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  <a:tabLst>
                <a:tab pos="1621790" algn="l"/>
              </a:tabLst>
            </a:pPr>
            <a:r>
              <a:rPr dirty="0" sz="1400" spc="-10">
                <a:latin typeface="Arial MT"/>
                <a:cs typeface="Arial MT"/>
              </a:rPr>
              <a:t>4/15/2008	</a:t>
            </a: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5121" y="6484110"/>
            <a:ext cx="2235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51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52142" y="412495"/>
            <a:ext cx="453771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Black</a:t>
            </a:r>
            <a:r>
              <a:rPr dirty="0" spc="-35"/>
              <a:t> </a:t>
            </a:r>
            <a:r>
              <a:rPr dirty="0"/>
              <a:t>Box</a:t>
            </a:r>
            <a:r>
              <a:rPr dirty="0" spc="-35"/>
              <a:t> </a:t>
            </a:r>
            <a:r>
              <a:rPr dirty="0"/>
              <a:t>Interaction</a:t>
            </a:r>
            <a:r>
              <a:rPr dirty="0" spc="-35"/>
              <a:t> </a:t>
            </a:r>
            <a:r>
              <a:rPr dirty="0"/>
              <a:t>(Drive)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613153" y="938783"/>
            <a:ext cx="5967730" cy="5015230"/>
            <a:chOff x="1613153" y="938783"/>
            <a:chExt cx="5967730" cy="5015230"/>
          </a:xfrm>
        </p:grpSpPr>
        <p:sp>
          <p:nvSpPr>
            <p:cNvPr id="7" name="object 7"/>
            <p:cNvSpPr/>
            <p:nvPr/>
          </p:nvSpPr>
          <p:spPr>
            <a:xfrm>
              <a:off x="1613154" y="938783"/>
              <a:ext cx="5967730" cy="5015230"/>
            </a:xfrm>
            <a:custGeom>
              <a:avLst/>
              <a:gdLst/>
              <a:ahLst/>
              <a:cxnLst/>
              <a:rect l="l" t="t" r="r" b="b"/>
              <a:pathLst>
                <a:path w="5967730" h="5015230">
                  <a:moveTo>
                    <a:pt x="5967222" y="5013197"/>
                  </a:moveTo>
                  <a:lnTo>
                    <a:pt x="5967222" y="1523"/>
                  </a:lnTo>
                  <a:lnTo>
                    <a:pt x="5965698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5013198"/>
                  </a:lnTo>
                  <a:lnTo>
                    <a:pt x="1524" y="5014722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7" y="3048"/>
                  </a:lnTo>
                  <a:lnTo>
                    <a:pt x="5964173" y="3047"/>
                  </a:lnTo>
                  <a:lnTo>
                    <a:pt x="5964173" y="1523"/>
                  </a:lnTo>
                  <a:lnTo>
                    <a:pt x="5965698" y="3047"/>
                  </a:lnTo>
                  <a:lnTo>
                    <a:pt x="5965698" y="5014721"/>
                  </a:lnTo>
                  <a:lnTo>
                    <a:pt x="5967222" y="5013197"/>
                  </a:lnTo>
                  <a:close/>
                </a:path>
                <a:path w="5967730" h="501523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5967730" h="5015230">
                  <a:moveTo>
                    <a:pt x="3048" y="5011674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5011674"/>
                  </a:lnTo>
                  <a:lnTo>
                    <a:pt x="3048" y="5011674"/>
                  </a:lnTo>
                  <a:close/>
                </a:path>
                <a:path w="5967730" h="5015230">
                  <a:moveTo>
                    <a:pt x="5965698" y="5011673"/>
                  </a:moveTo>
                  <a:lnTo>
                    <a:pt x="1524" y="5011674"/>
                  </a:lnTo>
                  <a:lnTo>
                    <a:pt x="3048" y="5013198"/>
                  </a:lnTo>
                  <a:lnTo>
                    <a:pt x="3048" y="5014722"/>
                  </a:lnTo>
                  <a:lnTo>
                    <a:pt x="5964173" y="5014721"/>
                  </a:lnTo>
                  <a:lnTo>
                    <a:pt x="5964173" y="5013198"/>
                  </a:lnTo>
                  <a:lnTo>
                    <a:pt x="5965698" y="5011673"/>
                  </a:lnTo>
                  <a:close/>
                </a:path>
                <a:path w="5967730" h="5015230">
                  <a:moveTo>
                    <a:pt x="3048" y="5014722"/>
                  </a:moveTo>
                  <a:lnTo>
                    <a:pt x="3048" y="5013198"/>
                  </a:lnTo>
                  <a:lnTo>
                    <a:pt x="1524" y="5011674"/>
                  </a:lnTo>
                  <a:lnTo>
                    <a:pt x="1524" y="5014722"/>
                  </a:lnTo>
                  <a:lnTo>
                    <a:pt x="3048" y="5014722"/>
                  </a:lnTo>
                  <a:close/>
                </a:path>
                <a:path w="5967730" h="5015230">
                  <a:moveTo>
                    <a:pt x="5965698" y="3047"/>
                  </a:moveTo>
                  <a:lnTo>
                    <a:pt x="5964173" y="1523"/>
                  </a:lnTo>
                  <a:lnTo>
                    <a:pt x="5964173" y="3047"/>
                  </a:lnTo>
                  <a:lnTo>
                    <a:pt x="5965698" y="3047"/>
                  </a:lnTo>
                  <a:close/>
                </a:path>
                <a:path w="5967730" h="5015230">
                  <a:moveTo>
                    <a:pt x="5965698" y="5011673"/>
                  </a:moveTo>
                  <a:lnTo>
                    <a:pt x="5965698" y="3047"/>
                  </a:lnTo>
                  <a:lnTo>
                    <a:pt x="5964173" y="3047"/>
                  </a:lnTo>
                  <a:lnTo>
                    <a:pt x="5964173" y="5011673"/>
                  </a:lnTo>
                  <a:lnTo>
                    <a:pt x="5965698" y="5011673"/>
                  </a:lnTo>
                  <a:close/>
                </a:path>
                <a:path w="5967730" h="5015230">
                  <a:moveTo>
                    <a:pt x="5965698" y="5014721"/>
                  </a:moveTo>
                  <a:lnTo>
                    <a:pt x="5965698" y="5011673"/>
                  </a:lnTo>
                  <a:lnTo>
                    <a:pt x="5964173" y="5013198"/>
                  </a:lnTo>
                  <a:lnTo>
                    <a:pt x="5964173" y="5014721"/>
                  </a:lnTo>
                  <a:lnTo>
                    <a:pt x="5965698" y="5014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614678" y="940307"/>
              <a:ext cx="1153160" cy="228600"/>
            </a:xfrm>
            <a:custGeom>
              <a:avLst/>
              <a:gdLst/>
              <a:ahLst/>
              <a:cxnLst/>
              <a:rect l="l" t="t" r="r" b="b"/>
              <a:pathLst>
                <a:path w="1153160" h="228600">
                  <a:moveTo>
                    <a:pt x="1152906" y="114299"/>
                  </a:moveTo>
                  <a:lnTo>
                    <a:pt x="1152906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1038606" y="228599"/>
                  </a:lnTo>
                  <a:lnTo>
                    <a:pt x="1152906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13153" y="938783"/>
              <a:ext cx="1156335" cy="231775"/>
            </a:xfrm>
            <a:custGeom>
              <a:avLst/>
              <a:gdLst/>
              <a:ahLst/>
              <a:cxnLst/>
              <a:rect l="l" t="t" r="r" b="b"/>
              <a:pathLst>
                <a:path w="1156335" h="231775">
                  <a:moveTo>
                    <a:pt x="1155954" y="115823"/>
                  </a:moveTo>
                  <a:lnTo>
                    <a:pt x="1155954" y="1523"/>
                  </a:lnTo>
                  <a:lnTo>
                    <a:pt x="1154430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1523" y="231648"/>
                  </a:lnTo>
                  <a:lnTo>
                    <a:pt x="1523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1152906" y="3047"/>
                  </a:lnTo>
                  <a:lnTo>
                    <a:pt x="1152906" y="1523"/>
                  </a:lnTo>
                  <a:lnTo>
                    <a:pt x="1154430" y="3047"/>
                  </a:lnTo>
                  <a:lnTo>
                    <a:pt x="1154430" y="117348"/>
                  </a:lnTo>
                  <a:lnTo>
                    <a:pt x="1155954" y="115823"/>
                  </a:lnTo>
                  <a:close/>
                </a:path>
                <a:path w="1156335" h="231775">
                  <a:moveTo>
                    <a:pt x="3047" y="3048"/>
                  </a:moveTo>
                  <a:lnTo>
                    <a:pt x="3047" y="1524"/>
                  </a:lnTo>
                  <a:lnTo>
                    <a:pt x="1523" y="3048"/>
                  </a:lnTo>
                  <a:lnTo>
                    <a:pt x="3047" y="3048"/>
                  </a:lnTo>
                  <a:close/>
                </a:path>
                <a:path w="1156335" h="231775">
                  <a:moveTo>
                    <a:pt x="3047" y="228600"/>
                  </a:moveTo>
                  <a:lnTo>
                    <a:pt x="3047" y="3048"/>
                  </a:lnTo>
                  <a:lnTo>
                    <a:pt x="1523" y="3048"/>
                  </a:lnTo>
                  <a:lnTo>
                    <a:pt x="1523" y="228600"/>
                  </a:lnTo>
                  <a:lnTo>
                    <a:pt x="3047" y="228600"/>
                  </a:lnTo>
                  <a:close/>
                </a:path>
                <a:path w="1156335" h="231775">
                  <a:moveTo>
                    <a:pt x="1040129" y="231647"/>
                  </a:moveTo>
                  <a:lnTo>
                    <a:pt x="1040129" y="228600"/>
                  </a:lnTo>
                  <a:lnTo>
                    <a:pt x="1523" y="228600"/>
                  </a:lnTo>
                  <a:lnTo>
                    <a:pt x="3047" y="230124"/>
                  </a:lnTo>
                  <a:lnTo>
                    <a:pt x="3047" y="231648"/>
                  </a:lnTo>
                  <a:lnTo>
                    <a:pt x="1040129" y="231647"/>
                  </a:lnTo>
                  <a:close/>
                </a:path>
                <a:path w="1156335" h="231775">
                  <a:moveTo>
                    <a:pt x="3047" y="231648"/>
                  </a:moveTo>
                  <a:lnTo>
                    <a:pt x="3047" y="230124"/>
                  </a:lnTo>
                  <a:lnTo>
                    <a:pt x="1523" y="228600"/>
                  </a:lnTo>
                  <a:lnTo>
                    <a:pt x="1523" y="231648"/>
                  </a:lnTo>
                  <a:lnTo>
                    <a:pt x="3047" y="231648"/>
                  </a:lnTo>
                  <a:close/>
                </a:path>
                <a:path w="1156335" h="231775">
                  <a:moveTo>
                    <a:pt x="1154430" y="117348"/>
                  </a:moveTo>
                  <a:lnTo>
                    <a:pt x="1154430" y="3047"/>
                  </a:lnTo>
                  <a:lnTo>
                    <a:pt x="1152906" y="3047"/>
                  </a:lnTo>
                  <a:lnTo>
                    <a:pt x="1152906" y="114300"/>
                  </a:lnTo>
                  <a:lnTo>
                    <a:pt x="1038606" y="228600"/>
                  </a:lnTo>
                  <a:lnTo>
                    <a:pt x="1040129" y="228600"/>
                  </a:lnTo>
                  <a:lnTo>
                    <a:pt x="1040129" y="231647"/>
                  </a:lnTo>
                  <a:lnTo>
                    <a:pt x="1154430" y="117348"/>
                  </a:lnTo>
                  <a:close/>
                </a:path>
                <a:path w="1156335" h="231775">
                  <a:moveTo>
                    <a:pt x="1154430" y="3047"/>
                  </a:moveTo>
                  <a:lnTo>
                    <a:pt x="1152906" y="1523"/>
                  </a:lnTo>
                  <a:lnTo>
                    <a:pt x="1152906" y="3047"/>
                  </a:lnTo>
                  <a:lnTo>
                    <a:pt x="1154430" y="3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777238" y="976375"/>
            <a:ext cx="8286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s</a:t>
            </a:r>
            <a:r>
              <a:rPr dirty="0" sz="800" spc="-5" b="1">
                <a:latin typeface="Arial"/>
                <a:cs typeface="Arial"/>
              </a:rPr>
              <a:t>d</a:t>
            </a:r>
            <a:r>
              <a:rPr dirty="0" sz="800" spc="-35" b="1">
                <a:latin typeface="Arial"/>
                <a:cs typeface="Arial"/>
              </a:rPr>
              <a:t> </a:t>
            </a:r>
            <a:r>
              <a:rPr dirty="0" sz="800" spc="-5">
                <a:latin typeface="Arial MT"/>
                <a:cs typeface="Arial MT"/>
              </a:rPr>
              <a:t>D</a:t>
            </a:r>
            <a:r>
              <a:rPr dirty="0" sz="800" spc="-10">
                <a:latin typeface="Arial MT"/>
                <a:cs typeface="Arial MT"/>
              </a:rPr>
              <a:t>r</a:t>
            </a:r>
            <a:r>
              <a:rPr dirty="0" sz="800" spc="-5">
                <a:latin typeface="Arial MT"/>
                <a:cs typeface="Arial MT"/>
              </a:rPr>
              <a:t>iveBlackBox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98903" y="2106930"/>
            <a:ext cx="5260975" cy="3061335"/>
            <a:chOff x="1898903" y="2106930"/>
            <a:chExt cx="5260975" cy="3061335"/>
          </a:xfrm>
        </p:grpSpPr>
        <p:sp>
          <p:nvSpPr>
            <p:cNvPr id="12" name="object 12"/>
            <p:cNvSpPr/>
            <p:nvPr/>
          </p:nvSpPr>
          <p:spPr>
            <a:xfrm>
              <a:off x="1900427" y="2108454"/>
              <a:ext cx="5257800" cy="3058160"/>
            </a:xfrm>
            <a:custGeom>
              <a:avLst/>
              <a:gdLst/>
              <a:ahLst/>
              <a:cxnLst/>
              <a:rect l="l" t="t" r="r" b="b"/>
              <a:pathLst>
                <a:path w="5257800" h="3058160">
                  <a:moveTo>
                    <a:pt x="5257800" y="3057905"/>
                  </a:moveTo>
                  <a:lnTo>
                    <a:pt x="5257800" y="0"/>
                  </a:lnTo>
                  <a:lnTo>
                    <a:pt x="0" y="0"/>
                  </a:lnTo>
                  <a:lnTo>
                    <a:pt x="0" y="3057906"/>
                  </a:lnTo>
                  <a:lnTo>
                    <a:pt x="5257800" y="30579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98903" y="2106930"/>
              <a:ext cx="5260975" cy="3061335"/>
            </a:xfrm>
            <a:custGeom>
              <a:avLst/>
              <a:gdLst/>
              <a:ahLst/>
              <a:cxnLst/>
              <a:rect l="l" t="t" r="r" b="b"/>
              <a:pathLst>
                <a:path w="5260975" h="3061335">
                  <a:moveTo>
                    <a:pt x="5260848" y="3059429"/>
                  </a:moveTo>
                  <a:lnTo>
                    <a:pt x="5260848" y="1523"/>
                  </a:lnTo>
                  <a:lnTo>
                    <a:pt x="5259324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059430"/>
                  </a:lnTo>
                  <a:lnTo>
                    <a:pt x="1524" y="3060954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5257800" y="3047"/>
                  </a:lnTo>
                  <a:lnTo>
                    <a:pt x="5257800" y="1523"/>
                  </a:lnTo>
                  <a:lnTo>
                    <a:pt x="5259324" y="3047"/>
                  </a:lnTo>
                  <a:lnTo>
                    <a:pt x="5259324" y="3060954"/>
                  </a:lnTo>
                  <a:lnTo>
                    <a:pt x="5260848" y="3059429"/>
                  </a:lnTo>
                  <a:close/>
                </a:path>
                <a:path w="5260975" h="3061335">
                  <a:moveTo>
                    <a:pt x="3047" y="3048"/>
                  </a:moveTo>
                  <a:lnTo>
                    <a:pt x="3047" y="1524"/>
                  </a:lnTo>
                  <a:lnTo>
                    <a:pt x="1524" y="3048"/>
                  </a:lnTo>
                  <a:lnTo>
                    <a:pt x="3047" y="3048"/>
                  </a:lnTo>
                  <a:close/>
                </a:path>
                <a:path w="5260975" h="3061335">
                  <a:moveTo>
                    <a:pt x="3047" y="3057906"/>
                  </a:moveTo>
                  <a:lnTo>
                    <a:pt x="3047" y="3048"/>
                  </a:lnTo>
                  <a:lnTo>
                    <a:pt x="1524" y="3048"/>
                  </a:lnTo>
                  <a:lnTo>
                    <a:pt x="1524" y="3057906"/>
                  </a:lnTo>
                  <a:lnTo>
                    <a:pt x="3047" y="3057906"/>
                  </a:lnTo>
                  <a:close/>
                </a:path>
                <a:path w="5260975" h="3061335">
                  <a:moveTo>
                    <a:pt x="5259324" y="3057905"/>
                  </a:moveTo>
                  <a:lnTo>
                    <a:pt x="1524" y="3057906"/>
                  </a:lnTo>
                  <a:lnTo>
                    <a:pt x="3047" y="3059429"/>
                  </a:lnTo>
                  <a:lnTo>
                    <a:pt x="3047" y="3060954"/>
                  </a:lnTo>
                  <a:lnTo>
                    <a:pt x="5257800" y="3060954"/>
                  </a:lnTo>
                  <a:lnTo>
                    <a:pt x="5257800" y="3059429"/>
                  </a:lnTo>
                  <a:lnTo>
                    <a:pt x="5259324" y="3057905"/>
                  </a:lnTo>
                  <a:close/>
                </a:path>
                <a:path w="5260975" h="3061335">
                  <a:moveTo>
                    <a:pt x="3047" y="3060954"/>
                  </a:moveTo>
                  <a:lnTo>
                    <a:pt x="3047" y="3059429"/>
                  </a:lnTo>
                  <a:lnTo>
                    <a:pt x="1524" y="3057906"/>
                  </a:lnTo>
                  <a:lnTo>
                    <a:pt x="1524" y="3060954"/>
                  </a:lnTo>
                  <a:lnTo>
                    <a:pt x="3047" y="3060954"/>
                  </a:lnTo>
                  <a:close/>
                </a:path>
                <a:path w="5260975" h="3061335">
                  <a:moveTo>
                    <a:pt x="5259324" y="3047"/>
                  </a:moveTo>
                  <a:lnTo>
                    <a:pt x="5257800" y="1523"/>
                  </a:lnTo>
                  <a:lnTo>
                    <a:pt x="5257800" y="3047"/>
                  </a:lnTo>
                  <a:lnTo>
                    <a:pt x="5259324" y="3047"/>
                  </a:lnTo>
                  <a:close/>
                </a:path>
                <a:path w="5260975" h="3061335">
                  <a:moveTo>
                    <a:pt x="5259324" y="3057905"/>
                  </a:moveTo>
                  <a:lnTo>
                    <a:pt x="5259324" y="3047"/>
                  </a:lnTo>
                  <a:lnTo>
                    <a:pt x="5257800" y="3047"/>
                  </a:lnTo>
                  <a:lnTo>
                    <a:pt x="5257800" y="3057905"/>
                  </a:lnTo>
                  <a:lnTo>
                    <a:pt x="5259324" y="3057905"/>
                  </a:lnTo>
                  <a:close/>
                </a:path>
                <a:path w="5260975" h="3061335">
                  <a:moveTo>
                    <a:pt x="5259324" y="3060954"/>
                  </a:moveTo>
                  <a:lnTo>
                    <a:pt x="5259324" y="3057905"/>
                  </a:lnTo>
                  <a:lnTo>
                    <a:pt x="5257800" y="3059429"/>
                  </a:lnTo>
                  <a:lnTo>
                    <a:pt x="5257800" y="3060954"/>
                  </a:lnTo>
                  <a:lnTo>
                    <a:pt x="5259324" y="30609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00427" y="2108454"/>
              <a:ext cx="685800" cy="228600"/>
            </a:xfrm>
            <a:custGeom>
              <a:avLst/>
              <a:gdLst/>
              <a:ahLst/>
              <a:cxnLst/>
              <a:rect l="l" t="t" r="r" b="b"/>
              <a:pathLst>
                <a:path w="685800" h="228600">
                  <a:moveTo>
                    <a:pt x="685800" y="114299"/>
                  </a:moveTo>
                  <a:lnTo>
                    <a:pt x="6858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571500" y="228599"/>
                  </a:lnTo>
                  <a:lnTo>
                    <a:pt x="685800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98891" y="2106942"/>
              <a:ext cx="5110480" cy="2318385"/>
            </a:xfrm>
            <a:custGeom>
              <a:avLst/>
              <a:gdLst/>
              <a:ahLst/>
              <a:cxnLst/>
              <a:rect l="l" t="t" r="r" b="b"/>
              <a:pathLst>
                <a:path w="5110480" h="2318385">
                  <a:moveTo>
                    <a:pt x="688848" y="1524"/>
                  </a:moveTo>
                  <a:lnTo>
                    <a:pt x="687324" y="0"/>
                  </a:lnTo>
                  <a:lnTo>
                    <a:pt x="685800" y="0"/>
                  </a:lnTo>
                  <a:lnTo>
                    <a:pt x="685800" y="3048"/>
                  </a:lnTo>
                  <a:lnTo>
                    <a:pt x="685800" y="115824"/>
                  </a:lnTo>
                  <a:lnTo>
                    <a:pt x="573024" y="228600"/>
                  </a:lnTo>
                  <a:lnTo>
                    <a:pt x="3048" y="228600"/>
                  </a:lnTo>
                  <a:lnTo>
                    <a:pt x="3048" y="3048"/>
                  </a:lnTo>
                  <a:lnTo>
                    <a:pt x="685800" y="3048"/>
                  </a:lnTo>
                  <a:lnTo>
                    <a:pt x="68580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1524" y="231648"/>
                  </a:lnTo>
                  <a:lnTo>
                    <a:pt x="3048" y="231648"/>
                  </a:lnTo>
                  <a:lnTo>
                    <a:pt x="572262" y="231648"/>
                  </a:lnTo>
                  <a:lnTo>
                    <a:pt x="574548" y="231648"/>
                  </a:lnTo>
                  <a:lnTo>
                    <a:pt x="686562" y="119634"/>
                  </a:lnTo>
                  <a:lnTo>
                    <a:pt x="687324" y="118872"/>
                  </a:lnTo>
                  <a:lnTo>
                    <a:pt x="688848" y="117348"/>
                  </a:lnTo>
                  <a:lnTo>
                    <a:pt x="688848" y="1524"/>
                  </a:lnTo>
                  <a:close/>
                </a:path>
                <a:path w="5110480" h="2318385">
                  <a:moveTo>
                    <a:pt x="5109972" y="316230"/>
                  </a:moveTo>
                  <a:lnTo>
                    <a:pt x="5108448" y="314706"/>
                  </a:lnTo>
                  <a:lnTo>
                    <a:pt x="5106924" y="314706"/>
                  </a:lnTo>
                  <a:lnTo>
                    <a:pt x="5106924" y="317754"/>
                  </a:lnTo>
                  <a:lnTo>
                    <a:pt x="5106924" y="2314956"/>
                  </a:lnTo>
                  <a:lnTo>
                    <a:pt x="153924" y="2314956"/>
                  </a:lnTo>
                  <a:lnTo>
                    <a:pt x="153924" y="317754"/>
                  </a:lnTo>
                  <a:lnTo>
                    <a:pt x="5106924" y="317754"/>
                  </a:lnTo>
                  <a:lnTo>
                    <a:pt x="5106924" y="314706"/>
                  </a:lnTo>
                  <a:lnTo>
                    <a:pt x="152400" y="314706"/>
                  </a:lnTo>
                  <a:lnTo>
                    <a:pt x="150876" y="316230"/>
                  </a:lnTo>
                  <a:lnTo>
                    <a:pt x="150876" y="2316480"/>
                  </a:lnTo>
                  <a:lnTo>
                    <a:pt x="152400" y="2318004"/>
                  </a:lnTo>
                  <a:lnTo>
                    <a:pt x="153924" y="2318004"/>
                  </a:lnTo>
                  <a:lnTo>
                    <a:pt x="5106924" y="2318004"/>
                  </a:lnTo>
                  <a:lnTo>
                    <a:pt x="5108448" y="2318004"/>
                  </a:lnTo>
                  <a:lnTo>
                    <a:pt x="5109972" y="2316480"/>
                  </a:lnTo>
                  <a:lnTo>
                    <a:pt x="5109972" y="316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51303" y="2423160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914400" y="114299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800100" y="228599"/>
                  </a:lnTo>
                  <a:lnTo>
                    <a:pt x="914400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49779" y="2421636"/>
              <a:ext cx="917575" cy="231775"/>
            </a:xfrm>
            <a:custGeom>
              <a:avLst/>
              <a:gdLst/>
              <a:ahLst/>
              <a:cxnLst/>
              <a:rect l="l" t="t" r="r" b="b"/>
              <a:pathLst>
                <a:path w="917575" h="231775">
                  <a:moveTo>
                    <a:pt x="917448" y="116586"/>
                  </a:moveTo>
                  <a:lnTo>
                    <a:pt x="917448" y="1524"/>
                  </a:lnTo>
                  <a:lnTo>
                    <a:pt x="91592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1524" y="2316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914400" y="3048"/>
                  </a:lnTo>
                  <a:lnTo>
                    <a:pt x="914400" y="1524"/>
                  </a:lnTo>
                  <a:lnTo>
                    <a:pt x="915924" y="3048"/>
                  </a:lnTo>
                  <a:lnTo>
                    <a:pt x="915924" y="118110"/>
                  </a:lnTo>
                  <a:lnTo>
                    <a:pt x="917448" y="116586"/>
                  </a:lnTo>
                  <a:close/>
                </a:path>
                <a:path w="917575" h="2317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917575" h="231775">
                  <a:moveTo>
                    <a:pt x="3048" y="2286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28600"/>
                  </a:lnTo>
                  <a:lnTo>
                    <a:pt x="3048" y="228600"/>
                  </a:lnTo>
                  <a:close/>
                </a:path>
                <a:path w="917575" h="231775">
                  <a:moveTo>
                    <a:pt x="801624" y="231648"/>
                  </a:moveTo>
                  <a:lnTo>
                    <a:pt x="801624" y="228600"/>
                  </a:lnTo>
                  <a:lnTo>
                    <a:pt x="1524" y="228600"/>
                  </a:lnTo>
                  <a:lnTo>
                    <a:pt x="3048" y="230124"/>
                  </a:lnTo>
                  <a:lnTo>
                    <a:pt x="3048" y="231648"/>
                  </a:lnTo>
                  <a:lnTo>
                    <a:pt x="801624" y="231648"/>
                  </a:lnTo>
                  <a:close/>
                </a:path>
                <a:path w="917575" h="231775">
                  <a:moveTo>
                    <a:pt x="3048" y="231648"/>
                  </a:moveTo>
                  <a:lnTo>
                    <a:pt x="3048" y="230124"/>
                  </a:lnTo>
                  <a:lnTo>
                    <a:pt x="1524" y="228600"/>
                  </a:lnTo>
                  <a:lnTo>
                    <a:pt x="1524" y="231648"/>
                  </a:lnTo>
                  <a:lnTo>
                    <a:pt x="3048" y="231648"/>
                  </a:lnTo>
                  <a:close/>
                </a:path>
                <a:path w="917575" h="231775">
                  <a:moveTo>
                    <a:pt x="915162" y="114300"/>
                  </a:moveTo>
                  <a:lnTo>
                    <a:pt x="800862" y="228600"/>
                  </a:lnTo>
                  <a:lnTo>
                    <a:pt x="801624" y="228600"/>
                  </a:lnTo>
                  <a:lnTo>
                    <a:pt x="801624" y="231648"/>
                  </a:lnTo>
                  <a:lnTo>
                    <a:pt x="803148" y="230886"/>
                  </a:lnTo>
                  <a:lnTo>
                    <a:pt x="914400" y="119633"/>
                  </a:lnTo>
                  <a:lnTo>
                    <a:pt x="914400" y="115824"/>
                  </a:lnTo>
                  <a:lnTo>
                    <a:pt x="915162" y="114300"/>
                  </a:lnTo>
                  <a:close/>
                </a:path>
                <a:path w="917575" h="231775">
                  <a:moveTo>
                    <a:pt x="915924" y="3048"/>
                  </a:moveTo>
                  <a:lnTo>
                    <a:pt x="914400" y="1524"/>
                  </a:lnTo>
                  <a:lnTo>
                    <a:pt x="914400" y="3048"/>
                  </a:lnTo>
                  <a:lnTo>
                    <a:pt x="915924" y="3048"/>
                  </a:lnTo>
                  <a:close/>
                </a:path>
                <a:path w="917575" h="231775">
                  <a:moveTo>
                    <a:pt x="915924" y="118110"/>
                  </a:moveTo>
                  <a:lnTo>
                    <a:pt x="915924" y="3048"/>
                  </a:lnTo>
                  <a:lnTo>
                    <a:pt x="914400" y="3048"/>
                  </a:lnTo>
                  <a:lnTo>
                    <a:pt x="914400" y="115061"/>
                  </a:lnTo>
                  <a:lnTo>
                    <a:pt x="915162" y="114300"/>
                  </a:lnTo>
                  <a:lnTo>
                    <a:pt x="915162" y="118872"/>
                  </a:lnTo>
                  <a:lnTo>
                    <a:pt x="915924" y="118110"/>
                  </a:lnTo>
                  <a:close/>
                </a:path>
                <a:path w="917575" h="231775">
                  <a:moveTo>
                    <a:pt x="915162" y="118872"/>
                  </a:moveTo>
                  <a:lnTo>
                    <a:pt x="915162" y="114300"/>
                  </a:lnTo>
                  <a:lnTo>
                    <a:pt x="914400" y="115824"/>
                  </a:lnTo>
                  <a:lnTo>
                    <a:pt x="914400" y="119633"/>
                  </a:lnTo>
                  <a:lnTo>
                    <a:pt x="915162" y="118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132838" y="2147569"/>
            <a:ext cx="765175" cy="46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par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800" spc="-5" b="1">
                <a:latin typeface="Arial"/>
                <a:cs typeface="Arial"/>
              </a:rPr>
              <a:t>alt</a:t>
            </a:r>
            <a:r>
              <a:rPr dirty="0" sz="800" spc="15" b="1">
                <a:latin typeface="Arial"/>
                <a:cs typeface="Arial"/>
              </a:rPr>
              <a:t> </a:t>
            </a:r>
            <a:r>
              <a:rPr dirty="0" sz="800" spc="-5">
                <a:latin typeface="Arial MT"/>
                <a:cs typeface="Arial MT"/>
              </a:rPr>
              <a:t>controlSpeed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21229" y="1281683"/>
            <a:ext cx="918844" cy="232410"/>
            <a:chOff x="2221229" y="1281683"/>
            <a:chExt cx="918844" cy="232410"/>
          </a:xfrm>
        </p:grpSpPr>
        <p:sp>
          <p:nvSpPr>
            <p:cNvPr id="20" name="object 20"/>
            <p:cNvSpPr/>
            <p:nvPr/>
          </p:nvSpPr>
          <p:spPr>
            <a:xfrm>
              <a:off x="2221484" y="1281683"/>
              <a:ext cx="918210" cy="232410"/>
            </a:xfrm>
            <a:custGeom>
              <a:avLst/>
              <a:gdLst/>
              <a:ahLst/>
              <a:cxnLst/>
              <a:rect l="l" t="t" r="r" b="b"/>
              <a:pathLst>
                <a:path w="918210" h="232409">
                  <a:moveTo>
                    <a:pt x="918210" y="230124"/>
                  </a:moveTo>
                  <a:lnTo>
                    <a:pt x="917181" y="230124"/>
                  </a:lnTo>
                  <a:lnTo>
                    <a:pt x="917181" y="1524"/>
                  </a:lnTo>
                  <a:lnTo>
                    <a:pt x="915657" y="0"/>
                  </a:lnTo>
                  <a:lnTo>
                    <a:pt x="914133" y="1524"/>
                  </a:lnTo>
                  <a:lnTo>
                    <a:pt x="915670" y="1524"/>
                  </a:lnTo>
                  <a:lnTo>
                    <a:pt x="915670" y="230124"/>
                  </a:lnTo>
                  <a:lnTo>
                    <a:pt x="914133" y="230124"/>
                  </a:lnTo>
                  <a:lnTo>
                    <a:pt x="1270" y="230124"/>
                  </a:lnTo>
                  <a:lnTo>
                    <a:pt x="1270" y="228600"/>
                  </a:lnTo>
                  <a:lnTo>
                    <a:pt x="0" y="228600"/>
                  </a:lnTo>
                  <a:lnTo>
                    <a:pt x="0" y="231013"/>
                  </a:lnTo>
                  <a:lnTo>
                    <a:pt x="1270" y="231013"/>
                  </a:lnTo>
                  <a:lnTo>
                    <a:pt x="1270" y="231648"/>
                  </a:lnTo>
                  <a:lnTo>
                    <a:pt x="914133" y="231648"/>
                  </a:lnTo>
                  <a:lnTo>
                    <a:pt x="914133" y="232410"/>
                  </a:lnTo>
                  <a:lnTo>
                    <a:pt x="917181" y="232410"/>
                  </a:lnTo>
                  <a:lnTo>
                    <a:pt x="917181" y="231648"/>
                  </a:lnTo>
                  <a:lnTo>
                    <a:pt x="918210" y="231648"/>
                  </a:lnTo>
                  <a:lnTo>
                    <a:pt x="918210" y="2301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22754" y="1283207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914400" y="228600"/>
                  </a:moveTo>
                  <a:lnTo>
                    <a:pt x="9144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914400" y="228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21217" y="1281683"/>
              <a:ext cx="917575" cy="231775"/>
            </a:xfrm>
            <a:custGeom>
              <a:avLst/>
              <a:gdLst/>
              <a:ahLst/>
              <a:cxnLst/>
              <a:rect l="l" t="t" r="r" b="b"/>
              <a:pathLst>
                <a:path w="917575" h="231775">
                  <a:moveTo>
                    <a:pt x="917448" y="1524"/>
                  </a:moveTo>
                  <a:lnTo>
                    <a:pt x="915924" y="0"/>
                  </a:lnTo>
                  <a:lnTo>
                    <a:pt x="914400" y="0"/>
                  </a:lnTo>
                  <a:lnTo>
                    <a:pt x="914400" y="3048"/>
                  </a:lnTo>
                  <a:lnTo>
                    <a:pt x="914400" y="228600"/>
                  </a:lnTo>
                  <a:lnTo>
                    <a:pt x="3048" y="228600"/>
                  </a:lnTo>
                  <a:lnTo>
                    <a:pt x="3048" y="3048"/>
                  </a:lnTo>
                  <a:lnTo>
                    <a:pt x="914400" y="3048"/>
                  </a:lnTo>
                  <a:lnTo>
                    <a:pt x="91440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0" y="230759"/>
                  </a:lnTo>
                  <a:lnTo>
                    <a:pt x="635" y="230759"/>
                  </a:lnTo>
                  <a:lnTo>
                    <a:pt x="1524" y="231648"/>
                  </a:lnTo>
                  <a:lnTo>
                    <a:pt x="3048" y="231648"/>
                  </a:lnTo>
                  <a:lnTo>
                    <a:pt x="914400" y="231648"/>
                  </a:lnTo>
                  <a:lnTo>
                    <a:pt x="915924" y="231648"/>
                  </a:lnTo>
                  <a:lnTo>
                    <a:pt x="916305" y="231267"/>
                  </a:lnTo>
                  <a:lnTo>
                    <a:pt x="916940" y="231267"/>
                  </a:lnTo>
                  <a:lnTo>
                    <a:pt x="916940" y="230632"/>
                  </a:lnTo>
                  <a:lnTo>
                    <a:pt x="917448" y="230124"/>
                  </a:lnTo>
                  <a:lnTo>
                    <a:pt x="917448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397252" y="1337309"/>
              <a:ext cx="554355" cy="120650"/>
            </a:xfrm>
            <a:custGeom>
              <a:avLst/>
              <a:gdLst/>
              <a:ahLst/>
              <a:cxnLst/>
              <a:rect l="l" t="t" r="r" b="b"/>
              <a:pathLst>
                <a:path w="554355" h="120650">
                  <a:moveTo>
                    <a:pt x="553974" y="120396"/>
                  </a:moveTo>
                  <a:lnTo>
                    <a:pt x="553974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553974" y="120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2386838" y="1319275"/>
            <a:ext cx="5822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drive</a:t>
            </a:r>
            <a:r>
              <a:rPr dirty="0" sz="800" spc="15">
                <a:latin typeface="Arial MT"/>
                <a:cs typeface="Arial MT"/>
              </a:rPr>
              <a:t>r</a:t>
            </a:r>
            <a:r>
              <a:rPr dirty="0" sz="800">
                <a:latin typeface="Arial MT"/>
                <a:cs typeface="Arial MT"/>
              </a:rPr>
              <a:t>:</a:t>
            </a:r>
            <a:r>
              <a:rPr dirty="0" sz="800" spc="-5">
                <a:latin typeface="Arial MT"/>
                <a:cs typeface="Arial MT"/>
              </a:rPr>
              <a:t>Driver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405628" y="1281683"/>
            <a:ext cx="1433195" cy="232410"/>
            <a:chOff x="5405628" y="1281683"/>
            <a:chExt cx="1433195" cy="232410"/>
          </a:xfrm>
        </p:grpSpPr>
        <p:sp>
          <p:nvSpPr>
            <p:cNvPr id="26" name="object 26"/>
            <p:cNvSpPr/>
            <p:nvPr/>
          </p:nvSpPr>
          <p:spPr>
            <a:xfrm>
              <a:off x="5405869" y="1281683"/>
              <a:ext cx="1432560" cy="232410"/>
            </a:xfrm>
            <a:custGeom>
              <a:avLst/>
              <a:gdLst/>
              <a:ahLst/>
              <a:cxnLst/>
              <a:rect l="l" t="t" r="r" b="b"/>
              <a:pathLst>
                <a:path w="1432559" h="232409">
                  <a:moveTo>
                    <a:pt x="1432560" y="230124"/>
                  </a:moveTo>
                  <a:lnTo>
                    <a:pt x="1431556" y="230124"/>
                  </a:lnTo>
                  <a:lnTo>
                    <a:pt x="1431556" y="1524"/>
                  </a:lnTo>
                  <a:lnTo>
                    <a:pt x="1431556" y="0"/>
                  </a:lnTo>
                  <a:lnTo>
                    <a:pt x="1429270" y="0"/>
                  </a:lnTo>
                  <a:lnTo>
                    <a:pt x="1428508" y="1524"/>
                  </a:lnTo>
                  <a:lnTo>
                    <a:pt x="1430020" y="1524"/>
                  </a:lnTo>
                  <a:lnTo>
                    <a:pt x="1430020" y="230124"/>
                  </a:lnTo>
                  <a:lnTo>
                    <a:pt x="1428508" y="230124"/>
                  </a:lnTo>
                  <a:lnTo>
                    <a:pt x="1270" y="230124"/>
                  </a:lnTo>
                  <a:lnTo>
                    <a:pt x="1270" y="228600"/>
                  </a:lnTo>
                  <a:lnTo>
                    <a:pt x="0" y="228600"/>
                  </a:lnTo>
                  <a:lnTo>
                    <a:pt x="0" y="231013"/>
                  </a:lnTo>
                  <a:lnTo>
                    <a:pt x="1270" y="231013"/>
                  </a:lnTo>
                  <a:lnTo>
                    <a:pt x="1270" y="231648"/>
                  </a:lnTo>
                  <a:lnTo>
                    <a:pt x="1428508" y="231648"/>
                  </a:lnTo>
                  <a:lnTo>
                    <a:pt x="1428508" y="232410"/>
                  </a:lnTo>
                  <a:lnTo>
                    <a:pt x="1431556" y="232410"/>
                  </a:lnTo>
                  <a:lnTo>
                    <a:pt x="1431556" y="231648"/>
                  </a:lnTo>
                  <a:lnTo>
                    <a:pt x="1432560" y="231648"/>
                  </a:lnTo>
                  <a:lnTo>
                    <a:pt x="1432560" y="2301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407152" y="1283207"/>
              <a:ext cx="1428750" cy="228600"/>
            </a:xfrm>
            <a:custGeom>
              <a:avLst/>
              <a:gdLst/>
              <a:ahLst/>
              <a:cxnLst/>
              <a:rect l="l" t="t" r="r" b="b"/>
              <a:pathLst>
                <a:path w="1428750" h="228600">
                  <a:moveTo>
                    <a:pt x="1428750" y="228600"/>
                  </a:moveTo>
                  <a:lnTo>
                    <a:pt x="142875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1428750" y="228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405615" y="1281683"/>
              <a:ext cx="1431925" cy="231775"/>
            </a:xfrm>
            <a:custGeom>
              <a:avLst/>
              <a:gdLst/>
              <a:ahLst/>
              <a:cxnLst/>
              <a:rect l="l" t="t" r="r" b="b"/>
              <a:pathLst>
                <a:path w="1431925" h="231775">
                  <a:moveTo>
                    <a:pt x="1431798" y="0"/>
                  </a:moveTo>
                  <a:lnTo>
                    <a:pt x="1430274" y="0"/>
                  </a:lnTo>
                  <a:lnTo>
                    <a:pt x="1429512" y="0"/>
                  </a:lnTo>
                  <a:lnTo>
                    <a:pt x="1428750" y="0"/>
                  </a:lnTo>
                  <a:lnTo>
                    <a:pt x="1428750" y="3048"/>
                  </a:lnTo>
                  <a:lnTo>
                    <a:pt x="1428750" y="228600"/>
                  </a:lnTo>
                  <a:lnTo>
                    <a:pt x="3048" y="228600"/>
                  </a:lnTo>
                  <a:lnTo>
                    <a:pt x="3048" y="3048"/>
                  </a:lnTo>
                  <a:lnTo>
                    <a:pt x="1428750" y="3048"/>
                  </a:lnTo>
                  <a:lnTo>
                    <a:pt x="1428750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0" y="230759"/>
                  </a:lnTo>
                  <a:lnTo>
                    <a:pt x="635" y="230759"/>
                  </a:lnTo>
                  <a:lnTo>
                    <a:pt x="1524" y="231648"/>
                  </a:lnTo>
                  <a:lnTo>
                    <a:pt x="3048" y="231648"/>
                  </a:lnTo>
                  <a:lnTo>
                    <a:pt x="1428750" y="231648"/>
                  </a:lnTo>
                  <a:lnTo>
                    <a:pt x="1430274" y="231648"/>
                  </a:lnTo>
                  <a:lnTo>
                    <a:pt x="1430655" y="231267"/>
                  </a:lnTo>
                  <a:lnTo>
                    <a:pt x="1431290" y="231267"/>
                  </a:lnTo>
                  <a:lnTo>
                    <a:pt x="1431290" y="230632"/>
                  </a:lnTo>
                  <a:lnTo>
                    <a:pt x="1431798" y="230124"/>
                  </a:lnTo>
                  <a:lnTo>
                    <a:pt x="1431798" y="1524"/>
                  </a:lnTo>
                  <a:lnTo>
                    <a:pt x="14317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477256" y="1337309"/>
              <a:ext cx="1281430" cy="120650"/>
            </a:xfrm>
            <a:custGeom>
              <a:avLst/>
              <a:gdLst/>
              <a:ahLst/>
              <a:cxnLst/>
              <a:rect l="l" t="t" r="r" b="b"/>
              <a:pathLst>
                <a:path w="1281429" h="120650">
                  <a:moveTo>
                    <a:pt x="1280922" y="120396"/>
                  </a:moveTo>
                  <a:lnTo>
                    <a:pt x="1280922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1280922" y="120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767832" y="1319275"/>
            <a:ext cx="9169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vehicle:</a:t>
            </a:r>
            <a:r>
              <a:rPr dirty="0" sz="800" spc="8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H:ybridSUV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47508" y="2490430"/>
            <a:ext cx="6362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[state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=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(idle)]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94711" y="3148064"/>
            <a:ext cx="139890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Arial MT"/>
                <a:cs typeface="Arial MT"/>
              </a:rPr>
              <a:t>[state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=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(accelerating/cruising)]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76132" y="3804887"/>
            <a:ext cx="8077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[state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=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(braking)]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221229" y="1510283"/>
            <a:ext cx="4631055" cy="4310380"/>
            <a:chOff x="2221229" y="1510283"/>
            <a:chExt cx="4631055" cy="4310380"/>
          </a:xfrm>
        </p:grpSpPr>
        <p:sp>
          <p:nvSpPr>
            <p:cNvPr id="35" name="object 35"/>
            <p:cNvSpPr/>
            <p:nvPr/>
          </p:nvSpPr>
          <p:spPr>
            <a:xfrm>
              <a:off x="2691384" y="1510283"/>
              <a:ext cx="3455670" cy="4310380"/>
            </a:xfrm>
            <a:custGeom>
              <a:avLst/>
              <a:gdLst/>
              <a:ahLst/>
              <a:cxnLst/>
              <a:rect l="l" t="t" r="r" b="b"/>
              <a:pathLst>
                <a:path w="3455670" h="4310380">
                  <a:moveTo>
                    <a:pt x="9144" y="4572"/>
                  </a:moveTo>
                  <a:lnTo>
                    <a:pt x="0" y="4572"/>
                  </a:lnTo>
                  <a:lnTo>
                    <a:pt x="0" y="42672"/>
                  </a:lnTo>
                  <a:lnTo>
                    <a:pt x="9144" y="42672"/>
                  </a:lnTo>
                  <a:lnTo>
                    <a:pt x="9144" y="4572"/>
                  </a:lnTo>
                  <a:close/>
                </a:path>
                <a:path w="3455670" h="4310380">
                  <a:moveTo>
                    <a:pt x="9906" y="108966"/>
                  </a:moveTo>
                  <a:lnTo>
                    <a:pt x="9144" y="70866"/>
                  </a:lnTo>
                  <a:lnTo>
                    <a:pt x="0" y="70866"/>
                  </a:lnTo>
                  <a:lnTo>
                    <a:pt x="0" y="108966"/>
                  </a:lnTo>
                  <a:lnTo>
                    <a:pt x="9906" y="108966"/>
                  </a:lnTo>
                  <a:close/>
                </a:path>
                <a:path w="3455670" h="4310380">
                  <a:moveTo>
                    <a:pt x="10668" y="737616"/>
                  </a:moveTo>
                  <a:lnTo>
                    <a:pt x="1524" y="737616"/>
                  </a:lnTo>
                  <a:lnTo>
                    <a:pt x="1524" y="775716"/>
                  </a:lnTo>
                  <a:lnTo>
                    <a:pt x="10668" y="775716"/>
                  </a:lnTo>
                  <a:lnTo>
                    <a:pt x="10668" y="737616"/>
                  </a:lnTo>
                  <a:close/>
                </a:path>
                <a:path w="3455670" h="4310380">
                  <a:moveTo>
                    <a:pt x="10668" y="671322"/>
                  </a:moveTo>
                  <a:lnTo>
                    <a:pt x="1524" y="671322"/>
                  </a:lnTo>
                  <a:lnTo>
                    <a:pt x="1524" y="709422"/>
                  </a:lnTo>
                  <a:lnTo>
                    <a:pt x="10668" y="709422"/>
                  </a:lnTo>
                  <a:lnTo>
                    <a:pt x="10668" y="671322"/>
                  </a:lnTo>
                  <a:close/>
                </a:path>
                <a:path w="3455670" h="4310380">
                  <a:moveTo>
                    <a:pt x="10668" y="604266"/>
                  </a:moveTo>
                  <a:lnTo>
                    <a:pt x="762" y="604266"/>
                  </a:lnTo>
                  <a:lnTo>
                    <a:pt x="1524" y="642366"/>
                  </a:lnTo>
                  <a:lnTo>
                    <a:pt x="10668" y="642366"/>
                  </a:lnTo>
                  <a:lnTo>
                    <a:pt x="10668" y="604266"/>
                  </a:lnTo>
                  <a:close/>
                </a:path>
                <a:path w="3455670" h="4310380">
                  <a:moveTo>
                    <a:pt x="10668" y="537972"/>
                  </a:moveTo>
                  <a:lnTo>
                    <a:pt x="762" y="537972"/>
                  </a:lnTo>
                  <a:lnTo>
                    <a:pt x="762" y="576072"/>
                  </a:lnTo>
                  <a:lnTo>
                    <a:pt x="10668" y="576072"/>
                  </a:lnTo>
                  <a:lnTo>
                    <a:pt x="10668" y="537972"/>
                  </a:lnTo>
                  <a:close/>
                </a:path>
                <a:path w="3455670" h="4310380">
                  <a:moveTo>
                    <a:pt x="10668" y="470916"/>
                  </a:moveTo>
                  <a:lnTo>
                    <a:pt x="762" y="470916"/>
                  </a:lnTo>
                  <a:lnTo>
                    <a:pt x="762" y="509016"/>
                  </a:lnTo>
                  <a:lnTo>
                    <a:pt x="10668" y="509016"/>
                  </a:lnTo>
                  <a:lnTo>
                    <a:pt x="10668" y="470916"/>
                  </a:lnTo>
                  <a:close/>
                </a:path>
                <a:path w="3455670" h="4310380">
                  <a:moveTo>
                    <a:pt x="11430" y="1071372"/>
                  </a:moveTo>
                  <a:lnTo>
                    <a:pt x="2286" y="1071372"/>
                  </a:lnTo>
                  <a:lnTo>
                    <a:pt x="2286" y="1109472"/>
                  </a:lnTo>
                  <a:lnTo>
                    <a:pt x="11430" y="1109472"/>
                  </a:lnTo>
                  <a:lnTo>
                    <a:pt x="11430" y="1071372"/>
                  </a:lnTo>
                  <a:close/>
                </a:path>
                <a:path w="3455670" h="4310380">
                  <a:moveTo>
                    <a:pt x="11430" y="1004316"/>
                  </a:moveTo>
                  <a:lnTo>
                    <a:pt x="2286" y="1004316"/>
                  </a:lnTo>
                  <a:lnTo>
                    <a:pt x="2286" y="1042416"/>
                  </a:lnTo>
                  <a:lnTo>
                    <a:pt x="11430" y="1042416"/>
                  </a:lnTo>
                  <a:lnTo>
                    <a:pt x="11430" y="1004316"/>
                  </a:lnTo>
                  <a:close/>
                </a:path>
                <a:path w="3455670" h="4310380">
                  <a:moveTo>
                    <a:pt x="11430" y="938022"/>
                  </a:moveTo>
                  <a:lnTo>
                    <a:pt x="1524" y="938022"/>
                  </a:lnTo>
                  <a:lnTo>
                    <a:pt x="2286" y="976122"/>
                  </a:lnTo>
                  <a:lnTo>
                    <a:pt x="11430" y="976122"/>
                  </a:lnTo>
                  <a:lnTo>
                    <a:pt x="11430" y="938022"/>
                  </a:lnTo>
                  <a:close/>
                </a:path>
                <a:path w="3455670" h="4310380">
                  <a:moveTo>
                    <a:pt x="11430" y="870966"/>
                  </a:moveTo>
                  <a:lnTo>
                    <a:pt x="1524" y="870966"/>
                  </a:lnTo>
                  <a:lnTo>
                    <a:pt x="1524" y="909066"/>
                  </a:lnTo>
                  <a:lnTo>
                    <a:pt x="11430" y="909066"/>
                  </a:lnTo>
                  <a:lnTo>
                    <a:pt x="11430" y="870966"/>
                  </a:lnTo>
                  <a:close/>
                </a:path>
                <a:path w="3455670" h="4310380">
                  <a:moveTo>
                    <a:pt x="11430" y="804672"/>
                  </a:moveTo>
                  <a:lnTo>
                    <a:pt x="1524" y="804672"/>
                  </a:lnTo>
                  <a:lnTo>
                    <a:pt x="1524" y="842772"/>
                  </a:lnTo>
                  <a:lnTo>
                    <a:pt x="11430" y="842772"/>
                  </a:lnTo>
                  <a:lnTo>
                    <a:pt x="11430" y="804672"/>
                  </a:lnTo>
                  <a:close/>
                </a:path>
                <a:path w="3455670" h="4310380">
                  <a:moveTo>
                    <a:pt x="12192" y="1175766"/>
                  </a:moveTo>
                  <a:lnTo>
                    <a:pt x="11430" y="1137666"/>
                  </a:lnTo>
                  <a:lnTo>
                    <a:pt x="2286" y="1137666"/>
                  </a:lnTo>
                  <a:lnTo>
                    <a:pt x="2286" y="1175766"/>
                  </a:lnTo>
                  <a:lnTo>
                    <a:pt x="12192" y="1175766"/>
                  </a:lnTo>
                  <a:close/>
                </a:path>
                <a:path w="3455670" h="4310380">
                  <a:moveTo>
                    <a:pt x="12954" y="1738122"/>
                  </a:moveTo>
                  <a:lnTo>
                    <a:pt x="3810" y="1738122"/>
                  </a:lnTo>
                  <a:lnTo>
                    <a:pt x="3810" y="1776222"/>
                  </a:lnTo>
                  <a:lnTo>
                    <a:pt x="12954" y="1776222"/>
                  </a:lnTo>
                  <a:lnTo>
                    <a:pt x="12954" y="1738122"/>
                  </a:lnTo>
                  <a:close/>
                </a:path>
                <a:path w="3455670" h="4310380">
                  <a:moveTo>
                    <a:pt x="12954" y="1671066"/>
                  </a:moveTo>
                  <a:lnTo>
                    <a:pt x="3810" y="1671066"/>
                  </a:lnTo>
                  <a:lnTo>
                    <a:pt x="3810" y="1709166"/>
                  </a:lnTo>
                  <a:lnTo>
                    <a:pt x="12954" y="1709166"/>
                  </a:lnTo>
                  <a:lnTo>
                    <a:pt x="12954" y="1671066"/>
                  </a:lnTo>
                  <a:close/>
                </a:path>
                <a:path w="3455670" h="4310380">
                  <a:moveTo>
                    <a:pt x="12954" y="1604772"/>
                  </a:moveTo>
                  <a:lnTo>
                    <a:pt x="3048" y="1604772"/>
                  </a:lnTo>
                  <a:lnTo>
                    <a:pt x="3048" y="1642872"/>
                  </a:lnTo>
                  <a:lnTo>
                    <a:pt x="12954" y="1642872"/>
                  </a:lnTo>
                  <a:lnTo>
                    <a:pt x="12954" y="1604772"/>
                  </a:lnTo>
                  <a:close/>
                </a:path>
                <a:path w="3455670" h="4310380">
                  <a:moveTo>
                    <a:pt x="12954" y="1541526"/>
                  </a:moveTo>
                  <a:lnTo>
                    <a:pt x="3048" y="1541526"/>
                  </a:lnTo>
                  <a:lnTo>
                    <a:pt x="3048" y="1575816"/>
                  </a:lnTo>
                  <a:lnTo>
                    <a:pt x="12954" y="1575816"/>
                  </a:lnTo>
                  <a:lnTo>
                    <a:pt x="12954" y="1541526"/>
                  </a:lnTo>
                  <a:close/>
                </a:path>
                <a:path w="3455670" h="4310380">
                  <a:moveTo>
                    <a:pt x="13716" y="2170176"/>
                  </a:moveTo>
                  <a:lnTo>
                    <a:pt x="4572" y="2170176"/>
                  </a:lnTo>
                  <a:lnTo>
                    <a:pt x="4572" y="2176272"/>
                  </a:lnTo>
                  <a:lnTo>
                    <a:pt x="13716" y="2176272"/>
                  </a:lnTo>
                  <a:lnTo>
                    <a:pt x="13716" y="2170176"/>
                  </a:lnTo>
                  <a:close/>
                </a:path>
                <a:path w="3455670" h="4310380">
                  <a:moveTo>
                    <a:pt x="13716" y="1842516"/>
                  </a:moveTo>
                  <a:lnTo>
                    <a:pt x="12954" y="1804416"/>
                  </a:lnTo>
                  <a:lnTo>
                    <a:pt x="3810" y="1804416"/>
                  </a:lnTo>
                  <a:lnTo>
                    <a:pt x="3810" y="1842516"/>
                  </a:lnTo>
                  <a:lnTo>
                    <a:pt x="13716" y="1842516"/>
                  </a:lnTo>
                  <a:close/>
                </a:path>
                <a:path w="3455670" h="4310380">
                  <a:moveTo>
                    <a:pt x="14478" y="2471166"/>
                  </a:moveTo>
                  <a:lnTo>
                    <a:pt x="5334" y="2471166"/>
                  </a:lnTo>
                  <a:lnTo>
                    <a:pt x="5334" y="2484120"/>
                  </a:lnTo>
                  <a:lnTo>
                    <a:pt x="14478" y="2484120"/>
                  </a:lnTo>
                  <a:lnTo>
                    <a:pt x="14478" y="2471166"/>
                  </a:lnTo>
                  <a:close/>
                </a:path>
                <a:path w="3455670" h="4310380">
                  <a:moveTo>
                    <a:pt x="14478" y="2404872"/>
                  </a:moveTo>
                  <a:lnTo>
                    <a:pt x="5334" y="2404872"/>
                  </a:lnTo>
                  <a:lnTo>
                    <a:pt x="5334" y="2442972"/>
                  </a:lnTo>
                  <a:lnTo>
                    <a:pt x="14478" y="2442972"/>
                  </a:lnTo>
                  <a:lnTo>
                    <a:pt x="14478" y="2404872"/>
                  </a:lnTo>
                  <a:close/>
                </a:path>
                <a:path w="3455670" h="4310380">
                  <a:moveTo>
                    <a:pt x="14478" y="2337816"/>
                  </a:moveTo>
                  <a:lnTo>
                    <a:pt x="4572" y="2337816"/>
                  </a:lnTo>
                  <a:lnTo>
                    <a:pt x="5334" y="2375916"/>
                  </a:lnTo>
                  <a:lnTo>
                    <a:pt x="14478" y="2375916"/>
                  </a:lnTo>
                  <a:lnTo>
                    <a:pt x="14478" y="2337816"/>
                  </a:lnTo>
                  <a:close/>
                </a:path>
                <a:path w="3455670" h="4310380">
                  <a:moveTo>
                    <a:pt x="14478" y="2271522"/>
                  </a:moveTo>
                  <a:lnTo>
                    <a:pt x="4572" y="2271522"/>
                  </a:lnTo>
                  <a:lnTo>
                    <a:pt x="4572" y="2309622"/>
                  </a:lnTo>
                  <a:lnTo>
                    <a:pt x="14478" y="2309622"/>
                  </a:lnTo>
                  <a:lnTo>
                    <a:pt x="14478" y="2271522"/>
                  </a:lnTo>
                  <a:close/>
                </a:path>
                <a:path w="3455670" h="4310380">
                  <a:moveTo>
                    <a:pt x="14478" y="2204466"/>
                  </a:moveTo>
                  <a:lnTo>
                    <a:pt x="4572" y="2204466"/>
                  </a:lnTo>
                  <a:lnTo>
                    <a:pt x="4572" y="2242566"/>
                  </a:lnTo>
                  <a:lnTo>
                    <a:pt x="14478" y="2242566"/>
                  </a:lnTo>
                  <a:lnTo>
                    <a:pt x="14478" y="2204466"/>
                  </a:lnTo>
                  <a:close/>
                </a:path>
                <a:path w="3455670" h="4310380">
                  <a:moveTo>
                    <a:pt x="15240" y="2827020"/>
                  </a:moveTo>
                  <a:lnTo>
                    <a:pt x="6096" y="2827020"/>
                  </a:lnTo>
                  <a:lnTo>
                    <a:pt x="6096" y="2843022"/>
                  </a:lnTo>
                  <a:lnTo>
                    <a:pt x="15240" y="2843022"/>
                  </a:lnTo>
                  <a:lnTo>
                    <a:pt x="15240" y="2827020"/>
                  </a:lnTo>
                  <a:close/>
                </a:path>
                <a:path w="3455670" h="4310380">
                  <a:moveTo>
                    <a:pt x="16002" y="3137916"/>
                  </a:moveTo>
                  <a:lnTo>
                    <a:pt x="6858" y="3137916"/>
                  </a:lnTo>
                  <a:lnTo>
                    <a:pt x="6858" y="3141726"/>
                  </a:lnTo>
                  <a:lnTo>
                    <a:pt x="16002" y="3141726"/>
                  </a:lnTo>
                  <a:lnTo>
                    <a:pt x="16002" y="3137916"/>
                  </a:lnTo>
                  <a:close/>
                </a:path>
                <a:path w="3455670" h="4310380">
                  <a:moveTo>
                    <a:pt x="16002" y="3071622"/>
                  </a:moveTo>
                  <a:lnTo>
                    <a:pt x="6858" y="3071622"/>
                  </a:lnTo>
                  <a:lnTo>
                    <a:pt x="6858" y="3109722"/>
                  </a:lnTo>
                  <a:lnTo>
                    <a:pt x="16002" y="3109722"/>
                  </a:lnTo>
                  <a:lnTo>
                    <a:pt x="16002" y="3071622"/>
                  </a:lnTo>
                  <a:close/>
                </a:path>
                <a:path w="3455670" h="4310380">
                  <a:moveTo>
                    <a:pt x="16002" y="3004566"/>
                  </a:moveTo>
                  <a:lnTo>
                    <a:pt x="6096" y="3004566"/>
                  </a:lnTo>
                  <a:lnTo>
                    <a:pt x="6096" y="3042666"/>
                  </a:lnTo>
                  <a:lnTo>
                    <a:pt x="16002" y="3042666"/>
                  </a:lnTo>
                  <a:lnTo>
                    <a:pt x="16002" y="3004566"/>
                  </a:lnTo>
                  <a:close/>
                </a:path>
                <a:path w="3455670" h="4310380">
                  <a:moveTo>
                    <a:pt x="16002" y="2938272"/>
                  </a:moveTo>
                  <a:lnTo>
                    <a:pt x="6096" y="2938272"/>
                  </a:lnTo>
                  <a:lnTo>
                    <a:pt x="6096" y="2976372"/>
                  </a:lnTo>
                  <a:lnTo>
                    <a:pt x="16002" y="2976372"/>
                  </a:lnTo>
                  <a:lnTo>
                    <a:pt x="16002" y="2938272"/>
                  </a:lnTo>
                  <a:close/>
                </a:path>
                <a:path w="3455670" h="4310380">
                  <a:moveTo>
                    <a:pt x="16002" y="2909316"/>
                  </a:moveTo>
                  <a:lnTo>
                    <a:pt x="15240" y="2871216"/>
                  </a:lnTo>
                  <a:lnTo>
                    <a:pt x="6096" y="2871216"/>
                  </a:lnTo>
                  <a:lnTo>
                    <a:pt x="6096" y="2909316"/>
                  </a:lnTo>
                  <a:lnTo>
                    <a:pt x="16002" y="2909316"/>
                  </a:lnTo>
                  <a:close/>
                </a:path>
                <a:path w="3455670" h="4310380">
                  <a:moveTo>
                    <a:pt x="16764" y="3484626"/>
                  </a:moveTo>
                  <a:lnTo>
                    <a:pt x="7620" y="3484626"/>
                  </a:lnTo>
                  <a:lnTo>
                    <a:pt x="7620" y="3509772"/>
                  </a:lnTo>
                  <a:lnTo>
                    <a:pt x="16764" y="3509772"/>
                  </a:lnTo>
                  <a:lnTo>
                    <a:pt x="16764" y="3484626"/>
                  </a:lnTo>
                  <a:close/>
                </a:path>
                <a:path w="3455670" h="4310380">
                  <a:moveTo>
                    <a:pt x="17526" y="3804666"/>
                  </a:moveTo>
                  <a:lnTo>
                    <a:pt x="8382" y="3804666"/>
                  </a:lnTo>
                  <a:lnTo>
                    <a:pt x="8382" y="3841242"/>
                  </a:lnTo>
                  <a:lnTo>
                    <a:pt x="17526" y="3841242"/>
                  </a:lnTo>
                  <a:lnTo>
                    <a:pt x="17526" y="3804666"/>
                  </a:lnTo>
                  <a:close/>
                </a:path>
                <a:path w="3455670" h="4310380">
                  <a:moveTo>
                    <a:pt x="17526" y="3738372"/>
                  </a:moveTo>
                  <a:lnTo>
                    <a:pt x="8382" y="3738372"/>
                  </a:lnTo>
                  <a:lnTo>
                    <a:pt x="8382" y="3776472"/>
                  </a:lnTo>
                  <a:lnTo>
                    <a:pt x="17526" y="3776472"/>
                  </a:lnTo>
                  <a:lnTo>
                    <a:pt x="17526" y="3738372"/>
                  </a:lnTo>
                  <a:close/>
                </a:path>
                <a:path w="3455670" h="4310380">
                  <a:moveTo>
                    <a:pt x="17526" y="3671316"/>
                  </a:moveTo>
                  <a:lnTo>
                    <a:pt x="7620" y="3671316"/>
                  </a:lnTo>
                  <a:lnTo>
                    <a:pt x="7620" y="3709416"/>
                  </a:lnTo>
                  <a:lnTo>
                    <a:pt x="17526" y="3709416"/>
                  </a:lnTo>
                  <a:lnTo>
                    <a:pt x="17526" y="3671316"/>
                  </a:lnTo>
                  <a:close/>
                </a:path>
                <a:path w="3455670" h="4310380">
                  <a:moveTo>
                    <a:pt x="17526" y="3605022"/>
                  </a:moveTo>
                  <a:lnTo>
                    <a:pt x="7620" y="3605022"/>
                  </a:lnTo>
                  <a:lnTo>
                    <a:pt x="7620" y="3643122"/>
                  </a:lnTo>
                  <a:lnTo>
                    <a:pt x="17526" y="3643122"/>
                  </a:lnTo>
                  <a:lnTo>
                    <a:pt x="17526" y="3605022"/>
                  </a:lnTo>
                  <a:close/>
                </a:path>
                <a:path w="3455670" h="4310380">
                  <a:moveTo>
                    <a:pt x="17526" y="3576066"/>
                  </a:moveTo>
                  <a:lnTo>
                    <a:pt x="16764" y="3537966"/>
                  </a:lnTo>
                  <a:lnTo>
                    <a:pt x="7620" y="3537966"/>
                  </a:lnTo>
                  <a:lnTo>
                    <a:pt x="7620" y="3576066"/>
                  </a:lnTo>
                  <a:lnTo>
                    <a:pt x="17526" y="3576066"/>
                  </a:lnTo>
                  <a:close/>
                </a:path>
                <a:path w="3455670" h="4310380">
                  <a:moveTo>
                    <a:pt x="18288" y="4204716"/>
                  </a:moveTo>
                  <a:lnTo>
                    <a:pt x="9144" y="4204716"/>
                  </a:lnTo>
                  <a:lnTo>
                    <a:pt x="9144" y="4242816"/>
                  </a:lnTo>
                  <a:lnTo>
                    <a:pt x="18288" y="4242816"/>
                  </a:lnTo>
                  <a:lnTo>
                    <a:pt x="18288" y="4204716"/>
                  </a:lnTo>
                  <a:close/>
                </a:path>
                <a:path w="3455670" h="4310380">
                  <a:moveTo>
                    <a:pt x="19050" y="4271772"/>
                  </a:moveTo>
                  <a:lnTo>
                    <a:pt x="9144" y="4271772"/>
                  </a:lnTo>
                  <a:lnTo>
                    <a:pt x="9144" y="4309872"/>
                  </a:lnTo>
                  <a:lnTo>
                    <a:pt x="19050" y="4309872"/>
                  </a:lnTo>
                  <a:lnTo>
                    <a:pt x="19050" y="4271772"/>
                  </a:lnTo>
                  <a:close/>
                </a:path>
                <a:path w="3455670" h="4310380">
                  <a:moveTo>
                    <a:pt x="3448037" y="66294"/>
                  </a:moveTo>
                  <a:lnTo>
                    <a:pt x="3438144" y="66294"/>
                  </a:lnTo>
                  <a:lnTo>
                    <a:pt x="3438906" y="104394"/>
                  </a:lnTo>
                  <a:lnTo>
                    <a:pt x="3448037" y="104394"/>
                  </a:lnTo>
                  <a:lnTo>
                    <a:pt x="3448037" y="66294"/>
                  </a:lnTo>
                  <a:close/>
                </a:path>
                <a:path w="3455670" h="4310380">
                  <a:moveTo>
                    <a:pt x="3448037" y="0"/>
                  </a:moveTo>
                  <a:lnTo>
                    <a:pt x="3438144" y="0"/>
                  </a:lnTo>
                  <a:lnTo>
                    <a:pt x="3438144" y="38100"/>
                  </a:lnTo>
                  <a:lnTo>
                    <a:pt x="3448037" y="38100"/>
                  </a:lnTo>
                  <a:lnTo>
                    <a:pt x="3448037" y="0"/>
                  </a:lnTo>
                  <a:close/>
                </a:path>
                <a:path w="3455670" h="4310380">
                  <a:moveTo>
                    <a:pt x="3448812" y="533400"/>
                  </a:moveTo>
                  <a:lnTo>
                    <a:pt x="3439668" y="533400"/>
                  </a:lnTo>
                  <a:lnTo>
                    <a:pt x="3439668" y="571500"/>
                  </a:lnTo>
                  <a:lnTo>
                    <a:pt x="3448812" y="571500"/>
                  </a:lnTo>
                  <a:lnTo>
                    <a:pt x="3448812" y="533400"/>
                  </a:lnTo>
                  <a:close/>
                </a:path>
                <a:path w="3455670" h="4310380">
                  <a:moveTo>
                    <a:pt x="3448812" y="469392"/>
                  </a:moveTo>
                  <a:lnTo>
                    <a:pt x="3439668" y="469392"/>
                  </a:lnTo>
                  <a:lnTo>
                    <a:pt x="3439668" y="504444"/>
                  </a:lnTo>
                  <a:lnTo>
                    <a:pt x="3448812" y="504444"/>
                  </a:lnTo>
                  <a:lnTo>
                    <a:pt x="3448812" y="469392"/>
                  </a:lnTo>
                  <a:close/>
                </a:path>
                <a:path w="3455670" h="4310380">
                  <a:moveTo>
                    <a:pt x="3449561" y="866394"/>
                  </a:moveTo>
                  <a:lnTo>
                    <a:pt x="3440417" y="866394"/>
                  </a:lnTo>
                  <a:lnTo>
                    <a:pt x="3440417" y="904494"/>
                  </a:lnTo>
                  <a:lnTo>
                    <a:pt x="3449561" y="904494"/>
                  </a:lnTo>
                  <a:lnTo>
                    <a:pt x="3449561" y="866394"/>
                  </a:lnTo>
                  <a:close/>
                </a:path>
                <a:path w="3455670" h="4310380">
                  <a:moveTo>
                    <a:pt x="3449561" y="800100"/>
                  </a:moveTo>
                  <a:lnTo>
                    <a:pt x="3440417" y="800100"/>
                  </a:lnTo>
                  <a:lnTo>
                    <a:pt x="3440417" y="838200"/>
                  </a:lnTo>
                  <a:lnTo>
                    <a:pt x="3449561" y="838200"/>
                  </a:lnTo>
                  <a:lnTo>
                    <a:pt x="3449561" y="800100"/>
                  </a:lnTo>
                  <a:close/>
                </a:path>
                <a:path w="3455670" h="4310380">
                  <a:moveTo>
                    <a:pt x="3449561" y="733044"/>
                  </a:moveTo>
                  <a:lnTo>
                    <a:pt x="3439668" y="733044"/>
                  </a:lnTo>
                  <a:lnTo>
                    <a:pt x="3439668" y="771144"/>
                  </a:lnTo>
                  <a:lnTo>
                    <a:pt x="3449561" y="771144"/>
                  </a:lnTo>
                  <a:lnTo>
                    <a:pt x="3449561" y="733044"/>
                  </a:lnTo>
                  <a:close/>
                </a:path>
                <a:path w="3455670" h="4310380">
                  <a:moveTo>
                    <a:pt x="3449561" y="666750"/>
                  </a:moveTo>
                  <a:lnTo>
                    <a:pt x="3439668" y="666750"/>
                  </a:lnTo>
                  <a:lnTo>
                    <a:pt x="3439668" y="704850"/>
                  </a:lnTo>
                  <a:lnTo>
                    <a:pt x="3449561" y="704850"/>
                  </a:lnTo>
                  <a:lnTo>
                    <a:pt x="3449561" y="666750"/>
                  </a:lnTo>
                  <a:close/>
                </a:path>
                <a:path w="3455670" h="4310380">
                  <a:moveTo>
                    <a:pt x="3449561" y="637794"/>
                  </a:moveTo>
                  <a:lnTo>
                    <a:pt x="3448812" y="599694"/>
                  </a:lnTo>
                  <a:lnTo>
                    <a:pt x="3439668" y="599694"/>
                  </a:lnTo>
                  <a:lnTo>
                    <a:pt x="3439668" y="637794"/>
                  </a:lnTo>
                  <a:lnTo>
                    <a:pt x="3449561" y="637794"/>
                  </a:lnTo>
                  <a:close/>
                </a:path>
                <a:path w="3455670" h="4310380">
                  <a:moveTo>
                    <a:pt x="3450336" y="1133094"/>
                  </a:moveTo>
                  <a:lnTo>
                    <a:pt x="3440430" y="1133094"/>
                  </a:lnTo>
                  <a:lnTo>
                    <a:pt x="3441192" y="1171194"/>
                  </a:lnTo>
                  <a:lnTo>
                    <a:pt x="3450336" y="1171194"/>
                  </a:lnTo>
                  <a:lnTo>
                    <a:pt x="3450336" y="1133094"/>
                  </a:lnTo>
                  <a:close/>
                </a:path>
                <a:path w="3455670" h="4310380">
                  <a:moveTo>
                    <a:pt x="3450336" y="1066800"/>
                  </a:moveTo>
                  <a:lnTo>
                    <a:pt x="3440430" y="1066800"/>
                  </a:lnTo>
                  <a:lnTo>
                    <a:pt x="3440430" y="1104900"/>
                  </a:lnTo>
                  <a:lnTo>
                    <a:pt x="3450336" y="1104900"/>
                  </a:lnTo>
                  <a:lnTo>
                    <a:pt x="3450336" y="1066800"/>
                  </a:lnTo>
                  <a:close/>
                </a:path>
                <a:path w="3455670" h="4310380">
                  <a:moveTo>
                    <a:pt x="3450336" y="999744"/>
                  </a:moveTo>
                  <a:lnTo>
                    <a:pt x="3440430" y="999744"/>
                  </a:lnTo>
                  <a:lnTo>
                    <a:pt x="3440430" y="1037844"/>
                  </a:lnTo>
                  <a:lnTo>
                    <a:pt x="3450336" y="1037844"/>
                  </a:lnTo>
                  <a:lnTo>
                    <a:pt x="3450336" y="999744"/>
                  </a:lnTo>
                  <a:close/>
                </a:path>
                <a:path w="3455670" h="4310380">
                  <a:moveTo>
                    <a:pt x="3450336" y="971550"/>
                  </a:moveTo>
                  <a:lnTo>
                    <a:pt x="3449561" y="933450"/>
                  </a:lnTo>
                  <a:lnTo>
                    <a:pt x="3440430" y="933450"/>
                  </a:lnTo>
                  <a:lnTo>
                    <a:pt x="3440430" y="971550"/>
                  </a:lnTo>
                  <a:lnTo>
                    <a:pt x="3450336" y="971550"/>
                  </a:lnTo>
                  <a:close/>
                </a:path>
                <a:path w="3455670" h="4310380">
                  <a:moveTo>
                    <a:pt x="3451085" y="1600200"/>
                  </a:moveTo>
                  <a:lnTo>
                    <a:pt x="3441941" y="1600200"/>
                  </a:lnTo>
                  <a:lnTo>
                    <a:pt x="3441941" y="1638300"/>
                  </a:lnTo>
                  <a:lnTo>
                    <a:pt x="3451085" y="1638300"/>
                  </a:lnTo>
                  <a:lnTo>
                    <a:pt x="3451085" y="1600200"/>
                  </a:lnTo>
                  <a:close/>
                </a:path>
                <a:path w="3455670" h="4310380">
                  <a:moveTo>
                    <a:pt x="3451085" y="1541526"/>
                  </a:moveTo>
                  <a:lnTo>
                    <a:pt x="3441941" y="1541526"/>
                  </a:lnTo>
                  <a:lnTo>
                    <a:pt x="3441941" y="1571244"/>
                  </a:lnTo>
                  <a:lnTo>
                    <a:pt x="3451085" y="1571244"/>
                  </a:lnTo>
                  <a:lnTo>
                    <a:pt x="3451085" y="1541526"/>
                  </a:lnTo>
                  <a:close/>
                </a:path>
                <a:path w="3455670" h="4310380">
                  <a:moveTo>
                    <a:pt x="3451860" y="1799844"/>
                  </a:moveTo>
                  <a:lnTo>
                    <a:pt x="3441954" y="1799844"/>
                  </a:lnTo>
                  <a:lnTo>
                    <a:pt x="3442716" y="1837944"/>
                  </a:lnTo>
                  <a:lnTo>
                    <a:pt x="3451860" y="1837944"/>
                  </a:lnTo>
                  <a:lnTo>
                    <a:pt x="3451860" y="1799844"/>
                  </a:lnTo>
                  <a:close/>
                </a:path>
                <a:path w="3455670" h="4310380">
                  <a:moveTo>
                    <a:pt x="3451860" y="1733550"/>
                  </a:moveTo>
                  <a:lnTo>
                    <a:pt x="3441954" y="1733550"/>
                  </a:lnTo>
                  <a:lnTo>
                    <a:pt x="3441954" y="1771650"/>
                  </a:lnTo>
                  <a:lnTo>
                    <a:pt x="3451860" y="1771650"/>
                  </a:lnTo>
                  <a:lnTo>
                    <a:pt x="3451860" y="1733550"/>
                  </a:lnTo>
                  <a:close/>
                </a:path>
                <a:path w="3455670" h="4310380">
                  <a:moveTo>
                    <a:pt x="3451860" y="1666494"/>
                  </a:moveTo>
                  <a:lnTo>
                    <a:pt x="3441954" y="1666494"/>
                  </a:lnTo>
                  <a:lnTo>
                    <a:pt x="3441954" y="1704594"/>
                  </a:lnTo>
                  <a:lnTo>
                    <a:pt x="3451860" y="1704594"/>
                  </a:lnTo>
                  <a:lnTo>
                    <a:pt x="3451860" y="1666494"/>
                  </a:lnTo>
                  <a:close/>
                </a:path>
                <a:path w="3455670" h="4310380">
                  <a:moveTo>
                    <a:pt x="3452622" y="2266950"/>
                  </a:moveTo>
                  <a:lnTo>
                    <a:pt x="3443465" y="2266950"/>
                  </a:lnTo>
                  <a:lnTo>
                    <a:pt x="3443465" y="2305050"/>
                  </a:lnTo>
                  <a:lnTo>
                    <a:pt x="3452622" y="2305050"/>
                  </a:lnTo>
                  <a:lnTo>
                    <a:pt x="3452622" y="2266950"/>
                  </a:lnTo>
                  <a:close/>
                </a:path>
                <a:path w="3455670" h="4310380">
                  <a:moveTo>
                    <a:pt x="3452622" y="2199894"/>
                  </a:moveTo>
                  <a:lnTo>
                    <a:pt x="3443465" y="2199894"/>
                  </a:lnTo>
                  <a:lnTo>
                    <a:pt x="3443465" y="2237994"/>
                  </a:lnTo>
                  <a:lnTo>
                    <a:pt x="3452622" y="2237994"/>
                  </a:lnTo>
                  <a:lnTo>
                    <a:pt x="3452622" y="2199894"/>
                  </a:lnTo>
                  <a:close/>
                </a:path>
                <a:path w="3455670" h="4310380">
                  <a:moveTo>
                    <a:pt x="3452622" y="2170176"/>
                  </a:moveTo>
                  <a:lnTo>
                    <a:pt x="3442716" y="2170176"/>
                  </a:lnTo>
                  <a:lnTo>
                    <a:pt x="3442716" y="2171700"/>
                  </a:lnTo>
                  <a:lnTo>
                    <a:pt x="3452622" y="2171700"/>
                  </a:lnTo>
                  <a:lnTo>
                    <a:pt x="3452622" y="2170176"/>
                  </a:lnTo>
                  <a:close/>
                </a:path>
                <a:path w="3455670" h="4310380">
                  <a:moveTo>
                    <a:pt x="3453384" y="2466594"/>
                  </a:moveTo>
                  <a:lnTo>
                    <a:pt x="3443478" y="2466594"/>
                  </a:lnTo>
                  <a:lnTo>
                    <a:pt x="3443478" y="2484120"/>
                  </a:lnTo>
                  <a:lnTo>
                    <a:pt x="3453384" y="2484120"/>
                  </a:lnTo>
                  <a:lnTo>
                    <a:pt x="3453384" y="2466594"/>
                  </a:lnTo>
                  <a:close/>
                </a:path>
                <a:path w="3455670" h="4310380">
                  <a:moveTo>
                    <a:pt x="3453384" y="2400300"/>
                  </a:moveTo>
                  <a:lnTo>
                    <a:pt x="3443478" y="2400300"/>
                  </a:lnTo>
                  <a:lnTo>
                    <a:pt x="3443478" y="2438400"/>
                  </a:lnTo>
                  <a:lnTo>
                    <a:pt x="3453384" y="2438400"/>
                  </a:lnTo>
                  <a:lnTo>
                    <a:pt x="3453384" y="2400300"/>
                  </a:lnTo>
                  <a:close/>
                </a:path>
                <a:path w="3455670" h="4310380">
                  <a:moveTo>
                    <a:pt x="3453384" y="2371344"/>
                  </a:moveTo>
                  <a:lnTo>
                    <a:pt x="3452622" y="2333244"/>
                  </a:lnTo>
                  <a:lnTo>
                    <a:pt x="3443465" y="2333244"/>
                  </a:lnTo>
                  <a:lnTo>
                    <a:pt x="3443465" y="2371344"/>
                  </a:lnTo>
                  <a:lnTo>
                    <a:pt x="3453384" y="2371344"/>
                  </a:lnTo>
                  <a:close/>
                </a:path>
                <a:path w="3455670" h="4310380">
                  <a:moveTo>
                    <a:pt x="3454146" y="2999994"/>
                  </a:moveTo>
                  <a:lnTo>
                    <a:pt x="3444989" y="2999994"/>
                  </a:lnTo>
                  <a:lnTo>
                    <a:pt x="3444989" y="3038094"/>
                  </a:lnTo>
                  <a:lnTo>
                    <a:pt x="3454146" y="3038094"/>
                  </a:lnTo>
                  <a:lnTo>
                    <a:pt x="3454146" y="2999994"/>
                  </a:lnTo>
                  <a:close/>
                </a:path>
                <a:path w="3455670" h="4310380">
                  <a:moveTo>
                    <a:pt x="3454146" y="2933700"/>
                  </a:moveTo>
                  <a:lnTo>
                    <a:pt x="3444989" y="2933700"/>
                  </a:lnTo>
                  <a:lnTo>
                    <a:pt x="3444989" y="2971800"/>
                  </a:lnTo>
                  <a:lnTo>
                    <a:pt x="3454146" y="2971800"/>
                  </a:lnTo>
                  <a:lnTo>
                    <a:pt x="3454146" y="2933700"/>
                  </a:lnTo>
                  <a:close/>
                </a:path>
                <a:path w="3455670" h="4310380">
                  <a:moveTo>
                    <a:pt x="3454146" y="2866644"/>
                  </a:moveTo>
                  <a:lnTo>
                    <a:pt x="3444240" y="2866644"/>
                  </a:lnTo>
                  <a:lnTo>
                    <a:pt x="3444989" y="2904744"/>
                  </a:lnTo>
                  <a:lnTo>
                    <a:pt x="3454146" y="2904744"/>
                  </a:lnTo>
                  <a:lnTo>
                    <a:pt x="3454146" y="2866644"/>
                  </a:lnTo>
                  <a:close/>
                </a:path>
                <a:path w="3455670" h="4310380">
                  <a:moveTo>
                    <a:pt x="3454146" y="2827020"/>
                  </a:moveTo>
                  <a:lnTo>
                    <a:pt x="3444240" y="2827020"/>
                  </a:lnTo>
                  <a:lnTo>
                    <a:pt x="3444240" y="2838450"/>
                  </a:lnTo>
                  <a:lnTo>
                    <a:pt x="3454146" y="2838450"/>
                  </a:lnTo>
                  <a:lnTo>
                    <a:pt x="3454146" y="2827020"/>
                  </a:lnTo>
                  <a:close/>
                </a:path>
                <a:path w="3455670" h="4310380">
                  <a:moveTo>
                    <a:pt x="3454908" y="3133344"/>
                  </a:moveTo>
                  <a:lnTo>
                    <a:pt x="3445002" y="3133344"/>
                  </a:lnTo>
                  <a:lnTo>
                    <a:pt x="3445002" y="3141726"/>
                  </a:lnTo>
                  <a:lnTo>
                    <a:pt x="3454908" y="3141726"/>
                  </a:lnTo>
                  <a:lnTo>
                    <a:pt x="3454908" y="3133344"/>
                  </a:lnTo>
                  <a:close/>
                </a:path>
                <a:path w="3455670" h="4310380">
                  <a:moveTo>
                    <a:pt x="3454908" y="3067050"/>
                  </a:moveTo>
                  <a:lnTo>
                    <a:pt x="3445002" y="3067050"/>
                  </a:lnTo>
                  <a:lnTo>
                    <a:pt x="3445002" y="3105150"/>
                  </a:lnTo>
                  <a:lnTo>
                    <a:pt x="3454908" y="3105150"/>
                  </a:lnTo>
                  <a:lnTo>
                    <a:pt x="3454908" y="3067050"/>
                  </a:lnTo>
                  <a:close/>
                </a:path>
                <a:path w="3455670" h="4310380">
                  <a:moveTo>
                    <a:pt x="3455670" y="3600450"/>
                  </a:moveTo>
                  <a:lnTo>
                    <a:pt x="3446513" y="3600450"/>
                  </a:lnTo>
                  <a:lnTo>
                    <a:pt x="3446513" y="3638550"/>
                  </a:lnTo>
                  <a:lnTo>
                    <a:pt x="3455670" y="3638550"/>
                  </a:lnTo>
                  <a:lnTo>
                    <a:pt x="3455670" y="3600450"/>
                  </a:lnTo>
                  <a:close/>
                </a:path>
                <a:path w="3455670" h="4310380">
                  <a:moveTo>
                    <a:pt x="3455670" y="3533394"/>
                  </a:moveTo>
                  <a:lnTo>
                    <a:pt x="3445764" y="3533394"/>
                  </a:lnTo>
                  <a:lnTo>
                    <a:pt x="3446513" y="3571494"/>
                  </a:lnTo>
                  <a:lnTo>
                    <a:pt x="3455670" y="3571494"/>
                  </a:lnTo>
                  <a:lnTo>
                    <a:pt x="3455670" y="3533394"/>
                  </a:lnTo>
                  <a:close/>
                </a:path>
                <a:path w="3455670" h="4310380">
                  <a:moveTo>
                    <a:pt x="3455670" y="3484626"/>
                  </a:moveTo>
                  <a:lnTo>
                    <a:pt x="3445764" y="3484626"/>
                  </a:lnTo>
                  <a:lnTo>
                    <a:pt x="3445764" y="3505200"/>
                  </a:lnTo>
                  <a:lnTo>
                    <a:pt x="3455670" y="3505200"/>
                  </a:lnTo>
                  <a:lnTo>
                    <a:pt x="3455670" y="3484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137897" y="5110733"/>
              <a:ext cx="10795" cy="704850"/>
            </a:xfrm>
            <a:custGeom>
              <a:avLst/>
              <a:gdLst/>
              <a:ahLst/>
              <a:cxnLst/>
              <a:rect l="l" t="t" r="r" b="b"/>
              <a:pathLst>
                <a:path w="10795" h="704850">
                  <a:moveTo>
                    <a:pt x="9156" y="66294"/>
                  </a:moveTo>
                  <a:lnTo>
                    <a:pt x="0" y="66294"/>
                  </a:lnTo>
                  <a:lnTo>
                    <a:pt x="0" y="104394"/>
                  </a:lnTo>
                  <a:lnTo>
                    <a:pt x="9156" y="104394"/>
                  </a:lnTo>
                  <a:lnTo>
                    <a:pt x="9156" y="66294"/>
                  </a:lnTo>
                  <a:close/>
                </a:path>
                <a:path w="10795" h="704850">
                  <a:moveTo>
                    <a:pt x="915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156" y="38100"/>
                  </a:lnTo>
                  <a:lnTo>
                    <a:pt x="9156" y="0"/>
                  </a:lnTo>
                  <a:close/>
                </a:path>
                <a:path w="10795" h="704850">
                  <a:moveTo>
                    <a:pt x="9918" y="199644"/>
                  </a:moveTo>
                  <a:lnTo>
                    <a:pt x="12" y="199644"/>
                  </a:lnTo>
                  <a:lnTo>
                    <a:pt x="12" y="237744"/>
                  </a:lnTo>
                  <a:lnTo>
                    <a:pt x="9918" y="237744"/>
                  </a:lnTo>
                  <a:lnTo>
                    <a:pt x="9918" y="199644"/>
                  </a:lnTo>
                  <a:close/>
                </a:path>
                <a:path w="10795" h="704850">
                  <a:moveTo>
                    <a:pt x="9918" y="133350"/>
                  </a:moveTo>
                  <a:lnTo>
                    <a:pt x="12" y="133350"/>
                  </a:lnTo>
                  <a:lnTo>
                    <a:pt x="12" y="171450"/>
                  </a:lnTo>
                  <a:lnTo>
                    <a:pt x="9918" y="171450"/>
                  </a:lnTo>
                  <a:lnTo>
                    <a:pt x="9918" y="133350"/>
                  </a:lnTo>
                  <a:close/>
                </a:path>
                <a:path w="10795" h="704850">
                  <a:moveTo>
                    <a:pt x="10680" y="666750"/>
                  </a:moveTo>
                  <a:lnTo>
                    <a:pt x="1536" y="666750"/>
                  </a:lnTo>
                  <a:lnTo>
                    <a:pt x="1536" y="704850"/>
                  </a:lnTo>
                  <a:lnTo>
                    <a:pt x="10680" y="704850"/>
                  </a:lnTo>
                  <a:lnTo>
                    <a:pt x="10680" y="666750"/>
                  </a:lnTo>
                  <a:close/>
                </a:path>
                <a:path w="10795" h="704850">
                  <a:moveTo>
                    <a:pt x="10680" y="599694"/>
                  </a:moveTo>
                  <a:lnTo>
                    <a:pt x="774" y="599694"/>
                  </a:lnTo>
                  <a:lnTo>
                    <a:pt x="774" y="637794"/>
                  </a:lnTo>
                  <a:lnTo>
                    <a:pt x="10680" y="637794"/>
                  </a:lnTo>
                  <a:lnTo>
                    <a:pt x="10680" y="5996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222753" y="1636775"/>
              <a:ext cx="4627880" cy="342900"/>
            </a:xfrm>
            <a:custGeom>
              <a:avLst/>
              <a:gdLst/>
              <a:ahLst/>
              <a:cxnLst/>
              <a:rect l="l" t="t" r="r" b="b"/>
              <a:pathLst>
                <a:path w="4627880" h="342900">
                  <a:moveTo>
                    <a:pt x="4627626" y="342899"/>
                  </a:moveTo>
                  <a:lnTo>
                    <a:pt x="4627626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4627626" y="342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221229" y="1635252"/>
              <a:ext cx="4631055" cy="346075"/>
            </a:xfrm>
            <a:custGeom>
              <a:avLst/>
              <a:gdLst/>
              <a:ahLst/>
              <a:cxnLst/>
              <a:rect l="l" t="t" r="r" b="b"/>
              <a:pathLst>
                <a:path w="4631055" h="346075">
                  <a:moveTo>
                    <a:pt x="4630674" y="344423"/>
                  </a:moveTo>
                  <a:lnTo>
                    <a:pt x="4630674" y="1523"/>
                  </a:lnTo>
                  <a:lnTo>
                    <a:pt x="4629150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44424"/>
                  </a:lnTo>
                  <a:lnTo>
                    <a:pt x="1524" y="3459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4627626" y="3047"/>
                  </a:lnTo>
                  <a:lnTo>
                    <a:pt x="4627626" y="1523"/>
                  </a:lnTo>
                  <a:lnTo>
                    <a:pt x="4629150" y="3047"/>
                  </a:lnTo>
                  <a:lnTo>
                    <a:pt x="4629150" y="345947"/>
                  </a:lnTo>
                  <a:lnTo>
                    <a:pt x="4630674" y="344423"/>
                  </a:lnTo>
                  <a:close/>
                </a:path>
                <a:path w="4631055" h="3460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4631055" h="346075">
                  <a:moveTo>
                    <a:pt x="3048" y="3429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342900"/>
                  </a:lnTo>
                  <a:lnTo>
                    <a:pt x="3048" y="342900"/>
                  </a:lnTo>
                  <a:close/>
                </a:path>
                <a:path w="4631055" h="346075">
                  <a:moveTo>
                    <a:pt x="4629150" y="342899"/>
                  </a:moveTo>
                  <a:lnTo>
                    <a:pt x="1524" y="342900"/>
                  </a:lnTo>
                  <a:lnTo>
                    <a:pt x="3048" y="344424"/>
                  </a:lnTo>
                  <a:lnTo>
                    <a:pt x="3048" y="345948"/>
                  </a:lnTo>
                  <a:lnTo>
                    <a:pt x="4627626" y="345947"/>
                  </a:lnTo>
                  <a:lnTo>
                    <a:pt x="4627626" y="344423"/>
                  </a:lnTo>
                  <a:lnTo>
                    <a:pt x="4629150" y="342899"/>
                  </a:lnTo>
                  <a:close/>
                </a:path>
                <a:path w="4631055" h="346075">
                  <a:moveTo>
                    <a:pt x="3048" y="345948"/>
                  </a:moveTo>
                  <a:lnTo>
                    <a:pt x="3048" y="344424"/>
                  </a:lnTo>
                  <a:lnTo>
                    <a:pt x="1524" y="342900"/>
                  </a:lnTo>
                  <a:lnTo>
                    <a:pt x="1524" y="345948"/>
                  </a:lnTo>
                  <a:lnTo>
                    <a:pt x="3048" y="345948"/>
                  </a:lnTo>
                  <a:close/>
                </a:path>
                <a:path w="4631055" h="346075">
                  <a:moveTo>
                    <a:pt x="4629150" y="3047"/>
                  </a:moveTo>
                  <a:lnTo>
                    <a:pt x="4627626" y="1523"/>
                  </a:lnTo>
                  <a:lnTo>
                    <a:pt x="4627626" y="3047"/>
                  </a:lnTo>
                  <a:lnTo>
                    <a:pt x="4629150" y="3047"/>
                  </a:lnTo>
                  <a:close/>
                </a:path>
                <a:path w="4631055" h="346075">
                  <a:moveTo>
                    <a:pt x="4629150" y="342899"/>
                  </a:moveTo>
                  <a:lnTo>
                    <a:pt x="4629150" y="3047"/>
                  </a:lnTo>
                  <a:lnTo>
                    <a:pt x="4627626" y="3047"/>
                  </a:lnTo>
                  <a:lnTo>
                    <a:pt x="4627626" y="342899"/>
                  </a:lnTo>
                  <a:lnTo>
                    <a:pt x="4629150" y="342899"/>
                  </a:lnTo>
                  <a:close/>
                </a:path>
                <a:path w="4631055" h="346075">
                  <a:moveTo>
                    <a:pt x="4629150" y="345947"/>
                  </a:moveTo>
                  <a:lnTo>
                    <a:pt x="4629150" y="342899"/>
                  </a:lnTo>
                  <a:lnTo>
                    <a:pt x="4627626" y="344423"/>
                  </a:lnTo>
                  <a:lnTo>
                    <a:pt x="4627626" y="345947"/>
                  </a:lnTo>
                  <a:lnTo>
                    <a:pt x="4629150" y="3459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222754" y="1636776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342900" y="114299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342900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221229" y="1635252"/>
              <a:ext cx="346075" cy="231775"/>
            </a:xfrm>
            <a:custGeom>
              <a:avLst/>
              <a:gdLst/>
              <a:ahLst/>
              <a:cxnLst/>
              <a:rect l="l" t="t" r="r" b="b"/>
              <a:pathLst>
                <a:path w="346075" h="231775">
                  <a:moveTo>
                    <a:pt x="345948" y="117348"/>
                  </a:moveTo>
                  <a:lnTo>
                    <a:pt x="345948" y="1524"/>
                  </a:lnTo>
                  <a:lnTo>
                    <a:pt x="34442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1524" y="2316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342900" y="3048"/>
                  </a:lnTo>
                  <a:lnTo>
                    <a:pt x="342900" y="1524"/>
                  </a:lnTo>
                  <a:lnTo>
                    <a:pt x="344424" y="3048"/>
                  </a:lnTo>
                  <a:lnTo>
                    <a:pt x="344424" y="118872"/>
                  </a:lnTo>
                  <a:lnTo>
                    <a:pt x="345948" y="117348"/>
                  </a:lnTo>
                  <a:close/>
                </a:path>
                <a:path w="346075" h="2317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346075" h="231775">
                  <a:moveTo>
                    <a:pt x="3048" y="2286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28600"/>
                  </a:lnTo>
                  <a:lnTo>
                    <a:pt x="3048" y="228600"/>
                  </a:lnTo>
                  <a:close/>
                </a:path>
                <a:path w="346075" h="231775">
                  <a:moveTo>
                    <a:pt x="230124" y="228600"/>
                  </a:moveTo>
                  <a:lnTo>
                    <a:pt x="1524" y="228600"/>
                  </a:lnTo>
                  <a:lnTo>
                    <a:pt x="3048" y="230124"/>
                  </a:lnTo>
                  <a:lnTo>
                    <a:pt x="3048" y="231648"/>
                  </a:lnTo>
                  <a:lnTo>
                    <a:pt x="229362" y="231648"/>
                  </a:lnTo>
                  <a:lnTo>
                    <a:pt x="229362" y="229362"/>
                  </a:lnTo>
                  <a:lnTo>
                    <a:pt x="230124" y="228600"/>
                  </a:lnTo>
                  <a:close/>
                </a:path>
                <a:path w="346075" h="231775">
                  <a:moveTo>
                    <a:pt x="3048" y="231648"/>
                  </a:moveTo>
                  <a:lnTo>
                    <a:pt x="3048" y="230124"/>
                  </a:lnTo>
                  <a:lnTo>
                    <a:pt x="1524" y="228600"/>
                  </a:lnTo>
                  <a:lnTo>
                    <a:pt x="1524" y="231648"/>
                  </a:lnTo>
                  <a:lnTo>
                    <a:pt x="3048" y="231648"/>
                  </a:lnTo>
                  <a:close/>
                </a:path>
                <a:path w="346075" h="231775">
                  <a:moveTo>
                    <a:pt x="343662" y="119634"/>
                  </a:moveTo>
                  <a:lnTo>
                    <a:pt x="343662" y="115062"/>
                  </a:lnTo>
                  <a:lnTo>
                    <a:pt x="229362" y="229362"/>
                  </a:lnTo>
                  <a:lnTo>
                    <a:pt x="229362" y="231648"/>
                  </a:lnTo>
                  <a:lnTo>
                    <a:pt x="231648" y="231648"/>
                  </a:lnTo>
                  <a:lnTo>
                    <a:pt x="343662" y="119634"/>
                  </a:lnTo>
                  <a:close/>
                </a:path>
                <a:path w="346075" h="231775">
                  <a:moveTo>
                    <a:pt x="344424" y="3048"/>
                  </a:moveTo>
                  <a:lnTo>
                    <a:pt x="342900" y="1524"/>
                  </a:lnTo>
                  <a:lnTo>
                    <a:pt x="342900" y="3048"/>
                  </a:lnTo>
                  <a:lnTo>
                    <a:pt x="344424" y="3048"/>
                  </a:lnTo>
                  <a:close/>
                </a:path>
                <a:path w="346075" h="231775">
                  <a:moveTo>
                    <a:pt x="344424" y="118872"/>
                  </a:moveTo>
                  <a:lnTo>
                    <a:pt x="344424" y="3048"/>
                  </a:lnTo>
                  <a:lnTo>
                    <a:pt x="342900" y="3048"/>
                  </a:lnTo>
                  <a:lnTo>
                    <a:pt x="342900" y="115824"/>
                  </a:lnTo>
                  <a:lnTo>
                    <a:pt x="343662" y="115062"/>
                  </a:lnTo>
                  <a:lnTo>
                    <a:pt x="343662" y="119634"/>
                  </a:lnTo>
                  <a:lnTo>
                    <a:pt x="344424" y="118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2332482" y="1671319"/>
            <a:ext cx="1428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ref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845052" y="1748027"/>
            <a:ext cx="971550" cy="123189"/>
          </a:xfrm>
          <a:custGeom>
            <a:avLst/>
            <a:gdLst/>
            <a:ahLst/>
            <a:cxnLst/>
            <a:rect l="l" t="t" r="r" b="b"/>
            <a:pathLst>
              <a:path w="971550" h="123189">
                <a:moveTo>
                  <a:pt x="971550" y="122681"/>
                </a:moveTo>
                <a:lnTo>
                  <a:pt x="971550" y="0"/>
                </a:lnTo>
                <a:lnTo>
                  <a:pt x="0" y="0"/>
                </a:lnTo>
                <a:lnTo>
                  <a:pt x="0" y="122681"/>
                </a:lnTo>
                <a:lnTo>
                  <a:pt x="971550" y="1226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3847338" y="1728469"/>
            <a:ext cx="9861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StartVehicleBlackBox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184653" y="2707386"/>
            <a:ext cx="4632325" cy="346075"/>
            <a:chOff x="2184653" y="2707386"/>
            <a:chExt cx="4632325" cy="346075"/>
          </a:xfrm>
        </p:grpSpPr>
        <p:sp>
          <p:nvSpPr>
            <p:cNvPr id="45" name="object 45"/>
            <p:cNvSpPr/>
            <p:nvPr/>
          </p:nvSpPr>
          <p:spPr>
            <a:xfrm>
              <a:off x="2186177" y="2708910"/>
              <a:ext cx="4629150" cy="342900"/>
            </a:xfrm>
            <a:custGeom>
              <a:avLst/>
              <a:gdLst/>
              <a:ahLst/>
              <a:cxnLst/>
              <a:rect l="l" t="t" r="r" b="b"/>
              <a:pathLst>
                <a:path w="4629150" h="342900">
                  <a:moveTo>
                    <a:pt x="4629150" y="342900"/>
                  </a:moveTo>
                  <a:lnTo>
                    <a:pt x="462915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462915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184653" y="2707386"/>
              <a:ext cx="4632325" cy="346075"/>
            </a:xfrm>
            <a:custGeom>
              <a:avLst/>
              <a:gdLst/>
              <a:ahLst/>
              <a:cxnLst/>
              <a:rect l="l" t="t" r="r" b="b"/>
              <a:pathLst>
                <a:path w="4632325" h="346075">
                  <a:moveTo>
                    <a:pt x="4632198" y="344423"/>
                  </a:moveTo>
                  <a:lnTo>
                    <a:pt x="4632198" y="1523"/>
                  </a:lnTo>
                  <a:lnTo>
                    <a:pt x="4630674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44424"/>
                  </a:lnTo>
                  <a:lnTo>
                    <a:pt x="1524" y="3459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4629150" y="3047"/>
                  </a:lnTo>
                  <a:lnTo>
                    <a:pt x="4629150" y="1523"/>
                  </a:lnTo>
                  <a:lnTo>
                    <a:pt x="4630674" y="3047"/>
                  </a:lnTo>
                  <a:lnTo>
                    <a:pt x="4630674" y="345947"/>
                  </a:lnTo>
                  <a:lnTo>
                    <a:pt x="4632198" y="344423"/>
                  </a:lnTo>
                  <a:close/>
                </a:path>
                <a:path w="4632325" h="3460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4632325" h="346075">
                  <a:moveTo>
                    <a:pt x="3048" y="3429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342900"/>
                  </a:lnTo>
                  <a:lnTo>
                    <a:pt x="3048" y="342900"/>
                  </a:lnTo>
                  <a:close/>
                </a:path>
                <a:path w="4632325" h="346075">
                  <a:moveTo>
                    <a:pt x="4630674" y="342899"/>
                  </a:moveTo>
                  <a:lnTo>
                    <a:pt x="1524" y="342900"/>
                  </a:lnTo>
                  <a:lnTo>
                    <a:pt x="3048" y="344424"/>
                  </a:lnTo>
                  <a:lnTo>
                    <a:pt x="3048" y="345948"/>
                  </a:lnTo>
                  <a:lnTo>
                    <a:pt x="4629150" y="345947"/>
                  </a:lnTo>
                  <a:lnTo>
                    <a:pt x="4629150" y="344423"/>
                  </a:lnTo>
                  <a:lnTo>
                    <a:pt x="4630674" y="342899"/>
                  </a:lnTo>
                  <a:close/>
                </a:path>
                <a:path w="4632325" h="346075">
                  <a:moveTo>
                    <a:pt x="3048" y="345948"/>
                  </a:moveTo>
                  <a:lnTo>
                    <a:pt x="3048" y="344424"/>
                  </a:lnTo>
                  <a:lnTo>
                    <a:pt x="1524" y="342900"/>
                  </a:lnTo>
                  <a:lnTo>
                    <a:pt x="1524" y="345948"/>
                  </a:lnTo>
                  <a:lnTo>
                    <a:pt x="3048" y="345948"/>
                  </a:lnTo>
                  <a:close/>
                </a:path>
                <a:path w="4632325" h="346075">
                  <a:moveTo>
                    <a:pt x="4630674" y="3047"/>
                  </a:moveTo>
                  <a:lnTo>
                    <a:pt x="4629150" y="1523"/>
                  </a:lnTo>
                  <a:lnTo>
                    <a:pt x="4629150" y="3047"/>
                  </a:lnTo>
                  <a:lnTo>
                    <a:pt x="4630674" y="3047"/>
                  </a:lnTo>
                  <a:close/>
                </a:path>
                <a:path w="4632325" h="346075">
                  <a:moveTo>
                    <a:pt x="4630674" y="342899"/>
                  </a:moveTo>
                  <a:lnTo>
                    <a:pt x="4630674" y="3047"/>
                  </a:lnTo>
                  <a:lnTo>
                    <a:pt x="4629150" y="3047"/>
                  </a:lnTo>
                  <a:lnTo>
                    <a:pt x="4629150" y="342899"/>
                  </a:lnTo>
                  <a:lnTo>
                    <a:pt x="4630674" y="342899"/>
                  </a:lnTo>
                  <a:close/>
                </a:path>
                <a:path w="4632325" h="346075">
                  <a:moveTo>
                    <a:pt x="4630674" y="345947"/>
                  </a:moveTo>
                  <a:lnTo>
                    <a:pt x="4630674" y="342899"/>
                  </a:lnTo>
                  <a:lnTo>
                    <a:pt x="4629150" y="344423"/>
                  </a:lnTo>
                  <a:lnTo>
                    <a:pt x="4629150" y="345947"/>
                  </a:lnTo>
                  <a:lnTo>
                    <a:pt x="4630674" y="3459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186177" y="2708910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342900" y="114299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342900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184653" y="2707386"/>
              <a:ext cx="346075" cy="231775"/>
            </a:xfrm>
            <a:custGeom>
              <a:avLst/>
              <a:gdLst/>
              <a:ahLst/>
              <a:cxnLst/>
              <a:rect l="l" t="t" r="r" b="b"/>
              <a:pathLst>
                <a:path w="346075" h="231775">
                  <a:moveTo>
                    <a:pt x="345948" y="116586"/>
                  </a:moveTo>
                  <a:lnTo>
                    <a:pt x="345948" y="1524"/>
                  </a:lnTo>
                  <a:lnTo>
                    <a:pt x="34442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1524" y="2316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342900" y="3048"/>
                  </a:lnTo>
                  <a:lnTo>
                    <a:pt x="342900" y="1524"/>
                  </a:lnTo>
                  <a:lnTo>
                    <a:pt x="344424" y="3048"/>
                  </a:lnTo>
                  <a:lnTo>
                    <a:pt x="344424" y="118110"/>
                  </a:lnTo>
                  <a:lnTo>
                    <a:pt x="345948" y="116586"/>
                  </a:lnTo>
                  <a:close/>
                </a:path>
                <a:path w="346075" h="2317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346075" h="231775">
                  <a:moveTo>
                    <a:pt x="3048" y="2286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28600"/>
                  </a:lnTo>
                  <a:lnTo>
                    <a:pt x="3048" y="228600"/>
                  </a:lnTo>
                  <a:close/>
                </a:path>
                <a:path w="346075" h="231775">
                  <a:moveTo>
                    <a:pt x="230124" y="231648"/>
                  </a:moveTo>
                  <a:lnTo>
                    <a:pt x="230124" y="228600"/>
                  </a:lnTo>
                  <a:lnTo>
                    <a:pt x="1524" y="228600"/>
                  </a:lnTo>
                  <a:lnTo>
                    <a:pt x="3048" y="230124"/>
                  </a:lnTo>
                  <a:lnTo>
                    <a:pt x="3048" y="231648"/>
                  </a:lnTo>
                  <a:lnTo>
                    <a:pt x="230124" y="231648"/>
                  </a:lnTo>
                  <a:close/>
                </a:path>
                <a:path w="346075" h="231775">
                  <a:moveTo>
                    <a:pt x="3048" y="231648"/>
                  </a:moveTo>
                  <a:lnTo>
                    <a:pt x="3048" y="230124"/>
                  </a:lnTo>
                  <a:lnTo>
                    <a:pt x="1524" y="228600"/>
                  </a:lnTo>
                  <a:lnTo>
                    <a:pt x="1524" y="231648"/>
                  </a:lnTo>
                  <a:lnTo>
                    <a:pt x="3048" y="231648"/>
                  </a:lnTo>
                  <a:close/>
                </a:path>
                <a:path w="346075" h="231775">
                  <a:moveTo>
                    <a:pt x="343662" y="114300"/>
                  </a:moveTo>
                  <a:lnTo>
                    <a:pt x="229362" y="228600"/>
                  </a:lnTo>
                  <a:lnTo>
                    <a:pt x="230124" y="228600"/>
                  </a:lnTo>
                  <a:lnTo>
                    <a:pt x="230124" y="231648"/>
                  </a:lnTo>
                  <a:lnTo>
                    <a:pt x="231648" y="230886"/>
                  </a:lnTo>
                  <a:lnTo>
                    <a:pt x="342900" y="119634"/>
                  </a:lnTo>
                  <a:lnTo>
                    <a:pt x="342900" y="115824"/>
                  </a:lnTo>
                  <a:lnTo>
                    <a:pt x="343662" y="114300"/>
                  </a:lnTo>
                  <a:close/>
                </a:path>
                <a:path w="346075" h="231775">
                  <a:moveTo>
                    <a:pt x="344424" y="3048"/>
                  </a:moveTo>
                  <a:lnTo>
                    <a:pt x="342900" y="1524"/>
                  </a:lnTo>
                  <a:lnTo>
                    <a:pt x="342900" y="3048"/>
                  </a:lnTo>
                  <a:lnTo>
                    <a:pt x="344424" y="3048"/>
                  </a:lnTo>
                  <a:close/>
                </a:path>
                <a:path w="346075" h="231775">
                  <a:moveTo>
                    <a:pt x="344424" y="118110"/>
                  </a:moveTo>
                  <a:lnTo>
                    <a:pt x="344424" y="3048"/>
                  </a:lnTo>
                  <a:lnTo>
                    <a:pt x="342900" y="3048"/>
                  </a:lnTo>
                  <a:lnTo>
                    <a:pt x="342900" y="115062"/>
                  </a:lnTo>
                  <a:lnTo>
                    <a:pt x="343662" y="114300"/>
                  </a:lnTo>
                  <a:lnTo>
                    <a:pt x="343662" y="118872"/>
                  </a:lnTo>
                  <a:lnTo>
                    <a:pt x="344424" y="118110"/>
                  </a:lnTo>
                  <a:close/>
                </a:path>
                <a:path w="346075" h="231775">
                  <a:moveTo>
                    <a:pt x="343662" y="118872"/>
                  </a:moveTo>
                  <a:lnTo>
                    <a:pt x="343662" y="114300"/>
                  </a:lnTo>
                  <a:lnTo>
                    <a:pt x="342900" y="115824"/>
                  </a:lnTo>
                  <a:lnTo>
                    <a:pt x="342900" y="119634"/>
                  </a:lnTo>
                  <a:lnTo>
                    <a:pt x="343662" y="118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2294382" y="2748025"/>
            <a:ext cx="1428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ref</a:t>
            </a:r>
            <a:endParaRPr sz="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213859" y="2819400"/>
            <a:ext cx="163195" cy="123189"/>
          </a:xfrm>
          <a:custGeom>
            <a:avLst/>
            <a:gdLst/>
            <a:ahLst/>
            <a:cxnLst/>
            <a:rect l="l" t="t" r="r" b="b"/>
            <a:pathLst>
              <a:path w="163195" h="123189">
                <a:moveTo>
                  <a:pt x="163067" y="122682"/>
                </a:moveTo>
                <a:lnTo>
                  <a:pt x="163067" y="0"/>
                </a:lnTo>
                <a:lnTo>
                  <a:pt x="0" y="0"/>
                </a:lnTo>
                <a:lnTo>
                  <a:pt x="0" y="122682"/>
                </a:lnTo>
                <a:lnTo>
                  <a:pt x="163067" y="1226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218432" y="2805175"/>
            <a:ext cx="1771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Idle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184653" y="3336035"/>
            <a:ext cx="4632325" cy="346075"/>
            <a:chOff x="2184653" y="3336035"/>
            <a:chExt cx="4632325" cy="346075"/>
          </a:xfrm>
        </p:grpSpPr>
        <p:sp>
          <p:nvSpPr>
            <p:cNvPr id="53" name="object 53"/>
            <p:cNvSpPr/>
            <p:nvPr/>
          </p:nvSpPr>
          <p:spPr>
            <a:xfrm>
              <a:off x="2186177" y="3337559"/>
              <a:ext cx="4629150" cy="342900"/>
            </a:xfrm>
            <a:custGeom>
              <a:avLst/>
              <a:gdLst/>
              <a:ahLst/>
              <a:cxnLst/>
              <a:rect l="l" t="t" r="r" b="b"/>
              <a:pathLst>
                <a:path w="4629150" h="342900">
                  <a:moveTo>
                    <a:pt x="4629150" y="342900"/>
                  </a:moveTo>
                  <a:lnTo>
                    <a:pt x="462915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462915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184653" y="3336035"/>
              <a:ext cx="4632325" cy="346075"/>
            </a:xfrm>
            <a:custGeom>
              <a:avLst/>
              <a:gdLst/>
              <a:ahLst/>
              <a:cxnLst/>
              <a:rect l="l" t="t" r="r" b="b"/>
              <a:pathLst>
                <a:path w="4632325" h="346075">
                  <a:moveTo>
                    <a:pt x="4632198" y="344423"/>
                  </a:moveTo>
                  <a:lnTo>
                    <a:pt x="4632198" y="1523"/>
                  </a:lnTo>
                  <a:lnTo>
                    <a:pt x="4630674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44424"/>
                  </a:lnTo>
                  <a:lnTo>
                    <a:pt x="1524" y="3459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4629150" y="3047"/>
                  </a:lnTo>
                  <a:lnTo>
                    <a:pt x="4629150" y="1523"/>
                  </a:lnTo>
                  <a:lnTo>
                    <a:pt x="4630674" y="3047"/>
                  </a:lnTo>
                  <a:lnTo>
                    <a:pt x="4630674" y="345947"/>
                  </a:lnTo>
                  <a:lnTo>
                    <a:pt x="4632198" y="344423"/>
                  </a:lnTo>
                  <a:close/>
                </a:path>
                <a:path w="4632325" h="3460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4632325" h="346075">
                  <a:moveTo>
                    <a:pt x="3048" y="3429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342900"/>
                  </a:lnTo>
                  <a:lnTo>
                    <a:pt x="3048" y="342900"/>
                  </a:lnTo>
                  <a:close/>
                </a:path>
                <a:path w="4632325" h="346075">
                  <a:moveTo>
                    <a:pt x="4630674" y="342899"/>
                  </a:moveTo>
                  <a:lnTo>
                    <a:pt x="1524" y="342900"/>
                  </a:lnTo>
                  <a:lnTo>
                    <a:pt x="3048" y="344424"/>
                  </a:lnTo>
                  <a:lnTo>
                    <a:pt x="3048" y="345948"/>
                  </a:lnTo>
                  <a:lnTo>
                    <a:pt x="4629150" y="345947"/>
                  </a:lnTo>
                  <a:lnTo>
                    <a:pt x="4629150" y="344423"/>
                  </a:lnTo>
                  <a:lnTo>
                    <a:pt x="4630674" y="342899"/>
                  </a:lnTo>
                  <a:close/>
                </a:path>
                <a:path w="4632325" h="346075">
                  <a:moveTo>
                    <a:pt x="3048" y="345948"/>
                  </a:moveTo>
                  <a:lnTo>
                    <a:pt x="3048" y="344424"/>
                  </a:lnTo>
                  <a:lnTo>
                    <a:pt x="1524" y="342900"/>
                  </a:lnTo>
                  <a:lnTo>
                    <a:pt x="1524" y="345948"/>
                  </a:lnTo>
                  <a:lnTo>
                    <a:pt x="3048" y="345948"/>
                  </a:lnTo>
                  <a:close/>
                </a:path>
                <a:path w="4632325" h="346075">
                  <a:moveTo>
                    <a:pt x="4630674" y="3047"/>
                  </a:moveTo>
                  <a:lnTo>
                    <a:pt x="4629150" y="1523"/>
                  </a:lnTo>
                  <a:lnTo>
                    <a:pt x="4629150" y="3047"/>
                  </a:lnTo>
                  <a:lnTo>
                    <a:pt x="4630674" y="3047"/>
                  </a:lnTo>
                  <a:close/>
                </a:path>
                <a:path w="4632325" h="346075">
                  <a:moveTo>
                    <a:pt x="4630674" y="342899"/>
                  </a:moveTo>
                  <a:lnTo>
                    <a:pt x="4630674" y="3047"/>
                  </a:lnTo>
                  <a:lnTo>
                    <a:pt x="4629150" y="3047"/>
                  </a:lnTo>
                  <a:lnTo>
                    <a:pt x="4629150" y="342899"/>
                  </a:lnTo>
                  <a:lnTo>
                    <a:pt x="4630674" y="342899"/>
                  </a:lnTo>
                  <a:close/>
                </a:path>
                <a:path w="4632325" h="346075">
                  <a:moveTo>
                    <a:pt x="4630674" y="345947"/>
                  </a:moveTo>
                  <a:lnTo>
                    <a:pt x="4630674" y="342899"/>
                  </a:lnTo>
                  <a:lnTo>
                    <a:pt x="4629150" y="344423"/>
                  </a:lnTo>
                  <a:lnTo>
                    <a:pt x="4629150" y="345947"/>
                  </a:lnTo>
                  <a:lnTo>
                    <a:pt x="4630674" y="3459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86177" y="3337559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342900" y="114299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342900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184653" y="3336035"/>
              <a:ext cx="346075" cy="231775"/>
            </a:xfrm>
            <a:custGeom>
              <a:avLst/>
              <a:gdLst/>
              <a:ahLst/>
              <a:cxnLst/>
              <a:rect l="l" t="t" r="r" b="b"/>
              <a:pathLst>
                <a:path w="346075" h="231775">
                  <a:moveTo>
                    <a:pt x="345948" y="116586"/>
                  </a:moveTo>
                  <a:lnTo>
                    <a:pt x="345948" y="1524"/>
                  </a:lnTo>
                  <a:lnTo>
                    <a:pt x="34442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1524" y="2316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342900" y="3048"/>
                  </a:lnTo>
                  <a:lnTo>
                    <a:pt x="342900" y="1524"/>
                  </a:lnTo>
                  <a:lnTo>
                    <a:pt x="344424" y="3048"/>
                  </a:lnTo>
                  <a:lnTo>
                    <a:pt x="344424" y="118110"/>
                  </a:lnTo>
                  <a:lnTo>
                    <a:pt x="345948" y="116586"/>
                  </a:lnTo>
                  <a:close/>
                </a:path>
                <a:path w="346075" h="2317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346075" h="231775">
                  <a:moveTo>
                    <a:pt x="3048" y="2286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28600"/>
                  </a:lnTo>
                  <a:lnTo>
                    <a:pt x="3048" y="228600"/>
                  </a:lnTo>
                  <a:close/>
                </a:path>
                <a:path w="346075" h="231775">
                  <a:moveTo>
                    <a:pt x="230124" y="231648"/>
                  </a:moveTo>
                  <a:lnTo>
                    <a:pt x="230124" y="228600"/>
                  </a:lnTo>
                  <a:lnTo>
                    <a:pt x="1524" y="228600"/>
                  </a:lnTo>
                  <a:lnTo>
                    <a:pt x="3048" y="230124"/>
                  </a:lnTo>
                  <a:lnTo>
                    <a:pt x="3048" y="231648"/>
                  </a:lnTo>
                  <a:lnTo>
                    <a:pt x="230124" y="231648"/>
                  </a:lnTo>
                  <a:close/>
                </a:path>
                <a:path w="346075" h="231775">
                  <a:moveTo>
                    <a:pt x="3048" y="231648"/>
                  </a:moveTo>
                  <a:lnTo>
                    <a:pt x="3048" y="230124"/>
                  </a:lnTo>
                  <a:lnTo>
                    <a:pt x="1524" y="228600"/>
                  </a:lnTo>
                  <a:lnTo>
                    <a:pt x="1524" y="231648"/>
                  </a:lnTo>
                  <a:lnTo>
                    <a:pt x="3048" y="231648"/>
                  </a:lnTo>
                  <a:close/>
                </a:path>
                <a:path w="346075" h="231775">
                  <a:moveTo>
                    <a:pt x="343662" y="114300"/>
                  </a:moveTo>
                  <a:lnTo>
                    <a:pt x="229362" y="228600"/>
                  </a:lnTo>
                  <a:lnTo>
                    <a:pt x="230124" y="228600"/>
                  </a:lnTo>
                  <a:lnTo>
                    <a:pt x="230124" y="231648"/>
                  </a:lnTo>
                  <a:lnTo>
                    <a:pt x="231648" y="230886"/>
                  </a:lnTo>
                  <a:lnTo>
                    <a:pt x="342900" y="119634"/>
                  </a:lnTo>
                  <a:lnTo>
                    <a:pt x="342900" y="115824"/>
                  </a:lnTo>
                  <a:lnTo>
                    <a:pt x="343662" y="114300"/>
                  </a:lnTo>
                  <a:close/>
                </a:path>
                <a:path w="346075" h="231775">
                  <a:moveTo>
                    <a:pt x="344424" y="3048"/>
                  </a:moveTo>
                  <a:lnTo>
                    <a:pt x="342900" y="1524"/>
                  </a:lnTo>
                  <a:lnTo>
                    <a:pt x="342900" y="3048"/>
                  </a:lnTo>
                  <a:lnTo>
                    <a:pt x="344424" y="3048"/>
                  </a:lnTo>
                  <a:close/>
                </a:path>
                <a:path w="346075" h="231775">
                  <a:moveTo>
                    <a:pt x="344424" y="118110"/>
                  </a:moveTo>
                  <a:lnTo>
                    <a:pt x="344424" y="3048"/>
                  </a:lnTo>
                  <a:lnTo>
                    <a:pt x="342900" y="3048"/>
                  </a:lnTo>
                  <a:lnTo>
                    <a:pt x="342900" y="115062"/>
                  </a:lnTo>
                  <a:lnTo>
                    <a:pt x="343662" y="114300"/>
                  </a:lnTo>
                  <a:lnTo>
                    <a:pt x="343662" y="118872"/>
                  </a:lnTo>
                  <a:lnTo>
                    <a:pt x="344424" y="118110"/>
                  </a:lnTo>
                  <a:close/>
                </a:path>
                <a:path w="346075" h="231775">
                  <a:moveTo>
                    <a:pt x="343662" y="118872"/>
                  </a:moveTo>
                  <a:lnTo>
                    <a:pt x="343662" y="114300"/>
                  </a:lnTo>
                  <a:lnTo>
                    <a:pt x="342900" y="115824"/>
                  </a:lnTo>
                  <a:lnTo>
                    <a:pt x="342900" y="119634"/>
                  </a:lnTo>
                  <a:lnTo>
                    <a:pt x="343662" y="118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2294382" y="3376675"/>
            <a:ext cx="1428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ref</a:t>
            </a:r>
            <a:endParaRPr sz="8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894582" y="3448050"/>
            <a:ext cx="802005" cy="123189"/>
          </a:xfrm>
          <a:custGeom>
            <a:avLst/>
            <a:gdLst/>
            <a:ahLst/>
            <a:cxnLst/>
            <a:rect l="l" t="t" r="r" b="b"/>
            <a:pathLst>
              <a:path w="802004" h="123189">
                <a:moveTo>
                  <a:pt x="801624" y="122682"/>
                </a:moveTo>
                <a:lnTo>
                  <a:pt x="801624" y="0"/>
                </a:lnTo>
                <a:lnTo>
                  <a:pt x="0" y="0"/>
                </a:lnTo>
                <a:lnTo>
                  <a:pt x="0" y="122682"/>
                </a:lnTo>
                <a:lnTo>
                  <a:pt x="801624" y="1226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3904488" y="3433825"/>
            <a:ext cx="8108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Accelerate/Cruise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184653" y="3992879"/>
            <a:ext cx="4632325" cy="346075"/>
            <a:chOff x="2184653" y="3992879"/>
            <a:chExt cx="4632325" cy="346075"/>
          </a:xfrm>
        </p:grpSpPr>
        <p:sp>
          <p:nvSpPr>
            <p:cNvPr id="61" name="object 61"/>
            <p:cNvSpPr/>
            <p:nvPr/>
          </p:nvSpPr>
          <p:spPr>
            <a:xfrm>
              <a:off x="2186177" y="3994403"/>
              <a:ext cx="4629150" cy="342900"/>
            </a:xfrm>
            <a:custGeom>
              <a:avLst/>
              <a:gdLst/>
              <a:ahLst/>
              <a:cxnLst/>
              <a:rect l="l" t="t" r="r" b="b"/>
              <a:pathLst>
                <a:path w="4629150" h="342900">
                  <a:moveTo>
                    <a:pt x="4629150" y="342900"/>
                  </a:moveTo>
                  <a:lnTo>
                    <a:pt x="462915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462915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184653" y="3992879"/>
              <a:ext cx="4632325" cy="346075"/>
            </a:xfrm>
            <a:custGeom>
              <a:avLst/>
              <a:gdLst/>
              <a:ahLst/>
              <a:cxnLst/>
              <a:rect l="l" t="t" r="r" b="b"/>
              <a:pathLst>
                <a:path w="4632325" h="346075">
                  <a:moveTo>
                    <a:pt x="4632198" y="344423"/>
                  </a:moveTo>
                  <a:lnTo>
                    <a:pt x="4632198" y="1523"/>
                  </a:lnTo>
                  <a:lnTo>
                    <a:pt x="4630674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44424"/>
                  </a:lnTo>
                  <a:lnTo>
                    <a:pt x="1524" y="3459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4629150" y="3047"/>
                  </a:lnTo>
                  <a:lnTo>
                    <a:pt x="4629150" y="1523"/>
                  </a:lnTo>
                  <a:lnTo>
                    <a:pt x="4630674" y="3047"/>
                  </a:lnTo>
                  <a:lnTo>
                    <a:pt x="4630674" y="345947"/>
                  </a:lnTo>
                  <a:lnTo>
                    <a:pt x="4632198" y="344423"/>
                  </a:lnTo>
                  <a:close/>
                </a:path>
                <a:path w="4632325" h="3460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4632325" h="346075">
                  <a:moveTo>
                    <a:pt x="3048" y="3429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342900"/>
                  </a:lnTo>
                  <a:lnTo>
                    <a:pt x="3048" y="342900"/>
                  </a:lnTo>
                  <a:close/>
                </a:path>
                <a:path w="4632325" h="346075">
                  <a:moveTo>
                    <a:pt x="4630674" y="342899"/>
                  </a:moveTo>
                  <a:lnTo>
                    <a:pt x="1524" y="342900"/>
                  </a:lnTo>
                  <a:lnTo>
                    <a:pt x="3048" y="344424"/>
                  </a:lnTo>
                  <a:lnTo>
                    <a:pt x="3048" y="345948"/>
                  </a:lnTo>
                  <a:lnTo>
                    <a:pt x="4629150" y="345947"/>
                  </a:lnTo>
                  <a:lnTo>
                    <a:pt x="4629150" y="344423"/>
                  </a:lnTo>
                  <a:lnTo>
                    <a:pt x="4630674" y="342899"/>
                  </a:lnTo>
                  <a:close/>
                </a:path>
                <a:path w="4632325" h="346075">
                  <a:moveTo>
                    <a:pt x="3048" y="345948"/>
                  </a:moveTo>
                  <a:lnTo>
                    <a:pt x="3048" y="344424"/>
                  </a:lnTo>
                  <a:lnTo>
                    <a:pt x="1524" y="342900"/>
                  </a:lnTo>
                  <a:lnTo>
                    <a:pt x="1524" y="345948"/>
                  </a:lnTo>
                  <a:lnTo>
                    <a:pt x="3048" y="345948"/>
                  </a:lnTo>
                  <a:close/>
                </a:path>
                <a:path w="4632325" h="346075">
                  <a:moveTo>
                    <a:pt x="4630674" y="3047"/>
                  </a:moveTo>
                  <a:lnTo>
                    <a:pt x="4629150" y="1523"/>
                  </a:lnTo>
                  <a:lnTo>
                    <a:pt x="4629150" y="3047"/>
                  </a:lnTo>
                  <a:lnTo>
                    <a:pt x="4630674" y="3047"/>
                  </a:lnTo>
                  <a:close/>
                </a:path>
                <a:path w="4632325" h="346075">
                  <a:moveTo>
                    <a:pt x="4630674" y="342899"/>
                  </a:moveTo>
                  <a:lnTo>
                    <a:pt x="4630674" y="3047"/>
                  </a:lnTo>
                  <a:lnTo>
                    <a:pt x="4629150" y="3047"/>
                  </a:lnTo>
                  <a:lnTo>
                    <a:pt x="4629150" y="342899"/>
                  </a:lnTo>
                  <a:lnTo>
                    <a:pt x="4630674" y="342899"/>
                  </a:lnTo>
                  <a:close/>
                </a:path>
                <a:path w="4632325" h="346075">
                  <a:moveTo>
                    <a:pt x="4630674" y="345947"/>
                  </a:moveTo>
                  <a:lnTo>
                    <a:pt x="4630674" y="342899"/>
                  </a:lnTo>
                  <a:lnTo>
                    <a:pt x="4629150" y="344423"/>
                  </a:lnTo>
                  <a:lnTo>
                    <a:pt x="4629150" y="345947"/>
                  </a:lnTo>
                  <a:lnTo>
                    <a:pt x="4630674" y="3459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186177" y="3994403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342900" y="114299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342900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184653" y="3992879"/>
              <a:ext cx="346075" cy="231775"/>
            </a:xfrm>
            <a:custGeom>
              <a:avLst/>
              <a:gdLst/>
              <a:ahLst/>
              <a:cxnLst/>
              <a:rect l="l" t="t" r="r" b="b"/>
              <a:pathLst>
                <a:path w="346075" h="231775">
                  <a:moveTo>
                    <a:pt x="345948" y="117348"/>
                  </a:moveTo>
                  <a:lnTo>
                    <a:pt x="345948" y="1524"/>
                  </a:lnTo>
                  <a:lnTo>
                    <a:pt x="34442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1524" y="2316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342900" y="3048"/>
                  </a:lnTo>
                  <a:lnTo>
                    <a:pt x="342900" y="1524"/>
                  </a:lnTo>
                  <a:lnTo>
                    <a:pt x="344424" y="3048"/>
                  </a:lnTo>
                  <a:lnTo>
                    <a:pt x="344424" y="118872"/>
                  </a:lnTo>
                  <a:lnTo>
                    <a:pt x="345948" y="117348"/>
                  </a:lnTo>
                  <a:close/>
                </a:path>
                <a:path w="346075" h="2317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346075" h="231775">
                  <a:moveTo>
                    <a:pt x="3048" y="2286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28600"/>
                  </a:lnTo>
                  <a:lnTo>
                    <a:pt x="3048" y="228600"/>
                  </a:lnTo>
                  <a:close/>
                </a:path>
                <a:path w="346075" h="231775">
                  <a:moveTo>
                    <a:pt x="230124" y="228600"/>
                  </a:moveTo>
                  <a:lnTo>
                    <a:pt x="1524" y="228600"/>
                  </a:lnTo>
                  <a:lnTo>
                    <a:pt x="3048" y="230124"/>
                  </a:lnTo>
                  <a:lnTo>
                    <a:pt x="3048" y="231648"/>
                  </a:lnTo>
                  <a:lnTo>
                    <a:pt x="229362" y="231648"/>
                  </a:lnTo>
                  <a:lnTo>
                    <a:pt x="229362" y="229362"/>
                  </a:lnTo>
                  <a:lnTo>
                    <a:pt x="230124" y="228600"/>
                  </a:lnTo>
                  <a:close/>
                </a:path>
                <a:path w="346075" h="231775">
                  <a:moveTo>
                    <a:pt x="3048" y="231648"/>
                  </a:moveTo>
                  <a:lnTo>
                    <a:pt x="3048" y="230124"/>
                  </a:lnTo>
                  <a:lnTo>
                    <a:pt x="1524" y="228600"/>
                  </a:lnTo>
                  <a:lnTo>
                    <a:pt x="1524" y="231648"/>
                  </a:lnTo>
                  <a:lnTo>
                    <a:pt x="3048" y="231648"/>
                  </a:lnTo>
                  <a:close/>
                </a:path>
                <a:path w="346075" h="231775">
                  <a:moveTo>
                    <a:pt x="343662" y="119634"/>
                  </a:moveTo>
                  <a:lnTo>
                    <a:pt x="343662" y="115062"/>
                  </a:lnTo>
                  <a:lnTo>
                    <a:pt x="229362" y="229362"/>
                  </a:lnTo>
                  <a:lnTo>
                    <a:pt x="229362" y="231648"/>
                  </a:lnTo>
                  <a:lnTo>
                    <a:pt x="231648" y="231648"/>
                  </a:lnTo>
                  <a:lnTo>
                    <a:pt x="343662" y="119634"/>
                  </a:lnTo>
                  <a:close/>
                </a:path>
                <a:path w="346075" h="231775">
                  <a:moveTo>
                    <a:pt x="344424" y="3048"/>
                  </a:moveTo>
                  <a:lnTo>
                    <a:pt x="342900" y="1524"/>
                  </a:lnTo>
                  <a:lnTo>
                    <a:pt x="342900" y="3048"/>
                  </a:lnTo>
                  <a:lnTo>
                    <a:pt x="344424" y="3048"/>
                  </a:lnTo>
                  <a:close/>
                </a:path>
                <a:path w="346075" h="231775">
                  <a:moveTo>
                    <a:pt x="344424" y="118872"/>
                  </a:moveTo>
                  <a:lnTo>
                    <a:pt x="344424" y="3048"/>
                  </a:lnTo>
                  <a:lnTo>
                    <a:pt x="342900" y="3048"/>
                  </a:lnTo>
                  <a:lnTo>
                    <a:pt x="342900" y="115824"/>
                  </a:lnTo>
                  <a:lnTo>
                    <a:pt x="343662" y="115062"/>
                  </a:lnTo>
                  <a:lnTo>
                    <a:pt x="343662" y="119634"/>
                  </a:lnTo>
                  <a:lnTo>
                    <a:pt x="344424" y="118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2294382" y="4033520"/>
            <a:ext cx="1428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ref</a:t>
            </a:r>
            <a:endParaRPr sz="8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162805" y="4105655"/>
            <a:ext cx="266700" cy="121920"/>
          </a:xfrm>
          <a:custGeom>
            <a:avLst/>
            <a:gdLst/>
            <a:ahLst/>
            <a:cxnLst/>
            <a:rect l="l" t="t" r="r" b="b"/>
            <a:pathLst>
              <a:path w="266700" h="121920">
                <a:moveTo>
                  <a:pt x="266700" y="121920"/>
                </a:moveTo>
                <a:lnTo>
                  <a:pt x="266700" y="0"/>
                </a:lnTo>
                <a:lnTo>
                  <a:pt x="0" y="0"/>
                </a:lnTo>
                <a:lnTo>
                  <a:pt x="0" y="121920"/>
                </a:lnTo>
                <a:lnTo>
                  <a:pt x="266700" y="1219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4171188" y="4090670"/>
            <a:ext cx="2781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Brake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221229" y="4650485"/>
            <a:ext cx="4631055" cy="346075"/>
            <a:chOff x="2221229" y="4650485"/>
            <a:chExt cx="4631055" cy="346075"/>
          </a:xfrm>
        </p:grpSpPr>
        <p:sp>
          <p:nvSpPr>
            <p:cNvPr id="69" name="object 69"/>
            <p:cNvSpPr/>
            <p:nvPr/>
          </p:nvSpPr>
          <p:spPr>
            <a:xfrm>
              <a:off x="2222753" y="4652009"/>
              <a:ext cx="4627880" cy="342900"/>
            </a:xfrm>
            <a:custGeom>
              <a:avLst/>
              <a:gdLst/>
              <a:ahLst/>
              <a:cxnLst/>
              <a:rect l="l" t="t" r="r" b="b"/>
              <a:pathLst>
                <a:path w="4627880" h="342900">
                  <a:moveTo>
                    <a:pt x="4627625" y="342900"/>
                  </a:moveTo>
                  <a:lnTo>
                    <a:pt x="4627625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4627625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221229" y="4650485"/>
              <a:ext cx="4631055" cy="346075"/>
            </a:xfrm>
            <a:custGeom>
              <a:avLst/>
              <a:gdLst/>
              <a:ahLst/>
              <a:cxnLst/>
              <a:rect l="l" t="t" r="r" b="b"/>
              <a:pathLst>
                <a:path w="4631055" h="346075">
                  <a:moveTo>
                    <a:pt x="4630674" y="344423"/>
                  </a:moveTo>
                  <a:lnTo>
                    <a:pt x="4630674" y="1523"/>
                  </a:lnTo>
                  <a:lnTo>
                    <a:pt x="4629150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44424"/>
                  </a:lnTo>
                  <a:lnTo>
                    <a:pt x="1524" y="3459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4627626" y="3047"/>
                  </a:lnTo>
                  <a:lnTo>
                    <a:pt x="4627626" y="1523"/>
                  </a:lnTo>
                  <a:lnTo>
                    <a:pt x="4629150" y="3047"/>
                  </a:lnTo>
                  <a:lnTo>
                    <a:pt x="4629150" y="345947"/>
                  </a:lnTo>
                  <a:lnTo>
                    <a:pt x="4630674" y="344423"/>
                  </a:lnTo>
                  <a:close/>
                </a:path>
                <a:path w="4631055" h="3460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4631055" h="346075">
                  <a:moveTo>
                    <a:pt x="3048" y="3429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342900"/>
                  </a:lnTo>
                  <a:lnTo>
                    <a:pt x="3048" y="342900"/>
                  </a:lnTo>
                  <a:close/>
                </a:path>
                <a:path w="4631055" h="346075">
                  <a:moveTo>
                    <a:pt x="4629150" y="342899"/>
                  </a:moveTo>
                  <a:lnTo>
                    <a:pt x="1524" y="342900"/>
                  </a:lnTo>
                  <a:lnTo>
                    <a:pt x="3048" y="344424"/>
                  </a:lnTo>
                  <a:lnTo>
                    <a:pt x="3048" y="345948"/>
                  </a:lnTo>
                  <a:lnTo>
                    <a:pt x="4627626" y="345947"/>
                  </a:lnTo>
                  <a:lnTo>
                    <a:pt x="4627626" y="344423"/>
                  </a:lnTo>
                  <a:lnTo>
                    <a:pt x="4629150" y="342899"/>
                  </a:lnTo>
                  <a:close/>
                </a:path>
                <a:path w="4631055" h="346075">
                  <a:moveTo>
                    <a:pt x="3048" y="345948"/>
                  </a:moveTo>
                  <a:lnTo>
                    <a:pt x="3048" y="344424"/>
                  </a:lnTo>
                  <a:lnTo>
                    <a:pt x="1524" y="342900"/>
                  </a:lnTo>
                  <a:lnTo>
                    <a:pt x="1524" y="345948"/>
                  </a:lnTo>
                  <a:lnTo>
                    <a:pt x="3048" y="345948"/>
                  </a:lnTo>
                  <a:close/>
                </a:path>
                <a:path w="4631055" h="346075">
                  <a:moveTo>
                    <a:pt x="4629150" y="3047"/>
                  </a:moveTo>
                  <a:lnTo>
                    <a:pt x="4627626" y="1523"/>
                  </a:lnTo>
                  <a:lnTo>
                    <a:pt x="4627626" y="3047"/>
                  </a:lnTo>
                  <a:lnTo>
                    <a:pt x="4629150" y="3047"/>
                  </a:lnTo>
                  <a:close/>
                </a:path>
                <a:path w="4631055" h="346075">
                  <a:moveTo>
                    <a:pt x="4629150" y="342899"/>
                  </a:moveTo>
                  <a:lnTo>
                    <a:pt x="4629150" y="3047"/>
                  </a:lnTo>
                  <a:lnTo>
                    <a:pt x="4627626" y="3047"/>
                  </a:lnTo>
                  <a:lnTo>
                    <a:pt x="4627626" y="342899"/>
                  </a:lnTo>
                  <a:lnTo>
                    <a:pt x="4629150" y="342899"/>
                  </a:lnTo>
                  <a:close/>
                </a:path>
                <a:path w="4631055" h="346075">
                  <a:moveTo>
                    <a:pt x="4629150" y="345947"/>
                  </a:moveTo>
                  <a:lnTo>
                    <a:pt x="4629150" y="342899"/>
                  </a:lnTo>
                  <a:lnTo>
                    <a:pt x="4627626" y="344423"/>
                  </a:lnTo>
                  <a:lnTo>
                    <a:pt x="4627626" y="345947"/>
                  </a:lnTo>
                  <a:lnTo>
                    <a:pt x="4629150" y="3459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222754" y="4652009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342900" y="114299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342900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221229" y="4650485"/>
              <a:ext cx="346075" cy="231775"/>
            </a:xfrm>
            <a:custGeom>
              <a:avLst/>
              <a:gdLst/>
              <a:ahLst/>
              <a:cxnLst/>
              <a:rect l="l" t="t" r="r" b="b"/>
              <a:pathLst>
                <a:path w="346075" h="231775">
                  <a:moveTo>
                    <a:pt x="345948" y="116586"/>
                  </a:moveTo>
                  <a:lnTo>
                    <a:pt x="345948" y="1524"/>
                  </a:lnTo>
                  <a:lnTo>
                    <a:pt x="34442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1524" y="2316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342900" y="3048"/>
                  </a:lnTo>
                  <a:lnTo>
                    <a:pt x="342900" y="1524"/>
                  </a:lnTo>
                  <a:lnTo>
                    <a:pt x="344424" y="3048"/>
                  </a:lnTo>
                  <a:lnTo>
                    <a:pt x="344424" y="118110"/>
                  </a:lnTo>
                  <a:lnTo>
                    <a:pt x="345948" y="116586"/>
                  </a:lnTo>
                  <a:close/>
                </a:path>
                <a:path w="346075" h="2317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346075" h="231775">
                  <a:moveTo>
                    <a:pt x="3048" y="2286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28600"/>
                  </a:lnTo>
                  <a:lnTo>
                    <a:pt x="3048" y="228600"/>
                  </a:lnTo>
                  <a:close/>
                </a:path>
                <a:path w="346075" h="231775">
                  <a:moveTo>
                    <a:pt x="230124" y="231648"/>
                  </a:moveTo>
                  <a:lnTo>
                    <a:pt x="230124" y="228600"/>
                  </a:lnTo>
                  <a:lnTo>
                    <a:pt x="1524" y="228600"/>
                  </a:lnTo>
                  <a:lnTo>
                    <a:pt x="3048" y="230124"/>
                  </a:lnTo>
                  <a:lnTo>
                    <a:pt x="3048" y="231648"/>
                  </a:lnTo>
                  <a:lnTo>
                    <a:pt x="230124" y="231648"/>
                  </a:lnTo>
                  <a:close/>
                </a:path>
                <a:path w="346075" h="231775">
                  <a:moveTo>
                    <a:pt x="3048" y="231648"/>
                  </a:moveTo>
                  <a:lnTo>
                    <a:pt x="3048" y="230124"/>
                  </a:lnTo>
                  <a:lnTo>
                    <a:pt x="1524" y="228600"/>
                  </a:lnTo>
                  <a:lnTo>
                    <a:pt x="1524" y="231648"/>
                  </a:lnTo>
                  <a:lnTo>
                    <a:pt x="3048" y="231648"/>
                  </a:lnTo>
                  <a:close/>
                </a:path>
                <a:path w="346075" h="231775">
                  <a:moveTo>
                    <a:pt x="343662" y="114300"/>
                  </a:moveTo>
                  <a:lnTo>
                    <a:pt x="229362" y="228600"/>
                  </a:lnTo>
                  <a:lnTo>
                    <a:pt x="230124" y="228600"/>
                  </a:lnTo>
                  <a:lnTo>
                    <a:pt x="230124" y="231648"/>
                  </a:lnTo>
                  <a:lnTo>
                    <a:pt x="231648" y="230886"/>
                  </a:lnTo>
                  <a:lnTo>
                    <a:pt x="342900" y="119634"/>
                  </a:lnTo>
                  <a:lnTo>
                    <a:pt x="342900" y="115824"/>
                  </a:lnTo>
                  <a:lnTo>
                    <a:pt x="343662" y="114300"/>
                  </a:lnTo>
                  <a:close/>
                </a:path>
                <a:path w="346075" h="231775">
                  <a:moveTo>
                    <a:pt x="344424" y="3048"/>
                  </a:moveTo>
                  <a:lnTo>
                    <a:pt x="342900" y="1524"/>
                  </a:lnTo>
                  <a:lnTo>
                    <a:pt x="342900" y="3048"/>
                  </a:lnTo>
                  <a:lnTo>
                    <a:pt x="344424" y="3048"/>
                  </a:lnTo>
                  <a:close/>
                </a:path>
                <a:path w="346075" h="231775">
                  <a:moveTo>
                    <a:pt x="344424" y="118110"/>
                  </a:moveTo>
                  <a:lnTo>
                    <a:pt x="344424" y="3048"/>
                  </a:lnTo>
                  <a:lnTo>
                    <a:pt x="342900" y="3048"/>
                  </a:lnTo>
                  <a:lnTo>
                    <a:pt x="342900" y="115062"/>
                  </a:lnTo>
                  <a:lnTo>
                    <a:pt x="343662" y="114300"/>
                  </a:lnTo>
                  <a:lnTo>
                    <a:pt x="343662" y="118872"/>
                  </a:lnTo>
                  <a:lnTo>
                    <a:pt x="344424" y="118110"/>
                  </a:lnTo>
                  <a:close/>
                </a:path>
                <a:path w="346075" h="231775">
                  <a:moveTo>
                    <a:pt x="343662" y="118872"/>
                  </a:moveTo>
                  <a:lnTo>
                    <a:pt x="343662" y="114300"/>
                  </a:lnTo>
                  <a:lnTo>
                    <a:pt x="342900" y="115824"/>
                  </a:lnTo>
                  <a:lnTo>
                    <a:pt x="342900" y="119634"/>
                  </a:lnTo>
                  <a:lnTo>
                    <a:pt x="343662" y="118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2332482" y="4691126"/>
            <a:ext cx="1428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ref</a:t>
            </a:r>
            <a:endParaRPr sz="8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210050" y="4762500"/>
            <a:ext cx="243204" cy="123189"/>
          </a:xfrm>
          <a:custGeom>
            <a:avLst/>
            <a:gdLst/>
            <a:ahLst/>
            <a:cxnLst/>
            <a:rect l="l" t="t" r="r" b="b"/>
            <a:pathLst>
              <a:path w="243204" h="123189">
                <a:moveTo>
                  <a:pt x="243077" y="122682"/>
                </a:moveTo>
                <a:lnTo>
                  <a:pt x="243077" y="0"/>
                </a:lnTo>
                <a:lnTo>
                  <a:pt x="0" y="0"/>
                </a:lnTo>
                <a:lnTo>
                  <a:pt x="0" y="122682"/>
                </a:lnTo>
                <a:lnTo>
                  <a:pt x="243077" y="1226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4218432" y="4748276"/>
            <a:ext cx="2552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Steer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2221229" y="5350002"/>
            <a:ext cx="4631055" cy="346075"/>
            <a:chOff x="2221229" y="5350002"/>
            <a:chExt cx="4631055" cy="346075"/>
          </a:xfrm>
        </p:grpSpPr>
        <p:sp>
          <p:nvSpPr>
            <p:cNvPr id="77" name="object 77"/>
            <p:cNvSpPr/>
            <p:nvPr/>
          </p:nvSpPr>
          <p:spPr>
            <a:xfrm>
              <a:off x="2222753" y="5351526"/>
              <a:ext cx="4627880" cy="342900"/>
            </a:xfrm>
            <a:custGeom>
              <a:avLst/>
              <a:gdLst/>
              <a:ahLst/>
              <a:cxnLst/>
              <a:rect l="l" t="t" r="r" b="b"/>
              <a:pathLst>
                <a:path w="4627880" h="342900">
                  <a:moveTo>
                    <a:pt x="4627625" y="342900"/>
                  </a:moveTo>
                  <a:lnTo>
                    <a:pt x="4627625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4627625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221229" y="5350002"/>
              <a:ext cx="4631055" cy="346075"/>
            </a:xfrm>
            <a:custGeom>
              <a:avLst/>
              <a:gdLst/>
              <a:ahLst/>
              <a:cxnLst/>
              <a:rect l="l" t="t" r="r" b="b"/>
              <a:pathLst>
                <a:path w="4631055" h="346075">
                  <a:moveTo>
                    <a:pt x="4630674" y="344423"/>
                  </a:moveTo>
                  <a:lnTo>
                    <a:pt x="4630674" y="1523"/>
                  </a:lnTo>
                  <a:lnTo>
                    <a:pt x="4629150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44424"/>
                  </a:lnTo>
                  <a:lnTo>
                    <a:pt x="1524" y="3459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4627626" y="3047"/>
                  </a:lnTo>
                  <a:lnTo>
                    <a:pt x="4627626" y="1523"/>
                  </a:lnTo>
                  <a:lnTo>
                    <a:pt x="4629150" y="3047"/>
                  </a:lnTo>
                  <a:lnTo>
                    <a:pt x="4629150" y="345947"/>
                  </a:lnTo>
                  <a:lnTo>
                    <a:pt x="4630674" y="344423"/>
                  </a:lnTo>
                  <a:close/>
                </a:path>
                <a:path w="4631055" h="3460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4631055" h="346075">
                  <a:moveTo>
                    <a:pt x="3048" y="3429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342900"/>
                  </a:lnTo>
                  <a:lnTo>
                    <a:pt x="3048" y="342900"/>
                  </a:lnTo>
                  <a:close/>
                </a:path>
                <a:path w="4631055" h="346075">
                  <a:moveTo>
                    <a:pt x="4629150" y="342899"/>
                  </a:moveTo>
                  <a:lnTo>
                    <a:pt x="1524" y="342900"/>
                  </a:lnTo>
                  <a:lnTo>
                    <a:pt x="3048" y="344424"/>
                  </a:lnTo>
                  <a:lnTo>
                    <a:pt x="3048" y="345948"/>
                  </a:lnTo>
                  <a:lnTo>
                    <a:pt x="4627626" y="345947"/>
                  </a:lnTo>
                  <a:lnTo>
                    <a:pt x="4627626" y="344423"/>
                  </a:lnTo>
                  <a:lnTo>
                    <a:pt x="4629150" y="342899"/>
                  </a:lnTo>
                  <a:close/>
                </a:path>
                <a:path w="4631055" h="346075">
                  <a:moveTo>
                    <a:pt x="3048" y="345948"/>
                  </a:moveTo>
                  <a:lnTo>
                    <a:pt x="3048" y="344424"/>
                  </a:lnTo>
                  <a:lnTo>
                    <a:pt x="1524" y="342900"/>
                  </a:lnTo>
                  <a:lnTo>
                    <a:pt x="1524" y="345948"/>
                  </a:lnTo>
                  <a:lnTo>
                    <a:pt x="3048" y="345948"/>
                  </a:lnTo>
                  <a:close/>
                </a:path>
                <a:path w="4631055" h="346075">
                  <a:moveTo>
                    <a:pt x="4629150" y="3047"/>
                  </a:moveTo>
                  <a:lnTo>
                    <a:pt x="4627626" y="1523"/>
                  </a:lnTo>
                  <a:lnTo>
                    <a:pt x="4627626" y="3047"/>
                  </a:lnTo>
                  <a:lnTo>
                    <a:pt x="4629150" y="3047"/>
                  </a:lnTo>
                  <a:close/>
                </a:path>
                <a:path w="4631055" h="346075">
                  <a:moveTo>
                    <a:pt x="4629150" y="342899"/>
                  </a:moveTo>
                  <a:lnTo>
                    <a:pt x="4629150" y="3047"/>
                  </a:lnTo>
                  <a:lnTo>
                    <a:pt x="4627626" y="3047"/>
                  </a:lnTo>
                  <a:lnTo>
                    <a:pt x="4627626" y="342899"/>
                  </a:lnTo>
                  <a:lnTo>
                    <a:pt x="4629150" y="342899"/>
                  </a:lnTo>
                  <a:close/>
                </a:path>
                <a:path w="4631055" h="346075">
                  <a:moveTo>
                    <a:pt x="4629150" y="345947"/>
                  </a:moveTo>
                  <a:lnTo>
                    <a:pt x="4629150" y="342899"/>
                  </a:lnTo>
                  <a:lnTo>
                    <a:pt x="4627626" y="344423"/>
                  </a:lnTo>
                  <a:lnTo>
                    <a:pt x="4627626" y="345947"/>
                  </a:lnTo>
                  <a:lnTo>
                    <a:pt x="4629150" y="3459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222754" y="5351526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342900" y="114299"/>
                  </a:moveTo>
                  <a:lnTo>
                    <a:pt x="34290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342900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221229" y="5350002"/>
              <a:ext cx="346075" cy="231775"/>
            </a:xfrm>
            <a:custGeom>
              <a:avLst/>
              <a:gdLst/>
              <a:ahLst/>
              <a:cxnLst/>
              <a:rect l="l" t="t" r="r" b="b"/>
              <a:pathLst>
                <a:path w="346075" h="231775">
                  <a:moveTo>
                    <a:pt x="345948" y="117348"/>
                  </a:moveTo>
                  <a:lnTo>
                    <a:pt x="345948" y="1524"/>
                  </a:lnTo>
                  <a:lnTo>
                    <a:pt x="34442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1524" y="2316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342900" y="3048"/>
                  </a:lnTo>
                  <a:lnTo>
                    <a:pt x="342900" y="1524"/>
                  </a:lnTo>
                  <a:lnTo>
                    <a:pt x="344424" y="3048"/>
                  </a:lnTo>
                  <a:lnTo>
                    <a:pt x="344424" y="118872"/>
                  </a:lnTo>
                  <a:lnTo>
                    <a:pt x="345948" y="117348"/>
                  </a:lnTo>
                  <a:close/>
                </a:path>
                <a:path w="346075" h="2317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346075" h="231775">
                  <a:moveTo>
                    <a:pt x="3048" y="2286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28600"/>
                  </a:lnTo>
                  <a:lnTo>
                    <a:pt x="3048" y="228600"/>
                  </a:lnTo>
                  <a:close/>
                </a:path>
                <a:path w="346075" h="231775">
                  <a:moveTo>
                    <a:pt x="230124" y="228600"/>
                  </a:moveTo>
                  <a:lnTo>
                    <a:pt x="1524" y="228600"/>
                  </a:lnTo>
                  <a:lnTo>
                    <a:pt x="3048" y="230124"/>
                  </a:lnTo>
                  <a:lnTo>
                    <a:pt x="3048" y="231648"/>
                  </a:lnTo>
                  <a:lnTo>
                    <a:pt x="229362" y="231648"/>
                  </a:lnTo>
                  <a:lnTo>
                    <a:pt x="229362" y="229362"/>
                  </a:lnTo>
                  <a:lnTo>
                    <a:pt x="230124" y="228600"/>
                  </a:lnTo>
                  <a:close/>
                </a:path>
                <a:path w="346075" h="231775">
                  <a:moveTo>
                    <a:pt x="3048" y="231648"/>
                  </a:moveTo>
                  <a:lnTo>
                    <a:pt x="3048" y="230124"/>
                  </a:lnTo>
                  <a:lnTo>
                    <a:pt x="1524" y="228600"/>
                  </a:lnTo>
                  <a:lnTo>
                    <a:pt x="1524" y="231648"/>
                  </a:lnTo>
                  <a:lnTo>
                    <a:pt x="3048" y="231648"/>
                  </a:lnTo>
                  <a:close/>
                </a:path>
                <a:path w="346075" h="231775">
                  <a:moveTo>
                    <a:pt x="343662" y="119634"/>
                  </a:moveTo>
                  <a:lnTo>
                    <a:pt x="343662" y="115062"/>
                  </a:lnTo>
                  <a:lnTo>
                    <a:pt x="229362" y="229362"/>
                  </a:lnTo>
                  <a:lnTo>
                    <a:pt x="229362" y="231648"/>
                  </a:lnTo>
                  <a:lnTo>
                    <a:pt x="231648" y="231648"/>
                  </a:lnTo>
                  <a:lnTo>
                    <a:pt x="343662" y="119634"/>
                  </a:lnTo>
                  <a:close/>
                </a:path>
                <a:path w="346075" h="231775">
                  <a:moveTo>
                    <a:pt x="344424" y="3048"/>
                  </a:moveTo>
                  <a:lnTo>
                    <a:pt x="342900" y="1524"/>
                  </a:lnTo>
                  <a:lnTo>
                    <a:pt x="342900" y="3048"/>
                  </a:lnTo>
                  <a:lnTo>
                    <a:pt x="344424" y="3048"/>
                  </a:lnTo>
                  <a:close/>
                </a:path>
                <a:path w="346075" h="231775">
                  <a:moveTo>
                    <a:pt x="344424" y="118872"/>
                  </a:moveTo>
                  <a:lnTo>
                    <a:pt x="344424" y="3048"/>
                  </a:lnTo>
                  <a:lnTo>
                    <a:pt x="342900" y="3048"/>
                  </a:lnTo>
                  <a:lnTo>
                    <a:pt x="342900" y="115824"/>
                  </a:lnTo>
                  <a:lnTo>
                    <a:pt x="343662" y="115062"/>
                  </a:lnTo>
                  <a:lnTo>
                    <a:pt x="343662" y="119634"/>
                  </a:lnTo>
                  <a:lnTo>
                    <a:pt x="344424" y="118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2332482" y="5386070"/>
            <a:ext cx="1428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ref</a:t>
            </a:r>
            <a:endParaRPr sz="8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3819905" y="5462778"/>
            <a:ext cx="1022985" cy="123189"/>
          </a:xfrm>
          <a:custGeom>
            <a:avLst/>
            <a:gdLst/>
            <a:ahLst/>
            <a:cxnLst/>
            <a:rect l="l" t="t" r="r" b="b"/>
            <a:pathLst>
              <a:path w="1022985" h="123189">
                <a:moveTo>
                  <a:pt x="1022603" y="122682"/>
                </a:moveTo>
                <a:lnTo>
                  <a:pt x="1022603" y="0"/>
                </a:lnTo>
                <a:lnTo>
                  <a:pt x="0" y="0"/>
                </a:lnTo>
                <a:lnTo>
                  <a:pt x="0" y="122682"/>
                </a:lnTo>
                <a:lnTo>
                  <a:pt x="1022603" y="1226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3828288" y="5443220"/>
            <a:ext cx="10382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Park/ShutdownVehicle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1900427" y="3119627"/>
            <a:ext cx="5238750" cy="1433830"/>
            <a:chOff x="1900427" y="3119627"/>
            <a:chExt cx="5238750" cy="1433830"/>
          </a:xfrm>
        </p:grpSpPr>
        <p:sp>
          <p:nvSpPr>
            <p:cNvPr id="85" name="object 85"/>
            <p:cNvSpPr/>
            <p:nvPr/>
          </p:nvSpPr>
          <p:spPr>
            <a:xfrm>
              <a:off x="2048255" y="3124580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4994" y="0"/>
                  </a:lnTo>
                </a:path>
              </a:pathLst>
            </a:custGeom>
            <a:ln w="990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048256" y="3119627"/>
              <a:ext cx="4953000" cy="666750"/>
            </a:xfrm>
            <a:custGeom>
              <a:avLst/>
              <a:gdLst/>
              <a:ahLst/>
              <a:cxnLst/>
              <a:rect l="l" t="t" r="r" b="b"/>
              <a:pathLst>
                <a:path w="4953000" h="666750">
                  <a:moveTo>
                    <a:pt x="38100" y="657606"/>
                  </a:moveTo>
                  <a:lnTo>
                    <a:pt x="0" y="657606"/>
                  </a:lnTo>
                  <a:lnTo>
                    <a:pt x="0" y="666750"/>
                  </a:lnTo>
                  <a:lnTo>
                    <a:pt x="38100" y="666750"/>
                  </a:lnTo>
                  <a:lnTo>
                    <a:pt x="38100" y="657606"/>
                  </a:lnTo>
                  <a:close/>
                </a:path>
                <a:path w="4953000" h="666750">
                  <a:moveTo>
                    <a:pt x="4953000" y="0"/>
                  </a:moveTo>
                  <a:lnTo>
                    <a:pt x="4933950" y="0"/>
                  </a:lnTo>
                  <a:lnTo>
                    <a:pt x="4933950" y="9906"/>
                  </a:lnTo>
                  <a:lnTo>
                    <a:pt x="4953000" y="9906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114550" y="3781805"/>
              <a:ext cx="4838700" cy="0"/>
            </a:xfrm>
            <a:custGeom>
              <a:avLst/>
              <a:gdLst/>
              <a:ahLst/>
              <a:cxnLst/>
              <a:rect l="l" t="t" r="r" b="b"/>
              <a:pathLst>
                <a:path w="4838700" h="0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900428" y="3777233"/>
              <a:ext cx="5100955" cy="775970"/>
            </a:xfrm>
            <a:custGeom>
              <a:avLst/>
              <a:gdLst/>
              <a:ahLst/>
              <a:cxnLst/>
              <a:rect l="l" t="t" r="r" b="b"/>
              <a:pathLst>
                <a:path w="5100955" h="775970">
                  <a:moveTo>
                    <a:pt x="38100" y="766572"/>
                  </a:moveTo>
                  <a:lnTo>
                    <a:pt x="0" y="766572"/>
                  </a:lnTo>
                  <a:lnTo>
                    <a:pt x="0" y="775716"/>
                  </a:lnTo>
                  <a:lnTo>
                    <a:pt x="38100" y="775716"/>
                  </a:lnTo>
                  <a:lnTo>
                    <a:pt x="38100" y="766572"/>
                  </a:lnTo>
                  <a:close/>
                </a:path>
                <a:path w="5100955" h="775970">
                  <a:moveTo>
                    <a:pt x="5100828" y="0"/>
                  </a:moveTo>
                  <a:lnTo>
                    <a:pt x="5081778" y="0"/>
                  </a:lnTo>
                  <a:lnTo>
                    <a:pt x="5081778" y="9144"/>
                  </a:lnTo>
                  <a:lnTo>
                    <a:pt x="5100828" y="9144"/>
                  </a:lnTo>
                  <a:lnTo>
                    <a:pt x="5100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967483" y="4548377"/>
              <a:ext cx="5172075" cy="0"/>
            </a:xfrm>
            <a:custGeom>
              <a:avLst/>
              <a:gdLst/>
              <a:ahLst/>
              <a:cxnLst/>
              <a:rect l="l" t="t" r="r" b="b"/>
              <a:pathLst>
                <a:path w="5172075" h="0">
                  <a:moveTo>
                    <a:pt x="0" y="0"/>
                  </a:moveTo>
                  <a:lnTo>
                    <a:pt x="5171694" y="0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461009" y="6094476"/>
            <a:ext cx="7581900" cy="763905"/>
            <a:chOff x="461009" y="6094476"/>
            <a:chExt cx="7581900" cy="763905"/>
          </a:xfrm>
        </p:grpSpPr>
        <p:pic>
          <p:nvPicPr>
            <p:cNvPr id="91" name="object 9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113" y="6165342"/>
              <a:ext cx="7440930" cy="601979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009" y="6094476"/>
              <a:ext cx="7581899" cy="7086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771" y="6767322"/>
              <a:ext cx="7580376" cy="7010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009" y="6095238"/>
              <a:ext cx="70103" cy="74218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72043" y="6095238"/>
              <a:ext cx="70865" cy="74218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0351" y="6163056"/>
              <a:ext cx="7485888" cy="694944"/>
            </a:xfrm>
            <a:prstGeom prst="rect">
              <a:avLst/>
            </a:prstGeom>
          </p:spPr>
        </p:pic>
      </p:grpSp>
      <p:sp>
        <p:nvSpPr>
          <p:cNvPr id="97" name="object 97"/>
          <p:cNvSpPr txBox="1"/>
          <p:nvPr/>
        </p:nvSpPr>
        <p:spPr>
          <a:xfrm>
            <a:off x="509269" y="6079490"/>
            <a:ext cx="7480934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UML</a:t>
            </a:r>
            <a:r>
              <a:rPr dirty="0" sz="24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Sequence Diagram Scales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Supporting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Logic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Reference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Sequences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919351" y="2176526"/>
            <a:ext cx="5801360" cy="2038985"/>
            <a:chOff x="1919351" y="2176526"/>
            <a:chExt cx="5801360" cy="2038985"/>
          </a:xfrm>
        </p:grpSpPr>
        <p:sp>
          <p:nvSpPr>
            <p:cNvPr id="4" name="object 4"/>
            <p:cNvSpPr/>
            <p:nvPr/>
          </p:nvSpPr>
          <p:spPr>
            <a:xfrm>
              <a:off x="6915530" y="2190750"/>
              <a:ext cx="0" cy="2019300"/>
            </a:xfrm>
            <a:custGeom>
              <a:avLst/>
              <a:gdLst/>
              <a:ahLst/>
              <a:cxnLst/>
              <a:rect l="l" t="t" r="r" b="b"/>
              <a:pathLst>
                <a:path w="0" h="2019300">
                  <a:moveTo>
                    <a:pt x="0" y="0"/>
                  </a:moveTo>
                  <a:lnTo>
                    <a:pt x="0" y="2019299"/>
                  </a:lnTo>
                </a:path>
              </a:pathLst>
            </a:custGeom>
            <a:ln w="990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24431" y="2181606"/>
              <a:ext cx="0" cy="1971675"/>
            </a:xfrm>
            <a:custGeom>
              <a:avLst/>
              <a:gdLst/>
              <a:ahLst/>
              <a:cxnLst/>
              <a:rect l="l" t="t" r="r" b="b"/>
              <a:pathLst>
                <a:path w="0" h="1971675">
                  <a:moveTo>
                    <a:pt x="0" y="0"/>
                  </a:moveTo>
                  <a:lnTo>
                    <a:pt x="0" y="1971294"/>
                  </a:lnTo>
                </a:path>
              </a:pathLst>
            </a:custGeom>
            <a:ln w="990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19478" y="4181855"/>
              <a:ext cx="10160" cy="19050"/>
            </a:xfrm>
            <a:custGeom>
              <a:avLst/>
              <a:gdLst/>
              <a:ahLst/>
              <a:cxnLst/>
              <a:rect l="l" t="t" r="r" b="b"/>
              <a:pathLst>
                <a:path w="10160" h="19050">
                  <a:moveTo>
                    <a:pt x="9906" y="19050"/>
                  </a:moveTo>
                  <a:lnTo>
                    <a:pt x="9906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9906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72350" y="2259330"/>
              <a:ext cx="348615" cy="480059"/>
            </a:xfrm>
            <a:custGeom>
              <a:avLst/>
              <a:gdLst/>
              <a:ahLst/>
              <a:cxnLst/>
              <a:rect l="l" t="t" r="r" b="b"/>
              <a:pathLst>
                <a:path w="348615" h="480060">
                  <a:moveTo>
                    <a:pt x="75437" y="39624"/>
                  </a:moveTo>
                  <a:lnTo>
                    <a:pt x="0" y="0"/>
                  </a:lnTo>
                  <a:lnTo>
                    <a:pt x="13715" y="83820"/>
                  </a:lnTo>
                  <a:lnTo>
                    <a:pt x="32003" y="70724"/>
                  </a:lnTo>
                  <a:lnTo>
                    <a:pt x="32003" y="55626"/>
                  </a:lnTo>
                  <a:lnTo>
                    <a:pt x="42671" y="48006"/>
                  </a:lnTo>
                  <a:lnTo>
                    <a:pt x="49835" y="57956"/>
                  </a:lnTo>
                  <a:lnTo>
                    <a:pt x="75437" y="39624"/>
                  </a:lnTo>
                  <a:close/>
                </a:path>
                <a:path w="348615" h="480060">
                  <a:moveTo>
                    <a:pt x="49835" y="57956"/>
                  </a:moveTo>
                  <a:lnTo>
                    <a:pt x="42671" y="48006"/>
                  </a:lnTo>
                  <a:lnTo>
                    <a:pt x="32003" y="55626"/>
                  </a:lnTo>
                  <a:lnTo>
                    <a:pt x="39188" y="65580"/>
                  </a:lnTo>
                  <a:lnTo>
                    <a:pt x="49835" y="57956"/>
                  </a:lnTo>
                  <a:close/>
                </a:path>
                <a:path w="348615" h="480060">
                  <a:moveTo>
                    <a:pt x="39188" y="65580"/>
                  </a:moveTo>
                  <a:lnTo>
                    <a:pt x="32003" y="55626"/>
                  </a:lnTo>
                  <a:lnTo>
                    <a:pt x="32003" y="70724"/>
                  </a:lnTo>
                  <a:lnTo>
                    <a:pt x="39188" y="65580"/>
                  </a:lnTo>
                  <a:close/>
                </a:path>
                <a:path w="348615" h="480060">
                  <a:moveTo>
                    <a:pt x="348233" y="472440"/>
                  </a:moveTo>
                  <a:lnTo>
                    <a:pt x="49835" y="57956"/>
                  </a:lnTo>
                  <a:lnTo>
                    <a:pt x="39188" y="65580"/>
                  </a:lnTo>
                  <a:lnTo>
                    <a:pt x="338327" y="480060"/>
                  </a:lnTo>
                  <a:lnTo>
                    <a:pt x="348233" y="47244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37029" y="412495"/>
            <a:ext cx="556704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Black</a:t>
            </a:r>
            <a:r>
              <a:rPr dirty="0" spc="-40"/>
              <a:t> </a:t>
            </a:r>
            <a:r>
              <a:rPr dirty="0"/>
              <a:t>Box</a:t>
            </a:r>
            <a:r>
              <a:rPr dirty="0" spc="-35"/>
              <a:t> </a:t>
            </a:r>
            <a:r>
              <a:rPr dirty="0"/>
              <a:t>Sequence</a:t>
            </a:r>
            <a:r>
              <a:rPr dirty="0" spc="-20"/>
              <a:t> </a:t>
            </a:r>
            <a:r>
              <a:rPr dirty="0"/>
              <a:t>(StartVehicle)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746759" y="5326379"/>
            <a:ext cx="7581900" cy="742950"/>
            <a:chOff x="746759" y="5326379"/>
            <a:chExt cx="7581900" cy="7429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863" y="5396483"/>
              <a:ext cx="7440930" cy="60274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759" y="5326379"/>
              <a:ext cx="7581899" cy="701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521" y="5999225"/>
              <a:ext cx="7580376" cy="701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6759" y="5327141"/>
              <a:ext cx="70103" cy="7421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7793" y="5327141"/>
              <a:ext cx="70865" cy="74218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02992" y="5577839"/>
              <a:ext cx="3901439" cy="33527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57727" y="5903975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30" h="0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901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586482" y="5494272"/>
            <a:ext cx="3905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Simple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Black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Box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Interaction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81697" y="2738119"/>
            <a:ext cx="173355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95"/>
              </a:spcBef>
            </a:pPr>
            <a:r>
              <a:rPr dirty="0" sz="1400" spc="-5" b="1">
                <a:solidFill>
                  <a:srgbClr val="33339A"/>
                </a:solidFill>
                <a:latin typeface="Tahoma"/>
                <a:cs typeface="Tahoma"/>
              </a:rPr>
              <a:t>References Lifeline </a:t>
            </a:r>
            <a:r>
              <a:rPr dirty="0" sz="1400" spc="-400" b="1">
                <a:solidFill>
                  <a:srgbClr val="33339A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33339A"/>
                </a:solidFill>
                <a:latin typeface="Tahoma"/>
                <a:cs typeface="Tahoma"/>
              </a:rPr>
              <a:t>Decomposition </a:t>
            </a:r>
            <a:r>
              <a:rPr dirty="0" sz="1400" spc="-5" b="1">
                <a:solidFill>
                  <a:srgbClr val="33339A"/>
                </a:solidFill>
                <a:latin typeface="Tahoma"/>
                <a:cs typeface="Tahoma"/>
              </a:rPr>
              <a:t> For</a:t>
            </a:r>
            <a:r>
              <a:rPr dirty="0" sz="1400" spc="-10" b="1">
                <a:solidFill>
                  <a:srgbClr val="33339A"/>
                </a:solidFill>
                <a:latin typeface="Tahoma"/>
                <a:cs typeface="Tahoma"/>
              </a:rPr>
              <a:t> </a:t>
            </a:r>
            <a:r>
              <a:rPr dirty="0" sz="1400" spc="-5" b="1">
                <a:solidFill>
                  <a:srgbClr val="33339A"/>
                </a:solidFill>
                <a:latin typeface="Tahoma"/>
                <a:cs typeface="Tahoma"/>
              </a:rPr>
              <a:t>White</a:t>
            </a:r>
            <a:r>
              <a:rPr dirty="0" sz="1400" spc="15" b="1">
                <a:solidFill>
                  <a:srgbClr val="33339A"/>
                </a:solidFill>
                <a:latin typeface="Tahoma"/>
                <a:cs typeface="Tahoma"/>
              </a:rPr>
              <a:t> </a:t>
            </a:r>
            <a:r>
              <a:rPr dirty="0" sz="1400" spc="-5" b="1">
                <a:solidFill>
                  <a:srgbClr val="33339A"/>
                </a:solidFill>
                <a:latin typeface="Tahoma"/>
                <a:cs typeface="Tahoma"/>
              </a:rPr>
              <a:t>Box</a:t>
            </a:r>
            <a:endParaRPr sz="1400">
              <a:latin typeface="Tahoma"/>
              <a:cs typeface="Tahoma"/>
            </a:endParaRPr>
          </a:p>
          <a:p>
            <a:pPr marL="362585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solidFill>
                  <a:srgbClr val="33339A"/>
                </a:solidFill>
                <a:latin typeface="Tahoma"/>
                <a:cs typeface="Tahoma"/>
              </a:rPr>
              <a:t>Interaction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05942" y="1423415"/>
            <a:ext cx="7566659" cy="3065145"/>
            <a:chOff x="805942" y="1423415"/>
            <a:chExt cx="7566659" cy="3065145"/>
          </a:xfrm>
        </p:grpSpPr>
        <p:sp>
          <p:nvSpPr>
            <p:cNvPr id="20" name="object 20"/>
            <p:cNvSpPr/>
            <p:nvPr/>
          </p:nvSpPr>
          <p:spPr>
            <a:xfrm>
              <a:off x="805942" y="1423415"/>
              <a:ext cx="7566659" cy="3065145"/>
            </a:xfrm>
            <a:custGeom>
              <a:avLst/>
              <a:gdLst/>
              <a:ahLst/>
              <a:cxnLst/>
              <a:rect l="l" t="t" r="r" b="b"/>
              <a:pathLst>
                <a:path w="7566659" h="3065145">
                  <a:moveTo>
                    <a:pt x="7566660" y="3062986"/>
                  </a:moveTo>
                  <a:lnTo>
                    <a:pt x="7565504" y="3062986"/>
                  </a:lnTo>
                  <a:lnTo>
                    <a:pt x="7566139" y="3061716"/>
                  </a:lnTo>
                  <a:lnTo>
                    <a:pt x="7566139" y="2286"/>
                  </a:lnTo>
                  <a:lnTo>
                    <a:pt x="7565377" y="762"/>
                  </a:lnTo>
                  <a:lnTo>
                    <a:pt x="7563853" y="0"/>
                  </a:lnTo>
                  <a:lnTo>
                    <a:pt x="7561567" y="0"/>
                  </a:lnTo>
                  <a:lnTo>
                    <a:pt x="7561567" y="4572"/>
                  </a:lnTo>
                  <a:lnTo>
                    <a:pt x="7561567" y="3059430"/>
                  </a:lnTo>
                  <a:lnTo>
                    <a:pt x="4813" y="3059430"/>
                  </a:lnTo>
                  <a:lnTo>
                    <a:pt x="4813" y="4572"/>
                  </a:lnTo>
                  <a:lnTo>
                    <a:pt x="7561567" y="4572"/>
                  </a:lnTo>
                  <a:lnTo>
                    <a:pt x="7561567" y="0"/>
                  </a:lnTo>
                  <a:lnTo>
                    <a:pt x="2527" y="0"/>
                  </a:lnTo>
                  <a:lnTo>
                    <a:pt x="1003" y="762"/>
                  </a:lnTo>
                  <a:lnTo>
                    <a:pt x="241" y="2286"/>
                  </a:lnTo>
                  <a:lnTo>
                    <a:pt x="241" y="3060954"/>
                  </a:lnTo>
                  <a:lnTo>
                    <a:pt x="0" y="3060954"/>
                  </a:lnTo>
                  <a:lnTo>
                    <a:pt x="0" y="3062478"/>
                  </a:lnTo>
                  <a:lnTo>
                    <a:pt x="622" y="3062478"/>
                  </a:lnTo>
                  <a:lnTo>
                    <a:pt x="1003" y="3063240"/>
                  </a:lnTo>
                  <a:lnTo>
                    <a:pt x="1270" y="3063379"/>
                  </a:lnTo>
                  <a:lnTo>
                    <a:pt x="1270" y="3063684"/>
                  </a:lnTo>
                  <a:lnTo>
                    <a:pt x="1892" y="3063684"/>
                  </a:lnTo>
                  <a:lnTo>
                    <a:pt x="2527" y="3064002"/>
                  </a:lnTo>
                  <a:lnTo>
                    <a:pt x="2540" y="3064764"/>
                  </a:lnTo>
                  <a:lnTo>
                    <a:pt x="7564120" y="3064764"/>
                  </a:lnTo>
                  <a:lnTo>
                    <a:pt x="7564120" y="3065081"/>
                  </a:lnTo>
                  <a:lnTo>
                    <a:pt x="7565390" y="3065081"/>
                  </a:lnTo>
                  <a:lnTo>
                    <a:pt x="7565390" y="3063494"/>
                  </a:lnTo>
                  <a:lnTo>
                    <a:pt x="7566660" y="3063494"/>
                  </a:lnTo>
                  <a:lnTo>
                    <a:pt x="7566660" y="30629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08482" y="1425702"/>
              <a:ext cx="1915795" cy="306705"/>
            </a:xfrm>
            <a:custGeom>
              <a:avLst/>
              <a:gdLst/>
              <a:ahLst/>
              <a:cxnLst/>
              <a:rect l="l" t="t" r="r" b="b"/>
              <a:pathLst>
                <a:path w="1915795" h="306705">
                  <a:moveTo>
                    <a:pt x="1915668" y="152399"/>
                  </a:moveTo>
                  <a:lnTo>
                    <a:pt x="1915668" y="0"/>
                  </a:lnTo>
                  <a:lnTo>
                    <a:pt x="0" y="0"/>
                  </a:lnTo>
                  <a:lnTo>
                    <a:pt x="0" y="306324"/>
                  </a:lnTo>
                  <a:lnTo>
                    <a:pt x="1755648" y="306323"/>
                  </a:lnTo>
                  <a:lnTo>
                    <a:pt x="1915668" y="152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06195" y="1423416"/>
              <a:ext cx="1921510" cy="311785"/>
            </a:xfrm>
            <a:custGeom>
              <a:avLst/>
              <a:gdLst/>
              <a:ahLst/>
              <a:cxnLst/>
              <a:rect l="l" t="t" r="r" b="b"/>
              <a:pathLst>
                <a:path w="1921510" h="311785">
                  <a:moveTo>
                    <a:pt x="1921002" y="154686"/>
                  </a:moveTo>
                  <a:lnTo>
                    <a:pt x="1921002" y="2285"/>
                  </a:lnTo>
                  <a:lnTo>
                    <a:pt x="1920239" y="762"/>
                  </a:lnTo>
                  <a:lnTo>
                    <a:pt x="1917953" y="0"/>
                  </a:lnTo>
                  <a:lnTo>
                    <a:pt x="2285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308610"/>
                  </a:lnTo>
                  <a:lnTo>
                    <a:pt x="761" y="310896"/>
                  </a:lnTo>
                  <a:lnTo>
                    <a:pt x="2285" y="311658"/>
                  </a:lnTo>
                  <a:lnTo>
                    <a:pt x="2285" y="4572"/>
                  </a:lnTo>
                  <a:lnTo>
                    <a:pt x="4571" y="2286"/>
                  </a:lnTo>
                  <a:lnTo>
                    <a:pt x="4571" y="4572"/>
                  </a:lnTo>
                  <a:lnTo>
                    <a:pt x="1915667" y="4571"/>
                  </a:lnTo>
                  <a:lnTo>
                    <a:pt x="1915667" y="2285"/>
                  </a:lnTo>
                  <a:lnTo>
                    <a:pt x="1917953" y="4571"/>
                  </a:lnTo>
                  <a:lnTo>
                    <a:pt x="1917953" y="159160"/>
                  </a:lnTo>
                  <a:lnTo>
                    <a:pt x="1920239" y="156972"/>
                  </a:lnTo>
                  <a:lnTo>
                    <a:pt x="1921002" y="154686"/>
                  </a:lnTo>
                  <a:close/>
                </a:path>
                <a:path w="1921510" h="311785">
                  <a:moveTo>
                    <a:pt x="4571" y="4572"/>
                  </a:moveTo>
                  <a:lnTo>
                    <a:pt x="4571" y="2286"/>
                  </a:lnTo>
                  <a:lnTo>
                    <a:pt x="2285" y="4572"/>
                  </a:lnTo>
                  <a:lnTo>
                    <a:pt x="4571" y="4572"/>
                  </a:lnTo>
                  <a:close/>
                </a:path>
                <a:path w="1921510" h="311785">
                  <a:moveTo>
                    <a:pt x="4571" y="306324"/>
                  </a:moveTo>
                  <a:lnTo>
                    <a:pt x="4571" y="4572"/>
                  </a:lnTo>
                  <a:lnTo>
                    <a:pt x="2285" y="4572"/>
                  </a:lnTo>
                  <a:lnTo>
                    <a:pt x="2285" y="306324"/>
                  </a:lnTo>
                  <a:lnTo>
                    <a:pt x="4571" y="306324"/>
                  </a:lnTo>
                  <a:close/>
                </a:path>
                <a:path w="1921510" h="311785">
                  <a:moveTo>
                    <a:pt x="1757202" y="306324"/>
                  </a:moveTo>
                  <a:lnTo>
                    <a:pt x="2285" y="306324"/>
                  </a:lnTo>
                  <a:lnTo>
                    <a:pt x="4571" y="308610"/>
                  </a:lnTo>
                  <a:lnTo>
                    <a:pt x="4571" y="311658"/>
                  </a:lnTo>
                  <a:lnTo>
                    <a:pt x="1756410" y="311658"/>
                  </a:lnTo>
                  <a:lnTo>
                    <a:pt x="1756410" y="307086"/>
                  </a:lnTo>
                  <a:lnTo>
                    <a:pt x="1757202" y="306324"/>
                  </a:lnTo>
                  <a:close/>
                </a:path>
                <a:path w="1921510" h="311785">
                  <a:moveTo>
                    <a:pt x="4571" y="311658"/>
                  </a:moveTo>
                  <a:lnTo>
                    <a:pt x="4571" y="308610"/>
                  </a:lnTo>
                  <a:lnTo>
                    <a:pt x="2285" y="306324"/>
                  </a:lnTo>
                  <a:lnTo>
                    <a:pt x="2285" y="311658"/>
                  </a:lnTo>
                  <a:lnTo>
                    <a:pt x="4571" y="311658"/>
                  </a:lnTo>
                  <a:close/>
                </a:path>
                <a:path w="1921510" h="311785">
                  <a:moveTo>
                    <a:pt x="1757934" y="306324"/>
                  </a:moveTo>
                  <a:lnTo>
                    <a:pt x="1757202" y="306324"/>
                  </a:lnTo>
                  <a:lnTo>
                    <a:pt x="1756410" y="307086"/>
                  </a:lnTo>
                  <a:lnTo>
                    <a:pt x="1757934" y="306324"/>
                  </a:lnTo>
                  <a:close/>
                </a:path>
                <a:path w="1921510" h="311785">
                  <a:moveTo>
                    <a:pt x="1757934" y="311658"/>
                  </a:moveTo>
                  <a:lnTo>
                    <a:pt x="1757934" y="306324"/>
                  </a:lnTo>
                  <a:lnTo>
                    <a:pt x="1756410" y="307086"/>
                  </a:lnTo>
                  <a:lnTo>
                    <a:pt x="1756410" y="311658"/>
                  </a:lnTo>
                  <a:lnTo>
                    <a:pt x="1757934" y="311658"/>
                  </a:lnTo>
                  <a:close/>
                </a:path>
                <a:path w="1921510" h="311785">
                  <a:moveTo>
                    <a:pt x="1916429" y="153162"/>
                  </a:moveTo>
                  <a:lnTo>
                    <a:pt x="1757202" y="306324"/>
                  </a:lnTo>
                  <a:lnTo>
                    <a:pt x="1757934" y="306324"/>
                  </a:lnTo>
                  <a:lnTo>
                    <a:pt x="1757934" y="311658"/>
                  </a:lnTo>
                  <a:lnTo>
                    <a:pt x="1759458" y="310896"/>
                  </a:lnTo>
                  <a:lnTo>
                    <a:pt x="1915667" y="161348"/>
                  </a:lnTo>
                  <a:lnTo>
                    <a:pt x="1915667" y="154686"/>
                  </a:lnTo>
                  <a:lnTo>
                    <a:pt x="1916429" y="153162"/>
                  </a:lnTo>
                  <a:close/>
                </a:path>
                <a:path w="1921510" h="311785">
                  <a:moveTo>
                    <a:pt x="1917953" y="4571"/>
                  </a:moveTo>
                  <a:lnTo>
                    <a:pt x="1915667" y="2285"/>
                  </a:lnTo>
                  <a:lnTo>
                    <a:pt x="1915667" y="4571"/>
                  </a:lnTo>
                  <a:lnTo>
                    <a:pt x="1917953" y="4571"/>
                  </a:lnTo>
                  <a:close/>
                </a:path>
                <a:path w="1921510" h="311785">
                  <a:moveTo>
                    <a:pt x="1917953" y="159160"/>
                  </a:moveTo>
                  <a:lnTo>
                    <a:pt x="1917953" y="4571"/>
                  </a:lnTo>
                  <a:lnTo>
                    <a:pt x="1915667" y="4571"/>
                  </a:lnTo>
                  <a:lnTo>
                    <a:pt x="1915667" y="153894"/>
                  </a:lnTo>
                  <a:lnTo>
                    <a:pt x="1916429" y="153162"/>
                  </a:lnTo>
                  <a:lnTo>
                    <a:pt x="1916429" y="160619"/>
                  </a:lnTo>
                  <a:lnTo>
                    <a:pt x="1917953" y="159160"/>
                  </a:lnTo>
                  <a:close/>
                </a:path>
                <a:path w="1921510" h="311785">
                  <a:moveTo>
                    <a:pt x="1916429" y="160619"/>
                  </a:moveTo>
                  <a:lnTo>
                    <a:pt x="1916429" y="153162"/>
                  </a:lnTo>
                  <a:lnTo>
                    <a:pt x="1915667" y="154686"/>
                  </a:lnTo>
                  <a:lnTo>
                    <a:pt x="1915667" y="161348"/>
                  </a:lnTo>
                  <a:lnTo>
                    <a:pt x="1916429" y="160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40308" y="1484649"/>
            <a:ext cx="16306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0101" sz="1650" spc="-7" b="1">
                <a:latin typeface="Arial"/>
                <a:cs typeface="Arial"/>
              </a:rPr>
              <a:t>sd</a:t>
            </a:r>
            <a:r>
              <a:rPr dirty="0" baseline="10101" sz="1650" spc="172" b="1">
                <a:latin typeface="Arial"/>
                <a:cs typeface="Arial"/>
              </a:rPr>
              <a:t> </a:t>
            </a:r>
            <a:r>
              <a:rPr dirty="0" sz="1100" spc="-5">
                <a:latin typeface="Arial MT"/>
                <a:cs typeface="Arial MT"/>
              </a:rPr>
              <a:t>StartVehicleBlackBox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88287" y="1814322"/>
            <a:ext cx="1293495" cy="380365"/>
            <a:chOff x="1288287" y="1814322"/>
            <a:chExt cx="1293495" cy="380365"/>
          </a:xfrm>
        </p:grpSpPr>
        <p:sp>
          <p:nvSpPr>
            <p:cNvPr id="25" name="object 25"/>
            <p:cNvSpPr/>
            <p:nvPr/>
          </p:nvSpPr>
          <p:spPr>
            <a:xfrm>
              <a:off x="1288275" y="1814321"/>
              <a:ext cx="1292860" cy="380365"/>
            </a:xfrm>
            <a:custGeom>
              <a:avLst/>
              <a:gdLst/>
              <a:ahLst/>
              <a:cxnLst/>
              <a:rect l="l" t="t" r="r" b="b"/>
              <a:pathLst>
                <a:path w="1292860" h="380364">
                  <a:moveTo>
                    <a:pt x="1292860" y="376428"/>
                  </a:moveTo>
                  <a:lnTo>
                    <a:pt x="1292618" y="376428"/>
                  </a:lnTo>
                  <a:lnTo>
                    <a:pt x="1292618" y="2286"/>
                  </a:lnTo>
                  <a:lnTo>
                    <a:pt x="1291856" y="0"/>
                  </a:lnTo>
                  <a:lnTo>
                    <a:pt x="1288808" y="0"/>
                  </a:lnTo>
                  <a:lnTo>
                    <a:pt x="1288046" y="2286"/>
                  </a:lnTo>
                  <a:lnTo>
                    <a:pt x="1290320" y="2286"/>
                  </a:lnTo>
                  <a:lnTo>
                    <a:pt x="1290320" y="376428"/>
                  </a:lnTo>
                  <a:lnTo>
                    <a:pt x="1288046" y="376428"/>
                  </a:lnTo>
                  <a:lnTo>
                    <a:pt x="2540" y="376428"/>
                  </a:lnTo>
                  <a:lnTo>
                    <a:pt x="2540" y="374472"/>
                  </a:lnTo>
                  <a:lnTo>
                    <a:pt x="1270" y="374472"/>
                  </a:lnTo>
                  <a:lnTo>
                    <a:pt x="1270" y="376059"/>
                  </a:lnTo>
                  <a:lnTo>
                    <a:pt x="0" y="376059"/>
                  </a:lnTo>
                  <a:lnTo>
                    <a:pt x="0" y="377964"/>
                  </a:lnTo>
                  <a:lnTo>
                    <a:pt x="1270" y="377964"/>
                  </a:lnTo>
                  <a:lnTo>
                    <a:pt x="1270" y="379171"/>
                  </a:lnTo>
                  <a:lnTo>
                    <a:pt x="2540" y="379171"/>
                  </a:lnTo>
                  <a:lnTo>
                    <a:pt x="2540" y="379488"/>
                  </a:lnTo>
                  <a:lnTo>
                    <a:pt x="1288046" y="379488"/>
                  </a:lnTo>
                  <a:lnTo>
                    <a:pt x="1288046" y="380238"/>
                  </a:lnTo>
                  <a:lnTo>
                    <a:pt x="1292618" y="380238"/>
                  </a:lnTo>
                  <a:lnTo>
                    <a:pt x="1292618" y="379488"/>
                  </a:lnTo>
                  <a:lnTo>
                    <a:pt x="1292860" y="379488"/>
                  </a:lnTo>
                  <a:lnTo>
                    <a:pt x="1292860" y="376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290827" y="1816608"/>
              <a:ext cx="1287780" cy="374650"/>
            </a:xfrm>
            <a:custGeom>
              <a:avLst/>
              <a:gdLst/>
              <a:ahLst/>
              <a:cxnLst/>
              <a:rect l="l" t="t" r="r" b="b"/>
              <a:pathLst>
                <a:path w="1287780" h="374650">
                  <a:moveTo>
                    <a:pt x="1287780" y="374141"/>
                  </a:moveTo>
                  <a:lnTo>
                    <a:pt x="1287780" y="0"/>
                  </a:lnTo>
                  <a:lnTo>
                    <a:pt x="0" y="0"/>
                  </a:lnTo>
                  <a:lnTo>
                    <a:pt x="0" y="374141"/>
                  </a:lnTo>
                  <a:lnTo>
                    <a:pt x="1287780" y="3741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288542" y="1814321"/>
              <a:ext cx="1292860" cy="379730"/>
            </a:xfrm>
            <a:custGeom>
              <a:avLst/>
              <a:gdLst/>
              <a:ahLst/>
              <a:cxnLst/>
              <a:rect l="l" t="t" r="r" b="b"/>
              <a:pathLst>
                <a:path w="1292860" h="379730">
                  <a:moveTo>
                    <a:pt x="1292860" y="2286"/>
                  </a:moveTo>
                  <a:lnTo>
                    <a:pt x="1292352" y="2286"/>
                  </a:lnTo>
                  <a:lnTo>
                    <a:pt x="1291590" y="0"/>
                  </a:lnTo>
                  <a:lnTo>
                    <a:pt x="1290066" y="0"/>
                  </a:lnTo>
                  <a:lnTo>
                    <a:pt x="1288542" y="0"/>
                  </a:lnTo>
                  <a:lnTo>
                    <a:pt x="1287780" y="0"/>
                  </a:lnTo>
                  <a:lnTo>
                    <a:pt x="1287780" y="4572"/>
                  </a:lnTo>
                  <a:lnTo>
                    <a:pt x="1287780" y="374142"/>
                  </a:lnTo>
                  <a:lnTo>
                    <a:pt x="5080" y="374142"/>
                  </a:lnTo>
                  <a:lnTo>
                    <a:pt x="5080" y="4572"/>
                  </a:lnTo>
                  <a:lnTo>
                    <a:pt x="1287780" y="4572"/>
                  </a:lnTo>
                  <a:lnTo>
                    <a:pt x="1287780" y="0"/>
                  </a:lnTo>
                  <a:lnTo>
                    <a:pt x="3810" y="0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2286"/>
                  </a:lnTo>
                  <a:lnTo>
                    <a:pt x="0" y="376428"/>
                  </a:lnTo>
                  <a:lnTo>
                    <a:pt x="0" y="378333"/>
                  </a:lnTo>
                  <a:lnTo>
                    <a:pt x="635" y="378333"/>
                  </a:lnTo>
                  <a:lnTo>
                    <a:pt x="762" y="378714"/>
                  </a:lnTo>
                  <a:lnTo>
                    <a:pt x="1270" y="378968"/>
                  </a:lnTo>
                  <a:lnTo>
                    <a:pt x="1270" y="379285"/>
                  </a:lnTo>
                  <a:lnTo>
                    <a:pt x="1905" y="379285"/>
                  </a:lnTo>
                  <a:lnTo>
                    <a:pt x="2286" y="379476"/>
                  </a:lnTo>
                  <a:lnTo>
                    <a:pt x="4572" y="379476"/>
                  </a:lnTo>
                  <a:lnTo>
                    <a:pt x="1287780" y="379476"/>
                  </a:lnTo>
                  <a:lnTo>
                    <a:pt x="1290066" y="379476"/>
                  </a:lnTo>
                  <a:lnTo>
                    <a:pt x="1290955" y="379031"/>
                  </a:lnTo>
                  <a:lnTo>
                    <a:pt x="1291590" y="379031"/>
                  </a:lnTo>
                  <a:lnTo>
                    <a:pt x="1291590" y="378714"/>
                  </a:lnTo>
                  <a:lnTo>
                    <a:pt x="1292225" y="376809"/>
                  </a:lnTo>
                  <a:lnTo>
                    <a:pt x="1292860" y="376809"/>
                  </a:lnTo>
                  <a:lnTo>
                    <a:pt x="1292860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527810" y="1894332"/>
              <a:ext cx="815340" cy="196850"/>
            </a:xfrm>
            <a:custGeom>
              <a:avLst/>
              <a:gdLst/>
              <a:ahLst/>
              <a:cxnLst/>
              <a:rect l="l" t="t" r="r" b="b"/>
              <a:pathLst>
                <a:path w="815339" h="196850">
                  <a:moveTo>
                    <a:pt x="815339" y="196596"/>
                  </a:moveTo>
                  <a:lnTo>
                    <a:pt x="815339" y="0"/>
                  </a:lnTo>
                  <a:lnTo>
                    <a:pt x="0" y="0"/>
                  </a:lnTo>
                  <a:lnTo>
                    <a:pt x="0" y="196596"/>
                  </a:lnTo>
                  <a:lnTo>
                    <a:pt x="815339" y="1965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293494" y="1917445"/>
            <a:ext cx="128333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driver:Driver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897117" y="1736598"/>
            <a:ext cx="2032635" cy="458470"/>
            <a:chOff x="5897117" y="1736598"/>
            <a:chExt cx="2032635" cy="458470"/>
          </a:xfrm>
        </p:grpSpPr>
        <p:sp>
          <p:nvSpPr>
            <p:cNvPr id="31" name="object 31"/>
            <p:cNvSpPr/>
            <p:nvPr/>
          </p:nvSpPr>
          <p:spPr>
            <a:xfrm>
              <a:off x="5897613" y="1736597"/>
              <a:ext cx="2032000" cy="458470"/>
            </a:xfrm>
            <a:custGeom>
              <a:avLst/>
              <a:gdLst/>
              <a:ahLst/>
              <a:cxnLst/>
              <a:rect l="l" t="t" r="r" b="b"/>
              <a:pathLst>
                <a:path w="2032000" h="458469">
                  <a:moveTo>
                    <a:pt x="2032000" y="454152"/>
                  </a:moveTo>
                  <a:lnTo>
                    <a:pt x="2031758" y="454152"/>
                  </a:lnTo>
                  <a:lnTo>
                    <a:pt x="2031758" y="2286"/>
                  </a:lnTo>
                  <a:lnTo>
                    <a:pt x="2030996" y="0"/>
                  </a:lnTo>
                  <a:lnTo>
                    <a:pt x="2027186" y="0"/>
                  </a:lnTo>
                  <a:lnTo>
                    <a:pt x="2026424" y="2286"/>
                  </a:lnTo>
                  <a:lnTo>
                    <a:pt x="2029460" y="2286"/>
                  </a:lnTo>
                  <a:lnTo>
                    <a:pt x="2029460" y="454152"/>
                  </a:lnTo>
                  <a:lnTo>
                    <a:pt x="2026424" y="454152"/>
                  </a:lnTo>
                  <a:lnTo>
                    <a:pt x="1270" y="454152"/>
                  </a:lnTo>
                  <a:lnTo>
                    <a:pt x="1270" y="452450"/>
                  </a:lnTo>
                  <a:lnTo>
                    <a:pt x="0" y="452450"/>
                  </a:lnTo>
                  <a:lnTo>
                    <a:pt x="0" y="456641"/>
                  </a:lnTo>
                  <a:lnTo>
                    <a:pt x="1270" y="456641"/>
                  </a:lnTo>
                  <a:lnTo>
                    <a:pt x="1270" y="457212"/>
                  </a:lnTo>
                  <a:lnTo>
                    <a:pt x="2026424" y="457212"/>
                  </a:lnTo>
                  <a:lnTo>
                    <a:pt x="2026424" y="457962"/>
                  </a:lnTo>
                  <a:lnTo>
                    <a:pt x="2031758" y="457962"/>
                  </a:lnTo>
                  <a:lnTo>
                    <a:pt x="2031758" y="457212"/>
                  </a:lnTo>
                  <a:lnTo>
                    <a:pt x="2032000" y="457212"/>
                  </a:lnTo>
                  <a:lnTo>
                    <a:pt x="2032000" y="454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899403" y="1738884"/>
              <a:ext cx="2028189" cy="452120"/>
            </a:xfrm>
            <a:custGeom>
              <a:avLst/>
              <a:gdLst/>
              <a:ahLst/>
              <a:cxnLst/>
              <a:rect l="l" t="t" r="r" b="b"/>
              <a:pathLst>
                <a:path w="2028190" h="452119">
                  <a:moveTo>
                    <a:pt x="2027681" y="451865"/>
                  </a:moveTo>
                  <a:lnTo>
                    <a:pt x="2027681" y="0"/>
                  </a:lnTo>
                  <a:lnTo>
                    <a:pt x="0" y="0"/>
                  </a:lnTo>
                  <a:lnTo>
                    <a:pt x="0" y="451865"/>
                  </a:lnTo>
                  <a:lnTo>
                    <a:pt x="2027681" y="4518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897105" y="1736597"/>
              <a:ext cx="2032635" cy="457200"/>
            </a:xfrm>
            <a:custGeom>
              <a:avLst/>
              <a:gdLst/>
              <a:ahLst/>
              <a:cxnLst/>
              <a:rect l="l" t="t" r="r" b="b"/>
              <a:pathLst>
                <a:path w="2032634" h="457200">
                  <a:moveTo>
                    <a:pt x="2032254" y="2286"/>
                  </a:moveTo>
                  <a:lnTo>
                    <a:pt x="2031504" y="0"/>
                  </a:lnTo>
                  <a:lnTo>
                    <a:pt x="2029968" y="0"/>
                  </a:lnTo>
                  <a:lnTo>
                    <a:pt x="2027694" y="0"/>
                  </a:lnTo>
                  <a:lnTo>
                    <a:pt x="2026920" y="0"/>
                  </a:lnTo>
                  <a:lnTo>
                    <a:pt x="2026920" y="4572"/>
                  </a:lnTo>
                  <a:lnTo>
                    <a:pt x="2026920" y="451866"/>
                  </a:lnTo>
                  <a:lnTo>
                    <a:pt x="5080" y="451866"/>
                  </a:lnTo>
                  <a:lnTo>
                    <a:pt x="5080" y="4572"/>
                  </a:lnTo>
                  <a:lnTo>
                    <a:pt x="2026920" y="4572"/>
                  </a:lnTo>
                  <a:lnTo>
                    <a:pt x="2026920" y="0"/>
                  </a:lnTo>
                  <a:lnTo>
                    <a:pt x="3810" y="0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2286"/>
                  </a:lnTo>
                  <a:lnTo>
                    <a:pt x="0" y="454152"/>
                  </a:lnTo>
                  <a:lnTo>
                    <a:pt x="0" y="456057"/>
                  </a:lnTo>
                  <a:lnTo>
                    <a:pt x="635" y="456057"/>
                  </a:lnTo>
                  <a:lnTo>
                    <a:pt x="762" y="456438"/>
                  </a:lnTo>
                  <a:lnTo>
                    <a:pt x="1270" y="456692"/>
                  </a:lnTo>
                  <a:lnTo>
                    <a:pt x="1270" y="457009"/>
                  </a:lnTo>
                  <a:lnTo>
                    <a:pt x="1905" y="457009"/>
                  </a:lnTo>
                  <a:lnTo>
                    <a:pt x="2286" y="457200"/>
                  </a:lnTo>
                  <a:lnTo>
                    <a:pt x="4572" y="457200"/>
                  </a:lnTo>
                  <a:lnTo>
                    <a:pt x="2026920" y="457200"/>
                  </a:lnTo>
                  <a:lnTo>
                    <a:pt x="2029968" y="457200"/>
                  </a:lnTo>
                  <a:lnTo>
                    <a:pt x="2030730" y="456819"/>
                  </a:lnTo>
                  <a:lnTo>
                    <a:pt x="2032012" y="456819"/>
                  </a:lnTo>
                  <a:lnTo>
                    <a:pt x="2032012" y="454875"/>
                  </a:lnTo>
                  <a:lnTo>
                    <a:pt x="2032254" y="454152"/>
                  </a:lnTo>
                  <a:lnTo>
                    <a:pt x="2032254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993130" y="1773936"/>
              <a:ext cx="1840230" cy="361950"/>
            </a:xfrm>
            <a:custGeom>
              <a:avLst/>
              <a:gdLst/>
              <a:ahLst/>
              <a:cxnLst/>
              <a:rect l="l" t="t" r="r" b="b"/>
              <a:pathLst>
                <a:path w="1840229" h="361950">
                  <a:moveTo>
                    <a:pt x="1840229" y="361950"/>
                  </a:moveTo>
                  <a:lnTo>
                    <a:pt x="1840229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1840229" y="3619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902197" y="1797050"/>
            <a:ext cx="2021839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46990">
              <a:lnSpc>
                <a:spcPts val="123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vehicle:HybridSUV</a:t>
            </a:r>
            <a:endParaRPr sz="1100">
              <a:latin typeface="Arial MT"/>
              <a:cs typeface="Arial MT"/>
            </a:endParaRPr>
          </a:p>
          <a:p>
            <a:pPr algn="ctr" marR="11430">
              <a:lnSpc>
                <a:spcPts val="1230"/>
              </a:lnSpc>
            </a:pPr>
            <a:r>
              <a:rPr dirty="0" sz="1100" spc="-5">
                <a:latin typeface="Arial MT"/>
                <a:cs typeface="Arial MT"/>
              </a:rPr>
              <a:t>ref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StartVehicleWhiteBox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868423" y="2347722"/>
            <a:ext cx="5031105" cy="586740"/>
            <a:chOff x="1868423" y="2347722"/>
            <a:chExt cx="5031105" cy="586740"/>
          </a:xfrm>
        </p:grpSpPr>
        <p:sp>
          <p:nvSpPr>
            <p:cNvPr id="37" name="object 37"/>
            <p:cNvSpPr/>
            <p:nvPr/>
          </p:nvSpPr>
          <p:spPr>
            <a:xfrm>
              <a:off x="1932927" y="2836925"/>
              <a:ext cx="4966335" cy="97790"/>
            </a:xfrm>
            <a:custGeom>
              <a:avLst/>
              <a:gdLst/>
              <a:ahLst/>
              <a:cxnLst/>
              <a:rect l="l" t="t" r="r" b="b"/>
              <a:pathLst>
                <a:path w="4966334" h="97789">
                  <a:moveTo>
                    <a:pt x="4966220" y="49530"/>
                  </a:moveTo>
                  <a:lnTo>
                    <a:pt x="4963934" y="47244"/>
                  </a:lnTo>
                  <a:lnTo>
                    <a:pt x="4816868" y="0"/>
                  </a:lnTo>
                  <a:lnTo>
                    <a:pt x="4814582" y="0"/>
                  </a:lnTo>
                  <a:lnTo>
                    <a:pt x="4813820" y="1524"/>
                  </a:lnTo>
                  <a:lnTo>
                    <a:pt x="4813820" y="3048"/>
                  </a:lnTo>
                  <a:lnTo>
                    <a:pt x="4815344" y="3810"/>
                  </a:lnTo>
                  <a:lnTo>
                    <a:pt x="4951450" y="48018"/>
                  </a:lnTo>
                  <a:lnTo>
                    <a:pt x="2540" y="48018"/>
                  </a:lnTo>
                  <a:lnTo>
                    <a:pt x="2540" y="49530"/>
                  </a:lnTo>
                  <a:lnTo>
                    <a:pt x="1270" y="49530"/>
                  </a:lnTo>
                  <a:lnTo>
                    <a:pt x="0" y="49530"/>
                  </a:lnTo>
                  <a:lnTo>
                    <a:pt x="0" y="50304"/>
                  </a:lnTo>
                  <a:lnTo>
                    <a:pt x="1270" y="50304"/>
                  </a:lnTo>
                  <a:lnTo>
                    <a:pt x="1270" y="51511"/>
                  </a:lnTo>
                  <a:lnTo>
                    <a:pt x="2540" y="51511"/>
                  </a:lnTo>
                  <a:lnTo>
                    <a:pt x="2540" y="52590"/>
                  </a:lnTo>
                  <a:lnTo>
                    <a:pt x="4945888" y="52590"/>
                  </a:lnTo>
                  <a:lnTo>
                    <a:pt x="4815344" y="92964"/>
                  </a:lnTo>
                  <a:lnTo>
                    <a:pt x="4813820" y="94488"/>
                  </a:lnTo>
                  <a:lnTo>
                    <a:pt x="4813820" y="96012"/>
                  </a:lnTo>
                  <a:lnTo>
                    <a:pt x="4814582" y="97536"/>
                  </a:lnTo>
                  <a:lnTo>
                    <a:pt x="4816868" y="97536"/>
                  </a:lnTo>
                  <a:lnTo>
                    <a:pt x="4961445" y="52590"/>
                  </a:lnTo>
                  <a:lnTo>
                    <a:pt x="4963160" y="52590"/>
                  </a:lnTo>
                  <a:lnTo>
                    <a:pt x="4963160" y="52920"/>
                  </a:lnTo>
                  <a:lnTo>
                    <a:pt x="4965700" y="52920"/>
                  </a:lnTo>
                  <a:lnTo>
                    <a:pt x="4965700" y="50050"/>
                  </a:lnTo>
                  <a:lnTo>
                    <a:pt x="4966220" y="495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870710" y="2350008"/>
              <a:ext cx="129539" cy="536575"/>
            </a:xfrm>
            <a:custGeom>
              <a:avLst/>
              <a:gdLst/>
              <a:ahLst/>
              <a:cxnLst/>
              <a:rect l="l" t="t" r="r" b="b"/>
              <a:pathLst>
                <a:path w="129539" h="536575">
                  <a:moveTo>
                    <a:pt x="129540" y="536448"/>
                  </a:moveTo>
                  <a:lnTo>
                    <a:pt x="129539" y="0"/>
                  </a:lnTo>
                  <a:lnTo>
                    <a:pt x="0" y="0"/>
                  </a:lnTo>
                  <a:lnTo>
                    <a:pt x="0" y="536448"/>
                  </a:lnTo>
                  <a:lnTo>
                    <a:pt x="129540" y="536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868423" y="2347722"/>
              <a:ext cx="135255" cy="541020"/>
            </a:xfrm>
            <a:custGeom>
              <a:avLst/>
              <a:gdLst/>
              <a:ahLst/>
              <a:cxnLst/>
              <a:rect l="l" t="t" r="r" b="b"/>
              <a:pathLst>
                <a:path w="135255" h="541019">
                  <a:moveTo>
                    <a:pt x="134874" y="538734"/>
                  </a:moveTo>
                  <a:lnTo>
                    <a:pt x="134874" y="2286"/>
                  </a:lnTo>
                  <a:lnTo>
                    <a:pt x="134112" y="762"/>
                  </a:lnTo>
                  <a:lnTo>
                    <a:pt x="131826" y="0"/>
                  </a:lnTo>
                  <a:lnTo>
                    <a:pt x="2286" y="0"/>
                  </a:lnTo>
                  <a:lnTo>
                    <a:pt x="0" y="762"/>
                  </a:lnTo>
                  <a:lnTo>
                    <a:pt x="0" y="540258"/>
                  </a:lnTo>
                  <a:lnTo>
                    <a:pt x="2286" y="541020"/>
                  </a:lnTo>
                  <a:lnTo>
                    <a:pt x="2286" y="4572"/>
                  </a:lnTo>
                  <a:lnTo>
                    <a:pt x="4571" y="2286"/>
                  </a:lnTo>
                  <a:lnTo>
                    <a:pt x="4571" y="4572"/>
                  </a:lnTo>
                  <a:lnTo>
                    <a:pt x="129539" y="4572"/>
                  </a:lnTo>
                  <a:lnTo>
                    <a:pt x="129539" y="2286"/>
                  </a:lnTo>
                  <a:lnTo>
                    <a:pt x="131826" y="4572"/>
                  </a:lnTo>
                  <a:lnTo>
                    <a:pt x="131826" y="541020"/>
                  </a:lnTo>
                  <a:lnTo>
                    <a:pt x="134112" y="540258"/>
                  </a:lnTo>
                  <a:lnTo>
                    <a:pt x="134874" y="538734"/>
                  </a:lnTo>
                  <a:close/>
                </a:path>
                <a:path w="135255" h="541019">
                  <a:moveTo>
                    <a:pt x="4571" y="4572"/>
                  </a:moveTo>
                  <a:lnTo>
                    <a:pt x="4571" y="2286"/>
                  </a:lnTo>
                  <a:lnTo>
                    <a:pt x="2286" y="4572"/>
                  </a:lnTo>
                  <a:lnTo>
                    <a:pt x="4571" y="4572"/>
                  </a:lnTo>
                  <a:close/>
                </a:path>
                <a:path w="135255" h="541019">
                  <a:moveTo>
                    <a:pt x="4572" y="536448"/>
                  </a:moveTo>
                  <a:lnTo>
                    <a:pt x="4571" y="4572"/>
                  </a:lnTo>
                  <a:lnTo>
                    <a:pt x="2286" y="4572"/>
                  </a:lnTo>
                  <a:lnTo>
                    <a:pt x="2286" y="536448"/>
                  </a:lnTo>
                  <a:lnTo>
                    <a:pt x="4572" y="536448"/>
                  </a:lnTo>
                  <a:close/>
                </a:path>
                <a:path w="135255" h="541019">
                  <a:moveTo>
                    <a:pt x="131826" y="536448"/>
                  </a:moveTo>
                  <a:lnTo>
                    <a:pt x="2286" y="536448"/>
                  </a:lnTo>
                  <a:lnTo>
                    <a:pt x="4572" y="538734"/>
                  </a:lnTo>
                  <a:lnTo>
                    <a:pt x="4572" y="541020"/>
                  </a:lnTo>
                  <a:lnTo>
                    <a:pt x="129540" y="541020"/>
                  </a:lnTo>
                  <a:lnTo>
                    <a:pt x="129540" y="538734"/>
                  </a:lnTo>
                  <a:lnTo>
                    <a:pt x="131826" y="536448"/>
                  </a:lnTo>
                  <a:close/>
                </a:path>
                <a:path w="135255" h="541019">
                  <a:moveTo>
                    <a:pt x="4572" y="541020"/>
                  </a:moveTo>
                  <a:lnTo>
                    <a:pt x="4572" y="538734"/>
                  </a:lnTo>
                  <a:lnTo>
                    <a:pt x="2286" y="536448"/>
                  </a:lnTo>
                  <a:lnTo>
                    <a:pt x="2286" y="541020"/>
                  </a:lnTo>
                  <a:lnTo>
                    <a:pt x="4572" y="541020"/>
                  </a:lnTo>
                  <a:close/>
                </a:path>
                <a:path w="135255" h="541019">
                  <a:moveTo>
                    <a:pt x="131826" y="4572"/>
                  </a:moveTo>
                  <a:lnTo>
                    <a:pt x="129539" y="2286"/>
                  </a:lnTo>
                  <a:lnTo>
                    <a:pt x="129539" y="4572"/>
                  </a:lnTo>
                  <a:lnTo>
                    <a:pt x="131826" y="4572"/>
                  </a:lnTo>
                  <a:close/>
                </a:path>
                <a:path w="135255" h="541019">
                  <a:moveTo>
                    <a:pt x="131826" y="536448"/>
                  </a:moveTo>
                  <a:lnTo>
                    <a:pt x="131826" y="4572"/>
                  </a:lnTo>
                  <a:lnTo>
                    <a:pt x="129539" y="4572"/>
                  </a:lnTo>
                  <a:lnTo>
                    <a:pt x="129540" y="536448"/>
                  </a:lnTo>
                  <a:lnTo>
                    <a:pt x="131826" y="536448"/>
                  </a:lnTo>
                  <a:close/>
                </a:path>
                <a:path w="135255" h="541019">
                  <a:moveTo>
                    <a:pt x="131826" y="541020"/>
                  </a:moveTo>
                  <a:lnTo>
                    <a:pt x="131826" y="536448"/>
                  </a:lnTo>
                  <a:lnTo>
                    <a:pt x="129540" y="538734"/>
                  </a:lnTo>
                  <a:lnTo>
                    <a:pt x="129540" y="541020"/>
                  </a:lnTo>
                  <a:lnTo>
                    <a:pt x="131826" y="541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3934205" y="2624327"/>
            <a:ext cx="965835" cy="19748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7939" rIns="0" bIns="0" rtlCol="0" vert="horz">
            <a:spAutoFit/>
          </a:bodyPr>
          <a:lstStyle/>
          <a:p>
            <a:pPr marL="5080">
              <a:lnSpc>
                <a:spcPct val="100000"/>
              </a:lnSpc>
              <a:spcBef>
                <a:spcPts val="219"/>
              </a:spcBef>
            </a:pPr>
            <a:r>
              <a:rPr dirty="0" sz="1100" spc="-5">
                <a:latin typeface="Arial MT"/>
                <a:cs typeface="Arial MT"/>
              </a:rPr>
              <a:t>1: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StartVehicle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129721" y="6500929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52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52827" y="2392679"/>
            <a:ext cx="1211580" cy="1955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8415" rIns="0" bIns="0" rtlCol="0" vert="horz">
            <a:spAutoFit/>
          </a:bodyPr>
          <a:lstStyle/>
          <a:p>
            <a:pPr marL="8255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Arial MT"/>
                <a:cs typeface="Arial MT"/>
              </a:rPr>
              <a:t>turnIgnitionToStart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51788" y="954023"/>
            <a:ext cx="6144260" cy="4791710"/>
            <a:chOff x="1351788" y="954023"/>
            <a:chExt cx="6144260" cy="4791710"/>
          </a:xfrm>
        </p:grpSpPr>
        <p:sp>
          <p:nvSpPr>
            <p:cNvPr id="4" name="object 4"/>
            <p:cNvSpPr/>
            <p:nvPr/>
          </p:nvSpPr>
          <p:spPr>
            <a:xfrm>
              <a:off x="5991605" y="1771650"/>
              <a:ext cx="0" cy="3763010"/>
            </a:xfrm>
            <a:custGeom>
              <a:avLst/>
              <a:gdLst/>
              <a:ahLst/>
              <a:cxnLst/>
              <a:rect l="l" t="t" r="r" b="b"/>
              <a:pathLst>
                <a:path w="0" h="3763010">
                  <a:moveTo>
                    <a:pt x="0" y="0"/>
                  </a:moveTo>
                  <a:lnTo>
                    <a:pt x="0" y="3762755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67480" y="1781555"/>
              <a:ext cx="0" cy="3762375"/>
            </a:xfrm>
            <a:custGeom>
              <a:avLst/>
              <a:gdLst/>
              <a:ahLst/>
              <a:cxnLst/>
              <a:rect l="l" t="t" r="r" b="b"/>
              <a:pathLst>
                <a:path w="0" h="3762375">
                  <a:moveTo>
                    <a:pt x="0" y="0"/>
                  </a:moveTo>
                  <a:lnTo>
                    <a:pt x="0" y="3761994"/>
                  </a:lnTo>
                </a:path>
              </a:pathLst>
            </a:custGeom>
            <a:ln w="990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51788" y="954036"/>
              <a:ext cx="6144260" cy="4791710"/>
            </a:xfrm>
            <a:custGeom>
              <a:avLst/>
              <a:gdLst/>
              <a:ahLst/>
              <a:cxnLst/>
              <a:rect l="l" t="t" r="r" b="b"/>
              <a:pathLst>
                <a:path w="6144259" h="4791710">
                  <a:moveTo>
                    <a:pt x="6144006" y="2286"/>
                  </a:moveTo>
                  <a:lnTo>
                    <a:pt x="6143244" y="0"/>
                  </a:lnTo>
                  <a:lnTo>
                    <a:pt x="6139434" y="0"/>
                  </a:lnTo>
                  <a:lnTo>
                    <a:pt x="6139434" y="4572"/>
                  </a:lnTo>
                  <a:lnTo>
                    <a:pt x="6139434" y="4786122"/>
                  </a:lnTo>
                  <a:lnTo>
                    <a:pt x="5334" y="4786122"/>
                  </a:lnTo>
                  <a:lnTo>
                    <a:pt x="5334" y="4572"/>
                  </a:lnTo>
                  <a:lnTo>
                    <a:pt x="6139434" y="4572"/>
                  </a:lnTo>
                  <a:lnTo>
                    <a:pt x="6139434" y="0"/>
                  </a:lnTo>
                  <a:lnTo>
                    <a:pt x="762" y="0"/>
                  </a:lnTo>
                  <a:lnTo>
                    <a:pt x="0" y="2286"/>
                  </a:lnTo>
                  <a:lnTo>
                    <a:pt x="0" y="4788408"/>
                  </a:lnTo>
                  <a:lnTo>
                    <a:pt x="495" y="4789398"/>
                  </a:lnTo>
                  <a:lnTo>
                    <a:pt x="495" y="4790262"/>
                  </a:lnTo>
                  <a:lnTo>
                    <a:pt x="1752" y="4790262"/>
                  </a:lnTo>
                  <a:lnTo>
                    <a:pt x="3035" y="4790694"/>
                  </a:lnTo>
                  <a:lnTo>
                    <a:pt x="3035" y="4791456"/>
                  </a:lnTo>
                  <a:lnTo>
                    <a:pt x="6142215" y="4791456"/>
                  </a:lnTo>
                  <a:lnTo>
                    <a:pt x="6142215" y="4791634"/>
                  </a:lnTo>
                  <a:lnTo>
                    <a:pt x="6143485" y="4791634"/>
                  </a:lnTo>
                  <a:lnTo>
                    <a:pt x="6143485" y="4789449"/>
                  </a:lnTo>
                  <a:lnTo>
                    <a:pt x="6144006" y="4788408"/>
                  </a:lnTo>
                  <a:lnTo>
                    <a:pt x="6144006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54835" y="956309"/>
              <a:ext cx="1882139" cy="298450"/>
            </a:xfrm>
            <a:custGeom>
              <a:avLst/>
              <a:gdLst/>
              <a:ahLst/>
              <a:cxnLst/>
              <a:rect l="l" t="t" r="r" b="b"/>
              <a:pathLst>
                <a:path w="1882139" h="298450">
                  <a:moveTo>
                    <a:pt x="1882139" y="148590"/>
                  </a:moveTo>
                  <a:lnTo>
                    <a:pt x="1882139" y="0"/>
                  </a:lnTo>
                  <a:lnTo>
                    <a:pt x="0" y="0"/>
                  </a:lnTo>
                  <a:lnTo>
                    <a:pt x="0" y="297942"/>
                  </a:lnTo>
                  <a:lnTo>
                    <a:pt x="1723644" y="297942"/>
                  </a:lnTo>
                  <a:lnTo>
                    <a:pt x="1882139" y="1485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51788" y="954023"/>
              <a:ext cx="1888489" cy="302895"/>
            </a:xfrm>
            <a:custGeom>
              <a:avLst/>
              <a:gdLst/>
              <a:ahLst/>
              <a:cxnLst/>
              <a:rect l="l" t="t" r="r" b="b"/>
              <a:pathLst>
                <a:path w="1888489" h="302894">
                  <a:moveTo>
                    <a:pt x="1888236" y="150875"/>
                  </a:moveTo>
                  <a:lnTo>
                    <a:pt x="1888236" y="2285"/>
                  </a:lnTo>
                  <a:lnTo>
                    <a:pt x="1887474" y="0"/>
                  </a:lnTo>
                  <a:lnTo>
                    <a:pt x="762" y="0"/>
                  </a:lnTo>
                  <a:lnTo>
                    <a:pt x="0" y="2285"/>
                  </a:lnTo>
                  <a:lnTo>
                    <a:pt x="0" y="300227"/>
                  </a:lnTo>
                  <a:lnTo>
                    <a:pt x="762" y="302513"/>
                  </a:lnTo>
                  <a:lnTo>
                    <a:pt x="3047" y="302513"/>
                  </a:lnTo>
                  <a:lnTo>
                    <a:pt x="3048" y="4571"/>
                  </a:lnTo>
                  <a:lnTo>
                    <a:pt x="5334" y="2285"/>
                  </a:lnTo>
                  <a:lnTo>
                    <a:pt x="5334" y="4571"/>
                  </a:lnTo>
                  <a:lnTo>
                    <a:pt x="1882902" y="4571"/>
                  </a:lnTo>
                  <a:lnTo>
                    <a:pt x="1882902" y="2285"/>
                  </a:lnTo>
                  <a:lnTo>
                    <a:pt x="1885188" y="4571"/>
                  </a:lnTo>
                  <a:lnTo>
                    <a:pt x="1885188" y="155305"/>
                  </a:lnTo>
                  <a:lnTo>
                    <a:pt x="1887474" y="153161"/>
                  </a:lnTo>
                  <a:lnTo>
                    <a:pt x="1888236" y="150875"/>
                  </a:lnTo>
                  <a:close/>
                </a:path>
                <a:path w="1888489" h="302894">
                  <a:moveTo>
                    <a:pt x="5334" y="4571"/>
                  </a:moveTo>
                  <a:lnTo>
                    <a:pt x="5334" y="2285"/>
                  </a:lnTo>
                  <a:lnTo>
                    <a:pt x="3048" y="4571"/>
                  </a:lnTo>
                  <a:lnTo>
                    <a:pt x="5334" y="4571"/>
                  </a:lnTo>
                  <a:close/>
                </a:path>
                <a:path w="1888489" h="302894">
                  <a:moveTo>
                    <a:pt x="5334" y="297941"/>
                  </a:moveTo>
                  <a:lnTo>
                    <a:pt x="5334" y="4571"/>
                  </a:lnTo>
                  <a:lnTo>
                    <a:pt x="3048" y="4571"/>
                  </a:lnTo>
                  <a:lnTo>
                    <a:pt x="3048" y="297941"/>
                  </a:lnTo>
                  <a:lnTo>
                    <a:pt x="5334" y="297941"/>
                  </a:lnTo>
                  <a:close/>
                </a:path>
                <a:path w="1888489" h="302894">
                  <a:moveTo>
                    <a:pt x="1725976" y="297941"/>
                  </a:moveTo>
                  <a:lnTo>
                    <a:pt x="3048" y="297941"/>
                  </a:lnTo>
                  <a:lnTo>
                    <a:pt x="5334" y="300227"/>
                  </a:lnTo>
                  <a:lnTo>
                    <a:pt x="5334" y="302513"/>
                  </a:lnTo>
                  <a:lnTo>
                    <a:pt x="1725167" y="302513"/>
                  </a:lnTo>
                  <a:lnTo>
                    <a:pt x="1725167" y="298703"/>
                  </a:lnTo>
                  <a:lnTo>
                    <a:pt x="1725976" y="297941"/>
                  </a:lnTo>
                  <a:close/>
                </a:path>
                <a:path w="1888489" h="302894">
                  <a:moveTo>
                    <a:pt x="5334" y="302513"/>
                  </a:moveTo>
                  <a:lnTo>
                    <a:pt x="5334" y="300227"/>
                  </a:lnTo>
                  <a:lnTo>
                    <a:pt x="3048" y="297941"/>
                  </a:lnTo>
                  <a:lnTo>
                    <a:pt x="3047" y="302513"/>
                  </a:lnTo>
                  <a:lnTo>
                    <a:pt x="5334" y="302513"/>
                  </a:lnTo>
                  <a:close/>
                </a:path>
                <a:path w="1888489" h="302894">
                  <a:moveTo>
                    <a:pt x="1726691" y="297941"/>
                  </a:moveTo>
                  <a:lnTo>
                    <a:pt x="1725976" y="297941"/>
                  </a:lnTo>
                  <a:lnTo>
                    <a:pt x="1725167" y="298703"/>
                  </a:lnTo>
                  <a:lnTo>
                    <a:pt x="1726691" y="297941"/>
                  </a:lnTo>
                  <a:close/>
                </a:path>
                <a:path w="1888489" h="302894">
                  <a:moveTo>
                    <a:pt x="1726691" y="302513"/>
                  </a:moveTo>
                  <a:lnTo>
                    <a:pt x="1726691" y="297941"/>
                  </a:lnTo>
                  <a:lnTo>
                    <a:pt x="1725167" y="298703"/>
                  </a:lnTo>
                  <a:lnTo>
                    <a:pt x="1725167" y="302513"/>
                  </a:lnTo>
                  <a:lnTo>
                    <a:pt x="1726691" y="302513"/>
                  </a:lnTo>
                  <a:close/>
                </a:path>
                <a:path w="1888489" h="302894">
                  <a:moveTo>
                    <a:pt x="1883664" y="149351"/>
                  </a:moveTo>
                  <a:lnTo>
                    <a:pt x="1725976" y="297941"/>
                  </a:lnTo>
                  <a:lnTo>
                    <a:pt x="1726691" y="297941"/>
                  </a:lnTo>
                  <a:lnTo>
                    <a:pt x="1726691" y="302513"/>
                  </a:lnTo>
                  <a:lnTo>
                    <a:pt x="1728215" y="302513"/>
                  </a:lnTo>
                  <a:lnTo>
                    <a:pt x="1882902" y="157449"/>
                  </a:lnTo>
                  <a:lnTo>
                    <a:pt x="1882902" y="150875"/>
                  </a:lnTo>
                  <a:lnTo>
                    <a:pt x="1883664" y="149351"/>
                  </a:lnTo>
                  <a:close/>
                </a:path>
                <a:path w="1888489" h="302894">
                  <a:moveTo>
                    <a:pt x="1885188" y="4571"/>
                  </a:moveTo>
                  <a:lnTo>
                    <a:pt x="1882902" y="2285"/>
                  </a:lnTo>
                  <a:lnTo>
                    <a:pt x="1882902" y="4571"/>
                  </a:lnTo>
                  <a:lnTo>
                    <a:pt x="1885188" y="4571"/>
                  </a:lnTo>
                  <a:close/>
                </a:path>
                <a:path w="1888489" h="302894">
                  <a:moveTo>
                    <a:pt x="1885188" y="155305"/>
                  </a:moveTo>
                  <a:lnTo>
                    <a:pt x="1885188" y="4571"/>
                  </a:lnTo>
                  <a:lnTo>
                    <a:pt x="1882902" y="4571"/>
                  </a:lnTo>
                  <a:lnTo>
                    <a:pt x="1882902" y="150070"/>
                  </a:lnTo>
                  <a:lnTo>
                    <a:pt x="1883664" y="149351"/>
                  </a:lnTo>
                  <a:lnTo>
                    <a:pt x="1883664" y="156735"/>
                  </a:lnTo>
                  <a:lnTo>
                    <a:pt x="1885188" y="155305"/>
                  </a:lnTo>
                  <a:close/>
                </a:path>
                <a:path w="1888489" h="302894">
                  <a:moveTo>
                    <a:pt x="1883664" y="156735"/>
                  </a:moveTo>
                  <a:lnTo>
                    <a:pt x="1883664" y="149351"/>
                  </a:lnTo>
                  <a:lnTo>
                    <a:pt x="1882902" y="150875"/>
                  </a:lnTo>
                  <a:lnTo>
                    <a:pt x="1882902" y="157449"/>
                  </a:lnTo>
                  <a:lnTo>
                    <a:pt x="1883664" y="1567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17217" y="412495"/>
            <a:ext cx="56070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White</a:t>
            </a:r>
            <a:r>
              <a:rPr dirty="0" spc="-40"/>
              <a:t> </a:t>
            </a:r>
            <a:r>
              <a:rPr dirty="0"/>
              <a:t>Box</a:t>
            </a:r>
            <a:r>
              <a:rPr dirty="0" spc="-35"/>
              <a:t> </a:t>
            </a:r>
            <a:r>
              <a:rPr dirty="0"/>
              <a:t>Sequence</a:t>
            </a:r>
            <a:r>
              <a:rPr dirty="0" spc="-20"/>
              <a:t> </a:t>
            </a:r>
            <a:r>
              <a:rPr dirty="0"/>
              <a:t>(StartVehicle)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495300" y="5909309"/>
            <a:ext cx="7848600" cy="476250"/>
            <a:chOff x="495300" y="5909309"/>
            <a:chExt cx="7848600" cy="47625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5909309"/>
              <a:ext cx="7848600" cy="4762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711" y="6028943"/>
              <a:ext cx="7388352" cy="3352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24154" y="5943853"/>
            <a:ext cx="73920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Decomposition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Black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Box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Into White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Box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Interaction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6313" y="1012896"/>
            <a:ext cx="158940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baseline="10101" sz="1650" spc="-7" b="1">
                <a:latin typeface="Arial"/>
                <a:cs typeface="Arial"/>
              </a:rPr>
              <a:t>sd</a:t>
            </a:r>
            <a:r>
              <a:rPr dirty="0" baseline="10101" sz="1650" spc="-179" b="1">
                <a:latin typeface="Arial"/>
                <a:cs typeface="Arial"/>
              </a:rPr>
              <a:t> </a:t>
            </a:r>
            <a:r>
              <a:rPr dirty="0" sz="1100" spc="-5">
                <a:latin typeface="Arial MT"/>
                <a:cs typeface="Arial MT"/>
              </a:rPr>
              <a:t>StartVehicleWhiteBox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50998" y="1401318"/>
            <a:ext cx="1659255" cy="379095"/>
            <a:chOff x="2650998" y="1401318"/>
            <a:chExt cx="1659255" cy="379095"/>
          </a:xfrm>
        </p:grpSpPr>
        <p:sp>
          <p:nvSpPr>
            <p:cNvPr id="16" name="object 16"/>
            <p:cNvSpPr/>
            <p:nvPr/>
          </p:nvSpPr>
          <p:spPr>
            <a:xfrm>
              <a:off x="2651493" y="1401508"/>
              <a:ext cx="1658620" cy="379095"/>
            </a:xfrm>
            <a:custGeom>
              <a:avLst/>
              <a:gdLst/>
              <a:ahLst/>
              <a:cxnLst/>
              <a:rect l="l" t="t" r="r" b="b"/>
              <a:pathLst>
                <a:path w="1658620" h="379094">
                  <a:moveTo>
                    <a:pt x="1658620" y="375475"/>
                  </a:moveTo>
                  <a:lnTo>
                    <a:pt x="1658378" y="375475"/>
                  </a:lnTo>
                  <a:lnTo>
                    <a:pt x="1658378" y="2095"/>
                  </a:lnTo>
                  <a:lnTo>
                    <a:pt x="1658378" y="825"/>
                  </a:lnTo>
                  <a:lnTo>
                    <a:pt x="1657108" y="825"/>
                  </a:lnTo>
                  <a:lnTo>
                    <a:pt x="1657108" y="0"/>
                  </a:lnTo>
                  <a:lnTo>
                    <a:pt x="1655838" y="0"/>
                  </a:lnTo>
                  <a:lnTo>
                    <a:pt x="1655838" y="317"/>
                  </a:lnTo>
                  <a:lnTo>
                    <a:pt x="1653298" y="317"/>
                  </a:lnTo>
                  <a:lnTo>
                    <a:pt x="1653298" y="2095"/>
                  </a:lnTo>
                  <a:lnTo>
                    <a:pt x="1655838" y="2095"/>
                  </a:lnTo>
                  <a:lnTo>
                    <a:pt x="1656080" y="2095"/>
                  </a:lnTo>
                  <a:lnTo>
                    <a:pt x="1656080" y="375475"/>
                  </a:lnTo>
                  <a:lnTo>
                    <a:pt x="1653044" y="375475"/>
                  </a:lnTo>
                  <a:lnTo>
                    <a:pt x="1270" y="375475"/>
                  </a:lnTo>
                  <a:lnTo>
                    <a:pt x="1270" y="373583"/>
                  </a:lnTo>
                  <a:lnTo>
                    <a:pt x="0" y="373583"/>
                  </a:lnTo>
                  <a:lnTo>
                    <a:pt x="0" y="377393"/>
                  </a:lnTo>
                  <a:lnTo>
                    <a:pt x="1270" y="377393"/>
                  </a:lnTo>
                  <a:lnTo>
                    <a:pt x="1270" y="377774"/>
                  </a:lnTo>
                  <a:lnTo>
                    <a:pt x="1653044" y="377774"/>
                  </a:lnTo>
                  <a:lnTo>
                    <a:pt x="1653044" y="378523"/>
                  </a:lnTo>
                  <a:lnTo>
                    <a:pt x="1658378" y="378523"/>
                  </a:lnTo>
                  <a:lnTo>
                    <a:pt x="1658378" y="377774"/>
                  </a:lnTo>
                  <a:lnTo>
                    <a:pt x="1658620" y="377774"/>
                  </a:lnTo>
                  <a:lnTo>
                    <a:pt x="1658620" y="3754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53283" y="1403603"/>
              <a:ext cx="1654810" cy="373380"/>
            </a:xfrm>
            <a:custGeom>
              <a:avLst/>
              <a:gdLst/>
              <a:ahLst/>
              <a:cxnLst/>
              <a:rect l="l" t="t" r="r" b="b"/>
              <a:pathLst>
                <a:path w="1654810" h="373380">
                  <a:moveTo>
                    <a:pt x="1654302" y="373379"/>
                  </a:moveTo>
                  <a:lnTo>
                    <a:pt x="1654302" y="0"/>
                  </a:lnTo>
                  <a:lnTo>
                    <a:pt x="0" y="0"/>
                  </a:lnTo>
                  <a:lnTo>
                    <a:pt x="0" y="373379"/>
                  </a:lnTo>
                  <a:lnTo>
                    <a:pt x="1654302" y="3733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50998" y="1401330"/>
              <a:ext cx="1659255" cy="378460"/>
            </a:xfrm>
            <a:custGeom>
              <a:avLst/>
              <a:gdLst/>
              <a:ahLst/>
              <a:cxnLst/>
              <a:rect l="l" t="t" r="r" b="b"/>
              <a:pathLst>
                <a:path w="1659254" h="378460">
                  <a:moveTo>
                    <a:pt x="1658874" y="2286"/>
                  </a:moveTo>
                  <a:lnTo>
                    <a:pt x="1658620" y="1778"/>
                  </a:lnTo>
                  <a:lnTo>
                    <a:pt x="1658620" y="368"/>
                  </a:lnTo>
                  <a:lnTo>
                    <a:pt x="1657324" y="368"/>
                  </a:lnTo>
                  <a:lnTo>
                    <a:pt x="1656588" y="0"/>
                  </a:lnTo>
                  <a:lnTo>
                    <a:pt x="1653540" y="0"/>
                  </a:lnTo>
                  <a:lnTo>
                    <a:pt x="1653540" y="4572"/>
                  </a:lnTo>
                  <a:lnTo>
                    <a:pt x="1653540" y="373380"/>
                  </a:lnTo>
                  <a:lnTo>
                    <a:pt x="5080" y="373380"/>
                  </a:lnTo>
                  <a:lnTo>
                    <a:pt x="5080" y="4572"/>
                  </a:lnTo>
                  <a:lnTo>
                    <a:pt x="1653540" y="4572"/>
                  </a:lnTo>
                  <a:lnTo>
                    <a:pt x="1653540" y="0"/>
                  </a:lnTo>
                  <a:lnTo>
                    <a:pt x="2286" y="0"/>
                  </a:lnTo>
                  <a:lnTo>
                    <a:pt x="1930" y="177"/>
                  </a:lnTo>
                  <a:lnTo>
                    <a:pt x="1270" y="177"/>
                  </a:lnTo>
                  <a:lnTo>
                    <a:pt x="1270" y="508"/>
                  </a:lnTo>
                  <a:lnTo>
                    <a:pt x="762" y="762"/>
                  </a:lnTo>
                  <a:lnTo>
                    <a:pt x="635" y="1003"/>
                  </a:lnTo>
                  <a:lnTo>
                    <a:pt x="0" y="1003"/>
                  </a:lnTo>
                  <a:lnTo>
                    <a:pt x="0" y="2273"/>
                  </a:lnTo>
                  <a:lnTo>
                    <a:pt x="0" y="375666"/>
                  </a:lnTo>
                  <a:lnTo>
                    <a:pt x="0" y="376923"/>
                  </a:lnTo>
                  <a:lnTo>
                    <a:pt x="622" y="376923"/>
                  </a:lnTo>
                  <a:lnTo>
                    <a:pt x="762" y="377190"/>
                  </a:lnTo>
                  <a:lnTo>
                    <a:pt x="1270" y="377444"/>
                  </a:lnTo>
                  <a:lnTo>
                    <a:pt x="1270" y="377748"/>
                  </a:lnTo>
                  <a:lnTo>
                    <a:pt x="1879" y="377748"/>
                  </a:lnTo>
                  <a:lnTo>
                    <a:pt x="2286" y="377952"/>
                  </a:lnTo>
                  <a:lnTo>
                    <a:pt x="4572" y="377952"/>
                  </a:lnTo>
                  <a:lnTo>
                    <a:pt x="1653540" y="377952"/>
                  </a:lnTo>
                  <a:lnTo>
                    <a:pt x="1656588" y="377952"/>
                  </a:lnTo>
                  <a:lnTo>
                    <a:pt x="1657375" y="377558"/>
                  </a:lnTo>
                  <a:lnTo>
                    <a:pt x="1658620" y="377558"/>
                  </a:lnTo>
                  <a:lnTo>
                    <a:pt x="1658620" y="376174"/>
                  </a:lnTo>
                  <a:lnTo>
                    <a:pt x="1658874" y="375666"/>
                  </a:lnTo>
                  <a:lnTo>
                    <a:pt x="1658874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81300" y="1484375"/>
              <a:ext cx="1396365" cy="192405"/>
            </a:xfrm>
            <a:custGeom>
              <a:avLst/>
              <a:gdLst/>
              <a:ahLst/>
              <a:cxnLst/>
              <a:rect l="l" t="t" r="r" b="b"/>
              <a:pathLst>
                <a:path w="1396364" h="192405">
                  <a:moveTo>
                    <a:pt x="1395984" y="192023"/>
                  </a:moveTo>
                  <a:lnTo>
                    <a:pt x="1395984" y="0"/>
                  </a:lnTo>
                  <a:lnTo>
                    <a:pt x="0" y="0"/>
                  </a:lnTo>
                  <a:lnTo>
                    <a:pt x="0" y="192023"/>
                  </a:lnTo>
                  <a:lnTo>
                    <a:pt x="1395984" y="1920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653283" y="1403603"/>
            <a:ext cx="1654810" cy="37338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910"/>
              </a:spcBef>
            </a:pPr>
            <a:r>
              <a:rPr dirty="0" sz="1100" spc="-5">
                <a:latin typeface="Arial MT"/>
                <a:cs typeface="Arial MT"/>
              </a:rPr>
              <a:t>ecu:PowerControlUnit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71288" y="1401317"/>
            <a:ext cx="2052320" cy="379095"/>
            <a:chOff x="4971288" y="1401317"/>
            <a:chExt cx="2052320" cy="379095"/>
          </a:xfrm>
        </p:grpSpPr>
        <p:sp>
          <p:nvSpPr>
            <p:cNvPr id="22" name="object 22"/>
            <p:cNvSpPr/>
            <p:nvPr/>
          </p:nvSpPr>
          <p:spPr>
            <a:xfrm>
              <a:off x="4971783" y="1401317"/>
              <a:ext cx="2051050" cy="379095"/>
            </a:xfrm>
            <a:custGeom>
              <a:avLst/>
              <a:gdLst/>
              <a:ahLst/>
              <a:cxnLst/>
              <a:rect l="l" t="t" r="r" b="b"/>
              <a:pathLst>
                <a:path w="2051050" h="379094">
                  <a:moveTo>
                    <a:pt x="2051050" y="375666"/>
                  </a:moveTo>
                  <a:lnTo>
                    <a:pt x="2050808" y="375666"/>
                  </a:lnTo>
                  <a:lnTo>
                    <a:pt x="2050808" y="2286"/>
                  </a:lnTo>
                  <a:lnTo>
                    <a:pt x="2050046" y="762"/>
                  </a:lnTo>
                  <a:lnTo>
                    <a:pt x="2048522" y="0"/>
                  </a:lnTo>
                  <a:lnTo>
                    <a:pt x="2046998" y="762"/>
                  </a:lnTo>
                  <a:lnTo>
                    <a:pt x="2046236" y="2286"/>
                  </a:lnTo>
                  <a:lnTo>
                    <a:pt x="2046236" y="375666"/>
                  </a:lnTo>
                  <a:lnTo>
                    <a:pt x="2540" y="375666"/>
                  </a:lnTo>
                  <a:lnTo>
                    <a:pt x="2540" y="373811"/>
                  </a:lnTo>
                  <a:lnTo>
                    <a:pt x="0" y="373811"/>
                  </a:lnTo>
                  <a:lnTo>
                    <a:pt x="0" y="377532"/>
                  </a:lnTo>
                  <a:lnTo>
                    <a:pt x="2540" y="377532"/>
                  </a:lnTo>
                  <a:lnTo>
                    <a:pt x="2540" y="377964"/>
                  </a:lnTo>
                  <a:lnTo>
                    <a:pt x="2046236" y="377964"/>
                  </a:lnTo>
                  <a:lnTo>
                    <a:pt x="2046236" y="378714"/>
                  </a:lnTo>
                  <a:lnTo>
                    <a:pt x="2050808" y="378714"/>
                  </a:lnTo>
                  <a:lnTo>
                    <a:pt x="2050808" y="377964"/>
                  </a:lnTo>
                  <a:lnTo>
                    <a:pt x="2051050" y="377964"/>
                  </a:lnTo>
                  <a:lnTo>
                    <a:pt x="2051050" y="3756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974335" y="1403603"/>
              <a:ext cx="2045970" cy="373380"/>
            </a:xfrm>
            <a:custGeom>
              <a:avLst/>
              <a:gdLst/>
              <a:ahLst/>
              <a:cxnLst/>
              <a:rect l="l" t="t" r="r" b="b"/>
              <a:pathLst>
                <a:path w="2045970" h="373380">
                  <a:moveTo>
                    <a:pt x="2045970" y="373379"/>
                  </a:moveTo>
                  <a:lnTo>
                    <a:pt x="2045970" y="0"/>
                  </a:lnTo>
                  <a:lnTo>
                    <a:pt x="0" y="0"/>
                  </a:lnTo>
                  <a:lnTo>
                    <a:pt x="0" y="373379"/>
                  </a:lnTo>
                  <a:lnTo>
                    <a:pt x="2045970" y="3733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971288" y="1401330"/>
              <a:ext cx="2052320" cy="378460"/>
            </a:xfrm>
            <a:custGeom>
              <a:avLst/>
              <a:gdLst/>
              <a:ahLst/>
              <a:cxnLst/>
              <a:rect l="l" t="t" r="r" b="b"/>
              <a:pathLst>
                <a:path w="2052320" h="378460">
                  <a:moveTo>
                    <a:pt x="2051812" y="2019"/>
                  </a:moveTo>
                  <a:lnTo>
                    <a:pt x="2051164" y="2019"/>
                  </a:lnTo>
                  <a:lnTo>
                    <a:pt x="2050542" y="762"/>
                  </a:lnTo>
                  <a:lnTo>
                    <a:pt x="2050542" y="431"/>
                  </a:lnTo>
                  <a:lnTo>
                    <a:pt x="2049881" y="431"/>
                  </a:lnTo>
                  <a:lnTo>
                    <a:pt x="2049018" y="0"/>
                  </a:lnTo>
                  <a:lnTo>
                    <a:pt x="2046732" y="0"/>
                  </a:lnTo>
                  <a:lnTo>
                    <a:pt x="2046732" y="4572"/>
                  </a:lnTo>
                  <a:lnTo>
                    <a:pt x="2046732" y="373380"/>
                  </a:lnTo>
                  <a:lnTo>
                    <a:pt x="5334" y="373380"/>
                  </a:lnTo>
                  <a:lnTo>
                    <a:pt x="5334" y="4572"/>
                  </a:lnTo>
                  <a:lnTo>
                    <a:pt x="2046732" y="4572"/>
                  </a:lnTo>
                  <a:lnTo>
                    <a:pt x="2046732" y="0"/>
                  </a:lnTo>
                  <a:lnTo>
                    <a:pt x="3048" y="0"/>
                  </a:lnTo>
                  <a:lnTo>
                    <a:pt x="1943" y="368"/>
                  </a:lnTo>
                  <a:lnTo>
                    <a:pt x="1270" y="368"/>
                  </a:lnTo>
                  <a:lnTo>
                    <a:pt x="1270" y="596"/>
                  </a:lnTo>
                  <a:lnTo>
                    <a:pt x="762" y="762"/>
                  </a:lnTo>
                  <a:lnTo>
                    <a:pt x="635" y="1003"/>
                  </a:lnTo>
                  <a:lnTo>
                    <a:pt x="0" y="1003"/>
                  </a:lnTo>
                  <a:lnTo>
                    <a:pt x="0" y="2273"/>
                  </a:lnTo>
                  <a:lnTo>
                    <a:pt x="0" y="375666"/>
                  </a:lnTo>
                  <a:lnTo>
                    <a:pt x="0" y="376923"/>
                  </a:lnTo>
                  <a:lnTo>
                    <a:pt x="622" y="376923"/>
                  </a:lnTo>
                  <a:lnTo>
                    <a:pt x="762" y="377190"/>
                  </a:lnTo>
                  <a:lnTo>
                    <a:pt x="1270" y="377367"/>
                  </a:lnTo>
                  <a:lnTo>
                    <a:pt x="1270" y="377558"/>
                  </a:lnTo>
                  <a:lnTo>
                    <a:pt x="1866" y="377558"/>
                  </a:lnTo>
                  <a:lnTo>
                    <a:pt x="3048" y="377952"/>
                  </a:lnTo>
                  <a:lnTo>
                    <a:pt x="5334" y="377952"/>
                  </a:lnTo>
                  <a:lnTo>
                    <a:pt x="2046732" y="377952"/>
                  </a:lnTo>
                  <a:lnTo>
                    <a:pt x="2049018" y="377952"/>
                  </a:lnTo>
                  <a:lnTo>
                    <a:pt x="2049932" y="377494"/>
                  </a:lnTo>
                  <a:lnTo>
                    <a:pt x="2050542" y="377494"/>
                  </a:lnTo>
                  <a:lnTo>
                    <a:pt x="2050542" y="377190"/>
                  </a:lnTo>
                  <a:lnTo>
                    <a:pt x="2051177" y="375907"/>
                  </a:lnTo>
                  <a:lnTo>
                    <a:pt x="2051812" y="375907"/>
                  </a:lnTo>
                  <a:lnTo>
                    <a:pt x="2051812" y="2273"/>
                  </a:lnTo>
                  <a:lnTo>
                    <a:pt x="2051812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062727" y="1484375"/>
              <a:ext cx="1870075" cy="192405"/>
            </a:xfrm>
            <a:custGeom>
              <a:avLst/>
              <a:gdLst/>
              <a:ahLst/>
              <a:cxnLst/>
              <a:rect l="l" t="t" r="r" b="b"/>
              <a:pathLst>
                <a:path w="1870075" h="192405">
                  <a:moveTo>
                    <a:pt x="1869948" y="192023"/>
                  </a:moveTo>
                  <a:lnTo>
                    <a:pt x="1869948" y="0"/>
                  </a:lnTo>
                  <a:lnTo>
                    <a:pt x="0" y="0"/>
                  </a:lnTo>
                  <a:lnTo>
                    <a:pt x="0" y="192023"/>
                  </a:lnTo>
                  <a:lnTo>
                    <a:pt x="1869948" y="1920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4976367" y="1506727"/>
            <a:ext cx="20421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epc:ElectricalPowerController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352295" y="2028444"/>
            <a:ext cx="4711700" cy="2743200"/>
            <a:chOff x="1352295" y="2028444"/>
            <a:chExt cx="4711700" cy="2743200"/>
          </a:xfrm>
        </p:grpSpPr>
        <p:sp>
          <p:nvSpPr>
            <p:cNvPr id="28" name="object 28"/>
            <p:cNvSpPr/>
            <p:nvPr/>
          </p:nvSpPr>
          <p:spPr>
            <a:xfrm>
              <a:off x="3397758" y="2078736"/>
              <a:ext cx="123825" cy="2691130"/>
            </a:xfrm>
            <a:custGeom>
              <a:avLst/>
              <a:gdLst/>
              <a:ahLst/>
              <a:cxnLst/>
              <a:rect l="l" t="t" r="r" b="b"/>
              <a:pathLst>
                <a:path w="123825" h="2691129">
                  <a:moveTo>
                    <a:pt x="123444" y="2690622"/>
                  </a:moveTo>
                  <a:lnTo>
                    <a:pt x="123444" y="0"/>
                  </a:lnTo>
                  <a:lnTo>
                    <a:pt x="0" y="0"/>
                  </a:lnTo>
                  <a:lnTo>
                    <a:pt x="0" y="2690622"/>
                  </a:lnTo>
                  <a:lnTo>
                    <a:pt x="123444" y="26906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395472" y="2075687"/>
              <a:ext cx="128270" cy="2696210"/>
            </a:xfrm>
            <a:custGeom>
              <a:avLst/>
              <a:gdLst/>
              <a:ahLst/>
              <a:cxnLst/>
              <a:rect l="l" t="t" r="r" b="b"/>
              <a:pathLst>
                <a:path w="128270" h="2696210">
                  <a:moveTo>
                    <a:pt x="128016" y="2695194"/>
                  </a:moveTo>
                  <a:lnTo>
                    <a:pt x="128016" y="762"/>
                  </a:lnTo>
                  <a:lnTo>
                    <a:pt x="125730" y="0"/>
                  </a:lnTo>
                  <a:lnTo>
                    <a:pt x="2285" y="0"/>
                  </a:lnTo>
                  <a:lnTo>
                    <a:pt x="761" y="762"/>
                  </a:lnTo>
                  <a:lnTo>
                    <a:pt x="0" y="3048"/>
                  </a:lnTo>
                  <a:lnTo>
                    <a:pt x="0" y="2693670"/>
                  </a:lnTo>
                  <a:lnTo>
                    <a:pt x="762" y="2695194"/>
                  </a:lnTo>
                  <a:lnTo>
                    <a:pt x="2286" y="2695956"/>
                  </a:lnTo>
                  <a:lnTo>
                    <a:pt x="2286" y="5334"/>
                  </a:lnTo>
                  <a:lnTo>
                    <a:pt x="4571" y="3048"/>
                  </a:lnTo>
                  <a:lnTo>
                    <a:pt x="4571" y="5334"/>
                  </a:lnTo>
                  <a:lnTo>
                    <a:pt x="123444" y="5334"/>
                  </a:lnTo>
                  <a:lnTo>
                    <a:pt x="123444" y="3048"/>
                  </a:lnTo>
                  <a:lnTo>
                    <a:pt x="125730" y="5334"/>
                  </a:lnTo>
                  <a:lnTo>
                    <a:pt x="125730" y="2695956"/>
                  </a:lnTo>
                  <a:lnTo>
                    <a:pt x="128016" y="2695194"/>
                  </a:lnTo>
                  <a:close/>
                </a:path>
                <a:path w="128270" h="2696210">
                  <a:moveTo>
                    <a:pt x="4571" y="5334"/>
                  </a:moveTo>
                  <a:lnTo>
                    <a:pt x="4571" y="3048"/>
                  </a:lnTo>
                  <a:lnTo>
                    <a:pt x="2286" y="5334"/>
                  </a:lnTo>
                  <a:lnTo>
                    <a:pt x="4571" y="5334"/>
                  </a:lnTo>
                  <a:close/>
                </a:path>
                <a:path w="128270" h="2696210">
                  <a:moveTo>
                    <a:pt x="4572" y="2691384"/>
                  </a:moveTo>
                  <a:lnTo>
                    <a:pt x="4571" y="5334"/>
                  </a:lnTo>
                  <a:lnTo>
                    <a:pt x="2286" y="5334"/>
                  </a:lnTo>
                  <a:lnTo>
                    <a:pt x="2286" y="2691384"/>
                  </a:lnTo>
                  <a:lnTo>
                    <a:pt x="4572" y="2691384"/>
                  </a:lnTo>
                  <a:close/>
                </a:path>
                <a:path w="128270" h="2696210">
                  <a:moveTo>
                    <a:pt x="125730" y="2691384"/>
                  </a:moveTo>
                  <a:lnTo>
                    <a:pt x="2286" y="2691384"/>
                  </a:lnTo>
                  <a:lnTo>
                    <a:pt x="4572" y="2693670"/>
                  </a:lnTo>
                  <a:lnTo>
                    <a:pt x="4572" y="2695956"/>
                  </a:lnTo>
                  <a:lnTo>
                    <a:pt x="123444" y="2695956"/>
                  </a:lnTo>
                  <a:lnTo>
                    <a:pt x="123444" y="2693670"/>
                  </a:lnTo>
                  <a:lnTo>
                    <a:pt x="125730" y="2691384"/>
                  </a:lnTo>
                  <a:close/>
                </a:path>
                <a:path w="128270" h="2696210">
                  <a:moveTo>
                    <a:pt x="4572" y="2695956"/>
                  </a:moveTo>
                  <a:lnTo>
                    <a:pt x="4572" y="2693670"/>
                  </a:lnTo>
                  <a:lnTo>
                    <a:pt x="2286" y="2691384"/>
                  </a:lnTo>
                  <a:lnTo>
                    <a:pt x="2286" y="2695956"/>
                  </a:lnTo>
                  <a:lnTo>
                    <a:pt x="4572" y="2695956"/>
                  </a:lnTo>
                  <a:close/>
                </a:path>
                <a:path w="128270" h="2696210">
                  <a:moveTo>
                    <a:pt x="125730" y="5334"/>
                  </a:moveTo>
                  <a:lnTo>
                    <a:pt x="123444" y="3048"/>
                  </a:lnTo>
                  <a:lnTo>
                    <a:pt x="123444" y="5334"/>
                  </a:lnTo>
                  <a:lnTo>
                    <a:pt x="125730" y="5334"/>
                  </a:lnTo>
                  <a:close/>
                </a:path>
                <a:path w="128270" h="2696210">
                  <a:moveTo>
                    <a:pt x="125730" y="2691384"/>
                  </a:moveTo>
                  <a:lnTo>
                    <a:pt x="125730" y="5334"/>
                  </a:lnTo>
                  <a:lnTo>
                    <a:pt x="123444" y="5334"/>
                  </a:lnTo>
                  <a:lnTo>
                    <a:pt x="123444" y="2691384"/>
                  </a:lnTo>
                  <a:lnTo>
                    <a:pt x="125730" y="2691384"/>
                  </a:lnTo>
                  <a:close/>
                </a:path>
                <a:path w="128270" h="2696210">
                  <a:moveTo>
                    <a:pt x="125730" y="2695956"/>
                  </a:moveTo>
                  <a:lnTo>
                    <a:pt x="125730" y="2691384"/>
                  </a:lnTo>
                  <a:lnTo>
                    <a:pt x="123444" y="2693670"/>
                  </a:lnTo>
                  <a:lnTo>
                    <a:pt x="123444" y="2695956"/>
                  </a:lnTo>
                  <a:lnTo>
                    <a:pt x="125730" y="2695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934456" y="3273552"/>
              <a:ext cx="127635" cy="1271905"/>
            </a:xfrm>
            <a:custGeom>
              <a:avLst/>
              <a:gdLst/>
              <a:ahLst/>
              <a:cxnLst/>
              <a:rect l="l" t="t" r="r" b="b"/>
              <a:pathLst>
                <a:path w="127635" h="1271904">
                  <a:moveTo>
                    <a:pt x="127253" y="1271777"/>
                  </a:moveTo>
                  <a:lnTo>
                    <a:pt x="127253" y="0"/>
                  </a:lnTo>
                  <a:lnTo>
                    <a:pt x="0" y="0"/>
                  </a:lnTo>
                  <a:lnTo>
                    <a:pt x="0" y="1271777"/>
                  </a:lnTo>
                  <a:lnTo>
                    <a:pt x="127253" y="12717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352283" y="2028443"/>
              <a:ext cx="4712335" cy="2519680"/>
            </a:xfrm>
            <a:custGeom>
              <a:avLst/>
              <a:gdLst/>
              <a:ahLst/>
              <a:cxnLst/>
              <a:rect l="l" t="t" r="r" b="b"/>
              <a:pathLst>
                <a:path w="4712335" h="2519679">
                  <a:moveTo>
                    <a:pt x="2111006" y="50292"/>
                  </a:moveTo>
                  <a:lnTo>
                    <a:pt x="2110740" y="49898"/>
                  </a:lnTo>
                  <a:lnTo>
                    <a:pt x="2110740" y="49530"/>
                  </a:lnTo>
                  <a:lnTo>
                    <a:pt x="2110498" y="49530"/>
                  </a:lnTo>
                  <a:lnTo>
                    <a:pt x="2109482" y="48006"/>
                  </a:lnTo>
                  <a:lnTo>
                    <a:pt x="1963178" y="0"/>
                  </a:lnTo>
                  <a:lnTo>
                    <a:pt x="1961654" y="0"/>
                  </a:lnTo>
                  <a:lnTo>
                    <a:pt x="1960892" y="1524"/>
                  </a:lnTo>
                  <a:lnTo>
                    <a:pt x="1960892" y="3810"/>
                  </a:lnTo>
                  <a:lnTo>
                    <a:pt x="1962416" y="4572"/>
                  </a:lnTo>
                  <a:lnTo>
                    <a:pt x="2095220" y="48387"/>
                  </a:lnTo>
                  <a:lnTo>
                    <a:pt x="2540" y="48387"/>
                  </a:lnTo>
                  <a:lnTo>
                    <a:pt x="2540" y="47675"/>
                  </a:lnTo>
                  <a:lnTo>
                    <a:pt x="0" y="47675"/>
                  </a:lnTo>
                  <a:lnTo>
                    <a:pt x="0" y="52158"/>
                  </a:lnTo>
                  <a:lnTo>
                    <a:pt x="2540" y="52158"/>
                  </a:lnTo>
                  <a:lnTo>
                    <a:pt x="2540" y="53340"/>
                  </a:lnTo>
                  <a:lnTo>
                    <a:pt x="2090394" y="53340"/>
                  </a:lnTo>
                  <a:lnTo>
                    <a:pt x="1962416" y="92202"/>
                  </a:lnTo>
                  <a:lnTo>
                    <a:pt x="1960892" y="92964"/>
                  </a:lnTo>
                  <a:lnTo>
                    <a:pt x="1960892" y="95250"/>
                  </a:lnTo>
                  <a:lnTo>
                    <a:pt x="1961654" y="96774"/>
                  </a:lnTo>
                  <a:lnTo>
                    <a:pt x="1963178" y="96774"/>
                  </a:lnTo>
                  <a:lnTo>
                    <a:pt x="2106980" y="53340"/>
                  </a:lnTo>
                  <a:lnTo>
                    <a:pt x="2108200" y="53340"/>
                  </a:lnTo>
                  <a:lnTo>
                    <a:pt x="2108200" y="53733"/>
                  </a:lnTo>
                  <a:lnTo>
                    <a:pt x="2110740" y="53733"/>
                  </a:lnTo>
                  <a:lnTo>
                    <a:pt x="2110740" y="50698"/>
                  </a:lnTo>
                  <a:lnTo>
                    <a:pt x="2111006" y="50292"/>
                  </a:lnTo>
                  <a:close/>
                </a:path>
                <a:path w="4712335" h="2519679">
                  <a:moveTo>
                    <a:pt x="4711712" y="1245108"/>
                  </a:moveTo>
                  <a:lnTo>
                    <a:pt x="4710950" y="1243584"/>
                  </a:lnTo>
                  <a:lnTo>
                    <a:pt x="4709426" y="1242822"/>
                  </a:lnTo>
                  <a:lnTo>
                    <a:pt x="4707140" y="1242822"/>
                  </a:lnTo>
                  <a:lnTo>
                    <a:pt x="4707140" y="1247394"/>
                  </a:lnTo>
                  <a:lnTo>
                    <a:pt x="4707140" y="2514600"/>
                  </a:lnTo>
                  <a:lnTo>
                    <a:pt x="4584458" y="2514600"/>
                  </a:lnTo>
                  <a:lnTo>
                    <a:pt x="4584458" y="1279817"/>
                  </a:lnTo>
                  <a:lnTo>
                    <a:pt x="4645406" y="1261110"/>
                  </a:lnTo>
                  <a:lnTo>
                    <a:pt x="4602200" y="1247394"/>
                  </a:lnTo>
                  <a:lnTo>
                    <a:pt x="4707140" y="1247394"/>
                  </a:lnTo>
                  <a:lnTo>
                    <a:pt x="4707140" y="1242822"/>
                  </a:lnTo>
                  <a:lnTo>
                    <a:pt x="4587799" y="1242822"/>
                  </a:lnTo>
                  <a:lnTo>
                    <a:pt x="4501388" y="1215390"/>
                  </a:lnTo>
                  <a:lnTo>
                    <a:pt x="4501388" y="1259586"/>
                  </a:lnTo>
                  <a:lnTo>
                    <a:pt x="2168906" y="1259586"/>
                  </a:lnTo>
                  <a:lnTo>
                    <a:pt x="2168906" y="1259141"/>
                  </a:lnTo>
                  <a:lnTo>
                    <a:pt x="2167636" y="1259141"/>
                  </a:lnTo>
                  <a:lnTo>
                    <a:pt x="2167636" y="1260348"/>
                  </a:lnTo>
                  <a:lnTo>
                    <a:pt x="2166366" y="1260348"/>
                  </a:lnTo>
                  <a:lnTo>
                    <a:pt x="2166366" y="1261872"/>
                  </a:lnTo>
                  <a:lnTo>
                    <a:pt x="2167636" y="1261872"/>
                  </a:lnTo>
                  <a:lnTo>
                    <a:pt x="2167636" y="1263078"/>
                  </a:lnTo>
                  <a:lnTo>
                    <a:pt x="2168906" y="1263078"/>
                  </a:lnTo>
                  <a:lnTo>
                    <a:pt x="2168906" y="1264158"/>
                  </a:lnTo>
                  <a:lnTo>
                    <a:pt x="4501388" y="1264158"/>
                  </a:lnTo>
                  <a:lnTo>
                    <a:pt x="4501388" y="1305306"/>
                  </a:lnTo>
                  <a:lnTo>
                    <a:pt x="4579886" y="1281226"/>
                  </a:lnTo>
                  <a:lnTo>
                    <a:pt x="4579886" y="2516886"/>
                  </a:lnTo>
                  <a:lnTo>
                    <a:pt x="4580648" y="2518410"/>
                  </a:lnTo>
                  <a:lnTo>
                    <a:pt x="4582172" y="2519172"/>
                  </a:lnTo>
                  <a:lnTo>
                    <a:pt x="4584458" y="2519172"/>
                  </a:lnTo>
                  <a:lnTo>
                    <a:pt x="4707140" y="2519172"/>
                  </a:lnTo>
                  <a:lnTo>
                    <a:pt x="4709426" y="2519172"/>
                  </a:lnTo>
                  <a:lnTo>
                    <a:pt x="4710950" y="2518410"/>
                  </a:lnTo>
                  <a:lnTo>
                    <a:pt x="4711712" y="2516886"/>
                  </a:lnTo>
                  <a:lnTo>
                    <a:pt x="4711712" y="1245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8916" y="4497323"/>
              <a:ext cx="150875" cy="9448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553205" y="4543805"/>
              <a:ext cx="2438400" cy="0"/>
            </a:xfrm>
            <a:custGeom>
              <a:avLst/>
              <a:gdLst/>
              <a:ahLst/>
              <a:cxnLst/>
              <a:rect l="l" t="t" r="r" b="b"/>
              <a:pathLst>
                <a:path w="2438400" h="0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388358" y="3032760"/>
            <a:ext cx="744855" cy="1936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778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40"/>
              </a:spcBef>
            </a:pPr>
            <a:r>
              <a:rPr dirty="0" sz="1100" spc="-5">
                <a:latin typeface="Arial MT"/>
                <a:cs typeface="Arial MT"/>
              </a:rPr>
              <a:t>1.1: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Enable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29721" y="6500929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52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33955" y="1821179"/>
            <a:ext cx="944880" cy="1936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7940" rIns="0" bIns="0" rtlCol="0" vert="horz">
            <a:spAutoFit/>
          </a:bodyPr>
          <a:lstStyle/>
          <a:p>
            <a:pPr marL="11430">
              <a:lnSpc>
                <a:spcPts val="1305"/>
              </a:lnSpc>
              <a:spcBef>
                <a:spcPts val="220"/>
              </a:spcBef>
            </a:pPr>
            <a:r>
              <a:rPr dirty="0" sz="1100" spc="-5">
                <a:latin typeface="Arial MT"/>
                <a:cs typeface="Arial MT"/>
              </a:rPr>
              <a:t>1: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StartVehicle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29505" y="4288535"/>
            <a:ext cx="619125" cy="1936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3655" rIns="0" bIns="0" rtlCol="0" vert="horz">
            <a:spAutoFit/>
          </a:bodyPr>
          <a:lstStyle/>
          <a:p>
            <a:pPr marL="11430">
              <a:lnSpc>
                <a:spcPts val="1255"/>
              </a:lnSpc>
              <a:spcBef>
                <a:spcPts val="265"/>
              </a:spcBef>
            </a:pPr>
            <a:r>
              <a:rPr dirty="0" sz="1100" spc="-5">
                <a:latin typeface="Arial MT"/>
                <a:cs typeface="Arial MT"/>
              </a:rPr>
              <a:t>1.2:ready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71370" y="411734"/>
            <a:ext cx="469900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dirty="0" spc="-40"/>
              <a:t> </a:t>
            </a:r>
            <a:r>
              <a:rPr dirty="0"/>
              <a:t>Interaction</a:t>
            </a:r>
            <a:r>
              <a:rPr dirty="0" spc="-40"/>
              <a:t> </a:t>
            </a:r>
            <a:r>
              <a:rPr dirty="0"/>
              <a:t>Operators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86170" y="6242612"/>
            <a:ext cx="25958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 b="1">
                <a:solidFill>
                  <a:srgbClr val="008000"/>
                </a:solidFill>
                <a:latin typeface="Arial"/>
                <a:cs typeface="Arial"/>
              </a:rPr>
              <a:t>Provided</a:t>
            </a:r>
            <a:r>
              <a:rPr dirty="0" sz="1400" spc="-2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008000"/>
                </a:solidFill>
                <a:latin typeface="Arial"/>
                <a:cs typeface="Arial"/>
              </a:rPr>
              <a:t>by Michael</a:t>
            </a:r>
            <a:r>
              <a:rPr dirty="0" sz="1400" spc="-2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008000"/>
                </a:solidFill>
                <a:latin typeface="Arial"/>
                <a:cs typeface="Arial"/>
              </a:rPr>
              <a:t>Chonoles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54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960984"/>
            <a:ext cx="7663815" cy="520636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500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700" spc="-5" b="1">
                <a:latin typeface="Arial"/>
                <a:cs typeface="Arial"/>
              </a:rPr>
              <a:t>ref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-10"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38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reference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 </a:t>
            </a:r>
            <a:r>
              <a:rPr dirty="0" sz="1600" spc="-5">
                <a:latin typeface="Arial MT"/>
                <a:cs typeface="Arial MT"/>
              </a:rPr>
              <a:t>sequence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diagram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fragment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defined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elsewhere</a:t>
            </a:r>
            <a:endParaRPr sz="16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409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700" spc="-5" b="1">
                <a:latin typeface="Arial"/>
                <a:cs typeface="Arial"/>
              </a:rPr>
              <a:t>opt</a:t>
            </a:r>
            <a:r>
              <a:rPr dirty="0" sz="1700" spc="-30" b="1">
                <a:latin typeface="Arial"/>
                <a:cs typeface="Arial"/>
              </a:rPr>
              <a:t> </a:t>
            </a:r>
            <a:r>
              <a:rPr dirty="0" sz="1700" spc="-5">
                <a:latin typeface="Arial MT"/>
                <a:cs typeface="Arial MT"/>
              </a:rPr>
              <a:t>[condition]</a:t>
            </a:r>
            <a:endParaRPr sz="17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has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1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part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that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may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be executed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based on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5">
                <a:latin typeface="Arial MT"/>
                <a:cs typeface="Arial MT"/>
              </a:rPr>
              <a:t> condition/state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value</a:t>
            </a:r>
            <a:endParaRPr sz="16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409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700" spc="-10" b="1">
                <a:latin typeface="Arial"/>
                <a:cs typeface="Arial"/>
              </a:rPr>
              <a:t>alt</a:t>
            </a:r>
            <a:endParaRPr sz="1700">
              <a:latin typeface="Arial"/>
              <a:cs typeface="Arial"/>
            </a:endParaRPr>
          </a:p>
          <a:p>
            <a:pPr lvl="1" marL="755650" indent="-286385">
              <a:lnSpc>
                <a:spcPct val="100000"/>
              </a:lnSpc>
              <a:spcBef>
                <a:spcPts val="38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has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2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or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more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parts,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but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only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executes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based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</a:t>
            </a:r>
            <a:r>
              <a:rPr dirty="0" sz="1600">
                <a:latin typeface="Arial MT"/>
                <a:cs typeface="Arial MT"/>
              </a:rPr>
              <a:t> a </a:t>
            </a:r>
            <a:r>
              <a:rPr dirty="0" sz="1600" spc="-5">
                <a:latin typeface="Arial MT"/>
                <a:cs typeface="Arial MT"/>
              </a:rPr>
              <a:t>condition/state</a:t>
            </a:r>
            <a:endParaRPr sz="1600">
              <a:latin typeface="Arial MT"/>
              <a:cs typeface="Arial MT"/>
            </a:endParaRPr>
          </a:p>
          <a:p>
            <a:pPr lvl="1" marL="755650" indent="-287020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an operand fragment</a:t>
            </a:r>
            <a:r>
              <a:rPr dirty="0" sz="1600" spc="2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labeled [else]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executed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if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no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other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condition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true</a:t>
            </a:r>
            <a:endParaRPr sz="16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409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700" spc="-10" b="1">
                <a:latin typeface="Arial"/>
                <a:cs typeface="Arial"/>
              </a:rPr>
              <a:t>par</a:t>
            </a:r>
            <a:endParaRPr sz="1700">
              <a:latin typeface="Arial"/>
              <a:cs typeface="Arial"/>
            </a:endParaRPr>
          </a:p>
          <a:p>
            <a:pPr lvl="1" marL="755650" indent="-286385">
              <a:lnSpc>
                <a:spcPct val="100000"/>
              </a:lnSpc>
              <a:spcBef>
                <a:spcPts val="38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has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2 </a:t>
            </a:r>
            <a:r>
              <a:rPr dirty="0" sz="1600" spc="-5">
                <a:latin typeface="Arial MT"/>
                <a:cs typeface="Arial MT"/>
              </a:rPr>
              <a:t>or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more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parts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that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execute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concurrently</a:t>
            </a:r>
            <a:endParaRPr sz="1600">
              <a:latin typeface="Arial MT"/>
              <a:cs typeface="Arial MT"/>
            </a:endParaRPr>
          </a:p>
          <a:p>
            <a:pPr lvl="2" marL="1155700" marR="5080" indent="-229235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Char char="•"/>
              <a:tabLst>
                <a:tab pos="1155065" algn="l"/>
                <a:tab pos="1156335" algn="l"/>
              </a:tabLst>
            </a:pPr>
            <a:r>
              <a:rPr dirty="0" sz="1600" spc="-5">
                <a:latin typeface="Arial MT"/>
                <a:cs typeface="Arial MT"/>
              </a:rPr>
              <a:t>Concurrence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indicates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does not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require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simultaneous,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just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that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order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undetermined.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If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there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only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processor the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behavior could be (A 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then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B),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(B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A),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or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(A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and</a:t>
            </a:r>
            <a:r>
              <a:rPr dirty="0" sz="1600">
                <a:latin typeface="Arial MT"/>
                <a:cs typeface="Arial MT"/>
              </a:rPr>
              <a:t> B </a:t>
            </a:r>
            <a:r>
              <a:rPr dirty="0" sz="1600" spc="-5">
                <a:latin typeface="Arial MT"/>
                <a:cs typeface="Arial MT"/>
              </a:rPr>
              <a:t>interleaving)</a:t>
            </a:r>
            <a:r>
              <a:rPr dirty="0" sz="1600">
                <a:latin typeface="Arial MT"/>
                <a:cs typeface="Arial MT"/>
              </a:rPr>
              <a:t> …</a:t>
            </a:r>
            <a:endParaRPr sz="16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409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700" spc="-5" b="1">
                <a:latin typeface="Arial"/>
                <a:cs typeface="Arial"/>
              </a:rPr>
              <a:t>loop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-5">
                <a:latin typeface="Arial MT"/>
                <a:cs typeface="Arial MT"/>
              </a:rPr>
              <a:t>min..max</a:t>
            </a:r>
            <a:r>
              <a:rPr dirty="0" sz="1700">
                <a:latin typeface="Arial MT"/>
                <a:cs typeface="Arial MT"/>
              </a:rPr>
              <a:t> </a:t>
            </a:r>
            <a:r>
              <a:rPr dirty="0" sz="1700" spc="-5">
                <a:latin typeface="Arial MT"/>
                <a:cs typeface="Arial MT"/>
              </a:rPr>
              <a:t>[escape]</a:t>
            </a:r>
            <a:endParaRPr sz="1700">
              <a:latin typeface="Arial MT"/>
              <a:cs typeface="Arial MT"/>
            </a:endParaRPr>
          </a:p>
          <a:p>
            <a:pPr lvl="1" marL="755650" marR="32384" indent="-286385">
              <a:lnSpc>
                <a:spcPct val="100000"/>
              </a:lnSpc>
              <a:spcBef>
                <a:spcPts val="384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Has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 </a:t>
            </a:r>
            <a:r>
              <a:rPr dirty="0" sz="1600" spc="-5">
                <a:latin typeface="Arial MT"/>
                <a:cs typeface="Arial MT"/>
              </a:rPr>
              <a:t>minimum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# </a:t>
            </a:r>
            <a:r>
              <a:rPr dirty="0" sz="1600" spc="-5">
                <a:latin typeface="Arial MT"/>
                <a:cs typeface="Arial MT"/>
              </a:rPr>
              <a:t>of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executions,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and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optional maximum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#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of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executions, and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optional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escape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condition</a:t>
            </a:r>
            <a:endParaRPr sz="16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409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700" spc="-10" b="1">
                <a:latin typeface="Arial"/>
                <a:cs typeface="Arial"/>
              </a:rPr>
              <a:t>break</a:t>
            </a:r>
            <a:r>
              <a:rPr dirty="0" sz="1700" spc="10" b="1">
                <a:latin typeface="Arial"/>
                <a:cs typeface="Arial"/>
              </a:rPr>
              <a:t> </a:t>
            </a:r>
            <a:r>
              <a:rPr dirty="0" sz="1700" spc="-5">
                <a:latin typeface="Arial MT"/>
                <a:cs typeface="Arial MT"/>
              </a:rPr>
              <a:t>[condition]</a:t>
            </a:r>
            <a:endParaRPr sz="1700">
              <a:latin typeface="Arial MT"/>
              <a:cs typeface="Arial MT"/>
            </a:endParaRPr>
          </a:p>
          <a:p>
            <a:pPr lvl="1" marL="755650" marR="353060" indent="-286385">
              <a:lnSpc>
                <a:spcPct val="100000"/>
              </a:lnSpc>
              <a:spcBef>
                <a:spcPts val="38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Has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optional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guard.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If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true,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contents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(if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any)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are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executed,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and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remainder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of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enclosing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operator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 not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executed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9772" y="411734"/>
            <a:ext cx="436054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Other</a:t>
            </a:r>
            <a:r>
              <a:rPr dirty="0" spc="-45"/>
              <a:t> </a:t>
            </a:r>
            <a:r>
              <a:rPr dirty="0"/>
              <a:t>Interaction</a:t>
            </a:r>
            <a:r>
              <a:rPr dirty="0" spc="-50"/>
              <a:t> </a:t>
            </a:r>
            <a:r>
              <a:rPr dirty="0"/>
              <a:t>Operators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86170" y="6242612"/>
            <a:ext cx="25958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 b="1">
                <a:solidFill>
                  <a:srgbClr val="008000"/>
                </a:solidFill>
                <a:latin typeface="Arial"/>
                <a:cs typeface="Arial"/>
              </a:rPr>
              <a:t>Provided</a:t>
            </a:r>
            <a:r>
              <a:rPr dirty="0" sz="1400" spc="-2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008000"/>
                </a:solidFill>
                <a:latin typeface="Arial"/>
                <a:cs typeface="Arial"/>
              </a:rPr>
              <a:t>by Michael</a:t>
            </a:r>
            <a:r>
              <a:rPr dirty="0" sz="1400" spc="-2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008000"/>
                </a:solidFill>
                <a:latin typeface="Arial"/>
                <a:cs typeface="Arial"/>
              </a:rPr>
              <a:t>Chonoles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54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077028"/>
            <a:ext cx="7550150" cy="499999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800" b="1">
                <a:latin typeface="Arial"/>
                <a:cs typeface="Arial"/>
              </a:rPr>
              <a:t>critical</a:t>
            </a:r>
            <a:endParaRPr sz="1800">
              <a:latin typeface="Arial"/>
              <a:cs typeface="Arial"/>
            </a:endParaRPr>
          </a:p>
          <a:p>
            <a:pPr lvl="1" marL="755650" marR="5080" indent="-286385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The sequence diagram fragment</a:t>
            </a:r>
            <a:r>
              <a:rPr dirty="0" sz="1600" spc="2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 </a:t>
            </a: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5">
                <a:latin typeface="Arial MT"/>
                <a:cs typeface="Arial MT"/>
              </a:rPr>
              <a:t> critical region.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It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treated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as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atomic</a:t>
            </a:r>
            <a:r>
              <a:rPr dirty="0" sz="1600">
                <a:latin typeface="Arial MT"/>
                <a:cs typeface="Arial MT"/>
              </a:rPr>
              <a:t> –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no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interleaving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with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parallel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regions</a:t>
            </a:r>
            <a:endParaRPr sz="1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800" spc="-5" b="1">
                <a:latin typeface="Arial"/>
                <a:cs typeface="Arial"/>
              </a:rPr>
              <a:t>neg</a:t>
            </a:r>
            <a:endParaRPr sz="1800">
              <a:latin typeface="Arial"/>
              <a:cs typeface="Arial"/>
            </a:endParaRPr>
          </a:p>
          <a:p>
            <a:pPr lvl="1" marL="755650" marR="450215" indent="-286385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The sequence diagram fragment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 forbidden.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Either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it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impossible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 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occur,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or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intent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of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requirements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prevent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from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occurring</a:t>
            </a:r>
            <a:endParaRPr sz="1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800" spc="-5" b="1">
                <a:latin typeface="Arial"/>
                <a:cs typeface="Arial"/>
              </a:rPr>
              <a:t>assert</a:t>
            </a:r>
            <a:endParaRPr sz="1800">
              <a:latin typeface="Arial"/>
              <a:cs typeface="Arial"/>
            </a:endParaRPr>
          </a:p>
          <a:p>
            <a:pPr lvl="1" marL="755650" indent="-286385">
              <a:lnSpc>
                <a:spcPct val="100000"/>
              </a:lnSpc>
              <a:spcBef>
                <a:spcPts val="390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The sequence diagram fragment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 the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only one possible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(or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legal)</a:t>
            </a:r>
            <a:endParaRPr sz="1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800" b="1">
                <a:latin typeface="Arial"/>
                <a:cs typeface="Arial"/>
              </a:rPr>
              <a:t>seq</a:t>
            </a:r>
            <a:r>
              <a:rPr dirty="0" sz="1800" spc="44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(weak,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default)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1800" spc="-5" b="1">
                <a:latin typeface="Arial"/>
                <a:cs typeface="Arial"/>
              </a:rPr>
              <a:t>strict</a:t>
            </a:r>
            <a:endParaRPr sz="1800">
              <a:latin typeface="Arial"/>
              <a:cs typeface="Arial"/>
            </a:endParaRPr>
          </a:p>
          <a:p>
            <a:pPr lvl="1" marL="755650" indent="-286385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Strict: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message exchange occurs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 the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order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described</a:t>
            </a:r>
            <a:endParaRPr sz="1600">
              <a:latin typeface="Arial MT"/>
              <a:cs typeface="Arial MT"/>
            </a:endParaRPr>
          </a:p>
          <a:p>
            <a:pPr lvl="1" marL="755650" marR="243840" indent="-286385">
              <a:lnSpc>
                <a:spcPct val="100000"/>
              </a:lnSpc>
              <a:spcBef>
                <a:spcPts val="384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Weak: Each lifeline may see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different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orders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for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exchange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(subject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causality)</a:t>
            </a:r>
            <a:endParaRPr sz="1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800" spc="-5" b="1">
                <a:latin typeface="Arial"/>
                <a:cs typeface="Arial"/>
              </a:rPr>
              <a:t>consider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(list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messages)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1800" spc="-5" b="1">
                <a:latin typeface="Arial"/>
                <a:cs typeface="Arial"/>
              </a:rPr>
              <a:t>ignore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(list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messages)</a:t>
            </a:r>
            <a:endParaRPr sz="18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</a:tabLst>
            </a:pPr>
            <a:r>
              <a:rPr dirty="0" sz="1600" spc="-5">
                <a:latin typeface="Arial MT"/>
                <a:cs typeface="Arial MT"/>
              </a:rPr>
              <a:t>Consider: List the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messages that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are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relevant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this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sequence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fragment</a:t>
            </a:r>
            <a:endParaRPr sz="16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384"/>
              </a:spcBef>
              <a:buClr>
                <a:srgbClr val="010000"/>
              </a:buClr>
              <a:buChar char="–"/>
              <a:tabLst>
                <a:tab pos="755650" algn="l"/>
                <a:tab pos="756285" algn="l"/>
                <a:tab pos="1673860" algn="l"/>
              </a:tabLst>
            </a:pPr>
            <a:r>
              <a:rPr dirty="0" sz="1600" spc="-5">
                <a:latin typeface="Arial MT"/>
                <a:cs typeface="Arial MT"/>
              </a:rPr>
              <a:t>Ignored:	List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messages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that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may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arrive,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but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are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not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interesting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here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5055" y="412495"/>
            <a:ext cx="51498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Trial</a:t>
            </a:r>
            <a:r>
              <a:rPr dirty="0" spc="-20"/>
              <a:t> </a:t>
            </a:r>
            <a:r>
              <a:rPr dirty="0"/>
              <a:t>Result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Vehicle</a:t>
            </a:r>
            <a:r>
              <a:rPr dirty="0" spc="-25"/>
              <a:t> </a:t>
            </a:r>
            <a:r>
              <a:rPr dirty="0"/>
              <a:t>Dynamics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4850" y="5966459"/>
            <a:ext cx="7581900" cy="495300"/>
            <a:chOff x="704850" y="5966459"/>
            <a:chExt cx="7581900" cy="4953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850" y="5966459"/>
              <a:ext cx="7581900" cy="495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5104" y="6089903"/>
              <a:ext cx="5065776" cy="3474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67738" y="6010146"/>
            <a:ext cx="505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Typical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Example of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Timing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Diagram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61349" y="2168143"/>
            <a:ext cx="2536190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98145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A03033"/>
                </a:solidFill>
                <a:latin typeface="Tahoma"/>
                <a:cs typeface="Tahoma"/>
              </a:rPr>
              <a:t>Lifeline are </a:t>
            </a: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 spc="-15">
                <a:solidFill>
                  <a:srgbClr val="A03033"/>
                </a:solidFill>
                <a:latin typeface="Tahoma"/>
                <a:cs typeface="Tahoma"/>
              </a:rPr>
              <a:t>value</a:t>
            </a:r>
            <a:r>
              <a:rPr dirty="0" sz="2800" spc="-4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 spc="-5">
                <a:solidFill>
                  <a:srgbClr val="A03033"/>
                </a:solidFill>
                <a:latin typeface="Tahoma"/>
                <a:cs typeface="Tahoma"/>
              </a:rPr>
              <a:t>properties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2112" y="4492226"/>
            <a:ext cx="3175635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8485" marR="5080" indent="-56642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Timing</a:t>
            </a:r>
            <a:r>
              <a:rPr dirty="0" sz="2800" spc="-5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A03033"/>
                </a:solidFill>
                <a:latin typeface="Tahoma"/>
                <a:cs typeface="Tahoma"/>
              </a:rPr>
              <a:t>Diagram</a:t>
            </a:r>
            <a:r>
              <a:rPr dirty="0" sz="2800" spc="-3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Not </a:t>
            </a:r>
            <a:r>
              <a:rPr dirty="0" sz="2800" spc="-86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A03033"/>
                </a:solidFill>
                <a:latin typeface="Tahoma"/>
                <a:cs typeface="Tahoma"/>
              </a:rPr>
              <a:t>Part</a:t>
            </a:r>
            <a:r>
              <a:rPr dirty="0" sz="2800" spc="-2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of</a:t>
            </a:r>
            <a:r>
              <a:rPr dirty="0" sz="2800" spc="-1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A03033"/>
                </a:solidFill>
                <a:latin typeface="Tahoma"/>
                <a:cs typeface="Tahoma"/>
              </a:rPr>
              <a:t>SysML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00975" y="902969"/>
            <a:ext cx="3753485" cy="4955540"/>
          </a:xfrm>
          <a:custGeom>
            <a:avLst/>
            <a:gdLst/>
            <a:ahLst/>
            <a:cxnLst/>
            <a:rect l="l" t="t" r="r" b="b"/>
            <a:pathLst>
              <a:path w="3753485" h="4955540">
                <a:moveTo>
                  <a:pt x="3753358" y="139"/>
                </a:moveTo>
                <a:lnTo>
                  <a:pt x="3752088" y="139"/>
                </a:lnTo>
                <a:lnTo>
                  <a:pt x="3752088" y="12"/>
                </a:lnTo>
                <a:lnTo>
                  <a:pt x="3751834" y="12"/>
                </a:lnTo>
                <a:lnTo>
                  <a:pt x="3751834" y="1536"/>
                </a:lnTo>
                <a:lnTo>
                  <a:pt x="3751834" y="4953012"/>
                </a:lnTo>
                <a:lnTo>
                  <a:pt x="2032" y="4953012"/>
                </a:lnTo>
                <a:lnTo>
                  <a:pt x="2032" y="150876"/>
                </a:lnTo>
                <a:lnTo>
                  <a:pt x="1541284" y="150876"/>
                </a:lnTo>
                <a:lnTo>
                  <a:pt x="1620532" y="76911"/>
                </a:lnTo>
                <a:lnTo>
                  <a:pt x="1621294" y="76200"/>
                </a:lnTo>
                <a:lnTo>
                  <a:pt x="1621294" y="1536"/>
                </a:lnTo>
                <a:lnTo>
                  <a:pt x="3751834" y="1536"/>
                </a:lnTo>
                <a:lnTo>
                  <a:pt x="3751834" y="12"/>
                </a:lnTo>
                <a:lnTo>
                  <a:pt x="1620545" y="12"/>
                </a:lnTo>
                <a:lnTo>
                  <a:pt x="1619770" y="0"/>
                </a:lnTo>
                <a:lnTo>
                  <a:pt x="1619770" y="1536"/>
                </a:lnTo>
                <a:lnTo>
                  <a:pt x="1619770" y="74676"/>
                </a:lnTo>
                <a:lnTo>
                  <a:pt x="1540522" y="149352"/>
                </a:lnTo>
                <a:lnTo>
                  <a:pt x="2044" y="149352"/>
                </a:lnTo>
                <a:lnTo>
                  <a:pt x="2044" y="1536"/>
                </a:lnTo>
                <a:lnTo>
                  <a:pt x="1619770" y="1536"/>
                </a:lnTo>
                <a:lnTo>
                  <a:pt x="1619770" y="0"/>
                </a:lnTo>
                <a:lnTo>
                  <a:pt x="1282" y="0"/>
                </a:lnTo>
                <a:lnTo>
                  <a:pt x="1143" y="139"/>
                </a:lnTo>
                <a:lnTo>
                  <a:pt x="508" y="139"/>
                </a:lnTo>
                <a:lnTo>
                  <a:pt x="508" y="4953647"/>
                </a:lnTo>
                <a:lnTo>
                  <a:pt x="0" y="4953647"/>
                </a:lnTo>
                <a:lnTo>
                  <a:pt x="0" y="4953901"/>
                </a:lnTo>
                <a:lnTo>
                  <a:pt x="508" y="4953901"/>
                </a:lnTo>
                <a:lnTo>
                  <a:pt x="508" y="4954409"/>
                </a:lnTo>
                <a:lnTo>
                  <a:pt x="1270" y="4954409"/>
                </a:lnTo>
                <a:lnTo>
                  <a:pt x="1270" y="4954536"/>
                </a:lnTo>
                <a:lnTo>
                  <a:pt x="1270" y="4955298"/>
                </a:lnTo>
                <a:lnTo>
                  <a:pt x="3752850" y="4955298"/>
                </a:lnTo>
                <a:lnTo>
                  <a:pt x="3752850" y="4954409"/>
                </a:lnTo>
                <a:lnTo>
                  <a:pt x="3753358" y="4954409"/>
                </a:lnTo>
                <a:lnTo>
                  <a:pt x="3753358" y="1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72108" y="925321"/>
            <a:ext cx="16078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9259" sz="900" spc="-7" b="1">
                <a:latin typeface="Arial"/>
                <a:cs typeface="Arial"/>
              </a:rPr>
              <a:t>tim</a:t>
            </a:r>
            <a:r>
              <a:rPr dirty="0" sz="600" spc="-5">
                <a:latin typeface="Arial MT"/>
                <a:cs typeface="Arial MT"/>
              </a:rPr>
              <a:t>MaxAcceleration</a:t>
            </a:r>
            <a:r>
              <a:rPr dirty="0" sz="600" spc="20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[100</a:t>
            </a:r>
            <a:r>
              <a:rPr dirty="0" sz="600" spc="5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Wheel</a:t>
            </a:r>
            <a:r>
              <a:rPr dirty="0" sz="600" spc="-20">
                <a:latin typeface="Arial MT"/>
                <a:cs typeface="Arial MT"/>
              </a:rPr>
              <a:t> </a:t>
            </a:r>
            <a:r>
              <a:rPr dirty="0" sz="600" spc="-5">
                <a:latin typeface="Arial MT"/>
                <a:cs typeface="Arial MT"/>
              </a:rPr>
              <a:t>Horsepower]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77950" y="1273302"/>
            <a:ext cx="2688590" cy="1453515"/>
            <a:chOff x="1377950" y="1273302"/>
            <a:chExt cx="2688590" cy="1453515"/>
          </a:xfrm>
        </p:grpSpPr>
        <p:sp>
          <p:nvSpPr>
            <p:cNvPr id="13" name="object 13"/>
            <p:cNvSpPr/>
            <p:nvPr/>
          </p:nvSpPr>
          <p:spPr>
            <a:xfrm>
              <a:off x="1377950" y="1273301"/>
              <a:ext cx="2688590" cy="1453515"/>
            </a:xfrm>
            <a:custGeom>
              <a:avLst/>
              <a:gdLst/>
              <a:ahLst/>
              <a:cxnLst/>
              <a:rect l="l" t="t" r="r" b="b"/>
              <a:pathLst>
                <a:path w="2688590" h="1453514">
                  <a:moveTo>
                    <a:pt x="2688590" y="635"/>
                  </a:moveTo>
                  <a:lnTo>
                    <a:pt x="2688069" y="635"/>
                  </a:lnTo>
                  <a:lnTo>
                    <a:pt x="2688069" y="0"/>
                  </a:lnTo>
                  <a:lnTo>
                    <a:pt x="2687320" y="0"/>
                  </a:lnTo>
                  <a:lnTo>
                    <a:pt x="2687942" y="635"/>
                  </a:lnTo>
                  <a:lnTo>
                    <a:pt x="2687320" y="635"/>
                  </a:lnTo>
                  <a:lnTo>
                    <a:pt x="2687320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2687320" y="762"/>
                  </a:lnTo>
                  <a:lnTo>
                    <a:pt x="2687320" y="1453134"/>
                  </a:lnTo>
                  <a:lnTo>
                    <a:pt x="2688069" y="1453134"/>
                  </a:lnTo>
                  <a:lnTo>
                    <a:pt x="2688069" y="762"/>
                  </a:lnTo>
                  <a:lnTo>
                    <a:pt x="2688590" y="762"/>
                  </a:lnTo>
                  <a:lnTo>
                    <a:pt x="268859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744979" y="1375410"/>
              <a:ext cx="2232025" cy="1153795"/>
            </a:xfrm>
            <a:custGeom>
              <a:avLst/>
              <a:gdLst/>
              <a:ahLst/>
              <a:cxnLst/>
              <a:rect l="l" t="t" r="r" b="b"/>
              <a:pathLst>
                <a:path w="2232025" h="1153795">
                  <a:moveTo>
                    <a:pt x="2231897" y="1153668"/>
                  </a:moveTo>
                  <a:lnTo>
                    <a:pt x="2231897" y="0"/>
                  </a:lnTo>
                  <a:lnTo>
                    <a:pt x="0" y="0"/>
                  </a:lnTo>
                  <a:lnTo>
                    <a:pt x="0" y="1153668"/>
                  </a:lnTo>
                  <a:lnTo>
                    <a:pt x="2231897" y="1153668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44967" y="1374660"/>
              <a:ext cx="2234565" cy="1154430"/>
            </a:xfrm>
            <a:custGeom>
              <a:avLst/>
              <a:gdLst/>
              <a:ahLst/>
              <a:cxnLst/>
              <a:rect l="l" t="t" r="r" b="b"/>
              <a:pathLst>
                <a:path w="2234565" h="1154430">
                  <a:moveTo>
                    <a:pt x="2234184" y="1154430"/>
                  </a:moveTo>
                  <a:lnTo>
                    <a:pt x="2232660" y="762"/>
                  </a:lnTo>
                  <a:lnTo>
                    <a:pt x="2231898" y="762"/>
                  </a:lnTo>
                  <a:lnTo>
                    <a:pt x="2231898" y="1524"/>
                  </a:lnTo>
                  <a:lnTo>
                    <a:pt x="2121420" y="1473"/>
                  </a:lnTo>
                  <a:lnTo>
                    <a:pt x="2121420" y="762"/>
                  </a:lnTo>
                  <a:lnTo>
                    <a:pt x="2121408" y="577545"/>
                  </a:lnTo>
                  <a:lnTo>
                    <a:pt x="2009381" y="577469"/>
                  </a:lnTo>
                  <a:lnTo>
                    <a:pt x="2009241" y="462394"/>
                  </a:lnTo>
                  <a:lnTo>
                    <a:pt x="2009241" y="1040003"/>
                  </a:lnTo>
                  <a:lnTo>
                    <a:pt x="1898764" y="1039926"/>
                  </a:lnTo>
                  <a:lnTo>
                    <a:pt x="1898599" y="923239"/>
                  </a:lnTo>
                  <a:lnTo>
                    <a:pt x="2009076" y="923340"/>
                  </a:lnTo>
                  <a:lnTo>
                    <a:pt x="2009241" y="1040003"/>
                  </a:lnTo>
                  <a:lnTo>
                    <a:pt x="2009241" y="462394"/>
                  </a:lnTo>
                  <a:lnTo>
                    <a:pt x="2121268" y="462470"/>
                  </a:lnTo>
                  <a:lnTo>
                    <a:pt x="2121408" y="577545"/>
                  </a:lnTo>
                  <a:lnTo>
                    <a:pt x="2121408" y="762"/>
                  </a:lnTo>
                  <a:lnTo>
                    <a:pt x="2121255" y="762"/>
                  </a:lnTo>
                  <a:lnTo>
                    <a:pt x="2121255" y="461708"/>
                  </a:lnTo>
                  <a:lnTo>
                    <a:pt x="2009228" y="461632"/>
                  </a:lnTo>
                  <a:lnTo>
                    <a:pt x="2009076" y="346583"/>
                  </a:lnTo>
                  <a:lnTo>
                    <a:pt x="2009076" y="922578"/>
                  </a:lnTo>
                  <a:lnTo>
                    <a:pt x="1898599" y="922477"/>
                  </a:lnTo>
                  <a:lnTo>
                    <a:pt x="1898459" y="812088"/>
                  </a:lnTo>
                  <a:lnTo>
                    <a:pt x="2008936" y="812165"/>
                  </a:lnTo>
                  <a:lnTo>
                    <a:pt x="2009076" y="922578"/>
                  </a:lnTo>
                  <a:lnTo>
                    <a:pt x="2009076" y="346583"/>
                  </a:lnTo>
                  <a:lnTo>
                    <a:pt x="2121103" y="346659"/>
                  </a:lnTo>
                  <a:lnTo>
                    <a:pt x="2121255" y="461708"/>
                  </a:lnTo>
                  <a:lnTo>
                    <a:pt x="2121255" y="762"/>
                  </a:lnTo>
                  <a:lnTo>
                    <a:pt x="2121103" y="762"/>
                  </a:lnTo>
                  <a:lnTo>
                    <a:pt x="2121103" y="345897"/>
                  </a:lnTo>
                  <a:lnTo>
                    <a:pt x="2009076" y="345821"/>
                  </a:lnTo>
                  <a:lnTo>
                    <a:pt x="2008936" y="233794"/>
                  </a:lnTo>
                  <a:lnTo>
                    <a:pt x="2008936" y="811403"/>
                  </a:lnTo>
                  <a:lnTo>
                    <a:pt x="1898459" y="811326"/>
                  </a:lnTo>
                  <a:lnTo>
                    <a:pt x="1898307" y="694639"/>
                  </a:lnTo>
                  <a:lnTo>
                    <a:pt x="2008784" y="694740"/>
                  </a:lnTo>
                  <a:lnTo>
                    <a:pt x="2008936" y="811403"/>
                  </a:lnTo>
                  <a:lnTo>
                    <a:pt x="2008936" y="233794"/>
                  </a:lnTo>
                  <a:lnTo>
                    <a:pt x="2120963" y="233870"/>
                  </a:lnTo>
                  <a:lnTo>
                    <a:pt x="2121103" y="345897"/>
                  </a:lnTo>
                  <a:lnTo>
                    <a:pt x="2121103" y="762"/>
                  </a:lnTo>
                  <a:lnTo>
                    <a:pt x="2120963" y="762"/>
                  </a:lnTo>
                  <a:lnTo>
                    <a:pt x="2120963" y="233108"/>
                  </a:lnTo>
                  <a:lnTo>
                    <a:pt x="2008936" y="233032"/>
                  </a:lnTo>
                  <a:lnTo>
                    <a:pt x="2008784" y="117983"/>
                  </a:lnTo>
                  <a:lnTo>
                    <a:pt x="2008784" y="693978"/>
                  </a:lnTo>
                  <a:lnTo>
                    <a:pt x="1898307" y="693877"/>
                  </a:lnTo>
                  <a:lnTo>
                    <a:pt x="1898154" y="578154"/>
                  </a:lnTo>
                  <a:lnTo>
                    <a:pt x="2008632" y="578231"/>
                  </a:lnTo>
                  <a:lnTo>
                    <a:pt x="2008784" y="693978"/>
                  </a:lnTo>
                  <a:lnTo>
                    <a:pt x="2008784" y="117983"/>
                  </a:lnTo>
                  <a:lnTo>
                    <a:pt x="2120811" y="118059"/>
                  </a:lnTo>
                  <a:lnTo>
                    <a:pt x="2120963" y="233108"/>
                  </a:lnTo>
                  <a:lnTo>
                    <a:pt x="2120963" y="762"/>
                  </a:lnTo>
                  <a:lnTo>
                    <a:pt x="2120811" y="762"/>
                  </a:lnTo>
                  <a:lnTo>
                    <a:pt x="2120811" y="117297"/>
                  </a:lnTo>
                  <a:lnTo>
                    <a:pt x="2008784" y="117221"/>
                  </a:lnTo>
                  <a:lnTo>
                    <a:pt x="2008632" y="2159"/>
                  </a:lnTo>
                  <a:lnTo>
                    <a:pt x="2120658" y="2235"/>
                  </a:lnTo>
                  <a:lnTo>
                    <a:pt x="2120811" y="117297"/>
                  </a:lnTo>
                  <a:lnTo>
                    <a:pt x="2120811" y="762"/>
                  </a:lnTo>
                  <a:lnTo>
                    <a:pt x="2120658" y="762"/>
                  </a:lnTo>
                  <a:lnTo>
                    <a:pt x="2120658" y="1473"/>
                  </a:lnTo>
                  <a:lnTo>
                    <a:pt x="2008632" y="1397"/>
                  </a:lnTo>
                  <a:lnTo>
                    <a:pt x="2008632" y="762"/>
                  </a:lnTo>
                  <a:lnTo>
                    <a:pt x="2008619" y="577469"/>
                  </a:lnTo>
                  <a:lnTo>
                    <a:pt x="1898142" y="577392"/>
                  </a:lnTo>
                  <a:lnTo>
                    <a:pt x="1898002" y="462318"/>
                  </a:lnTo>
                  <a:lnTo>
                    <a:pt x="1898002" y="1039926"/>
                  </a:lnTo>
                  <a:lnTo>
                    <a:pt x="1789036" y="1039850"/>
                  </a:lnTo>
                  <a:lnTo>
                    <a:pt x="1788871" y="923124"/>
                  </a:lnTo>
                  <a:lnTo>
                    <a:pt x="1897837" y="923239"/>
                  </a:lnTo>
                  <a:lnTo>
                    <a:pt x="1898002" y="1039926"/>
                  </a:lnTo>
                  <a:lnTo>
                    <a:pt x="1898002" y="462318"/>
                  </a:lnTo>
                  <a:lnTo>
                    <a:pt x="2008479" y="462394"/>
                  </a:lnTo>
                  <a:lnTo>
                    <a:pt x="2008619" y="577469"/>
                  </a:lnTo>
                  <a:lnTo>
                    <a:pt x="2008619" y="762"/>
                  </a:lnTo>
                  <a:lnTo>
                    <a:pt x="2008466" y="762"/>
                  </a:lnTo>
                  <a:lnTo>
                    <a:pt x="2008466" y="461632"/>
                  </a:lnTo>
                  <a:lnTo>
                    <a:pt x="1897989" y="461556"/>
                  </a:lnTo>
                  <a:lnTo>
                    <a:pt x="1897837" y="346506"/>
                  </a:lnTo>
                  <a:lnTo>
                    <a:pt x="1897837" y="922477"/>
                  </a:lnTo>
                  <a:lnTo>
                    <a:pt x="1788871" y="922362"/>
                  </a:lnTo>
                  <a:lnTo>
                    <a:pt x="1788731" y="812012"/>
                  </a:lnTo>
                  <a:lnTo>
                    <a:pt x="1897697" y="812088"/>
                  </a:lnTo>
                  <a:lnTo>
                    <a:pt x="1897837" y="922477"/>
                  </a:lnTo>
                  <a:lnTo>
                    <a:pt x="1897837" y="346506"/>
                  </a:lnTo>
                  <a:lnTo>
                    <a:pt x="2008314" y="346583"/>
                  </a:lnTo>
                  <a:lnTo>
                    <a:pt x="2008466" y="461632"/>
                  </a:lnTo>
                  <a:lnTo>
                    <a:pt x="2008466" y="762"/>
                  </a:lnTo>
                  <a:lnTo>
                    <a:pt x="2008314" y="762"/>
                  </a:lnTo>
                  <a:lnTo>
                    <a:pt x="2008314" y="345821"/>
                  </a:lnTo>
                  <a:lnTo>
                    <a:pt x="1897837" y="345744"/>
                  </a:lnTo>
                  <a:lnTo>
                    <a:pt x="1897697" y="233718"/>
                  </a:lnTo>
                  <a:lnTo>
                    <a:pt x="1897697" y="811326"/>
                  </a:lnTo>
                  <a:lnTo>
                    <a:pt x="1788731" y="811250"/>
                  </a:lnTo>
                  <a:lnTo>
                    <a:pt x="1788579" y="694524"/>
                  </a:lnTo>
                  <a:lnTo>
                    <a:pt x="1897545" y="694639"/>
                  </a:lnTo>
                  <a:lnTo>
                    <a:pt x="1897697" y="811326"/>
                  </a:lnTo>
                  <a:lnTo>
                    <a:pt x="1897697" y="233718"/>
                  </a:lnTo>
                  <a:lnTo>
                    <a:pt x="2008174" y="233794"/>
                  </a:lnTo>
                  <a:lnTo>
                    <a:pt x="2008314" y="345821"/>
                  </a:lnTo>
                  <a:lnTo>
                    <a:pt x="2008314" y="762"/>
                  </a:lnTo>
                  <a:lnTo>
                    <a:pt x="2008174" y="762"/>
                  </a:lnTo>
                  <a:lnTo>
                    <a:pt x="2008174" y="233032"/>
                  </a:lnTo>
                  <a:lnTo>
                    <a:pt x="1897697" y="232956"/>
                  </a:lnTo>
                  <a:lnTo>
                    <a:pt x="1897545" y="117906"/>
                  </a:lnTo>
                  <a:lnTo>
                    <a:pt x="1897545" y="693877"/>
                  </a:lnTo>
                  <a:lnTo>
                    <a:pt x="1788579" y="693762"/>
                  </a:lnTo>
                  <a:lnTo>
                    <a:pt x="1788426" y="578078"/>
                  </a:lnTo>
                  <a:lnTo>
                    <a:pt x="1897392" y="578154"/>
                  </a:lnTo>
                  <a:lnTo>
                    <a:pt x="1897545" y="693877"/>
                  </a:lnTo>
                  <a:lnTo>
                    <a:pt x="1897545" y="117906"/>
                  </a:lnTo>
                  <a:lnTo>
                    <a:pt x="2008022" y="117983"/>
                  </a:lnTo>
                  <a:lnTo>
                    <a:pt x="2008174" y="233032"/>
                  </a:lnTo>
                  <a:lnTo>
                    <a:pt x="2008174" y="762"/>
                  </a:lnTo>
                  <a:lnTo>
                    <a:pt x="2008022" y="762"/>
                  </a:lnTo>
                  <a:lnTo>
                    <a:pt x="2008022" y="117221"/>
                  </a:lnTo>
                  <a:lnTo>
                    <a:pt x="1897545" y="117144"/>
                  </a:lnTo>
                  <a:lnTo>
                    <a:pt x="1897392" y="2082"/>
                  </a:lnTo>
                  <a:lnTo>
                    <a:pt x="2007870" y="2159"/>
                  </a:lnTo>
                  <a:lnTo>
                    <a:pt x="2008022" y="117221"/>
                  </a:lnTo>
                  <a:lnTo>
                    <a:pt x="2008022" y="762"/>
                  </a:lnTo>
                  <a:lnTo>
                    <a:pt x="2007870" y="762"/>
                  </a:lnTo>
                  <a:lnTo>
                    <a:pt x="2007870" y="1397"/>
                  </a:lnTo>
                  <a:lnTo>
                    <a:pt x="1897392" y="1320"/>
                  </a:lnTo>
                  <a:lnTo>
                    <a:pt x="1897392" y="762"/>
                  </a:lnTo>
                  <a:lnTo>
                    <a:pt x="1897380" y="577392"/>
                  </a:lnTo>
                  <a:lnTo>
                    <a:pt x="1788414" y="577316"/>
                  </a:lnTo>
                  <a:lnTo>
                    <a:pt x="1788274" y="462241"/>
                  </a:lnTo>
                  <a:lnTo>
                    <a:pt x="1788274" y="1039850"/>
                  </a:lnTo>
                  <a:lnTo>
                    <a:pt x="1674736" y="1039774"/>
                  </a:lnTo>
                  <a:lnTo>
                    <a:pt x="1674571" y="923010"/>
                  </a:lnTo>
                  <a:lnTo>
                    <a:pt x="1788109" y="923124"/>
                  </a:lnTo>
                  <a:lnTo>
                    <a:pt x="1788274" y="1039850"/>
                  </a:lnTo>
                  <a:lnTo>
                    <a:pt x="1788274" y="462241"/>
                  </a:lnTo>
                  <a:lnTo>
                    <a:pt x="1897240" y="462318"/>
                  </a:lnTo>
                  <a:lnTo>
                    <a:pt x="1897380" y="577392"/>
                  </a:lnTo>
                  <a:lnTo>
                    <a:pt x="1897380" y="762"/>
                  </a:lnTo>
                  <a:lnTo>
                    <a:pt x="1897227" y="762"/>
                  </a:lnTo>
                  <a:lnTo>
                    <a:pt x="1897227" y="461556"/>
                  </a:lnTo>
                  <a:lnTo>
                    <a:pt x="1788261" y="461479"/>
                  </a:lnTo>
                  <a:lnTo>
                    <a:pt x="1788109" y="346430"/>
                  </a:lnTo>
                  <a:lnTo>
                    <a:pt x="1788109" y="922362"/>
                  </a:lnTo>
                  <a:lnTo>
                    <a:pt x="1674571" y="922248"/>
                  </a:lnTo>
                  <a:lnTo>
                    <a:pt x="1674431" y="811936"/>
                  </a:lnTo>
                  <a:lnTo>
                    <a:pt x="1787969" y="812012"/>
                  </a:lnTo>
                  <a:lnTo>
                    <a:pt x="1788109" y="922362"/>
                  </a:lnTo>
                  <a:lnTo>
                    <a:pt x="1788109" y="346430"/>
                  </a:lnTo>
                  <a:lnTo>
                    <a:pt x="1897075" y="346506"/>
                  </a:lnTo>
                  <a:lnTo>
                    <a:pt x="1897227" y="461556"/>
                  </a:lnTo>
                  <a:lnTo>
                    <a:pt x="1897227" y="762"/>
                  </a:lnTo>
                  <a:lnTo>
                    <a:pt x="1897075" y="762"/>
                  </a:lnTo>
                  <a:lnTo>
                    <a:pt x="1897075" y="345744"/>
                  </a:lnTo>
                  <a:lnTo>
                    <a:pt x="1788109" y="345668"/>
                  </a:lnTo>
                  <a:lnTo>
                    <a:pt x="1787969" y="233641"/>
                  </a:lnTo>
                  <a:lnTo>
                    <a:pt x="1787969" y="811250"/>
                  </a:lnTo>
                  <a:lnTo>
                    <a:pt x="1674431" y="811174"/>
                  </a:lnTo>
                  <a:lnTo>
                    <a:pt x="1674279" y="694410"/>
                  </a:lnTo>
                  <a:lnTo>
                    <a:pt x="1787817" y="694524"/>
                  </a:lnTo>
                  <a:lnTo>
                    <a:pt x="1787969" y="811250"/>
                  </a:lnTo>
                  <a:lnTo>
                    <a:pt x="1787969" y="233641"/>
                  </a:lnTo>
                  <a:lnTo>
                    <a:pt x="1896935" y="233718"/>
                  </a:lnTo>
                  <a:lnTo>
                    <a:pt x="1897075" y="345744"/>
                  </a:lnTo>
                  <a:lnTo>
                    <a:pt x="1897075" y="762"/>
                  </a:lnTo>
                  <a:lnTo>
                    <a:pt x="1896935" y="762"/>
                  </a:lnTo>
                  <a:lnTo>
                    <a:pt x="1896935" y="232956"/>
                  </a:lnTo>
                  <a:lnTo>
                    <a:pt x="1787969" y="232879"/>
                  </a:lnTo>
                  <a:lnTo>
                    <a:pt x="1787817" y="117830"/>
                  </a:lnTo>
                  <a:lnTo>
                    <a:pt x="1787817" y="693762"/>
                  </a:lnTo>
                  <a:lnTo>
                    <a:pt x="1674279" y="693648"/>
                  </a:lnTo>
                  <a:lnTo>
                    <a:pt x="1674126" y="578002"/>
                  </a:lnTo>
                  <a:lnTo>
                    <a:pt x="1787664" y="578078"/>
                  </a:lnTo>
                  <a:lnTo>
                    <a:pt x="1787817" y="693762"/>
                  </a:lnTo>
                  <a:lnTo>
                    <a:pt x="1787817" y="117830"/>
                  </a:lnTo>
                  <a:lnTo>
                    <a:pt x="1896783" y="117906"/>
                  </a:lnTo>
                  <a:lnTo>
                    <a:pt x="1896935" y="232956"/>
                  </a:lnTo>
                  <a:lnTo>
                    <a:pt x="1896935" y="762"/>
                  </a:lnTo>
                  <a:lnTo>
                    <a:pt x="1896783" y="762"/>
                  </a:lnTo>
                  <a:lnTo>
                    <a:pt x="1896783" y="117144"/>
                  </a:lnTo>
                  <a:lnTo>
                    <a:pt x="1787817" y="117068"/>
                  </a:lnTo>
                  <a:lnTo>
                    <a:pt x="1787664" y="2006"/>
                  </a:lnTo>
                  <a:lnTo>
                    <a:pt x="1896630" y="2082"/>
                  </a:lnTo>
                  <a:lnTo>
                    <a:pt x="1896783" y="117144"/>
                  </a:lnTo>
                  <a:lnTo>
                    <a:pt x="1896783" y="762"/>
                  </a:lnTo>
                  <a:lnTo>
                    <a:pt x="1896630" y="762"/>
                  </a:lnTo>
                  <a:lnTo>
                    <a:pt x="1896630" y="1320"/>
                  </a:lnTo>
                  <a:lnTo>
                    <a:pt x="1787664" y="1244"/>
                  </a:lnTo>
                  <a:lnTo>
                    <a:pt x="1787664" y="762"/>
                  </a:lnTo>
                  <a:lnTo>
                    <a:pt x="1787652" y="577316"/>
                  </a:lnTo>
                  <a:lnTo>
                    <a:pt x="1674114" y="577240"/>
                  </a:lnTo>
                  <a:lnTo>
                    <a:pt x="1673974" y="471766"/>
                  </a:lnTo>
                  <a:lnTo>
                    <a:pt x="1673974" y="1039774"/>
                  </a:lnTo>
                  <a:lnTo>
                    <a:pt x="1564246" y="1039698"/>
                  </a:lnTo>
                  <a:lnTo>
                    <a:pt x="1564081" y="922896"/>
                  </a:lnTo>
                  <a:lnTo>
                    <a:pt x="1673809" y="923010"/>
                  </a:lnTo>
                  <a:lnTo>
                    <a:pt x="1673974" y="1039774"/>
                  </a:lnTo>
                  <a:lnTo>
                    <a:pt x="1673974" y="471766"/>
                  </a:lnTo>
                  <a:lnTo>
                    <a:pt x="1673961" y="462165"/>
                  </a:lnTo>
                  <a:lnTo>
                    <a:pt x="1787512" y="462241"/>
                  </a:lnTo>
                  <a:lnTo>
                    <a:pt x="1787652" y="577316"/>
                  </a:lnTo>
                  <a:lnTo>
                    <a:pt x="1787652" y="762"/>
                  </a:lnTo>
                  <a:lnTo>
                    <a:pt x="1787499" y="762"/>
                  </a:lnTo>
                  <a:lnTo>
                    <a:pt x="1787499" y="461479"/>
                  </a:lnTo>
                  <a:lnTo>
                    <a:pt x="1673961" y="461403"/>
                  </a:lnTo>
                  <a:lnTo>
                    <a:pt x="1673809" y="346354"/>
                  </a:lnTo>
                  <a:lnTo>
                    <a:pt x="1673809" y="922248"/>
                  </a:lnTo>
                  <a:lnTo>
                    <a:pt x="1564081" y="922134"/>
                  </a:lnTo>
                  <a:lnTo>
                    <a:pt x="1563941" y="811860"/>
                  </a:lnTo>
                  <a:lnTo>
                    <a:pt x="1673669" y="811936"/>
                  </a:lnTo>
                  <a:lnTo>
                    <a:pt x="1673809" y="922248"/>
                  </a:lnTo>
                  <a:lnTo>
                    <a:pt x="1673809" y="346354"/>
                  </a:lnTo>
                  <a:lnTo>
                    <a:pt x="1787347" y="346430"/>
                  </a:lnTo>
                  <a:lnTo>
                    <a:pt x="1787499" y="461479"/>
                  </a:lnTo>
                  <a:lnTo>
                    <a:pt x="1787499" y="762"/>
                  </a:lnTo>
                  <a:lnTo>
                    <a:pt x="1787347" y="762"/>
                  </a:lnTo>
                  <a:lnTo>
                    <a:pt x="1787347" y="345668"/>
                  </a:lnTo>
                  <a:lnTo>
                    <a:pt x="1673809" y="345592"/>
                  </a:lnTo>
                  <a:lnTo>
                    <a:pt x="1673669" y="233565"/>
                  </a:lnTo>
                  <a:lnTo>
                    <a:pt x="1673669" y="811174"/>
                  </a:lnTo>
                  <a:lnTo>
                    <a:pt x="1563941" y="811098"/>
                  </a:lnTo>
                  <a:lnTo>
                    <a:pt x="1563789" y="694296"/>
                  </a:lnTo>
                  <a:lnTo>
                    <a:pt x="1673517" y="694410"/>
                  </a:lnTo>
                  <a:lnTo>
                    <a:pt x="1673669" y="811174"/>
                  </a:lnTo>
                  <a:lnTo>
                    <a:pt x="1673669" y="233565"/>
                  </a:lnTo>
                  <a:lnTo>
                    <a:pt x="1787207" y="233641"/>
                  </a:lnTo>
                  <a:lnTo>
                    <a:pt x="1787347" y="345668"/>
                  </a:lnTo>
                  <a:lnTo>
                    <a:pt x="1787347" y="762"/>
                  </a:lnTo>
                  <a:lnTo>
                    <a:pt x="1787207" y="762"/>
                  </a:lnTo>
                  <a:lnTo>
                    <a:pt x="1787207" y="232879"/>
                  </a:lnTo>
                  <a:lnTo>
                    <a:pt x="1673669" y="232803"/>
                  </a:lnTo>
                  <a:lnTo>
                    <a:pt x="1673517" y="117754"/>
                  </a:lnTo>
                  <a:lnTo>
                    <a:pt x="1673517" y="693648"/>
                  </a:lnTo>
                  <a:lnTo>
                    <a:pt x="1563789" y="693534"/>
                  </a:lnTo>
                  <a:lnTo>
                    <a:pt x="1563636" y="577926"/>
                  </a:lnTo>
                  <a:lnTo>
                    <a:pt x="1673364" y="578002"/>
                  </a:lnTo>
                  <a:lnTo>
                    <a:pt x="1673517" y="693648"/>
                  </a:lnTo>
                  <a:lnTo>
                    <a:pt x="1673517" y="117754"/>
                  </a:lnTo>
                  <a:lnTo>
                    <a:pt x="1787055" y="117830"/>
                  </a:lnTo>
                  <a:lnTo>
                    <a:pt x="1787207" y="232879"/>
                  </a:lnTo>
                  <a:lnTo>
                    <a:pt x="1787207" y="762"/>
                  </a:lnTo>
                  <a:lnTo>
                    <a:pt x="1787055" y="762"/>
                  </a:lnTo>
                  <a:lnTo>
                    <a:pt x="1787055" y="117068"/>
                  </a:lnTo>
                  <a:lnTo>
                    <a:pt x="1673517" y="116992"/>
                  </a:lnTo>
                  <a:lnTo>
                    <a:pt x="1673364" y="1930"/>
                  </a:lnTo>
                  <a:lnTo>
                    <a:pt x="1786902" y="2006"/>
                  </a:lnTo>
                  <a:lnTo>
                    <a:pt x="1787055" y="117068"/>
                  </a:lnTo>
                  <a:lnTo>
                    <a:pt x="1787055" y="762"/>
                  </a:lnTo>
                  <a:lnTo>
                    <a:pt x="1786902" y="762"/>
                  </a:lnTo>
                  <a:lnTo>
                    <a:pt x="1786902" y="1244"/>
                  </a:lnTo>
                  <a:lnTo>
                    <a:pt x="1673364" y="1168"/>
                  </a:lnTo>
                  <a:lnTo>
                    <a:pt x="1673364" y="762"/>
                  </a:lnTo>
                  <a:lnTo>
                    <a:pt x="1673352" y="577240"/>
                  </a:lnTo>
                  <a:lnTo>
                    <a:pt x="1563624" y="577164"/>
                  </a:lnTo>
                  <a:lnTo>
                    <a:pt x="1563484" y="471690"/>
                  </a:lnTo>
                  <a:lnTo>
                    <a:pt x="1563484" y="1039698"/>
                  </a:lnTo>
                  <a:lnTo>
                    <a:pt x="1454518" y="1039622"/>
                  </a:lnTo>
                  <a:lnTo>
                    <a:pt x="1454353" y="922782"/>
                  </a:lnTo>
                  <a:lnTo>
                    <a:pt x="1563319" y="922896"/>
                  </a:lnTo>
                  <a:lnTo>
                    <a:pt x="1563484" y="1039698"/>
                  </a:lnTo>
                  <a:lnTo>
                    <a:pt x="1563484" y="471690"/>
                  </a:lnTo>
                  <a:lnTo>
                    <a:pt x="1563471" y="462089"/>
                  </a:lnTo>
                  <a:lnTo>
                    <a:pt x="1673199" y="462165"/>
                  </a:lnTo>
                  <a:lnTo>
                    <a:pt x="1673352" y="577240"/>
                  </a:lnTo>
                  <a:lnTo>
                    <a:pt x="1673352" y="762"/>
                  </a:lnTo>
                  <a:lnTo>
                    <a:pt x="1673199" y="762"/>
                  </a:lnTo>
                  <a:lnTo>
                    <a:pt x="1673199" y="461403"/>
                  </a:lnTo>
                  <a:lnTo>
                    <a:pt x="1563471" y="461327"/>
                  </a:lnTo>
                  <a:lnTo>
                    <a:pt x="1563319" y="346278"/>
                  </a:lnTo>
                  <a:lnTo>
                    <a:pt x="1563319" y="922134"/>
                  </a:lnTo>
                  <a:lnTo>
                    <a:pt x="1454353" y="922020"/>
                  </a:lnTo>
                  <a:lnTo>
                    <a:pt x="1454213" y="811784"/>
                  </a:lnTo>
                  <a:lnTo>
                    <a:pt x="1563179" y="811860"/>
                  </a:lnTo>
                  <a:lnTo>
                    <a:pt x="1563319" y="922134"/>
                  </a:lnTo>
                  <a:lnTo>
                    <a:pt x="1563319" y="346278"/>
                  </a:lnTo>
                  <a:lnTo>
                    <a:pt x="1673047" y="346354"/>
                  </a:lnTo>
                  <a:lnTo>
                    <a:pt x="1673199" y="461403"/>
                  </a:lnTo>
                  <a:lnTo>
                    <a:pt x="1673199" y="762"/>
                  </a:lnTo>
                  <a:lnTo>
                    <a:pt x="1673047" y="762"/>
                  </a:lnTo>
                  <a:lnTo>
                    <a:pt x="1673047" y="345592"/>
                  </a:lnTo>
                  <a:lnTo>
                    <a:pt x="1563319" y="345516"/>
                  </a:lnTo>
                  <a:lnTo>
                    <a:pt x="1563179" y="233489"/>
                  </a:lnTo>
                  <a:lnTo>
                    <a:pt x="1563179" y="811098"/>
                  </a:lnTo>
                  <a:lnTo>
                    <a:pt x="1454213" y="811022"/>
                  </a:lnTo>
                  <a:lnTo>
                    <a:pt x="1454061" y="694182"/>
                  </a:lnTo>
                  <a:lnTo>
                    <a:pt x="1563027" y="694296"/>
                  </a:lnTo>
                  <a:lnTo>
                    <a:pt x="1563179" y="811098"/>
                  </a:lnTo>
                  <a:lnTo>
                    <a:pt x="1563179" y="233489"/>
                  </a:lnTo>
                  <a:lnTo>
                    <a:pt x="1672907" y="233565"/>
                  </a:lnTo>
                  <a:lnTo>
                    <a:pt x="1673047" y="345592"/>
                  </a:lnTo>
                  <a:lnTo>
                    <a:pt x="1673047" y="762"/>
                  </a:lnTo>
                  <a:lnTo>
                    <a:pt x="1672907" y="762"/>
                  </a:lnTo>
                  <a:lnTo>
                    <a:pt x="1672907" y="232803"/>
                  </a:lnTo>
                  <a:lnTo>
                    <a:pt x="1563179" y="232727"/>
                  </a:lnTo>
                  <a:lnTo>
                    <a:pt x="1563027" y="117678"/>
                  </a:lnTo>
                  <a:lnTo>
                    <a:pt x="1563027" y="693534"/>
                  </a:lnTo>
                  <a:lnTo>
                    <a:pt x="1454061" y="693420"/>
                  </a:lnTo>
                  <a:lnTo>
                    <a:pt x="1453908" y="577850"/>
                  </a:lnTo>
                  <a:lnTo>
                    <a:pt x="1562874" y="577926"/>
                  </a:lnTo>
                  <a:lnTo>
                    <a:pt x="1563027" y="693534"/>
                  </a:lnTo>
                  <a:lnTo>
                    <a:pt x="1563027" y="117678"/>
                  </a:lnTo>
                  <a:lnTo>
                    <a:pt x="1672755" y="117754"/>
                  </a:lnTo>
                  <a:lnTo>
                    <a:pt x="1672907" y="232803"/>
                  </a:lnTo>
                  <a:lnTo>
                    <a:pt x="1672907" y="762"/>
                  </a:lnTo>
                  <a:lnTo>
                    <a:pt x="1672755" y="762"/>
                  </a:lnTo>
                  <a:lnTo>
                    <a:pt x="1672755" y="116992"/>
                  </a:lnTo>
                  <a:lnTo>
                    <a:pt x="1563027" y="116916"/>
                  </a:lnTo>
                  <a:lnTo>
                    <a:pt x="1562874" y="1854"/>
                  </a:lnTo>
                  <a:lnTo>
                    <a:pt x="1672602" y="1930"/>
                  </a:lnTo>
                  <a:lnTo>
                    <a:pt x="1672755" y="116992"/>
                  </a:lnTo>
                  <a:lnTo>
                    <a:pt x="1672755" y="762"/>
                  </a:lnTo>
                  <a:lnTo>
                    <a:pt x="1672602" y="762"/>
                  </a:lnTo>
                  <a:lnTo>
                    <a:pt x="1672602" y="1168"/>
                  </a:lnTo>
                  <a:lnTo>
                    <a:pt x="1562874" y="1092"/>
                  </a:lnTo>
                  <a:lnTo>
                    <a:pt x="1562874" y="762"/>
                  </a:lnTo>
                  <a:lnTo>
                    <a:pt x="1562862" y="577164"/>
                  </a:lnTo>
                  <a:lnTo>
                    <a:pt x="1453896" y="577088"/>
                  </a:lnTo>
                  <a:lnTo>
                    <a:pt x="1453756" y="471614"/>
                  </a:lnTo>
                  <a:lnTo>
                    <a:pt x="1453756" y="1039622"/>
                  </a:lnTo>
                  <a:lnTo>
                    <a:pt x="1340218" y="1039545"/>
                  </a:lnTo>
                  <a:lnTo>
                    <a:pt x="1340053" y="922667"/>
                  </a:lnTo>
                  <a:lnTo>
                    <a:pt x="1453591" y="922782"/>
                  </a:lnTo>
                  <a:lnTo>
                    <a:pt x="1453756" y="1039622"/>
                  </a:lnTo>
                  <a:lnTo>
                    <a:pt x="1453756" y="471614"/>
                  </a:lnTo>
                  <a:lnTo>
                    <a:pt x="1453743" y="462013"/>
                  </a:lnTo>
                  <a:lnTo>
                    <a:pt x="1562709" y="462089"/>
                  </a:lnTo>
                  <a:lnTo>
                    <a:pt x="1562862" y="577164"/>
                  </a:lnTo>
                  <a:lnTo>
                    <a:pt x="1562862" y="762"/>
                  </a:lnTo>
                  <a:lnTo>
                    <a:pt x="1562709" y="762"/>
                  </a:lnTo>
                  <a:lnTo>
                    <a:pt x="1562709" y="461327"/>
                  </a:lnTo>
                  <a:lnTo>
                    <a:pt x="1453743" y="461251"/>
                  </a:lnTo>
                  <a:lnTo>
                    <a:pt x="1453591" y="346202"/>
                  </a:lnTo>
                  <a:lnTo>
                    <a:pt x="1453591" y="922020"/>
                  </a:lnTo>
                  <a:lnTo>
                    <a:pt x="1340053" y="921905"/>
                  </a:lnTo>
                  <a:lnTo>
                    <a:pt x="1339913" y="811707"/>
                  </a:lnTo>
                  <a:lnTo>
                    <a:pt x="1453451" y="811784"/>
                  </a:lnTo>
                  <a:lnTo>
                    <a:pt x="1453591" y="922020"/>
                  </a:lnTo>
                  <a:lnTo>
                    <a:pt x="1453591" y="346202"/>
                  </a:lnTo>
                  <a:lnTo>
                    <a:pt x="1562557" y="346278"/>
                  </a:lnTo>
                  <a:lnTo>
                    <a:pt x="1562709" y="461327"/>
                  </a:lnTo>
                  <a:lnTo>
                    <a:pt x="1562709" y="762"/>
                  </a:lnTo>
                  <a:lnTo>
                    <a:pt x="1562557" y="762"/>
                  </a:lnTo>
                  <a:lnTo>
                    <a:pt x="1562557" y="345516"/>
                  </a:lnTo>
                  <a:lnTo>
                    <a:pt x="1453591" y="345440"/>
                  </a:lnTo>
                  <a:lnTo>
                    <a:pt x="1453451" y="233413"/>
                  </a:lnTo>
                  <a:lnTo>
                    <a:pt x="1453451" y="811022"/>
                  </a:lnTo>
                  <a:lnTo>
                    <a:pt x="1339913" y="810945"/>
                  </a:lnTo>
                  <a:lnTo>
                    <a:pt x="1339761" y="694067"/>
                  </a:lnTo>
                  <a:lnTo>
                    <a:pt x="1453299" y="694182"/>
                  </a:lnTo>
                  <a:lnTo>
                    <a:pt x="1453451" y="811022"/>
                  </a:lnTo>
                  <a:lnTo>
                    <a:pt x="1453451" y="233413"/>
                  </a:lnTo>
                  <a:lnTo>
                    <a:pt x="1562417" y="233489"/>
                  </a:lnTo>
                  <a:lnTo>
                    <a:pt x="1562557" y="345516"/>
                  </a:lnTo>
                  <a:lnTo>
                    <a:pt x="1562557" y="762"/>
                  </a:lnTo>
                  <a:lnTo>
                    <a:pt x="1562417" y="762"/>
                  </a:lnTo>
                  <a:lnTo>
                    <a:pt x="1562417" y="232727"/>
                  </a:lnTo>
                  <a:lnTo>
                    <a:pt x="1453451" y="232651"/>
                  </a:lnTo>
                  <a:lnTo>
                    <a:pt x="1453299" y="117602"/>
                  </a:lnTo>
                  <a:lnTo>
                    <a:pt x="1453299" y="693420"/>
                  </a:lnTo>
                  <a:lnTo>
                    <a:pt x="1339761" y="693305"/>
                  </a:lnTo>
                  <a:lnTo>
                    <a:pt x="1339608" y="577773"/>
                  </a:lnTo>
                  <a:lnTo>
                    <a:pt x="1453146" y="577850"/>
                  </a:lnTo>
                  <a:lnTo>
                    <a:pt x="1453299" y="693420"/>
                  </a:lnTo>
                  <a:lnTo>
                    <a:pt x="1453299" y="117602"/>
                  </a:lnTo>
                  <a:lnTo>
                    <a:pt x="1562265" y="117678"/>
                  </a:lnTo>
                  <a:lnTo>
                    <a:pt x="1562417" y="232727"/>
                  </a:lnTo>
                  <a:lnTo>
                    <a:pt x="1562417" y="762"/>
                  </a:lnTo>
                  <a:lnTo>
                    <a:pt x="1562265" y="762"/>
                  </a:lnTo>
                  <a:lnTo>
                    <a:pt x="1562265" y="116916"/>
                  </a:lnTo>
                  <a:lnTo>
                    <a:pt x="1453299" y="116840"/>
                  </a:lnTo>
                  <a:lnTo>
                    <a:pt x="1453146" y="1778"/>
                  </a:lnTo>
                  <a:lnTo>
                    <a:pt x="1562112" y="1854"/>
                  </a:lnTo>
                  <a:lnTo>
                    <a:pt x="1562265" y="116916"/>
                  </a:lnTo>
                  <a:lnTo>
                    <a:pt x="1562265" y="762"/>
                  </a:lnTo>
                  <a:lnTo>
                    <a:pt x="1562112" y="762"/>
                  </a:lnTo>
                  <a:lnTo>
                    <a:pt x="1562112" y="1092"/>
                  </a:lnTo>
                  <a:lnTo>
                    <a:pt x="1453146" y="1016"/>
                  </a:lnTo>
                  <a:lnTo>
                    <a:pt x="1453146" y="762"/>
                  </a:lnTo>
                  <a:lnTo>
                    <a:pt x="1453134" y="577088"/>
                  </a:lnTo>
                  <a:lnTo>
                    <a:pt x="1339596" y="577011"/>
                  </a:lnTo>
                  <a:lnTo>
                    <a:pt x="1339456" y="471538"/>
                  </a:lnTo>
                  <a:lnTo>
                    <a:pt x="1339456" y="1039545"/>
                  </a:lnTo>
                  <a:lnTo>
                    <a:pt x="1230477" y="1039469"/>
                  </a:lnTo>
                  <a:lnTo>
                    <a:pt x="1230312" y="922553"/>
                  </a:lnTo>
                  <a:lnTo>
                    <a:pt x="1339291" y="922667"/>
                  </a:lnTo>
                  <a:lnTo>
                    <a:pt x="1339456" y="1039545"/>
                  </a:lnTo>
                  <a:lnTo>
                    <a:pt x="1339456" y="471538"/>
                  </a:lnTo>
                  <a:lnTo>
                    <a:pt x="1339443" y="461937"/>
                  </a:lnTo>
                  <a:lnTo>
                    <a:pt x="1452981" y="462013"/>
                  </a:lnTo>
                  <a:lnTo>
                    <a:pt x="1453134" y="577088"/>
                  </a:lnTo>
                  <a:lnTo>
                    <a:pt x="1453134" y="762"/>
                  </a:lnTo>
                  <a:lnTo>
                    <a:pt x="1452981" y="762"/>
                  </a:lnTo>
                  <a:lnTo>
                    <a:pt x="1452981" y="461251"/>
                  </a:lnTo>
                  <a:lnTo>
                    <a:pt x="1339443" y="461175"/>
                  </a:lnTo>
                  <a:lnTo>
                    <a:pt x="1339291" y="346125"/>
                  </a:lnTo>
                  <a:lnTo>
                    <a:pt x="1339291" y="921905"/>
                  </a:lnTo>
                  <a:lnTo>
                    <a:pt x="1230312" y="921791"/>
                  </a:lnTo>
                  <a:lnTo>
                    <a:pt x="1230172" y="811631"/>
                  </a:lnTo>
                  <a:lnTo>
                    <a:pt x="1339151" y="811707"/>
                  </a:lnTo>
                  <a:lnTo>
                    <a:pt x="1339291" y="921905"/>
                  </a:lnTo>
                  <a:lnTo>
                    <a:pt x="1339291" y="346125"/>
                  </a:lnTo>
                  <a:lnTo>
                    <a:pt x="1452829" y="346202"/>
                  </a:lnTo>
                  <a:lnTo>
                    <a:pt x="1452981" y="461251"/>
                  </a:lnTo>
                  <a:lnTo>
                    <a:pt x="1452981" y="762"/>
                  </a:lnTo>
                  <a:lnTo>
                    <a:pt x="1452829" y="762"/>
                  </a:lnTo>
                  <a:lnTo>
                    <a:pt x="1452829" y="345440"/>
                  </a:lnTo>
                  <a:lnTo>
                    <a:pt x="1339291" y="345363"/>
                  </a:lnTo>
                  <a:lnTo>
                    <a:pt x="1339151" y="233337"/>
                  </a:lnTo>
                  <a:lnTo>
                    <a:pt x="1339151" y="810945"/>
                  </a:lnTo>
                  <a:lnTo>
                    <a:pt x="1230172" y="810869"/>
                  </a:lnTo>
                  <a:lnTo>
                    <a:pt x="1230020" y="693953"/>
                  </a:lnTo>
                  <a:lnTo>
                    <a:pt x="1338999" y="694067"/>
                  </a:lnTo>
                  <a:lnTo>
                    <a:pt x="1339151" y="810945"/>
                  </a:lnTo>
                  <a:lnTo>
                    <a:pt x="1339151" y="233337"/>
                  </a:lnTo>
                  <a:lnTo>
                    <a:pt x="1452689" y="233413"/>
                  </a:lnTo>
                  <a:lnTo>
                    <a:pt x="1452829" y="345440"/>
                  </a:lnTo>
                  <a:lnTo>
                    <a:pt x="1452829" y="762"/>
                  </a:lnTo>
                  <a:lnTo>
                    <a:pt x="1452689" y="762"/>
                  </a:lnTo>
                  <a:lnTo>
                    <a:pt x="1452689" y="232651"/>
                  </a:lnTo>
                  <a:lnTo>
                    <a:pt x="1339151" y="232575"/>
                  </a:lnTo>
                  <a:lnTo>
                    <a:pt x="1338999" y="117525"/>
                  </a:lnTo>
                  <a:lnTo>
                    <a:pt x="1338999" y="693305"/>
                  </a:lnTo>
                  <a:lnTo>
                    <a:pt x="1230020" y="693191"/>
                  </a:lnTo>
                  <a:lnTo>
                    <a:pt x="1229868" y="577697"/>
                  </a:lnTo>
                  <a:lnTo>
                    <a:pt x="1338846" y="577773"/>
                  </a:lnTo>
                  <a:lnTo>
                    <a:pt x="1338999" y="693305"/>
                  </a:lnTo>
                  <a:lnTo>
                    <a:pt x="1338999" y="117525"/>
                  </a:lnTo>
                  <a:lnTo>
                    <a:pt x="1452537" y="117602"/>
                  </a:lnTo>
                  <a:lnTo>
                    <a:pt x="1452689" y="232651"/>
                  </a:lnTo>
                  <a:lnTo>
                    <a:pt x="1452689" y="762"/>
                  </a:lnTo>
                  <a:lnTo>
                    <a:pt x="1452537" y="762"/>
                  </a:lnTo>
                  <a:lnTo>
                    <a:pt x="1452537" y="116840"/>
                  </a:lnTo>
                  <a:lnTo>
                    <a:pt x="1338999" y="116763"/>
                  </a:lnTo>
                  <a:lnTo>
                    <a:pt x="1338846" y="1701"/>
                  </a:lnTo>
                  <a:lnTo>
                    <a:pt x="1452384" y="1778"/>
                  </a:lnTo>
                  <a:lnTo>
                    <a:pt x="1452537" y="116840"/>
                  </a:lnTo>
                  <a:lnTo>
                    <a:pt x="1452537" y="762"/>
                  </a:lnTo>
                  <a:lnTo>
                    <a:pt x="1452384" y="762"/>
                  </a:lnTo>
                  <a:lnTo>
                    <a:pt x="1452384" y="1003"/>
                  </a:lnTo>
                  <a:lnTo>
                    <a:pt x="1338846" y="927"/>
                  </a:lnTo>
                  <a:lnTo>
                    <a:pt x="1338846" y="762"/>
                  </a:lnTo>
                  <a:lnTo>
                    <a:pt x="1338834" y="577011"/>
                  </a:lnTo>
                  <a:lnTo>
                    <a:pt x="1229855" y="576935"/>
                  </a:lnTo>
                  <a:lnTo>
                    <a:pt x="1229715" y="471462"/>
                  </a:lnTo>
                  <a:lnTo>
                    <a:pt x="1229715" y="1039469"/>
                  </a:lnTo>
                  <a:lnTo>
                    <a:pt x="1119225" y="1039406"/>
                  </a:lnTo>
                  <a:lnTo>
                    <a:pt x="1119060" y="922451"/>
                  </a:lnTo>
                  <a:lnTo>
                    <a:pt x="1229550" y="922553"/>
                  </a:lnTo>
                  <a:lnTo>
                    <a:pt x="1229715" y="1039469"/>
                  </a:lnTo>
                  <a:lnTo>
                    <a:pt x="1229715" y="471462"/>
                  </a:lnTo>
                  <a:lnTo>
                    <a:pt x="1229702" y="461860"/>
                  </a:lnTo>
                  <a:lnTo>
                    <a:pt x="1338681" y="461937"/>
                  </a:lnTo>
                  <a:lnTo>
                    <a:pt x="1338834" y="577011"/>
                  </a:lnTo>
                  <a:lnTo>
                    <a:pt x="1338834" y="762"/>
                  </a:lnTo>
                  <a:lnTo>
                    <a:pt x="1338681" y="762"/>
                  </a:lnTo>
                  <a:lnTo>
                    <a:pt x="1338681" y="461175"/>
                  </a:lnTo>
                  <a:lnTo>
                    <a:pt x="1229702" y="461098"/>
                  </a:lnTo>
                  <a:lnTo>
                    <a:pt x="1229550" y="346049"/>
                  </a:lnTo>
                  <a:lnTo>
                    <a:pt x="1229550" y="921791"/>
                  </a:lnTo>
                  <a:lnTo>
                    <a:pt x="1119060" y="921689"/>
                  </a:lnTo>
                  <a:lnTo>
                    <a:pt x="1118920" y="811568"/>
                  </a:lnTo>
                  <a:lnTo>
                    <a:pt x="1229410" y="811631"/>
                  </a:lnTo>
                  <a:lnTo>
                    <a:pt x="1229550" y="921791"/>
                  </a:lnTo>
                  <a:lnTo>
                    <a:pt x="1229550" y="346049"/>
                  </a:lnTo>
                  <a:lnTo>
                    <a:pt x="1338529" y="346125"/>
                  </a:lnTo>
                  <a:lnTo>
                    <a:pt x="1338681" y="461175"/>
                  </a:lnTo>
                  <a:lnTo>
                    <a:pt x="1338681" y="762"/>
                  </a:lnTo>
                  <a:lnTo>
                    <a:pt x="1338529" y="762"/>
                  </a:lnTo>
                  <a:lnTo>
                    <a:pt x="1338529" y="345363"/>
                  </a:lnTo>
                  <a:lnTo>
                    <a:pt x="1229550" y="345287"/>
                  </a:lnTo>
                  <a:lnTo>
                    <a:pt x="1229410" y="233260"/>
                  </a:lnTo>
                  <a:lnTo>
                    <a:pt x="1229410" y="810869"/>
                  </a:lnTo>
                  <a:lnTo>
                    <a:pt x="1118920" y="810806"/>
                  </a:lnTo>
                  <a:lnTo>
                    <a:pt x="1118768" y="693851"/>
                  </a:lnTo>
                  <a:lnTo>
                    <a:pt x="1229258" y="693953"/>
                  </a:lnTo>
                  <a:lnTo>
                    <a:pt x="1229410" y="810869"/>
                  </a:lnTo>
                  <a:lnTo>
                    <a:pt x="1229410" y="233260"/>
                  </a:lnTo>
                  <a:lnTo>
                    <a:pt x="1338389" y="233337"/>
                  </a:lnTo>
                  <a:lnTo>
                    <a:pt x="1338529" y="345363"/>
                  </a:lnTo>
                  <a:lnTo>
                    <a:pt x="1338529" y="762"/>
                  </a:lnTo>
                  <a:lnTo>
                    <a:pt x="1338389" y="762"/>
                  </a:lnTo>
                  <a:lnTo>
                    <a:pt x="1338389" y="232575"/>
                  </a:lnTo>
                  <a:lnTo>
                    <a:pt x="1229410" y="232498"/>
                  </a:lnTo>
                  <a:lnTo>
                    <a:pt x="1229258" y="117449"/>
                  </a:lnTo>
                  <a:lnTo>
                    <a:pt x="1229258" y="693191"/>
                  </a:lnTo>
                  <a:lnTo>
                    <a:pt x="1118768" y="693089"/>
                  </a:lnTo>
                  <a:lnTo>
                    <a:pt x="1118616" y="577634"/>
                  </a:lnTo>
                  <a:lnTo>
                    <a:pt x="1229106" y="577697"/>
                  </a:lnTo>
                  <a:lnTo>
                    <a:pt x="1229258" y="693191"/>
                  </a:lnTo>
                  <a:lnTo>
                    <a:pt x="1229258" y="117449"/>
                  </a:lnTo>
                  <a:lnTo>
                    <a:pt x="1338237" y="117525"/>
                  </a:lnTo>
                  <a:lnTo>
                    <a:pt x="1338389" y="232575"/>
                  </a:lnTo>
                  <a:lnTo>
                    <a:pt x="1338389" y="762"/>
                  </a:lnTo>
                  <a:lnTo>
                    <a:pt x="1338237" y="762"/>
                  </a:lnTo>
                  <a:lnTo>
                    <a:pt x="1338237" y="116763"/>
                  </a:lnTo>
                  <a:lnTo>
                    <a:pt x="1229258" y="116687"/>
                  </a:lnTo>
                  <a:lnTo>
                    <a:pt x="1229106" y="1625"/>
                  </a:lnTo>
                  <a:lnTo>
                    <a:pt x="1338084" y="1701"/>
                  </a:lnTo>
                  <a:lnTo>
                    <a:pt x="1338237" y="116763"/>
                  </a:lnTo>
                  <a:lnTo>
                    <a:pt x="1338237" y="762"/>
                  </a:lnTo>
                  <a:lnTo>
                    <a:pt x="1338084" y="762"/>
                  </a:lnTo>
                  <a:lnTo>
                    <a:pt x="1338084" y="927"/>
                  </a:lnTo>
                  <a:lnTo>
                    <a:pt x="1229106" y="850"/>
                  </a:lnTo>
                  <a:lnTo>
                    <a:pt x="1229093" y="576935"/>
                  </a:lnTo>
                  <a:lnTo>
                    <a:pt x="1118603" y="576872"/>
                  </a:lnTo>
                  <a:lnTo>
                    <a:pt x="1118463" y="471398"/>
                  </a:lnTo>
                  <a:lnTo>
                    <a:pt x="1118463" y="1039406"/>
                  </a:lnTo>
                  <a:lnTo>
                    <a:pt x="1004925" y="1039317"/>
                  </a:lnTo>
                  <a:lnTo>
                    <a:pt x="1004760" y="922324"/>
                  </a:lnTo>
                  <a:lnTo>
                    <a:pt x="1118298" y="922451"/>
                  </a:lnTo>
                  <a:lnTo>
                    <a:pt x="1118463" y="1039406"/>
                  </a:lnTo>
                  <a:lnTo>
                    <a:pt x="1118463" y="471398"/>
                  </a:lnTo>
                  <a:lnTo>
                    <a:pt x="1118450" y="461797"/>
                  </a:lnTo>
                  <a:lnTo>
                    <a:pt x="1228940" y="461860"/>
                  </a:lnTo>
                  <a:lnTo>
                    <a:pt x="1229093" y="576935"/>
                  </a:lnTo>
                  <a:lnTo>
                    <a:pt x="1229093" y="762"/>
                  </a:lnTo>
                  <a:lnTo>
                    <a:pt x="1228940" y="762"/>
                  </a:lnTo>
                  <a:lnTo>
                    <a:pt x="1228940" y="461098"/>
                  </a:lnTo>
                  <a:lnTo>
                    <a:pt x="1118450" y="461035"/>
                  </a:lnTo>
                  <a:lnTo>
                    <a:pt x="1118298" y="345986"/>
                  </a:lnTo>
                  <a:lnTo>
                    <a:pt x="1118298" y="921689"/>
                  </a:lnTo>
                  <a:lnTo>
                    <a:pt x="1004760" y="921562"/>
                  </a:lnTo>
                  <a:lnTo>
                    <a:pt x="1004620" y="811479"/>
                  </a:lnTo>
                  <a:lnTo>
                    <a:pt x="1118158" y="811568"/>
                  </a:lnTo>
                  <a:lnTo>
                    <a:pt x="1118298" y="921689"/>
                  </a:lnTo>
                  <a:lnTo>
                    <a:pt x="1118298" y="345986"/>
                  </a:lnTo>
                  <a:lnTo>
                    <a:pt x="1228788" y="346049"/>
                  </a:lnTo>
                  <a:lnTo>
                    <a:pt x="1228940" y="461098"/>
                  </a:lnTo>
                  <a:lnTo>
                    <a:pt x="1228940" y="762"/>
                  </a:lnTo>
                  <a:lnTo>
                    <a:pt x="1228788" y="762"/>
                  </a:lnTo>
                  <a:lnTo>
                    <a:pt x="1228788" y="345287"/>
                  </a:lnTo>
                  <a:lnTo>
                    <a:pt x="1118298" y="345224"/>
                  </a:lnTo>
                  <a:lnTo>
                    <a:pt x="1118158" y="233197"/>
                  </a:lnTo>
                  <a:lnTo>
                    <a:pt x="1118158" y="810806"/>
                  </a:lnTo>
                  <a:lnTo>
                    <a:pt x="1004620" y="810717"/>
                  </a:lnTo>
                  <a:lnTo>
                    <a:pt x="1004468" y="693724"/>
                  </a:lnTo>
                  <a:lnTo>
                    <a:pt x="1118006" y="693851"/>
                  </a:lnTo>
                  <a:lnTo>
                    <a:pt x="1118158" y="810806"/>
                  </a:lnTo>
                  <a:lnTo>
                    <a:pt x="1118158" y="233197"/>
                  </a:lnTo>
                  <a:lnTo>
                    <a:pt x="1228648" y="233260"/>
                  </a:lnTo>
                  <a:lnTo>
                    <a:pt x="1228788" y="345287"/>
                  </a:lnTo>
                  <a:lnTo>
                    <a:pt x="1228788" y="762"/>
                  </a:lnTo>
                  <a:lnTo>
                    <a:pt x="1228648" y="762"/>
                  </a:lnTo>
                  <a:lnTo>
                    <a:pt x="1228648" y="232498"/>
                  </a:lnTo>
                  <a:lnTo>
                    <a:pt x="1118158" y="232435"/>
                  </a:lnTo>
                  <a:lnTo>
                    <a:pt x="1118006" y="117386"/>
                  </a:lnTo>
                  <a:lnTo>
                    <a:pt x="1118006" y="693089"/>
                  </a:lnTo>
                  <a:lnTo>
                    <a:pt x="1004455" y="692962"/>
                  </a:lnTo>
                  <a:lnTo>
                    <a:pt x="1004303" y="577545"/>
                  </a:lnTo>
                  <a:lnTo>
                    <a:pt x="1117854" y="577634"/>
                  </a:lnTo>
                  <a:lnTo>
                    <a:pt x="1118006" y="693089"/>
                  </a:lnTo>
                  <a:lnTo>
                    <a:pt x="1118006" y="117386"/>
                  </a:lnTo>
                  <a:lnTo>
                    <a:pt x="1228496" y="117449"/>
                  </a:lnTo>
                  <a:lnTo>
                    <a:pt x="1228648" y="232498"/>
                  </a:lnTo>
                  <a:lnTo>
                    <a:pt x="1228648" y="762"/>
                  </a:lnTo>
                  <a:lnTo>
                    <a:pt x="1228496" y="762"/>
                  </a:lnTo>
                  <a:lnTo>
                    <a:pt x="1228496" y="116687"/>
                  </a:lnTo>
                  <a:lnTo>
                    <a:pt x="1118006" y="116624"/>
                  </a:lnTo>
                  <a:lnTo>
                    <a:pt x="1117854" y="1562"/>
                  </a:lnTo>
                  <a:lnTo>
                    <a:pt x="1228344" y="1625"/>
                  </a:lnTo>
                  <a:lnTo>
                    <a:pt x="1228496" y="116687"/>
                  </a:lnTo>
                  <a:lnTo>
                    <a:pt x="1228496" y="762"/>
                  </a:lnTo>
                  <a:lnTo>
                    <a:pt x="1228344" y="762"/>
                  </a:lnTo>
                  <a:lnTo>
                    <a:pt x="1117854" y="774"/>
                  </a:lnTo>
                  <a:lnTo>
                    <a:pt x="1117841" y="576872"/>
                  </a:lnTo>
                  <a:lnTo>
                    <a:pt x="1004303" y="576783"/>
                  </a:lnTo>
                  <a:lnTo>
                    <a:pt x="1004163" y="471309"/>
                  </a:lnTo>
                  <a:lnTo>
                    <a:pt x="1004163" y="1039317"/>
                  </a:lnTo>
                  <a:lnTo>
                    <a:pt x="895883" y="1039241"/>
                  </a:lnTo>
                  <a:lnTo>
                    <a:pt x="895642" y="922210"/>
                  </a:lnTo>
                  <a:lnTo>
                    <a:pt x="1003998" y="922324"/>
                  </a:lnTo>
                  <a:lnTo>
                    <a:pt x="1004163" y="1039317"/>
                  </a:lnTo>
                  <a:lnTo>
                    <a:pt x="1004163" y="471309"/>
                  </a:lnTo>
                  <a:lnTo>
                    <a:pt x="1004150" y="461708"/>
                  </a:lnTo>
                  <a:lnTo>
                    <a:pt x="1117688" y="461797"/>
                  </a:lnTo>
                  <a:lnTo>
                    <a:pt x="1117841" y="576872"/>
                  </a:lnTo>
                  <a:lnTo>
                    <a:pt x="1117841" y="762"/>
                  </a:lnTo>
                  <a:lnTo>
                    <a:pt x="1117688" y="762"/>
                  </a:lnTo>
                  <a:lnTo>
                    <a:pt x="1117688" y="461035"/>
                  </a:lnTo>
                  <a:lnTo>
                    <a:pt x="1004150" y="460946"/>
                  </a:lnTo>
                  <a:lnTo>
                    <a:pt x="1003998" y="345897"/>
                  </a:lnTo>
                  <a:lnTo>
                    <a:pt x="1003998" y="921562"/>
                  </a:lnTo>
                  <a:lnTo>
                    <a:pt x="895642" y="921448"/>
                  </a:lnTo>
                  <a:lnTo>
                    <a:pt x="895426" y="811403"/>
                  </a:lnTo>
                  <a:lnTo>
                    <a:pt x="1003858" y="811479"/>
                  </a:lnTo>
                  <a:lnTo>
                    <a:pt x="1003998" y="921562"/>
                  </a:lnTo>
                  <a:lnTo>
                    <a:pt x="1003998" y="345897"/>
                  </a:lnTo>
                  <a:lnTo>
                    <a:pt x="1117536" y="345986"/>
                  </a:lnTo>
                  <a:lnTo>
                    <a:pt x="1117688" y="461035"/>
                  </a:lnTo>
                  <a:lnTo>
                    <a:pt x="1117688" y="762"/>
                  </a:lnTo>
                  <a:lnTo>
                    <a:pt x="1117536" y="762"/>
                  </a:lnTo>
                  <a:lnTo>
                    <a:pt x="1117536" y="345224"/>
                  </a:lnTo>
                  <a:lnTo>
                    <a:pt x="1003998" y="345135"/>
                  </a:lnTo>
                  <a:lnTo>
                    <a:pt x="1003858" y="233108"/>
                  </a:lnTo>
                  <a:lnTo>
                    <a:pt x="1003858" y="810717"/>
                  </a:lnTo>
                  <a:lnTo>
                    <a:pt x="895426" y="810641"/>
                  </a:lnTo>
                  <a:lnTo>
                    <a:pt x="895197" y="693610"/>
                  </a:lnTo>
                  <a:lnTo>
                    <a:pt x="1003706" y="693724"/>
                  </a:lnTo>
                  <a:lnTo>
                    <a:pt x="1003858" y="810717"/>
                  </a:lnTo>
                  <a:lnTo>
                    <a:pt x="1003858" y="233108"/>
                  </a:lnTo>
                  <a:lnTo>
                    <a:pt x="1117396" y="233197"/>
                  </a:lnTo>
                  <a:lnTo>
                    <a:pt x="1117536" y="345224"/>
                  </a:lnTo>
                  <a:lnTo>
                    <a:pt x="1117536" y="762"/>
                  </a:lnTo>
                  <a:lnTo>
                    <a:pt x="1117396" y="762"/>
                  </a:lnTo>
                  <a:lnTo>
                    <a:pt x="1117396" y="232435"/>
                  </a:lnTo>
                  <a:lnTo>
                    <a:pt x="1003858" y="232346"/>
                  </a:lnTo>
                  <a:lnTo>
                    <a:pt x="1003706" y="117297"/>
                  </a:lnTo>
                  <a:lnTo>
                    <a:pt x="1117244" y="117386"/>
                  </a:lnTo>
                  <a:lnTo>
                    <a:pt x="1117396" y="232435"/>
                  </a:lnTo>
                  <a:lnTo>
                    <a:pt x="1117396" y="762"/>
                  </a:lnTo>
                  <a:lnTo>
                    <a:pt x="1117244" y="762"/>
                  </a:lnTo>
                  <a:lnTo>
                    <a:pt x="1117244" y="116624"/>
                  </a:lnTo>
                  <a:lnTo>
                    <a:pt x="1003706" y="116535"/>
                  </a:lnTo>
                  <a:lnTo>
                    <a:pt x="1003693" y="106946"/>
                  </a:lnTo>
                  <a:lnTo>
                    <a:pt x="1003693" y="692962"/>
                  </a:lnTo>
                  <a:lnTo>
                    <a:pt x="895184" y="692848"/>
                  </a:lnTo>
                  <a:lnTo>
                    <a:pt x="895121" y="660806"/>
                  </a:lnTo>
                  <a:lnTo>
                    <a:pt x="895121" y="1039241"/>
                  </a:lnTo>
                  <a:lnTo>
                    <a:pt x="781583" y="1039164"/>
                  </a:lnTo>
                  <a:lnTo>
                    <a:pt x="781342" y="922083"/>
                  </a:lnTo>
                  <a:lnTo>
                    <a:pt x="894880" y="922210"/>
                  </a:lnTo>
                  <a:lnTo>
                    <a:pt x="895121" y="1039241"/>
                  </a:lnTo>
                  <a:lnTo>
                    <a:pt x="895121" y="660806"/>
                  </a:lnTo>
                  <a:lnTo>
                    <a:pt x="894956" y="577469"/>
                  </a:lnTo>
                  <a:lnTo>
                    <a:pt x="1003541" y="577545"/>
                  </a:lnTo>
                  <a:lnTo>
                    <a:pt x="1003693" y="692962"/>
                  </a:lnTo>
                  <a:lnTo>
                    <a:pt x="1003693" y="106946"/>
                  </a:lnTo>
                  <a:lnTo>
                    <a:pt x="1003554" y="1473"/>
                  </a:lnTo>
                  <a:lnTo>
                    <a:pt x="1117092" y="1562"/>
                  </a:lnTo>
                  <a:lnTo>
                    <a:pt x="1117244" y="116624"/>
                  </a:lnTo>
                  <a:lnTo>
                    <a:pt x="1117244" y="762"/>
                  </a:lnTo>
                  <a:lnTo>
                    <a:pt x="1117092" y="762"/>
                  </a:lnTo>
                  <a:lnTo>
                    <a:pt x="1003541" y="698"/>
                  </a:lnTo>
                  <a:lnTo>
                    <a:pt x="1003541" y="576783"/>
                  </a:lnTo>
                  <a:lnTo>
                    <a:pt x="894956" y="576707"/>
                  </a:lnTo>
                  <a:lnTo>
                    <a:pt x="894880" y="538353"/>
                  </a:lnTo>
                  <a:lnTo>
                    <a:pt x="894880" y="921448"/>
                  </a:lnTo>
                  <a:lnTo>
                    <a:pt x="781342" y="921321"/>
                  </a:lnTo>
                  <a:lnTo>
                    <a:pt x="781126" y="811326"/>
                  </a:lnTo>
                  <a:lnTo>
                    <a:pt x="894664" y="811403"/>
                  </a:lnTo>
                  <a:lnTo>
                    <a:pt x="894880" y="921448"/>
                  </a:lnTo>
                  <a:lnTo>
                    <a:pt x="894880" y="538353"/>
                  </a:lnTo>
                  <a:lnTo>
                    <a:pt x="894727" y="461632"/>
                  </a:lnTo>
                  <a:lnTo>
                    <a:pt x="1003388" y="461708"/>
                  </a:lnTo>
                  <a:lnTo>
                    <a:pt x="1003541" y="576783"/>
                  </a:lnTo>
                  <a:lnTo>
                    <a:pt x="1003541" y="698"/>
                  </a:lnTo>
                  <a:lnTo>
                    <a:pt x="1003388" y="698"/>
                  </a:lnTo>
                  <a:lnTo>
                    <a:pt x="1003388" y="460946"/>
                  </a:lnTo>
                  <a:lnTo>
                    <a:pt x="894727" y="460870"/>
                  </a:lnTo>
                  <a:lnTo>
                    <a:pt x="894664" y="428917"/>
                  </a:lnTo>
                  <a:lnTo>
                    <a:pt x="894664" y="810641"/>
                  </a:lnTo>
                  <a:lnTo>
                    <a:pt x="781126" y="810564"/>
                  </a:lnTo>
                  <a:lnTo>
                    <a:pt x="780897" y="693483"/>
                  </a:lnTo>
                  <a:lnTo>
                    <a:pt x="894435" y="693597"/>
                  </a:lnTo>
                  <a:lnTo>
                    <a:pt x="894664" y="810641"/>
                  </a:lnTo>
                  <a:lnTo>
                    <a:pt x="894664" y="428917"/>
                  </a:lnTo>
                  <a:lnTo>
                    <a:pt x="894499" y="345821"/>
                  </a:lnTo>
                  <a:lnTo>
                    <a:pt x="1003236" y="345897"/>
                  </a:lnTo>
                  <a:lnTo>
                    <a:pt x="1003388" y="460946"/>
                  </a:lnTo>
                  <a:lnTo>
                    <a:pt x="1003388" y="698"/>
                  </a:lnTo>
                  <a:lnTo>
                    <a:pt x="1003236" y="698"/>
                  </a:lnTo>
                  <a:lnTo>
                    <a:pt x="1003236" y="345135"/>
                  </a:lnTo>
                  <a:lnTo>
                    <a:pt x="894499" y="345059"/>
                  </a:lnTo>
                  <a:lnTo>
                    <a:pt x="894422" y="305523"/>
                  </a:lnTo>
                  <a:lnTo>
                    <a:pt x="894422" y="692835"/>
                  </a:lnTo>
                  <a:lnTo>
                    <a:pt x="780884" y="692721"/>
                  </a:lnTo>
                  <a:lnTo>
                    <a:pt x="780821" y="660692"/>
                  </a:lnTo>
                  <a:lnTo>
                    <a:pt x="780821" y="1039164"/>
                  </a:lnTo>
                  <a:lnTo>
                    <a:pt x="671931" y="1039088"/>
                  </a:lnTo>
                  <a:lnTo>
                    <a:pt x="671766" y="921969"/>
                  </a:lnTo>
                  <a:lnTo>
                    <a:pt x="780580" y="922083"/>
                  </a:lnTo>
                  <a:lnTo>
                    <a:pt x="780821" y="1039164"/>
                  </a:lnTo>
                  <a:lnTo>
                    <a:pt x="780821" y="660692"/>
                  </a:lnTo>
                  <a:lnTo>
                    <a:pt x="780656" y="577392"/>
                  </a:lnTo>
                  <a:lnTo>
                    <a:pt x="894194" y="577469"/>
                  </a:lnTo>
                  <a:lnTo>
                    <a:pt x="894422" y="692835"/>
                  </a:lnTo>
                  <a:lnTo>
                    <a:pt x="894422" y="305523"/>
                  </a:lnTo>
                  <a:lnTo>
                    <a:pt x="894283" y="233032"/>
                  </a:lnTo>
                  <a:lnTo>
                    <a:pt x="1003096" y="233108"/>
                  </a:lnTo>
                  <a:lnTo>
                    <a:pt x="1003236" y="345135"/>
                  </a:lnTo>
                  <a:lnTo>
                    <a:pt x="1003236" y="698"/>
                  </a:lnTo>
                  <a:lnTo>
                    <a:pt x="1003096" y="698"/>
                  </a:lnTo>
                  <a:lnTo>
                    <a:pt x="1003096" y="232346"/>
                  </a:lnTo>
                  <a:lnTo>
                    <a:pt x="894283" y="232270"/>
                  </a:lnTo>
                  <a:lnTo>
                    <a:pt x="894194" y="187540"/>
                  </a:lnTo>
                  <a:lnTo>
                    <a:pt x="894194" y="576707"/>
                  </a:lnTo>
                  <a:lnTo>
                    <a:pt x="780656" y="576630"/>
                  </a:lnTo>
                  <a:lnTo>
                    <a:pt x="780580" y="538276"/>
                  </a:lnTo>
                  <a:lnTo>
                    <a:pt x="780580" y="921321"/>
                  </a:lnTo>
                  <a:lnTo>
                    <a:pt x="671766" y="921207"/>
                  </a:lnTo>
                  <a:lnTo>
                    <a:pt x="671626" y="811250"/>
                  </a:lnTo>
                  <a:lnTo>
                    <a:pt x="780364" y="811326"/>
                  </a:lnTo>
                  <a:lnTo>
                    <a:pt x="780580" y="921321"/>
                  </a:lnTo>
                  <a:lnTo>
                    <a:pt x="780580" y="538276"/>
                  </a:lnTo>
                  <a:lnTo>
                    <a:pt x="780427" y="461556"/>
                  </a:lnTo>
                  <a:lnTo>
                    <a:pt x="893965" y="461632"/>
                  </a:lnTo>
                  <a:lnTo>
                    <a:pt x="894194" y="576707"/>
                  </a:lnTo>
                  <a:lnTo>
                    <a:pt x="894194" y="187540"/>
                  </a:lnTo>
                  <a:lnTo>
                    <a:pt x="894054" y="117221"/>
                  </a:lnTo>
                  <a:lnTo>
                    <a:pt x="1002944" y="117297"/>
                  </a:lnTo>
                  <a:lnTo>
                    <a:pt x="1003096" y="232346"/>
                  </a:lnTo>
                  <a:lnTo>
                    <a:pt x="1003096" y="698"/>
                  </a:lnTo>
                  <a:lnTo>
                    <a:pt x="1002944" y="698"/>
                  </a:lnTo>
                  <a:lnTo>
                    <a:pt x="1002944" y="116535"/>
                  </a:lnTo>
                  <a:lnTo>
                    <a:pt x="894054" y="116459"/>
                  </a:lnTo>
                  <a:lnTo>
                    <a:pt x="893965" y="71716"/>
                  </a:lnTo>
                  <a:lnTo>
                    <a:pt x="893965" y="460870"/>
                  </a:lnTo>
                  <a:lnTo>
                    <a:pt x="780427" y="460794"/>
                  </a:lnTo>
                  <a:lnTo>
                    <a:pt x="780364" y="428840"/>
                  </a:lnTo>
                  <a:lnTo>
                    <a:pt x="780364" y="810564"/>
                  </a:lnTo>
                  <a:lnTo>
                    <a:pt x="671626" y="810488"/>
                  </a:lnTo>
                  <a:lnTo>
                    <a:pt x="671474" y="693369"/>
                  </a:lnTo>
                  <a:lnTo>
                    <a:pt x="780135" y="693483"/>
                  </a:lnTo>
                  <a:lnTo>
                    <a:pt x="780364" y="810564"/>
                  </a:lnTo>
                  <a:lnTo>
                    <a:pt x="780364" y="428840"/>
                  </a:lnTo>
                  <a:lnTo>
                    <a:pt x="780199" y="345744"/>
                  </a:lnTo>
                  <a:lnTo>
                    <a:pt x="893737" y="345821"/>
                  </a:lnTo>
                  <a:lnTo>
                    <a:pt x="893965" y="460870"/>
                  </a:lnTo>
                  <a:lnTo>
                    <a:pt x="893965" y="71716"/>
                  </a:lnTo>
                  <a:lnTo>
                    <a:pt x="893826" y="1397"/>
                  </a:lnTo>
                  <a:lnTo>
                    <a:pt x="1002792" y="1473"/>
                  </a:lnTo>
                  <a:lnTo>
                    <a:pt x="1002944" y="116535"/>
                  </a:lnTo>
                  <a:lnTo>
                    <a:pt x="1002944" y="698"/>
                  </a:lnTo>
                  <a:lnTo>
                    <a:pt x="893737" y="622"/>
                  </a:lnTo>
                  <a:lnTo>
                    <a:pt x="893737" y="345059"/>
                  </a:lnTo>
                  <a:lnTo>
                    <a:pt x="780199" y="344982"/>
                  </a:lnTo>
                  <a:lnTo>
                    <a:pt x="780122" y="305447"/>
                  </a:lnTo>
                  <a:lnTo>
                    <a:pt x="780122" y="692721"/>
                  </a:lnTo>
                  <a:lnTo>
                    <a:pt x="671461" y="692607"/>
                  </a:lnTo>
                  <a:lnTo>
                    <a:pt x="671309" y="577316"/>
                  </a:lnTo>
                  <a:lnTo>
                    <a:pt x="779894" y="577392"/>
                  </a:lnTo>
                  <a:lnTo>
                    <a:pt x="780122" y="692721"/>
                  </a:lnTo>
                  <a:lnTo>
                    <a:pt x="780122" y="305447"/>
                  </a:lnTo>
                  <a:lnTo>
                    <a:pt x="779983" y="232943"/>
                  </a:lnTo>
                  <a:lnTo>
                    <a:pt x="893521" y="233032"/>
                  </a:lnTo>
                  <a:lnTo>
                    <a:pt x="893737" y="345059"/>
                  </a:lnTo>
                  <a:lnTo>
                    <a:pt x="893737" y="622"/>
                  </a:lnTo>
                  <a:lnTo>
                    <a:pt x="893521" y="622"/>
                  </a:lnTo>
                  <a:lnTo>
                    <a:pt x="893521" y="232270"/>
                  </a:lnTo>
                  <a:lnTo>
                    <a:pt x="779983" y="232181"/>
                  </a:lnTo>
                  <a:lnTo>
                    <a:pt x="779894" y="187452"/>
                  </a:lnTo>
                  <a:lnTo>
                    <a:pt x="779894" y="576630"/>
                  </a:lnTo>
                  <a:lnTo>
                    <a:pt x="671309" y="576554"/>
                  </a:lnTo>
                  <a:lnTo>
                    <a:pt x="671169" y="471081"/>
                  </a:lnTo>
                  <a:lnTo>
                    <a:pt x="671169" y="1039088"/>
                  </a:lnTo>
                  <a:lnTo>
                    <a:pt x="560679" y="1039025"/>
                  </a:lnTo>
                  <a:lnTo>
                    <a:pt x="560527" y="921867"/>
                  </a:lnTo>
                  <a:lnTo>
                    <a:pt x="671004" y="921969"/>
                  </a:lnTo>
                  <a:lnTo>
                    <a:pt x="671169" y="1039088"/>
                  </a:lnTo>
                  <a:lnTo>
                    <a:pt x="671169" y="471081"/>
                  </a:lnTo>
                  <a:lnTo>
                    <a:pt x="671156" y="461479"/>
                  </a:lnTo>
                  <a:lnTo>
                    <a:pt x="779665" y="461556"/>
                  </a:lnTo>
                  <a:lnTo>
                    <a:pt x="779894" y="576630"/>
                  </a:lnTo>
                  <a:lnTo>
                    <a:pt x="779894" y="187452"/>
                  </a:lnTo>
                  <a:lnTo>
                    <a:pt x="779754" y="117132"/>
                  </a:lnTo>
                  <a:lnTo>
                    <a:pt x="893292" y="117221"/>
                  </a:lnTo>
                  <a:lnTo>
                    <a:pt x="893521" y="232270"/>
                  </a:lnTo>
                  <a:lnTo>
                    <a:pt x="893521" y="622"/>
                  </a:lnTo>
                  <a:lnTo>
                    <a:pt x="893292" y="622"/>
                  </a:lnTo>
                  <a:lnTo>
                    <a:pt x="893292" y="116459"/>
                  </a:lnTo>
                  <a:lnTo>
                    <a:pt x="779754" y="116370"/>
                  </a:lnTo>
                  <a:lnTo>
                    <a:pt x="779665" y="71628"/>
                  </a:lnTo>
                  <a:lnTo>
                    <a:pt x="779665" y="460794"/>
                  </a:lnTo>
                  <a:lnTo>
                    <a:pt x="671156" y="460717"/>
                  </a:lnTo>
                  <a:lnTo>
                    <a:pt x="671004" y="345668"/>
                  </a:lnTo>
                  <a:lnTo>
                    <a:pt x="671004" y="921207"/>
                  </a:lnTo>
                  <a:lnTo>
                    <a:pt x="560527" y="921105"/>
                  </a:lnTo>
                  <a:lnTo>
                    <a:pt x="560387" y="811187"/>
                  </a:lnTo>
                  <a:lnTo>
                    <a:pt x="670864" y="811250"/>
                  </a:lnTo>
                  <a:lnTo>
                    <a:pt x="671004" y="921207"/>
                  </a:lnTo>
                  <a:lnTo>
                    <a:pt x="671004" y="345668"/>
                  </a:lnTo>
                  <a:lnTo>
                    <a:pt x="779437" y="345744"/>
                  </a:lnTo>
                  <a:lnTo>
                    <a:pt x="779665" y="460794"/>
                  </a:lnTo>
                  <a:lnTo>
                    <a:pt x="779665" y="71628"/>
                  </a:lnTo>
                  <a:lnTo>
                    <a:pt x="779526" y="1308"/>
                  </a:lnTo>
                  <a:lnTo>
                    <a:pt x="893064" y="1397"/>
                  </a:lnTo>
                  <a:lnTo>
                    <a:pt x="893292" y="116459"/>
                  </a:lnTo>
                  <a:lnTo>
                    <a:pt x="893292" y="622"/>
                  </a:lnTo>
                  <a:lnTo>
                    <a:pt x="779437" y="546"/>
                  </a:lnTo>
                  <a:lnTo>
                    <a:pt x="779437" y="344982"/>
                  </a:lnTo>
                  <a:lnTo>
                    <a:pt x="671004" y="344906"/>
                  </a:lnTo>
                  <a:lnTo>
                    <a:pt x="670864" y="232867"/>
                  </a:lnTo>
                  <a:lnTo>
                    <a:pt x="670864" y="810488"/>
                  </a:lnTo>
                  <a:lnTo>
                    <a:pt x="560387" y="810425"/>
                  </a:lnTo>
                  <a:lnTo>
                    <a:pt x="560235" y="693267"/>
                  </a:lnTo>
                  <a:lnTo>
                    <a:pt x="670712" y="693369"/>
                  </a:lnTo>
                  <a:lnTo>
                    <a:pt x="670864" y="810488"/>
                  </a:lnTo>
                  <a:lnTo>
                    <a:pt x="670864" y="232867"/>
                  </a:lnTo>
                  <a:lnTo>
                    <a:pt x="779221" y="232943"/>
                  </a:lnTo>
                  <a:lnTo>
                    <a:pt x="779437" y="344982"/>
                  </a:lnTo>
                  <a:lnTo>
                    <a:pt x="779437" y="546"/>
                  </a:lnTo>
                  <a:lnTo>
                    <a:pt x="779221" y="546"/>
                  </a:lnTo>
                  <a:lnTo>
                    <a:pt x="779221" y="232181"/>
                  </a:lnTo>
                  <a:lnTo>
                    <a:pt x="670864" y="232105"/>
                  </a:lnTo>
                  <a:lnTo>
                    <a:pt x="670712" y="117055"/>
                  </a:lnTo>
                  <a:lnTo>
                    <a:pt x="778992" y="117132"/>
                  </a:lnTo>
                  <a:lnTo>
                    <a:pt x="779221" y="232181"/>
                  </a:lnTo>
                  <a:lnTo>
                    <a:pt x="779221" y="546"/>
                  </a:lnTo>
                  <a:lnTo>
                    <a:pt x="778992" y="546"/>
                  </a:lnTo>
                  <a:lnTo>
                    <a:pt x="778992" y="116370"/>
                  </a:lnTo>
                  <a:lnTo>
                    <a:pt x="670712" y="116293"/>
                  </a:lnTo>
                  <a:lnTo>
                    <a:pt x="670699" y="106705"/>
                  </a:lnTo>
                  <a:lnTo>
                    <a:pt x="670699" y="692607"/>
                  </a:lnTo>
                  <a:lnTo>
                    <a:pt x="560222" y="692505"/>
                  </a:lnTo>
                  <a:lnTo>
                    <a:pt x="560070" y="577253"/>
                  </a:lnTo>
                  <a:lnTo>
                    <a:pt x="670547" y="577316"/>
                  </a:lnTo>
                  <a:lnTo>
                    <a:pt x="670699" y="692607"/>
                  </a:lnTo>
                  <a:lnTo>
                    <a:pt x="670699" y="106705"/>
                  </a:lnTo>
                  <a:lnTo>
                    <a:pt x="670560" y="1231"/>
                  </a:lnTo>
                  <a:lnTo>
                    <a:pt x="778764" y="1308"/>
                  </a:lnTo>
                  <a:lnTo>
                    <a:pt x="778992" y="116370"/>
                  </a:lnTo>
                  <a:lnTo>
                    <a:pt x="778992" y="546"/>
                  </a:lnTo>
                  <a:lnTo>
                    <a:pt x="670547" y="469"/>
                  </a:lnTo>
                  <a:lnTo>
                    <a:pt x="670547" y="576554"/>
                  </a:lnTo>
                  <a:lnTo>
                    <a:pt x="560070" y="576491"/>
                  </a:lnTo>
                  <a:lnTo>
                    <a:pt x="559917" y="461416"/>
                  </a:lnTo>
                  <a:lnTo>
                    <a:pt x="559917" y="1039025"/>
                  </a:lnTo>
                  <a:lnTo>
                    <a:pt x="446379" y="1038936"/>
                  </a:lnTo>
                  <a:lnTo>
                    <a:pt x="446227" y="921740"/>
                  </a:lnTo>
                  <a:lnTo>
                    <a:pt x="559765" y="921867"/>
                  </a:lnTo>
                  <a:lnTo>
                    <a:pt x="559917" y="1039025"/>
                  </a:lnTo>
                  <a:lnTo>
                    <a:pt x="559917" y="461416"/>
                  </a:lnTo>
                  <a:lnTo>
                    <a:pt x="670394" y="461479"/>
                  </a:lnTo>
                  <a:lnTo>
                    <a:pt x="670547" y="576554"/>
                  </a:lnTo>
                  <a:lnTo>
                    <a:pt x="670547" y="469"/>
                  </a:lnTo>
                  <a:lnTo>
                    <a:pt x="670394" y="469"/>
                  </a:lnTo>
                  <a:lnTo>
                    <a:pt x="670394" y="460717"/>
                  </a:lnTo>
                  <a:lnTo>
                    <a:pt x="559917" y="460654"/>
                  </a:lnTo>
                  <a:lnTo>
                    <a:pt x="559765" y="345605"/>
                  </a:lnTo>
                  <a:lnTo>
                    <a:pt x="559765" y="921105"/>
                  </a:lnTo>
                  <a:lnTo>
                    <a:pt x="446227" y="920978"/>
                  </a:lnTo>
                  <a:lnTo>
                    <a:pt x="446087" y="811098"/>
                  </a:lnTo>
                  <a:lnTo>
                    <a:pt x="559625" y="811187"/>
                  </a:lnTo>
                  <a:lnTo>
                    <a:pt x="559765" y="921105"/>
                  </a:lnTo>
                  <a:lnTo>
                    <a:pt x="559765" y="345605"/>
                  </a:lnTo>
                  <a:lnTo>
                    <a:pt x="670242" y="345668"/>
                  </a:lnTo>
                  <a:lnTo>
                    <a:pt x="670394" y="460717"/>
                  </a:lnTo>
                  <a:lnTo>
                    <a:pt x="670394" y="469"/>
                  </a:lnTo>
                  <a:lnTo>
                    <a:pt x="670242" y="469"/>
                  </a:lnTo>
                  <a:lnTo>
                    <a:pt x="670242" y="344906"/>
                  </a:lnTo>
                  <a:lnTo>
                    <a:pt x="559765" y="344843"/>
                  </a:lnTo>
                  <a:lnTo>
                    <a:pt x="559625" y="232803"/>
                  </a:lnTo>
                  <a:lnTo>
                    <a:pt x="559625" y="810425"/>
                  </a:lnTo>
                  <a:lnTo>
                    <a:pt x="446087" y="810336"/>
                  </a:lnTo>
                  <a:lnTo>
                    <a:pt x="445935" y="693140"/>
                  </a:lnTo>
                  <a:lnTo>
                    <a:pt x="559473" y="693267"/>
                  </a:lnTo>
                  <a:lnTo>
                    <a:pt x="559625" y="810425"/>
                  </a:lnTo>
                  <a:lnTo>
                    <a:pt x="559625" y="232803"/>
                  </a:lnTo>
                  <a:lnTo>
                    <a:pt x="670102" y="232867"/>
                  </a:lnTo>
                  <a:lnTo>
                    <a:pt x="670242" y="344906"/>
                  </a:lnTo>
                  <a:lnTo>
                    <a:pt x="670242" y="469"/>
                  </a:lnTo>
                  <a:lnTo>
                    <a:pt x="670102" y="469"/>
                  </a:lnTo>
                  <a:lnTo>
                    <a:pt x="670102" y="232105"/>
                  </a:lnTo>
                  <a:lnTo>
                    <a:pt x="559625" y="232041"/>
                  </a:lnTo>
                  <a:lnTo>
                    <a:pt x="559473" y="116992"/>
                  </a:lnTo>
                  <a:lnTo>
                    <a:pt x="669950" y="117055"/>
                  </a:lnTo>
                  <a:lnTo>
                    <a:pt x="670102" y="232105"/>
                  </a:lnTo>
                  <a:lnTo>
                    <a:pt x="670102" y="469"/>
                  </a:lnTo>
                  <a:lnTo>
                    <a:pt x="669950" y="469"/>
                  </a:lnTo>
                  <a:lnTo>
                    <a:pt x="669950" y="116293"/>
                  </a:lnTo>
                  <a:lnTo>
                    <a:pt x="559473" y="116230"/>
                  </a:lnTo>
                  <a:lnTo>
                    <a:pt x="559460" y="106641"/>
                  </a:lnTo>
                  <a:lnTo>
                    <a:pt x="559460" y="692505"/>
                  </a:lnTo>
                  <a:lnTo>
                    <a:pt x="445922" y="692378"/>
                  </a:lnTo>
                  <a:lnTo>
                    <a:pt x="445770" y="577164"/>
                  </a:lnTo>
                  <a:lnTo>
                    <a:pt x="559308" y="577253"/>
                  </a:lnTo>
                  <a:lnTo>
                    <a:pt x="559460" y="692505"/>
                  </a:lnTo>
                  <a:lnTo>
                    <a:pt x="559460" y="106641"/>
                  </a:lnTo>
                  <a:lnTo>
                    <a:pt x="559320" y="1168"/>
                  </a:lnTo>
                  <a:lnTo>
                    <a:pt x="669798" y="1231"/>
                  </a:lnTo>
                  <a:lnTo>
                    <a:pt x="669950" y="116293"/>
                  </a:lnTo>
                  <a:lnTo>
                    <a:pt x="669950" y="469"/>
                  </a:lnTo>
                  <a:lnTo>
                    <a:pt x="559308" y="393"/>
                  </a:lnTo>
                  <a:lnTo>
                    <a:pt x="559308" y="576491"/>
                  </a:lnTo>
                  <a:lnTo>
                    <a:pt x="445770" y="576402"/>
                  </a:lnTo>
                  <a:lnTo>
                    <a:pt x="445617" y="461327"/>
                  </a:lnTo>
                  <a:lnTo>
                    <a:pt x="445617" y="1038936"/>
                  </a:lnTo>
                  <a:lnTo>
                    <a:pt x="336651" y="1038860"/>
                  </a:lnTo>
                  <a:lnTo>
                    <a:pt x="336499" y="921626"/>
                  </a:lnTo>
                  <a:lnTo>
                    <a:pt x="445465" y="921740"/>
                  </a:lnTo>
                  <a:lnTo>
                    <a:pt x="445617" y="1038936"/>
                  </a:lnTo>
                  <a:lnTo>
                    <a:pt x="445617" y="461327"/>
                  </a:lnTo>
                  <a:lnTo>
                    <a:pt x="559155" y="461416"/>
                  </a:lnTo>
                  <a:lnTo>
                    <a:pt x="559308" y="576491"/>
                  </a:lnTo>
                  <a:lnTo>
                    <a:pt x="559308" y="393"/>
                  </a:lnTo>
                  <a:lnTo>
                    <a:pt x="559155" y="393"/>
                  </a:lnTo>
                  <a:lnTo>
                    <a:pt x="559155" y="460654"/>
                  </a:lnTo>
                  <a:lnTo>
                    <a:pt x="445617" y="460565"/>
                  </a:lnTo>
                  <a:lnTo>
                    <a:pt x="445465" y="345516"/>
                  </a:lnTo>
                  <a:lnTo>
                    <a:pt x="445465" y="920978"/>
                  </a:lnTo>
                  <a:lnTo>
                    <a:pt x="336499" y="920864"/>
                  </a:lnTo>
                  <a:lnTo>
                    <a:pt x="336359" y="811022"/>
                  </a:lnTo>
                  <a:lnTo>
                    <a:pt x="445325" y="811098"/>
                  </a:lnTo>
                  <a:lnTo>
                    <a:pt x="445465" y="920978"/>
                  </a:lnTo>
                  <a:lnTo>
                    <a:pt x="445465" y="345516"/>
                  </a:lnTo>
                  <a:lnTo>
                    <a:pt x="559003" y="345605"/>
                  </a:lnTo>
                  <a:lnTo>
                    <a:pt x="559155" y="460654"/>
                  </a:lnTo>
                  <a:lnTo>
                    <a:pt x="559155" y="393"/>
                  </a:lnTo>
                  <a:lnTo>
                    <a:pt x="559003" y="393"/>
                  </a:lnTo>
                  <a:lnTo>
                    <a:pt x="559003" y="344843"/>
                  </a:lnTo>
                  <a:lnTo>
                    <a:pt x="445465" y="344754"/>
                  </a:lnTo>
                  <a:lnTo>
                    <a:pt x="445325" y="232714"/>
                  </a:lnTo>
                  <a:lnTo>
                    <a:pt x="445325" y="810336"/>
                  </a:lnTo>
                  <a:lnTo>
                    <a:pt x="336359" y="810260"/>
                  </a:lnTo>
                  <a:lnTo>
                    <a:pt x="336207" y="693026"/>
                  </a:lnTo>
                  <a:lnTo>
                    <a:pt x="445173" y="693140"/>
                  </a:lnTo>
                  <a:lnTo>
                    <a:pt x="445325" y="810336"/>
                  </a:lnTo>
                  <a:lnTo>
                    <a:pt x="445325" y="232714"/>
                  </a:lnTo>
                  <a:lnTo>
                    <a:pt x="558863" y="232803"/>
                  </a:lnTo>
                  <a:lnTo>
                    <a:pt x="559003" y="344843"/>
                  </a:lnTo>
                  <a:lnTo>
                    <a:pt x="559003" y="393"/>
                  </a:lnTo>
                  <a:lnTo>
                    <a:pt x="558863" y="393"/>
                  </a:lnTo>
                  <a:lnTo>
                    <a:pt x="558863" y="232041"/>
                  </a:lnTo>
                  <a:lnTo>
                    <a:pt x="445325" y="231952"/>
                  </a:lnTo>
                  <a:lnTo>
                    <a:pt x="445173" y="116903"/>
                  </a:lnTo>
                  <a:lnTo>
                    <a:pt x="558711" y="116992"/>
                  </a:lnTo>
                  <a:lnTo>
                    <a:pt x="558863" y="232041"/>
                  </a:lnTo>
                  <a:lnTo>
                    <a:pt x="558863" y="393"/>
                  </a:lnTo>
                  <a:lnTo>
                    <a:pt x="558711" y="393"/>
                  </a:lnTo>
                  <a:lnTo>
                    <a:pt x="558711" y="116230"/>
                  </a:lnTo>
                  <a:lnTo>
                    <a:pt x="445173" y="116141"/>
                  </a:lnTo>
                  <a:lnTo>
                    <a:pt x="445160" y="106553"/>
                  </a:lnTo>
                  <a:lnTo>
                    <a:pt x="445160" y="692378"/>
                  </a:lnTo>
                  <a:lnTo>
                    <a:pt x="336194" y="692264"/>
                  </a:lnTo>
                  <a:lnTo>
                    <a:pt x="336042" y="577088"/>
                  </a:lnTo>
                  <a:lnTo>
                    <a:pt x="445008" y="577164"/>
                  </a:lnTo>
                  <a:lnTo>
                    <a:pt x="445160" y="692378"/>
                  </a:lnTo>
                  <a:lnTo>
                    <a:pt x="445160" y="106553"/>
                  </a:lnTo>
                  <a:lnTo>
                    <a:pt x="445020" y="1079"/>
                  </a:lnTo>
                  <a:lnTo>
                    <a:pt x="558558" y="1168"/>
                  </a:lnTo>
                  <a:lnTo>
                    <a:pt x="558711" y="116230"/>
                  </a:lnTo>
                  <a:lnTo>
                    <a:pt x="558711" y="393"/>
                  </a:lnTo>
                  <a:lnTo>
                    <a:pt x="445008" y="317"/>
                  </a:lnTo>
                  <a:lnTo>
                    <a:pt x="445008" y="576402"/>
                  </a:lnTo>
                  <a:lnTo>
                    <a:pt x="336042" y="576326"/>
                  </a:lnTo>
                  <a:lnTo>
                    <a:pt x="335889" y="461251"/>
                  </a:lnTo>
                  <a:lnTo>
                    <a:pt x="335889" y="1038860"/>
                  </a:lnTo>
                  <a:lnTo>
                    <a:pt x="226923" y="1038783"/>
                  </a:lnTo>
                  <a:lnTo>
                    <a:pt x="226771" y="921512"/>
                  </a:lnTo>
                  <a:lnTo>
                    <a:pt x="335737" y="921626"/>
                  </a:lnTo>
                  <a:lnTo>
                    <a:pt x="335889" y="1038860"/>
                  </a:lnTo>
                  <a:lnTo>
                    <a:pt x="335889" y="461251"/>
                  </a:lnTo>
                  <a:lnTo>
                    <a:pt x="444855" y="461327"/>
                  </a:lnTo>
                  <a:lnTo>
                    <a:pt x="445008" y="576402"/>
                  </a:lnTo>
                  <a:lnTo>
                    <a:pt x="445008" y="317"/>
                  </a:lnTo>
                  <a:lnTo>
                    <a:pt x="444855" y="317"/>
                  </a:lnTo>
                  <a:lnTo>
                    <a:pt x="444855" y="460565"/>
                  </a:lnTo>
                  <a:lnTo>
                    <a:pt x="335889" y="460489"/>
                  </a:lnTo>
                  <a:lnTo>
                    <a:pt x="335737" y="345440"/>
                  </a:lnTo>
                  <a:lnTo>
                    <a:pt x="335737" y="920864"/>
                  </a:lnTo>
                  <a:lnTo>
                    <a:pt x="226771" y="920750"/>
                  </a:lnTo>
                  <a:lnTo>
                    <a:pt x="226631" y="810945"/>
                  </a:lnTo>
                  <a:lnTo>
                    <a:pt x="335597" y="811022"/>
                  </a:lnTo>
                  <a:lnTo>
                    <a:pt x="335737" y="920864"/>
                  </a:lnTo>
                  <a:lnTo>
                    <a:pt x="335737" y="345440"/>
                  </a:lnTo>
                  <a:lnTo>
                    <a:pt x="444703" y="345516"/>
                  </a:lnTo>
                  <a:lnTo>
                    <a:pt x="444855" y="460565"/>
                  </a:lnTo>
                  <a:lnTo>
                    <a:pt x="444855" y="317"/>
                  </a:lnTo>
                  <a:lnTo>
                    <a:pt x="444703" y="317"/>
                  </a:lnTo>
                  <a:lnTo>
                    <a:pt x="444703" y="344754"/>
                  </a:lnTo>
                  <a:lnTo>
                    <a:pt x="335737" y="344678"/>
                  </a:lnTo>
                  <a:lnTo>
                    <a:pt x="335597" y="232638"/>
                  </a:lnTo>
                  <a:lnTo>
                    <a:pt x="335597" y="810260"/>
                  </a:lnTo>
                  <a:lnTo>
                    <a:pt x="226631" y="810183"/>
                  </a:lnTo>
                  <a:lnTo>
                    <a:pt x="226466" y="692912"/>
                  </a:lnTo>
                  <a:lnTo>
                    <a:pt x="335445" y="693026"/>
                  </a:lnTo>
                  <a:lnTo>
                    <a:pt x="335597" y="810260"/>
                  </a:lnTo>
                  <a:lnTo>
                    <a:pt x="335597" y="232638"/>
                  </a:lnTo>
                  <a:lnTo>
                    <a:pt x="444563" y="232714"/>
                  </a:lnTo>
                  <a:lnTo>
                    <a:pt x="444703" y="344754"/>
                  </a:lnTo>
                  <a:lnTo>
                    <a:pt x="444703" y="317"/>
                  </a:lnTo>
                  <a:lnTo>
                    <a:pt x="444563" y="317"/>
                  </a:lnTo>
                  <a:lnTo>
                    <a:pt x="444563" y="231952"/>
                  </a:lnTo>
                  <a:lnTo>
                    <a:pt x="335597" y="231876"/>
                  </a:lnTo>
                  <a:lnTo>
                    <a:pt x="335445" y="116827"/>
                  </a:lnTo>
                  <a:lnTo>
                    <a:pt x="444411" y="116903"/>
                  </a:lnTo>
                  <a:lnTo>
                    <a:pt x="444563" y="231952"/>
                  </a:lnTo>
                  <a:lnTo>
                    <a:pt x="444563" y="317"/>
                  </a:lnTo>
                  <a:lnTo>
                    <a:pt x="444411" y="317"/>
                  </a:lnTo>
                  <a:lnTo>
                    <a:pt x="444411" y="116141"/>
                  </a:lnTo>
                  <a:lnTo>
                    <a:pt x="335432" y="116065"/>
                  </a:lnTo>
                  <a:lnTo>
                    <a:pt x="335432" y="692264"/>
                  </a:lnTo>
                  <a:lnTo>
                    <a:pt x="226466" y="692150"/>
                  </a:lnTo>
                  <a:lnTo>
                    <a:pt x="226314" y="577011"/>
                  </a:lnTo>
                  <a:lnTo>
                    <a:pt x="335280" y="577088"/>
                  </a:lnTo>
                  <a:lnTo>
                    <a:pt x="335432" y="692264"/>
                  </a:lnTo>
                  <a:lnTo>
                    <a:pt x="335432" y="116065"/>
                  </a:lnTo>
                  <a:lnTo>
                    <a:pt x="335292" y="1003"/>
                  </a:lnTo>
                  <a:lnTo>
                    <a:pt x="444258" y="1079"/>
                  </a:lnTo>
                  <a:lnTo>
                    <a:pt x="444411" y="116141"/>
                  </a:lnTo>
                  <a:lnTo>
                    <a:pt x="444411" y="317"/>
                  </a:lnTo>
                  <a:lnTo>
                    <a:pt x="335280" y="241"/>
                  </a:lnTo>
                  <a:lnTo>
                    <a:pt x="335280" y="576326"/>
                  </a:lnTo>
                  <a:lnTo>
                    <a:pt x="226314" y="576249"/>
                  </a:lnTo>
                  <a:lnTo>
                    <a:pt x="226161" y="461175"/>
                  </a:lnTo>
                  <a:lnTo>
                    <a:pt x="226161" y="1038783"/>
                  </a:lnTo>
                  <a:lnTo>
                    <a:pt x="112623" y="1038694"/>
                  </a:lnTo>
                  <a:lnTo>
                    <a:pt x="112471" y="921385"/>
                  </a:lnTo>
                  <a:lnTo>
                    <a:pt x="226009" y="921512"/>
                  </a:lnTo>
                  <a:lnTo>
                    <a:pt x="226161" y="1038783"/>
                  </a:lnTo>
                  <a:lnTo>
                    <a:pt x="226161" y="461175"/>
                  </a:lnTo>
                  <a:lnTo>
                    <a:pt x="335127" y="461251"/>
                  </a:lnTo>
                  <a:lnTo>
                    <a:pt x="335280" y="576326"/>
                  </a:lnTo>
                  <a:lnTo>
                    <a:pt x="335280" y="241"/>
                  </a:lnTo>
                  <a:lnTo>
                    <a:pt x="335127" y="241"/>
                  </a:lnTo>
                  <a:lnTo>
                    <a:pt x="335127" y="460489"/>
                  </a:lnTo>
                  <a:lnTo>
                    <a:pt x="226161" y="460413"/>
                  </a:lnTo>
                  <a:lnTo>
                    <a:pt x="226009" y="345363"/>
                  </a:lnTo>
                  <a:lnTo>
                    <a:pt x="226009" y="920750"/>
                  </a:lnTo>
                  <a:lnTo>
                    <a:pt x="112471" y="920623"/>
                  </a:lnTo>
                  <a:lnTo>
                    <a:pt x="112331" y="810856"/>
                  </a:lnTo>
                  <a:lnTo>
                    <a:pt x="225869" y="810945"/>
                  </a:lnTo>
                  <a:lnTo>
                    <a:pt x="226009" y="920750"/>
                  </a:lnTo>
                  <a:lnTo>
                    <a:pt x="226009" y="345363"/>
                  </a:lnTo>
                  <a:lnTo>
                    <a:pt x="334975" y="345440"/>
                  </a:lnTo>
                  <a:lnTo>
                    <a:pt x="335127" y="460489"/>
                  </a:lnTo>
                  <a:lnTo>
                    <a:pt x="335127" y="241"/>
                  </a:lnTo>
                  <a:lnTo>
                    <a:pt x="334975" y="241"/>
                  </a:lnTo>
                  <a:lnTo>
                    <a:pt x="334975" y="344678"/>
                  </a:lnTo>
                  <a:lnTo>
                    <a:pt x="226009" y="344601"/>
                  </a:lnTo>
                  <a:lnTo>
                    <a:pt x="225869" y="232562"/>
                  </a:lnTo>
                  <a:lnTo>
                    <a:pt x="225869" y="810183"/>
                  </a:lnTo>
                  <a:lnTo>
                    <a:pt x="112331" y="810094"/>
                  </a:lnTo>
                  <a:lnTo>
                    <a:pt x="112166" y="692785"/>
                  </a:lnTo>
                  <a:lnTo>
                    <a:pt x="225704" y="692912"/>
                  </a:lnTo>
                  <a:lnTo>
                    <a:pt x="225869" y="810183"/>
                  </a:lnTo>
                  <a:lnTo>
                    <a:pt x="225869" y="232562"/>
                  </a:lnTo>
                  <a:lnTo>
                    <a:pt x="334835" y="232638"/>
                  </a:lnTo>
                  <a:lnTo>
                    <a:pt x="334975" y="344678"/>
                  </a:lnTo>
                  <a:lnTo>
                    <a:pt x="334975" y="241"/>
                  </a:lnTo>
                  <a:lnTo>
                    <a:pt x="334835" y="241"/>
                  </a:lnTo>
                  <a:lnTo>
                    <a:pt x="334835" y="231876"/>
                  </a:lnTo>
                  <a:lnTo>
                    <a:pt x="225869" y="231800"/>
                  </a:lnTo>
                  <a:lnTo>
                    <a:pt x="225717" y="116751"/>
                  </a:lnTo>
                  <a:lnTo>
                    <a:pt x="334683" y="116827"/>
                  </a:lnTo>
                  <a:lnTo>
                    <a:pt x="334835" y="231876"/>
                  </a:lnTo>
                  <a:lnTo>
                    <a:pt x="334835" y="241"/>
                  </a:lnTo>
                  <a:lnTo>
                    <a:pt x="334670" y="241"/>
                  </a:lnTo>
                  <a:lnTo>
                    <a:pt x="334670" y="116065"/>
                  </a:lnTo>
                  <a:lnTo>
                    <a:pt x="225704" y="115989"/>
                  </a:lnTo>
                  <a:lnTo>
                    <a:pt x="225704" y="692150"/>
                  </a:lnTo>
                  <a:lnTo>
                    <a:pt x="112166" y="692023"/>
                  </a:lnTo>
                  <a:lnTo>
                    <a:pt x="112014" y="576922"/>
                  </a:lnTo>
                  <a:lnTo>
                    <a:pt x="225552" y="577011"/>
                  </a:lnTo>
                  <a:lnTo>
                    <a:pt x="225704" y="692150"/>
                  </a:lnTo>
                  <a:lnTo>
                    <a:pt x="225704" y="115989"/>
                  </a:lnTo>
                  <a:lnTo>
                    <a:pt x="225564" y="927"/>
                  </a:lnTo>
                  <a:lnTo>
                    <a:pt x="334530" y="1003"/>
                  </a:lnTo>
                  <a:lnTo>
                    <a:pt x="334670" y="116065"/>
                  </a:lnTo>
                  <a:lnTo>
                    <a:pt x="334670" y="241"/>
                  </a:lnTo>
                  <a:lnTo>
                    <a:pt x="225552" y="165"/>
                  </a:lnTo>
                  <a:lnTo>
                    <a:pt x="225552" y="576249"/>
                  </a:lnTo>
                  <a:lnTo>
                    <a:pt x="112014" y="576160"/>
                  </a:lnTo>
                  <a:lnTo>
                    <a:pt x="111861" y="461086"/>
                  </a:lnTo>
                  <a:lnTo>
                    <a:pt x="225399" y="461175"/>
                  </a:lnTo>
                  <a:lnTo>
                    <a:pt x="225552" y="576249"/>
                  </a:lnTo>
                  <a:lnTo>
                    <a:pt x="225552" y="165"/>
                  </a:lnTo>
                  <a:lnTo>
                    <a:pt x="225399" y="165"/>
                  </a:lnTo>
                  <a:lnTo>
                    <a:pt x="225399" y="460413"/>
                  </a:lnTo>
                  <a:lnTo>
                    <a:pt x="111861" y="460324"/>
                  </a:lnTo>
                  <a:lnTo>
                    <a:pt x="111709" y="345274"/>
                  </a:lnTo>
                  <a:lnTo>
                    <a:pt x="225247" y="345363"/>
                  </a:lnTo>
                  <a:lnTo>
                    <a:pt x="225399" y="460413"/>
                  </a:lnTo>
                  <a:lnTo>
                    <a:pt x="225399" y="165"/>
                  </a:lnTo>
                  <a:lnTo>
                    <a:pt x="225247" y="165"/>
                  </a:lnTo>
                  <a:lnTo>
                    <a:pt x="225247" y="344601"/>
                  </a:lnTo>
                  <a:lnTo>
                    <a:pt x="111709" y="344512"/>
                  </a:lnTo>
                  <a:lnTo>
                    <a:pt x="111569" y="232473"/>
                  </a:lnTo>
                  <a:lnTo>
                    <a:pt x="225107" y="232562"/>
                  </a:lnTo>
                  <a:lnTo>
                    <a:pt x="225247" y="344601"/>
                  </a:lnTo>
                  <a:lnTo>
                    <a:pt x="225247" y="165"/>
                  </a:lnTo>
                  <a:lnTo>
                    <a:pt x="225107" y="165"/>
                  </a:lnTo>
                  <a:lnTo>
                    <a:pt x="225107" y="231800"/>
                  </a:lnTo>
                  <a:lnTo>
                    <a:pt x="111569" y="231711"/>
                  </a:lnTo>
                  <a:lnTo>
                    <a:pt x="111417" y="116662"/>
                  </a:lnTo>
                  <a:lnTo>
                    <a:pt x="224955" y="116751"/>
                  </a:lnTo>
                  <a:lnTo>
                    <a:pt x="225107" y="231800"/>
                  </a:lnTo>
                  <a:lnTo>
                    <a:pt x="225107" y="165"/>
                  </a:lnTo>
                  <a:lnTo>
                    <a:pt x="224942" y="165"/>
                  </a:lnTo>
                  <a:lnTo>
                    <a:pt x="224942" y="115989"/>
                  </a:lnTo>
                  <a:lnTo>
                    <a:pt x="111404" y="115900"/>
                  </a:lnTo>
                  <a:lnTo>
                    <a:pt x="111264" y="838"/>
                  </a:lnTo>
                  <a:lnTo>
                    <a:pt x="224802" y="927"/>
                  </a:lnTo>
                  <a:lnTo>
                    <a:pt x="224942" y="115989"/>
                  </a:lnTo>
                  <a:lnTo>
                    <a:pt x="224942" y="165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110502" y="838"/>
                  </a:lnTo>
                  <a:lnTo>
                    <a:pt x="110642" y="115900"/>
                  </a:lnTo>
                  <a:lnTo>
                    <a:pt x="0" y="115824"/>
                  </a:lnTo>
                  <a:lnTo>
                    <a:pt x="0" y="116586"/>
                  </a:lnTo>
                  <a:lnTo>
                    <a:pt x="110655" y="116662"/>
                  </a:lnTo>
                  <a:lnTo>
                    <a:pt x="110807" y="231711"/>
                  </a:lnTo>
                  <a:lnTo>
                    <a:pt x="0" y="231635"/>
                  </a:lnTo>
                  <a:lnTo>
                    <a:pt x="0" y="232397"/>
                  </a:lnTo>
                  <a:lnTo>
                    <a:pt x="110807" y="232473"/>
                  </a:lnTo>
                  <a:lnTo>
                    <a:pt x="110947" y="344500"/>
                  </a:lnTo>
                  <a:lnTo>
                    <a:pt x="0" y="344424"/>
                  </a:lnTo>
                  <a:lnTo>
                    <a:pt x="0" y="345186"/>
                  </a:lnTo>
                  <a:lnTo>
                    <a:pt x="110947" y="345262"/>
                  </a:lnTo>
                  <a:lnTo>
                    <a:pt x="111099" y="460311"/>
                  </a:lnTo>
                  <a:lnTo>
                    <a:pt x="0" y="460235"/>
                  </a:lnTo>
                  <a:lnTo>
                    <a:pt x="0" y="460997"/>
                  </a:lnTo>
                  <a:lnTo>
                    <a:pt x="111099" y="461073"/>
                  </a:lnTo>
                  <a:lnTo>
                    <a:pt x="111252" y="576148"/>
                  </a:lnTo>
                  <a:lnTo>
                    <a:pt x="0" y="576072"/>
                  </a:lnTo>
                  <a:lnTo>
                    <a:pt x="0" y="576834"/>
                  </a:lnTo>
                  <a:lnTo>
                    <a:pt x="111252" y="576910"/>
                  </a:lnTo>
                  <a:lnTo>
                    <a:pt x="111404" y="692010"/>
                  </a:lnTo>
                  <a:lnTo>
                    <a:pt x="0" y="691896"/>
                  </a:lnTo>
                  <a:lnTo>
                    <a:pt x="0" y="692658"/>
                  </a:lnTo>
                  <a:lnTo>
                    <a:pt x="111404" y="692772"/>
                  </a:lnTo>
                  <a:lnTo>
                    <a:pt x="111569" y="810082"/>
                  </a:lnTo>
                  <a:lnTo>
                    <a:pt x="0" y="810006"/>
                  </a:lnTo>
                  <a:lnTo>
                    <a:pt x="0" y="810768"/>
                  </a:lnTo>
                  <a:lnTo>
                    <a:pt x="111569" y="810844"/>
                  </a:lnTo>
                  <a:lnTo>
                    <a:pt x="111709" y="920623"/>
                  </a:lnTo>
                  <a:lnTo>
                    <a:pt x="0" y="920496"/>
                  </a:lnTo>
                  <a:lnTo>
                    <a:pt x="0" y="921258"/>
                  </a:lnTo>
                  <a:lnTo>
                    <a:pt x="111709" y="921385"/>
                  </a:lnTo>
                  <a:lnTo>
                    <a:pt x="111861" y="1038694"/>
                  </a:lnTo>
                  <a:lnTo>
                    <a:pt x="0" y="1038606"/>
                  </a:lnTo>
                  <a:lnTo>
                    <a:pt x="0" y="1039368"/>
                  </a:lnTo>
                  <a:lnTo>
                    <a:pt x="111874" y="1039456"/>
                  </a:lnTo>
                  <a:lnTo>
                    <a:pt x="112026" y="1154430"/>
                  </a:lnTo>
                  <a:lnTo>
                    <a:pt x="112788" y="1154430"/>
                  </a:lnTo>
                  <a:lnTo>
                    <a:pt x="112636" y="1039456"/>
                  </a:lnTo>
                  <a:lnTo>
                    <a:pt x="226174" y="1039545"/>
                  </a:lnTo>
                  <a:lnTo>
                    <a:pt x="226326" y="1154430"/>
                  </a:lnTo>
                  <a:lnTo>
                    <a:pt x="227088" y="1154430"/>
                  </a:lnTo>
                  <a:lnTo>
                    <a:pt x="226936" y="1039545"/>
                  </a:lnTo>
                  <a:lnTo>
                    <a:pt x="335902" y="1039622"/>
                  </a:lnTo>
                  <a:lnTo>
                    <a:pt x="336054" y="1154430"/>
                  </a:lnTo>
                  <a:lnTo>
                    <a:pt x="336816" y="1154430"/>
                  </a:lnTo>
                  <a:lnTo>
                    <a:pt x="336664" y="1039622"/>
                  </a:lnTo>
                  <a:lnTo>
                    <a:pt x="445630" y="1039698"/>
                  </a:lnTo>
                  <a:lnTo>
                    <a:pt x="445782" y="1154430"/>
                  </a:lnTo>
                  <a:lnTo>
                    <a:pt x="446544" y="1154430"/>
                  </a:lnTo>
                  <a:lnTo>
                    <a:pt x="446392" y="1039698"/>
                  </a:lnTo>
                  <a:lnTo>
                    <a:pt x="559930" y="1039787"/>
                  </a:lnTo>
                  <a:lnTo>
                    <a:pt x="560082" y="1154430"/>
                  </a:lnTo>
                  <a:lnTo>
                    <a:pt x="560844" y="1154430"/>
                  </a:lnTo>
                  <a:lnTo>
                    <a:pt x="560692" y="1039787"/>
                  </a:lnTo>
                  <a:lnTo>
                    <a:pt x="671169" y="1039850"/>
                  </a:lnTo>
                  <a:lnTo>
                    <a:pt x="671322" y="1154430"/>
                  </a:lnTo>
                  <a:lnTo>
                    <a:pt x="672084" y="1154430"/>
                  </a:lnTo>
                  <a:lnTo>
                    <a:pt x="671931" y="1039850"/>
                  </a:lnTo>
                  <a:lnTo>
                    <a:pt x="780821" y="1039926"/>
                  </a:lnTo>
                  <a:lnTo>
                    <a:pt x="781050" y="1154430"/>
                  </a:lnTo>
                  <a:lnTo>
                    <a:pt x="781812" y="1154430"/>
                  </a:lnTo>
                  <a:lnTo>
                    <a:pt x="781583" y="1039926"/>
                  </a:lnTo>
                  <a:lnTo>
                    <a:pt x="895121" y="1040003"/>
                  </a:lnTo>
                  <a:lnTo>
                    <a:pt x="895350" y="1154430"/>
                  </a:lnTo>
                  <a:lnTo>
                    <a:pt x="896112" y="1154430"/>
                  </a:lnTo>
                  <a:lnTo>
                    <a:pt x="895883" y="1040003"/>
                  </a:lnTo>
                  <a:lnTo>
                    <a:pt x="1004163" y="1040079"/>
                  </a:lnTo>
                  <a:lnTo>
                    <a:pt x="1004316" y="1154430"/>
                  </a:lnTo>
                  <a:lnTo>
                    <a:pt x="1005078" y="1154430"/>
                  </a:lnTo>
                  <a:lnTo>
                    <a:pt x="1004925" y="1040079"/>
                  </a:lnTo>
                  <a:lnTo>
                    <a:pt x="1118463" y="1040168"/>
                  </a:lnTo>
                  <a:lnTo>
                    <a:pt x="1118616" y="1154430"/>
                  </a:lnTo>
                  <a:lnTo>
                    <a:pt x="1119378" y="1154430"/>
                  </a:lnTo>
                  <a:lnTo>
                    <a:pt x="1119225" y="1040168"/>
                  </a:lnTo>
                  <a:lnTo>
                    <a:pt x="1229715" y="1040231"/>
                  </a:lnTo>
                  <a:lnTo>
                    <a:pt x="1229868" y="1154430"/>
                  </a:lnTo>
                  <a:lnTo>
                    <a:pt x="1230630" y="1154430"/>
                  </a:lnTo>
                  <a:lnTo>
                    <a:pt x="1230477" y="1040231"/>
                  </a:lnTo>
                  <a:lnTo>
                    <a:pt x="1339456" y="1040307"/>
                  </a:lnTo>
                  <a:lnTo>
                    <a:pt x="1339608" y="1154430"/>
                  </a:lnTo>
                  <a:lnTo>
                    <a:pt x="1340370" y="1154430"/>
                  </a:lnTo>
                  <a:lnTo>
                    <a:pt x="1340218" y="1040307"/>
                  </a:lnTo>
                  <a:lnTo>
                    <a:pt x="1453756" y="1040384"/>
                  </a:lnTo>
                  <a:lnTo>
                    <a:pt x="1453908" y="1154430"/>
                  </a:lnTo>
                  <a:lnTo>
                    <a:pt x="1454670" y="1154430"/>
                  </a:lnTo>
                  <a:lnTo>
                    <a:pt x="1454518" y="1040384"/>
                  </a:lnTo>
                  <a:lnTo>
                    <a:pt x="1563484" y="1040460"/>
                  </a:lnTo>
                  <a:lnTo>
                    <a:pt x="1563636" y="1154430"/>
                  </a:lnTo>
                  <a:lnTo>
                    <a:pt x="1564398" y="1154430"/>
                  </a:lnTo>
                  <a:lnTo>
                    <a:pt x="1564246" y="1040460"/>
                  </a:lnTo>
                  <a:lnTo>
                    <a:pt x="1673974" y="1040536"/>
                  </a:lnTo>
                  <a:lnTo>
                    <a:pt x="1674126" y="1154430"/>
                  </a:lnTo>
                  <a:lnTo>
                    <a:pt x="1674888" y="1154430"/>
                  </a:lnTo>
                  <a:lnTo>
                    <a:pt x="1674736" y="1040536"/>
                  </a:lnTo>
                  <a:lnTo>
                    <a:pt x="1788274" y="1040612"/>
                  </a:lnTo>
                  <a:lnTo>
                    <a:pt x="1788426" y="1154430"/>
                  </a:lnTo>
                  <a:lnTo>
                    <a:pt x="1789188" y="1154430"/>
                  </a:lnTo>
                  <a:lnTo>
                    <a:pt x="1789036" y="1040612"/>
                  </a:lnTo>
                  <a:lnTo>
                    <a:pt x="1898002" y="1040688"/>
                  </a:lnTo>
                  <a:lnTo>
                    <a:pt x="1898154" y="1154430"/>
                  </a:lnTo>
                  <a:lnTo>
                    <a:pt x="1898916" y="1154430"/>
                  </a:lnTo>
                  <a:lnTo>
                    <a:pt x="1898764" y="1040688"/>
                  </a:lnTo>
                  <a:lnTo>
                    <a:pt x="2009241" y="1040765"/>
                  </a:lnTo>
                  <a:lnTo>
                    <a:pt x="2009394" y="1154430"/>
                  </a:lnTo>
                  <a:lnTo>
                    <a:pt x="2010156" y="1154430"/>
                  </a:lnTo>
                  <a:lnTo>
                    <a:pt x="2010003" y="1040765"/>
                  </a:lnTo>
                  <a:lnTo>
                    <a:pt x="2122030" y="1040841"/>
                  </a:lnTo>
                  <a:lnTo>
                    <a:pt x="2122182" y="1154430"/>
                  </a:lnTo>
                  <a:lnTo>
                    <a:pt x="2122944" y="1154430"/>
                  </a:lnTo>
                  <a:lnTo>
                    <a:pt x="2122792" y="1040841"/>
                  </a:lnTo>
                  <a:lnTo>
                    <a:pt x="2231898" y="1040892"/>
                  </a:lnTo>
                  <a:lnTo>
                    <a:pt x="2231898" y="1040130"/>
                  </a:lnTo>
                  <a:lnTo>
                    <a:pt x="2122792" y="1040079"/>
                  </a:lnTo>
                  <a:lnTo>
                    <a:pt x="2122627" y="923455"/>
                  </a:lnTo>
                  <a:lnTo>
                    <a:pt x="2231898" y="923544"/>
                  </a:lnTo>
                  <a:lnTo>
                    <a:pt x="2231898" y="922782"/>
                  </a:lnTo>
                  <a:lnTo>
                    <a:pt x="2122627" y="922693"/>
                  </a:lnTo>
                  <a:lnTo>
                    <a:pt x="2122487" y="812241"/>
                  </a:lnTo>
                  <a:lnTo>
                    <a:pt x="2231898" y="812292"/>
                  </a:lnTo>
                  <a:lnTo>
                    <a:pt x="2231898" y="811530"/>
                  </a:lnTo>
                  <a:lnTo>
                    <a:pt x="2122487" y="811479"/>
                  </a:lnTo>
                  <a:lnTo>
                    <a:pt x="2122335" y="694855"/>
                  </a:lnTo>
                  <a:lnTo>
                    <a:pt x="2231898" y="694944"/>
                  </a:lnTo>
                  <a:lnTo>
                    <a:pt x="2231898" y="694182"/>
                  </a:lnTo>
                  <a:lnTo>
                    <a:pt x="2122335" y="694093"/>
                  </a:lnTo>
                  <a:lnTo>
                    <a:pt x="2122182" y="578307"/>
                  </a:lnTo>
                  <a:lnTo>
                    <a:pt x="2231898" y="578358"/>
                  </a:lnTo>
                  <a:lnTo>
                    <a:pt x="2231898" y="577596"/>
                  </a:lnTo>
                  <a:lnTo>
                    <a:pt x="2122170" y="577545"/>
                  </a:lnTo>
                  <a:lnTo>
                    <a:pt x="2122030" y="462470"/>
                  </a:lnTo>
                  <a:lnTo>
                    <a:pt x="2122030" y="1040079"/>
                  </a:lnTo>
                  <a:lnTo>
                    <a:pt x="2010003" y="1040003"/>
                  </a:lnTo>
                  <a:lnTo>
                    <a:pt x="2009838" y="923353"/>
                  </a:lnTo>
                  <a:lnTo>
                    <a:pt x="2121865" y="923455"/>
                  </a:lnTo>
                  <a:lnTo>
                    <a:pt x="2122030" y="1040079"/>
                  </a:lnTo>
                  <a:lnTo>
                    <a:pt x="2122030" y="462470"/>
                  </a:lnTo>
                  <a:lnTo>
                    <a:pt x="2231898" y="462521"/>
                  </a:lnTo>
                  <a:lnTo>
                    <a:pt x="2231898" y="461759"/>
                  </a:lnTo>
                  <a:lnTo>
                    <a:pt x="2122017" y="461708"/>
                  </a:lnTo>
                  <a:lnTo>
                    <a:pt x="2121865" y="346659"/>
                  </a:lnTo>
                  <a:lnTo>
                    <a:pt x="2121865" y="922693"/>
                  </a:lnTo>
                  <a:lnTo>
                    <a:pt x="2009838" y="922591"/>
                  </a:lnTo>
                  <a:lnTo>
                    <a:pt x="2009698" y="812165"/>
                  </a:lnTo>
                  <a:lnTo>
                    <a:pt x="2121725" y="812241"/>
                  </a:lnTo>
                  <a:lnTo>
                    <a:pt x="2121865" y="922693"/>
                  </a:lnTo>
                  <a:lnTo>
                    <a:pt x="2121865" y="346659"/>
                  </a:lnTo>
                  <a:lnTo>
                    <a:pt x="2231898" y="346710"/>
                  </a:lnTo>
                  <a:lnTo>
                    <a:pt x="2231898" y="345948"/>
                  </a:lnTo>
                  <a:lnTo>
                    <a:pt x="2121865" y="345897"/>
                  </a:lnTo>
                  <a:lnTo>
                    <a:pt x="2121725" y="233870"/>
                  </a:lnTo>
                  <a:lnTo>
                    <a:pt x="2121725" y="811479"/>
                  </a:lnTo>
                  <a:lnTo>
                    <a:pt x="2009698" y="811403"/>
                  </a:lnTo>
                  <a:lnTo>
                    <a:pt x="2009546" y="694753"/>
                  </a:lnTo>
                  <a:lnTo>
                    <a:pt x="2121573" y="694855"/>
                  </a:lnTo>
                  <a:lnTo>
                    <a:pt x="2121725" y="811479"/>
                  </a:lnTo>
                  <a:lnTo>
                    <a:pt x="2121725" y="233870"/>
                  </a:lnTo>
                  <a:lnTo>
                    <a:pt x="2231898" y="233921"/>
                  </a:lnTo>
                  <a:lnTo>
                    <a:pt x="2231898" y="233159"/>
                  </a:lnTo>
                  <a:lnTo>
                    <a:pt x="2121725" y="233108"/>
                  </a:lnTo>
                  <a:lnTo>
                    <a:pt x="2121573" y="118059"/>
                  </a:lnTo>
                  <a:lnTo>
                    <a:pt x="2121573" y="694093"/>
                  </a:lnTo>
                  <a:lnTo>
                    <a:pt x="2009546" y="693991"/>
                  </a:lnTo>
                  <a:lnTo>
                    <a:pt x="2009394" y="578231"/>
                  </a:lnTo>
                  <a:lnTo>
                    <a:pt x="2121420" y="578307"/>
                  </a:lnTo>
                  <a:lnTo>
                    <a:pt x="2121573" y="694093"/>
                  </a:lnTo>
                  <a:lnTo>
                    <a:pt x="2121573" y="118059"/>
                  </a:lnTo>
                  <a:lnTo>
                    <a:pt x="2231898" y="118110"/>
                  </a:lnTo>
                  <a:lnTo>
                    <a:pt x="2231898" y="117348"/>
                  </a:lnTo>
                  <a:lnTo>
                    <a:pt x="2121573" y="117297"/>
                  </a:lnTo>
                  <a:lnTo>
                    <a:pt x="2121420" y="2235"/>
                  </a:lnTo>
                  <a:lnTo>
                    <a:pt x="2231898" y="2286"/>
                  </a:lnTo>
                  <a:lnTo>
                    <a:pt x="2233422" y="1154430"/>
                  </a:lnTo>
                  <a:lnTo>
                    <a:pt x="2234184" y="1154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42693" y="1373124"/>
              <a:ext cx="2236470" cy="1158240"/>
            </a:xfrm>
            <a:custGeom>
              <a:avLst/>
              <a:gdLst/>
              <a:ahLst/>
              <a:cxnLst/>
              <a:rect l="l" t="t" r="r" b="b"/>
              <a:pathLst>
                <a:path w="2236470" h="1158239">
                  <a:moveTo>
                    <a:pt x="2236470" y="1158239"/>
                  </a:moveTo>
                  <a:lnTo>
                    <a:pt x="2236470" y="0"/>
                  </a:lnTo>
                  <a:lnTo>
                    <a:pt x="0" y="0"/>
                  </a:lnTo>
                  <a:lnTo>
                    <a:pt x="0" y="1158239"/>
                  </a:lnTo>
                  <a:lnTo>
                    <a:pt x="2286" y="1158239"/>
                  </a:lnTo>
                  <a:lnTo>
                    <a:pt x="2286" y="4571"/>
                  </a:lnTo>
                  <a:lnTo>
                    <a:pt x="4572" y="2286"/>
                  </a:lnTo>
                  <a:lnTo>
                    <a:pt x="4572" y="4571"/>
                  </a:lnTo>
                  <a:lnTo>
                    <a:pt x="2231897" y="4571"/>
                  </a:lnTo>
                  <a:lnTo>
                    <a:pt x="2231897" y="2285"/>
                  </a:lnTo>
                  <a:lnTo>
                    <a:pt x="2234184" y="4571"/>
                  </a:lnTo>
                  <a:lnTo>
                    <a:pt x="2234184" y="1158239"/>
                  </a:lnTo>
                  <a:lnTo>
                    <a:pt x="2236470" y="1158239"/>
                  </a:lnTo>
                  <a:close/>
                </a:path>
                <a:path w="2236470" h="1158239">
                  <a:moveTo>
                    <a:pt x="4572" y="4571"/>
                  </a:moveTo>
                  <a:lnTo>
                    <a:pt x="4572" y="2286"/>
                  </a:lnTo>
                  <a:lnTo>
                    <a:pt x="2286" y="4571"/>
                  </a:lnTo>
                  <a:lnTo>
                    <a:pt x="4572" y="4571"/>
                  </a:lnTo>
                  <a:close/>
                </a:path>
                <a:path w="2236470" h="1158239">
                  <a:moveTo>
                    <a:pt x="4572" y="1153668"/>
                  </a:moveTo>
                  <a:lnTo>
                    <a:pt x="4572" y="4571"/>
                  </a:lnTo>
                  <a:lnTo>
                    <a:pt x="2286" y="4571"/>
                  </a:lnTo>
                  <a:lnTo>
                    <a:pt x="2286" y="1153668"/>
                  </a:lnTo>
                  <a:lnTo>
                    <a:pt x="4572" y="1153668"/>
                  </a:lnTo>
                  <a:close/>
                </a:path>
                <a:path w="2236470" h="1158239">
                  <a:moveTo>
                    <a:pt x="2234184" y="1153667"/>
                  </a:moveTo>
                  <a:lnTo>
                    <a:pt x="2286" y="1153668"/>
                  </a:lnTo>
                  <a:lnTo>
                    <a:pt x="4572" y="1155953"/>
                  </a:lnTo>
                  <a:lnTo>
                    <a:pt x="4572" y="1158239"/>
                  </a:lnTo>
                  <a:lnTo>
                    <a:pt x="2231897" y="1158239"/>
                  </a:lnTo>
                  <a:lnTo>
                    <a:pt x="2231897" y="1155953"/>
                  </a:lnTo>
                  <a:lnTo>
                    <a:pt x="2234184" y="1153667"/>
                  </a:lnTo>
                  <a:close/>
                </a:path>
                <a:path w="2236470" h="1158239">
                  <a:moveTo>
                    <a:pt x="4572" y="1158239"/>
                  </a:moveTo>
                  <a:lnTo>
                    <a:pt x="4572" y="1155953"/>
                  </a:lnTo>
                  <a:lnTo>
                    <a:pt x="2286" y="1153668"/>
                  </a:lnTo>
                  <a:lnTo>
                    <a:pt x="2286" y="1158239"/>
                  </a:lnTo>
                  <a:lnTo>
                    <a:pt x="4572" y="1158239"/>
                  </a:lnTo>
                  <a:close/>
                </a:path>
                <a:path w="2236470" h="1158239">
                  <a:moveTo>
                    <a:pt x="2234184" y="4571"/>
                  </a:moveTo>
                  <a:lnTo>
                    <a:pt x="2231897" y="2285"/>
                  </a:lnTo>
                  <a:lnTo>
                    <a:pt x="2231897" y="4571"/>
                  </a:lnTo>
                  <a:lnTo>
                    <a:pt x="2234184" y="4571"/>
                  </a:lnTo>
                  <a:close/>
                </a:path>
                <a:path w="2236470" h="1158239">
                  <a:moveTo>
                    <a:pt x="2234184" y="1153667"/>
                  </a:moveTo>
                  <a:lnTo>
                    <a:pt x="2234184" y="4571"/>
                  </a:lnTo>
                  <a:lnTo>
                    <a:pt x="2231897" y="4571"/>
                  </a:lnTo>
                  <a:lnTo>
                    <a:pt x="2231897" y="1153667"/>
                  </a:lnTo>
                  <a:lnTo>
                    <a:pt x="2234184" y="1153667"/>
                  </a:lnTo>
                  <a:close/>
                </a:path>
                <a:path w="2236470" h="1158239">
                  <a:moveTo>
                    <a:pt x="2234184" y="1158239"/>
                  </a:moveTo>
                  <a:lnTo>
                    <a:pt x="2234184" y="1153667"/>
                  </a:lnTo>
                  <a:lnTo>
                    <a:pt x="2231897" y="1155953"/>
                  </a:lnTo>
                  <a:lnTo>
                    <a:pt x="2231897" y="1158239"/>
                  </a:lnTo>
                  <a:lnTo>
                    <a:pt x="2234184" y="115823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25917" y="1374660"/>
              <a:ext cx="2253615" cy="1173480"/>
            </a:xfrm>
            <a:custGeom>
              <a:avLst/>
              <a:gdLst/>
              <a:ahLst/>
              <a:cxnLst/>
              <a:rect l="l" t="t" r="r" b="b"/>
              <a:pathLst>
                <a:path w="2253615" h="1173480">
                  <a:moveTo>
                    <a:pt x="19050" y="1155941"/>
                  </a:moveTo>
                  <a:lnTo>
                    <a:pt x="0" y="1154417"/>
                  </a:lnTo>
                  <a:lnTo>
                    <a:pt x="0" y="1155179"/>
                  </a:lnTo>
                  <a:lnTo>
                    <a:pt x="19050" y="1156703"/>
                  </a:lnTo>
                  <a:lnTo>
                    <a:pt x="19050" y="1155941"/>
                  </a:lnTo>
                  <a:close/>
                </a:path>
                <a:path w="2253615" h="1173480">
                  <a:moveTo>
                    <a:pt x="19050" y="1040130"/>
                  </a:moveTo>
                  <a:lnTo>
                    <a:pt x="0" y="1038606"/>
                  </a:lnTo>
                  <a:lnTo>
                    <a:pt x="0" y="1039368"/>
                  </a:lnTo>
                  <a:lnTo>
                    <a:pt x="19050" y="1040892"/>
                  </a:lnTo>
                  <a:lnTo>
                    <a:pt x="19050" y="1040130"/>
                  </a:lnTo>
                  <a:close/>
                </a:path>
                <a:path w="2253615" h="1173480">
                  <a:moveTo>
                    <a:pt x="19050" y="922782"/>
                  </a:moveTo>
                  <a:lnTo>
                    <a:pt x="0" y="920496"/>
                  </a:lnTo>
                  <a:lnTo>
                    <a:pt x="0" y="921258"/>
                  </a:lnTo>
                  <a:lnTo>
                    <a:pt x="19050" y="923544"/>
                  </a:lnTo>
                  <a:lnTo>
                    <a:pt x="19050" y="922782"/>
                  </a:lnTo>
                  <a:close/>
                </a:path>
                <a:path w="2253615" h="1173480">
                  <a:moveTo>
                    <a:pt x="19050" y="811530"/>
                  </a:moveTo>
                  <a:lnTo>
                    <a:pt x="0" y="810006"/>
                  </a:lnTo>
                  <a:lnTo>
                    <a:pt x="0" y="810768"/>
                  </a:lnTo>
                  <a:lnTo>
                    <a:pt x="19050" y="812292"/>
                  </a:lnTo>
                  <a:lnTo>
                    <a:pt x="19050" y="811530"/>
                  </a:lnTo>
                  <a:close/>
                </a:path>
                <a:path w="2253615" h="1173480">
                  <a:moveTo>
                    <a:pt x="19050" y="694182"/>
                  </a:moveTo>
                  <a:lnTo>
                    <a:pt x="0" y="691896"/>
                  </a:lnTo>
                  <a:lnTo>
                    <a:pt x="0" y="692658"/>
                  </a:lnTo>
                  <a:lnTo>
                    <a:pt x="19050" y="694944"/>
                  </a:lnTo>
                  <a:lnTo>
                    <a:pt x="19050" y="694182"/>
                  </a:lnTo>
                  <a:close/>
                </a:path>
                <a:path w="2253615" h="1173480">
                  <a:moveTo>
                    <a:pt x="19050" y="577596"/>
                  </a:moveTo>
                  <a:lnTo>
                    <a:pt x="0" y="576072"/>
                  </a:lnTo>
                  <a:lnTo>
                    <a:pt x="0" y="576834"/>
                  </a:lnTo>
                  <a:lnTo>
                    <a:pt x="19050" y="578358"/>
                  </a:lnTo>
                  <a:lnTo>
                    <a:pt x="19050" y="577596"/>
                  </a:lnTo>
                  <a:close/>
                </a:path>
                <a:path w="2253615" h="1173480">
                  <a:moveTo>
                    <a:pt x="19050" y="461759"/>
                  </a:moveTo>
                  <a:lnTo>
                    <a:pt x="0" y="460235"/>
                  </a:lnTo>
                  <a:lnTo>
                    <a:pt x="0" y="460997"/>
                  </a:lnTo>
                  <a:lnTo>
                    <a:pt x="19050" y="462521"/>
                  </a:lnTo>
                  <a:lnTo>
                    <a:pt x="19050" y="461759"/>
                  </a:lnTo>
                  <a:close/>
                </a:path>
                <a:path w="2253615" h="1173480">
                  <a:moveTo>
                    <a:pt x="19050" y="345948"/>
                  </a:moveTo>
                  <a:lnTo>
                    <a:pt x="0" y="344424"/>
                  </a:lnTo>
                  <a:lnTo>
                    <a:pt x="0" y="345186"/>
                  </a:lnTo>
                  <a:lnTo>
                    <a:pt x="19050" y="346710"/>
                  </a:lnTo>
                  <a:lnTo>
                    <a:pt x="19050" y="345948"/>
                  </a:lnTo>
                  <a:close/>
                </a:path>
                <a:path w="2253615" h="1173480">
                  <a:moveTo>
                    <a:pt x="19050" y="233159"/>
                  </a:moveTo>
                  <a:lnTo>
                    <a:pt x="0" y="231635"/>
                  </a:lnTo>
                  <a:lnTo>
                    <a:pt x="0" y="232397"/>
                  </a:lnTo>
                  <a:lnTo>
                    <a:pt x="19050" y="233921"/>
                  </a:lnTo>
                  <a:lnTo>
                    <a:pt x="19050" y="233159"/>
                  </a:lnTo>
                  <a:close/>
                </a:path>
                <a:path w="2253615" h="1173480">
                  <a:moveTo>
                    <a:pt x="19050" y="117348"/>
                  </a:moveTo>
                  <a:lnTo>
                    <a:pt x="0" y="115824"/>
                  </a:lnTo>
                  <a:lnTo>
                    <a:pt x="0" y="116586"/>
                  </a:lnTo>
                  <a:lnTo>
                    <a:pt x="19050" y="118110"/>
                  </a:lnTo>
                  <a:lnTo>
                    <a:pt x="19050" y="117348"/>
                  </a:lnTo>
                  <a:close/>
                </a:path>
                <a:path w="2253615" h="1173480">
                  <a:moveTo>
                    <a:pt x="19050" y="1524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19050" y="2286"/>
                  </a:lnTo>
                  <a:lnTo>
                    <a:pt x="19050" y="1524"/>
                  </a:lnTo>
                  <a:close/>
                </a:path>
                <a:path w="2253615" h="1173480">
                  <a:moveTo>
                    <a:pt x="2250948" y="1155941"/>
                  </a:moveTo>
                  <a:lnTo>
                    <a:pt x="1693837" y="1155573"/>
                  </a:lnTo>
                  <a:lnTo>
                    <a:pt x="1693938" y="1154417"/>
                  </a:lnTo>
                  <a:lnTo>
                    <a:pt x="1693176" y="1154417"/>
                  </a:lnTo>
                  <a:lnTo>
                    <a:pt x="1693075" y="1155573"/>
                  </a:lnTo>
                  <a:lnTo>
                    <a:pt x="1138377" y="1155192"/>
                  </a:lnTo>
                  <a:lnTo>
                    <a:pt x="1138440" y="1154417"/>
                  </a:lnTo>
                  <a:lnTo>
                    <a:pt x="1137678" y="1154417"/>
                  </a:lnTo>
                  <a:lnTo>
                    <a:pt x="1137615" y="1155192"/>
                  </a:lnTo>
                  <a:lnTo>
                    <a:pt x="579856" y="1154811"/>
                  </a:lnTo>
                  <a:lnTo>
                    <a:pt x="579894" y="1154417"/>
                  </a:lnTo>
                  <a:lnTo>
                    <a:pt x="579132" y="1154417"/>
                  </a:lnTo>
                  <a:lnTo>
                    <a:pt x="579094" y="1154811"/>
                  </a:lnTo>
                  <a:lnTo>
                    <a:pt x="21348" y="1154430"/>
                  </a:lnTo>
                  <a:lnTo>
                    <a:pt x="19824" y="762"/>
                  </a:lnTo>
                  <a:lnTo>
                    <a:pt x="19062" y="762"/>
                  </a:lnTo>
                  <a:lnTo>
                    <a:pt x="20561" y="1154430"/>
                  </a:lnTo>
                  <a:lnTo>
                    <a:pt x="19050" y="1154417"/>
                  </a:lnTo>
                  <a:lnTo>
                    <a:pt x="19050" y="1155179"/>
                  </a:lnTo>
                  <a:lnTo>
                    <a:pt x="20510" y="1155192"/>
                  </a:lnTo>
                  <a:lnTo>
                    <a:pt x="19050" y="1173467"/>
                  </a:lnTo>
                  <a:lnTo>
                    <a:pt x="19812" y="1173467"/>
                  </a:lnTo>
                  <a:lnTo>
                    <a:pt x="21272" y="1155192"/>
                  </a:lnTo>
                  <a:lnTo>
                    <a:pt x="579031" y="1155573"/>
                  </a:lnTo>
                  <a:lnTo>
                    <a:pt x="577608" y="1173467"/>
                  </a:lnTo>
                  <a:lnTo>
                    <a:pt x="578370" y="1173467"/>
                  </a:lnTo>
                  <a:lnTo>
                    <a:pt x="579793" y="1155573"/>
                  </a:lnTo>
                  <a:lnTo>
                    <a:pt x="1137551" y="1155954"/>
                  </a:lnTo>
                  <a:lnTo>
                    <a:pt x="1136154" y="1173467"/>
                  </a:lnTo>
                  <a:lnTo>
                    <a:pt x="1136916" y="1173467"/>
                  </a:lnTo>
                  <a:lnTo>
                    <a:pt x="1138313" y="1155954"/>
                  </a:lnTo>
                  <a:lnTo>
                    <a:pt x="1693011" y="1156335"/>
                  </a:lnTo>
                  <a:lnTo>
                    <a:pt x="1691652" y="1173467"/>
                  </a:lnTo>
                  <a:lnTo>
                    <a:pt x="1692414" y="1173467"/>
                  </a:lnTo>
                  <a:lnTo>
                    <a:pt x="1693773" y="1156335"/>
                  </a:lnTo>
                  <a:lnTo>
                    <a:pt x="2250948" y="1156703"/>
                  </a:lnTo>
                  <a:lnTo>
                    <a:pt x="2250948" y="1155941"/>
                  </a:lnTo>
                  <a:close/>
                </a:path>
                <a:path w="2253615" h="1173480">
                  <a:moveTo>
                    <a:pt x="2253234" y="1154417"/>
                  </a:moveTo>
                  <a:lnTo>
                    <a:pt x="2252472" y="1154417"/>
                  </a:lnTo>
                  <a:lnTo>
                    <a:pt x="2250948" y="1173467"/>
                  </a:lnTo>
                  <a:lnTo>
                    <a:pt x="2251710" y="1173467"/>
                  </a:lnTo>
                  <a:lnTo>
                    <a:pt x="2253234" y="11544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6691" y="1520951"/>
              <a:ext cx="1933955" cy="68503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62857" y="1286416"/>
            <a:ext cx="141605" cy="129603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409"/>
              </a:spcBef>
            </a:pPr>
            <a:r>
              <a:rPr dirty="0" sz="500" spc="-10">
                <a:latin typeface="Arial MT"/>
                <a:cs typeface="Arial MT"/>
              </a:rPr>
              <a:t>0.5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500" spc="-10">
                <a:latin typeface="Arial MT"/>
                <a:cs typeface="Arial MT"/>
              </a:rPr>
              <a:t>0.45</a:t>
            </a:r>
            <a:endParaRPr sz="500">
              <a:latin typeface="Arial MT"/>
              <a:cs typeface="Arial MT"/>
            </a:endParaRPr>
          </a:p>
          <a:p>
            <a:pPr marL="36195">
              <a:lnSpc>
                <a:spcPct val="100000"/>
              </a:lnSpc>
              <a:spcBef>
                <a:spcPts val="310"/>
              </a:spcBef>
            </a:pPr>
            <a:r>
              <a:rPr dirty="0" sz="500" spc="-10">
                <a:latin typeface="Arial MT"/>
                <a:cs typeface="Arial MT"/>
              </a:rPr>
              <a:t>0.4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r>
              <a:rPr dirty="0" sz="500" spc="-10">
                <a:latin typeface="Arial MT"/>
                <a:cs typeface="Arial MT"/>
              </a:rPr>
              <a:t>0.35</a:t>
            </a:r>
            <a:endParaRPr sz="500">
              <a:latin typeface="Arial MT"/>
              <a:cs typeface="Arial MT"/>
            </a:endParaRPr>
          </a:p>
          <a:p>
            <a:pPr marL="36195">
              <a:lnSpc>
                <a:spcPct val="100000"/>
              </a:lnSpc>
              <a:spcBef>
                <a:spcPts val="315"/>
              </a:spcBef>
            </a:pPr>
            <a:r>
              <a:rPr dirty="0" sz="500" spc="-10">
                <a:latin typeface="Arial MT"/>
                <a:cs typeface="Arial MT"/>
              </a:rPr>
              <a:t>0.3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500" spc="-10">
                <a:latin typeface="Arial MT"/>
                <a:cs typeface="Arial MT"/>
              </a:rPr>
              <a:t>0.25</a:t>
            </a:r>
            <a:endParaRPr sz="500">
              <a:latin typeface="Arial MT"/>
              <a:cs typeface="Arial MT"/>
            </a:endParaRPr>
          </a:p>
          <a:p>
            <a:pPr marL="36195">
              <a:lnSpc>
                <a:spcPct val="100000"/>
              </a:lnSpc>
              <a:spcBef>
                <a:spcPts val="315"/>
              </a:spcBef>
            </a:pPr>
            <a:r>
              <a:rPr dirty="0" sz="500" spc="-10">
                <a:latin typeface="Arial MT"/>
                <a:cs typeface="Arial MT"/>
              </a:rPr>
              <a:t>0.2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r>
              <a:rPr dirty="0" sz="500" spc="-10">
                <a:latin typeface="Arial MT"/>
                <a:cs typeface="Arial MT"/>
              </a:rPr>
              <a:t>0.15</a:t>
            </a:r>
            <a:endParaRPr sz="500">
              <a:latin typeface="Arial MT"/>
              <a:cs typeface="Arial MT"/>
            </a:endParaRPr>
          </a:p>
          <a:p>
            <a:pPr marL="36195">
              <a:lnSpc>
                <a:spcPct val="100000"/>
              </a:lnSpc>
              <a:spcBef>
                <a:spcPts val="275"/>
              </a:spcBef>
            </a:pPr>
            <a:r>
              <a:rPr dirty="0" sz="500" spc="-10">
                <a:latin typeface="Arial MT"/>
                <a:cs typeface="Arial MT"/>
              </a:rPr>
              <a:t>0.1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dirty="0" sz="500" spc="-10">
                <a:latin typeface="Arial MT"/>
                <a:cs typeface="Arial MT"/>
              </a:rPr>
              <a:t>0.05</a:t>
            </a:r>
            <a:endParaRPr sz="500">
              <a:latin typeface="Arial MT"/>
              <a:cs typeface="Arial MT"/>
            </a:endParaRPr>
          </a:p>
          <a:p>
            <a:pPr marL="93345">
              <a:lnSpc>
                <a:spcPct val="100000"/>
              </a:lnSpc>
              <a:spcBef>
                <a:spcPts val="315"/>
              </a:spcBef>
            </a:pPr>
            <a:r>
              <a:rPr dirty="0" sz="500" spc="-5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29700" y="2577519"/>
            <a:ext cx="60642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58165" algn="l"/>
              </a:tabLst>
            </a:pPr>
            <a:r>
              <a:rPr dirty="0" sz="500" spc="-5">
                <a:latin typeface="Arial MT"/>
                <a:cs typeface="Arial MT"/>
              </a:rPr>
              <a:t>0</a:t>
            </a:r>
            <a:r>
              <a:rPr dirty="0" sz="500" spc="-5">
                <a:latin typeface="Arial MT"/>
                <a:cs typeface="Arial MT"/>
              </a:rPr>
              <a:t>	</a:t>
            </a:r>
            <a:r>
              <a:rPr dirty="0" sz="500" spc="-5">
                <a:latin typeface="Arial MT"/>
                <a:cs typeface="Arial MT"/>
              </a:rPr>
              <a:t>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81685" y="2577519"/>
            <a:ext cx="8318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15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40970" y="2577519"/>
            <a:ext cx="8318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20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95846" y="2537611"/>
            <a:ext cx="325120" cy="25717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409"/>
              </a:spcBef>
            </a:pPr>
            <a:r>
              <a:rPr dirty="0" sz="500" spc="-10">
                <a:latin typeface="Arial MT"/>
                <a:cs typeface="Arial MT"/>
              </a:rPr>
              <a:t>10</a:t>
            </a:r>
            <a:endParaRPr sz="500">
              <a:latin typeface="Arial MT"/>
              <a:cs typeface="Arial MT"/>
            </a:endParaRPr>
          </a:p>
          <a:p>
            <a:pPr algn="ctr" marR="5080">
              <a:lnSpc>
                <a:spcPct val="100000"/>
              </a:lnSpc>
              <a:spcBef>
                <a:spcPts val="315"/>
              </a:spcBef>
            </a:pPr>
            <a:r>
              <a:rPr dirty="0" sz="500" b="1">
                <a:latin typeface="Arial"/>
                <a:cs typeface="Arial"/>
              </a:rPr>
              <a:t>T</a:t>
            </a:r>
            <a:r>
              <a:rPr dirty="0" sz="500" spc="-10" b="1">
                <a:latin typeface="Arial"/>
                <a:cs typeface="Arial"/>
              </a:rPr>
              <a:t>im</a:t>
            </a:r>
            <a:r>
              <a:rPr dirty="0" sz="500" spc="-5" b="1">
                <a:latin typeface="Arial"/>
                <a:cs typeface="Arial"/>
              </a:rPr>
              <a:t>e</a:t>
            </a:r>
            <a:r>
              <a:rPr dirty="0" sz="500" spc="-15" b="1">
                <a:latin typeface="Arial"/>
                <a:cs typeface="Arial"/>
              </a:rPr>
              <a:t> </a:t>
            </a:r>
            <a:r>
              <a:rPr dirty="0" sz="500" spc="-5" b="1">
                <a:latin typeface="Arial"/>
                <a:cs typeface="Arial"/>
              </a:rPr>
              <a:t>(</a:t>
            </a:r>
            <a:r>
              <a:rPr dirty="0" sz="500" spc="-10" b="1">
                <a:latin typeface="Arial"/>
                <a:cs typeface="Arial"/>
              </a:rPr>
              <a:t>sec)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37281" y="1689856"/>
            <a:ext cx="96520" cy="51943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500" spc="-20" b="1">
                <a:latin typeface="Arial"/>
                <a:cs typeface="Arial"/>
              </a:rPr>
              <a:t>A</a:t>
            </a:r>
            <a:r>
              <a:rPr dirty="0" sz="500" spc="-5" b="1">
                <a:latin typeface="Arial"/>
                <a:cs typeface="Arial"/>
              </a:rPr>
              <a:t>cce</a:t>
            </a:r>
            <a:r>
              <a:rPr dirty="0" sz="500" b="1">
                <a:latin typeface="Arial"/>
                <a:cs typeface="Arial"/>
              </a:rPr>
              <a:t>ll</a:t>
            </a:r>
            <a:r>
              <a:rPr dirty="0" sz="500" spc="-5" b="1">
                <a:latin typeface="Arial"/>
                <a:cs typeface="Arial"/>
              </a:rPr>
              <a:t>e</a:t>
            </a:r>
            <a:r>
              <a:rPr dirty="0" sz="500" spc="-5" b="1">
                <a:latin typeface="Arial"/>
                <a:cs typeface="Arial"/>
              </a:rPr>
              <a:t>r</a:t>
            </a:r>
            <a:r>
              <a:rPr dirty="0" sz="500" spc="-5" b="1">
                <a:latin typeface="Arial"/>
                <a:cs typeface="Arial"/>
              </a:rPr>
              <a:t>a</a:t>
            </a:r>
            <a:r>
              <a:rPr dirty="0" sz="500" b="1">
                <a:latin typeface="Arial"/>
                <a:cs typeface="Arial"/>
              </a:rPr>
              <a:t>tion</a:t>
            </a:r>
            <a:r>
              <a:rPr dirty="0" sz="500" b="1">
                <a:latin typeface="Arial"/>
                <a:cs typeface="Arial"/>
              </a:rPr>
              <a:t> </a:t>
            </a:r>
            <a:r>
              <a:rPr dirty="0" sz="500" b="1">
                <a:latin typeface="Arial"/>
                <a:cs typeface="Arial"/>
              </a:rPr>
              <a:t>(g)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377950" y="1273302"/>
            <a:ext cx="2688590" cy="3048000"/>
            <a:chOff x="1377950" y="1273302"/>
            <a:chExt cx="2688590" cy="3048000"/>
          </a:xfrm>
        </p:grpSpPr>
        <p:sp>
          <p:nvSpPr>
            <p:cNvPr id="26" name="object 26"/>
            <p:cNvSpPr/>
            <p:nvPr/>
          </p:nvSpPr>
          <p:spPr>
            <a:xfrm>
              <a:off x="1377950" y="1273301"/>
              <a:ext cx="2688590" cy="1453515"/>
            </a:xfrm>
            <a:custGeom>
              <a:avLst/>
              <a:gdLst/>
              <a:ahLst/>
              <a:cxnLst/>
              <a:rect l="l" t="t" r="r" b="b"/>
              <a:pathLst>
                <a:path w="2688590" h="1453514">
                  <a:moveTo>
                    <a:pt x="2688590" y="635"/>
                  </a:moveTo>
                  <a:lnTo>
                    <a:pt x="2688069" y="635"/>
                  </a:lnTo>
                  <a:lnTo>
                    <a:pt x="2688069" y="0"/>
                  </a:lnTo>
                  <a:lnTo>
                    <a:pt x="2687320" y="0"/>
                  </a:lnTo>
                  <a:lnTo>
                    <a:pt x="2687942" y="635"/>
                  </a:lnTo>
                  <a:lnTo>
                    <a:pt x="2687320" y="635"/>
                  </a:lnTo>
                  <a:lnTo>
                    <a:pt x="2687320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2687320" y="762"/>
                  </a:lnTo>
                  <a:lnTo>
                    <a:pt x="2687320" y="1453134"/>
                  </a:lnTo>
                  <a:lnTo>
                    <a:pt x="2688069" y="1453134"/>
                  </a:lnTo>
                  <a:lnTo>
                    <a:pt x="2688069" y="762"/>
                  </a:lnTo>
                  <a:lnTo>
                    <a:pt x="2688590" y="762"/>
                  </a:lnTo>
                  <a:lnTo>
                    <a:pt x="268859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78457" y="2726436"/>
              <a:ext cx="2687955" cy="1595120"/>
            </a:xfrm>
            <a:custGeom>
              <a:avLst/>
              <a:gdLst/>
              <a:ahLst/>
              <a:cxnLst/>
              <a:rect l="l" t="t" r="r" b="b"/>
              <a:pathLst>
                <a:path w="2687954" h="1595120">
                  <a:moveTo>
                    <a:pt x="2687573" y="1594866"/>
                  </a:moveTo>
                  <a:lnTo>
                    <a:pt x="2687573" y="0"/>
                  </a:lnTo>
                  <a:lnTo>
                    <a:pt x="0" y="0"/>
                  </a:lnTo>
                  <a:lnTo>
                    <a:pt x="0" y="1594866"/>
                  </a:lnTo>
                  <a:lnTo>
                    <a:pt x="2687573" y="15948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377950" y="2725673"/>
              <a:ext cx="2688590" cy="1456690"/>
            </a:xfrm>
            <a:custGeom>
              <a:avLst/>
              <a:gdLst/>
              <a:ahLst/>
              <a:cxnLst/>
              <a:rect l="l" t="t" r="r" b="b"/>
              <a:pathLst>
                <a:path w="2688590" h="1456689">
                  <a:moveTo>
                    <a:pt x="268859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687320" y="762"/>
                  </a:lnTo>
                  <a:lnTo>
                    <a:pt x="2687320" y="1456182"/>
                  </a:lnTo>
                  <a:lnTo>
                    <a:pt x="2688069" y="1456182"/>
                  </a:lnTo>
                  <a:lnTo>
                    <a:pt x="2688069" y="762"/>
                  </a:lnTo>
                  <a:lnTo>
                    <a:pt x="2688590" y="762"/>
                  </a:lnTo>
                  <a:lnTo>
                    <a:pt x="2688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725929" y="2827782"/>
              <a:ext cx="2251075" cy="1176655"/>
            </a:xfrm>
            <a:custGeom>
              <a:avLst/>
              <a:gdLst/>
              <a:ahLst/>
              <a:cxnLst/>
              <a:rect l="l" t="t" r="r" b="b"/>
              <a:pathLst>
                <a:path w="2251075" h="1176654">
                  <a:moveTo>
                    <a:pt x="2250947" y="1176527"/>
                  </a:moveTo>
                  <a:lnTo>
                    <a:pt x="2250947" y="0"/>
                  </a:lnTo>
                  <a:lnTo>
                    <a:pt x="0" y="0"/>
                  </a:lnTo>
                  <a:lnTo>
                    <a:pt x="0" y="1176527"/>
                  </a:lnTo>
                  <a:lnTo>
                    <a:pt x="2250947" y="1176527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725917" y="2827032"/>
              <a:ext cx="2253615" cy="1177290"/>
            </a:xfrm>
            <a:custGeom>
              <a:avLst/>
              <a:gdLst/>
              <a:ahLst/>
              <a:cxnLst/>
              <a:rect l="l" t="t" r="r" b="b"/>
              <a:pathLst>
                <a:path w="2253615" h="1177289">
                  <a:moveTo>
                    <a:pt x="2253234" y="1177290"/>
                  </a:moveTo>
                  <a:lnTo>
                    <a:pt x="2251710" y="762"/>
                  </a:lnTo>
                  <a:lnTo>
                    <a:pt x="2250948" y="762"/>
                  </a:lnTo>
                  <a:lnTo>
                    <a:pt x="2250948" y="1524"/>
                  </a:lnTo>
                  <a:lnTo>
                    <a:pt x="2137410" y="1460"/>
                  </a:lnTo>
                  <a:lnTo>
                    <a:pt x="2137410" y="762"/>
                  </a:lnTo>
                  <a:lnTo>
                    <a:pt x="2137295" y="505129"/>
                  </a:lnTo>
                  <a:lnTo>
                    <a:pt x="2028329" y="505066"/>
                  </a:lnTo>
                  <a:lnTo>
                    <a:pt x="2028228" y="426897"/>
                  </a:lnTo>
                  <a:lnTo>
                    <a:pt x="2028228" y="1011047"/>
                  </a:lnTo>
                  <a:lnTo>
                    <a:pt x="1914690" y="1010970"/>
                  </a:lnTo>
                  <a:lnTo>
                    <a:pt x="1914461" y="842467"/>
                  </a:lnTo>
                  <a:lnTo>
                    <a:pt x="2027999" y="842581"/>
                  </a:lnTo>
                  <a:lnTo>
                    <a:pt x="2028228" y="1011047"/>
                  </a:lnTo>
                  <a:lnTo>
                    <a:pt x="2028228" y="426897"/>
                  </a:lnTo>
                  <a:lnTo>
                    <a:pt x="2028113" y="338950"/>
                  </a:lnTo>
                  <a:lnTo>
                    <a:pt x="2137079" y="339013"/>
                  </a:lnTo>
                  <a:lnTo>
                    <a:pt x="2137295" y="505129"/>
                  </a:lnTo>
                  <a:lnTo>
                    <a:pt x="2137295" y="762"/>
                  </a:lnTo>
                  <a:lnTo>
                    <a:pt x="2137079" y="762"/>
                  </a:lnTo>
                  <a:lnTo>
                    <a:pt x="2137079" y="338251"/>
                  </a:lnTo>
                  <a:lnTo>
                    <a:pt x="2028113" y="338188"/>
                  </a:lnTo>
                  <a:lnTo>
                    <a:pt x="2027999" y="247827"/>
                  </a:lnTo>
                  <a:lnTo>
                    <a:pt x="2027999" y="841819"/>
                  </a:lnTo>
                  <a:lnTo>
                    <a:pt x="1914461" y="841705"/>
                  </a:lnTo>
                  <a:lnTo>
                    <a:pt x="1914245" y="675678"/>
                  </a:lnTo>
                  <a:lnTo>
                    <a:pt x="2027783" y="675754"/>
                  </a:lnTo>
                  <a:lnTo>
                    <a:pt x="2027999" y="841819"/>
                  </a:lnTo>
                  <a:lnTo>
                    <a:pt x="2027999" y="247827"/>
                  </a:lnTo>
                  <a:lnTo>
                    <a:pt x="2027897" y="167500"/>
                  </a:lnTo>
                  <a:lnTo>
                    <a:pt x="2136864" y="167563"/>
                  </a:lnTo>
                  <a:lnTo>
                    <a:pt x="2137079" y="338251"/>
                  </a:lnTo>
                  <a:lnTo>
                    <a:pt x="2137079" y="762"/>
                  </a:lnTo>
                  <a:lnTo>
                    <a:pt x="2136851" y="762"/>
                  </a:lnTo>
                  <a:lnTo>
                    <a:pt x="2136851" y="166801"/>
                  </a:lnTo>
                  <a:lnTo>
                    <a:pt x="2027885" y="166738"/>
                  </a:lnTo>
                  <a:lnTo>
                    <a:pt x="2027783" y="84455"/>
                  </a:lnTo>
                  <a:lnTo>
                    <a:pt x="2027783" y="674992"/>
                  </a:lnTo>
                  <a:lnTo>
                    <a:pt x="1914245" y="674916"/>
                  </a:lnTo>
                  <a:lnTo>
                    <a:pt x="1914029" y="505752"/>
                  </a:lnTo>
                  <a:lnTo>
                    <a:pt x="2027567" y="505828"/>
                  </a:lnTo>
                  <a:lnTo>
                    <a:pt x="2027783" y="674992"/>
                  </a:lnTo>
                  <a:lnTo>
                    <a:pt x="2027783" y="84455"/>
                  </a:lnTo>
                  <a:lnTo>
                    <a:pt x="2027682" y="2159"/>
                  </a:lnTo>
                  <a:lnTo>
                    <a:pt x="2136648" y="2222"/>
                  </a:lnTo>
                  <a:lnTo>
                    <a:pt x="2136851" y="166801"/>
                  </a:lnTo>
                  <a:lnTo>
                    <a:pt x="2136851" y="762"/>
                  </a:lnTo>
                  <a:lnTo>
                    <a:pt x="2136648" y="762"/>
                  </a:lnTo>
                  <a:lnTo>
                    <a:pt x="2136648" y="1460"/>
                  </a:lnTo>
                  <a:lnTo>
                    <a:pt x="2027682" y="1384"/>
                  </a:lnTo>
                  <a:lnTo>
                    <a:pt x="2027682" y="762"/>
                  </a:lnTo>
                  <a:lnTo>
                    <a:pt x="2027567" y="505066"/>
                  </a:lnTo>
                  <a:lnTo>
                    <a:pt x="1914029" y="504990"/>
                  </a:lnTo>
                  <a:lnTo>
                    <a:pt x="1913928" y="426821"/>
                  </a:lnTo>
                  <a:lnTo>
                    <a:pt x="1913928" y="1010970"/>
                  </a:lnTo>
                  <a:lnTo>
                    <a:pt x="1803450" y="1010894"/>
                  </a:lnTo>
                  <a:lnTo>
                    <a:pt x="1803222" y="842352"/>
                  </a:lnTo>
                  <a:lnTo>
                    <a:pt x="1913699" y="842467"/>
                  </a:lnTo>
                  <a:lnTo>
                    <a:pt x="1913928" y="1010970"/>
                  </a:lnTo>
                  <a:lnTo>
                    <a:pt x="1913928" y="426821"/>
                  </a:lnTo>
                  <a:lnTo>
                    <a:pt x="1913813" y="338874"/>
                  </a:lnTo>
                  <a:lnTo>
                    <a:pt x="2027351" y="338950"/>
                  </a:lnTo>
                  <a:lnTo>
                    <a:pt x="2027567" y="505066"/>
                  </a:lnTo>
                  <a:lnTo>
                    <a:pt x="2027567" y="762"/>
                  </a:lnTo>
                  <a:lnTo>
                    <a:pt x="2027351" y="762"/>
                  </a:lnTo>
                  <a:lnTo>
                    <a:pt x="2027351" y="338188"/>
                  </a:lnTo>
                  <a:lnTo>
                    <a:pt x="1913813" y="338112"/>
                  </a:lnTo>
                  <a:lnTo>
                    <a:pt x="1913699" y="252768"/>
                  </a:lnTo>
                  <a:lnTo>
                    <a:pt x="1913699" y="841705"/>
                  </a:lnTo>
                  <a:lnTo>
                    <a:pt x="1803222" y="841590"/>
                  </a:lnTo>
                  <a:lnTo>
                    <a:pt x="1803006" y="675601"/>
                  </a:lnTo>
                  <a:lnTo>
                    <a:pt x="1913483" y="675678"/>
                  </a:lnTo>
                  <a:lnTo>
                    <a:pt x="1913699" y="841705"/>
                  </a:lnTo>
                  <a:lnTo>
                    <a:pt x="1913699" y="252768"/>
                  </a:lnTo>
                  <a:lnTo>
                    <a:pt x="1913585" y="167424"/>
                  </a:lnTo>
                  <a:lnTo>
                    <a:pt x="2027135" y="167500"/>
                  </a:lnTo>
                  <a:lnTo>
                    <a:pt x="2027351" y="338188"/>
                  </a:lnTo>
                  <a:lnTo>
                    <a:pt x="2027351" y="762"/>
                  </a:lnTo>
                  <a:lnTo>
                    <a:pt x="2027123" y="762"/>
                  </a:lnTo>
                  <a:lnTo>
                    <a:pt x="2027123" y="166738"/>
                  </a:lnTo>
                  <a:lnTo>
                    <a:pt x="1913585" y="166662"/>
                  </a:lnTo>
                  <a:lnTo>
                    <a:pt x="1913483" y="84378"/>
                  </a:lnTo>
                  <a:lnTo>
                    <a:pt x="1913483" y="674916"/>
                  </a:lnTo>
                  <a:lnTo>
                    <a:pt x="1803006" y="674839"/>
                  </a:lnTo>
                  <a:lnTo>
                    <a:pt x="1802790" y="505675"/>
                  </a:lnTo>
                  <a:lnTo>
                    <a:pt x="1913267" y="505752"/>
                  </a:lnTo>
                  <a:lnTo>
                    <a:pt x="1913483" y="674916"/>
                  </a:lnTo>
                  <a:lnTo>
                    <a:pt x="1913483" y="84378"/>
                  </a:lnTo>
                  <a:lnTo>
                    <a:pt x="1913382" y="2082"/>
                  </a:lnTo>
                  <a:lnTo>
                    <a:pt x="2026920" y="2159"/>
                  </a:lnTo>
                  <a:lnTo>
                    <a:pt x="2027123" y="166738"/>
                  </a:lnTo>
                  <a:lnTo>
                    <a:pt x="2027123" y="762"/>
                  </a:lnTo>
                  <a:lnTo>
                    <a:pt x="2026920" y="762"/>
                  </a:lnTo>
                  <a:lnTo>
                    <a:pt x="2026920" y="1384"/>
                  </a:lnTo>
                  <a:lnTo>
                    <a:pt x="1913382" y="1308"/>
                  </a:lnTo>
                  <a:lnTo>
                    <a:pt x="1913382" y="762"/>
                  </a:lnTo>
                  <a:lnTo>
                    <a:pt x="1913267" y="504990"/>
                  </a:lnTo>
                  <a:lnTo>
                    <a:pt x="1802790" y="504913"/>
                  </a:lnTo>
                  <a:lnTo>
                    <a:pt x="1802688" y="426745"/>
                  </a:lnTo>
                  <a:lnTo>
                    <a:pt x="1802688" y="1010894"/>
                  </a:lnTo>
                  <a:lnTo>
                    <a:pt x="1689150" y="1010831"/>
                  </a:lnTo>
                  <a:lnTo>
                    <a:pt x="1688922" y="842251"/>
                  </a:lnTo>
                  <a:lnTo>
                    <a:pt x="1802460" y="842352"/>
                  </a:lnTo>
                  <a:lnTo>
                    <a:pt x="1802688" y="1010894"/>
                  </a:lnTo>
                  <a:lnTo>
                    <a:pt x="1802688" y="426745"/>
                  </a:lnTo>
                  <a:lnTo>
                    <a:pt x="1802574" y="338797"/>
                  </a:lnTo>
                  <a:lnTo>
                    <a:pt x="1913051" y="338874"/>
                  </a:lnTo>
                  <a:lnTo>
                    <a:pt x="1913267" y="504990"/>
                  </a:lnTo>
                  <a:lnTo>
                    <a:pt x="1913267" y="762"/>
                  </a:lnTo>
                  <a:lnTo>
                    <a:pt x="1913051" y="762"/>
                  </a:lnTo>
                  <a:lnTo>
                    <a:pt x="1913051" y="338112"/>
                  </a:lnTo>
                  <a:lnTo>
                    <a:pt x="1802574" y="338035"/>
                  </a:lnTo>
                  <a:lnTo>
                    <a:pt x="1802460" y="252691"/>
                  </a:lnTo>
                  <a:lnTo>
                    <a:pt x="1802460" y="841590"/>
                  </a:lnTo>
                  <a:lnTo>
                    <a:pt x="1688922" y="841489"/>
                  </a:lnTo>
                  <a:lnTo>
                    <a:pt x="1688706" y="675538"/>
                  </a:lnTo>
                  <a:lnTo>
                    <a:pt x="1802244" y="675601"/>
                  </a:lnTo>
                  <a:lnTo>
                    <a:pt x="1802460" y="841590"/>
                  </a:lnTo>
                  <a:lnTo>
                    <a:pt x="1802460" y="252691"/>
                  </a:lnTo>
                  <a:lnTo>
                    <a:pt x="1802345" y="167347"/>
                  </a:lnTo>
                  <a:lnTo>
                    <a:pt x="1912823" y="167424"/>
                  </a:lnTo>
                  <a:lnTo>
                    <a:pt x="1913051" y="338112"/>
                  </a:lnTo>
                  <a:lnTo>
                    <a:pt x="1913051" y="762"/>
                  </a:lnTo>
                  <a:lnTo>
                    <a:pt x="1912823" y="762"/>
                  </a:lnTo>
                  <a:lnTo>
                    <a:pt x="1912823" y="166662"/>
                  </a:lnTo>
                  <a:lnTo>
                    <a:pt x="1802345" y="166585"/>
                  </a:lnTo>
                  <a:lnTo>
                    <a:pt x="1802244" y="84302"/>
                  </a:lnTo>
                  <a:lnTo>
                    <a:pt x="1802244" y="674839"/>
                  </a:lnTo>
                  <a:lnTo>
                    <a:pt x="1688706" y="674776"/>
                  </a:lnTo>
                  <a:lnTo>
                    <a:pt x="1688490" y="505612"/>
                  </a:lnTo>
                  <a:lnTo>
                    <a:pt x="1802028" y="505675"/>
                  </a:lnTo>
                  <a:lnTo>
                    <a:pt x="1802244" y="674839"/>
                  </a:lnTo>
                  <a:lnTo>
                    <a:pt x="1802244" y="84302"/>
                  </a:lnTo>
                  <a:lnTo>
                    <a:pt x="1802142" y="2006"/>
                  </a:lnTo>
                  <a:lnTo>
                    <a:pt x="1912620" y="2082"/>
                  </a:lnTo>
                  <a:lnTo>
                    <a:pt x="1912823" y="166662"/>
                  </a:lnTo>
                  <a:lnTo>
                    <a:pt x="1912823" y="762"/>
                  </a:lnTo>
                  <a:lnTo>
                    <a:pt x="1912620" y="762"/>
                  </a:lnTo>
                  <a:lnTo>
                    <a:pt x="1912620" y="1308"/>
                  </a:lnTo>
                  <a:lnTo>
                    <a:pt x="1802142" y="1231"/>
                  </a:lnTo>
                  <a:lnTo>
                    <a:pt x="1802142" y="762"/>
                  </a:lnTo>
                  <a:lnTo>
                    <a:pt x="1802028" y="504913"/>
                  </a:lnTo>
                  <a:lnTo>
                    <a:pt x="1688490" y="504850"/>
                  </a:lnTo>
                  <a:lnTo>
                    <a:pt x="1688388" y="426681"/>
                  </a:lnTo>
                  <a:lnTo>
                    <a:pt x="1688388" y="1010818"/>
                  </a:lnTo>
                  <a:lnTo>
                    <a:pt x="1574850" y="1010742"/>
                  </a:lnTo>
                  <a:lnTo>
                    <a:pt x="1574622" y="842124"/>
                  </a:lnTo>
                  <a:lnTo>
                    <a:pt x="1688160" y="842238"/>
                  </a:lnTo>
                  <a:lnTo>
                    <a:pt x="1688388" y="1010818"/>
                  </a:lnTo>
                  <a:lnTo>
                    <a:pt x="1688388" y="426681"/>
                  </a:lnTo>
                  <a:lnTo>
                    <a:pt x="1688274" y="338734"/>
                  </a:lnTo>
                  <a:lnTo>
                    <a:pt x="1801812" y="338797"/>
                  </a:lnTo>
                  <a:lnTo>
                    <a:pt x="1802028" y="504913"/>
                  </a:lnTo>
                  <a:lnTo>
                    <a:pt x="1802028" y="762"/>
                  </a:lnTo>
                  <a:lnTo>
                    <a:pt x="1801812" y="762"/>
                  </a:lnTo>
                  <a:lnTo>
                    <a:pt x="1801812" y="338035"/>
                  </a:lnTo>
                  <a:lnTo>
                    <a:pt x="1688274" y="337972"/>
                  </a:lnTo>
                  <a:lnTo>
                    <a:pt x="1688160" y="252628"/>
                  </a:lnTo>
                  <a:lnTo>
                    <a:pt x="1688160" y="841476"/>
                  </a:lnTo>
                  <a:lnTo>
                    <a:pt x="1574622" y="841362"/>
                  </a:lnTo>
                  <a:lnTo>
                    <a:pt x="1574406" y="675449"/>
                  </a:lnTo>
                  <a:lnTo>
                    <a:pt x="1687944" y="675525"/>
                  </a:lnTo>
                  <a:lnTo>
                    <a:pt x="1688160" y="841476"/>
                  </a:lnTo>
                  <a:lnTo>
                    <a:pt x="1688160" y="252628"/>
                  </a:lnTo>
                  <a:lnTo>
                    <a:pt x="1688045" y="167284"/>
                  </a:lnTo>
                  <a:lnTo>
                    <a:pt x="1801583" y="167347"/>
                  </a:lnTo>
                  <a:lnTo>
                    <a:pt x="1801812" y="338035"/>
                  </a:lnTo>
                  <a:lnTo>
                    <a:pt x="1801812" y="762"/>
                  </a:lnTo>
                  <a:lnTo>
                    <a:pt x="1801583" y="762"/>
                  </a:lnTo>
                  <a:lnTo>
                    <a:pt x="1801583" y="166585"/>
                  </a:lnTo>
                  <a:lnTo>
                    <a:pt x="1688045" y="166522"/>
                  </a:lnTo>
                  <a:lnTo>
                    <a:pt x="1687944" y="84239"/>
                  </a:lnTo>
                  <a:lnTo>
                    <a:pt x="1687944" y="674763"/>
                  </a:lnTo>
                  <a:lnTo>
                    <a:pt x="1574406" y="674687"/>
                  </a:lnTo>
                  <a:lnTo>
                    <a:pt x="1574190" y="505523"/>
                  </a:lnTo>
                  <a:lnTo>
                    <a:pt x="1687728" y="505599"/>
                  </a:lnTo>
                  <a:lnTo>
                    <a:pt x="1687944" y="674763"/>
                  </a:lnTo>
                  <a:lnTo>
                    <a:pt x="1687944" y="84239"/>
                  </a:lnTo>
                  <a:lnTo>
                    <a:pt x="1687842" y="1943"/>
                  </a:lnTo>
                  <a:lnTo>
                    <a:pt x="1801380" y="2006"/>
                  </a:lnTo>
                  <a:lnTo>
                    <a:pt x="1801583" y="166585"/>
                  </a:lnTo>
                  <a:lnTo>
                    <a:pt x="1801583" y="762"/>
                  </a:lnTo>
                  <a:lnTo>
                    <a:pt x="1801380" y="762"/>
                  </a:lnTo>
                  <a:lnTo>
                    <a:pt x="1801380" y="1231"/>
                  </a:lnTo>
                  <a:lnTo>
                    <a:pt x="1687842" y="1168"/>
                  </a:lnTo>
                  <a:lnTo>
                    <a:pt x="1687842" y="762"/>
                  </a:lnTo>
                  <a:lnTo>
                    <a:pt x="1687728" y="504837"/>
                  </a:lnTo>
                  <a:lnTo>
                    <a:pt x="1574190" y="504761"/>
                  </a:lnTo>
                  <a:lnTo>
                    <a:pt x="1574088" y="426593"/>
                  </a:lnTo>
                  <a:lnTo>
                    <a:pt x="1574088" y="1010742"/>
                  </a:lnTo>
                  <a:lnTo>
                    <a:pt x="1465122" y="1010666"/>
                  </a:lnTo>
                  <a:lnTo>
                    <a:pt x="1464894" y="842010"/>
                  </a:lnTo>
                  <a:lnTo>
                    <a:pt x="1573860" y="842124"/>
                  </a:lnTo>
                  <a:lnTo>
                    <a:pt x="1574088" y="1010742"/>
                  </a:lnTo>
                  <a:lnTo>
                    <a:pt x="1574088" y="426593"/>
                  </a:lnTo>
                  <a:lnTo>
                    <a:pt x="1573974" y="338645"/>
                  </a:lnTo>
                  <a:lnTo>
                    <a:pt x="1687512" y="338721"/>
                  </a:lnTo>
                  <a:lnTo>
                    <a:pt x="1687728" y="504837"/>
                  </a:lnTo>
                  <a:lnTo>
                    <a:pt x="1687728" y="762"/>
                  </a:lnTo>
                  <a:lnTo>
                    <a:pt x="1687512" y="762"/>
                  </a:lnTo>
                  <a:lnTo>
                    <a:pt x="1687512" y="337959"/>
                  </a:lnTo>
                  <a:lnTo>
                    <a:pt x="1573974" y="337883"/>
                  </a:lnTo>
                  <a:lnTo>
                    <a:pt x="1573860" y="252539"/>
                  </a:lnTo>
                  <a:lnTo>
                    <a:pt x="1573860" y="841362"/>
                  </a:lnTo>
                  <a:lnTo>
                    <a:pt x="1464894" y="841248"/>
                  </a:lnTo>
                  <a:lnTo>
                    <a:pt x="1464678" y="675373"/>
                  </a:lnTo>
                  <a:lnTo>
                    <a:pt x="1573644" y="675449"/>
                  </a:lnTo>
                  <a:lnTo>
                    <a:pt x="1573860" y="841362"/>
                  </a:lnTo>
                  <a:lnTo>
                    <a:pt x="1573860" y="252539"/>
                  </a:lnTo>
                  <a:lnTo>
                    <a:pt x="1573745" y="167195"/>
                  </a:lnTo>
                  <a:lnTo>
                    <a:pt x="1687283" y="167271"/>
                  </a:lnTo>
                  <a:lnTo>
                    <a:pt x="1687512" y="337959"/>
                  </a:lnTo>
                  <a:lnTo>
                    <a:pt x="1687512" y="762"/>
                  </a:lnTo>
                  <a:lnTo>
                    <a:pt x="1687283" y="762"/>
                  </a:lnTo>
                  <a:lnTo>
                    <a:pt x="1687283" y="166509"/>
                  </a:lnTo>
                  <a:lnTo>
                    <a:pt x="1573745" y="166433"/>
                  </a:lnTo>
                  <a:lnTo>
                    <a:pt x="1573644" y="84150"/>
                  </a:lnTo>
                  <a:lnTo>
                    <a:pt x="1573644" y="674687"/>
                  </a:lnTo>
                  <a:lnTo>
                    <a:pt x="1464678" y="674611"/>
                  </a:lnTo>
                  <a:lnTo>
                    <a:pt x="1464462" y="505447"/>
                  </a:lnTo>
                  <a:lnTo>
                    <a:pt x="1573428" y="505523"/>
                  </a:lnTo>
                  <a:lnTo>
                    <a:pt x="1573644" y="674687"/>
                  </a:lnTo>
                  <a:lnTo>
                    <a:pt x="1573644" y="84150"/>
                  </a:lnTo>
                  <a:lnTo>
                    <a:pt x="1573542" y="1854"/>
                  </a:lnTo>
                  <a:lnTo>
                    <a:pt x="1687080" y="1930"/>
                  </a:lnTo>
                  <a:lnTo>
                    <a:pt x="1687283" y="166509"/>
                  </a:lnTo>
                  <a:lnTo>
                    <a:pt x="1687283" y="762"/>
                  </a:lnTo>
                  <a:lnTo>
                    <a:pt x="1687080" y="762"/>
                  </a:lnTo>
                  <a:lnTo>
                    <a:pt x="1687080" y="1155"/>
                  </a:lnTo>
                  <a:lnTo>
                    <a:pt x="1573542" y="1079"/>
                  </a:lnTo>
                  <a:lnTo>
                    <a:pt x="1573542" y="762"/>
                  </a:lnTo>
                  <a:lnTo>
                    <a:pt x="1573428" y="504761"/>
                  </a:lnTo>
                  <a:lnTo>
                    <a:pt x="1464462" y="504685"/>
                  </a:lnTo>
                  <a:lnTo>
                    <a:pt x="1464360" y="426516"/>
                  </a:lnTo>
                  <a:lnTo>
                    <a:pt x="1464360" y="1010666"/>
                  </a:lnTo>
                  <a:lnTo>
                    <a:pt x="1350810" y="1010589"/>
                  </a:lnTo>
                  <a:lnTo>
                    <a:pt x="1350594" y="841895"/>
                  </a:lnTo>
                  <a:lnTo>
                    <a:pt x="1464132" y="842010"/>
                  </a:lnTo>
                  <a:lnTo>
                    <a:pt x="1464360" y="1010666"/>
                  </a:lnTo>
                  <a:lnTo>
                    <a:pt x="1464360" y="426516"/>
                  </a:lnTo>
                  <a:lnTo>
                    <a:pt x="1464246" y="338569"/>
                  </a:lnTo>
                  <a:lnTo>
                    <a:pt x="1573212" y="338645"/>
                  </a:lnTo>
                  <a:lnTo>
                    <a:pt x="1573428" y="504761"/>
                  </a:lnTo>
                  <a:lnTo>
                    <a:pt x="1573428" y="762"/>
                  </a:lnTo>
                  <a:lnTo>
                    <a:pt x="1573212" y="762"/>
                  </a:lnTo>
                  <a:lnTo>
                    <a:pt x="1573212" y="337883"/>
                  </a:lnTo>
                  <a:lnTo>
                    <a:pt x="1464246" y="337807"/>
                  </a:lnTo>
                  <a:lnTo>
                    <a:pt x="1464132" y="252463"/>
                  </a:lnTo>
                  <a:lnTo>
                    <a:pt x="1464132" y="841248"/>
                  </a:lnTo>
                  <a:lnTo>
                    <a:pt x="1350594" y="841133"/>
                  </a:lnTo>
                  <a:lnTo>
                    <a:pt x="1350378" y="675297"/>
                  </a:lnTo>
                  <a:lnTo>
                    <a:pt x="1463916" y="675373"/>
                  </a:lnTo>
                  <a:lnTo>
                    <a:pt x="1464132" y="841248"/>
                  </a:lnTo>
                  <a:lnTo>
                    <a:pt x="1464132" y="252463"/>
                  </a:lnTo>
                  <a:lnTo>
                    <a:pt x="1464017" y="167119"/>
                  </a:lnTo>
                  <a:lnTo>
                    <a:pt x="1572983" y="167195"/>
                  </a:lnTo>
                  <a:lnTo>
                    <a:pt x="1573212" y="337883"/>
                  </a:lnTo>
                  <a:lnTo>
                    <a:pt x="1573212" y="762"/>
                  </a:lnTo>
                  <a:lnTo>
                    <a:pt x="1572983" y="762"/>
                  </a:lnTo>
                  <a:lnTo>
                    <a:pt x="1572983" y="166433"/>
                  </a:lnTo>
                  <a:lnTo>
                    <a:pt x="1464017" y="166357"/>
                  </a:lnTo>
                  <a:lnTo>
                    <a:pt x="1463916" y="84074"/>
                  </a:lnTo>
                  <a:lnTo>
                    <a:pt x="1463916" y="674611"/>
                  </a:lnTo>
                  <a:lnTo>
                    <a:pt x="1350378" y="674535"/>
                  </a:lnTo>
                  <a:lnTo>
                    <a:pt x="1350162" y="505371"/>
                  </a:lnTo>
                  <a:lnTo>
                    <a:pt x="1463700" y="505447"/>
                  </a:lnTo>
                  <a:lnTo>
                    <a:pt x="1463916" y="674611"/>
                  </a:lnTo>
                  <a:lnTo>
                    <a:pt x="1463916" y="84074"/>
                  </a:lnTo>
                  <a:lnTo>
                    <a:pt x="1463814" y="1778"/>
                  </a:lnTo>
                  <a:lnTo>
                    <a:pt x="1572780" y="1854"/>
                  </a:lnTo>
                  <a:lnTo>
                    <a:pt x="1572983" y="166433"/>
                  </a:lnTo>
                  <a:lnTo>
                    <a:pt x="1572983" y="762"/>
                  </a:lnTo>
                  <a:lnTo>
                    <a:pt x="1572780" y="762"/>
                  </a:lnTo>
                  <a:lnTo>
                    <a:pt x="1572780" y="1079"/>
                  </a:lnTo>
                  <a:lnTo>
                    <a:pt x="1463814" y="1003"/>
                  </a:lnTo>
                  <a:lnTo>
                    <a:pt x="1463814" y="762"/>
                  </a:lnTo>
                  <a:lnTo>
                    <a:pt x="1463700" y="504685"/>
                  </a:lnTo>
                  <a:lnTo>
                    <a:pt x="1350162" y="504609"/>
                  </a:lnTo>
                  <a:lnTo>
                    <a:pt x="1350048" y="416674"/>
                  </a:lnTo>
                  <a:lnTo>
                    <a:pt x="1350048" y="1010589"/>
                  </a:lnTo>
                  <a:lnTo>
                    <a:pt x="1241844" y="1010513"/>
                  </a:lnTo>
                  <a:lnTo>
                    <a:pt x="1241628" y="841781"/>
                  </a:lnTo>
                  <a:lnTo>
                    <a:pt x="1349832" y="841895"/>
                  </a:lnTo>
                  <a:lnTo>
                    <a:pt x="1350048" y="1010589"/>
                  </a:lnTo>
                  <a:lnTo>
                    <a:pt x="1350048" y="416674"/>
                  </a:lnTo>
                  <a:lnTo>
                    <a:pt x="1349946" y="338493"/>
                  </a:lnTo>
                  <a:lnTo>
                    <a:pt x="1463484" y="338569"/>
                  </a:lnTo>
                  <a:lnTo>
                    <a:pt x="1463700" y="504685"/>
                  </a:lnTo>
                  <a:lnTo>
                    <a:pt x="1463700" y="762"/>
                  </a:lnTo>
                  <a:lnTo>
                    <a:pt x="1463484" y="762"/>
                  </a:lnTo>
                  <a:lnTo>
                    <a:pt x="1463484" y="337807"/>
                  </a:lnTo>
                  <a:lnTo>
                    <a:pt x="1349946" y="337731"/>
                  </a:lnTo>
                  <a:lnTo>
                    <a:pt x="1349832" y="252387"/>
                  </a:lnTo>
                  <a:lnTo>
                    <a:pt x="1349832" y="841133"/>
                  </a:lnTo>
                  <a:lnTo>
                    <a:pt x="1241628" y="841019"/>
                  </a:lnTo>
                  <a:lnTo>
                    <a:pt x="1241412" y="675220"/>
                  </a:lnTo>
                  <a:lnTo>
                    <a:pt x="1349616" y="675297"/>
                  </a:lnTo>
                  <a:lnTo>
                    <a:pt x="1349832" y="841133"/>
                  </a:lnTo>
                  <a:lnTo>
                    <a:pt x="1349832" y="252387"/>
                  </a:lnTo>
                  <a:lnTo>
                    <a:pt x="1349717" y="167043"/>
                  </a:lnTo>
                  <a:lnTo>
                    <a:pt x="1463255" y="167119"/>
                  </a:lnTo>
                  <a:lnTo>
                    <a:pt x="1463484" y="337807"/>
                  </a:lnTo>
                  <a:lnTo>
                    <a:pt x="1463484" y="762"/>
                  </a:lnTo>
                  <a:lnTo>
                    <a:pt x="1463255" y="762"/>
                  </a:lnTo>
                  <a:lnTo>
                    <a:pt x="1463255" y="166357"/>
                  </a:lnTo>
                  <a:lnTo>
                    <a:pt x="1349717" y="166281"/>
                  </a:lnTo>
                  <a:lnTo>
                    <a:pt x="1349616" y="83997"/>
                  </a:lnTo>
                  <a:lnTo>
                    <a:pt x="1349616" y="674535"/>
                  </a:lnTo>
                  <a:lnTo>
                    <a:pt x="1241412" y="674458"/>
                  </a:lnTo>
                  <a:lnTo>
                    <a:pt x="1241196" y="505294"/>
                  </a:lnTo>
                  <a:lnTo>
                    <a:pt x="1349400" y="505371"/>
                  </a:lnTo>
                  <a:lnTo>
                    <a:pt x="1349616" y="674535"/>
                  </a:lnTo>
                  <a:lnTo>
                    <a:pt x="1349616" y="83997"/>
                  </a:lnTo>
                  <a:lnTo>
                    <a:pt x="1349514" y="1701"/>
                  </a:lnTo>
                  <a:lnTo>
                    <a:pt x="1463052" y="1778"/>
                  </a:lnTo>
                  <a:lnTo>
                    <a:pt x="1463255" y="166357"/>
                  </a:lnTo>
                  <a:lnTo>
                    <a:pt x="1463255" y="762"/>
                  </a:lnTo>
                  <a:lnTo>
                    <a:pt x="1463052" y="762"/>
                  </a:lnTo>
                  <a:lnTo>
                    <a:pt x="1463052" y="1003"/>
                  </a:lnTo>
                  <a:lnTo>
                    <a:pt x="1349514" y="927"/>
                  </a:lnTo>
                  <a:lnTo>
                    <a:pt x="1349514" y="762"/>
                  </a:lnTo>
                  <a:lnTo>
                    <a:pt x="1349400" y="504609"/>
                  </a:lnTo>
                  <a:lnTo>
                    <a:pt x="1241196" y="504532"/>
                  </a:lnTo>
                  <a:lnTo>
                    <a:pt x="1241082" y="416598"/>
                  </a:lnTo>
                  <a:lnTo>
                    <a:pt x="1241082" y="1010513"/>
                  </a:lnTo>
                  <a:lnTo>
                    <a:pt x="1127544" y="1010450"/>
                  </a:lnTo>
                  <a:lnTo>
                    <a:pt x="1127328" y="841679"/>
                  </a:lnTo>
                  <a:lnTo>
                    <a:pt x="1240866" y="841781"/>
                  </a:lnTo>
                  <a:lnTo>
                    <a:pt x="1241082" y="1010513"/>
                  </a:lnTo>
                  <a:lnTo>
                    <a:pt x="1241082" y="416598"/>
                  </a:lnTo>
                  <a:lnTo>
                    <a:pt x="1240980" y="338416"/>
                  </a:lnTo>
                  <a:lnTo>
                    <a:pt x="1349184" y="338493"/>
                  </a:lnTo>
                  <a:lnTo>
                    <a:pt x="1349400" y="504609"/>
                  </a:lnTo>
                  <a:lnTo>
                    <a:pt x="1349400" y="762"/>
                  </a:lnTo>
                  <a:lnTo>
                    <a:pt x="1349184" y="762"/>
                  </a:lnTo>
                  <a:lnTo>
                    <a:pt x="1349184" y="337731"/>
                  </a:lnTo>
                  <a:lnTo>
                    <a:pt x="1240980" y="337654"/>
                  </a:lnTo>
                  <a:lnTo>
                    <a:pt x="1240866" y="252310"/>
                  </a:lnTo>
                  <a:lnTo>
                    <a:pt x="1240866" y="841019"/>
                  </a:lnTo>
                  <a:lnTo>
                    <a:pt x="1127328" y="840917"/>
                  </a:lnTo>
                  <a:lnTo>
                    <a:pt x="1127112" y="675157"/>
                  </a:lnTo>
                  <a:lnTo>
                    <a:pt x="1240650" y="675220"/>
                  </a:lnTo>
                  <a:lnTo>
                    <a:pt x="1240866" y="841019"/>
                  </a:lnTo>
                  <a:lnTo>
                    <a:pt x="1240866" y="252310"/>
                  </a:lnTo>
                  <a:lnTo>
                    <a:pt x="1240751" y="166966"/>
                  </a:lnTo>
                  <a:lnTo>
                    <a:pt x="1348955" y="167043"/>
                  </a:lnTo>
                  <a:lnTo>
                    <a:pt x="1349184" y="337731"/>
                  </a:lnTo>
                  <a:lnTo>
                    <a:pt x="1349184" y="762"/>
                  </a:lnTo>
                  <a:lnTo>
                    <a:pt x="1348955" y="762"/>
                  </a:lnTo>
                  <a:lnTo>
                    <a:pt x="1348955" y="166281"/>
                  </a:lnTo>
                  <a:lnTo>
                    <a:pt x="1240751" y="166204"/>
                  </a:lnTo>
                  <a:lnTo>
                    <a:pt x="1240650" y="83921"/>
                  </a:lnTo>
                  <a:lnTo>
                    <a:pt x="1240650" y="674458"/>
                  </a:lnTo>
                  <a:lnTo>
                    <a:pt x="1127112" y="674395"/>
                  </a:lnTo>
                  <a:lnTo>
                    <a:pt x="1126896" y="505231"/>
                  </a:lnTo>
                  <a:lnTo>
                    <a:pt x="1240434" y="505294"/>
                  </a:lnTo>
                  <a:lnTo>
                    <a:pt x="1240650" y="674458"/>
                  </a:lnTo>
                  <a:lnTo>
                    <a:pt x="1240650" y="83921"/>
                  </a:lnTo>
                  <a:lnTo>
                    <a:pt x="1240548" y="1625"/>
                  </a:lnTo>
                  <a:lnTo>
                    <a:pt x="1348752" y="1701"/>
                  </a:lnTo>
                  <a:lnTo>
                    <a:pt x="1348955" y="166281"/>
                  </a:lnTo>
                  <a:lnTo>
                    <a:pt x="1348955" y="762"/>
                  </a:lnTo>
                  <a:lnTo>
                    <a:pt x="1348752" y="762"/>
                  </a:lnTo>
                  <a:lnTo>
                    <a:pt x="1348752" y="927"/>
                  </a:lnTo>
                  <a:lnTo>
                    <a:pt x="1240548" y="850"/>
                  </a:lnTo>
                  <a:lnTo>
                    <a:pt x="1240434" y="504532"/>
                  </a:lnTo>
                  <a:lnTo>
                    <a:pt x="1126896" y="504469"/>
                  </a:lnTo>
                  <a:lnTo>
                    <a:pt x="1126782" y="416534"/>
                  </a:lnTo>
                  <a:lnTo>
                    <a:pt x="1126782" y="1010437"/>
                  </a:lnTo>
                  <a:lnTo>
                    <a:pt x="1013244" y="1010361"/>
                  </a:lnTo>
                  <a:lnTo>
                    <a:pt x="1013028" y="841552"/>
                  </a:lnTo>
                  <a:lnTo>
                    <a:pt x="1126566" y="841667"/>
                  </a:lnTo>
                  <a:lnTo>
                    <a:pt x="1126782" y="1010437"/>
                  </a:lnTo>
                  <a:lnTo>
                    <a:pt x="1126782" y="416534"/>
                  </a:lnTo>
                  <a:lnTo>
                    <a:pt x="1126680" y="338353"/>
                  </a:lnTo>
                  <a:lnTo>
                    <a:pt x="1240218" y="338416"/>
                  </a:lnTo>
                  <a:lnTo>
                    <a:pt x="1240434" y="504532"/>
                  </a:lnTo>
                  <a:lnTo>
                    <a:pt x="1240434" y="762"/>
                  </a:lnTo>
                  <a:lnTo>
                    <a:pt x="1240218" y="762"/>
                  </a:lnTo>
                  <a:lnTo>
                    <a:pt x="1240218" y="337654"/>
                  </a:lnTo>
                  <a:lnTo>
                    <a:pt x="1126680" y="337591"/>
                  </a:lnTo>
                  <a:lnTo>
                    <a:pt x="1126566" y="252247"/>
                  </a:lnTo>
                  <a:lnTo>
                    <a:pt x="1126566" y="840905"/>
                  </a:lnTo>
                  <a:lnTo>
                    <a:pt x="1013028" y="840790"/>
                  </a:lnTo>
                  <a:lnTo>
                    <a:pt x="1012812" y="675068"/>
                  </a:lnTo>
                  <a:lnTo>
                    <a:pt x="1126350" y="675144"/>
                  </a:lnTo>
                  <a:lnTo>
                    <a:pt x="1126566" y="840905"/>
                  </a:lnTo>
                  <a:lnTo>
                    <a:pt x="1126566" y="252247"/>
                  </a:lnTo>
                  <a:lnTo>
                    <a:pt x="1126451" y="166903"/>
                  </a:lnTo>
                  <a:lnTo>
                    <a:pt x="1239989" y="166966"/>
                  </a:lnTo>
                  <a:lnTo>
                    <a:pt x="1240218" y="337654"/>
                  </a:lnTo>
                  <a:lnTo>
                    <a:pt x="1240218" y="762"/>
                  </a:lnTo>
                  <a:lnTo>
                    <a:pt x="1239989" y="762"/>
                  </a:lnTo>
                  <a:lnTo>
                    <a:pt x="1239989" y="166204"/>
                  </a:lnTo>
                  <a:lnTo>
                    <a:pt x="1126451" y="166141"/>
                  </a:lnTo>
                  <a:lnTo>
                    <a:pt x="1126350" y="83858"/>
                  </a:lnTo>
                  <a:lnTo>
                    <a:pt x="1126350" y="674382"/>
                  </a:lnTo>
                  <a:lnTo>
                    <a:pt x="1012812" y="674306"/>
                  </a:lnTo>
                  <a:lnTo>
                    <a:pt x="1012596" y="505142"/>
                  </a:lnTo>
                  <a:lnTo>
                    <a:pt x="1126134" y="505218"/>
                  </a:lnTo>
                  <a:lnTo>
                    <a:pt x="1126350" y="674382"/>
                  </a:lnTo>
                  <a:lnTo>
                    <a:pt x="1126350" y="83858"/>
                  </a:lnTo>
                  <a:lnTo>
                    <a:pt x="1126248" y="1562"/>
                  </a:lnTo>
                  <a:lnTo>
                    <a:pt x="1239786" y="1625"/>
                  </a:lnTo>
                  <a:lnTo>
                    <a:pt x="1239989" y="166204"/>
                  </a:lnTo>
                  <a:lnTo>
                    <a:pt x="1239989" y="762"/>
                  </a:lnTo>
                  <a:lnTo>
                    <a:pt x="1239786" y="762"/>
                  </a:lnTo>
                  <a:lnTo>
                    <a:pt x="1126248" y="774"/>
                  </a:lnTo>
                  <a:lnTo>
                    <a:pt x="1126134" y="504456"/>
                  </a:lnTo>
                  <a:lnTo>
                    <a:pt x="1012596" y="504380"/>
                  </a:lnTo>
                  <a:lnTo>
                    <a:pt x="1012482" y="416445"/>
                  </a:lnTo>
                  <a:lnTo>
                    <a:pt x="1012482" y="1010361"/>
                  </a:lnTo>
                  <a:lnTo>
                    <a:pt x="901992" y="1010285"/>
                  </a:lnTo>
                  <a:lnTo>
                    <a:pt x="901776" y="841438"/>
                  </a:lnTo>
                  <a:lnTo>
                    <a:pt x="1012266" y="841552"/>
                  </a:lnTo>
                  <a:lnTo>
                    <a:pt x="1012482" y="1010361"/>
                  </a:lnTo>
                  <a:lnTo>
                    <a:pt x="1012482" y="416445"/>
                  </a:lnTo>
                  <a:lnTo>
                    <a:pt x="1012380" y="338264"/>
                  </a:lnTo>
                  <a:lnTo>
                    <a:pt x="1125918" y="338340"/>
                  </a:lnTo>
                  <a:lnTo>
                    <a:pt x="1126134" y="504456"/>
                  </a:lnTo>
                  <a:lnTo>
                    <a:pt x="1126134" y="762"/>
                  </a:lnTo>
                  <a:lnTo>
                    <a:pt x="1125918" y="762"/>
                  </a:lnTo>
                  <a:lnTo>
                    <a:pt x="1125918" y="337578"/>
                  </a:lnTo>
                  <a:lnTo>
                    <a:pt x="1012380" y="337502"/>
                  </a:lnTo>
                  <a:lnTo>
                    <a:pt x="1012266" y="252158"/>
                  </a:lnTo>
                  <a:lnTo>
                    <a:pt x="1012266" y="840790"/>
                  </a:lnTo>
                  <a:lnTo>
                    <a:pt x="901776" y="840676"/>
                  </a:lnTo>
                  <a:lnTo>
                    <a:pt x="901560" y="674992"/>
                  </a:lnTo>
                  <a:lnTo>
                    <a:pt x="1012050" y="675068"/>
                  </a:lnTo>
                  <a:lnTo>
                    <a:pt x="1012266" y="840790"/>
                  </a:lnTo>
                  <a:lnTo>
                    <a:pt x="1012266" y="252158"/>
                  </a:lnTo>
                  <a:lnTo>
                    <a:pt x="1012151" y="166814"/>
                  </a:lnTo>
                  <a:lnTo>
                    <a:pt x="1125689" y="166890"/>
                  </a:lnTo>
                  <a:lnTo>
                    <a:pt x="1125918" y="337578"/>
                  </a:lnTo>
                  <a:lnTo>
                    <a:pt x="1125918" y="762"/>
                  </a:lnTo>
                  <a:lnTo>
                    <a:pt x="1125689" y="762"/>
                  </a:lnTo>
                  <a:lnTo>
                    <a:pt x="1125689" y="166128"/>
                  </a:lnTo>
                  <a:lnTo>
                    <a:pt x="1012151" y="166052"/>
                  </a:lnTo>
                  <a:lnTo>
                    <a:pt x="1012050" y="83769"/>
                  </a:lnTo>
                  <a:lnTo>
                    <a:pt x="1012050" y="674306"/>
                  </a:lnTo>
                  <a:lnTo>
                    <a:pt x="901560" y="674230"/>
                  </a:lnTo>
                  <a:lnTo>
                    <a:pt x="901344" y="505066"/>
                  </a:lnTo>
                  <a:lnTo>
                    <a:pt x="1011834" y="505142"/>
                  </a:lnTo>
                  <a:lnTo>
                    <a:pt x="1012050" y="674306"/>
                  </a:lnTo>
                  <a:lnTo>
                    <a:pt x="1012050" y="83769"/>
                  </a:lnTo>
                  <a:lnTo>
                    <a:pt x="1011948" y="1473"/>
                  </a:lnTo>
                  <a:lnTo>
                    <a:pt x="1125486" y="1549"/>
                  </a:lnTo>
                  <a:lnTo>
                    <a:pt x="1125689" y="166128"/>
                  </a:lnTo>
                  <a:lnTo>
                    <a:pt x="1125689" y="762"/>
                  </a:lnTo>
                  <a:lnTo>
                    <a:pt x="1125486" y="762"/>
                  </a:lnTo>
                  <a:lnTo>
                    <a:pt x="1011834" y="698"/>
                  </a:lnTo>
                  <a:lnTo>
                    <a:pt x="1011834" y="504380"/>
                  </a:lnTo>
                  <a:lnTo>
                    <a:pt x="901344" y="504304"/>
                  </a:lnTo>
                  <a:lnTo>
                    <a:pt x="901230" y="416369"/>
                  </a:lnTo>
                  <a:lnTo>
                    <a:pt x="901230" y="1010285"/>
                  </a:lnTo>
                  <a:lnTo>
                    <a:pt x="787692" y="1010208"/>
                  </a:lnTo>
                  <a:lnTo>
                    <a:pt x="787476" y="841324"/>
                  </a:lnTo>
                  <a:lnTo>
                    <a:pt x="901014" y="841438"/>
                  </a:lnTo>
                  <a:lnTo>
                    <a:pt x="901230" y="1010285"/>
                  </a:lnTo>
                  <a:lnTo>
                    <a:pt x="901230" y="416369"/>
                  </a:lnTo>
                  <a:lnTo>
                    <a:pt x="901128" y="338188"/>
                  </a:lnTo>
                  <a:lnTo>
                    <a:pt x="1011618" y="338264"/>
                  </a:lnTo>
                  <a:lnTo>
                    <a:pt x="1011834" y="504380"/>
                  </a:lnTo>
                  <a:lnTo>
                    <a:pt x="1011834" y="698"/>
                  </a:lnTo>
                  <a:lnTo>
                    <a:pt x="1011618" y="698"/>
                  </a:lnTo>
                  <a:lnTo>
                    <a:pt x="1011618" y="337502"/>
                  </a:lnTo>
                  <a:lnTo>
                    <a:pt x="901128" y="337426"/>
                  </a:lnTo>
                  <a:lnTo>
                    <a:pt x="901014" y="252082"/>
                  </a:lnTo>
                  <a:lnTo>
                    <a:pt x="901014" y="840676"/>
                  </a:lnTo>
                  <a:lnTo>
                    <a:pt x="787476" y="840562"/>
                  </a:lnTo>
                  <a:lnTo>
                    <a:pt x="787260" y="674916"/>
                  </a:lnTo>
                  <a:lnTo>
                    <a:pt x="900798" y="674992"/>
                  </a:lnTo>
                  <a:lnTo>
                    <a:pt x="901014" y="840676"/>
                  </a:lnTo>
                  <a:lnTo>
                    <a:pt x="901014" y="252082"/>
                  </a:lnTo>
                  <a:lnTo>
                    <a:pt x="900899" y="166738"/>
                  </a:lnTo>
                  <a:lnTo>
                    <a:pt x="1011389" y="166814"/>
                  </a:lnTo>
                  <a:lnTo>
                    <a:pt x="1011618" y="337502"/>
                  </a:lnTo>
                  <a:lnTo>
                    <a:pt x="1011618" y="698"/>
                  </a:lnTo>
                  <a:lnTo>
                    <a:pt x="1011389" y="698"/>
                  </a:lnTo>
                  <a:lnTo>
                    <a:pt x="1011389" y="166052"/>
                  </a:lnTo>
                  <a:lnTo>
                    <a:pt x="900899" y="165976"/>
                  </a:lnTo>
                  <a:lnTo>
                    <a:pt x="900798" y="83693"/>
                  </a:lnTo>
                  <a:lnTo>
                    <a:pt x="900798" y="674230"/>
                  </a:lnTo>
                  <a:lnTo>
                    <a:pt x="787260" y="674154"/>
                  </a:lnTo>
                  <a:lnTo>
                    <a:pt x="787044" y="504990"/>
                  </a:lnTo>
                  <a:lnTo>
                    <a:pt x="900582" y="505066"/>
                  </a:lnTo>
                  <a:lnTo>
                    <a:pt x="900798" y="674230"/>
                  </a:lnTo>
                  <a:lnTo>
                    <a:pt x="900798" y="83693"/>
                  </a:lnTo>
                  <a:lnTo>
                    <a:pt x="900696" y="1397"/>
                  </a:lnTo>
                  <a:lnTo>
                    <a:pt x="1011186" y="1473"/>
                  </a:lnTo>
                  <a:lnTo>
                    <a:pt x="1011389" y="166052"/>
                  </a:lnTo>
                  <a:lnTo>
                    <a:pt x="1011389" y="698"/>
                  </a:lnTo>
                  <a:lnTo>
                    <a:pt x="900582" y="622"/>
                  </a:lnTo>
                  <a:lnTo>
                    <a:pt x="900582" y="504304"/>
                  </a:lnTo>
                  <a:lnTo>
                    <a:pt x="787044" y="504228"/>
                  </a:lnTo>
                  <a:lnTo>
                    <a:pt x="786930" y="416293"/>
                  </a:lnTo>
                  <a:lnTo>
                    <a:pt x="786930" y="1010208"/>
                  </a:lnTo>
                  <a:lnTo>
                    <a:pt x="677951" y="1010132"/>
                  </a:lnTo>
                  <a:lnTo>
                    <a:pt x="677735" y="841209"/>
                  </a:lnTo>
                  <a:lnTo>
                    <a:pt x="786714" y="841324"/>
                  </a:lnTo>
                  <a:lnTo>
                    <a:pt x="786930" y="1010208"/>
                  </a:lnTo>
                  <a:lnTo>
                    <a:pt x="786930" y="416293"/>
                  </a:lnTo>
                  <a:lnTo>
                    <a:pt x="786828" y="338112"/>
                  </a:lnTo>
                  <a:lnTo>
                    <a:pt x="900366" y="338188"/>
                  </a:lnTo>
                  <a:lnTo>
                    <a:pt x="900582" y="504304"/>
                  </a:lnTo>
                  <a:lnTo>
                    <a:pt x="900582" y="622"/>
                  </a:lnTo>
                  <a:lnTo>
                    <a:pt x="900366" y="622"/>
                  </a:lnTo>
                  <a:lnTo>
                    <a:pt x="900366" y="337426"/>
                  </a:lnTo>
                  <a:lnTo>
                    <a:pt x="786828" y="337350"/>
                  </a:lnTo>
                  <a:lnTo>
                    <a:pt x="786714" y="252006"/>
                  </a:lnTo>
                  <a:lnTo>
                    <a:pt x="786714" y="840562"/>
                  </a:lnTo>
                  <a:lnTo>
                    <a:pt x="677735" y="840447"/>
                  </a:lnTo>
                  <a:lnTo>
                    <a:pt x="677519" y="674839"/>
                  </a:lnTo>
                  <a:lnTo>
                    <a:pt x="786498" y="674916"/>
                  </a:lnTo>
                  <a:lnTo>
                    <a:pt x="786714" y="840562"/>
                  </a:lnTo>
                  <a:lnTo>
                    <a:pt x="786714" y="252006"/>
                  </a:lnTo>
                  <a:lnTo>
                    <a:pt x="786599" y="166662"/>
                  </a:lnTo>
                  <a:lnTo>
                    <a:pt x="900137" y="166738"/>
                  </a:lnTo>
                  <a:lnTo>
                    <a:pt x="900366" y="337426"/>
                  </a:lnTo>
                  <a:lnTo>
                    <a:pt x="900366" y="622"/>
                  </a:lnTo>
                  <a:lnTo>
                    <a:pt x="900137" y="622"/>
                  </a:lnTo>
                  <a:lnTo>
                    <a:pt x="900137" y="165976"/>
                  </a:lnTo>
                  <a:lnTo>
                    <a:pt x="786599" y="165900"/>
                  </a:lnTo>
                  <a:lnTo>
                    <a:pt x="786498" y="83616"/>
                  </a:lnTo>
                  <a:lnTo>
                    <a:pt x="786498" y="674154"/>
                  </a:lnTo>
                  <a:lnTo>
                    <a:pt x="677519" y="674077"/>
                  </a:lnTo>
                  <a:lnTo>
                    <a:pt x="677303" y="504913"/>
                  </a:lnTo>
                  <a:lnTo>
                    <a:pt x="786282" y="504990"/>
                  </a:lnTo>
                  <a:lnTo>
                    <a:pt x="786498" y="674154"/>
                  </a:lnTo>
                  <a:lnTo>
                    <a:pt x="786498" y="83616"/>
                  </a:lnTo>
                  <a:lnTo>
                    <a:pt x="786396" y="1320"/>
                  </a:lnTo>
                  <a:lnTo>
                    <a:pt x="899934" y="1397"/>
                  </a:lnTo>
                  <a:lnTo>
                    <a:pt x="900137" y="165976"/>
                  </a:lnTo>
                  <a:lnTo>
                    <a:pt x="900137" y="622"/>
                  </a:lnTo>
                  <a:lnTo>
                    <a:pt x="786282" y="546"/>
                  </a:lnTo>
                  <a:lnTo>
                    <a:pt x="786282" y="504228"/>
                  </a:lnTo>
                  <a:lnTo>
                    <a:pt x="677303" y="504151"/>
                  </a:lnTo>
                  <a:lnTo>
                    <a:pt x="677189" y="416217"/>
                  </a:lnTo>
                  <a:lnTo>
                    <a:pt x="677189" y="1010132"/>
                  </a:lnTo>
                  <a:lnTo>
                    <a:pt x="563651" y="1010069"/>
                  </a:lnTo>
                  <a:lnTo>
                    <a:pt x="563435" y="841095"/>
                  </a:lnTo>
                  <a:lnTo>
                    <a:pt x="676973" y="841197"/>
                  </a:lnTo>
                  <a:lnTo>
                    <a:pt x="677189" y="1010132"/>
                  </a:lnTo>
                  <a:lnTo>
                    <a:pt x="677189" y="416217"/>
                  </a:lnTo>
                  <a:lnTo>
                    <a:pt x="677087" y="338035"/>
                  </a:lnTo>
                  <a:lnTo>
                    <a:pt x="786066" y="338112"/>
                  </a:lnTo>
                  <a:lnTo>
                    <a:pt x="786282" y="504228"/>
                  </a:lnTo>
                  <a:lnTo>
                    <a:pt x="786282" y="546"/>
                  </a:lnTo>
                  <a:lnTo>
                    <a:pt x="786066" y="546"/>
                  </a:lnTo>
                  <a:lnTo>
                    <a:pt x="786066" y="337350"/>
                  </a:lnTo>
                  <a:lnTo>
                    <a:pt x="677087" y="337273"/>
                  </a:lnTo>
                  <a:lnTo>
                    <a:pt x="676973" y="251929"/>
                  </a:lnTo>
                  <a:lnTo>
                    <a:pt x="676973" y="840435"/>
                  </a:lnTo>
                  <a:lnTo>
                    <a:pt x="563435" y="840333"/>
                  </a:lnTo>
                  <a:lnTo>
                    <a:pt x="563219" y="674776"/>
                  </a:lnTo>
                  <a:lnTo>
                    <a:pt x="676757" y="674839"/>
                  </a:lnTo>
                  <a:lnTo>
                    <a:pt x="676973" y="840435"/>
                  </a:lnTo>
                  <a:lnTo>
                    <a:pt x="676973" y="251929"/>
                  </a:lnTo>
                  <a:lnTo>
                    <a:pt x="676859" y="166585"/>
                  </a:lnTo>
                  <a:lnTo>
                    <a:pt x="785837" y="166662"/>
                  </a:lnTo>
                  <a:lnTo>
                    <a:pt x="786066" y="337350"/>
                  </a:lnTo>
                  <a:lnTo>
                    <a:pt x="786066" y="546"/>
                  </a:lnTo>
                  <a:lnTo>
                    <a:pt x="785837" y="546"/>
                  </a:lnTo>
                  <a:lnTo>
                    <a:pt x="785837" y="165900"/>
                  </a:lnTo>
                  <a:lnTo>
                    <a:pt x="676859" y="165823"/>
                  </a:lnTo>
                  <a:lnTo>
                    <a:pt x="676757" y="83540"/>
                  </a:lnTo>
                  <a:lnTo>
                    <a:pt x="676757" y="674077"/>
                  </a:lnTo>
                  <a:lnTo>
                    <a:pt x="563219" y="674014"/>
                  </a:lnTo>
                  <a:lnTo>
                    <a:pt x="563003" y="504850"/>
                  </a:lnTo>
                  <a:lnTo>
                    <a:pt x="676541" y="504913"/>
                  </a:lnTo>
                  <a:lnTo>
                    <a:pt x="676757" y="674077"/>
                  </a:lnTo>
                  <a:lnTo>
                    <a:pt x="676757" y="83540"/>
                  </a:lnTo>
                  <a:lnTo>
                    <a:pt x="676656" y="1244"/>
                  </a:lnTo>
                  <a:lnTo>
                    <a:pt x="785634" y="1320"/>
                  </a:lnTo>
                  <a:lnTo>
                    <a:pt x="785837" y="165900"/>
                  </a:lnTo>
                  <a:lnTo>
                    <a:pt x="785837" y="546"/>
                  </a:lnTo>
                  <a:lnTo>
                    <a:pt x="676541" y="469"/>
                  </a:lnTo>
                  <a:lnTo>
                    <a:pt x="676541" y="504151"/>
                  </a:lnTo>
                  <a:lnTo>
                    <a:pt x="563003" y="504088"/>
                  </a:lnTo>
                  <a:lnTo>
                    <a:pt x="562889" y="416153"/>
                  </a:lnTo>
                  <a:lnTo>
                    <a:pt x="562889" y="1010056"/>
                  </a:lnTo>
                  <a:lnTo>
                    <a:pt x="449351" y="1009980"/>
                  </a:lnTo>
                  <a:lnTo>
                    <a:pt x="449135" y="840968"/>
                  </a:lnTo>
                  <a:lnTo>
                    <a:pt x="562673" y="841082"/>
                  </a:lnTo>
                  <a:lnTo>
                    <a:pt x="562889" y="1010056"/>
                  </a:lnTo>
                  <a:lnTo>
                    <a:pt x="562889" y="416153"/>
                  </a:lnTo>
                  <a:lnTo>
                    <a:pt x="562787" y="337972"/>
                  </a:lnTo>
                  <a:lnTo>
                    <a:pt x="676325" y="338035"/>
                  </a:lnTo>
                  <a:lnTo>
                    <a:pt x="676541" y="504151"/>
                  </a:lnTo>
                  <a:lnTo>
                    <a:pt x="676541" y="469"/>
                  </a:lnTo>
                  <a:lnTo>
                    <a:pt x="676325" y="469"/>
                  </a:lnTo>
                  <a:lnTo>
                    <a:pt x="676325" y="337273"/>
                  </a:lnTo>
                  <a:lnTo>
                    <a:pt x="562787" y="337210"/>
                  </a:lnTo>
                  <a:lnTo>
                    <a:pt x="562673" y="251866"/>
                  </a:lnTo>
                  <a:lnTo>
                    <a:pt x="562673" y="840320"/>
                  </a:lnTo>
                  <a:lnTo>
                    <a:pt x="449135" y="840206"/>
                  </a:lnTo>
                  <a:lnTo>
                    <a:pt x="448919" y="674687"/>
                  </a:lnTo>
                  <a:lnTo>
                    <a:pt x="562457" y="674763"/>
                  </a:lnTo>
                  <a:lnTo>
                    <a:pt x="562673" y="840320"/>
                  </a:lnTo>
                  <a:lnTo>
                    <a:pt x="562673" y="251866"/>
                  </a:lnTo>
                  <a:lnTo>
                    <a:pt x="562559" y="166522"/>
                  </a:lnTo>
                  <a:lnTo>
                    <a:pt x="676097" y="166585"/>
                  </a:lnTo>
                  <a:lnTo>
                    <a:pt x="676325" y="337273"/>
                  </a:lnTo>
                  <a:lnTo>
                    <a:pt x="676325" y="469"/>
                  </a:lnTo>
                  <a:lnTo>
                    <a:pt x="676097" y="469"/>
                  </a:lnTo>
                  <a:lnTo>
                    <a:pt x="676097" y="165823"/>
                  </a:lnTo>
                  <a:lnTo>
                    <a:pt x="562559" y="165760"/>
                  </a:lnTo>
                  <a:lnTo>
                    <a:pt x="562457" y="83477"/>
                  </a:lnTo>
                  <a:lnTo>
                    <a:pt x="562457" y="674001"/>
                  </a:lnTo>
                  <a:lnTo>
                    <a:pt x="448919" y="673925"/>
                  </a:lnTo>
                  <a:lnTo>
                    <a:pt x="448703" y="504761"/>
                  </a:lnTo>
                  <a:lnTo>
                    <a:pt x="562241" y="504837"/>
                  </a:lnTo>
                  <a:lnTo>
                    <a:pt x="562457" y="674001"/>
                  </a:lnTo>
                  <a:lnTo>
                    <a:pt x="562457" y="83477"/>
                  </a:lnTo>
                  <a:lnTo>
                    <a:pt x="562356" y="1181"/>
                  </a:lnTo>
                  <a:lnTo>
                    <a:pt x="675894" y="1244"/>
                  </a:lnTo>
                  <a:lnTo>
                    <a:pt x="676097" y="165823"/>
                  </a:lnTo>
                  <a:lnTo>
                    <a:pt x="676097" y="469"/>
                  </a:lnTo>
                  <a:lnTo>
                    <a:pt x="562241" y="393"/>
                  </a:lnTo>
                  <a:lnTo>
                    <a:pt x="562241" y="504075"/>
                  </a:lnTo>
                  <a:lnTo>
                    <a:pt x="448703" y="503999"/>
                  </a:lnTo>
                  <a:lnTo>
                    <a:pt x="448589" y="416064"/>
                  </a:lnTo>
                  <a:lnTo>
                    <a:pt x="448589" y="1009980"/>
                  </a:lnTo>
                  <a:lnTo>
                    <a:pt x="339623" y="1009904"/>
                  </a:lnTo>
                  <a:lnTo>
                    <a:pt x="339407" y="840854"/>
                  </a:lnTo>
                  <a:lnTo>
                    <a:pt x="448373" y="840968"/>
                  </a:lnTo>
                  <a:lnTo>
                    <a:pt x="448589" y="1009980"/>
                  </a:lnTo>
                  <a:lnTo>
                    <a:pt x="448589" y="416064"/>
                  </a:lnTo>
                  <a:lnTo>
                    <a:pt x="448487" y="337883"/>
                  </a:lnTo>
                  <a:lnTo>
                    <a:pt x="562025" y="337959"/>
                  </a:lnTo>
                  <a:lnTo>
                    <a:pt x="562241" y="504075"/>
                  </a:lnTo>
                  <a:lnTo>
                    <a:pt x="562241" y="393"/>
                  </a:lnTo>
                  <a:lnTo>
                    <a:pt x="562025" y="393"/>
                  </a:lnTo>
                  <a:lnTo>
                    <a:pt x="562025" y="337197"/>
                  </a:lnTo>
                  <a:lnTo>
                    <a:pt x="448487" y="337121"/>
                  </a:lnTo>
                  <a:lnTo>
                    <a:pt x="448373" y="251777"/>
                  </a:lnTo>
                  <a:lnTo>
                    <a:pt x="448373" y="840206"/>
                  </a:lnTo>
                  <a:lnTo>
                    <a:pt x="339407" y="840092"/>
                  </a:lnTo>
                  <a:lnTo>
                    <a:pt x="339191" y="674611"/>
                  </a:lnTo>
                  <a:lnTo>
                    <a:pt x="448157" y="674687"/>
                  </a:lnTo>
                  <a:lnTo>
                    <a:pt x="448373" y="840206"/>
                  </a:lnTo>
                  <a:lnTo>
                    <a:pt x="448373" y="251777"/>
                  </a:lnTo>
                  <a:lnTo>
                    <a:pt x="448259" y="166433"/>
                  </a:lnTo>
                  <a:lnTo>
                    <a:pt x="561797" y="166509"/>
                  </a:lnTo>
                  <a:lnTo>
                    <a:pt x="562025" y="337197"/>
                  </a:lnTo>
                  <a:lnTo>
                    <a:pt x="562025" y="393"/>
                  </a:lnTo>
                  <a:lnTo>
                    <a:pt x="561797" y="393"/>
                  </a:lnTo>
                  <a:lnTo>
                    <a:pt x="561797" y="165747"/>
                  </a:lnTo>
                  <a:lnTo>
                    <a:pt x="448259" y="165671"/>
                  </a:lnTo>
                  <a:lnTo>
                    <a:pt x="448157" y="83388"/>
                  </a:lnTo>
                  <a:lnTo>
                    <a:pt x="448157" y="673925"/>
                  </a:lnTo>
                  <a:lnTo>
                    <a:pt x="339191" y="673849"/>
                  </a:lnTo>
                  <a:lnTo>
                    <a:pt x="338975" y="504685"/>
                  </a:lnTo>
                  <a:lnTo>
                    <a:pt x="447941" y="504761"/>
                  </a:lnTo>
                  <a:lnTo>
                    <a:pt x="448157" y="673925"/>
                  </a:lnTo>
                  <a:lnTo>
                    <a:pt x="448157" y="83388"/>
                  </a:lnTo>
                  <a:lnTo>
                    <a:pt x="448056" y="1092"/>
                  </a:lnTo>
                  <a:lnTo>
                    <a:pt x="561594" y="1168"/>
                  </a:lnTo>
                  <a:lnTo>
                    <a:pt x="561797" y="165747"/>
                  </a:lnTo>
                  <a:lnTo>
                    <a:pt x="561797" y="393"/>
                  </a:lnTo>
                  <a:lnTo>
                    <a:pt x="447941" y="317"/>
                  </a:lnTo>
                  <a:lnTo>
                    <a:pt x="447941" y="503999"/>
                  </a:lnTo>
                  <a:lnTo>
                    <a:pt x="338975" y="503923"/>
                  </a:lnTo>
                  <a:lnTo>
                    <a:pt x="338861" y="415988"/>
                  </a:lnTo>
                  <a:lnTo>
                    <a:pt x="338861" y="1009891"/>
                  </a:lnTo>
                  <a:lnTo>
                    <a:pt x="225323" y="1009815"/>
                  </a:lnTo>
                  <a:lnTo>
                    <a:pt x="225107" y="840727"/>
                  </a:lnTo>
                  <a:lnTo>
                    <a:pt x="338645" y="840854"/>
                  </a:lnTo>
                  <a:lnTo>
                    <a:pt x="338861" y="1009891"/>
                  </a:lnTo>
                  <a:lnTo>
                    <a:pt x="338861" y="415988"/>
                  </a:lnTo>
                  <a:lnTo>
                    <a:pt x="338759" y="337807"/>
                  </a:lnTo>
                  <a:lnTo>
                    <a:pt x="447725" y="337883"/>
                  </a:lnTo>
                  <a:lnTo>
                    <a:pt x="447941" y="503999"/>
                  </a:lnTo>
                  <a:lnTo>
                    <a:pt x="447941" y="317"/>
                  </a:lnTo>
                  <a:lnTo>
                    <a:pt x="447725" y="317"/>
                  </a:lnTo>
                  <a:lnTo>
                    <a:pt x="447725" y="337121"/>
                  </a:lnTo>
                  <a:lnTo>
                    <a:pt x="338759" y="337045"/>
                  </a:lnTo>
                  <a:lnTo>
                    <a:pt x="338645" y="251701"/>
                  </a:lnTo>
                  <a:lnTo>
                    <a:pt x="338645" y="840092"/>
                  </a:lnTo>
                  <a:lnTo>
                    <a:pt x="225107" y="839965"/>
                  </a:lnTo>
                  <a:lnTo>
                    <a:pt x="224891" y="674522"/>
                  </a:lnTo>
                  <a:lnTo>
                    <a:pt x="338429" y="674598"/>
                  </a:lnTo>
                  <a:lnTo>
                    <a:pt x="338645" y="840092"/>
                  </a:lnTo>
                  <a:lnTo>
                    <a:pt x="338645" y="251701"/>
                  </a:lnTo>
                  <a:lnTo>
                    <a:pt x="338531" y="166357"/>
                  </a:lnTo>
                  <a:lnTo>
                    <a:pt x="447497" y="166433"/>
                  </a:lnTo>
                  <a:lnTo>
                    <a:pt x="447725" y="337121"/>
                  </a:lnTo>
                  <a:lnTo>
                    <a:pt x="447725" y="317"/>
                  </a:lnTo>
                  <a:lnTo>
                    <a:pt x="447497" y="317"/>
                  </a:lnTo>
                  <a:lnTo>
                    <a:pt x="447497" y="165671"/>
                  </a:lnTo>
                  <a:lnTo>
                    <a:pt x="338531" y="165595"/>
                  </a:lnTo>
                  <a:lnTo>
                    <a:pt x="338429" y="83312"/>
                  </a:lnTo>
                  <a:lnTo>
                    <a:pt x="338429" y="673836"/>
                  </a:lnTo>
                  <a:lnTo>
                    <a:pt x="224891" y="673760"/>
                  </a:lnTo>
                  <a:lnTo>
                    <a:pt x="224675" y="504596"/>
                  </a:lnTo>
                  <a:lnTo>
                    <a:pt x="338213" y="504672"/>
                  </a:lnTo>
                  <a:lnTo>
                    <a:pt x="338429" y="673836"/>
                  </a:lnTo>
                  <a:lnTo>
                    <a:pt x="338429" y="83312"/>
                  </a:lnTo>
                  <a:lnTo>
                    <a:pt x="338328" y="1016"/>
                  </a:lnTo>
                  <a:lnTo>
                    <a:pt x="447294" y="1092"/>
                  </a:lnTo>
                  <a:lnTo>
                    <a:pt x="447497" y="165671"/>
                  </a:lnTo>
                  <a:lnTo>
                    <a:pt x="447497" y="317"/>
                  </a:lnTo>
                  <a:lnTo>
                    <a:pt x="338213" y="241"/>
                  </a:lnTo>
                  <a:lnTo>
                    <a:pt x="338213" y="503910"/>
                  </a:lnTo>
                  <a:lnTo>
                    <a:pt x="224675" y="503834"/>
                  </a:lnTo>
                  <a:lnTo>
                    <a:pt x="224561" y="415899"/>
                  </a:lnTo>
                  <a:lnTo>
                    <a:pt x="224561" y="1009815"/>
                  </a:lnTo>
                  <a:lnTo>
                    <a:pt x="116370" y="1009738"/>
                  </a:lnTo>
                  <a:lnTo>
                    <a:pt x="116154" y="840613"/>
                  </a:lnTo>
                  <a:lnTo>
                    <a:pt x="224345" y="840727"/>
                  </a:lnTo>
                  <a:lnTo>
                    <a:pt x="224561" y="1009815"/>
                  </a:lnTo>
                  <a:lnTo>
                    <a:pt x="224561" y="415899"/>
                  </a:lnTo>
                  <a:lnTo>
                    <a:pt x="224459" y="337718"/>
                  </a:lnTo>
                  <a:lnTo>
                    <a:pt x="337997" y="337794"/>
                  </a:lnTo>
                  <a:lnTo>
                    <a:pt x="338213" y="503910"/>
                  </a:lnTo>
                  <a:lnTo>
                    <a:pt x="338213" y="241"/>
                  </a:lnTo>
                  <a:lnTo>
                    <a:pt x="337997" y="241"/>
                  </a:lnTo>
                  <a:lnTo>
                    <a:pt x="337997" y="337032"/>
                  </a:lnTo>
                  <a:lnTo>
                    <a:pt x="224459" y="336956"/>
                  </a:lnTo>
                  <a:lnTo>
                    <a:pt x="224345" y="251612"/>
                  </a:lnTo>
                  <a:lnTo>
                    <a:pt x="224345" y="839965"/>
                  </a:lnTo>
                  <a:lnTo>
                    <a:pt x="116154" y="839851"/>
                  </a:lnTo>
                  <a:lnTo>
                    <a:pt x="115938" y="674446"/>
                  </a:lnTo>
                  <a:lnTo>
                    <a:pt x="224129" y="674522"/>
                  </a:lnTo>
                  <a:lnTo>
                    <a:pt x="224345" y="839965"/>
                  </a:lnTo>
                  <a:lnTo>
                    <a:pt x="224345" y="251612"/>
                  </a:lnTo>
                  <a:lnTo>
                    <a:pt x="224231" y="166268"/>
                  </a:lnTo>
                  <a:lnTo>
                    <a:pt x="337769" y="166344"/>
                  </a:lnTo>
                  <a:lnTo>
                    <a:pt x="337997" y="337032"/>
                  </a:lnTo>
                  <a:lnTo>
                    <a:pt x="337997" y="241"/>
                  </a:lnTo>
                  <a:lnTo>
                    <a:pt x="337769" y="241"/>
                  </a:lnTo>
                  <a:lnTo>
                    <a:pt x="337769" y="165582"/>
                  </a:lnTo>
                  <a:lnTo>
                    <a:pt x="224231" y="165506"/>
                  </a:lnTo>
                  <a:lnTo>
                    <a:pt x="224129" y="83223"/>
                  </a:lnTo>
                  <a:lnTo>
                    <a:pt x="224129" y="673760"/>
                  </a:lnTo>
                  <a:lnTo>
                    <a:pt x="115938" y="673684"/>
                  </a:lnTo>
                  <a:lnTo>
                    <a:pt x="115722" y="504520"/>
                  </a:lnTo>
                  <a:lnTo>
                    <a:pt x="223913" y="504596"/>
                  </a:lnTo>
                  <a:lnTo>
                    <a:pt x="224129" y="673760"/>
                  </a:lnTo>
                  <a:lnTo>
                    <a:pt x="224129" y="83223"/>
                  </a:lnTo>
                  <a:lnTo>
                    <a:pt x="224028" y="927"/>
                  </a:lnTo>
                  <a:lnTo>
                    <a:pt x="337566" y="1003"/>
                  </a:lnTo>
                  <a:lnTo>
                    <a:pt x="337769" y="165582"/>
                  </a:lnTo>
                  <a:lnTo>
                    <a:pt x="337769" y="241"/>
                  </a:lnTo>
                  <a:lnTo>
                    <a:pt x="223913" y="165"/>
                  </a:lnTo>
                  <a:lnTo>
                    <a:pt x="223913" y="503834"/>
                  </a:lnTo>
                  <a:lnTo>
                    <a:pt x="115722" y="503758"/>
                  </a:lnTo>
                  <a:lnTo>
                    <a:pt x="115506" y="337642"/>
                  </a:lnTo>
                  <a:lnTo>
                    <a:pt x="223697" y="337718"/>
                  </a:lnTo>
                  <a:lnTo>
                    <a:pt x="223913" y="503834"/>
                  </a:lnTo>
                  <a:lnTo>
                    <a:pt x="223913" y="165"/>
                  </a:lnTo>
                  <a:lnTo>
                    <a:pt x="223697" y="165"/>
                  </a:lnTo>
                  <a:lnTo>
                    <a:pt x="223697" y="336956"/>
                  </a:lnTo>
                  <a:lnTo>
                    <a:pt x="115506" y="336880"/>
                  </a:lnTo>
                  <a:lnTo>
                    <a:pt x="115277" y="166192"/>
                  </a:lnTo>
                  <a:lnTo>
                    <a:pt x="223469" y="166268"/>
                  </a:lnTo>
                  <a:lnTo>
                    <a:pt x="223697" y="336956"/>
                  </a:lnTo>
                  <a:lnTo>
                    <a:pt x="223697" y="165"/>
                  </a:lnTo>
                  <a:lnTo>
                    <a:pt x="223469" y="165"/>
                  </a:lnTo>
                  <a:lnTo>
                    <a:pt x="223469" y="165506"/>
                  </a:lnTo>
                  <a:lnTo>
                    <a:pt x="115277" y="165430"/>
                  </a:lnTo>
                  <a:lnTo>
                    <a:pt x="115074" y="850"/>
                  </a:lnTo>
                  <a:lnTo>
                    <a:pt x="223266" y="927"/>
                  </a:lnTo>
                  <a:lnTo>
                    <a:pt x="223469" y="165506"/>
                  </a:lnTo>
                  <a:lnTo>
                    <a:pt x="223469" y="165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114312" y="850"/>
                  </a:lnTo>
                  <a:lnTo>
                    <a:pt x="114515" y="165430"/>
                  </a:lnTo>
                  <a:lnTo>
                    <a:pt x="0" y="165341"/>
                  </a:lnTo>
                  <a:lnTo>
                    <a:pt x="0" y="166103"/>
                  </a:lnTo>
                  <a:lnTo>
                    <a:pt x="114515" y="166192"/>
                  </a:lnTo>
                  <a:lnTo>
                    <a:pt x="114744" y="336880"/>
                  </a:lnTo>
                  <a:lnTo>
                    <a:pt x="0" y="336791"/>
                  </a:lnTo>
                  <a:lnTo>
                    <a:pt x="0" y="337553"/>
                  </a:lnTo>
                  <a:lnTo>
                    <a:pt x="114744" y="337642"/>
                  </a:lnTo>
                  <a:lnTo>
                    <a:pt x="114960" y="503758"/>
                  </a:lnTo>
                  <a:lnTo>
                    <a:pt x="0" y="503669"/>
                  </a:lnTo>
                  <a:lnTo>
                    <a:pt x="0" y="504431"/>
                  </a:lnTo>
                  <a:lnTo>
                    <a:pt x="114960" y="504520"/>
                  </a:lnTo>
                  <a:lnTo>
                    <a:pt x="115176" y="673684"/>
                  </a:lnTo>
                  <a:lnTo>
                    <a:pt x="0" y="673595"/>
                  </a:lnTo>
                  <a:lnTo>
                    <a:pt x="0" y="674357"/>
                  </a:lnTo>
                  <a:lnTo>
                    <a:pt x="115176" y="674446"/>
                  </a:lnTo>
                  <a:lnTo>
                    <a:pt x="115392" y="839851"/>
                  </a:lnTo>
                  <a:lnTo>
                    <a:pt x="0" y="839724"/>
                  </a:lnTo>
                  <a:lnTo>
                    <a:pt x="0" y="840486"/>
                  </a:lnTo>
                  <a:lnTo>
                    <a:pt x="115392" y="840613"/>
                  </a:lnTo>
                  <a:lnTo>
                    <a:pt x="115608" y="1009738"/>
                  </a:lnTo>
                  <a:lnTo>
                    <a:pt x="0" y="1009650"/>
                  </a:lnTo>
                  <a:lnTo>
                    <a:pt x="0" y="1010412"/>
                  </a:lnTo>
                  <a:lnTo>
                    <a:pt x="115608" y="1010500"/>
                  </a:lnTo>
                  <a:lnTo>
                    <a:pt x="115836" y="1177290"/>
                  </a:lnTo>
                  <a:lnTo>
                    <a:pt x="116598" y="1177290"/>
                  </a:lnTo>
                  <a:lnTo>
                    <a:pt x="116370" y="1010500"/>
                  </a:lnTo>
                  <a:lnTo>
                    <a:pt x="224561" y="1010577"/>
                  </a:lnTo>
                  <a:lnTo>
                    <a:pt x="224790" y="1177290"/>
                  </a:lnTo>
                  <a:lnTo>
                    <a:pt x="225552" y="1177290"/>
                  </a:lnTo>
                  <a:lnTo>
                    <a:pt x="225323" y="1010577"/>
                  </a:lnTo>
                  <a:lnTo>
                    <a:pt x="338874" y="1010653"/>
                  </a:lnTo>
                  <a:lnTo>
                    <a:pt x="339090" y="1177290"/>
                  </a:lnTo>
                  <a:lnTo>
                    <a:pt x="339852" y="1177290"/>
                  </a:lnTo>
                  <a:lnTo>
                    <a:pt x="339636" y="1010666"/>
                  </a:lnTo>
                  <a:lnTo>
                    <a:pt x="448602" y="1010742"/>
                  </a:lnTo>
                  <a:lnTo>
                    <a:pt x="448818" y="1177290"/>
                  </a:lnTo>
                  <a:lnTo>
                    <a:pt x="449580" y="1177290"/>
                  </a:lnTo>
                  <a:lnTo>
                    <a:pt x="449364" y="1010742"/>
                  </a:lnTo>
                  <a:lnTo>
                    <a:pt x="562902" y="1010818"/>
                  </a:lnTo>
                  <a:lnTo>
                    <a:pt x="563118" y="1177290"/>
                  </a:lnTo>
                  <a:lnTo>
                    <a:pt x="563880" y="1177290"/>
                  </a:lnTo>
                  <a:lnTo>
                    <a:pt x="563664" y="1010831"/>
                  </a:lnTo>
                  <a:lnTo>
                    <a:pt x="677202" y="1010894"/>
                  </a:lnTo>
                  <a:lnTo>
                    <a:pt x="677418" y="1177290"/>
                  </a:lnTo>
                  <a:lnTo>
                    <a:pt x="678180" y="1177290"/>
                  </a:lnTo>
                  <a:lnTo>
                    <a:pt x="677964" y="1010894"/>
                  </a:lnTo>
                  <a:lnTo>
                    <a:pt x="786942" y="1010970"/>
                  </a:lnTo>
                  <a:lnTo>
                    <a:pt x="787158" y="1177290"/>
                  </a:lnTo>
                  <a:lnTo>
                    <a:pt x="787920" y="1177290"/>
                  </a:lnTo>
                  <a:lnTo>
                    <a:pt x="787704" y="1010970"/>
                  </a:lnTo>
                  <a:lnTo>
                    <a:pt x="901242" y="1011047"/>
                  </a:lnTo>
                  <a:lnTo>
                    <a:pt x="901458" y="1177290"/>
                  </a:lnTo>
                  <a:lnTo>
                    <a:pt x="902220" y="1177290"/>
                  </a:lnTo>
                  <a:lnTo>
                    <a:pt x="902004" y="1011047"/>
                  </a:lnTo>
                  <a:lnTo>
                    <a:pt x="1012494" y="1011123"/>
                  </a:lnTo>
                  <a:lnTo>
                    <a:pt x="1012710" y="1177290"/>
                  </a:lnTo>
                  <a:lnTo>
                    <a:pt x="1013472" y="1177290"/>
                  </a:lnTo>
                  <a:lnTo>
                    <a:pt x="1013256" y="1011123"/>
                  </a:lnTo>
                  <a:lnTo>
                    <a:pt x="1126794" y="1011199"/>
                  </a:lnTo>
                  <a:lnTo>
                    <a:pt x="1127010" y="1177290"/>
                  </a:lnTo>
                  <a:lnTo>
                    <a:pt x="1127772" y="1177290"/>
                  </a:lnTo>
                  <a:lnTo>
                    <a:pt x="1127556" y="1011212"/>
                  </a:lnTo>
                  <a:lnTo>
                    <a:pt x="1241094" y="1011275"/>
                  </a:lnTo>
                  <a:lnTo>
                    <a:pt x="1241310" y="1177290"/>
                  </a:lnTo>
                  <a:lnTo>
                    <a:pt x="1242072" y="1177290"/>
                  </a:lnTo>
                  <a:lnTo>
                    <a:pt x="1241856" y="1011275"/>
                  </a:lnTo>
                  <a:lnTo>
                    <a:pt x="1350060" y="1011351"/>
                  </a:lnTo>
                  <a:lnTo>
                    <a:pt x="1350276" y="1177290"/>
                  </a:lnTo>
                  <a:lnTo>
                    <a:pt x="1351038" y="1177290"/>
                  </a:lnTo>
                  <a:lnTo>
                    <a:pt x="1350822" y="1011351"/>
                  </a:lnTo>
                  <a:lnTo>
                    <a:pt x="1464360" y="1011428"/>
                  </a:lnTo>
                  <a:lnTo>
                    <a:pt x="1464576" y="1177290"/>
                  </a:lnTo>
                  <a:lnTo>
                    <a:pt x="1465338" y="1177290"/>
                  </a:lnTo>
                  <a:lnTo>
                    <a:pt x="1465122" y="1011428"/>
                  </a:lnTo>
                  <a:lnTo>
                    <a:pt x="1574088" y="1011504"/>
                  </a:lnTo>
                  <a:lnTo>
                    <a:pt x="1574304" y="1177290"/>
                  </a:lnTo>
                  <a:lnTo>
                    <a:pt x="1575066" y="1177290"/>
                  </a:lnTo>
                  <a:lnTo>
                    <a:pt x="1574850" y="1011504"/>
                  </a:lnTo>
                  <a:lnTo>
                    <a:pt x="1688388" y="1011580"/>
                  </a:lnTo>
                  <a:lnTo>
                    <a:pt x="1688604" y="1177290"/>
                  </a:lnTo>
                  <a:lnTo>
                    <a:pt x="1689366" y="1177290"/>
                  </a:lnTo>
                  <a:lnTo>
                    <a:pt x="1689150" y="1011593"/>
                  </a:lnTo>
                  <a:lnTo>
                    <a:pt x="1802688" y="1011656"/>
                  </a:lnTo>
                  <a:lnTo>
                    <a:pt x="1802904" y="1177290"/>
                  </a:lnTo>
                  <a:lnTo>
                    <a:pt x="1803666" y="1177290"/>
                  </a:lnTo>
                  <a:lnTo>
                    <a:pt x="1803450" y="1011656"/>
                  </a:lnTo>
                  <a:lnTo>
                    <a:pt x="1913928" y="1011732"/>
                  </a:lnTo>
                  <a:lnTo>
                    <a:pt x="1914144" y="1177290"/>
                  </a:lnTo>
                  <a:lnTo>
                    <a:pt x="1914906" y="1177290"/>
                  </a:lnTo>
                  <a:lnTo>
                    <a:pt x="1914690" y="1011732"/>
                  </a:lnTo>
                  <a:lnTo>
                    <a:pt x="2028228" y="1011809"/>
                  </a:lnTo>
                  <a:lnTo>
                    <a:pt x="2028444" y="1177290"/>
                  </a:lnTo>
                  <a:lnTo>
                    <a:pt x="2029206" y="1177290"/>
                  </a:lnTo>
                  <a:lnTo>
                    <a:pt x="2028990" y="1011809"/>
                  </a:lnTo>
                  <a:lnTo>
                    <a:pt x="2137956" y="1011872"/>
                  </a:lnTo>
                  <a:lnTo>
                    <a:pt x="2138172" y="1177290"/>
                  </a:lnTo>
                  <a:lnTo>
                    <a:pt x="2138934" y="1177290"/>
                  </a:lnTo>
                  <a:lnTo>
                    <a:pt x="2138718" y="1011872"/>
                  </a:lnTo>
                  <a:lnTo>
                    <a:pt x="2250948" y="1011936"/>
                  </a:lnTo>
                  <a:lnTo>
                    <a:pt x="2250948" y="1011174"/>
                  </a:lnTo>
                  <a:lnTo>
                    <a:pt x="2138718" y="1011110"/>
                  </a:lnTo>
                  <a:lnTo>
                    <a:pt x="2138489" y="842683"/>
                  </a:lnTo>
                  <a:lnTo>
                    <a:pt x="2250948" y="842772"/>
                  </a:lnTo>
                  <a:lnTo>
                    <a:pt x="2250948" y="842010"/>
                  </a:lnTo>
                  <a:lnTo>
                    <a:pt x="2138489" y="841921"/>
                  </a:lnTo>
                  <a:lnTo>
                    <a:pt x="2138273" y="675817"/>
                  </a:lnTo>
                  <a:lnTo>
                    <a:pt x="2250948" y="675881"/>
                  </a:lnTo>
                  <a:lnTo>
                    <a:pt x="2250948" y="675119"/>
                  </a:lnTo>
                  <a:lnTo>
                    <a:pt x="2138273" y="675055"/>
                  </a:lnTo>
                  <a:lnTo>
                    <a:pt x="2138057" y="505891"/>
                  </a:lnTo>
                  <a:lnTo>
                    <a:pt x="2250948" y="505955"/>
                  </a:lnTo>
                  <a:lnTo>
                    <a:pt x="2250948" y="505193"/>
                  </a:lnTo>
                  <a:lnTo>
                    <a:pt x="2138057" y="505129"/>
                  </a:lnTo>
                  <a:lnTo>
                    <a:pt x="2137956" y="426961"/>
                  </a:lnTo>
                  <a:lnTo>
                    <a:pt x="2137956" y="1011110"/>
                  </a:lnTo>
                  <a:lnTo>
                    <a:pt x="2028990" y="1011047"/>
                  </a:lnTo>
                  <a:lnTo>
                    <a:pt x="2028761" y="842581"/>
                  </a:lnTo>
                  <a:lnTo>
                    <a:pt x="2137727" y="842683"/>
                  </a:lnTo>
                  <a:lnTo>
                    <a:pt x="2137956" y="1011110"/>
                  </a:lnTo>
                  <a:lnTo>
                    <a:pt x="2137956" y="426961"/>
                  </a:lnTo>
                  <a:lnTo>
                    <a:pt x="2137841" y="339013"/>
                  </a:lnTo>
                  <a:lnTo>
                    <a:pt x="2250948" y="339077"/>
                  </a:lnTo>
                  <a:lnTo>
                    <a:pt x="2250948" y="338315"/>
                  </a:lnTo>
                  <a:lnTo>
                    <a:pt x="2137841" y="338251"/>
                  </a:lnTo>
                  <a:lnTo>
                    <a:pt x="2137727" y="247891"/>
                  </a:lnTo>
                  <a:lnTo>
                    <a:pt x="2137727" y="841921"/>
                  </a:lnTo>
                  <a:lnTo>
                    <a:pt x="2028761" y="841819"/>
                  </a:lnTo>
                  <a:lnTo>
                    <a:pt x="2028545" y="675754"/>
                  </a:lnTo>
                  <a:lnTo>
                    <a:pt x="2137511" y="675817"/>
                  </a:lnTo>
                  <a:lnTo>
                    <a:pt x="2137727" y="841921"/>
                  </a:lnTo>
                  <a:lnTo>
                    <a:pt x="2137727" y="247891"/>
                  </a:lnTo>
                  <a:lnTo>
                    <a:pt x="2137626" y="167563"/>
                  </a:lnTo>
                  <a:lnTo>
                    <a:pt x="2250948" y="167627"/>
                  </a:lnTo>
                  <a:lnTo>
                    <a:pt x="2250948" y="166865"/>
                  </a:lnTo>
                  <a:lnTo>
                    <a:pt x="2137613" y="166801"/>
                  </a:lnTo>
                  <a:lnTo>
                    <a:pt x="2137511" y="84518"/>
                  </a:lnTo>
                  <a:lnTo>
                    <a:pt x="2137511" y="675055"/>
                  </a:lnTo>
                  <a:lnTo>
                    <a:pt x="2028545" y="674992"/>
                  </a:lnTo>
                  <a:lnTo>
                    <a:pt x="2028329" y="505828"/>
                  </a:lnTo>
                  <a:lnTo>
                    <a:pt x="2137295" y="505891"/>
                  </a:lnTo>
                  <a:lnTo>
                    <a:pt x="2137511" y="675055"/>
                  </a:lnTo>
                  <a:lnTo>
                    <a:pt x="2137511" y="84518"/>
                  </a:lnTo>
                  <a:lnTo>
                    <a:pt x="2137410" y="2222"/>
                  </a:lnTo>
                  <a:lnTo>
                    <a:pt x="2250948" y="2286"/>
                  </a:lnTo>
                  <a:lnTo>
                    <a:pt x="2252472" y="1177290"/>
                  </a:lnTo>
                  <a:lnTo>
                    <a:pt x="2253234" y="11772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723643" y="2825496"/>
              <a:ext cx="2255520" cy="1181100"/>
            </a:xfrm>
            <a:custGeom>
              <a:avLst/>
              <a:gdLst/>
              <a:ahLst/>
              <a:cxnLst/>
              <a:rect l="l" t="t" r="r" b="b"/>
              <a:pathLst>
                <a:path w="2255520" h="1181100">
                  <a:moveTo>
                    <a:pt x="2255519" y="1181100"/>
                  </a:moveTo>
                  <a:lnTo>
                    <a:pt x="2255519" y="0"/>
                  </a:lnTo>
                  <a:lnTo>
                    <a:pt x="0" y="0"/>
                  </a:lnTo>
                  <a:lnTo>
                    <a:pt x="0" y="1181100"/>
                  </a:lnTo>
                  <a:lnTo>
                    <a:pt x="2286" y="1181100"/>
                  </a:lnTo>
                  <a:lnTo>
                    <a:pt x="2286" y="4571"/>
                  </a:lnTo>
                  <a:lnTo>
                    <a:pt x="4571" y="2286"/>
                  </a:lnTo>
                  <a:lnTo>
                    <a:pt x="4571" y="4571"/>
                  </a:lnTo>
                  <a:lnTo>
                    <a:pt x="2250947" y="4571"/>
                  </a:lnTo>
                  <a:lnTo>
                    <a:pt x="2250947" y="2286"/>
                  </a:lnTo>
                  <a:lnTo>
                    <a:pt x="2253233" y="4571"/>
                  </a:lnTo>
                  <a:lnTo>
                    <a:pt x="2253233" y="1181100"/>
                  </a:lnTo>
                  <a:lnTo>
                    <a:pt x="2255519" y="1181100"/>
                  </a:lnTo>
                  <a:close/>
                </a:path>
                <a:path w="2255520" h="1181100">
                  <a:moveTo>
                    <a:pt x="4571" y="4571"/>
                  </a:moveTo>
                  <a:lnTo>
                    <a:pt x="4571" y="2286"/>
                  </a:lnTo>
                  <a:lnTo>
                    <a:pt x="2286" y="4571"/>
                  </a:lnTo>
                  <a:lnTo>
                    <a:pt x="4571" y="4571"/>
                  </a:lnTo>
                  <a:close/>
                </a:path>
                <a:path w="2255520" h="1181100">
                  <a:moveTo>
                    <a:pt x="4571" y="1176527"/>
                  </a:moveTo>
                  <a:lnTo>
                    <a:pt x="4571" y="4571"/>
                  </a:lnTo>
                  <a:lnTo>
                    <a:pt x="2286" y="4571"/>
                  </a:lnTo>
                  <a:lnTo>
                    <a:pt x="2286" y="1176527"/>
                  </a:lnTo>
                  <a:lnTo>
                    <a:pt x="4571" y="1176527"/>
                  </a:lnTo>
                  <a:close/>
                </a:path>
                <a:path w="2255520" h="1181100">
                  <a:moveTo>
                    <a:pt x="2253233" y="1176527"/>
                  </a:moveTo>
                  <a:lnTo>
                    <a:pt x="2286" y="1176527"/>
                  </a:lnTo>
                  <a:lnTo>
                    <a:pt x="4571" y="1178813"/>
                  </a:lnTo>
                  <a:lnTo>
                    <a:pt x="4571" y="1181100"/>
                  </a:lnTo>
                  <a:lnTo>
                    <a:pt x="2250947" y="1181100"/>
                  </a:lnTo>
                  <a:lnTo>
                    <a:pt x="2250947" y="1178814"/>
                  </a:lnTo>
                  <a:lnTo>
                    <a:pt x="2253233" y="1176527"/>
                  </a:lnTo>
                  <a:close/>
                </a:path>
                <a:path w="2255520" h="1181100">
                  <a:moveTo>
                    <a:pt x="4571" y="1181100"/>
                  </a:moveTo>
                  <a:lnTo>
                    <a:pt x="4571" y="1178813"/>
                  </a:lnTo>
                  <a:lnTo>
                    <a:pt x="2286" y="1176527"/>
                  </a:lnTo>
                  <a:lnTo>
                    <a:pt x="2286" y="1181100"/>
                  </a:lnTo>
                  <a:lnTo>
                    <a:pt x="4571" y="1181100"/>
                  </a:lnTo>
                  <a:close/>
                </a:path>
                <a:path w="2255520" h="1181100">
                  <a:moveTo>
                    <a:pt x="2253233" y="4571"/>
                  </a:moveTo>
                  <a:lnTo>
                    <a:pt x="2250947" y="2286"/>
                  </a:lnTo>
                  <a:lnTo>
                    <a:pt x="2250947" y="4571"/>
                  </a:lnTo>
                  <a:lnTo>
                    <a:pt x="2253233" y="4571"/>
                  </a:lnTo>
                  <a:close/>
                </a:path>
                <a:path w="2255520" h="1181100">
                  <a:moveTo>
                    <a:pt x="2253233" y="1176527"/>
                  </a:moveTo>
                  <a:lnTo>
                    <a:pt x="2253233" y="4571"/>
                  </a:lnTo>
                  <a:lnTo>
                    <a:pt x="2250947" y="4571"/>
                  </a:lnTo>
                  <a:lnTo>
                    <a:pt x="2250947" y="1176527"/>
                  </a:lnTo>
                  <a:lnTo>
                    <a:pt x="2253233" y="1176527"/>
                  </a:lnTo>
                  <a:close/>
                </a:path>
                <a:path w="2255520" h="1181100">
                  <a:moveTo>
                    <a:pt x="2253233" y="1181100"/>
                  </a:moveTo>
                  <a:lnTo>
                    <a:pt x="2253233" y="1176527"/>
                  </a:lnTo>
                  <a:lnTo>
                    <a:pt x="2250947" y="1178814"/>
                  </a:lnTo>
                  <a:lnTo>
                    <a:pt x="2250947" y="1181100"/>
                  </a:lnTo>
                  <a:lnTo>
                    <a:pt x="2253233" y="11811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705343" y="2827032"/>
              <a:ext cx="2273935" cy="1196340"/>
            </a:xfrm>
            <a:custGeom>
              <a:avLst/>
              <a:gdLst/>
              <a:ahLst/>
              <a:cxnLst/>
              <a:rect l="l" t="t" r="r" b="b"/>
              <a:pathLst>
                <a:path w="2273935" h="1196339">
                  <a:moveTo>
                    <a:pt x="20574" y="1178052"/>
                  </a:moveTo>
                  <a:lnTo>
                    <a:pt x="0" y="1176528"/>
                  </a:lnTo>
                  <a:lnTo>
                    <a:pt x="0" y="1177290"/>
                  </a:lnTo>
                  <a:lnTo>
                    <a:pt x="20574" y="1178814"/>
                  </a:lnTo>
                  <a:lnTo>
                    <a:pt x="20574" y="1178052"/>
                  </a:lnTo>
                  <a:close/>
                </a:path>
                <a:path w="2273935" h="1196339">
                  <a:moveTo>
                    <a:pt x="20574" y="1011174"/>
                  </a:moveTo>
                  <a:lnTo>
                    <a:pt x="0" y="1009650"/>
                  </a:lnTo>
                  <a:lnTo>
                    <a:pt x="0" y="1010412"/>
                  </a:lnTo>
                  <a:lnTo>
                    <a:pt x="20574" y="1011936"/>
                  </a:lnTo>
                  <a:lnTo>
                    <a:pt x="20574" y="1011174"/>
                  </a:lnTo>
                  <a:close/>
                </a:path>
                <a:path w="2273935" h="1196339">
                  <a:moveTo>
                    <a:pt x="20574" y="842010"/>
                  </a:moveTo>
                  <a:lnTo>
                    <a:pt x="0" y="839724"/>
                  </a:lnTo>
                  <a:lnTo>
                    <a:pt x="0" y="840486"/>
                  </a:lnTo>
                  <a:lnTo>
                    <a:pt x="20574" y="842772"/>
                  </a:lnTo>
                  <a:lnTo>
                    <a:pt x="20574" y="842010"/>
                  </a:lnTo>
                  <a:close/>
                </a:path>
                <a:path w="2273935" h="1196339">
                  <a:moveTo>
                    <a:pt x="20574" y="675119"/>
                  </a:moveTo>
                  <a:lnTo>
                    <a:pt x="0" y="673595"/>
                  </a:lnTo>
                  <a:lnTo>
                    <a:pt x="0" y="674357"/>
                  </a:lnTo>
                  <a:lnTo>
                    <a:pt x="20574" y="675881"/>
                  </a:lnTo>
                  <a:lnTo>
                    <a:pt x="20574" y="675119"/>
                  </a:lnTo>
                  <a:close/>
                </a:path>
                <a:path w="2273935" h="1196339">
                  <a:moveTo>
                    <a:pt x="20574" y="505193"/>
                  </a:moveTo>
                  <a:lnTo>
                    <a:pt x="0" y="503669"/>
                  </a:lnTo>
                  <a:lnTo>
                    <a:pt x="0" y="504431"/>
                  </a:lnTo>
                  <a:lnTo>
                    <a:pt x="20574" y="505955"/>
                  </a:lnTo>
                  <a:lnTo>
                    <a:pt x="20574" y="505193"/>
                  </a:lnTo>
                  <a:close/>
                </a:path>
                <a:path w="2273935" h="1196339">
                  <a:moveTo>
                    <a:pt x="20574" y="338315"/>
                  </a:moveTo>
                  <a:lnTo>
                    <a:pt x="0" y="336791"/>
                  </a:lnTo>
                  <a:lnTo>
                    <a:pt x="0" y="337553"/>
                  </a:lnTo>
                  <a:lnTo>
                    <a:pt x="20574" y="339077"/>
                  </a:lnTo>
                  <a:lnTo>
                    <a:pt x="20574" y="338315"/>
                  </a:lnTo>
                  <a:close/>
                </a:path>
                <a:path w="2273935" h="1196339">
                  <a:moveTo>
                    <a:pt x="20574" y="166865"/>
                  </a:moveTo>
                  <a:lnTo>
                    <a:pt x="0" y="165341"/>
                  </a:lnTo>
                  <a:lnTo>
                    <a:pt x="0" y="166103"/>
                  </a:lnTo>
                  <a:lnTo>
                    <a:pt x="20574" y="167627"/>
                  </a:lnTo>
                  <a:lnTo>
                    <a:pt x="20574" y="166865"/>
                  </a:lnTo>
                  <a:close/>
                </a:path>
                <a:path w="2273935" h="1196339">
                  <a:moveTo>
                    <a:pt x="20574" y="1524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0574" y="2286"/>
                  </a:lnTo>
                  <a:lnTo>
                    <a:pt x="20574" y="1524"/>
                  </a:lnTo>
                  <a:close/>
                </a:path>
                <a:path w="2273935" h="1196339">
                  <a:moveTo>
                    <a:pt x="2271522" y="1178052"/>
                  </a:moveTo>
                  <a:lnTo>
                    <a:pt x="1709902" y="1177683"/>
                  </a:lnTo>
                  <a:lnTo>
                    <a:pt x="1709940" y="1177290"/>
                  </a:lnTo>
                  <a:lnTo>
                    <a:pt x="1709178" y="1177290"/>
                  </a:lnTo>
                  <a:lnTo>
                    <a:pt x="1709140" y="1177683"/>
                  </a:lnTo>
                  <a:lnTo>
                    <a:pt x="1148334" y="1177302"/>
                  </a:lnTo>
                  <a:lnTo>
                    <a:pt x="1147584" y="1177290"/>
                  </a:lnTo>
                  <a:lnTo>
                    <a:pt x="22860" y="1176540"/>
                  </a:lnTo>
                  <a:lnTo>
                    <a:pt x="21348" y="762"/>
                  </a:lnTo>
                  <a:lnTo>
                    <a:pt x="20586" y="762"/>
                  </a:lnTo>
                  <a:lnTo>
                    <a:pt x="22098" y="1176540"/>
                  </a:lnTo>
                  <a:lnTo>
                    <a:pt x="20574" y="1176528"/>
                  </a:lnTo>
                  <a:lnTo>
                    <a:pt x="20574" y="1177290"/>
                  </a:lnTo>
                  <a:lnTo>
                    <a:pt x="583653" y="1177683"/>
                  </a:lnTo>
                  <a:lnTo>
                    <a:pt x="582168" y="1196340"/>
                  </a:lnTo>
                  <a:lnTo>
                    <a:pt x="582930" y="1196340"/>
                  </a:lnTo>
                  <a:lnTo>
                    <a:pt x="584415" y="1177683"/>
                  </a:lnTo>
                  <a:lnTo>
                    <a:pt x="1147521" y="1178064"/>
                  </a:lnTo>
                  <a:lnTo>
                    <a:pt x="1146060" y="1196340"/>
                  </a:lnTo>
                  <a:lnTo>
                    <a:pt x="1146822" y="1196340"/>
                  </a:lnTo>
                  <a:lnTo>
                    <a:pt x="1148283" y="1178064"/>
                  </a:lnTo>
                  <a:lnTo>
                    <a:pt x="1709077" y="1178445"/>
                  </a:lnTo>
                  <a:lnTo>
                    <a:pt x="1707654" y="1196340"/>
                  </a:lnTo>
                  <a:lnTo>
                    <a:pt x="1708416" y="1196340"/>
                  </a:lnTo>
                  <a:lnTo>
                    <a:pt x="1709839" y="1178445"/>
                  </a:lnTo>
                  <a:lnTo>
                    <a:pt x="2271522" y="1178814"/>
                  </a:lnTo>
                  <a:lnTo>
                    <a:pt x="2271522" y="1178052"/>
                  </a:lnTo>
                  <a:close/>
                </a:path>
                <a:path w="2273935" h="1196339">
                  <a:moveTo>
                    <a:pt x="2273808" y="1177290"/>
                  </a:moveTo>
                  <a:lnTo>
                    <a:pt x="2273046" y="1177290"/>
                  </a:lnTo>
                  <a:lnTo>
                    <a:pt x="2271522" y="1196340"/>
                  </a:lnTo>
                  <a:lnTo>
                    <a:pt x="2272284" y="1196340"/>
                  </a:lnTo>
                  <a:lnTo>
                    <a:pt x="2273808" y="11772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6117" y="3022091"/>
              <a:ext cx="1950720" cy="1001267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562901" y="2779164"/>
            <a:ext cx="121285" cy="1277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762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140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600">
              <a:latin typeface="Arial MT"/>
              <a:cs typeface="Arial MT"/>
            </a:endParaRPr>
          </a:p>
          <a:p>
            <a:pPr algn="r" marR="7620"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120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650">
              <a:latin typeface="Arial MT"/>
              <a:cs typeface="Arial MT"/>
            </a:endParaRPr>
          </a:p>
          <a:p>
            <a:pPr algn="r" marR="7620"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100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0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80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60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0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40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</a:pPr>
            <a:r>
              <a:rPr dirty="0" sz="500" spc="-10">
                <a:latin typeface="Arial MT"/>
                <a:cs typeface="Arial MT"/>
              </a:rPr>
              <a:t>20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500" spc="-5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08430" y="4051674"/>
            <a:ext cx="482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5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72332" y="4051674"/>
            <a:ext cx="482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5">
                <a:latin typeface="Arial MT"/>
                <a:cs typeface="Arial MT"/>
              </a:rPr>
              <a:t>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15615" y="4051674"/>
            <a:ext cx="8318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10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77239" y="4051674"/>
            <a:ext cx="8318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15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41140" y="4051674"/>
            <a:ext cx="8318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20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88427" y="4186168"/>
            <a:ext cx="312420" cy="71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50"/>
              </a:lnSpc>
            </a:pPr>
            <a:r>
              <a:rPr dirty="0" sz="500" b="1">
                <a:latin typeface="Arial"/>
                <a:cs typeface="Arial"/>
              </a:rPr>
              <a:t>T</a:t>
            </a:r>
            <a:r>
              <a:rPr dirty="0" sz="500" spc="-10" b="1">
                <a:latin typeface="Arial"/>
                <a:cs typeface="Arial"/>
              </a:rPr>
              <a:t>im</a:t>
            </a:r>
            <a:r>
              <a:rPr dirty="0" sz="500" spc="-5" b="1">
                <a:latin typeface="Arial"/>
                <a:cs typeface="Arial"/>
              </a:rPr>
              <a:t>e</a:t>
            </a:r>
            <a:r>
              <a:rPr dirty="0" sz="500" spc="-15" b="1">
                <a:latin typeface="Arial"/>
                <a:cs typeface="Arial"/>
              </a:rPr>
              <a:t> </a:t>
            </a:r>
            <a:r>
              <a:rPr dirty="0" sz="500" spc="-5" b="1">
                <a:latin typeface="Arial"/>
                <a:cs typeface="Arial"/>
              </a:rPr>
              <a:t>(</a:t>
            </a:r>
            <a:r>
              <a:rPr dirty="0" sz="500" spc="-10" b="1">
                <a:latin typeface="Arial"/>
                <a:cs typeface="Arial"/>
              </a:rPr>
              <a:t>sec)</a:t>
            </a:r>
            <a:endParaRPr sz="5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31185" y="3187682"/>
            <a:ext cx="96520" cy="461009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500" spc="-5" b="1">
                <a:latin typeface="Arial"/>
                <a:cs typeface="Arial"/>
              </a:rPr>
              <a:t>V</a:t>
            </a:r>
            <a:r>
              <a:rPr dirty="0" sz="500" spc="-5" b="1">
                <a:latin typeface="Arial"/>
                <a:cs typeface="Arial"/>
              </a:rPr>
              <a:t>e</a:t>
            </a:r>
            <a:r>
              <a:rPr dirty="0" sz="500" b="1">
                <a:latin typeface="Arial"/>
                <a:cs typeface="Arial"/>
              </a:rPr>
              <a:t>lo</a:t>
            </a:r>
            <a:r>
              <a:rPr dirty="0" sz="500" spc="-5" b="1">
                <a:latin typeface="Arial"/>
                <a:cs typeface="Arial"/>
              </a:rPr>
              <a:t>c</a:t>
            </a:r>
            <a:r>
              <a:rPr dirty="0" sz="500" spc="-5" b="1">
                <a:latin typeface="Arial"/>
                <a:cs typeface="Arial"/>
              </a:rPr>
              <a:t>i</a:t>
            </a:r>
            <a:r>
              <a:rPr dirty="0" sz="500" b="1">
                <a:latin typeface="Arial"/>
                <a:cs typeface="Arial"/>
              </a:rPr>
              <a:t>ty</a:t>
            </a:r>
            <a:r>
              <a:rPr dirty="0" sz="500" spc="-15" b="1">
                <a:latin typeface="Arial"/>
                <a:cs typeface="Arial"/>
              </a:rPr>
              <a:t> </a:t>
            </a:r>
            <a:r>
              <a:rPr dirty="0" sz="500" b="1">
                <a:latin typeface="Arial"/>
                <a:cs typeface="Arial"/>
              </a:rPr>
              <a:t>(mph)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377950" y="2725673"/>
            <a:ext cx="2688590" cy="3051810"/>
            <a:chOff x="1377950" y="2725673"/>
            <a:chExt cx="2688590" cy="3051810"/>
          </a:xfrm>
        </p:grpSpPr>
        <p:sp>
          <p:nvSpPr>
            <p:cNvPr id="43" name="object 43"/>
            <p:cNvSpPr/>
            <p:nvPr/>
          </p:nvSpPr>
          <p:spPr>
            <a:xfrm>
              <a:off x="1377950" y="2725673"/>
              <a:ext cx="2688590" cy="1456690"/>
            </a:xfrm>
            <a:custGeom>
              <a:avLst/>
              <a:gdLst/>
              <a:ahLst/>
              <a:cxnLst/>
              <a:rect l="l" t="t" r="r" b="b"/>
              <a:pathLst>
                <a:path w="2688590" h="1456689">
                  <a:moveTo>
                    <a:pt x="268859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687320" y="762"/>
                  </a:lnTo>
                  <a:lnTo>
                    <a:pt x="2687320" y="1456182"/>
                  </a:lnTo>
                  <a:lnTo>
                    <a:pt x="2688069" y="1456182"/>
                  </a:lnTo>
                  <a:lnTo>
                    <a:pt x="2688069" y="762"/>
                  </a:lnTo>
                  <a:lnTo>
                    <a:pt x="2688590" y="762"/>
                  </a:lnTo>
                  <a:lnTo>
                    <a:pt x="2688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378457" y="4181855"/>
              <a:ext cx="2687955" cy="1595755"/>
            </a:xfrm>
            <a:custGeom>
              <a:avLst/>
              <a:gdLst/>
              <a:ahLst/>
              <a:cxnLst/>
              <a:rect l="l" t="t" r="r" b="b"/>
              <a:pathLst>
                <a:path w="2687954" h="1595754">
                  <a:moveTo>
                    <a:pt x="2687574" y="1595627"/>
                  </a:moveTo>
                  <a:lnTo>
                    <a:pt x="2687573" y="0"/>
                  </a:lnTo>
                  <a:lnTo>
                    <a:pt x="0" y="0"/>
                  </a:lnTo>
                  <a:lnTo>
                    <a:pt x="0" y="1595627"/>
                  </a:lnTo>
                  <a:lnTo>
                    <a:pt x="2687574" y="159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377950" y="4181093"/>
              <a:ext cx="2688590" cy="1596390"/>
            </a:xfrm>
            <a:custGeom>
              <a:avLst/>
              <a:gdLst/>
              <a:ahLst/>
              <a:cxnLst/>
              <a:rect l="l" t="t" r="r" b="b"/>
              <a:pathLst>
                <a:path w="2688590" h="1596389">
                  <a:moveTo>
                    <a:pt x="2688082" y="1595640"/>
                  </a:moveTo>
                  <a:lnTo>
                    <a:pt x="508" y="1595628"/>
                  </a:lnTo>
                  <a:lnTo>
                    <a:pt x="508" y="1596390"/>
                  </a:lnTo>
                  <a:lnTo>
                    <a:pt x="2687320" y="1596390"/>
                  </a:lnTo>
                  <a:lnTo>
                    <a:pt x="2688082" y="1596390"/>
                  </a:lnTo>
                  <a:lnTo>
                    <a:pt x="2688082" y="1595640"/>
                  </a:lnTo>
                  <a:close/>
                </a:path>
                <a:path w="2688590" h="1596389">
                  <a:moveTo>
                    <a:pt x="268859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687320" y="762"/>
                  </a:lnTo>
                  <a:lnTo>
                    <a:pt x="2687320" y="1595628"/>
                  </a:lnTo>
                  <a:lnTo>
                    <a:pt x="2688082" y="1595628"/>
                  </a:lnTo>
                  <a:lnTo>
                    <a:pt x="2688069" y="762"/>
                  </a:lnTo>
                  <a:lnTo>
                    <a:pt x="2688590" y="762"/>
                  </a:lnTo>
                  <a:lnTo>
                    <a:pt x="2688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762506" y="4283201"/>
              <a:ext cx="2214880" cy="1176655"/>
            </a:xfrm>
            <a:custGeom>
              <a:avLst/>
              <a:gdLst/>
              <a:ahLst/>
              <a:cxnLst/>
              <a:rect l="l" t="t" r="r" b="b"/>
              <a:pathLst>
                <a:path w="2214879" h="1176654">
                  <a:moveTo>
                    <a:pt x="2214372" y="1176527"/>
                  </a:moveTo>
                  <a:lnTo>
                    <a:pt x="2214371" y="0"/>
                  </a:lnTo>
                  <a:lnTo>
                    <a:pt x="0" y="0"/>
                  </a:lnTo>
                  <a:lnTo>
                    <a:pt x="0" y="1176527"/>
                  </a:lnTo>
                  <a:lnTo>
                    <a:pt x="2214372" y="1176527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762493" y="4283201"/>
              <a:ext cx="2216785" cy="1176655"/>
            </a:xfrm>
            <a:custGeom>
              <a:avLst/>
              <a:gdLst/>
              <a:ahLst/>
              <a:cxnLst/>
              <a:rect l="l" t="t" r="r" b="b"/>
              <a:pathLst>
                <a:path w="2216785" h="1176654">
                  <a:moveTo>
                    <a:pt x="2216658" y="1176528"/>
                  </a:moveTo>
                  <a:lnTo>
                    <a:pt x="2215134" y="0"/>
                  </a:lnTo>
                  <a:lnTo>
                    <a:pt x="2214372" y="0"/>
                  </a:lnTo>
                  <a:lnTo>
                    <a:pt x="2214372" y="1524"/>
                  </a:lnTo>
                  <a:lnTo>
                    <a:pt x="2103894" y="1460"/>
                  </a:lnTo>
                  <a:lnTo>
                    <a:pt x="2103894" y="0"/>
                  </a:lnTo>
                  <a:lnTo>
                    <a:pt x="2103805" y="523443"/>
                  </a:lnTo>
                  <a:lnTo>
                    <a:pt x="1994839" y="523379"/>
                  </a:lnTo>
                  <a:lnTo>
                    <a:pt x="1994750" y="452805"/>
                  </a:lnTo>
                  <a:lnTo>
                    <a:pt x="1994750" y="1046111"/>
                  </a:lnTo>
                  <a:lnTo>
                    <a:pt x="1885784" y="1046035"/>
                  </a:lnTo>
                  <a:lnTo>
                    <a:pt x="1885619" y="914958"/>
                  </a:lnTo>
                  <a:lnTo>
                    <a:pt x="1994585" y="915035"/>
                  </a:lnTo>
                  <a:lnTo>
                    <a:pt x="1994750" y="1046111"/>
                  </a:lnTo>
                  <a:lnTo>
                    <a:pt x="1994750" y="452805"/>
                  </a:lnTo>
                  <a:lnTo>
                    <a:pt x="1994674" y="392303"/>
                  </a:lnTo>
                  <a:lnTo>
                    <a:pt x="2103640" y="392366"/>
                  </a:lnTo>
                  <a:lnTo>
                    <a:pt x="2103805" y="523443"/>
                  </a:lnTo>
                  <a:lnTo>
                    <a:pt x="2103805" y="0"/>
                  </a:lnTo>
                  <a:lnTo>
                    <a:pt x="2103628" y="0"/>
                  </a:lnTo>
                  <a:lnTo>
                    <a:pt x="2103628" y="391604"/>
                  </a:lnTo>
                  <a:lnTo>
                    <a:pt x="1994662" y="391541"/>
                  </a:lnTo>
                  <a:lnTo>
                    <a:pt x="1994585" y="328688"/>
                  </a:lnTo>
                  <a:lnTo>
                    <a:pt x="1994585" y="914273"/>
                  </a:lnTo>
                  <a:lnTo>
                    <a:pt x="1885619" y="914196"/>
                  </a:lnTo>
                  <a:lnTo>
                    <a:pt x="1885454" y="787704"/>
                  </a:lnTo>
                  <a:lnTo>
                    <a:pt x="1994420" y="787781"/>
                  </a:lnTo>
                  <a:lnTo>
                    <a:pt x="1994585" y="914273"/>
                  </a:lnTo>
                  <a:lnTo>
                    <a:pt x="1994585" y="328688"/>
                  </a:lnTo>
                  <a:lnTo>
                    <a:pt x="1994509" y="265823"/>
                  </a:lnTo>
                  <a:lnTo>
                    <a:pt x="2103475" y="265887"/>
                  </a:lnTo>
                  <a:lnTo>
                    <a:pt x="2103628" y="391604"/>
                  </a:lnTo>
                  <a:lnTo>
                    <a:pt x="2103628" y="0"/>
                  </a:lnTo>
                  <a:lnTo>
                    <a:pt x="2103475" y="0"/>
                  </a:lnTo>
                  <a:lnTo>
                    <a:pt x="2103475" y="265125"/>
                  </a:lnTo>
                  <a:lnTo>
                    <a:pt x="1994509" y="265061"/>
                  </a:lnTo>
                  <a:lnTo>
                    <a:pt x="1994420" y="199529"/>
                  </a:lnTo>
                  <a:lnTo>
                    <a:pt x="1994420" y="787019"/>
                  </a:lnTo>
                  <a:lnTo>
                    <a:pt x="1885454" y="786942"/>
                  </a:lnTo>
                  <a:lnTo>
                    <a:pt x="1885276" y="655891"/>
                  </a:lnTo>
                  <a:lnTo>
                    <a:pt x="1994242" y="655967"/>
                  </a:lnTo>
                  <a:lnTo>
                    <a:pt x="1994420" y="787019"/>
                  </a:lnTo>
                  <a:lnTo>
                    <a:pt x="1994420" y="199529"/>
                  </a:lnTo>
                  <a:lnTo>
                    <a:pt x="1994331" y="133985"/>
                  </a:lnTo>
                  <a:lnTo>
                    <a:pt x="2103297" y="134048"/>
                  </a:lnTo>
                  <a:lnTo>
                    <a:pt x="2103475" y="265125"/>
                  </a:lnTo>
                  <a:lnTo>
                    <a:pt x="2103475" y="0"/>
                  </a:lnTo>
                  <a:lnTo>
                    <a:pt x="2103297" y="0"/>
                  </a:lnTo>
                  <a:lnTo>
                    <a:pt x="2103297" y="133286"/>
                  </a:lnTo>
                  <a:lnTo>
                    <a:pt x="1994331" y="133223"/>
                  </a:lnTo>
                  <a:lnTo>
                    <a:pt x="1994242" y="62661"/>
                  </a:lnTo>
                  <a:lnTo>
                    <a:pt x="1994242" y="655205"/>
                  </a:lnTo>
                  <a:lnTo>
                    <a:pt x="1885276" y="655129"/>
                  </a:lnTo>
                  <a:lnTo>
                    <a:pt x="1885111" y="524065"/>
                  </a:lnTo>
                  <a:lnTo>
                    <a:pt x="1994077" y="524141"/>
                  </a:lnTo>
                  <a:lnTo>
                    <a:pt x="1994242" y="655205"/>
                  </a:lnTo>
                  <a:lnTo>
                    <a:pt x="1994242" y="62661"/>
                  </a:lnTo>
                  <a:lnTo>
                    <a:pt x="1994166" y="2159"/>
                  </a:lnTo>
                  <a:lnTo>
                    <a:pt x="2103132" y="2222"/>
                  </a:lnTo>
                  <a:lnTo>
                    <a:pt x="2103297" y="133286"/>
                  </a:lnTo>
                  <a:lnTo>
                    <a:pt x="2103297" y="0"/>
                  </a:lnTo>
                  <a:lnTo>
                    <a:pt x="2103132" y="0"/>
                  </a:lnTo>
                  <a:lnTo>
                    <a:pt x="2103132" y="1460"/>
                  </a:lnTo>
                  <a:lnTo>
                    <a:pt x="1994166" y="1397"/>
                  </a:lnTo>
                  <a:lnTo>
                    <a:pt x="1994166" y="0"/>
                  </a:lnTo>
                  <a:lnTo>
                    <a:pt x="1994077" y="523379"/>
                  </a:lnTo>
                  <a:lnTo>
                    <a:pt x="1885111" y="523303"/>
                  </a:lnTo>
                  <a:lnTo>
                    <a:pt x="1885022" y="452729"/>
                  </a:lnTo>
                  <a:lnTo>
                    <a:pt x="1885022" y="1046035"/>
                  </a:lnTo>
                  <a:lnTo>
                    <a:pt x="1771484" y="1045959"/>
                  </a:lnTo>
                  <a:lnTo>
                    <a:pt x="1771319" y="914882"/>
                  </a:lnTo>
                  <a:lnTo>
                    <a:pt x="1884857" y="914958"/>
                  </a:lnTo>
                  <a:lnTo>
                    <a:pt x="1885022" y="1046035"/>
                  </a:lnTo>
                  <a:lnTo>
                    <a:pt x="1885022" y="452729"/>
                  </a:lnTo>
                  <a:lnTo>
                    <a:pt x="1884946" y="392226"/>
                  </a:lnTo>
                  <a:lnTo>
                    <a:pt x="1993912" y="392303"/>
                  </a:lnTo>
                  <a:lnTo>
                    <a:pt x="1994077" y="523379"/>
                  </a:lnTo>
                  <a:lnTo>
                    <a:pt x="1994077" y="0"/>
                  </a:lnTo>
                  <a:lnTo>
                    <a:pt x="1993900" y="0"/>
                  </a:lnTo>
                  <a:lnTo>
                    <a:pt x="1993900" y="391541"/>
                  </a:lnTo>
                  <a:lnTo>
                    <a:pt x="1884934" y="391464"/>
                  </a:lnTo>
                  <a:lnTo>
                    <a:pt x="1884857" y="328612"/>
                  </a:lnTo>
                  <a:lnTo>
                    <a:pt x="1884857" y="914196"/>
                  </a:lnTo>
                  <a:lnTo>
                    <a:pt x="1771319" y="914120"/>
                  </a:lnTo>
                  <a:lnTo>
                    <a:pt x="1771154" y="787628"/>
                  </a:lnTo>
                  <a:lnTo>
                    <a:pt x="1884692" y="787704"/>
                  </a:lnTo>
                  <a:lnTo>
                    <a:pt x="1884857" y="914196"/>
                  </a:lnTo>
                  <a:lnTo>
                    <a:pt x="1884857" y="328612"/>
                  </a:lnTo>
                  <a:lnTo>
                    <a:pt x="1884781" y="265747"/>
                  </a:lnTo>
                  <a:lnTo>
                    <a:pt x="1993747" y="265823"/>
                  </a:lnTo>
                  <a:lnTo>
                    <a:pt x="1993900" y="391541"/>
                  </a:lnTo>
                  <a:lnTo>
                    <a:pt x="1993900" y="0"/>
                  </a:lnTo>
                  <a:lnTo>
                    <a:pt x="1993747" y="0"/>
                  </a:lnTo>
                  <a:lnTo>
                    <a:pt x="1993747" y="265061"/>
                  </a:lnTo>
                  <a:lnTo>
                    <a:pt x="1884781" y="264985"/>
                  </a:lnTo>
                  <a:lnTo>
                    <a:pt x="1884692" y="199453"/>
                  </a:lnTo>
                  <a:lnTo>
                    <a:pt x="1884692" y="786942"/>
                  </a:lnTo>
                  <a:lnTo>
                    <a:pt x="1771154" y="786866"/>
                  </a:lnTo>
                  <a:lnTo>
                    <a:pt x="1770976" y="655815"/>
                  </a:lnTo>
                  <a:lnTo>
                    <a:pt x="1884514" y="655891"/>
                  </a:lnTo>
                  <a:lnTo>
                    <a:pt x="1884692" y="786942"/>
                  </a:lnTo>
                  <a:lnTo>
                    <a:pt x="1884692" y="199453"/>
                  </a:lnTo>
                  <a:lnTo>
                    <a:pt x="1884603" y="133908"/>
                  </a:lnTo>
                  <a:lnTo>
                    <a:pt x="1993569" y="133985"/>
                  </a:lnTo>
                  <a:lnTo>
                    <a:pt x="1993747" y="265061"/>
                  </a:lnTo>
                  <a:lnTo>
                    <a:pt x="1993747" y="0"/>
                  </a:lnTo>
                  <a:lnTo>
                    <a:pt x="1993569" y="0"/>
                  </a:lnTo>
                  <a:lnTo>
                    <a:pt x="1993569" y="133223"/>
                  </a:lnTo>
                  <a:lnTo>
                    <a:pt x="1884603" y="133146"/>
                  </a:lnTo>
                  <a:lnTo>
                    <a:pt x="1884514" y="62585"/>
                  </a:lnTo>
                  <a:lnTo>
                    <a:pt x="1884514" y="655129"/>
                  </a:lnTo>
                  <a:lnTo>
                    <a:pt x="1770976" y="655053"/>
                  </a:lnTo>
                  <a:lnTo>
                    <a:pt x="1770811" y="523989"/>
                  </a:lnTo>
                  <a:lnTo>
                    <a:pt x="1884349" y="524065"/>
                  </a:lnTo>
                  <a:lnTo>
                    <a:pt x="1884514" y="655129"/>
                  </a:lnTo>
                  <a:lnTo>
                    <a:pt x="1884514" y="62585"/>
                  </a:lnTo>
                  <a:lnTo>
                    <a:pt x="1884438" y="2082"/>
                  </a:lnTo>
                  <a:lnTo>
                    <a:pt x="1993404" y="2159"/>
                  </a:lnTo>
                  <a:lnTo>
                    <a:pt x="1993569" y="133223"/>
                  </a:lnTo>
                  <a:lnTo>
                    <a:pt x="1993569" y="0"/>
                  </a:lnTo>
                  <a:lnTo>
                    <a:pt x="1993404" y="0"/>
                  </a:lnTo>
                  <a:lnTo>
                    <a:pt x="1993404" y="1397"/>
                  </a:lnTo>
                  <a:lnTo>
                    <a:pt x="1884438" y="1320"/>
                  </a:lnTo>
                  <a:lnTo>
                    <a:pt x="1884438" y="0"/>
                  </a:lnTo>
                  <a:lnTo>
                    <a:pt x="1884349" y="523303"/>
                  </a:lnTo>
                  <a:lnTo>
                    <a:pt x="1770811" y="523227"/>
                  </a:lnTo>
                  <a:lnTo>
                    <a:pt x="1770722" y="457695"/>
                  </a:lnTo>
                  <a:lnTo>
                    <a:pt x="1770722" y="1045959"/>
                  </a:lnTo>
                  <a:lnTo>
                    <a:pt x="1660994" y="1045895"/>
                  </a:lnTo>
                  <a:lnTo>
                    <a:pt x="1660829" y="914819"/>
                  </a:lnTo>
                  <a:lnTo>
                    <a:pt x="1770557" y="914882"/>
                  </a:lnTo>
                  <a:lnTo>
                    <a:pt x="1770722" y="1045959"/>
                  </a:lnTo>
                  <a:lnTo>
                    <a:pt x="1770722" y="457695"/>
                  </a:lnTo>
                  <a:lnTo>
                    <a:pt x="1770634" y="392150"/>
                  </a:lnTo>
                  <a:lnTo>
                    <a:pt x="1884184" y="392226"/>
                  </a:lnTo>
                  <a:lnTo>
                    <a:pt x="1884349" y="523303"/>
                  </a:lnTo>
                  <a:lnTo>
                    <a:pt x="1884349" y="0"/>
                  </a:lnTo>
                  <a:lnTo>
                    <a:pt x="1884172" y="0"/>
                  </a:lnTo>
                  <a:lnTo>
                    <a:pt x="1884172" y="391464"/>
                  </a:lnTo>
                  <a:lnTo>
                    <a:pt x="1770634" y="391388"/>
                  </a:lnTo>
                  <a:lnTo>
                    <a:pt x="1770557" y="328536"/>
                  </a:lnTo>
                  <a:lnTo>
                    <a:pt x="1770557" y="914120"/>
                  </a:lnTo>
                  <a:lnTo>
                    <a:pt x="1660829" y="914057"/>
                  </a:lnTo>
                  <a:lnTo>
                    <a:pt x="1660664" y="787565"/>
                  </a:lnTo>
                  <a:lnTo>
                    <a:pt x="1770392" y="787628"/>
                  </a:lnTo>
                  <a:lnTo>
                    <a:pt x="1770557" y="914120"/>
                  </a:lnTo>
                  <a:lnTo>
                    <a:pt x="1770557" y="328536"/>
                  </a:lnTo>
                  <a:lnTo>
                    <a:pt x="1770481" y="265671"/>
                  </a:lnTo>
                  <a:lnTo>
                    <a:pt x="1884019" y="265747"/>
                  </a:lnTo>
                  <a:lnTo>
                    <a:pt x="1884172" y="391464"/>
                  </a:lnTo>
                  <a:lnTo>
                    <a:pt x="1884172" y="0"/>
                  </a:lnTo>
                  <a:lnTo>
                    <a:pt x="1884019" y="0"/>
                  </a:lnTo>
                  <a:lnTo>
                    <a:pt x="1884019" y="264985"/>
                  </a:lnTo>
                  <a:lnTo>
                    <a:pt x="1770481" y="264909"/>
                  </a:lnTo>
                  <a:lnTo>
                    <a:pt x="1770392" y="199377"/>
                  </a:lnTo>
                  <a:lnTo>
                    <a:pt x="1770392" y="786866"/>
                  </a:lnTo>
                  <a:lnTo>
                    <a:pt x="1660664" y="786803"/>
                  </a:lnTo>
                  <a:lnTo>
                    <a:pt x="1660486" y="655751"/>
                  </a:lnTo>
                  <a:lnTo>
                    <a:pt x="1770214" y="655815"/>
                  </a:lnTo>
                  <a:lnTo>
                    <a:pt x="1770392" y="786866"/>
                  </a:lnTo>
                  <a:lnTo>
                    <a:pt x="1770392" y="199377"/>
                  </a:lnTo>
                  <a:lnTo>
                    <a:pt x="1770303" y="133832"/>
                  </a:lnTo>
                  <a:lnTo>
                    <a:pt x="1883841" y="133908"/>
                  </a:lnTo>
                  <a:lnTo>
                    <a:pt x="1884019" y="264985"/>
                  </a:lnTo>
                  <a:lnTo>
                    <a:pt x="1884019" y="0"/>
                  </a:lnTo>
                  <a:lnTo>
                    <a:pt x="1883841" y="0"/>
                  </a:lnTo>
                  <a:lnTo>
                    <a:pt x="1883841" y="133146"/>
                  </a:lnTo>
                  <a:lnTo>
                    <a:pt x="1770303" y="133070"/>
                  </a:lnTo>
                  <a:lnTo>
                    <a:pt x="1770214" y="62509"/>
                  </a:lnTo>
                  <a:lnTo>
                    <a:pt x="1770214" y="655053"/>
                  </a:lnTo>
                  <a:lnTo>
                    <a:pt x="1660486" y="654989"/>
                  </a:lnTo>
                  <a:lnTo>
                    <a:pt x="1660321" y="523925"/>
                  </a:lnTo>
                  <a:lnTo>
                    <a:pt x="1770049" y="523989"/>
                  </a:lnTo>
                  <a:lnTo>
                    <a:pt x="1770214" y="655053"/>
                  </a:lnTo>
                  <a:lnTo>
                    <a:pt x="1770214" y="62509"/>
                  </a:lnTo>
                  <a:lnTo>
                    <a:pt x="1770138" y="2006"/>
                  </a:lnTo>
                  <a:lnTo>
                    <a:pt x="1883676" y="2082"/>
                  </a:lnTo>
                  <a:lnTo>
                    <a:pt x="1883841" y="133146"/>
                  </a:lnTo>
                  <a:lnTo>
                    <a:pt x="1883841" y="0"/>
                  </a:lnTo>
                  <a:lnTo>
                    <a:pt x="1883676" y="0"/>
                  </a:lnTo>
                  <a:lnTo>
                    <a:pt x="1883676" y="1320"/>
                  </a:lnTo>
                  <a:lnTo>
                    <a:pt x="1770138" y="1244"/>
                  </a:lnTo>
                  <a:lnTo>
                    <a:pt x="1770138" y="0"/>
                  </a:lnTo>
                  <a:lnTo>
                    <a:pt x="1770049" y="523227"/>
                  </a:lnTo>
                  <a:lnTo>
                    <a:pt x="1660321" y="523163"/>
                  </a:lnTo>
                  <a:lnTo>
                    <a:pt x="1660232" y="457631"/>
                  </a:lnTo>
                  <a:lnTo>
                    <a:pt x="1660232" y="1045883"/>
                  </a:lnTo>
                  <a:lnTo>
                    <a:pt x="1551266" y="1045806"/>
                  </a:lnTo>
                  <a:lnTo>
                    <a:pt x="1551101" y="914730"/>
                  </a:lnTo>
                  <a:lnTo>
                    <a:pt x="1660067" y="914806"/>
                  </a:lnTo>
                  <a:lnTo>
                    <a:pt x="1660232" y="1045883"/>
                  </a:lnTo>
                  <a:lnTo>
                    <a:pt x="1660232" y="457631"/>
                  </a:lnTo>
                  <a:lnTo>
                    <a:pt x="1660144" y="392087"/>
                  </a:lnTo>
                  <a:lnTo>
                    <a:pt x="1769872" y="392150"/>
                  </a:lnTo>
                  <a:lnTo>
                    <a:pt x="1770049" y="523227"/>
                  </a:lnTo>
                  <a:lnTo>
                    <a:pt x="1770049" y="0"/>
                  </a:lnTo>
                  <a:lnTo>
                    <a:pt x="1769872" y="0"/>
                  </a:lnTo>
                  <a:lnTo>
                    <a:pt x="1769872" y="391388"/>
                  </a:lnTo>
                  <a:lnTo>
                    <a:pt x="1660144" y="391325"/>
                  </a:lnTo>
                  <a:lnTo>
                    <a:pt x="1660067" y="328472"/>
                  </a:lnTo>
                  <a:lnTo>
                    <a:pt x="1660067" y="914044"/>
                  </a:lnTo>
                  <a:lnTo>
                    <a:pt x="1551101" y="913968"/>
                  </a:lnTo>
                  <a:lnTo>
                    <a:pt x="1550936" y="787476"/>
                  </a:lnTo>
                  <a:lnTo>
                    <a:pt x="1659902" y="787552"/>
                  </a:lnTo>
                  <a:lnTo>
                    <a:pt x="1660067" y="914044"/>
                  </a:lnTo>
                  <a:lnTo>
                    <a:pt x="1660067" y="328472"/>
                  </a:lnTo>
                  <a:lnTo>
                    <a:pt x="1659991" y="265607"/>
                  </a:lnTo>
                  <a:lnTo>
                    <a:pt x="1769719" y="265671"/>
                  </a:lnTo>
                  <a:lnTo>
                    <a:pt x="1769872" y="391388"/>
                  </a:lnTo>
                  <a:lnTo>
                    <a:pt x="1769872" y="0"/>
                  </a:lnTo>
                  <a:lnTo>
                    <a:pt x="1769719" y="0"/>
                  </a:lnTo>
                  <a:lnTo>
                    <a:pt x="1769719" y="264909"/>
                  </a:lnTo>
                  <a:lnTo>
                    <a:pt x="1659991" y="264845"/>
                  </a:lnTo>
                  <a:lnTo>
                    <a:pt x="1659902" y="199313"/>
                  </a:lnTo>
                  <a:lnTo>
                    <a:pt x="1659902" y="786790"/>
                  </a:lnTo>
                  <a:lnTo>
                    <a:pt x="1550936" y="786714"/>
                  </a:lnTo>
                  <a:lnTo>
                    <a:pt x="1550758" y="655662"/>
                  </a:lnTo>
                  <a:lnTo>
                    <a:pt x="1659724" y="655739"/>
                  </a:lnTo>
                  <a:lnTo>
                    <a:pt x="1659902" y="786790"/>
                  </a:lnTo>
                  <a:lnTo>
                    <a:pt x="1659902" y="199313"/>
                  </a:lnTo>
                  <a:lnTo>
                    <a:pt x="1659813" y="133769"/>
                  </a:lnTo>
                  <a:lnTo>
                    <a:pt x="1769541" y="133832"/>
                  </a:lnTo>
                  <a:lnTo>
                    <a:pt x="1769719" y="264909"/>
                  </a:lnTo>
                  <a:lnTo>
                    <a:pt x="1769719" y="0"/>
                  </a:lnTo>
                  <a:lnTo>
                    <a:pt x="1769541" y="0"/>
                  </a:lnTo>
                  <a:lnTo>
                    <a:pt x="1769541" y="133070"/>
                  </a:lnTo>
                  <a:lnTo>
                    <a:pt x="1659813" y="133007"/>
                  </a:lnTo>
                  <a:lnTo>
                    <a:pt x="1659724" y="62445"/>
                  </a:lnTo>
                  <a:lnTo>
                    <a:pt x="1659724" y="654977"/>
                  </a:lnTo>
                  <a:lnTo>
                    <a:pt x="1550758" y="654900"/>
                  </a:lnTo>
                  <a:lnTo>
                    <a:pt x="1550593" y="523836"/>
                  </a:lnTo>
                  <a:lnTo>
                    <a:pt x="1659559" y="523913"/>
                  </a:lnTo>
                  <a:lnTo>
                    <a:pt x="1659724" y="654977"/>
                  </a:lnTo>
                  <a:lnTo>
                    <a:pt x="1659724" y="62445"/>
                  </a:lnTo>
                  <a:lnTo>
                    <a:pt x="1659648" y="1943"/>
                  </a:lnTo>
                  <a:lnTo>
                    <a:pt x="1769376" y="2006"/>
                  </a:lnTo>
                  <a:lnTo>
                    <a:pt x="1769541" y="133070"/>
                  </a:lnTo>
                  <a:lnTo>
                    <a:pt x="1769541" y="0"/>
                  </a:lnTo>
                  <a:lnTo>
                    <a:pt x="1769376" y="0"/>
                  </a:lnTo>
                  <a:lnTo>
                    <a:pt x="1769376" y="1244"/>
                  </a:lnTo>
                  <a:lnTo>
                    <a:pt x="1659648" y="1181"/>
                  </a:lnTo>
                  <a:lnTo>
                    <a:pt x="1659648" y="0"/>
                  </a:lnTo>
                  <a:lnTo>
                    <a:pt x="1659559" y="523151"/>
                  </a:lnTo>
                  <a:lnTo>
                    <a:pt x="1550593" y="523074"/>
                  </a:lnTo>
                  <a:lnTo>
                    <a:pt x="1550504" y="457542"/>
                  </a:lnTo>
                  <a:lnTo>
                    <a:pt x="1550504" y="1045806"/>
                  </a:lnTo>
                  <a:lnTo>
                    <a:pt x="1441526" y="1045730"/>
                  </a:lnTo>
                  <a:lnTo>
                    <a:pt x="1441361" y="914654"/>
                  </a:lnTo>
                  <a:lnTo>
                    <a:pt x="1550339" y="914730"/>
                  </a:lnTo>
                  <a:lnTo>
                    <a:pt x="1550504" y="1045806"/>
                  </a:lnTo>
                  <a:lnTo>
                    <a:pt x="1550504" y="457542"/>
                  </a:lnTo>
                  <a:lnTo>
                    <a:pt x="1550416" y="391998"/>
                  </a:lnTo>
                  <a:lnTo>
                    <a:pt x="1659382" y="392074"/>
                  </a:lnTo>
                  <a:lnTo>
                    <a:pt x="1659559" y="523151"/>
                  </a:lnTo>
                  <a:lnTo>
                    <a:pt x="1659559" y="0"/>
                  </a:lnTo>
                  <a:lnTo>
                    <a:pt x="1659382" y="0"/>
                  </a:lnTo>
                  <a:lnTo>
                    <a:pt x="1659382" y="391312"/>
                  </a:lnTo>
                  <a:lnTo>
                    <a:pt x="1550416" y="391236"/>
                  </a:lnTo>
                  <a:lnTo>
                    <a:pt x="1550339" y="328383"/>
                  </a:lnTo>
                  <a:lnTo>
                    <a:pt x="1550339" y="913968"/>
                  </a:lnTo>
                  <a:lnTo>
                    <a:pt x="1441361" y="913892"/>
                  </a:lnTo>
                  <a:lnTo>
                    <a:pt x="1441196" y="787400"/>
                  </a:lnTo>
                  <a:lnTo>
                    <a:pt x="1550174" y="787476"/>
                  </a:lnTo>
                  <a:lnTo>
                    <a:pt x="1550339" y="913968"/>
                  </a:lnTo>
                  <a:lnTo>
                    <a:pt x="1550339" y="328383"/>
                  </a:lnTo>
                  <a:lnTo>
                    <a:pt x="1550263" y="265518"/>
                  </a:lnTo>
                  <a:lnTo>
                    <a:pt x="1659229" y="265595"/>
                  </a:lnTo>
                  <a:lnTo>
                    <a:pt x="1659382" y="391312"/>
                  </a:lnTo>
                  <a:lnTo>
                    <a:pt x="1659382" y="0"/>
                  </a:lnTo>
                  <a:lnTo>
                    <a:pt x="1659229" y="0"/>
                  </a:lnTo>
                  <a:lnTo>
                    <a:pt x="1659229" y="264833"/>
                  </a:lnTo>
                  <a:lnTo>
                    <a:pt x="1550263" y="264756"/>
                  </a:lnTo>
                  <a:lnTo>
                    <a:pt x="1550174" y="199224"/>
                  </a:lnTo>
                  <a:lnTo>
                    <a:pt x="1550174" y="786714"/>
                  </a:lnTo>
                  <a:lnTo>
                    <a:pt x="1441196" y="786638"/>
                  </a:lnTo>
                  <a:lnTo>
                    <a:pt x="1441018" y="655586"/>
                  </a:lnTo>
                  <a:lnTo>
                    <a:pt x="1549996" y="655662"/>
                  </a:lnTo>
                  <a:lnTo>
                    <a:pt x="1550174" y="786714"/>
                  </a:lnTo>
                  <a:lnTo>
                    <a:pt x="1550174" y="199224"/>
                  </a:lnTo>
                  <a:lnTo>
                    <a:pt x="1550085" y="133680"/>
                  </a:lnTo>
                  <a:lnTo>
                    <a:pt x="1659051" y="133756"/>
                  </a:lnTo>
                  <a:lnTo>
                    <a:pt x="1659229" y="264833"/>
                  </a:lnTo>
                  <a:lnTo>
                    <a:pt x="1659229" y="0"/>
                  </a:lnTo>
                  <a:lnTo>
                    <a:pt x="1659051" y="0"/>
                  </a:lnTo>
                  <a:lnTo>
                    <a:pt x="1659051" y="132994"/>
                  </a:lnTo>
                  <a:lnTo>
                    <a:pt x="1550085" y="132918"/>
                  </a:lnTo>
                  <a:lnTo>
                    <a:pt x="1549996" y="62357"/>
                  </a:lnTo>
                  <a:lnTo>
                    <a:pt x="1549996" y="654900"/>
                  </a:lnTo>
                  <a:lnTo>
                    <a:pt x="1441018" y="654824"/>
                  </a:lnTo>
                  <a:lnTo>
                    <a:pt x="1440853" y="523760"/>
                  </a:lnTo>
                  <a:lnTo>
                    <a:pt x="1549831" y="523836"/>
                  </a:lnTo>
                  <a:lnTo>
                    <a:pt x="1549996" y="654900"/>
                  </a:lnTo>
                  <a:lnTo>
                    <a:pt x="1549996" y="62357"/>
                  </a:lnTo>
                  <a:lnTo>
                    <a:pt x="1549920" y="1854"/>
                  </a:lnTo>
                  <a:lnTo>
                    <a:pt x="1658886" y="1930"/>
                  </a:lnTo>
                  <a:lnTo>
                    <a:pt x="1659051" y="132994"/>
                  </a:lnTo>
                  <a:lnTo>
                    <a:pt x="1659051" y="0"/>
                  </a:lnTo>
                  <a:lnTo>
                    <a:pt x="1658886" y="0"/>
                  </a:lnTo>
                  <a:lnTo>
                    <a:pt x="1658886" y="1168"/>
                  </a:lnTo>
                  <a:lnTo>
                    <a:pt x="1549920" y="1092"/>
                  </a:lnTo>
                  <a:lnTo>
                    <a:pt x="1549920" y="0"/>
                  </a:lnTo>
                  <a:lnTo>
                    <a:pt x="1549831" y="523074"/>
                  </a:lnTo>
                  <a:lnTo>
                    <a:pt x="1440853" y="522998"/>
                  </a:lnTo>
                  <a:lnTo>
                    <a:pt x="1440764" y="457466"/>
                  </a:lnTo>
                  <a:lnTo>
                    <a:pt x="1440764" y="1045730"/>
                  </a:lnTo>
                  <a:lnTo>
                    <a:pt x="1330274" y="1045654"/>
                  </a:lnTo>
                  <a:lnTo>
                    <a:pt x="1330109" y="914577"/>
                  </a:lnTo>
                  <a:lnTo>
                    <a:pt x="1440599" y="914654"/>
                  </a:lnTo>
                  <a:lnTo>
                    <a:pt x="1440764" y="1045730"/>
                  </a:lnTo>
                  <a:lnTo>
                    <a:pt x="1440764" y="457466"/>
                  </a:lnTo>
                  <a:lnTo>
                    <a:pt x="1440675" y="391922"/>
                  </a:lnTo>
                  <a:lnTo>
                    <a:pt x="1549654" y="391998"/>
                  </a:lnTo>
                  <a:lnTo>
                    <a:pt x="1549831" y="523074"/>
                  </a:lnTo>
                  <a:lnTo>
                    <a:pt x="1549831" y="0"/>
                  </a:lnTo>
                  <a:lnTo>
                    <a:pt x="1549654" y="0"/>
                  </a:lnTo>
                  <a:lnTo>
                    <a:pt x="1549654" y="391236"/>
                  </a:lnTo>
                  <a:lnTo>
                    <a:pt x="1440675" y="391160"/>
                  </a:lnTo>
                  <a:lnTo>
                    <a:pt x="1440599" y="328307"/>
                  </a:lnTo>
                  <a:lnTo>
                    <a:pt x="1440599" y="913892"/>
                  </a:lnTo>
                  <a:lnTo>
                    <a:pt x="1330109" y="913815"/>
                  </a:lnTo>
                  <a:lnTo>
                    <a:pt x="1329944" y="787323"/>
                  </a:lnTo>
                  <a:lnTo>
                    <a:pt x="1440434" y="787400"/>
                  </a:lnTo>
                  <a:lnTo>
                    <a:pt x="1440599" y="913892"/>
                  </a:lnTo>
                  <a:lnTo>
                    <a:pt x="1440599" y="328307"/>
                  </a:lnTo>
                  <a:lnTo>
                    <a:pt x="1440522" y="265442"/>
                  </a:lnTo>
                  <a:lnTo>
                    <a:pt x="1549501" y="265518"/>
                  </a:lnTo>
                  <a:lnTo>
                    <a:pt x="1549654" y="391236"/>
                  </a:lnTo>
                  <a:lnTo>
                    <a:pt x="1549654" y="0"/>
                  </a:lnTo>
                  <a:lnTo>
                    <a:pt x="1549501" y="0"/>
                  </a:lnTo>
                  <a:lnTo>
                    <a:pt x="1549501" y="264756"/>
                  </a:lnTo>
                  <a:lnTo>
                    <a:pt x="1440510" y="264680"/>
                  </a:lnTo>
                  <a:lnTo>
                    <a:pt x="1440434" y="204190"/>
                  </a:lnTo>
                  <a:lnTo>
                    <a:pt x="1440434" y="786638"/>
                  </a:lnTo>
                  <a:lnTo>
                    <a:pt x="1329944" y="786561"/>
                  </a:lnTo>
                  <a:lnTo>
                    <a:pt x="1329766" y="655510"/>
                  </a:lnTo>
                  <a:lnTo>
                    <a:pt x="1440256" y="655586"/>
                  </a:lnTo>
                  <a:lnTo>
                    <a:pt x="1440434" y="786638"/>
                  </a:lnTo>
                  <a:lnTo>
                    <a:pt x="1440434" y="204190"/>
                  </a:lnTo>
                  <a:lnTo>
                    <a:pt x="1440345" y="133604"/>
                  </a:lnTo>
                  <a:lnTo>
                    <a:pt x="1549323" y="133680"/>
                  </a:lnTo>
                  <a:lnTo>
                    <a:pt x="1549501" y="264756"/>
                  </a:lnTo>
                  <a:lnTo>
                    <a:pt x="1549501" y="0"/>
                  </a:lnTo>
                  <a:lnTo>
                    <a:pt x="1549323" y="0"/>
                  </a:lnTo>
                  <a:lnTo>
                    <a:pt x="1549323" y="132918"/>
                  </a:lnTo>
                  <a:lnTo>
                    <a:pt x="1440345" y="132842"/>
                  </a:lnTo>
                  <a:lnTo>
                    <a:pt x="1440256" y="62280"/>
                  </a:lnTo>
                  <a:lnTo>
                    <a:pt x="1440256" y="654824"/>
                  </a:lnTo>
                  <a:lnTo>
                    <a:pt x="1329766" y="654748"/>
                  </a:lnTo>
                  <a:lnTo>
                    <a:pt x="1329601" y="523684"/>
                  </a:lnTo>
                  <a:lnTo>
                    <a:pt x="1440091" y="523760"/>
                  </a:lnTo>
                  <a:lnTo>
                    <a:pt x="1440256" y="654824"/>
                  </a:lnTo>
                  <a:lnTo>
                    <a:pt x="1440256" y="62280"/>
                  </a:lnTo>
                  <a:lnTo>
                    <a:pt x="1440180" y="1778"/>
                  </a:lnTo>
                  <a:lnTo>
                    <a:pt x="1549158" y="1854"/>
                  </a:lnTo>
                  <a:lnTo>
                    <a:pt x="1549323" y="132918"/>
                  </a:lnTo>
                  <a:lnTo>
                    <a:pt x="1549323" y="0"/>
                  </a:lnTo>
                  <a:lnTo>
                    <a:pt x="1549158" y="0"/>
                  </a:lnTo>
                  <a:lnTo>
                    <a:pt x="1549158" y="1092"/>
                  </a:lnTo>
                  <a:lnTo>
                    <a:pt x="1440180" y="1016"/>
                  </a:lnTo>
                  <a:lnTo>
                    <a:pt x="1440180" y="0"/>
                  </a:lnTo>
                  <a:lnTo>
                    <a:pt x="1440091" y="522998"/>
                  </a:lnTo>
                  <a:lnTo>
                    <a:pt x="1329601" y="522922"/>
                  </a:lnTo>
                  <a:lnTo>
                    <a:pt x="1329512" y="457390"/>
                  </a:lnTo>
                  <a:lnTo>
                    <a:pt x="1329512" y="1045654"/>
                  </a:lnTo>
                  <a:lnTo>
                    <a:pt x="1221219" y="1045578"/>
                  </a:lnTo>
                  <a:lnTo>
                    <a:pt x="1220965" y="914501"/>
                  </a:lnTo>
                  <a:lnTo>
                    <a:pt x="1329347" y="914577"/>
                  </a:lnTo>
                  <a:lnTo>
                    <a:pt x="1329512" y="1045654"/>
                  </a:lnTo>
                  <a:lnTo>
                    <a:pt x="1329512" y="457390"/>
                  </a:lnTo>
                  <a:lnTo>
                    <a:pt x="1329423" y="391845"/>
                  </a:lnTo>
                  <a:lnTo>
                    <a:pt x="1439913" y="391922"/>
                  </a:lnTo>
                  <a:lnTo>
                    <a:pt x="1440091" y="522998"/>
                  </a:lnTo>
                  <a:lnTo>
                    <a:pt x="1440091" y="0"/>
                  </a:lnTo>
                  <a:lnTo>
                    <a:pt x="1439913" y="0"/>
                  </a:lnTo>
                  <a:lnTo>
                    <a:pt x="1439913" y="391160"/>
                  </a:lnTo>
                  <a:lnTo>
                    <a:pt x="1329423" y="391083"/>
                  </a:lnTo>
                  <a:lnTo>
                    <a:pt x="1329347" y="328231"/>
                  </a:lnTo>
                  <a:lnTo>
                    <a:pt x="1329347" y="913815"/>
                  </a:lnTo>
                  <a:lnTo>
                    <a:pt x="1220965" y="913739"/>
                  </a:lnTo>
                  <a:lnTo>
                    <a:pt x="1220724" y="787247"/>
                  </a:lnTo>
                  <a:lnTo>
                    <a:pt x="1329182" y="787323"/>
                  </a:lnTo>
                  <a:lnTo>
                    <a:pt x="1329347" y="913815"/>
                  </a:lnTo>
                  <a:lnTo>
                    <a:pt x="1329347" y="328231"/>
                  </a:lnTo>
                  <a:lnTo>
                    <a:pt x="1329270" y="265366"/>
                  </a:lnTo>
                  <a:lnTo>
                    <a:pt x="1439760" y="265442"/>
                  </a:lnTo>
                  <a:lnTo>
                    <a:pt x="1439913" y="391160"/>
                  </a:lnTo>
                  <a:lnTo>
                    <a:pt x="1439913" y="0"/>
                  </a:lnTo>
                  <a:lnTo>
                    <a:pt x="1439748" y="0"/>
                  </a:lnTo>
                  <a:lnTo>
                    <a:pt x="1439748" y="264680"/>
                  </a:lnTo>
                  <a:lnTo>
                    <a:pt x="1329258" y="264604"/>
                  </a:lnTo>
                  <a:lnTo>
                    <a:pt x="1329182" y="204114"/>
                  </a:lnTo>
                  <a:lnTo>
                    <a:pt x="1329182" y="786561"/>
                  </a:lnTo>
                  <a:lnTo>
                    <a:pt x="1220724" y="786485"/>
                  </a:lnTo>
                  <a:lnTo>
                    <a:pt x="1220470" y="655434"/>
                  </a:lnTo>
                  <a:lnTo>
                    <a:pt x="1329004" y="655510"/>
                  </a:lnTo>
                  <a:lnTo>
                    <a:pt x="1329182" y="786561"/>
                  </a:lnTo>
                  <a:lnTo>
                    <a:pt x="1329182" y="204114"/>
                  </a:lnTo>
                  <a:lnTo>
                    <a:pt x="1329093" y="133527"/>
                  </a:lnTo>
                  <a:lnTo>
                    <a:pt x="1439583" y="133604"/>
                  </a:lnTo>
                  <a:lnTo>
                    <a:pt x="1439748" y="264680"/>
                  </a:lnTo>
                  <a:lnTo>
                    <a:pt x="1439748" y="0"/>
                  </a:lnTo>
                  <a:lnTo>
                    <a:pt x="1439583" y="0"/>
                  </a:lnTo>
                  <a:lnTo>
                    <a:pt x="1439583" y="132842"/>
                  </a:lnTo>
                  <a:lnTo>
                    <a:pt x="1329093" y="132765"/>
                  </a:lnTo>
                  <a:lnTo>
                    <a:pt x="1329004" y="62204"/>
                  </a:lnTo>
                  <a:lnTo>
                    <a:pt x="1329004" y="654748"/>
                  </a:lnTo>
                  <a:lnTo>
                    <a:pt x="1220470" y="654672"/>
                  </a:lnTo>
                  <a:lnTo>
                    <a:pt x="1220457" y="648119"/>
                  </a:lnTo>
                  <a:lnTo>
                    <a:pt x="1220457" y="1045578"/>
                  </a:lnTo>
                  <a:lnTo>
                    <a:pt x="1111580" y="1045514"/>
                  </a:lnTo>
                  <a:lnTo>
                    <a:pt x="1111415" y="914438"/>
                  </a:lnTo>
                  <a:lnTo>
                    <a:pt x="1220203" y="914501"/>
                  </a:lnTo>
                  <a:lnTo>
                    <a:pt x="1220457" y="1045578"/>
                  </a:lnTo>
                  <a:lnTo>
                    <a:pt x="1220457" y="648119"/>
                  </a:lnTo>
                  <a:lnTo>
                    <a:pt x="1220216" y="523608"/>
                  </a:lnTo>
                  <a:lnTo>
                    <a:pt x="1328839" y="523684"/>
                  </a:lnTo>
                  <a:lnTo>
                    <a:pt x="1329004" y="654748"/>
                  </a:lnTo>
                  <a:lnTo>
                    <a:pt x="1329004" y="62204"/>
                  </a:lnTo>
                  <a:lnTo>
                    <a:pt x="1328928" y="1701"/>
                  </a:lnTo>
                  <a:lnTo>
                    <a:pt x="1439418" y="1778"/>
                  </a:lnTo>
                  <a:lnTo>
                    <a:pt x="1439583" y="132842"/>
                  </a:lnTo>
                  <a:lnTo>
                    <a:pt x="1439583" y="0"/>
                  </a:lnTo>
                  <a:lnTo>
                    <a:pt x="1439418" y="0"/>
                  </a:lnTo>
                  <a:lnTo>
                    <a:pt x="1439418" y="1016"/>
                  </a:lnTo>
                  <a:lnTo>
                    <a:pt x="1328928" y="939"/>
                  </a:lnTo>
                  <a:lnTo>
                    <a:pt x="1328928" y="0"/>
                  </a:lnTo>
                  <a:lnTo>
                    <a:pt x="1328839" y="522922"/>
                  </a:lnTo>
                  <a:lnTo>
                    <a:pt x="1220203" y="522846"/>
                  </a:lnTo>
                  <a:lnTo>
                    <a:pt x="1220203" y="913739"/>
                  </a:lnTo>
                  <a:lnTo>
                    <a:pt x="1111415" y="913676"/>
                  </a:lnTo>
                  <a:lnTo>
                    <a:pt x="1111250" y="787184"/>
                  </a:lnTo>
                  <a:lnTo>
                    <a:pt x="1219962" y="787247"/>
                  </a:lnTo>
                  <a:lnTo>
                    <a:pt x="1220203" y="913739"/>
                  </a:lnTo>
                  <a:lnTo>
                    <a:pt x="1220203" y="522846"/>
                  </a:lnTo>
                  <a:lnTo>
                    <a:pt x="1219962" y="398335"/>
                  </a:lnTo>
                  <a:lnTo>
                    <a:pt x="1219962" y="786485"/>
                  </a:lnTo>
                  <a:lnTo>
                    <a:pt x="1111250" y="786422"/>
                  </a:lnTo>
                  <a:lnTo>
                    <a:pt x="1111072" y="655370"/>
                  </a:lnTo>
                  <a:lnTo>
                    <a:pt x="1219708" y="655434"/>
                  </a:lnTo>
                  <a:lnTo>
                    <a:pt x="1219962" y="786485"/>
                  </a:lnTo>
                  <a:lnTo>
                    <a:pt x="1219962" y="398335"/>
                  </a:lnTo>
                  <a:lnTo>
                    <a:pt x="1219949" y="391769"/>
                  </a:lnTo>
                  <a:lnTo>
                    <a:pt x="1328661" y="391845"/>
                  </a:lnTo>
                  <a:lnTo>
                    <a:pt x="1328839" y="522922"/>
                  </a:lnTo>
                  <a:lnTo>
                    <a:pt x="1328839" y="0"/>
                  </a:lnTo>
                  <a:lnTo>
                    <a:pt x="1328661" y="0"/>
                  </a:lnTo>
                  <a:lnTo>
                    <a:pt x="1328661" y="391083"/>
                  </a:lnTo>
                  <a:lnTo>
                    <a:pt x="1219949" y="391007"/>
                  </a:lnTo>
                  <a:lnTo>
                    <a:pt x="1219708" y="265290"/>
                  </a:lnTo>
                  <a:lnTo>
                    <a:pt x="1219708" y="654672"/>
                  </a:lnTo>
                  <a:lnTo>
                    <a:pt x="1111072" y="654608"/>
                  </a:lnTo>
                  <a:lnTo>
                    <a:pt x="1110907" y="523544"/>
                  </a:lnTo>
                  <a:lnTo>
                    <a:pt x="1219454" y="523608"/>
                  </a:lnTo>
                  <a:lnTo>
                    <a:pt x="1219708" y="654672"/>
                  </a:lnTo>
                  <a:lnTo>
                    <a:pt x="1219708" y="265290"/>
                  </a:lnTo>
                  <a:lnTo>
                    <a:pt x="1328508" y="265366"/>
                  </a:lnTo>
                  <a:lnTo>
                    <a:pt x="1328661" y="391083"/>
                  </a:lnTo>
                  <a:lnTo>
                    <a:pt x="1328661" y="0"/>
                  </a:lnTo>
                  <a:lnTo>
                    <a:pt x="1328496" y="0"/>
                  </a:lnTo>
                  <a:lnTo>
                    <a:pt x="1328496" y="264604"/>
                  </a:lnTo>
                  <a:lnTo>
                    <a:pt x="1219708" y="264528"/>
                  </a:lnTo>
                  <a:lnTo>
                    <a:pt x="1219454" y="133451"/>
                  </a:lnTo>
                  <a:lnTo>
                    <a:pt x="1328331" y="133527"/>
                  </a:lnTo>
                  <a:lnTo>
                    <a:pt x="1328496" y="264604"/>
                  </a:lnTo>
                  <a:lnTo>
                    <a:pt x="1328496" y="0"/>
                  </a:lnTo>
                  <a:lnTo>
                    <a:pt x="1328331" y="0"/>
                  </a:lnTo>
                  <a:lnTo>
                    <a:pt x="1328331" y="132765"/>
                  </a:lnTo>
                  <a:lnTo>
                    <a:pt x="1219454" y="132689"/>
                  </a:lnTo>
                  <a:lnTo>
                    <a:pt x="1219441" y="126136"/>
                  </a:lnTo>
                  <a:lnTo>
                    <a:pt x="1219441" y="522846"/>
                  </a:lnTo>
                  <a:lnTo>
                    <a:pt x="1110907" y="522782"/>
                  </a:lnTo>
                  <a:lnTo>
                    <a:pt x="1110818" y="457250"/>
                  </a:lnTo>
                  <a:lnTo>
                    <a:pt x="1110818" y="1045514"/>
                  </a:lnTo>
                  <a:lnTo>
                    <a:pt x="997280" y="1045425"/>
                  </a:lnTo>
                  <a:lnTo>
                    <a:pt x="997115" y="914349"/>
                  </a:lnTo>
                  <a:lnTo>
                    <a:pt x="1110653" y="914438"/>
                  </a:lnTo>
                  <a:lnTo>
                    <a:pt x="1110818" y="1045514"/>
                  </a:lnTo>
                  <a:lnTo>
                    <a:pt x="1110818" y="457250"/>
                  </a:lnTo>
                  <a:lnTo>
                    <a:pt x="1110729" y="391706"/>
                  </a:lnTo>
                  <a:lnTo>
                    <a:pt x="1219187" y="391769"/>
                  </a:lnTo>
                  <a:lnTo>
                    <a:pt x="1219441" y="522846"/>
                  </a:lnTo>
                  <a:lnTo>
                    <a:pt x="1219441" y="126136"/>
                  </a:lnTo>
                  <a:lnTo>
                    <a:pt x="1219200" y="1625"/>
                  </a:lnTo>
                  <a:lnTo>
                    <a:pt x="1328166" y="1701"/>
                  </a:lnTo>
                  <a:lnTo>
                    <a:pt x="1328331" y="132765"/>
                  </a:lnTo>
                  <a:lnTo>
                    <a:pt x="1328331" y="0"/>
                  </a:lnTo>
                  <a:lnTo>
                    <a:pt x="1328166" y="0"/>
                  </a:lnTo>
                  <a:lnTo>
                    <a:pt x="1328166" y="939"/>
                  </a:lnTo>
                  <a:lnTo>
                    <a:pt x="1219200" y="863"/>
                  </a:lnTo>
                  <a:lnTo>
                    <a:pt x="1219200" y="0"/>
                  </a:lnTo>
                  <a:lnTo>
                    <a:pt x="1219187" y="391007"/>
                  </a:lnTo>
                  <a:lnTo>
                    <a:pt x="1110729" y="390944"/>
                  </a:lnTo>
                  <a:lnTo>
                    <a:pt x="1110653" y="328091"/>
                  </a:lnTo>
                  <a:lnTo>
                    <a:pt x="1110653" y="913676"/>
                  </a:lnTo>
                  <a:lnTo>
                    <a:pt x="997115" y="913587"/>
                  </a:lnTo>
                  <a:lnTo>
                    <a:pt x="996950" y="787095"/>
                  </a:lnTo>
                  <a:lnTo>
                    <a:pt x="1110488" y="787184"/>
                  </a:lnTo>
                  <a:lnTo>
                    <a:pt x="1110653" y="913676"/>
                  </a:lnTo>
                  <a:lnTo>
                    <a:pt x="1110653" y="328091"/>
                  </a:lnTo>
                  <a:lnTo>
                    <a:pt x="1110576" y="265226"/>
                  </a:lnTo>
                  <a:lnTo>
                    <a:pt x="1218946" y="265290"/>
                  </a:lnTo>
                  <a:lnTo>
                    <a:pt x="1219187" y="391007"/>
                  </a:lnTo>
                  <a:lnTo>
                    <a:pt x="1219187" y="0"/>
                  </a:lnTo>
                  <a:lnTo>
                    <a:pt x="1218946" y="0"/>
                  </a:lnTo>
                  <a:lnTo>
                    <a:pt x="1218946" y="264528"/>
                  </a:lnTo>
                  <a:lnTo>
                    <a:pt x="1110564" y="264464"/>
                  </a:lnTo>
                  <a:lnTo>
                    <a:pt x="1110488" y="203974"/>
                  </a:lnTo>
                  <a:lnTo>
                    <a:pt x="1110488" y="786422"/>
                  </a:lnTo>
                  <a:lnTo>
                    <a:pt x="996950" y="786333"/>
                  </a:lnTo>
                  <a:lnTo>
                    <a:pt x="996772" y="655281"/>
                  </a:lnTo>
                  <a:lnTo>
                    <a:pt x="1110310" y="655370"/>
                  </a:lnTo>
                  <a:lnTo>
                    <a:pt x="1110488" y="786422"/>
                  </a:lnTo>
                  <a:lnTo>
                    <a:pt x="1110488" y="203974"/>
                  </a:lnTo>
                  <a:lnTo>
                    <a:pt x="1110399" y="133388"/>
                  </a:lnTo>
                  <a:lnTo>
                    <a:pt x="1218692" y="133451"/>
                  </a:lnTo>
                  <a:lnTo>
                    <a:pt x="1218946" y="264528"/>
                  </a:lnTo>
                  <a:lnTo>
                    <a:pt x="1218946" y="0"/>
                  </a:lnTo>
                  <a:lnTo>
                    <a:pt x="1218692" y="0"/>
                  </a:lnTo>
                  <a:lnTo>
                    <a:pt x="1218692" y="132689"/>
                  </a:lnTo>
                  <a:lnTo>
                    <a:pt x="1110399" y="132626"/>
                  </a:lnTo>
                  <a:lnTo>
                    <a:pt x="1110310" y="62064"/>
                  </a:lnTo>
                  <a:lnTo>
                    <a:pt x="1110310" y="654608"/>
                  </a:lnTo>
                  <a:lnTo>
                    <a:pt x="996772" y="654519"/>
                  </a:lnTo>
                  <a:lnTo>
                    <a:pt x="996607" y="523455"/>
                  </a:lnTo>
                  <a:lnTo>
                    <a:pt x="1110145" y="523544"/>
                  </a:lnTo>
                  <a:lnTo>
                    <a:pt x="1110310" y="654608"/>
                  </a:lnTo>
                  <a:lnTo>
                    <a:pt x="1110310" y="62064"/>
                  </a:lnTo>
                  <a:lnTo>
                    <a:pt x="1110234" y="1562"/>
                  </a:lnTo>
                  <a:lnTo>
                    <a:pt x="1218438" y="1625"/>
                  </a:lnTo>
                  <a:lnTo>
                    <a:pt x="1218692" y="132689"/>
                  </a:lnTo>
                  <a:lnTo>
                    <a:pt x="1218692" y="0"/>
                  </a:lnTo>
                  <a:lnTo>
                    <a:pt x="1218438" y="0"/>
                  </a:lnTo>
                  <a:lnTo>
                    <a:pt x="1218438" y="863"/>
                  </a:lnTo>
                  <a:lnTo>
                    <a:pt x="1110234" y="800"/>
                  </a:lnTo>
                  <a:lnTo>
                    <a:pt x="1110234" y="0"/>
                  </a:lnTo>
                  <a:lnTo>
                    <a:pt x="1110145" y="522782"/>
                  </a:lnTo>
                  <a:lnTo>
                    <a:pt x="996607" y="522693"/>
                  </a:lnTo>
                  <a:lnTo>
                    <a:pt x="996518" y="457161"/>
                  </a:lnTo>
                  <a:lnTo>
                    <a:pt x="996518" y="1045425"/>
                  </a:lnTo>
                  <a:lnTo>
                    <a:pt x="886040" y="1045349"/>
                  </a:lnTo>
                  <a:lnTo>
                    <a:pt x="885875" y="914273"/>
                  </a:lnTo>
                  <a:lnTo>
                    <a:pt x="996353" y="914349"/>
                  </a:lnTo>
                  <a:lnTo>
                    <a:pt x="996518" y="1045425"/>
                  </a:lnTo>
                  <a:lnTo>
                    <a:pt x="996518" y="457161"/>
                  </a:lnTo>
                  <a:lnTo>
                    <a:pt x="996429" y="391617"/>
                  </a:lnTo>
                  <a:lnTo>
                    <a:pt x="1109967" y="391706"/>
                  </a:lnTo>
                  <a:lnTo>
                    <a:pt x="1110145" y="522782"/>
                  </a:lnTo>
                  <a:lnTo>
                    <a:pt x="1110145" y="0"/>
                  </a:lnTo>
                  <a:lnTo>
                    <a:pt x="1109967" y="0"/>
                  </a:lnTo>
                  <a:lnTo>
                    <a:pt x="1109967" y="390944"/>
                  </a:lnTo>
                  <a:lnTo>
                    <a:pt x="996429" y="390855"/>
                  </a:lnTo>
                  <a:lnTo>
                    <a:pt x="996353" y="328002"/>
                  </a:lnTo>
                  <a:lnTo>
                    <a:pt x="996353" y="913587"/>
                  </a:lnTo>
                  <a:lnTo>
                    <a:pt x="885875" y="913511"/>
                  </a:lnTo>
                  <a:lnTo>
                    <a:pt x="885710" y="787019"/>
                  </a:lnTo>
                  <a:lnTo>
                    <a:pt x="996188" y="787095"/>
                  </a:lnTo>
                  <a:lnTo>
                    <a:pt x="996353" y="913587"/>
                  </a:lnTo>
                  <a:lnTo>
                    <a:pt x="996353" y="328002"/>
                  </a:lnTo>
                  <a:lnTo>
                    <a:pt x="996276" y="265137"/>
                  </a:lnTo>
                  <a:lnTo>
                    <a:pt x="1109814" y="265226"/>
                  </a:lnTo>
                  <a:lnTo>
                    <a:pt x="1109967" y="390944"/>
                  </a:lnTo>
                  <a:lnTo>
                    <a:pt x="1109967" y="0"/>
                  </a:lnTo>
                  <a:lnTo>
                    <a:pt x="1109802" y="0"/>
                  </a:lnTo>
                  <a:lnTo>
                    <a:pt x="1109802" y="264464"/>
                  </a:lnTo>
                  <a:lnTo>
                    <a:pt x="996264" y="264375"/>
                  </a:lnTo>
                  <a:lnTo>
                    <a:pt x="996188" y="203885"/>
                  </a:lnTo>
                  <a:lnTo>
                    <a:pt x="996188" y="786333"/>
                  </a:lnTo>
                  <a:lnTo>
                    <a:pt x="885710" y="786257"/>
                  </a:lnTo>
                  <a:lnTo>
                    <a:pt x="885532" y="655205"/>
                  </a:lnTo>
                  <a:lnTo>
                    <a:pt x="996010" y="655281"/>
                  </a:lnTo>
                  <a:lnTo>
                    <a:pt x="996188" y="786333"/>
                  </a:lnTo>
                  <a:lnTo>
                    <a:pt x="996188" y="203885"/>
                  </a:lnTo>
                  <a:lnTo>
                    <a:pt x="996099" y="133299"/>
                  </a:lnTo>
                  <a:lnTo>
                    <a:pt x="1109637" y="133388"/>
                  </a:lnTo>
                  <a:lnTo>
                    <a:pt x="1109802" y="264464"/>
                  </a:lnTo>
                  <a:lnTo>
                    <a:pt x="1109802" y="0"/>
                  </a:lnTo>
                  <a:lnTo>
                    <a:pt x="1109637" y="0"/>
                  </a:lnTo>
                  <a:lnTo>
                    <a:pt x="1109637" y="132626"/>
                  </a:lnTo>
                  <a:lnTo>
                    <a:pt x="996099" y="132537"/>
                  </a:lnTo>
                  <a:lnTo>
                    <a:pt x="996010" y="61976"/>
                  </a:lnTo>
                  <a:lnTo>
                    <a:pt x="996010" y="654519"/>
                  </a:lnTo>
                  <a:lnTo>
                    <a:pt x="885532" y="654443"/>
                  </a:lnTo>
                  <a:lnTo>
                    <a:pt x="885367" y="523379"/>
                  </a:lnTo>
                  <a:lnTo>
                    <a:pt x="995845" y="523455"/>
                  </a:lnTo>
                  <a:lnTo>
                    <a:pt x="996010" y="654519"/>
                  </a:lnTo>
                  <a:lnTo>
                    <a:pt x="996010" y="61976"/>
                  </a:lnTo>
                  <a:lnTo>
                    <a:pt x="995934" y="1473"/>
                  </a:lnTo>
                  <a:lnTo>
                    <a:pt x="1109472" y="1562"/>
                  </a:lnTo>
                  <a:lnTo>
                    <a:pt x="1109637" y="132626"/>
                  </a:lnTo>
                  <a:lnTo>
                    <a:pt x="1109637" y="0"/>
                  </a:lnTo>
                  <a:lnTo>
                    <a:pt x="1109472" y="0"/>
                  </a:lnTo>
                  <a:lnTo>
                    <a:pt x="1109472" y="800"/>
                  </a:lnTo>
                  <a:lnTo>
                    <a:pt x="995934" y="711"/>
                  </a:lnTo>
                  <a:lnTo>
                    <a:pt x="995934" y="0"/>
                  </a:lnTo>
                  <a:lnTo>
                    <a:pt x="995845" y="522693"/>
                  </a:lnTo>
                  <a:lnTo>
                    <a:pt x="885367" y="522617"/>
                  </a:lnTo>
                  <a:lnTo>
                    <a:pt x="885278" y="457085"/>
                  </a:lnTo>
                  <a:lnTo>
                    <a:pt x="885278" y="1045349"/>
                  </a:lnTo>
                  <a:lnTo>
                    <a:pt x="776312" y="1045273"/>
                  </a:lnTo>
                  <a:lnTo>
                    <a:pt x="776147" y="914196"/>
                  </a:lnTo>
                  <a:lnTo>
                    <a:pt x="885113" y="914273"/>
                  </a:lnTo>
                  <a:lnTo>
                    <a:pt x="885278" y="1045349"/>
                  </a:lnTo>
                  <a:lnTo>
                    <a:pt x="885278" y="457085"/>
                  </a:lnTo>
                  <a:lnTo>
                    <a:pt x="885190" y="391541"/>
                  </a:lnTo>
                  <a:lnTo>
                    <a:pt x="995667" y="391617"/>
                  </a:lnTo>
                  <a:lnTo>
                    <a:pt x="995845" y="522693"/>
                  </a:lnTo>
                  <a:lnTo>
                    <a:pt x="995845" y="0"/>
                  </a:lnTo>
                  <a:lnTo>
                    <a:pt x="995667" y="0"/>
                  </a:lnTo>
                  <a:lnTo>
                    <a:pt x="995667" y="390855"/>
                  </a:lnTo>
                  <a:lnTo>
                    <a:pt x="885190" y="390779"/>
                  </a:lnTo>
                  <a:lnTo>
                    <a:pt x="885113" y="327926"/>
                  </a:lnTo>
                  <a:lnTo>
                    <a:pt x="885113" y="913511"/>
                  </a:lnTo>
                  <a:lnTo>
                    <a:pt x="776147" y="913434"/>
                  </a:lnTo>
                  <a:lnTo>
                    <a:pt x="775982" y="786942"/>
                  </a:lnTo>
                  <a:lnTo>
                    <a:pt x="884948" y="787019"/>
                  </a:lnTo>
                  <a:lnTo>
                    <a:pt x="885113" y="913511"/>
                  </a:lnTo>
                  <a:lnTo>
                    <a:pt x="885113" y="327926"/>
                  </a:lnTo>
                  <a:lnTo>
                    <a:pt x="885037" y="265061"/>
                  </a:lnTo>
                  <a:lnTo>
                    <a:pt x="995514" y="265137"/>
                  </a:lnTo>
                  <a:lnTo>
                    <a:pt x="995667" y="390855"/>
                  </a:lnTo>
                  <a:lnTo>
                    <a:pt x="995667" y="0"/>
                  </a:lnTo>
                  <a:lnTo>
                    <a:pt x="995502" y="0"/>
                  </a:lnTo>
                  <a:lnTo>
                    <a:pt x="995502" y="264375"/>
                  </a:lnTo>
                  <a:lnTo>
                    <a:pt x="885024" y="264299"/>
                  </a:lnTo>
                  <a:lnTo>
                    <a:pt x="884948" y="203809"/>
                  </a:lnTo>
                  <a:lnTo>
                    <a:pt x="884948" y="786257"/>
                  </a:lnTo>
                  <a:lnTo>
                    <a:pt x="775982" y="786180"/>
                  </a:lnTo>
                  <a:lnTo>
                    <a:pt x="775804" y="655129"/>
                  </a:lnTo>
                  <a:lnTo>
                    <a:pt x="884770" y="655205"/>
                  </a:lnTo>
                  <a:lnTo>
                    <a:pt x="884948" y="786257"/>
                  </a:lnTo>
                  <a:lnTo>
                    <a:pt x="884948" y="203809"/>
                  </a:lnTo>
                  <a:lnTo>
                    <a:pt x="884859" y="133223"/>
                  </a:lnTo>
                  <a:lnTo>
                    <a:pt x="995337" y="133299"/>
                  </a:lnTo>
                  <a:lnTo>
                    <a:pt x="995502" y="264375"/>
                  </a:lnTo>
                  <a:lnTo>
                    <a:pt x="995502" y="0"/>
                  </a:lnTo>
                  <a:lnTo>
                    <a:pt x="995337" y="0"/>
                  </a:lnTo>
                  <a:lnTo>
                    <a:pt x="995337" y="132537"/>
                  </a:lnTo>
                  <a:lnTo>
                    <a:pt x="884859" y="132461"/>
                  </a:lnTo>
                  <a:lnTo>
                    <a:pt x="884770" y="61899"/>
                  </a:lnTo>
                  <a:lnTo>
                    <a:pt x="884770" y="654443"/>
                  </a:lnTo>
                  <a:lnTo>
                    <a:pt x="775804" y="654367"/>
                  </a:lnTo>
                  <a:lnTo>
                    <a:pt x="775639" y="523303"/>
                  </a:lnTo>
                  <a:lnTo>
                    <a:pt x="884605" y="523379"/>
                  </a:lnTo>
                  <a:lnTo>
                    <a:pt x="884770" y="654443"/>
                  </a:lnTo>
                  <a:lnTo>
                    <a:pt x="884770" y="61899"/>
                  </a:lnTo>
                  <a:lnTo>
                    <a:pt x="884694" y="1397"/>
                  </a:lnTo>
                  <a:lnTo>
                    <a:pt x="995172" y="1473"/>
                  </a:lnTo>
                  <a:lnTo>
                    <a:pt x="995337" y="132537"/>
                  </a:lnTo>
                  <a:lnTo>
                    <a:pt x="995337" y="0"/>
                  </a:lnTo>
                  <a:lnTo>
                    <a:pt x="995172" y="0"/>
                  </a:lnTo>
                  <a:lnTo>
                    <a:pt x="995172" y="711"/>
                  </a:lnTo>
                  <a:lnTo>
                    <a:pt x="884694" y="635"/>
                  </a:lnTo>
                  <a:lnTo>
                    <a:pt x="884694" y="0"/>
                  </a:lnTo>
                  <a:lnTo>
                    <a:pt x="884605" y="522617"/>
                  </a:lnTo>
                  <a:lnTo>
                    <a:pt x="775639" y="522541"/>
                  </a:lnTo>
                  <a:lnTo>
                    <a:pt x="775550" y="457009"/>
                  </a:lnTo>
                  <a:lnTo>
                    <a:pt x="775550" y="1045273"/>
                  </a:lnTo>
                  <a:lnTo>
                    <a:pt x="665048" y="1045197"/>
                  </a:lnTo>
                  <a:lnTo>
                    <a:pt x="664883" y="914120"/>
                  </a:lnTo>
                  <a:lnTo>
                    <a:pt x="775385" y="914196"/>
                  </a:lnTo>
                  <a:lnTo>
                    <a:pt x="775550" y="1045273"/>
                  </a:lnTo>
                  <a:lnTo>
                    <a:pt x="775550" y="457009"/>
                  </a:lnTo>
                  <a:lnTo>
                    <a:pt x="775462" y="391464"/>
                  </a:lnTo>
                  <a:lnTo>
                    <a:pt x="884428" y="391541"/>
                  </a:lnTo>
                  <a:lnTo>
                    <a:pt x="884605" y="522617"/>
                  </a:lnTo>
                  <a:lnTo>
                    <a:pt x="884605" y="0"/>
                  </a:lnTo>
                  <a:lnTo>
                    <a:pt x="884428" y="0"/>
                  </a:lnTo>
                  <a:lnTo>
                    <a:pt x="884428" y="390779"/>
                  </a:lnTo>
                  <a:lnTo>
                    <a:pt x="775462" y="390702"/>
                  </a:lnTo>
                  <a:lnTo>
                    <a:pt x="775385" y="327850"/>
                  </a:lnTo>
                  <a:lnTo>
                    <a:pt x="775385" y="913434"/>
                  </a:lnTo>
                  <a:lnTo>
                    <a:pt x="664883" y="913358"/>
                  </a:lnTo>
                  <a:lnTo>
                    <a:pt x="664718" y="786866"/>
                  </a:lnTo>
                  <a:lnTo>
                    <a:pt x="775220" y="786942"/>
                  </a:lnTo>
                  <a:lnTo>
                    <a:pt x="775385" y="913434"/>
                  </a:lnTo>
                  <a:lnTo>
                    <a:pt x="775385" y="327850"/>
                  </a:lnTo>
                  <a:lnTo>
                    <a:pt x="775309" y="264985"/>
                  </a:lnTo>
                  <a:lnTo>
                    <a:pt x="884275" y="265061"/>
                  </a:lnTo>
                  <a:lnTo>
                    <a:pt x="884428" y="390779"/>
                  </a:lnTo>
                  <a:lnTo>
                    <a:pt x="884428" y="0"/>
                  </a:lnTo>
                  <a:lnTo>
                    <a:pt x="884262" y="0"/>
                  </a:lnTo>
                  <a:lnTo>
                    <a:pt x="884262" y="264299"/>
                  </a:lnTo>
                  <a:lnTo>
                    <a:pt x="775296" y="264223"/>
                  </a:lnTo>
                  <a:lnTo>
                    <a:pt x="775220" y="203733"/>
                  </a:lnTo>
                  <a:lnTo>
                    <a:pt x="775220" y="786180"/>
                  </a:lnTo>
                  <a:lnTo>
                    <a:pt x="664718" y="786104"/>
                  </a:lnTo>
                  <a:lnTo>
                    <a:pt x="664540" y="655053"/>
                  </a:lnTo>
                  <a:lnTo>
                    <a:pt x="775042" y="655129"/>
                  </a:lnTo>
                  <a:lnTo>
                    <a:pt x="775220" y="786180"/>
                  </a:lnTo>
                  <a:lnTo>
                    <a:pt x="775220" y="203733"/>
                  </a:lnTo>
                  <a:lnTo>
                    <a:pt x="775131" y="133146"/>
                  </a:lnTo>
                  <a:lnTo>
                    <a:pt x="884097" y="133223"/>
                  </a:lnTo>
                  <a:lnTo>
                    <a:pt x="884262" y="264299"/>
                  </a:lnTo>
                  <a:lnTo>
                    <a:pt x="884262" y="0"/>
                  </a:lnTo>
                  <a:lnTo>
                    <a:pt x="884097" y="0"/>
                  </a:lnTo>
                  <a:lnTo>
                    <a:pt x="884097" y="132461"/>
                  </a:lnTo>
                  <a:lnTo>
                    <a:pt x="775131" y="132384"/>
                  </a:lnTo>
                  <a:lnTo>
                    <a:pt x="775042" y="61823"/>
                  </a:lnTo>
                  <a:lnTo>
                    <a:pt x="775042" y="654367"/>
                  </a:lnTo>
                  <a:lnTo>
                    <a:pt x="664540" y="654291"/>
                  </a:lnTo>
                  <a:lnTo>
                    <a:pt x="664375" y="523227"/>
                  </a:lnTo>
                  <a:lnTo>
                    <a:pt x="774877" y="523303"/>
                  </a:lnTo>
                  <a:lnTo>
                    <a:pt x="775042" y="654367"/>
                  </a:lnTo>
                  <a:lnTo>
                    <a:pt x="775042" y="61823"/>
                  </a:lnTo>
                  <a:lnTo>
                    <a:pt x="774966" y="1320"/>
                  </a:lnTo>
                  <a:lnTo>
                    <a:pt x="883932" y="1397"/>
                  </a:lnTo>
                  <a:lnTo>
                    <a:pt x="884097" y="132461"/>
                  </a:lnTo>
                  <a:lnTo>
                    <a:pt x="884097" y="0"/>
                  </a:lnTo>
                  <a:lnTo>
                    <a:pt x="883932" y="0"/>
                  </a:lnTo>
                  <a:lnTo>
                    <a:pt x="883932" y="635"/>
                  </a:lnTo>
                  <a:lnTo>
                    <a:pt x="774966" y="558"/>
                  </a:lnTo>
                  <a:lnTo>
                    <a:pt x="774966" y="0"/>
                  </a:lnTo>
                  <a:lnTo>
                    <a:pt x="774877" y="522541"/>
                  </a:lnTo>
                  <a:lnTo>
                    <a:pt x="664375" y="522465"/>
                  </a:lnTo>
                  <a:lnTo>
                    <a:pt x="664286" y="456933"/>
                  </a:lnTo>
                  <a:lnTo>
                    <a:pt x="664286" y="1045197"/>
                  </a:lnTo>
                  <a:lnTo>
                    <a:pt x="556094" y="1045133"/>
                  </a:lnTo>
                  <a:lnTo>
                    <a:pt x="555929" y="914057"/>
                  </a:lnTo>
                  <a:lnTo>
                    <a:pt x="664121" y="914120"/>
                  </a:lnTo>
                  <a:lnTo>
                    <a:pt x="664286" y="1045197"/>
                  </a:lnTo>
                  <a:lnTo>
                    <a:pt x="664286" y="456933"/>
                  </a:lnTo>
                  <a:lnTo>
                    <a:pt x="664197" y="391388"/>
                  </a:lnTo>
                  <a:lnTo>
                    <a:pt x="774700" y="391464"/>
                  </a:lnTo>
                  <a:lnTo>
                    <a:pt x="774877" y="522541"/>
                  </a:lnTo>
                  <a:lnTo>
                    <a:pt x="774877" y="0"/>
                  </a:lnTo>
                  <a:lnTo>
                    <a:pt x="774700" y="0"/>
                  </a:lnTo>
                  <a:lnTo>
                    <a:pt x="774700" y="390702"/>
                  </a:lnTo>
                  <a:lnTo>
                    <a:pt x="664197" y="390626"/>
                  </a:lnTo>
                  <a:lnTo>
                    <a:pt x="664121" y="327774"/>
                  </a:lnTo>
                  <a:lnTo>
                    <a:pt x="664121" y="913358"/>
                  </a:lnTo>
                  <a:lnTo>
                    <a:pt x="555929" y="913295"/>
                  </a:lnTo>
                  <a:lnTo>
                    <a:pt x="555764" y="786803"/>
                  </a:lnTo>
                  <a:lnTo>
                    <a:pt x="663956" y="786866"/>
                  </a:lnTo>
                  <a:lnTo>
                    <a:pt x="664121" y="913358"/>
                  </a:lnTo>
                  <a:lnTo>
                    <a:pt x="664121" y="327774"/>
                  </a:lnTo>
                  <a:lnTo>
                    <a:pt x="664044" y="264909"/>
                  </a:lnTo>
                  <a:lnTo>
                    <a:pt x="774547" y="264985"/>
                  </a:lnTo>
                  <a:lnTo>
                    <a:pt x="774700" y="390702"/>
                  </a:lnTo>
                  <a:lnTo>
                    <a:pt x="774700" y="0"/>
                  </a:lnTo>
                  <a:lnTo>
                    <a:pt x="774534" y="0"/>
                  </a:lnTo>
                  <a:lnTo>
                    <a:pt x="774534" y="264223"/>
                  </a:lnTo>
                  <a:lnTo>
                    <a:pt x="664032" y="264147"/>
                  </a:lnTo>
                  <a:lnTo>
                    <a:pt x="663956" y="203657"/>
                  </a:lnTo>
                  <a:lnTo>
                    <a:pt x="663956" y="786104"/>
                  </a:lnTo>
                  <a:lnTo>
                    <a:pt x="555764" y="786041"/>
                  </a:lnTo>
                  <a:lnTo>
                    <a:pt x="555586" y="654989"/>
                  </a:lnTo>
                  <a:lnTo>
                    <a:pt x="663778" y="655053"/>
                  </a:lnTo>
                  <a:lnTo>
                    <a:pt x="663956" y="786104"/>
                  </a:lnTo>
                  <a:lnTo>
                    <a:pt x="663956" y="203657"/>
                  </a:lnTo>
                  <a:lnTo>
                    <a:pt x="663867" y="133070"/>
                  </a:lnTo>
                  <a:lnTo>
                    <a:pt x="774369" y="133146"/>
                  </a:lnTo>
                  <a:lnTo>
                    <a:pt x="774534" y="264223"/>
                  </a:lnTo>
                  <a:lnTo>
                    <a:pt x="774534" y="0"/>
                  </a:lnTo>
                  <a:lnTo>
                    <a:pt x="774369" y="0"/>
                  </a:lnTo>
                  <a:lnTo>
                    <a:pt x="774369" y="132384"/>
                  </a:lnTo>
                  <a:lnTo>
                    <a:pt x="663867" y="132308"/>
                  </a:lnTo>
                  <a:lnTo>
                    <a:pt x="663778" y="61747"/>
                  </a:lnTo>
                  <a:lnTo>
                    <a:pt x="663778" y="654291"/>
                  </a:lnTo>
                  <a:lnTo>
                    <a:pt x="555586" y="654227"/>
                  </a:lnTo>
                  <a:lnTo>
                    <a:pt x="555421" y="523163"/>
                  </a:lnTo>
                  <a:lnTo>
                    <a:pt x="663613" y="523227"/>
                  </a:lnTo>
                  <a:lnTo>
                    <a:pt x="663778" y="654291"/>
                  </a:lnTo>
                  <a:lnTo>
                    <a:pt x="663778" y="61747"/>
                  </a:lnTo>
                  <a:lnTo>
                    <a:pt x="663702" y="1244"/>
                  </a:lnTo>
                  <a:lnTo>
                    <a:pt x="774204" y="1320"/>
                  </a:lnTo>
                  <a:lnTo>
                    <a:pt x="774369" y="132384"/>
                  </a:lnTo>
                  <a:lnTo>
                    <a:pt x="774369" y="0"/>
                  </a:lnTo>
                  <a:lnTo>
                    <a:pt x="774204" y="0"/>
                  </a:lnTo>
                  <a:lnTo>
                    <a:pt x="774204" y="558"/>
                  </a:lnTo>
                  <a:lnTo>
                    <a:pt x="663702" y="482"/>
                  </a:lnTo>
                  <a:lnTo>
                    <a:pt x="663702" y="0"/>
                  </a:lnTo>
                  <a:lnTo>
                    <a:pt x="663613" y="522465"/>
                  </a:lnTo>
                  <a:lnTo>
                    <a:pt x="555421" y="522401"/>
                  </a:lnTo>
                  <a:lnTo>
                    <a:pt x="555332" y="456869"/>
                  </a:lnTo>
                  <a:lnTo>
                    <a:pt x="555332" y="1045133"/>
                  </a:lnTo>
                  <a:lnTo>
                    <a:pt x="446366" y="1045044"/>
                  </a:lnTo>
                  <a:lnTo>
                    <a:pt x="446201" y="913968"/>
                  </a:lnTo>
                  <a:lnTo>
                    <a:pt x="555167" y="914057"/>
                  </a:lnTo>
                  <a:lnTo>
                    <a:pt x="555332" y="1045133"/>
                  </a:lnTo>
                  <a:lnTo>
                    <a:pt x="555332" y="456869"/>
                  </a:lnTo>
                  <a:lnTo>
                    <a:pt x="555244" y="391325"/>
                  </a:lnTo>
                  <a:lnTo>
                    <a:pt x="663435" y="391388"/>
                  </a:lnTo>
                  <a:lnTo>
                    <a:pt x="663613" y="522465"/>
                  </a:lnTo>
                  <a:lnTo>
                    <a:pt x="663613" y="0"/>
                  </a:lnTo>
                  <a:lnTo>
                    <a:pt x="663435" y="0"/>
                  </a:lnTo>
                  <a:lnTo>
                    <a:pt x="663435" y="390626"/>
                  </a:lnTo>
                  <a:lnTo>
                    <a:pt x="555244" y="390563"/>
                  </a:lnTo>
                  <a:lnTo>
                    <a:pt x="555167" y="327710"/>
                  </a:lnTo>
                  <a:lnTo>
                    <a:pt x="555167" y="913295"/>
                  </a:lnTo>
                  <a:lnTo>
                    <a:pt x="446201" y="913206"/>
                  </a:lnTo>
                  <a:lnTo>
                    <a:pt x="446036" y="786714"/>
                  </a:lnTo>
                  <a:lnTo>
                    <a:pt x="555002" y="786803"/>
                  </a:lnTo>
                  <a:lnTo>
                    <a:pt x="555167" y="913295"/>
                  </a:lnTo>
                  <a:lnTo>
                    <a:pt x="555167" y="327710"/>
                  </a:lnTo>
                  <a:lnTo>
                    <a:pt x="555091" y="264845"/>
                  </a:lnTo>
                  <a:lnTo>
                    <a:pt x="663282" y="264909"/>
                  </a:lnTo>
                  <a:lnTo>
                    <a:pt x="663435" y="390626"/>
                  </a:lnTo>
                  <a:lnTo>
                    <a:pt x="663435" y="0"/>
                  </a:lnTo>
                  <a:lnTo>
                    <a:pt x="663270" y="0"/>
                  </a:lnTo>
                  <a:lnTo>
                    <a:pt x="663270" y="264147"/>
                  </a:lnTo>
                  <a:lnTo>
                    <a:pt x="555078" y="264083"/>
                  </a:lnTo>
                  <a:lnTo>
                    <a:pt x="555002" y="203593"/>
                  </a:lnTo>
                  <a:lnTo>
                    <a:pt x="555002" y="786041"/>
                  </a:lnTo>
                  <a:lnTo>
                    <a:pt x="446036" y="785952"/>
                  </a:lnTo>
                  <a:lnTo>
                    <a:pt x="445858" y="654900"/>
                  </a:lnTo>
                  <a:lnTo>
                    <a:pt x="554824" y="654989"/>
                  </a:lnTo>
                  <a:lnTo>
                    <a:pt x="555002" y="786041"/>
                  </a:lnTo>
                  <a:lnTo>
                    <a:pt x="555002" y="203593"/>
                  </a:lnTo>
                  <a:lnTo>
                    <a:pt x="554913" y="133007"/>
                  </a:lnTo>
                  <a:lnTo>
                    <a:pt x="663105" y="133070"/>
                  </a:lnTo>
                  <a:lnTo>
                    <a:pt x="663270" y="264147"/>
                  </a:lnTo>
                  <a:lnTo>
                    <a:pt x="663270" y="0"/>
                  </a:lnTo>
                  <a:lnTo>
                    <a:pt x="663105" y="0"/>
                  </a:lnTo>
                  <a:lnTo>
                    <a:pt x="663105" y="132308"/>
                  </a:lnTo>
                  <a:lnTo>
                    <a:pt x="554913" y="132245"/>
                  </a:lnTo>
                  <a:lnTo>
                    <a:pt x="554824" y="61683"/>
                  </a:lnTo>
                  <a:lnTo>
                    <a:pt x="554824" y="654227"/>
                  </a:lnTo>
                  <a:lnTo>
                    <a:pt x="445858" y="654138"/>
                  </a:lnTo>
                  <a:lnTo>
                    <a:pt x="445693" y="523074"/>
                  </a:lnTo>
                  <a:lnTo>
                    <a:pt x="554659" y="523163"/>
                  </a:lnTo>
                  <a:lnTo>
                    <a:pt x="554824" y="654227"/>
                  </a:lnTo>
                  <a:lnTo>
                    <a:pt x="554824" y="61683"/>
                  </a:lnTo>
                  <a:lnTo>
                    <a:pt x="554748" y="1181"/>
                  </a:lnTo>
                  <a:lnTo>
                    <a:pt x="662940" y="1244"/>
                  </a:lnTo>
                  <a:lnTo>
                    <a:pt x="663105" y="132308"/>
                  </a:lnTo>
                  <a:lnTo>
                    <a:pt x="663105" y="0"/>
                  </a:lnTo>
                  <a:lnTo>
                    <a:pt x="662940" y="0"/>
                  </a:lnTo>
                  <a:lnTo>
                    <a:pt x="662940" y="482"/>
                  </a:lnTo>
                  <a:lnTo>
                    <a:pt x="554748" y="419"/>
                  </a:lnTo>
                  <a:lnTo>
                    <a:pt x="554748" y="0"/>
                  </a:lnTo>
                  <a:lnTo>
                    <a:pt x="554659" y="522401"/>
                  </a:lnTo>
                  <a:lnTo>
                    <a:pt x="445693" y="522312"/>
                  </a:lnTo>
                  <a:lnTo>
                    <a:pt x="445604" y="456780"/>
                  </a:lnTo>
                  <a:lnTo>
                    <a:pt x="445604" y="1045044"/>
                  </a:lnTo>
                  <a:lnTo>
                    <a:pt x="332066" y="1044956"/>
                  </a:lnTo>
                  <a:lnTo>
                    <a:pt x="331901" y="913879"/>
                  </a:lnTo>
                  <a:lnTo>
                    <a:pt x="445439" y="913968"/>
                  </a:lnTo>
                  <a:lnTo>
                    <a:pt x="445604" y="1045044"/>
                  </a:lnTo>
                  <a:lnTo>
                    <a:pt x="445604" y="456780"/>
                  </a:lnTo>
                  <a:lnTo>
                    <a:pt x="445516" y="391236"/>
                  </a:lnTo>
                  <a:lnTo>
                    <a:pt x="554482" y="391325"/>
                  </a:lnTo>
                  <a:lnTo>
                    <a:pt x="554659" y="522401"/>
                  </a:lnTo>
                  <a:lnTo>
                    <a:pt x="554659" y="0"/>
                  </a:lnTo>
                  <a:lnTo>
                    <a:pt x="554482" y="0"/>
                  </a:lnTo>
                  <a:lnTo>
                    <a:pt x="554482" y="390563"/>
                  </a:lnTo>
                  <a:lnTo>
                    <a:pt x="445516" y="390474"/>
                  </a:lnTo>
                  <a:lnTo>
                    <a:pt x="445439" y="327621"/>
                  </a:lnTo>
                  <a:lnTo>
                    <a:pt x="445439" y="913206"/>
                  </a:lnTo>
                  <a:lnTo>
                    <a:pt x="331901" y="913117"/>
                  </a:lnTo>
                  <a:lnTo>
                    <a:pt x="331736" y="786625"/>
                  </a:lnTo>
                  <a:lnTo>
                    <a:pt x="445274" y="786714"/>
                  </a:lnTo>
                  <a:lnTo>
                    <a:pt x="445439" y="913206"/>
                  </a:lnTo>
                  <a:lnTo>
                    <a:pt x="445439" y="327621"/>
                  </a:lnTo>
                  <a:lnTo>
                    <a:pt x="445363" y="264756"/>
                  </a:lnTo>
                  <a:lnTo>
                    <a:pt x="554329" y="264845"/>
                  </a:lnTo>
                  <a:lnTo>
                    <a:pt x="554482" y="390563"/>
                  </a:lnTo>
                  <a:lnTo>
                    <a:pt x="554482" y="0"/>
                  </a:lnTo>
                  <a:lnTo>
                    <a:pt x="554316" y="0"/>
                  </a:lnTo>
                  <a:lnTo>
                    <a:pt x="554316" y="264083"/>
                  </a:lnTo>
                  <a:lnTo>
                    <a:pt x="445350" y="263994"/>
                  </a:lnTo>
                  <a:lnTo>
                    <a:pt x="445274" y="203504"/>
                  </a:lnTo>
                  <a:lnTo>
                    <a:pt x="445274" y="785952"/>
                  </a:lnTo>
                  <a:lnTo>
                    <a:pt x="331736" y="785863"/>
                  </a:lnTo>
                  <a:lnTo>
                    <a:pt x="331558" y="654812"/>
                  </a:lnTo>
                  <a:lnTo>
                    <a:pt x="445096" y="654900"/>
                  </a:lnTo>
                  <a:lnTo>
                    <a:pt x="445274" y="785952"/>
                  </a:lnTo>
                  <a:lnTo>
                    <a:pt x="445274" y="203504"/>
                  </a:lnTo>
                  <a:lnTo>
                    <a:pt x="445185" y="132918"/>
                  </a:lnTo>
                  <a:lnTo>
                    <a:pt x="554151" y="133007"/>
                  </a:lnTo>
                  <a:lnTo>
                    <a:pt x="554316" y="264083"/>
                  </a:lnTo>
                  <a:lnTo>
                    <a:pt x="554316" y="0"/>
                  </a:lnTo>
                  <a:lnTo>
                    <a:pt x="554151" y="0"/>
                  </a:lnTo>
                  <a:lnTo>
                    <a:pt x="554151" y="132245"/>
                  </a:lnTo>
                  <a:lnTo>
                    <a:pt x="445185" y="132156"/>
                  </a:lnTo>
                  <a:lnTo>
                    <a:pt x="445096" y="61595"/>
                  </a:lnTo>
                  <a:lnTo>
                    <a:pt x="445096" y="654138"/>
                  </a:lnTo>
                  <a:lnTo>
                    <a:pt x="331558" y="654050"/>
                  </a:lnTo>
                  <a:lnTo>
                    <a:pt x="331393" y="522986"/>
                  </a:lnTo>
                  <a:lnTo>
                    <a:pt x="444931" y="523074"/>
                  </a:lnTo>
                  <a:lnTo>
                    <a:pt x="445096" y="654138"/>
                  </a:lnTo>
                  <a:lnTo>
                    <a:pt x="445096" y="61595"/>
                  </a:lnTo>
                  <a:lnTo>
                    <a:pt x="445020" y="1092"/>
                  </a:lnTo>
                  <a:lnTo>
                    <a:pt x="553986" y="1181"/>
                  </a:lnTo>
                  <a:lnTo>
                    <a:pt x="554151" y="132245"/>
                  </a:lnTo>
                  <a:lnTo>
                    <a:pt x="554151" y="0"/>
                  </a:lnTo>
                  <a:lnTo>
                    <a:pt x="553986" y="0"/>
                  </a:lnTo>
                  <a:lnTo>
                    <a:pt x="553986" y="419"/>
                  </a:lnTo>
                  <a:lnTo>
                    <a:pt x="445020" y="330"/>
                  </a:lnTo>
                  <a:lnTo>
                    <a:pt x="445020" y="0"/>
                  </a:lnTo>
                  <a:lnTo>
                    <a:pt x="444931" y="522312"/>
                  </a:lnTo>
                  <a:lnTo>
                    <a:pt x="331393" y="522224"/>
                  </a:lnTo>
                  <a:lnTo>
                    <a:pt x="331304" y="456692"/>
                  </a:lnTo>
                  <a:lnTo>
                    <a:pt x="331304" y="1044956"/>
                  </a:lnTo>
                  <a:lnTo>
                    <a:pt x="220802" y="1044879"/>
                  </a:lnTo>
                  <a:lnTo>
                    <a:pt x="220637" y="913803"/>
                  </a:lnTo>
                  <a:lnTo>
                    <a:pt x="331139" y="913879"/>
                  </a:lnTo>
                  <a:lnTo>
                    <a:pt x="331304" y="1044956"/>
                  </a:lnTo>
                  <a:lnTo>
                    <a:pt x="331304" y="456692"/>
                  </a:lnTo>
                  <a:lnTo>
                    <a:pt x="331216" y="391147"/>
                  </a:lnTo>
                  <a:lnTo>
                    <a:pt x="444754" y="391236"/>
                  </a:lnTo>
                  <a:lnTo>
                    <a:pt x="444931" y="522312"/>
                  </a:lnTo>
                  <a:lnTo>
                    <a:pt x="444931" y="0"/>
                  </a:lnTo>
                  <a:lnTo>
                    <a:pt x="444754" y="0"/>
                  </a:lnTo>
                  <a:lnTo>
                    <a:pt x="444754" y="390474"/>
                  </a:lnTo>
                  <a:lnTo>
                    <a:pt x="331216" y="390385"/>
                  </a:lnTo>
                  <a:lnTo>
                    <a:pt x="331139" y="332371"/>
                  </a:lnTo>
                  <a:lnTo>
                    <a:pt x="331139" y="913117"/>
                  </a:lnTo>
                  <a:lnTo>
                    <a:pt x="220637" y="913041"/>
                  </a:lnTo>
                  <a:lnTo>
                    <a:pt x="220472" y="786549"/>
                  </a:lnTo>
                  <a:lnTo>
                    <a:pt x="330974" y="786625"/>
                  </a:lnTo>
                  <a:lnTo>
                    <a:pt x="331139" y="913117"/>
                  </a:lnTo>
                  <a:lnTo>
                    <a:pt x="331139" y="332371"/>
                  </a:lnTo>
                  <a:lnTo>
                    <a:pt x="331050" y="264668"/>
                  </a:lnTo>
                  <a:lnTo>
                    <a:pt x="444601" y="264756"/>
                  </a:lnTo>
                  <a:lnTo>
                    <a:pt x="444754" y="390474"/>
                  </a:lnTo>
                  <a:lnTo>
                    <a:pt x="444754" y="0"/>
                  </a:lnTo>
                  <a:lnTo>
                    <a:pt x="444588" y="0"/>
                  </a:lnTo>
                  <a:lnTo>
                    <a:pt x="444588" y="263994"/>
                  </a:lnTo>
                  <a:lnTo>
                    <a:pt x="331050" y="263906"/>
                  </a:lnTo>
                  <a:lnTo>
                    <a:pt x="330974" y="203415"/>
                  </a:lnTo>
                  <a:lnTo>
                    <a:pt x="330974" y="785863"/>
                  </a:lnTo>
                  <a:lnTo>
                    <a:pt x="220472" y="785787"/>
                  </a:lnTo>
                  <a:lnTo>
                    <a:pt x="220294" y="654723"/>
                  </a:lnTo>
                  <a:lnTo>
                    <a:pt x="330796" y="654799"/>
                  </a:lnTo>
                  <a:lnTo>
                    <a:pt x="330974" y="785863"/>
                  </a:lnTo>
                  <a:lnTo>
                    <a:pt x="330974" y="203415"/>
                  </a:lnTo>
                  <a:lnTo>
                    <a:pt x="330885" y="132829"/>
                  </a:lnTo>
                  <a:lnTo>
                    <a:pt x="444423" y="132918"/>
                  </a:lnTo>
                  <a:lnTo>
                    <a:pt x="444588" y="263994"/>
                  </a:lnTo>
                  <a:lnTo>
                    <a:pt x="444588" y="0"/>
                  </a:lnTo>
                  <a:lnTo>
                    <a:pt x="444423" y="0"/>
                  </a:lnTo>
                  <a:lnTo>
                    <a:pt x="444423" y="132156"/>
                  </a:lnTo>
                  <a:lnTo>
                    <a:pt x="330885" y="132067"/>
                  </a:lnTo>
                  <a:lnTo>
                    <a:pt x="330796" y="61506"/>
                  </a:lnTo>
                  <a:lnTo>
                    <a:pt x="330796" y="654037"/>
                  </a:lnTo>
                  <a:lnTo>
                    <a:pt x="220294" y="653961"/>
                  </a:lnTo>
                  <a:lnTo>
                    <a:pt x="220129" y="522897"/>
                  </a:lnTo>
                  <a:lnTo>
                    <a:pt x="330631" y="522973"/>
                  </a:lnTo>
                  <a:lnTo>
                    <a:pt x="330796" y="654037"/>
                  </a:lnTo>
                  <a:lnTo>
                    <a:pt x="330796" y="61506"/>
                  </a:lnTo>
                  <a:lnTo>
                    <a:pt x="330720" y="1003"/>
                  </a:lnTo>
                  <a:lnTo>
                    <a:pt x="444258" y="1092"/>
                  </a:lnTo>
                  <a:lnTo>
                    <a:pt x="444423" y="132156"/>
                  </a:lnTo>
                  <a:lnTo>
                    <a:pt x="444423" y="0"/>
                  </a:lnTo>
                  <a:lnTo>
                    <a:pt x="444258" y="0"/>
                  </a:lnTo>
                  <a:lnTo>
                    <a:pt x="444258" y="330"/>
                  </a:lnTo>
                  <a:lnTo>
                    <a:pt x="330720" y="241"/>
                  </a:lnTo>
                  <a:lnTo>
                    <a:pt x="330720" y="0"/>
                  </a:lnTo>
                  <a:lnTo>
                    <a:pt x="330631" y="522211"/>
                  </a:lnTo>
                  <a:lnTo>
                    <a:pt x="220129" y="522135"/>
                  </a:lnTo>
                  <a:lnTo>
                    <a:pt x="220040" y="456603"/>
                  </a:lnTo>
                  <a:lnTo>
                    <a:pt x="220040" y="1044879"/>
                  </a:lnTo>
                  <a:lnTo>
                    <a:pt x="111074" y="1044803"/>
                  </a:lnTo>
                  <a:lnTo>
                    <a:pt x="110909" y="913726"/>
                  </a:lnTo>
                  <a:lnTo>
                    <a:pt x="219875" y="913803"/>
                  </a:lnTo>
                  <a:lnTo>
                    <a:pt x="220040" y="1044879"/>
                  </a:lnTo>
                  <a:lnTo>
                    <a:pt x="220040" y="456603"/>
                  </a:lnTo>
                  <a:lnTo>
                    <a:pt x="219951" y="391058"/>
                  </a:lnTo>
                  <a:lnTo>
                    <a:pt x="330454" y="391134"/>
                  </a:lnTo>
                  <a:lnTo>
                    <a:pt x="330631" y="522211"/>
                  </a:lnTo>
                  <a:lnTo>
                    <a:pt x="330631" y="0"/>
                  </a:lnTo>
                  <a:lnTo>
                    <a:pt x="330454" y="0"/>
                  </a:lnTo>
                  <a:lnTo>
                    <a:pt x="330454" y="390372"/>
                  </a:lnTo>
                  <a:lnTo>
                    <a:pt x="219951" y="390296"/>
                  </a:lnTo>
                  <a:lnTo>
                    <a:pt x="219875" y="332282"/>
                  </a:lnTo>
                  <a:lnTo>
                    <a:pt x="219875" y="913041"/>
                  </a:lnTo>
                  <a:lnTo>
                    <a:pt x="110909" y="912964"/>
                  </a:lnTo>
                  <a:lnTo>
                    <a:pt x="110744" y="786472"/>
                  </a:lnTo>
                  <a:lnTo>
                    <a:pt x="219710" y="786549"/>
                  </a:lnTo>
                  <a:lnTo>
                    <a:pt x="219875" y="913041"/>
                  </a:lnTo>
                  <a:lnTo>
                    <a:pt x="219875" y="332282"/>
                  </a:lnTo>
                  <a:lnTo>
                    <a:pt x="219786" y="264579"/>
                  </a:lnTo>
                  <a:lnTo>
                    <a:pt x="330288" y="264655"/>
                  </a:lnTo>
                  <a:lnTo>
                    <a:pt x="330454" y="390372"/>
                  </a:lnTo>
                  <a:lnTo>
                    <a:pt x="330454" y="0"/>
                  </a:lnTo>
                  <a:lnTo>
                    <a:pt x="330288" y="0"/>
                  </a:lnTo>
                  <a:lnTo>
                    <a:pt x="330288" y="263893"/>
                  </a:lnTo>
                  <a:lnTo>
                    <a:pt x="219786" y="263817"/>
                  </a:lnTo>
                  <a:lnTo>
                    <a:pt x="219710" y="203327"/>
                  </a:lnTo>
                  <a:lnTo>
                    <a:pt x="219710" y="785787"/>
                  </a:lnTo>
                  <a:lnTo>
                    <a:pt x="110744" y="785710"/>
                  </a:lnTo>
                  <a:lnTo>
                    <a:pt x="110566" y="654646"/>
                  </a:lnTo>
                  <a:lnTo>
                    <a:pt x="219532" y="654723"/>
                  </a:lnTo>
                  <a:lnTo>
                    <a:pt x="219710" y="785787"/>
                  </a:lnTo>
                  <a:lnTo>
                    <a:pt x="219710" y="203327"/>
                  </a:lnTo>
                  <a:lnTo>
                    <a:pt x="219621" y="132740"/>
                  </a:lnTo>
                  <a:lnTo>
                    <a:pt x="330123" y="132816"/>
                  </a:lnTo>
                  <a:lnTo>
                    <a:pt x="330288" y="263893"/>
                  </a:lnTo>
                  <a:lnTo>
                    <a:pt x="330288" y="0"/>
                  </a:lnTo>
                  <a:lnTo>
                    <a:pt x="330123" y="0"/>
                  </a:lnTo>
                  <a:lnTo>
                    <a:pt x="330123" y="132054"/>
                  </a:lnTo>
                  <a:lnTo>
                    <a:pt x="219621" y="131978"/>
                  </a:lnTo>
                  <a:lnTo>
                    <a:pt x="219532" y="61417"/>
                  </a:lnTo>
                  <a:lnTo>
                    <a:pt x="219532" y="653961"/>
                  </a:lnTo>
                  <a:lnTo>
                    <a:pt x="110566" y="653884"/>
                  </a:lnTo>
                  <a:lnTo>
                    <a:pt x="110401" y="522820"/>
                  </a:lnTo>
                  <a:lnTo>
                    <a:pt x="219367" y="522897"/>
                  </a:lnTo>
                  <a:lnTo>
                    <a:pt x="219532" y="653961"/>
                  </a:lnTo>
                  <a:lnTo>
                    <a:pt x="219532" y="61417"/>
                  </a:lnTo>
                  <a:lnTo>
                    <a:pt x="219456" y="914"/>
                  </a:lnTo>
                  <a:lnTo>
                    <a:pt x="329958" y="990"/>
                  </a:lnTo>
                  <a:lnTo>
                    <a:pt x="330123" y="132054"/>
                  </a:lnTo>
                  <a:lnTo>
                    <a:pt x="330123" y="0"/>
                  </a:lnTo>
                  <a:lnTo>
                    <a:pt x="329958" y="0"/>
                  </a:lnTo>
                  <a:lnTo>
                    <a:pt x="329958" y="228"/>
                  </a:lnTo>
                  <a:lnTo>
                    <a:pt x="219456" y="152"/>
                  </a:lnTo>
                  <a:lnTo>
                    <a:pt x="219456" y="0"/>
                  </a:lnTo>
                  <a:lnTo>
                    <a:pt x="219367" y="522135"/>
                  </a:lnTo>
                  <a:lnTo>
                    <a:pt x="110401" y="522058"/>
                  </a:lnTo>
                  <a:lnTo>
                    <a:pt x="110223" y="390982"/>
                  </a:lnTo>
                  <a:lnTo>
                    <a:pt x="219189" y="391058"/>
                  </a:lnTo>
                  <a:lnTo>
                    <a:pt x="219367" y="522135"/>
                  </a:lnTo>
                  <a:lnTo>
                    <a:pt x="219367" y="0"/>
                  </a:lnTo>
                  <a:lnTo>
                    <a:pt x="219189" y="0"/>
                  </a:lnTo>
                  <a:lnTo>
                    <a:pt x="219189" y="390296"/>
                  </a:lnTo>
                  <a:lnTo>
                    <a:pt x="110223" y="390220"/>
                  </a:lnTo>
                  <a:lnTo>
                    <a:pt x="110058" y="264502"/>
                  </a:lnTo>
                  <a:lnTo>
                    <a:pt x="219024" y="264579"/>
                  </a:lnTo>
                  <a:lnTo>
                    <a:pt x="219189" y="390296"/>
                  </a:lnTo>
                  <a:lnTo>
                    <a:pt x="219189" y="0"/>
                  </a:lnTo>
                  <a:lnTo>
                    <a:pt x="219024" y="0"/>
                  </a:lnTo>
                  <a:lnTo>
                    <a:pt x="219024" y="263817"/>
                  </a:lnTo>
                  <a:lnTo>
                    <a:pt x="110058" y="263740"/>
                  </a:lnTo>
                  <a:lnTo>
                    <a:pt x="109893" y="132664"/>
                  </a:lnTo>
                  <a:lnTo>
                    <a:pt x="218859" y="132740"/>
                  </a:lnTo>
                  <a:lnTo>
                    <a:pt x="219024" y="263817"/>
                  </a:lnTo>
                  <a:lnTo>
                    <a:pt x="219024" y="0"/>
                  </a:lnTo>
                  <a:lnTo>
                    <a:pt x="218859" y="0"/>
                  </a:lnTo>
                  <a:lnTo>
                    <a:pt x="218859" y="131978"/>
                  </a:lnTo>
                  <a:lnTo>
                    <a:pt x="109893" y="131902"/>
                  </a:lnTo>
                  <a:lnTo>
                    <a:pt x="109728" y="838"/>
                  </a:lnTo>
                  <a:lnTo>
                    <a:pt x="218694" y="914"/>
                  </a:lnTo>
                  <a:lnTo>
                    <a:pt x="218859" y="131978"/>
                  </a:lnTo>
                  <a:lnTo>
                    <a:pt x="218859" y="0"/>
                  </a:lnTo>
                  <a:lnTo>
                    <a:pt x="218694" y="0"/>
                  </a:lnTo>
                  <a:lnTo>
                    <a:pt x="218694" y="152"/>
                  </a:lnTo>
                  <a:lnTo>
                    <a:pt x="109728" y="76"/>
                  </a:lnTo>
                  <a:lnTo>
                    <a:pt x="108966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108966" y="838"/>
                  </a:lnTo>
                  <a:lnTo>
                    <a:pt x="109131" y="131902"/>
                  </a:lnTo>
                  <a:lnTo>
                    <a:pt x="0" y="131826"/>
                  </a:lnTo>
                  <a:lnTo>
                    <a:pt x="0" y="132588"/>
                  </a:lnTo>
                  <a:lnTo>
                    <a:pt x="109131" y="132664"/>
                  </a:lnTo>
                  <a:lnTo>
                    <a:pt x="109296" y="263740"/>
                  </a:lnTo>
                  <a:lnTo>
                    <a:pt x="0" y="263664"/>
                  </a:lnTo>
                  <a:lnTo>
                    <a:pt x="0" y="264426"/>
                  </a:lnTo>
                  <a:lnTo>
                    <a:pt x="109296" y="264502"/>
                  </a:lnTo>
                  <a:lnTo>
                    <a:pt x="109461" y="390220"/>
                  </a:lnTo>
                  <a:lnTo>
                    <a:pt x="0" y="390144"/>
                  </a:lnTo>
                  <a:lnTo>
                    <a:pt x="0" y="390906"/>
                  </a:lnTo>
                  <a:lnTo>
                    <a:pt x="109461" y="390982"/>
                  </a:lnTo>
                  <a:lnTo>
                    <a:pt x="109639" y="522058"/>
                  </a:lnTo>
                  <a:lnTo>
                    <a:pt x="0" y="521982"/>
                  </a:lnTo>
                  <a:lnTo>
                    <a:pt x="0" y="522744"/>
                  </a:lnTo>
                  <a:lnTo>
                    <a:pt x="109639" y="522820"/>
                  </a:lnTo>
                  <a:lnTo>
                    <a:pt x="109804" y="653884"/>
                  </a:lnTo>
                  <a:lnTo>
                    <a:pt x="0" y="653808"/>
                  </a:lnTo>
                  <a:lnTo>
                    <a:pt x="0" y="654570"/>
                  </a:lnTo>
                  <a:lnTo>
                    <a:pt x="109804" y="654646"/>
                  </a:lnTo>
                  <a:lnTo>
                    <a:pt x="109982" y="785698"/>
                  </a:lnTo>
                  <a:lnTo>
                    <a:pt x="0" y="785622"/>
                  </a:lnTo>
                  <a:lnTo>
                    <a:pt x="0" y="786384"/>
                  </a:lnTo>
                  <a:lnTo>
                    <a:pt x="109982" y="786460"/>
                  </a:lnTo>
                  <a:lnTo>
                    <a:pt x="110147" y="912952"/>
                  </a:lnTo>
                  <a:lnTo>
                    <a:pt x="0" y="912876"/>
                  </a:lnTo>
                  <a:lnTo>
                    <a:pt x="0" y="913638"/>
                  </a:lnTo>
                  <a:lnTo>
                    <a:pt x="110147" y="913714"/>
                  </a:lnTo>
                  <a:lnTo>
                    <a:pt x="110312" y="1044790"/>
                  </a:lnTo>
                  <a:lnTo>
                    <a:pt x="0" y="1044714"/>
                  </a:lnTo>
                  <a:lnTo>
                    <a:pt x="0" y="1045476"/>
                  </a:lnTo>
                  <a:lnTo>
                    <a:pt x="110312" y="1045552"/>
                  </a:lnTo>
                  <a:lnTo>
                    <a:pt x="110490" y="1176528"/>
                  </a:lnTo>
                  <a:lnTo>
                    <a:pt x="111252" y="1176528"/>
                  </a:lnTo>
                  <a:lnTo>
                    <a:pt x="111074" y="1045565"/>
                  </a:lnTo>
                  <a:lnTo>
                    <a:pt x="220040" y="1045641"/>
                  </a:lnTo>
                  <a:lnTo>
                    <a:pt x="220218" y="1176528"/>
                  </a:lnTo>
                  <a:lnTo>
                    <a:pt x="220980" y="1176528"/>
                  </a:lnTo>
                  <a:lnTo>
                    <a:pt x="220802" y="1045641"/>
                  </a:lnTo>
                  <a:lnTo>
                    <a:pt x="331304" y="1045718"/>
                  </a:lnTo>
                  <a:lnTo>
                    <a:pt x="331482" y="1176528"/>
                  </a:lnTo>
                  <a:lnTo>
                    <a:pt x="332244" y="1176528"/>
                  </a:lnTo>
                  <a:lnTo>
                    <a:pt x="332066" y="1045718"/>
                  </a:lnTo>
                  <a:lnTo>
                    <a:pt x="445604" y="1045806"/>
                  </a:lnTo>
                  <a:lnTo>
                    <a:pt x="445782" y="1176528"/>
                  </a:lnTo>
                  <a:lnTo>
                    <a:pt x="446544" y="1176528"/>
                  </a:lnTo>
                  <a:lnTo>
                    <a:pt x="446366" y="1045806"/>
                  </a:lnTo>
                  <a:lnTo>
                    <a:pt x="555332" y="1045895"/>
                  </a:lnTo>
                  <a:lnTo>
                    <a:pt x="555510" y="1176528"/>
                  </a:lnTo>
                  <a:lnTo>
                    <a:pt x="556272" y="1176528"/>
                  </a:lnTo>
                  <a:lnTo>
                    <a:pt x="556094" y="1045895"/>
                  </a:lnTo>
                  <a:lnTo>
                    <a:pt x="664286" y="1045959"/>
                  </a:lnTo>
                  <a:lnTo>
                    <a:pt x="664464" y="1176528"/>
                  </a:lnTo>
                  <a:lnTo>
                    <a:pt x="665226" y="1176528"/>
                  </a:lnTo>
                  <a:lnTo>
                    <a:pt x="665048" y="1045959"/>
                  </a:lnTo>
                  <a:lnTo>
                    <a:pt x="775550" y="1046035"/>
                  </a:lnTo>
                  <a:lnTo>
                    <a:pt x="775728" y="1176528"/>
                  </a:lnTo>
                  <a:lnTo>
                    <a:pt x="776490" y="1176528"/>
                  </a:lnTo>
                  <a:lnTo>
                    <a:pt x="776312" y="1046035"/>
                  </a:lnTo>
                  <a:lnTo>
                    <a:pt x="885278" y="1046111"/>
                  </a:lnTo>
                  <a:lnTo>
                    <a:pt x="885456" y="1176528"/>
                  </a:lnTo>
                  <a:lnTo>
                    <a:pt x="886218" y="1176528"/>
                  </a:lnTo>
                  <a:lnTo>
                    <a:pt x="886040" y="1046111"/>
                  </a:lnTo>
                  <a:lnTo>
                    <a:pt x="996518" y="1046187"/>
                  </a:lnTo>
                  <a:lnTo>
                    <a:pt x="996696" y="1176528"/>
                  </a:lnTo>
                  <a:lnTo>
                    <a:pt x="997458" y="1176528"/>
                  </a:lnTo>
                  <a:lnTo>
                    <a:pt x="997280" y="1046187"/>
                  </a:lnTo>
                  <a:lnTo>
                    <a:pt x="1110818" y="1046276"/>
                  </a:lnTo>
                  <a:lnTo>
                    <a:pt x="1110996" y="1176528"/>
                  </a:lnTo>
                  <a:lnTo>
                    <a:pt x="1111758" y="1176528"/>
                  </a:lnTo>
                  <a:lnTo>
                    <a:pt x="1111580" y="1046276"/>
                  </a:lnTo>
                  <a:lnTo>
                    <a:pt x="1220470" y="1046340"/>
                  </a:lnTo>
                  <a:lnTo>
                    <a:pt x="1220724" y="1176528"/>
                  </a:lnTo>
                  <a:lnTo>
                    <a:pt x="1221486" y="1176528"/>
                  </a:lnTo>
                  <a:lnTo>
                    <a:pt x="1221232" y="1046340"/>
                  </a:lnTo>
                  <a:lnTo>
                    <a:pt x="1329512" y="1046416"/>
                  </a:lnTo>
                  <a:lnTo>
                    <a:pt x="1329690" y="1176528"/>
                  </a:lnTo>
                  <a:lnTo>
                    <a:pt x="1330452" y="1176528"/>
                  </a:lnTo>
                  <a:lnTo>
                    <a:pt x="1330274" y="1046416"/>
                  </a:lnTo>
                  <a:lnTo>
                    <a:pt x="1440764" y="1046492"/>
                  </a:lnTo>
                  <a:lnTo>
                    <a:pt x="1440942" y="1176528"/>
                  </a:lnTo>
                  <a:lnTo>
                    <a:pt x="1441704" y="1176528"/>
                  </a:lnTo>
                  <a:lnTo>
                    <a:pt x="1441526" y="1046492"/>
                  </a:lnTo>
                  <a:lnTo>
                    <a:pt x="1550504" y="1046568"/>
                  </a:lnTo>
                  <a:lnTo>
                    <a:pt x="1550682" y="1176528"/>
                  </a:lnTo>
                  <a:lnTo>
                    <a:pt x="1551444" y="1176528"/>
                  </a:lnTo>
                  <a:lnTo>
                    <a:pt x="1551266" y="1046568"/>
                  </a:lnTo>
                  <a:lnTo>
                    <a:pt x="1660232" y="1046645"/>
                  </a:lnTo>
                  <a:lnTo>
                    <a:pt x="1660410" y="1176528"/>
                  </a:lnTo>
                  <a:lnTo>
                    <a:pt x="1661172" y="1176528"/>
                  </a:lnTo>
                  <a:lnTo>
                    <a:pt x="1660994" y="1046657"/>
                  </a:lnTo>
                  <a:lnTo>
                    <a:pt x="1770722" y="1046721"/>
                  </a:lnTo>
                  <a:lnTo>
                    <a:pt x="1770900" y="1176528"/>
                  </a:lnTo>
                  <a:lnTo>
                    <a:pt x="1771662" y="1176528"/>
                  </a:lnTo>
                  <a:lnTo>
                    <a:pt x="1771484" y="1046721"/>
                  </a:lnTo>
                  <a:lnTo>
                    <a:pt x="1885022" y="1046797"/>
                  </a:lnTo>
                  <a:lnTo>
                    <a:pt x="1885200" y="1176528"/>
                  </a:lnTo>
                  <a:lnTo>
                    <a:pt x="1885962" y="1176528"/>
                  </a:lnTo>
                  <a:lnTo>
                    <a:pt x="1885784" y="1046797"/>
                  </a:lnTo>
                  <a:lnTo>
                    <a:pt x="1994750" y="1046873"/>
                  </a:lnTo>
                  <a:lnTo>
                    <a:pt x="1994928" y="1176528"/>
                  </a:lnTo>
                  <a:lnTo>
                    <a:pt x="1995690" y="1176528"/>
                  </a:lnTo>
                  <a:lnTo>
                    <a:pt x="1995512" y="1046873"/>
                  </a:lnTo>
                  <a:lnTo>
                    <a:pt x="2104478" y="1046937"/>
                  </a:lnTo>
                  <a:lnTo>
                    <a:pt x="2104656" y="1176528"/>
                  </a:lnTo>
                  <a:lnTo>
                    <a:pt x="2105418" y="1176528"/>
                  </a:lnTo>
                  <a:lnTo>
                    <a:pt x="2105240" y="1046949"/>
                  </a:lnTo>
                  <a:lnTo>
                    <a:pt x="2214372" y="1047000"/>
                  </a:lnTo>
                  <a:lnTo>
                    <a:pt x="2214372" y="1046238"/>
                  </a:lnTo>
                  <a:lnTo>
                    <a:pt x="2105240" y="1046187"/>
                  </a:lnTo>
                  <a:lnTo>
                    <a:pt x="2105075" y="915111"/>
                  </a:lnTo>
                  <a:lnTo>
                    <a:pt x="2214372" y="915162"/>
                  </a:lnTo>
                  <a:lnTo>
                    <a:pt x="2214372" y="914400"/>
                  </a:lnTo>
                  <a:lnTo>
                    <a:pt x="2105075" y="914349"/>
                  </a:lnTo>
                  <a:lnTo>
                    <a:pt x="2104910" y="787857"/>
                  </a:lnTo>
                  <a:lnTo>
                    <a:pt x="2214372" y="787908"/>
                  </a:lnTo>
                  <a:lnTo>
                    <a:pt x="2214372" y="787146"/>
                  </a:lnTo>
                  <a:lnTo>
                    <a:pt x="2104910" y="787095"/>
                  </a:lnTo>
                  <a:lnTo>
                    <a:pt x="2104732" y="656043"/>
                  </a:lnTo>
                  <a:lnTo>
                    <a:pt x="2214372" y="656094"/>
                  </a:lnTo>
                  <a:lnTo>
                    <a:pt x="2214372" y="655332"/>
                  </a:lnTo>
                  <a:lnTo>
                    <a:pt x="2104732" y="655281"/>
                  </a:lnTo>
                  <a:lnTo>
                    <a:pt x="2104567" y="524205"/>
                  </a:lnTo>
                  <a:lnTo>
                    <a:pt x="2214372" y="524268"/>
                  </a:lnTo>
                  <a:lnTo>
                    <a:pt x="2214372" y="523506"/>
                  </a:lnTo>
                  <a:lnTo>
                    <a:pt x="2104567" y="523443"/>
                  </a:lnTo>
                  <a:lnTo>
                    <a:pt x="2104478" y="452869"/>
                  </a:lnTo>
                  <a:lnTo>
                    <a:pt x="2104478" y="1046175"/>
                  </a:lnTo>
                  <a:lnTo>
                    <a:pt x="1995512" y="1046111"/>
                  </a:lnTo>
                  <a:lnTo>
                    <a:pt x="1995347" y="915035"/>
                  </a:lnTo>
                  <a:lnTo>
                    <a:pt x="2104313" y="915098"/>
                  </a:lnTo>
                  <a:lnTo>
                    <a:pt x="2104478" y="1046175"/>
                  </a:lnTo>
                  <a:lnTo>
                    <a:pt x="2104478" y="452869"/>
                  </a:lnTo>
                  <a:lnTo>
                    <a:pt x="2104402" y="392366"/>
                  </a:lnTo>
                  <a:lnTo>
                    <a:pt x="2214372" y="392430"/>
                  </a:lnTo>
                  <a:lnTo>
                    <a:pt x="2214372" y="391668"/>
                  </a:lnTo>
                  <a:lnTo>
                    <a:pt x="2104390" y="391604"/>
                  </a:lnTo>
                  <a:lnTo>
                    <a:pt x="2104313" y="328752"/>
                  </a:lnTo>
                  <a:lnTo>
                    <a:pt x="2104313" y="914336"/>
                  </a:lnTo>
                  <a:lnTo>
                    <a:pt x="1995347" y="914273"/>
                  </a:lnTo>
                  <a:lnTo>
                    <a:pt x="1995182" y="787781"/>
                  </a:lnTo>
                  <a:lnTo>
                    <a:pt x="2104148" y="787844"/>
                  </a:lnTo>
                  <a:lnTo>
                    <a:pt x="2104313" y="914336"/>
                  </a:lnTo>
                  <a:lnTo>
                    <a:pt x="2104313" y="328752"/>
                  </a:lnTo>
                  <a:lnTo>
                    <a:pt x="2104237" y="265887"/>
                  </a:lnTo>
                  <a:lnTo>
                    <a:pt x="2214372" y="265950"/>
                  </a:lnTo>
                  <a:lnTo>
                    <a:pt x="2214372" y="265188"/>
                  </a:lnTo>
                  <a:lnTo>
                    <a:pt x="2104237" y="265125"/>
                  </a:lnTo>
                  <a:lnTo>
                    <a:pt x="2104148" y="199593"/>
                  </a:lnTo>
                  <a:lnTo>
                    <a:pt x="2104148" y="787082"/>
                  </a:lnTo>
                  <a:lnTo>
                    <a:pt x="1995182" y="787019"/>
                  </a:lnTo>
                  <a:lnTo>
                    <a:pt x="1995004" y="655967"/>
                  </a:lnTo>
                  <a:lnTo>
                    <a:pt x="2103970" y="656031"/>
                  </a:lnTo>
                  <a:lnTo>
                    <a:pt x="2104148" y="787082"/>
                  </a:lnTo>
                  <a:lnTo>
                    <a:pt x="2104148" y="199593"/>
                  </a:lnTo>
                  <a:lnTo>
                    <a:pt x="2104059" y="134048"/>
                  </a:lnTo>
                  <a:lnTo>
                    <a:pt x="2214372" y="134112"/>
                  </a:lnTo>
                  <a:lnTo>
                    <a:pt x="2214372" y="133350"/>
                  </a:lnTo>
                  <a:lnTo>
                    <a:pt x="2104059" y="133286"/>
                  </a:lnTo>
                  <a:lnTo>
                    <a:pt x="2103970" y="62725"/>
                  </a:lnTo>
                  <a:lnTo>
                    <a:pt x="2103970" y="655269"/>
                  </a:lnTo>
                  <a:lnTo>
                    <a:pt x="1995004" y="655205"/>
                  </a:lnTo>
                  <a:lnTo>
                    <a:pt x="1994839" y="524141"/>
                  </a:lnTo>
                  <a:lnTo>
                    <a:pt x="2103805" y="524205"/>
                  </a:lnTo>
                  <a:lnTo>
                    <a:pt x="2103970" y="655269"/>
                  </a:lnTo>
                  <a:lnTo>
                    <a:pt x="2103970" y="62725"/>
                  </a:lnTo>
                  <a:lnTo>
                    <a:pt x="2103894" y="2222"/>
                  </a:lnTo>
                  <a:lnTo>
                    <a:pt x="2214372" y="2286"/>
                  </a:lnTo>
                  <a:lnTo>
                    <a:pt x="2215896" y="1176528"/>
                  </a:lnTo>
                  <a:lnTo>
                    <a:pt x="2216658" y="1176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760220" y="4280915"/>
              <a:ext cx="2219325" cy="1181100"/>
            </a:xfrm>
            <a:custGeom>
              <a:avLst/>
              <a:gdLst/>
              <a:ahLst/>
              <a:cxnLst/>
              <a:rect l="l" t="t" r="r" b="b"/>
              <a:pathLst>
                <a:path w="2219325" h="1181100">
                  <a:moveTo>
                    <a:pt x="2218944" y="1181100"/>
                  </a:moveTo>
                  <a:lnTo>
                    <a:pt x="2218943" y="0"/>
                  </a:lnTo>
                  <a:lnTo>
                    <a:pt x="0" y="0"/>
                  </a:lnTo>
                  <a:lnTo>
                    <a:pt x="0" y="1181100"/>
                  </a:lnTo>
                  <a:lnTo>
                    <a:pt x="2286" y="1181100"/>
                  </a:lnTo>
                  <a:lnTo>
                    <a:pt x="2286" y="4572"/>
                  </a:lnTo>
                  <a:lnTo>
                    <a:pt x="4572" y="2286"/>
                  </a:lnTo>
                  <a:lnTo>
                    <a:pt x="4572" y="4572"/>
                  </a:lnTo>
                  <a:lnTo>
                    <a:pt x="2214371" y="4572"/>
                  </a:lnTo>
                  <a:lnTo>
                    <a:pt x="2214371" y="2286"/>
                  </a:lnTo>
                  <a:lnTo>
                    <a:pt x="2216657" y="4572"/>
                  </a:lnTo>
                  <a:lnTo>
                    <a:pt x="2216658" y="1181100"/>
                  </a:lnTo>
                  <a:lnTo>
                    <a:pt x="2218944" y="1181100"/>
                  </a:lnTo>
                  <a:close/>
                </a:path>
                <a:path w="2219325" h="1181100">
                  <a:moveTo>
                    <a:pt x="4572" y="4572"/>
                  </a:moveTo>
                  <a:lnTo>
                    <a:pt x="4572" y="2286"/>
                  </a:lnTo>
                  <a:lnTo>
                    <a:pt x="2286" y="4572"/>
                  </a:lnTo>
                  <a:lnTo>
                    <a:pt x="4572" y="4572"/>
                  </a:lnTo>
                  <a:close/>
                </a:path>
                <a:path w="2219325" h="1181100">
                  <a:moveTo>
                    <a:pt x="4572" y="1176528"/>
                  </a:moveTo>
                  <a:lnTo>
                    <a:pt x="4572" y="4572"/>
                  </a:lnTo>
                  <a:lnTo>
                    <a:pt x="2286" y="4572"/>
                  </a:lnTo>
                  <a:lnTo>
                    <a:pt x="2286" y="1176528"/>
                  </a:lnTo>
                  <a:lnTo>
                    <a:pt x="4572" y="1176528"/>
                  </a:lnTo>
                  <a:close/>
                </a:path>
                <a:path w="2219325" h="1181100">
                  <a:moveTo>
                    <a:pt x="2216658" y="1176528"/>
                  </a:moveTo>
                  <a:lnTo>
                    <a:pt x="2286" y="1176528"/>
                  </a:lnTo>
                  <a:lnTo>
                    <a:pt x="4572" y="1178814"/>
                  </a:lnTo>
                  <a:lnTo>
                    <a:pt x="4572" y="1181100"/>
                  </a:lnTo>
                  <a:lnTo>
                    <a:pt x="2214372" y="1181100"/>
                  </a:lnTo>
                  <a:lnTo>
                    <a:pt x="2214372" y="1178814"/>
                  </a:lnTo>
                  <a:lnTo>
                    <a:pt x="2216658" y="1176528"/>
                  </a:lnTo>
                  <a:close/>
                </a:path>
                <a:path w="2219325" h="1181100">
                  <a:moveTo>
                    <a:pt x="4572" y="1181100"/>
                  </a:moveTo>
                  <a:lnTo>
                    <a:pt x="4572" y="1178814"/>
                  </a:lnTo>
                  <a:lnTo>
                    <a:pt x="2286" y="1176528"/>
                  </a:lnTo>
                  <a:lnTo>
                    <a:pt x="2286" y="1181100"/>
                  </a:lnTo>
                  <a:lnTo>
                    <a:pt x="4572" y="1181100"/>
                  </a:lnTo>
                  <a:close/>
                </a:path>
                <a:path w="2219325" h="1181100">
                  <a:moveTo>
                    <a:pt x="2216657" y="4572"/>
                  </a:moveTo>
                  <a:lnTo>
                    <a:pt x="2214371" y="2286"/>
                  </a:lnTo>
                  <a:lnTo>
                    <a:pt x="2214371" y="4572"/>
                  </a:lnTo>
                  <a:lnTo>
                    <a:pt x="2216657" y="4572"/>
                  </a:lnTo>
                  <a:close/>
                </a:path>
                <a:path w="2219325" h="1181100">
                  <a:moveTo>
                    <a:pt x="2216658" y="1176528"/>
                  </a:moveTo>
                  <a:lnTo>
                    <a:pt x="2216657" y="4572"/>
                  </a:lnTo>
                  <a:lnTo>
                    <a:pt x="2214371" y="4572"/>
                  </a:lnTo>
                  <a:lnTo>
                    <a:pt x="2214372" y="1176528"/>
                  </a:lnTo>
                  <a:lnTo>
                    <a:pt x="2216658" y="1176528"/>
                  </a:lnTo>
                  <a:close/>
                </a:path>
                <a:path w="2219325" h="1181100">
                  <a:moveTo>
                    <a:pt x="2216658" y="1181100"/>
                  </a:moveTo>
                  <a:lnTo>
                    <a:pt x="2216658" y="1176528"/>
                  </a:lnTo>
                  <a:lnTo>
                    <a:pt x="2214372" y="1178814"/>
                  </a:lnTo>
                  <a:lnTo>
                    <a:pt x="2214372" y="1181100"/>
                  </a:lnTo>
                  <a:lnTo>
                    <a:pt x="2216658" y="11811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741932" y="4283201"/>
              <a:ext cx="2237740" cy="1195705"/>
            </a:xfrm>
            <a:custGeom>
              <a:avLst/>
              <a:gdLst/>
              <a:ahLst/>
              <a:cxnLst/>
              <a:rect l="l" t="t" r="r" b="b"/>
              <a:pathLst>
                <a:path w="2237740" h="1195704">
                  <a:moveTo>
                    <a:pt x="20574" y="1178052"/>
                  </a:moveTo>
                  <a:lnTo>
                    <a:pt x="0" y="1176528"/>
                  </a:lnTo>
                  <a:lnTo>
                    <a:pt x="0" y="1177290"/>
                  </a:lnTo>
                  <a:lnTo>
                    <a:pt x="20574" y="1178814"/>
                  </a:lnTo>
                  <a:lnTo>
                    <a:pt x="20574" y="1178052"/>
                  </a:lnTo>
                  <a:close/>
                </a:path>
                <a:path w="2237740" h="1195704">
                  <a:moveTo>
                    <a:pt x="20574" y="1046238"/>
                  </a:moveTo>
                  <a:lnTo>
                    <a:pt x="0" y="1044714"/>
                  </a:lnTo>
                  <a:lnTo>
                    <a:pt x="0" y="1045476"/>
                  </a:lnTo>
                  <a:lnTo>
                    <a:pt x="20574" y="1047000"/>
                  </a:lnTo>
                  <a:lnTo>
                    <a:pt x="20574" y="1046238"/>
                  </a:lnTo>
                  <a:close/>
                </a:path>
                <a:path w="2237740" h="1195704">
                  <a:moveTo>
                    <a:pt x="20574" y="914400"/>
                  </a:moveTo>
                  <a:lnTo>
                    <a:pt x="0" y="912876"/>
                  </a:lnTo>
                  <a:lnTo>
                    <a:pt x="0" y="913638"/>
                  </a:lnTo>
                  <a:lnTo>
                    <a:pt x="20574" y="915162"/>
                  </a:lnTo>
                  <a:lnTo>
                    <a:pt x="20574" y="914400"/>
                  </a:lnTo>
                  <a:close/>
                </a:path>
                <a:path w="2237740" h="1195704">
                  <a:moveTo>
                    <a:pt x="20574" y="787146"/>
                  </a:moveTo>
                  <a:lnTo>
                    <a:pt x="0" y="785622"/>
                  </a:lnTo>
                  <a:lnTo>
                    <a:pt x="0" y="786384"/>
                  </a:lnTo>
                  <a:lnTo>
                    <a:pt x="20574" y="787908"/>
                  </a:lnTo>
                  <a:lnTo>
                    <a:pt x="20574" y="787146"/>
                  </a:lnTo>
                  <a:close/>
                </a:path>
                <a:path w="2237740" h="1195704">
                  <a:moveTo>
                    <a:pt x="20574" y="655332"/>
                  </a:moveTo>
                  <a:lnTo>
                    <a:pt x="0" y="653808"/>
                  </a:lnTo>
                  <a:lnTo>
                    <a:pt x="0" y="654570"/>
                  </a:lnTo>
                  <a:lnTo>
                    <a:pt x="20574" y="656094"/>
                  </a:lnTo>
                  <a:lnTo>
                    <a:pt x="20574" y="655332"/>
                  </a:lnTo>
                  <a:close/>
                </a:path>
                <a:path w="2237740" h="1195704">
                  <a:moveTo>
                    <a:pt x="20574" y="523506"/>
                  </a:moveTo>
                  <a:lnTo>
                    <a:pt x="0" y="521982"/>
                  </a:lnTo>
                  <a:lnTo>
                    <a:pt x="0" y="522744"/>
                  </a:lnTo>
                  <a:lnTo>
                    <a:pt x="20574" y="524268"/>
                  </a:lnTo>
                  <a:lnTo>
                    <a:pt x="20574" y="523506"/>
                  </a:lnTo>
                  <a:close/>
                </a:path>
                <a:path w="2237740" h="1195704">
                  <a:moveTo>
                    <a:pt x="22847" y="1176528"/>
                  </a:moveTo>
                  <a:lnTo>
                    <a:pt x="20561" y="2286"/>
                  </a:lnTo>
                  <a:lnTo>
                    <a:pt x="20574" y="1524"/>
                  </a:lnTo>
                  <a:lnTo>
                    <a:pt x="20561" y="0"/>
                  </a:lnTo>
                  <a:lnTo>
                    <a:pt x="19799" y="0"/>
                  </a:lnTo>
                  <a:lnTo>
                    <a:pt x="19799" y="1473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19799" y="2235"/>
                  </a:lnTo>
                  <a:lnTo>
                    <a:pt x="20040" y="133311"/>
                  </a:lnTo>
                  <a:lnTo>
                    <a:pt x="0" y="131826"/>
                  </a:lnTo>
                  <a:lnTo>
                    <a:pt x="0" y="132588"/>
                  </a:lnTo>
                  <a:lnTo>
                    <a:pt x="20040" y="134073"/>
                  </a:lnTo>
                  <a:lnTo>
                    <a:pt x="20294" y="265176"/>
                  </a:lnTo>
                  <a:lnTo>
                    <a:pt x="0" y="263664"/>
                  </a:lnTo>
                  <a:lnTo>
                    <a:pt x="0" y="264426"/>
                  </a:lnTo>
                  <a:lnTo>
                    <a:pt x="20307" y="265938"/>
                  </a:lnTo>
                  <a:lnTo>
                    <a:pt x="20548" y="391668"/>
                  </a:lnTo>
                  <a:lnTo>
                    <a:pt x="0" y="390144"/>
                  </a:lnTo>
                  <a:lnTo>
                    <a:pt x="0" y="390906"/>
                  </a:lnTo>
                  <a:lnTo>
                    <a:pt x="20561" y="392430"/>
                  </a:lnTo>
                  <a:lnTo>
                    <a:pt x="22085" y="1176528"/>
                  </a:lnTo>
                  <a:lnTo>
                    <a:pt x="22847" y="1176528"/>
                  </a:lnTo>
                  <a:close/>
                </a:path>
                <a:path w="2237740" h="1195704">
                  <a:moveTo>
                    <a:pt x="2234933" y="1178052"/>
                  </a:moveTo>
                  <a:lnTo>
                    <a:pt x="1681619" y="1177683"/>
                  </a:lnTo>
                  <a:lnTo>
                    <a:pt x="1681721" y="1176528"/>
                  </a:lnTo>
                  <a:lnTo>
                    <a:pt x="1680959" y="1176528"/>
                  </a:lnTo>
                  <a:lnTo>
                    <a:pt x="1680857" y="1177683"/>
                  </a:lnTo>
                  <a:lnTo>
                    <a:pt x="1132255" y="1177302"/>
                  </a:lnTo>
                  <a:lnTo>
                    <a:pt x="1132319" y="1176528"/>
                  </a:lnTo>
                  <a:lnTo>
                    <a:pt x="1131557" y="1176528"/>
                  </a:lnTo>
                  <a:lnTo>
                    <a:pt x="1131493" y="1177302"/>
                  </a:lnTo>
                  <a:lnTo>
                    <a:pt x="576783" y="1176921"/>
                  </a:lnTo>
                  <a:lnTo>
                    <a:pt x="576821" y="1176528"/>
                  </a:lnTo>
                  <a:lnTo>
                    <a:pt x="576059" y="1176528"/>
                  </a:lnTo>
                  <a:lnTo>
                    <a:pt x="576021" y="1176921"/>
                  </a:lnTo>
                  <a:lnTo>
                    <a:pt x="20561" y="1176528"/>
                  </a:lnTo>
                  <a:lnTo>
                    <a:pt x="20561" y="1177290"/>
                  </a:lnTo>
                  <a:lnTo>
                    <a:pt x="575957" y="1177683"/>
                  </a:lnTo>
                  <a:lnTo>
                    <a:pt x="574535" y="1195578"/>
                  </a:lnTo>
                  <a:lnTo>
                    <a:pt x="575297" y="1195578"/>
                  </a:lnTo>
                  <a:lnTo>
                    <a:pt x="576719" y="1177683"/>
                  </a:lnTo>
                  <a:lnTo>
                    <a:pt x="1131430" y="1178064"/>
                  </a:lnTo>
                  <a:lnTo>
                    <a:pt x="1130033" y="1195578"/>
                  </a:lnTo>
                  <a:lnTo>
                    <a:pt x="1130795" y="1195578"/>
                  </a:lnTo>
                  <a:lnTo>
                    <a:pt x="1132192" y="1178064"/>
                  </a:lnTo>
                  <a:lnTo>
                    <a:pt x="1680794" y="1178445"/>
                  </a:lnTo>
                  <a:lnTo>
                    <a:pt x="1679435" y="1195578"/>
                  </a:lnTo>
                  <a:lnTo>
                    <a:pt x="1680197" y="1195578"/>
                  </a:lnTo>
                  <a:lnTo>
                    <a:pt x="1681556" y="1178445"/>
                  </a:lnTo>
                  <a:lnTo>
                    <a:pt x="2234933" y="1178814"/>
                  </a:lnTo>
                  <a:lnTo>
                    <a:pt x="2234933" y="1178052"/>
                  </a:lnTo>
                  <a:close/>
                </a:path>
                <a:path w="2237740" h="1195704">
                  <a:moveTo>
                    <a:pt x="2237219" y="1176528"/>
                  </a:moveTo>
                  <a:lnTo>
                    <a:pt x="2236457" y="1176528"/>
                  </a:lnTo>
                  <a:lnTo>
                    <a:pt x="2234933" y="1195578"/>
                  </a:lnTo>
                  <a:lnTo>
                    <a:pt x="2235695" y="1195578"/>
                  </a:lnTo>
                  <a:lnTo>
                    <a:pt x="2237219" y="1176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42694" y="4342637"/>
              <a:ext cx="1922525" cy="1136141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562858" y="4234840"/>
            <a:ext cx="158115" cy="1278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9525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1800</a:t>
            </a:r>
            <a:endParaRPr sz="500">
              <a:latin typeface="Arial MT"/>
              <a:cs typeface="Arial MT"/>
            </a:endParaRPr>
          </a:p>
          <a:p>
            <a:pPr algn="r" marR="9525">
              <a:lnSpc>
                <a:spcPct val="100000"/>
              </a:lnSpc>
              <a:spcBef>
                <a:spcPts val="440"/>
              </a:spcBef>
            </a:pPr>
            <a:r>
              <a:rPr dirty="0" sz="500" spc="-10">
                <a:latin typeface="Arial MT"/>
                <a:cs typeface="Arial MT"/>
              </a:rPr>
              <a:t>1600</a:t>
            </a:r>
            <a:endParaRPr sz="500">
              <a:latin typeface="Arial MT"/>
              <a:cs typeface="Arial MT"/>
            </a:endParaRPr>
          </a:p>
          <a:p>
            <a:pPr algn="r" marR="9525">
              <a:lnSpc>
                <a:spcPct val="100000"/>
              </a:lnSpc>
              <a:spcBef>
                <a:spcPts val="434"/>
              </a:spcBef>
            </a:pPr>
            <a:r>
              <a:rPr dirty="0" sz="500" spc="-10">
                <a:latin typeface="Arial MT"/>
                <a:cs typeface="Arial MT"/>
              </a:rPr>
              <a:t>1400</a:t>
            </a:r>
            <a:endParaRPr sz="500">
              <a:latin typeface="Arial MT"/>
              <a:cs typeface="Arial MT"/>
            </a:endParaRPr>
          </a:p>
          <a:p>
            <a:pPr algn="r" marR="9525">
              <a:lnSpc>
                <a:spcPct val="100000"/>
              </a:lnSpc>
              <a:spcBef>
                <a:spcPts val="400"/>
              </a:spcBef>
            </a:pPr>
            <a:r>
              <a:rPr dirty="0" sz="500" spc="-10">
                <a:latin typeface="Arial MT"/>
                <a:cs typeface="Arial MT"/>
              </a:rPr>
              <a:t>1200</a:t>
            </a:r>
            <a:endParaRPr sz="500">
              <a:latin typeface="Arial MT"/>
              <a:cs typeface="Arial MT"/>
            </a:endParaRPr>
          </a:p>
          <a:p>
            <a:pPr algn="r" marR="9525">
              <a:lnSpc>
                <a:spcPct val="100000"/>
              </a:lnSpc>
              <a:spcBef>
                <a:spcPts val="434"/>
              </a:spcBef>
            </a:pPr>
            <a:r>
              <a:rPr dirty="0" sz="500" spc="-10">
                <a:latin typeface="Arial MT"/>
                <a:cs typeface="Arial MT"/>
              </a:rPr>
              <a:t>1000</a:t>
            </a:r>
            <a:endParaRPr sz="500">
              <a:latin typeface="Arial MT"/>
              <a:cs typeface="Arial MT"/>
            </a:endParaRPr>
          </a:p>
          <a:p>
            <a:pPr algn="r" marR="8255">
              <a:lnSpc>
                <a:spcPct val="100000"/>
              </a:lnSpc>
              <a:spcBef>
                <a:spcPts val="440"/>
              </a:spcBef>
            </a:pPr>
            <a:r>
              <a:rPr dirty="0" sz="500" spc="-10">
                <a:latin typeface="Arial MT"/>
                <a:cs typeface="Arial MT"/>
              </a:rPr>
              <a:t>800</a:t>
            </a:r>
            <a:endParaRPr sz="500">
              <a:latin typeface="Arial MT"/>
              <a:cs typeface="Arial MT"/>
            </a:endParaRPr>
          </a:p>
          <a:p>
            <a:pPr algn="r" marR="8255">
              <a:lnSpc>
                <a:spcPct val="100000"/>
              </a:lnSpc>
              <a:spcBef>
                <a:spcPts val="434"/>
              </a:spcBef>
            </a:pPr>
            <a:r>
              <a:rPr dirty="0" sz="500" spc="-10">
                <a:latin typeface="Arial MT"/>
                <a:cs typeface="Arial MT"/>
              </a:rPr>
              <a:t>600</a:t>
            </a:r>
            <a:endParaRPr sz="500">
              <a:latin typeface="Arial MT"/>
              <a:cs typeface="Arial MT"/>
            </a:endParaRPr>
          </a:p>
          <a:p>
            <a:pPr algn="r" marR="8255">
              <a:lnSpc>
                <a:spcPct val="100000"/>
              </a:lnSpc>
              <a:spcBef>
                <a:spcPts val="405"/>
              </a:spcBef>
            </a:pPr>
            <a:r>
              <a:rPr dirty="0" sz="500" spc="-10">
                <a:latin typeface="Arial MT"/>
                <a:cs typeface="Arial MT"/>
              </a:rPr>
              <a:t>400</a:t>
            </a:r>
            <a:endParaRPr sz="500">
              <a:latin typeface="Arial MT"/>
              <a:cs typeface="Arial MT"/>
            </a:endParaRPr>
          </a:p>
          <a:p>
            <a:pPr algn="r" marR="8255">
              <a:lnSpc>
                <a:spcPct val="100000"/>
              </a:lnSpc>
              <a:spcBef>
                <a:spcPts val="434"/>
              </a:spcBef>
            </a:pPr>
            <a:r>
              <a:rPr dirty="0" sz="500" spc="-10">
                <a:latin typeface="Arial MT"/>
                <a:cs typeface="Arial MT"/>
              </a:rPr>
              <a:t>200</a:t>
            </a:r>
            <a:endParaRPr sz="5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440"/>
              </a:spcBef>
            </a:pPr>
            <a:r>
              <a:rPr dirty="0" sz="500" spc="-5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745006" y="5508172"/>
            <a:ext cx="482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5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301255" y="5508172"/>
            <a:ext cx="482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5">
                <a:latin typeface="Arial MT"/>
                <a:cs typeface="Arial MT"/>
              </a:rPr>
              <a:t>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84848" y="5508172"/>
            <a:ext cx="8318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15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41097" y="5508172"/>
            <a:ext cx="8318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Arial MT"/>
                <a:cs typeface="Arial MT"/>
              </a:rPr>
              <a:t>20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704385" y="5468263"/>
            <a:ext cx="325120" cy="25717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409"/>
              </a:spcBef>
            </a:pPr>
            <a:r>
              <a:rPr dirty="0" sz="500" spc="-10">
                <a:latin typeface="Arial MT"/>
                <a:cs typeface="Arial MT"/>
              </a:rPr>
              <a:t>10</a:t>
            </a:r>
            <a:endParaRPr sz="500">
              <a:latin typeface="Arial MT"/>
              <a:cs typeface="Arial MT"/>
            </a:endParaRPr>
          </a:p>
          <a:p>
            <a:pPr algn="ctr" marR="5080">
              <a:lnSpc>
                <a:spcPct val="100000"/>
              </a:lnSpc>
              <a:spcBef>
                <a:spcPts val="315"/>
              </a:spcBef>
            </a:pPr>
            <a:r>
              <a:rPr dirty="0" sz="500" b="1">
                <a:latin typeface="Arial"/>
                <a:cs typeface="Arial"/>
              </a:rPr>
              <a:t>T</a:t>
            </a:r>
            <a:r>
              <a:rPr dirty="0" sz="500" spc="-10" b="1">
                <a:latin typeface="Arial"/>
                <a:cs typeface="Arial"/>
              </a:rPr>
              <a:t>im</a:t>
            </a:r>
            <a:r>
              <a:rPr dirty="0" sz="500" spc="-5" b="1">
                <a:latin typeface="Arial"/>
                <a:cs typeface="Arial"/>
              </a:rPr>
              <a:t>e</a:t>
            </a:r>
            <a:r>
              <a:rPr dirty="0" sz="500" spc="-15" b="1">
                <a:latin typeface="Arial"/>
                <a:cs typeface="Arial"/>
              </a:rPr>
              <a:t> </a:t>
            </a:r>
            <a:r>
              <a:rPr dirty="0" sz="500" spc="-5" b="1">
                <a:latin typeface="Arial"/>
                <a:cs typeface="Arial"/>
              </a:rPr>
              <a:t>(</a:t>
            </a:r>
            <a:r>
              <a:rPr dirty="0" sz="500" spc="-10" b="1">
                <a:latin typeface="Arial"/>
                <a:cs typeface="Arial"/>
              </a:rPr>
              <a:t>sec)</a:t>
            </a:r>
            <a:endParaRPr sz="5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433471" y="4681291"/>
            <a:ext cx="96520" cy="38989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500" b="1">
                <a:latin typeface="Arial"/>
                <a:cs typeface="Arial"/>
              </a:rPr>
              <a:t>Di</a:t>
            </a:r>
            <a:r>
              <a:rPr dirty="0" sz="500" spc="-5" b="1">
                <a:latin typeface="Arial"/>
                <a:cs typeface="Arial"/>
              </a:rPr>
              <a:t>s</a:t>
            </a:r>
            <a:r>
              <a:rPr dirty="0" sz="500" b="1">
                <a:latin typeface="Arial"/>
                <a:cs typeface="Arial"/>
              </a:rPr>
              <a:t>t</a:t>
            </a:r>
            <a:r>
              <a:rPr dirty="0" sz="500" spc="-5" b="1">
                <a:latin typeface="Arial"/>
                <a:cs typeface="Arial"/>
              </a:rPr>
              <a:t>a</a:t>
            </a:r>
            <a:r>
              <a:rPr dirty="0" sz="500" b="1">
                <a:latin typeface="Arial"/>
                <a:cs typeface="Arial"/>
              </a:rPr>
              <a:t>n</a:t>
            </a:r>
            <a:r>
              <a:rPr dirty="0" sz="500" spc="-5" b="1">
                <a:latin typeface="Arial"/>
                <a:cs typeface="Arial"/>
              </a:rPr>
              <a:t>c</a:t>
            </a:r>
            <a:r>
              <a:rPr dirty="0" sz="500" b="1">
                <a:latin typeface="Arial"/>
                <a:cs typeface="Arial"/>
              </a:rPr>
              <a:t>e</a:t>
            </a:r>
            <a:r>
              <a:rPr dirty="0" sz="500" spc="-20" b="1">
                <a:latin typeface="Arial"/>
                <a:cs typeface="Arial"/>
              </a:rPr>
              <a:t> </a:t>
            </a:r>
            <a:r>
              <a:rPr dirty="0" sz="500" b="1">
                <a:latin typeface="Arial"/>
                <a:cs typeface="Arial"/>
              </a:rPr>
              <a:t>(ft)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1377950" y="968501"/>
            <a:ext cx="2688590" cy="4809490"/>
            <a:chOff x="1377950" y="968501"/>
            <a:chExt cx="2688590" cy="4809490"/>
          </a:xfrm>
        </p:grpSpPr>
        <p:sp>
          <p:nvSpPr>
            <p:cNvPr id="59" name="object 59"/>
            <p:cNvSpPr/>
            <p:nvPr/>
          </p:nvSpPr>
          <p:spPr>
            <a:xfrm>
              <a:off x="1377950" y="968501"/>
              <a:ext cx="2688590" cy="4809490"/>
            </a:xfrm>
            <a:custGeom>
              <a:avLst/>
              <a:gdLst/>
              <a:ahLst/>
              <a:cxnLst/>
              <a:rect l="l" t="t" r="r" b="b"/>
              <a:pathLst>
                <a:path w="2688590" h="4809490">
                  <a:moveTo>
                    <a:pt x="1599082" y="18605"/>
                  </a:moveTo>
                  <a:lnTo>
                    <a:pt x="1596885" y="13716"/>
                  </a:lnTo>
                  <a:lnTo>
                    <a:pt x="1595361" y="11430"/>
                  </a:lnTo>
                  <a:lnTo>
                    <a:pt x="1594599" y="9906"/>
                  </a:lnTo>
                  <a:lnTo>
                    <a:pt x="1593075" y="8382"/>
                  </a:lnTo>
                  <a:lnTo>
                    <a:pt x="1591551" y="7620"/>
                  </a:lnTo>
                  <a:lnTo>
                    <a:pt x="1589265" y="6858"/>
                  </a:lnTo>
                  <a:lnTo>
                    <a:pt x="1587741" y="6096"/>
                  </a:lnTo>
                  <a:lnTo>
                    <a:pt x="1553451" y="0"/>
                  </a:lnTo>
                  <a:lnTo>
                    <a:pt x="1549641" y="0"/>
                  </a:lnTo>
                  <a:lnTo>
                    <a:pt x="1547355" y="762"/>
                  </a:lnTo>
                  <a:lnTo>
                    <a:pt x="1545831" y="1524"/>
                  </a:lnTo>
                  <a:lnTo>
                    <a:pt x="1543545" y="2286"/>
                  </a:lnTo>
                  <a:lnTo>
                    <a:pt x="1542021" y="3810"/>
                  </a:lnTo>
                  <a:lnTo>
                    <a:pt x="1541259" y="6096"/>
                  </a:lnTo>
                  <a:lnTo>
                    <a:pt x="1539735" y="7620"/>
                  </a:lnTo>
                  <a:lnTo>
                    <a:pt x="1539735" y="13716"/>
                  </a:lnTo>
                  <a:lnTo>
                    <a:pt x="1540497" y="15240"/>
                  </a:lnTo>
                  <a:lnTo>
                    <a:pt x="1541259" y="17526"/>
                  </a:lnTo>
                  <a:lnTo>
                    <a:pt x="1544307" y="20574"/>
                  </a:lnTo>
                  <a:lnTo>
                    <a:pt x="1545831" y="21336"/>
                  </a:lnTo>
                  <a:lnTo>
                    <a:pt x="1548117" y="22860"/>
                  </a:lnTo>
                  <a:lnTo>
                    <a:pt x="1548879" y="22860"/>
                  </a:lnTo>
                  <a:lnTo>
                    <a:pt x="1549641" y="22999"/>
                  </a:lnTo>
                  <a:lnTo>
                    <a:pt x="1550403" y="23126"/>
                  </a:lnTo>
                  <a:lnTo>
                    <a:pt x="1551927" y="23393"/>
                  </a:lnTo>
                  <a:lnTo>
                    <a:pt x="1583931" y="28956"/>
                  </a:lnTo>
                  <a:lnTo>
                    <a:pt x="1583931" y="23495"/>
                  </a:lnTo>
                  <a:lnTo>
                    <a:pt x="1584566" y="23609"/>
                  </a:lnTo>
                  <a:lnTo>
                    <a:pt x="1584566" y="28956"/>
                  </a:lnTo>
                  <a:lnTo>
                    <a:pt x="1585963" y="28829"/>
                  </a:lnTo>
                  <a:lnTo>
                    <a:pt x="1586217" y="28765"/>
                  </a:lnTo>
                  <a:lnTo>
                    <a:pt x="1586979" y="28575"/>
                  </a:lnTo>
                  <a:lnTo>
                    <a:pt x="1588503" y="28194"/>
                  </a:lnTo>
                  <a:lnTo>
                    <a:pt x="1590027" y="28194"/>
                  </a:lnTo>
                  <a:lnTo>
                    <a:pt x="1592313" y="26670"/>
                  </a:lnTo>
                  <a:lnTo>
                    <a:pt x="1593837" y="25908"/>
                  </a:lnTo>
                  <a:lnTo>
                    <a:pt x="1597406" y="22352"/>
                  </a:lnTo>
                  <a:lnTo>
                    <a:pt x="1599082" y="18605"/>
                  </a:lnTo>
                  <a:close/>
                </a:path>
                <a:path w="2688590" h="4809490">
                  <a:moveTo>
                    <a:pt x="1668068" y="31623"/>
                  </a:moveTo>
                  <a:lnTo>
                    <a:pt x="1666875" y="32766"/>
                  </a:lnTo>
                  <a:lnTo>
                    <a:pt x="1666989" y="25908"/>
                  </a:lnTo>
                  <a:lnTo>
                    <a:pt x="1666227" y="23622"/>
                  </a:lnTo>
                  <a:lnTo>
                    <a:pt x="1664703" y="22098"/>
                  </a:lnTo>
                  <a:lnTo>
                    <a:pt x="1663179" y="19812"/>
                  </a:lnTo>
                  <a:lnTo>
                    <a:pt x="1661655" y="19050"/>
                  </a:lnTo>
                  <a:lnTo>
                    <a:pt x="1660893" y="18288"/>
                  </a:lnTo>
                  <a:lnTo>
                    <a:pt x="1657845" y="18288"/>
                  </a:lnTo>
                  <a:lnTo>
                    <a:pt x="1622793" y="12192"/>
                  </a:lnTo>
                  <a:lnTo>
                    <a:pt x="1619745" y="12192"/>
                  </a:lnTo>
                  <a:lnTo>
                    <a:pt x="1612480" y="15227"/>
                  </a:lnTo>
                  <a:lnTo>
                    <a:pt x="1609648" y="22313"/>
                  </a:lnTo>
                  <a:lnTo>
                    <a:pt x="1611680" y="29857"/>
                  </a:lnTo>
                  <a:lnTo>
                    <a:pt x="1618983" y="34290"/>
                  </a:lnTo>
                  <a:lnTo>
                    <a:pt x="1619745" y="34417"/>
                  </a:lnTo>
                  <a:lnTo>
                    <a:pt x="1619745" y="28956"/>
                  </a:lnTo>
                  <a:lnTo>
                    <a:pt x="1620126" y="28956"/>
                  </a:lnTo>
                  <a:lnTo>
                    <a:pt x="1620126" y="34467"/>
                  </a:lnTo>
                  <a:lnTo>
                    <a:pt x="1620507" y="34531"/>
                  </a:lnTo>
                  <a:lnTo>
                    <a:pt x="1621269" y="34645"/>
                  </a:lnTo>
                  <a:lnTo>
                    <a:pt x="1654035" y="39624"/>
                  </a:lnTo>
                  <a:lnTo>
                    <a:pt x="1654797" y="40386"/>
                  </a:lnTo>
                  <a:lnTo>
                    <a:pt x="1655559" y="40386"/>
                  </a:lnTo>
                  <a:lnTo>
                    <a:pt x="1655559" y="34480"/>
                  </a:lnTo>
                  <a:lnTo>
                    <a:pt x="1655711" y="34518"/>
                  </a:lnTo>
                  <a:lnTo>
                    <a:pt x="1655711" y="40386"/>
                  </a:lnTo>
                  <a:lnTo>
                    <a:pt x="1656321" y="40386"/>
                  </a:lnTo>
                  <a:lnTo>
                    <a:pt x="1657083" y="40386"/>
                  </a:lnTo>
                  <a:lnTo>
                    <a:pt x="1657845" y="40132"/>
                  </a:lnTo>
                  <a:lnTo>
                    <a:pt x="1661655" y="38862"/>
                  </a:lnTo>
                  <a:lnTo>
                    <a:pt x="1663179" y="37338"/>
                  </a:lnTo>
                  <a:lnTo>
                    <a:pt x="1666875" y="33020"/>
                  </a:lnTo>
                  <a:lnTo>
                    <a:pt x="1668068" y="31623"/>
                  </a:lnTo>
                  <a:close/>
                </a:path>
                <a:path w="2688590" h="4809490">
                  <a:moveTo>
                    <a:pt x="1738795" y="44691"/>
                  </a:moveTo>
                  <a:lnTo>
                    <a:pt x="1736699" y="44564"/>
                  </a:lnTo>
                  <a:lnTo>
                    <a:pt x="1737093" y="37338"/>
                  </a:lnTo>
                  <a:lnTo>
                    <a:pt x="1734045" y="32766"/>
                  </a:lnTo>
                  <a:lnTo>
                    <a:pt x="1732521" y="31242"/>
                  </a:lnTo>
                  <a:lnTo>
                    <a:pt x="1727949" y="29718"/>
                  </a:lnTo>
                  <a:lnTo>
                    <a:pt x="1726806" y="29654"/>
                  </a:lnTo>
                  <a:lnTo>
                    <a:pt x="1692897" y="23622"/>
                  </a:lnTo>
                  <a:lnTo>
                    <a:pt x="1689849" y="23622"/>
                  </a:lnTo>
                  <a:lnTo>
                    <a:pt x="1685277" y="25146"/>
                  </a:lnTo>
                  <a:lnTo>
                    <a:pt x="1683753" y="25908"/>
                  </a:lnTo>
                  <a:lnTo>
                    <a:pt x="1680705" y="28956"/>
                  </a:lnTo>
                  <a:lnTo>
                    <a:pt x="1680705" y="30480"/>
                  </a:lnTo>
                  <a:lnTo>
                    <a:pt x="1679943" y="32004"/>
                  </a:lnTo>
                  <a:lnTo>
                    <a:pt x="1679943" y="38100"/>
                  </a:lnTo>
                  <a:lnTo>
                    <a:pt x="1681734" y="43827"/>
                  </a:lnTo>
                  <a:lnTo>
                    <a:pt x="1688325" y="45720"/>
                  </a:lnTo>
                  <a:lnTo>
                    <a:pt x="1689087" y="45720"/>
                  </a:lnTo>
                  <a:lnTo>
                    <a:pt x="1689849" y="45859"/>
                  </a:lnTo>
                  <a:lnTo>
                    <a:pt x="1691373" y="46126"/>
                  </a:lnTo>
                  <a:lnTo>
                    <a:pt x="1724139" y="51816"/>
                  </a:lnTo>
                  <a:lnTo>
                    <a:pt x="1724901" y="51816"/>
                  </a:lnTo>
                  <a:lnTo>
                    <a:pt x="1724901" y="46482"/>
                  </a:lnTo>
                  <a:lnTo>
                    <a:pt x="1725422" y="46621"/>
                  </a:lnTo>
                  <a:lnTo>
                    <a:pt x="1725422" y="51816"/>
                  </a:lnTo>
                  <a:lnTo>
                    <a:pt x="1725663" y="51816"/>
                  </a:lnTo>
                  <a:lnTo>
                    <a:pt x="1726425" y="51816"/>
                  </a:lnTo>
                  <a:lnTo>
                    <a:pt x="1727187" y="51816"/>
                  </a:lnTo>
                  <a:lnTo>
                    <a:pt x="1727949" y="51562"/>
                  </a:lnTo>
                  <a:lnTo>
                    <a:pt x="1731759" y="50292"/>
                  </a:lnTo>
                  <a:lnTo>
                    <a:pt x="1733283" y="49530"/>
                  </a:lnTo>
                  <a:lnTo>
                    <a:pt x="1736699" y="46532"/>
                  </a:lnTo>
                  <a:lnTo>
                    <a:pt x="1738795" y="44691"/>
                  </a:lnTo>
                  <a:close/>
                </a:path>
                <a:path w="2688590" h="4809490">
                  <a:moveTo>
                    <a:pt x="1808632" y="53670"/>
                  </a:moveTo>
                  <a:lnTo>
                    <a:pt x="1806435" y="48768"/>
                  </a:lnTo>
                  <a:lnTo>
                    <a:pt x="1805673" y="46482"/>
                  </a:lnTo>
                  <a:lnTo>
                    <a:pt x="1801101" y="41910"/>
                  </a:lnTo>
                  <a:lnTo>
                    <a:pt x="1798815" y="41148"/>
                  </a:lnTo>
                  <a:lnTo>
                    <a:pt x="1797291" y="41148"/>
                  </a:lnTo>
                  <a:lnTo>
                    <a:pt x="1763001" y="35052"/>
                  </a:lnTo>
                  <a:lnTo>
                    <a:pt x="1758429" y="35052"/>
                  </a:lnTo>
                  <a:lnTo>
                    <a:pt x="1756905" y="35814"/>
                  </a:lnTo>
                  <a:lnTo>
                    <a:pt x="1754619" y="36576"/>
                  </a:lnTo>
                  <a:lnTo>
                    <a:pt x="1750542" y="40690"/>
                  </a:lnTo>
                  <a:lnTo>
                    <a:pt x="1748510" y="42506"/>
                  </a:lnTo>
                  <a:lnTo>
                    <a:pt x="1749285" y="48768"/>
                  </a:lnTo>
                  <a:lnTo>
                    <a:pt x="1750047" y="50292"/>
                  </a:lnTo>
                  <a:lnTo>
                    <a:pt x="1751571" y="52578"/>
                  </a:lnTo>
                  <a:lnTo>
                    <a:pt x="1752434" y="55397"/>
                  </a:lnTo>
                  <a:lnTo>
                    <a:pt x="1755457" y="56451"/>
                  </a:lnTo>
                  <a:lnTo>
                    <a:pt x="1757667" y="57912"/>
                  </a:lnTo>
                  <a:lnTo>
                    <a:pt x="1759191" y="57912"/>
                  </a:lnTo>
                  <a:lnTo>
                    <a:pt x="1759953" y="58039"/>
                  </a:lnTo>
                  <a:lnTo>
                    <a:pt x="1760715" y="58153"/>
                  </a:lnTo>
                  <a:lnTo>
                    <a:pt x="1761477" y="58267"/>
                  </a:lnTo>
                  <a:lnTo>
                    <a:pt x="1793481" y="63246"/>
                  </a:lnTo>
                  <a:lnTo>
                    <a:pt x="1794243" y="64008"/>
                  </a:lnTo>
                  <a:lnTo>
                    <a:pt x="1795005" y="64008"/>
                  </a:lnTo>
                  <a:lnTo>
                    <a:pt x="1795767" y="64008"/>
                  </a:lnTo>
                  <a:lnTo>
                    <a:pt x="1796529" y="64008"/>
                  </a:lnTo>
                  <a:lnTo>
                    <a:pt x="1797291" y="64008"/>
                  </a:lnTo>
                  <a:lnTo>
                    <a:pt x="1798815" y="63246"/>
                  </a:lnTo>
                  <a:lnTo>
                    <a:pt x="1801101" y="62484"/>
                  </a:lnTo>
                  <a:lnTo>
                    <a:pt x="1803387" y="60960"/>
                  </a:lnTo>
                  <a:lnTo>
                    <a:pt x="1806956" y="57404"/>
                  </a:lnTo>
                  <a:lnTo>
                    <a:pt x="1808632" y="53670"/>
                  </a:lnTo>
                  <a:close/>
                </a:path>
                <a:path w="2688590" h="4809490">
                  <a:moveTo>
                    <a:pt x="1877301" y="62484"/>
                  </a:moveTo>
                  <a:lnTo>
                    <a:pt x="1876539" y="60198"/>
                  </a:lnTo>
                  <a:lnTo>
                    <a:pt x="1872881" y="52679"/>
                  </a:lnTo>
                  <a:lnTo>
                    <a:pt x="1871916" y="55524"/>
                  </a:lnTo>
                  <a:lnTo>
                    <a:pt x="1868157" y="52578"/>
                  </a:lnTo>
                  <a:lnTo>
                    <a:pt x="1832343" y="46482"/>
                  </a:lnTo>
                  <a:lnTo>
                    <a:pt x="1830565" y="46570"/>
                  </a:lnTo>
                  <a:lnTo>
                    <a:pt x="1826247" y="48006"/>
                  </a:lnTo>
                  <a:lnTo>
                    <a:pt x="1823199" y="49530"/>
                  </a:lnTo>
                  <a:lnTo>
                    <a:pt x="1821675" y="51816"/>
                  </a:lnTo>
                  <a:lnTo>
                    <a:pt x="1820913" y="53340"/>
                  </a:lnTo>
                  <a:lnTo>
                    <a:pt x="1819389" y="54864"/>
                  </a:lnTo>
                  <a:lnTo>
                    <a:pt x="1819389" y="59436"/>
                  </a:lnTo>
                  <a:lnTo>
                    <a:pt x="1820913" y="64008"/>
                  </a:lnTo>
                  <a:lnTo>
                    <a:pt x="1825485" y="68580"/>
                  </a:lnTo>
                  <a:lnTo>
                    <a:pt x="1827771" y="69342"/>
                  </a:lnTo>
                  <a:lnTo>
                    <a:pt x="1829295" y="69342"/>
                  </a:lnTo>
                  <a:lnTo>
                    <a:pt x="1830057" y="69481"/>
                  </a:lnTo>
                  <a:lnTo>
                    <a:pt x="1830057" y="64008"/>
                  </a:lnTo>
                  <a:lnTo>
                    <a:pt x="1830209" y="64046"/>
                  </a:lnTo>
                  <a:lnTo>
                    <a:pt x="1830209" y="69507"/>
                  </a:lnTo>
                  <a:lnTo>
                    <a:pt x="1830819" y="69621"/>
                  </a:lnTo>
                  <a:lnTo>
                    <a:pt x="1863585" y="75438"/>
                  </a:lnTo>
                  <a:lnTo>
                    <a:pt x="1865109" y="75438"/>
                  </a:lnTo>
                  <a:lnTo>
                    <a:pt x="1865109" y="70294"/>
                  </a:lnTo>
                  <a:lnTo>
                    <a:pt x="1865312" y="70345"/>
                  </a:lnTo>
                  <a:lnTo>
                    <a:pt x="1865312" y="75438"/>
                  </a:lnTo>
                  <a:lnTo>
                    <a:pt x="1866633" y="75438"/>
                  </a:lnTo>
                  <a:lnTo>
                    <a:pt x="1876818" y="68021"/>
                  </a:lnTo>
                  <a:lnTo>
                    <a:pt x="1876539" y="64770"/>
                  </a:lnTo>
                  <a:lnTo>
                    <a:pt x="1877301" y="62484"/>
                  </a:lnTo>
                  <a:close/>
                </a:path>
                <a:path w="2688590" h="4809490">
                  <a:moveTo>
                    <a:pt x="1947405" y="74676"/>
                  </a:moveTo>
                  <a:lnTo>
                    <a:pt x="1946643" y="71628"/>
                  </a:lnTo>
                  <a:lnTo>
                    <a:pt x="1945881" y="70104"/>
                  </a:lnTo>
                  <a:lnTo>
                    <a:pt x="1944357" y="68580"/>
                  </a:lnTo>
                  <a:lnTo>
                    <a:pt x="1942833" y="66294"/>
                  </a:lnTo>
                  <a:lnTo>
                    <a:pt x="1938261" y="64770"/>
                  </a:lnTo>
                  <a:lnTo>
                    <a:pt x="1937499" y="64770"/>
                  </a:lnTo>
                  <a:lnTo>
                    <a:pt x="1902447" y="58674"/>
                  </a:lnTo>
                  <a:lnTo>
                    <a:pt x="1897113" y="58674"/>
                  </a:lnTo>
                  <a:lnTo>
                    <a:pt x="1891169" y="64008"/>
                  </a:lnTo>
                  <a:lnTo>
                    <a:pt x="1889340" y="70650"/>
                  </a:lnTo>
                  <a:lnTo>
                    <a:pt x="1891766" y="77038"/>
                  </a:lnTo>
                  <a:lnTo>
                    <a:pt x="1898637" y="81534"/>
                  </a:lnTo>
                  <a:lnTo>
                    <a:pt x="1899399" y="81661"/>
                  </a:lnTo>
                  <a:lnTo>
                    <a:pt x="1900161" y="81775"/>
                  </a:lnTo>
                  <a:lnTo>
                    <a:pt x="1900161" y="75577"/>
                  </a:lnTo>
                  <a:lnTo>
                    <a:pt x="1900313" y="75603"/>
                  </a:lnTo>
                  <a:lnTo>
                    <a:pt x="1900313" y="81800"/>
                  </a:lnTo>
                  <a:lnTo>
                    <a:pt x="1900923" y="81889"/>
                  </a:lnTo>
                  <a:lnTo>
                    <a:pt x="1901685" y="82003"/>
                  </a:lnTo>
                  <a:lnTo>
                    <a:pt x="1933689" y="86868"/>
                  </a:lnTo>
                  <a:lnTo>
                    <a:pt x="1934451" y="86868"/>
                  </a:lnTo>
                  <a:lnTo>
                    <a:pt x="1935213" y="87122"/>
                  </a:lnTo>
                  <a:lnTo>
                    <a:pt x="1935213" y="81724"/>
                  </a:lnTo>
                  <a:lnTo>
                    <a:pt x="1935289" y="87147"/>
                  </a:lnTo>
                  <a:lnTo>
                    <a:pt x="1936737" y="87630"/>
                  </a:lnTo>
                  <a:lnTo>
                    <a:pt x="1937499" y="87439"/>
                  </a:lnTo>
                  <a:lnTo>
                    <a:pt x="1939785" y="86868"/>
                  </a:lnTo>
                  <a:lnTo>
                    <a:pt x="1941309" y="86106"/>
                  </a:lnTo>
                  <a:lnTo>
                    <a:pt x="1944357" y="83058"/>
                  </a:lnTo>
                  <a:lnTo>
                    <a:pt x="1945881" y="80772"/>
                  </a:lnTo>
                  <a:lnTo>
                    <a:pt x="1947405" y="76200"/>
                  </a:lnTo>
                  <a:lnTo>
                    <a:pt x="1947405" y="74676"/>
                  </a:lnTo>
                  <a:close/>
                </a:path>
                <a:path w="2688590" h="4809490">
                  <a:moveTo>
                    <a:pt x="2017712" y="92532"/>
                  </a:moveTo>
                  <a:lnTo>
                    <a:pt x="1972551" y="70104"/>
                  </a:lnTo>
                  <a:lnTo>
                    <a:pt x="1969503" y="70104"/>
                  </a:lnTo>
                  <a:lnTo>
                    <a:pt x="1967217" y="70866"/>
                  </a:lnTo>
                  <a:lnTo>
                    <a:pt x="1960537" y="75501"/>
                  </a:lnTo>
                  <a:lnTo>
                    <a:pt x="1959013" y="82486"/>
                  </a:lnTo>
                  <a:lnTo>
                    <a:pt x="1961972" y="89192"/>
                  </a:lnTo>
                  <a:lnTo>
                    <a:pt x="1968741" y="92964"/>
                  </a:lnTo>
                  <a:lnTo>
                    <a:pt x="1969503" y="93103"/>
                  </a:lnTo>
                  <a:lnTo>
                    <a:pt x="2003031" y="99060"/>
                  </a:lnTo>
                  <a:lnTo>
                    <a:pt x="2006079" y="99060"/>
                  </a:lnTo>
                  <a:lnTo>
                    <a:pt x="2006841" y="99060"/>
                  </a:lnTo>
                  <a:lnTo>
                    <a:pt x="2011413" y="97536"/>
                  </a:lnTo>
                  <a:lnTo>
                    <a:pt x="2012937" y="96012"/>
                  </a:lnTo>
                  <a:lnTo>
                    <a:pt x="2017712" y="92532"/>
                  </a:lnTo>
                  <a:close/>
                </a:path>
                <a:path w="2688590" h="4809490">
                  <a:moveTo>
                    <a:pt x="2086851" y="98298"/>
                  </a:moveTo>
                  <a:lnTo>
                    <a:pt x="2086089" y="95250"/>
                  </a:lnTo>
                  <a:lnTo>
                    <a:pt x="2085327" y="93726"/>
                  </a:lnTo>
                  <a:lnTo>
                    <a:pt x="2080755" y="89154"/>
                  </a:lnTo>
                  <a:lnTo>
                    <a:pt x="2078469" y="88392"/>
                  </a:lnTo>
                  <a:lnTo>
                    <a:pt x="2077707" y="87630"/>
                  </a:lnTo>
                  <a:lnTo>
                    <a:pt x="2041893" y="82296"/>
                  </a:lnTo>
                  <a:lnTo>
                    <a:pt x="2036559" y="82296"/>
                  </a:lnTo>
                  <a:lnTo>
                    <a:pt x="2034273" y="83820"/>
                  </a:lnTo>
                  <a:lnTo>
                    <a:pt x="2032749" y="84582"/>
                  </a:lnTo>
                  <a:lnTo>
                    <a:pt x="2031225" y="86868"/>
                  </a:lnTo>
                  <a:lnTo>
                    <a:pt x="2030463" y="88392"/>
                  </a:lnTo>
                  <a:lnTo>
                    <a:pt x="2028939" y="90678"/>
                  </a:lnTo>
                  <a:lnTo>
                    <a:pt x="2028939" y="95250"/>
                  </a:lnTo>
                  <a:lnTo>
                    <a:pt x="2029701" y="97536"/>
                  </a:lnTo>
                  <a:lnTo>
                    <a:pt x="2031733" y="101612"/>
                  </a:lnTo>
                  <a:lnTo>
                    <a:pt x="2032889" y="103301"/>
                  </a:lnTo>
                  <a:lnTo>
                    <a:pt x="2037321" y="104394"/>
                  </a:lnTo>
                  <a:lnTo>
                    <a:pt x="2038845" y="105156"/>
                  </a:lnTo>
                  <a:lnTo>
                    <a:pt x="2039607" y="105283"/>
                  </a:lnTo>
                  <a:lnTo>
                    <a:pt x="2040369" y="105397"/>
                  </a:lnTo>
                  <a:lnTo>
                    <a:pt x="2041131" y="105511"/>
                  </a:lnTo>
                  <a:lnTo>
                    <a:pt x="2041893" y="105638"/>
                  </a:lnTo>
                  <a:lnTo>
                    <a:pt x="2073135" y="110490"/>
                  </a:lnTo>
                  <a:lnTo>
                    <a:pt x="2075421" y="110490"/>
                  </a:lnTo>
                  <a:lnTo>
                    <a:pt x="2076183" y="110490"/>
                  </a:lnTo>
                  <a:lnTo>
                    <a:pt x="2077707" y="110490"/>
                  </a:lnTo>
                  <a:lnTo>
                    <a:pt x="2079231" y="109728"/>
                  </a:lnTo>
                  <a:lnTo>
                    <a:pt x="2081517" y="108966"/>
                  </a:lnTo>
                  <a:lnTo>
                    <a:pt x="2084565" y="105918"/>
                  </a:lnTo>
                  <a:lnTo>
                    <a:pt x="2085327" y="104394"/>
                  </a:lnTo>
                  <a:lnTo>
                    <a:pt x="2086089" y="103632"/>
                  </a:lnTo>
                  <a:lnTo>
                    <a:pt x="2086089" y="102108"/>
                  </a:lnTo>
                  <a:lnTo>
                    <a:pt x="2086851" y="100584"/>
                  </a:lnTo>
                  <a:lnTo>
                    <a:pt x="2086851" y="98298"/>
                  </a:lnTo>
                  <a:close/>
                </a:path>
                <a:path w="2688590" h="4809490">
                  <a:moveTo>
                    <a:pt x="2156955" y="109728"/>
                  </a:moveTo>
                  <a:lnTo>
                    <a:pt x="2155431" y="105156"/>
                  </a:lnTo>
                  <a:lnTo>
                    <a:pt x="2150859" y="100584"/>
                  </a:lnTo>
                  <a:lnTo>
                    <a:pt x="2149335" y="100584"/>
                  </a:lnTo>
                  <a:lnTo>
                    <a:pt x="2147811" y="99822"/>
                  </a:lnTo>
                  <a:lnTo>
                    <a:pt x="2147049" y="99822"/>
                  </a:lnTo>
                  <a:lnTo>
                    <a:pt x="2111997" y="93726"/>
                  </a:lnTo>
                  <a:lnTo>
                    <a:pt x="2108949" y="93726"/>
                  </a:lnTo>
                  <a:lnTo>
                    <a:pt x="2106663" y="94488"/>
                  </a:lnTo>
                  <a:lnTo>
                    <a:pt x="2105139" y="95250"/>
                  </a:lnTo>
                  <a:lnTo>
                    <a:pt x="2102853" y="96012"/>
                  </a:lnTo>
                  <a:lnTo>
                    <a:pt x="2101329" y="97536"/>
                  </a:lnTo>
                  <a:lnTo>
                    <a:pt x="2100567" y="99822"/>
                  </a:lnTo>
                  <a:lnTo>
                    <a:pt x="2099805" y="101346"/>
                  </a:lnTo>
                  <a:lnTo>
                    <a:pt x="2099043" y="103632"/>
                  </a:lnTo>
                  <a:lnTo>
                    <a:pt x="2099043" y="108204"/>
                  </a:lnTo>
                  <a:lnTo>
                    <a:pt x="2100567" y="110490"/>
                  </a:lnTo>
                  <a:lnTo>
                    <a:pt x="2101329" y="112776"/>
                  </a:lnTo>
                  <a:lnTo>
                    <a:pt x="2102853" y="114300"/>
                  </a:lnTo>
                  <a:lnTo>
                    <a:pt x="2104377" y="115062"/>
                  </a:lnTo>
                  <a:lnTo>
                    <a:pt x="2106663" y="115824"/>
                  </a:lnTo>
                  <a:lnTo>
                    <a:pt x="2108187" y="116586"/>
                  </a:lnTo>
                  <a:lnTo>
                    <a:pt x="2108949" y="116725"/>
                  </a:lnTo>
                  <a:lnTo>
                    <a:pt x="2109711" y="116852"/>
                  </a:lnTo>
                  <a:lnTo>
                    <a:pt x="2110473" y="116992"/>
                  </a:lnTo>
                  <a:lnTo>
                    <a:pt x="2111235" y="117119"/>
                  </a:lnTo>
                  <a:lnTo>
                    <a:pt x="2143239" y="122682"/>
                  </a:lnTo>
                  <a:lnTo>
                    <a:pt x="2144001" y="122682"/>
                  </a:lnTo>
                  <a:lnTo>
                    <a:pt x="2144763" y="122682"/>
                  </a:lnTo>
                  <a:lnTo>
                    <a:pt x="2145525" y="122682"/>
                  </a:lnTo>
                  <a:lnTo>
                    <a:pt x="2147811" y="121920"/>
                  </a:lnTo>
                  <a:lnTo>
                    <a:pt x="2149335" y="121158"/>
                  </a:lnTo>
                  <a:lnTo>
                    <a:pt x="2151621" y="120396"/>
                  </a:lnTo>
                  <a:lnTo>
                    <a:pt x="2154478" y="117805"/>
                  </a:lnTo>
                  <a:lnTo>
                    <a:pt x="2155914" y="115760"/>
                  </a:lnTo>
                  <a:lnTo>
                    <a:pt x="2156955" y="112014"/>
                  </a:lnTo>
                  <a:lnTo>
                    <a:pt x="2156955" y="109728"/>
                  </a:lnTo>
                  <a:close/>
                </a:path>
                <a:path w="2688590" h="4809490">
                  <a:moveTo>
                    <a:pt x="2226767" y="123151"/>
                  </a:moveTo>
                  <a:lnTo>
                    <a:pt x="2224913" y="117119"/>
                  </a:lnTo>
                  <a:lnTo>
                    <a:pt x="2219439" y="112014"/>
                  </a:lnTo>
                  <a:lnTo>
                    <a:pt x="2217153" y="112014"/>
                  </a:lnTo>
                  <a:lnTo>
                    <a:pt x="2217153" y="111252"/>
                  </a:lnTo>
                  <a:lnTo>
                    <a:pt x="2182101" y="105918"/>
                  </a:lnTo>
                  <a:lnTo>
                    <a:pt x="2181339" y="105918"/>
                  </a:lnTo>
                  <a:lnTo>
                    <a:pt x="2179053" y="105156"/>
                  </a:lnTo>
                  <a:lnTo>
                    <a:pt x="2174481" y="106680"/>
                  </a:lnTo>
                  <a:lnTo>
                    <a:pt x="2171433" y="109728"/>
                  </a:lnTo>
                  <a:lnTo>
                    <a:pt x="2169909" y="112014"/>
                  </a:lnTo>
                  <a:lnTo>
                    <a:pt x="2169147" y="114300"/>
                  </a:lnTo>
                  <a:lnTo>
                    <a:pt x="2169147" y="118110"/>
                  </a:lnTo>
                  <a:lnTo>
                    <a:pt x="2170671" y="122682"/>
                  </a:lnTo>
                  <a:lnTo>
                    <a:pt x="2173719" y="125730"/>
                  </a:lnTo>
                  <a:lnTo>
                    <a:pt x="2176005" y="127254"/>
                  </a:lnTo>
                  <a:lnTo>
                    <a:pt x="2177529" y="127254"/>
                  </a:lnTo>
                  <a:lnTo>
                    <a:pt x="2178291" y="128016"/>
                  </a:lnTo>
                  <a:lnTo>
                    <a:pt x="2179053" y="128143"/>
                  </a:lnTo>
                  <a:lnTo>
                    <a:pt x="2179053" y="121920"/>
                  </a:lnTo>
                  <a:lnTo>
                    <a:pt x="2179332" y="121970"/>
                  </a:lnTo>
                  <a:lnTo>
                    <a:pt x="2179332" y="128181"/>
                  </a:lnTo>
                  <a:lnTo>
                    <a:pt x="2180577" y="128371"/>
                  </a:lnTo>
                  <a:lnTo>
                    <a:pt x="2213343" y="133350"/>
                  </a:lnTo>
                  <a:lnTo>
                    <a:pt x="2214105" y="133350"/>
                  </a:lnTo>
                  <a:lnTo>
                    <a:pt x="2214105" y="128016"/>
                  </a:lnTo>
                  <a:lnTo>
                    <a:pt x="2214372" y="128079"/>
                  </a:lnTo>
                  <a:lnTo>
                    <a:pt x="2214372" y="133350"/>
                  </a:lnTo>
                  <a:lnTo>
                    <a:pt x="2214867" y="133350"/>
                  </a:lnTo>
                  <a:lnTo>
                    <a:pt x="2215629" y="133350"/>
                  </a:lnTo>
                  <a:lnTo>
                    <a:pt x="2216391" y="133350"/>
                  </a:lnTo>
                  <a:lnTo>
                    <a:pt x="2218677" y="133350"/>
                  </a:lnTo>
                  <a:lnTo>
                    <a:pt x="2224773" y="128943"/>
                  </a:lnTo>
                  <a:lnTo>
                    <a:pt x="2226767" y="123151"/>
                  </a:lnTo>
                  <a:close/>
                </a:path>
                <a:path w="2688590" h="4809490">
                  <a:moveTo>
                    <a:pt x="2688082" y="4808232"/>
                  </a:moveTo>
                  <a:lnTo>
                    <a:pt x="508" y="4808220"/>
                  </a:lnTo>
                  <a:lnTo>
                    <a:pt x="508" y="4808982"/>
                  </a:lnTo>
                  <a:lnTo>
                    <a:pt x="2687320" y="4808982"/>
                  </a:lnTo>
                  <a:lnTo>
                    <a:pt x="2688082" y="4808982"/>
                  </a:lnTo>
                  <a:lnTo>
                    <a:pt x="2688082" y="4808232"/>
                  </a:lnTo>
                  <a:close/>
                </a:path>
                <a:path w="2688590" h="4809490">
                  <a:moveTo>
                    <a:pt x="2688590" y="3212592"/>
                  </a:moveTo>
                  <a:lnTo>
                    <a:pt x="0" y="3212592"/>
                  </a:lnTo>
                  <a:lnTo>
                    <a:pt x="0" y="3213354"/>
                  </a:lnTo>
                  <a:lnTo>
                    <a:pt x="2687320" y="3213354"/>
                  </a:lnTo>
                  <a:lnTo>
                    <a:pt x="2687320" y="4808220"/>
                  </a:lnTo>
                  <a:lnTo>
                    <a:pt x="2688082" y="4808220"/>
                  </a:lnTo>
                  <a:lnTo>
                    <a:pt x="2688069" y="3213354"/>
                  </a:lnTo>
                  <a:lnTo>
                    <a:pt x="2688590" y="3213354"/>
                  </a:lnTo>
                  <a:lnTo>
                    <a:pt x="2688590" y="3212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117850" y="979931"/>
              <a:ext cx="861060" cy="224154"/>
            </a:xfrm>
            <a:custGeom>
              <a:avLst/>
              <a:gdLst/>
              <a:ahLst/>
              <a:cxnLst/>
              <a:rect l="l" t="t" r="r" b="b"/>
              <a:pathLst>
                <a:path w="861060" h="224155">
                  <a:moveTo>
                    <a:pt x="0" y="0"/>
                  </a:moveTo>
                  <a:lnTo>
                    <a:pt x="0" y="224028"/>
                  </a:lnTo>
                  <a:lnTo>
                    <a:pt x="861060" y="224027"/>
                  </a:lnTo>
                  <a:lnTo>
                    <a:pt x="8610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77639" y="979169"/>
              <a:ext cx="80772" cy="762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117850" y="979182"/>
              <a:ext cx="941069" cy="226060"/>
            </a:xfrm>
            <a:custGeom>
              <a:avLst/>
              <a:gdLst/>
              <a:ahLst/>
              <a:cxnLst/>
              <a:rect l="l" t="t" r="r" b="b"/>
              <a:pathLst>
                <a:path w="941070" h="226059">
                  <a:moveTo>
                    <a:pt x="941070" y="74993"/>
                  </a:moveTo>
                  <a:lnTo>
                    <a:pt x="939800" y="74993"/>
                  </a:lnTo>
                  <a:lnTo>
                    <a:pt x="939800" y="74676"/>
                  </a:lnTo>
                  <a:lnTo>
                    <a:pt x="938530" y="74676"/>
                  </a:lnTo>
                  <a:lnTo>
                    <a:pt x="938530" y="76200"/>
                  </a:lnTo>
                  <a:lnTo>
                    <a:pt x="938530" y="224028"/>
                  </a:lnTo>
                  <a:lnTo>
                    <a:pt x="1270" y="224028"/>
                  </a:lnTo>
                  <a:lnTo>
                    <a:pt x="1016" y="224028"/>
                  </a:lnTo>
                  <a:lnTo>
                    <a:pt x="1016" y="1524"/>
                  </a:lnTo>
                  <a:lnTo>
                    <a:pt x="1016" y="1143"/>
                  </a:lnTo>
                  <a:lnTo>
                    <a:pt x="1270" y="1143"/>
                  </a:lnTo>
                  <a:lnTo>
                    <a:pt x="1270" y="1524"/>
                  </a:lnTo>
                  <a:lnTo>
                    <a:pt x="859790" y="1524"/>
                  </a:lnTo>
                  <a:lnTo>
                    <a:pt x="859790" y="76073"/>
                  </a:lnTo>
                  <a:lnTo>
                    <a:pt x="861060" y="76073"/>
                  </a:lnTo>
                  <a:lnTo>
                    <a:pt x="861060" y="76200"/>
                  </a:lnTo>
                  <a:lnTo>
                    <a:pt x="938530" y="76200"/>
                  </a:lnTo>
                  <a:lnTo>
                    <a:pt x="938530" y="74676"/>
                  </a:lnTo>
                  <a:lnTo>
                    <a:pt x="861060" y="74676"/>
                  </a:lnTo>
                  <a:lnTo>
                    <a:pt x="861060" y="1524"/>
                  </a:lnTo>
                  <a:lnTo>
                    <a:pt x="860552" y="1524"/>
                  </a:lnTo>
                  <a:lnTo>
                    <a:pt x="860425" y="1397"/>
                  </a:lnTo>
                  <a:lnTo>
                    <a:pt x="861060" y="1397"/>
                  </a:lnTo>
                  <a:lnTo>
                    <a:pt x="861060" y="0"/>
                  </a:lnTo>
                  <a:lnTo>
                    <a:pt x="859790" y="0"/>
                  </a:lnTo>
                  <a:lnTo>
                    <a:pt x="1270" y="0"/>
                  </a:lnTo>
                  <a:lnTo>
                    <a:pt x="0" y="0"/>
                  </a:lnTo>
                  <a:lnTo>
                    <a:pt x="0" y="1143"/>
                  </a:lnTo>
                  <a:lnTo>
                    <a:pt x="635" y="1143"/>
                  </a:lnTo>
                  <a:lnTo>
                    <a:pt x="254" y="1524"/>
                  </a:lnTo>
                  <a:lnTo>
                    <a:pt x="254" y="224028"/>
                  </a:lnTo>
                  <a:lnTo>
                    <a:pt x="0" y="224028"/>
                  </a:lnTo>
                  <a:lnTo>
                    <a:pt x="0" y="224409"/>
                  </a:lnTo>
                  <a:lnTo>
                    <a:pt x="254" y="224409"/>
                  </a:lnTo>
                  <a:lnTo>
                    <a:pt x="254" y="225552"/>
                  </a:lnTo>
                  <a:lnTo>
                    <a:pt x="1016" y="225552"/>
                  </a:lnTo>
                  <a:lnTo>
                    <a:pt x="1016" y="224790"/>
                  </a:lnTo>
                  <a:lnTo>
                    <a:pt x="635" y="224409"/>
                  </a:lnTo>
                  <a:lnTo>
                    <a:pt x="1270" y="224409"/>
                  </a:lnTo>
                  <a:lnTo>
                    <a:pt x="1270" y="225552"/>
                  </a:lnTo>
                  <a:lnTo>
                    <a:pt x="938530" y="225552"/>
                  </a:lnTo>
                  <a:lnTo>
                    <a:pt x="938530" y="224663"/>
                  </a:lnTo>
                  <a:lnTo>
                    <a:pt x="939165" y="224663"/>
                  </a:lnTo>
                  <a:lnTo>
                    <a:pt x="939038" y="224790"/>
                  </a:lnTo>
                  <a:lnTo>
                    <a:pt x="939038" y="225552"/>
                  </a:lnTo>
                  <a:lnTo>
                    <a:pt x="939800" y="225552"/>
                  </a:lnTo>
                  <a:lnTo>
                    <a:pt x="939800" y="225234"/>
                  </a:lnTo>
                  <a:lnTo>
                    <a:pt x="941070" y="225234"/>
                  </a:lnTo>
                  <a:lnTo>
                    <a:pt x="941070" y="75882"/>
                  </a:lnTo>
                  <a:lnTo>
                    <a:pt x="941070" y="74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3158489" y="995426"/>
            <a:ext cx="88265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690"/>
              </a:lnSpc>
              <a:spcBef>
                <a:spcPts val="100"/>
              </a:spcBef>
            </a:pPr>
            <a:r>
              <a:rPr dirty="0" sz="600" spc="-5" b="1">
                <a:latin typeface="Arial"/>
                <a:cs typeface="Arial"/>
              </a:rPr>
              <a:t>Satisfies</a:t>
            </a:r>
            <a:endParaRPr sz="600">
              <a:latin typeface="Arial"/>
              <a:cs typeface="Arial"/>
            </a:endParaRPr>
          </a:p>
          <a:p>
            <a:pPr>
              <a:lnSpc>
                <a:spcPts val="690"/>
              </a:lnSpc>
            </a:pPr>
            <a:r>
              <a:rPr dirty="0" sz="600">
                <a:latin typeface="Arial MT"/>
                <a:cs typeface="Arial MT"/>
              </a:rPr>
              <a:t>«</a:t>
            </a:r>
            <a:r>
              <a:rPr dirty="0" sz="600" spc="-5">
                <a:latin typeface="Arial MT"/>
                <a:cs typeface="Arial MT"/>
              </a:rPr>
              <a:t>r</a:t>
            </a:r>
            <a:r>
              <a:rPr dirty="0" sz="600">
                <a:latin typeface="Arial MT"/>
                <a:cs typeface="Arial MT"/>
              </a:rPr>
              <a:t>e</a:t>
            </a:r>
            <a:r>
              <a:rPr dirty="0" sz="600" spc="-5">
                <a:latin typeface="Arial MT"/>
                <a:cs typeface="Arial MT"/>
              </a:rPr>
              <a:t>q</a:t>
            </a:r>
            <a:r>
              <a:rPr dirty="0" sz="600">
                <a:latin typeface="Arial MT"/>
                <a:cs typeface="Arial MT"/>
              </a:rPr>
              <a:t>u</a:t>
            </a:r>
            <a:r>
              <a:rPr dirty="0" sz="600" spc="-5">
                <a:latin typeface="Arial MT"/>
                <a:cs typeface="Arial MT"/>
              </a:rPr>
              <a:t>ir</a:t>
            </a:r>
            <a:r>
              <a:rPr dirty="0" sz="600">
                <a:latin typeface="Arial MT"/>
                <a:cs typeface="Arial MT"/>
              </a:rPr>
              <a:t>emen</a:t>
            </a:r>
            <a:r>
              <a:rPr dirty="0" sz="600" spc="-10">
                <a:latin typeface="Arial MT"/>
                <a:cs typeface="Arial MT"/>
              </a:rPr>
              <a:t>t</a:t>
            </a:r>
            <a:r>
              <a:rPr dirty="0" sz="600" spc="-390">
                <a:latin typeface="Arial MT"/>
                <a:cs typeface="Arial MT"/>
              </a:rPr>
              <a:t>A</a:t>
            </a:r>
            <a:r>
              <a:rPr dirty="0" sz="600">
                <a:latin typeface="Arial MT"/>
                <a:cs typeface="Arial MT"/>
              </a:rPr>
              <a:t>»</a:t>
            </a:r>
            <a:r>
              <a:rPr dirty="0" sz="600" spc="-114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cceleration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124960" y="977645"/>
            <a:ext cx="925830" cy="1153160"/>
            <a:chOff x="4124960" y="977645"/>
            <a:chExt cx="925830" cy="1153160"/>
          </a:xfrm>
        </p:grpSpPr>
        <p:sp>
          <p:nvSpPr>
            <p:cNvPr id="65" name="object 65"/>
            <p:cNvSpPr/>
            <p:nvPr/>
          </p:nvSpPr>
          <p:spPr>
            <a:xfrm>
              <a:off x="4548365" y="1360728"/>
              <a:ext cx="502284" cy="770255"/>
            </a:xfrm>
            <a:custGeom>
              <a:avLst/>
              <a:gdLst/>
              <a:ahLst/>
              <a:cxnLst/>
              <a:rect l="l" t="t" r="r" b="b"/>
              <a:pathLst>
                <a:path w="502285" h="770255">
                  <a:moveTo>
                    <a:pt x="41910" y="39077"/>
                  </a:moveTo>
                  <a:lnTo>
                    <a:pt x="41148" y="36791"/>
                  </a:lnTo>
                  <a:lnTo>
                    <a:pt x="40386" y="36029"/>
                  </a:lnTo>
                  <a:lnTo>
                    <a:pt x="21336" y="5549"/>
                  </a:lnTo>
                  <a:lnTo>
                    <a:pt x="20574" y="4787"/>
                  </a:lnTo>
                  <a:lnTo>
                    <a:pt x="19050" y="2501"/>
                  </a:lnTo>
                  <a:lnTo>
                    <a:pt x="14478" y="977"/>
                  </a:lnTo>
                  <a:lnTo>
                    <a:pt x="12954" y="215"/>
                  </a:lnTo>
                  <a:lnTo>
                    <a:pt x="6159" y="0"/>
                  </a:lnTo>
                  <a:lnTo>
                    <a:pt x="8509" y="1511"/>
                  </a:lnTo>
                  <a:lnTo>
                    <a:pt x="3048" y="4025"/>
                  </a:lnTo>
                  <a:lnTo>
                    <a:pt x="1524" y="6311"/>
                  </a:lnTo>
                  <a:lnTo>
                    <a:pt x="762" y="8597"/>
                  </a:lnTo>
                  <a:lnTo>
                    <a:pt x="0" y="10121"/>
                  </a:lnTo>
                  <a:lnTo>
                    <a:pt x="0" y="12407"/>
                  </a:lnTo>
                  <a:lnTo>
                    <a:pt x="762" y="14693"/>
                  </a:lnTo>
                  <a:lnTo>
                    <a:pt x="762" y="16979"/>
                  </a:lnTo>
                  <a:lnTo>
                    <a:pt x="1524" y="18503"/>
                  </a:lnTo>
                  <a:lnTo>
                    <a:pt x="8509" y="28981"/>
                  </a:lnTo>
                  <a:lnTo>
                    <a:pt x="10668" y="32219"/>
                  </a:lnTo>
                  <a:lnTo>
                    <a:pt x="22860" y="50507"/>
                  </a:lnTo>
                  <a:lnTo>
                    <a:pt x="25146" y="52031"/>
                  </a:lnTo>
                  <a:lnTo>
                    <a:pt x="26670" y="52793"/>
                  </a:lnTo>
                  <a:lnTo>
                    <a:pt x="29718" y="53035"/>
                  </a:lnTo>
                  <a:lnTo>
                    <a:pt x="30378" y="53149"/>
                  </a:lnTo>
                  <a:lnTo>
                    <a:pt x="31051" y="53390"/>
                  </a:lnTo>
                  <a:lnTo>
                    <a:pt x="31242" y="53428"/>
                  </a:lnTo>
                  <a:lnTo>
                    <a:pt x="32004" y="53187"/>
                  </a:lnTo>
                  <a:lnTo>
                    <a:pt x="32842" y="52920"/>
                  </a:lnTo>
                  <a:lnTo>
                    <a:pt x="38100" y="50507"/>
                  </a:lnTo>
                  <a:lnTo>
                    <a:pt x="39624" y="48983"/>
                  </a:lnTo>
                  <a:lnTo>
                    <a:pt x="40386" y="47459"/>
                  </a:lnTo>
                  <a:lnTo>
                    <a:pt x="41910" y="45173"/>
                  </a:lnTo>
                  <a:lnTo>
                    <a:pt x="41910" y="39077"/>
                  </a:lnTo>
                  <a:close/>
                </a:path>
                <a:path w="502285" h="770255">
                  <a:moveTo>
                    <a:pt x="80772" y="102323"/>
                  </a:moveTo>
                  <a:lnTo>
                    <a:pt x="80010" y="100037"/>
                  </a:lnTo>
                  <a:lnTo>
                    <a:pt x="80010" y="97751"/>
                  </a:lnTo>
                  <a:lnTo>
                    <a:pt x="78486" y="95465"/>
                  </a:lnTo>
                  <a:lnTo>
                    <a:pt x="78486" y="94703"/>
                  </a:lnTo>
                  <a:lnTo>
                    <a:pt x="59436" y="65747"/>
                  </a:lnTo>
                  <a:lnTo>
                    <a:pt x="57150" y="63461"/>
                  </a:lnTo>
                  <a:lnTo>
                    <a:pt x="54864" y="61937"/>
                  </a:lnTo>
                  <a:lnTo>
                    <a:pt x="53340" y="60413"/>
                  </a:lnTo>
                  <a:lnTo>
                    <a:pt x="38862" y="68795"/>
                  </a:lnTo>
                  <a:lnTo>
                    <a:pt x="38862" y="74129"/>
                  </a:lnTo>
                  <a:lnTo>
                    <a:pt x="39624" y="76415"/>
                  </a:lnTo>
                  <a:lnTo>
                    <a:pt x="40386" y="77939"/>
                  </a:lnTo>
                  <a:lnTo>
                    <a:pt x="48768" y="91008"/>
                  </a:lnTo>
                  <a:lnTo>
                    <a:pt x="49530" y="92202"/>
                  </a:lnTo>
                  <a:lnTo>
                    <a:pt x="50292" y="93383"/>
                  </a:lnTo>
                  <a:lnTo>
                    <a:pt x="59436" y="107657"/>
                  </a:lnTo>
                  <a:lnTo>
                    <a:pt x="60198" y="108419"/>
                  </a:lnTo>
                  <a:lnTo>
                    <a:pt x="60960" y="109943"/>
                  </a:lnTo>
                  <a:lnTo>
                    <a:pt x="63246" y="111467"/>
                  </a:lnTo>
                  <a:lnTo>
                    <a:pt x="67056" y="112737"/>
                  </a:lnTo>
                  <a:lnTo>
                    <a:pt x="67818" y="112991"/>
                  </a:lnTo>
                  <a:lnTo>
                    <a:pt x="68580" y="112991"/>
                  </a:lnTo>
                  <a:lnTo>
                    <a:pt x="70104" y="112991"/>
                  </a:lnTo>
                  <a:lnTo>
                    <a:pt x="74676" y="111467"/>
                  </a:lnTo>
                  <a:lnTo>
                    <a:pt x="75438" y="110705"/>
                  </a:lnTo>
                  <a:lnTo>
                    <a:pt x="77724" y="109181"/>
                  </a:lnTo>
                  <a:lnTo>
                    <a:pt x="79248" y="106895"/>
                  </a:lnTo>
                  <a:lnTo>
                    <a:pt x="80772" y="102323"/>
                  </a:lnTo>
                  <a:close/>
                </a:path>
                <a:path w="502285" h="770255">
                  <a:moveTo>
                    <a:pt x="119837" y="162890"/>
                  </a:moveTo>
                  <a:lnTo>
                    <a:pt x="119087" y="158013"/>
                  </a:lnTo>
                  <a:lnTo>
                    <a:pt x="116586" y="154901"/>
                  </a:lnTo>
                  <a:lnTo>
                    <a:pt x="97536" y="125183"/>
                  </a:lnTo>
                  <a:lnTo>
                    <a:pt x="97536" y="124421"/>
                  </a:lnTo>
                  <a:lnTo>
                    <a:pt x="96012" y="122897"/>
                  </a:lnTo>
                  <a:lnTo>
                    <a:pt x="93726" y="121373"/>
                  </a:lnTo>
                  <a:lnTo>
                    <a:pt x="91440" y="120611"/>
                  </a:lnTo>
                  <a:lnTo>
                    <a:pt x="89916" y="119849"/>
                  </a:lnTo>
                  <a:lnTo>
                    <a:pt x="85344" y="119849"/>
                  </a:lnTo>
                  <a:lnTo>
                    <a:pt x="83058" y="120611"/>
                  </a:lnTo>
                  <a:lnTo>
                    <a:pt x="80010" y="122897"/>
                  </a:lnTo>
                  <a:lnTo>
                    <a:pt x="78486" y="125945"/>
                  </a:lnTo>
                  <a:lnTo>
                    <a:pt x="76962" y="128231"/>
                  </a:lnTo>
                  <a:lnTo>
                    <a:pt x="76962" y="135089"/>
                  </a:lnTo>
                  <a:lnTo>
                    <a:pt x="78486" y="136613"/>
                  </a:lnTo>
                  <a:lnTo>
                    <a:pt x="78486" y="137375"/>
                  </a:lnTo>
                  <a:lnTo>
                    <a:pt x="86106" y="149567"/>
                  </a:lnTo>
                  <a:lnTo>
                    <a:pt x="86868" y="150787"/>
                  </a:lnTo>
                  <a:lnTo>
                    <a:pt x="87630" y="152006"/>
                  </a:lnTo>
                  <a:lnTo>
                    <a:pt x="97536" y="167855"/>
                  </a:lnTo>
                  <a:lnTo>
                    <a:pt x="98298" y="167855"/>
                  </a:lnTo>
                  <a:lnTo>
                    <a:pt x="99822" y="170141"/>
                  </a:lnTo>
                  <a:lnTo>
                    <a:pt x="101346" y="171665"/>
                  </a:lnTo>
                  <a:lnTo>
                    <a:pt x="103632" y="172427"/>
                  </a:lnTo>
                  <a:lnTo>
                    <a:pt x="105918" y="172427"/>
                  </a:lnTo>
                  <a:lnTo>
                    <a:pt x="107442" y="172427"/>
                  </a:lnTo>
                  <a:lnTo>
                    <a:pt x="107442" y="167855"/>
                  </a:lnTo>
                  <a:lnTo>
                    <a:pt x="107518" y="172427"/>
                  </a:lnTo>
                  <a:lnTo>
                    <a:pt x="108204" y="172427"/>
                  </a:lnTo>
                  <a:lnTo>
                    <a:pt x="108966" y="172427"/>
                  </a:lnTo>
                  <a:lnTo>
                    <a:pt x="110490" y="172427"/>
                  </a:lnTo>
                  <a:lnTo>
                    <a:pt x="112776" y="170903"/>
                  </a:lnTo>
                  <a:lnTo>
                    <a:pt x="114300" y="170141"/>
                  </a:lnTo>
                  <a:lnTo>
                    <a:pt x="115824" y="168617"/>
                  </a:lnTo>
                  <a:lnTo>
                    <a:pt x="117348" y="166331"/>
                  </a:lnTo>
                  <a:lnTo>
                    <a:pt x="119837" y="162890"/>
                  </a:lnTo>
                  <a:close/>
                </a:path>
                <a:path w="502285" h="770255">
                  <a:moveTo>
                    <a:pt x="156972" y="220433"/>
                  </a:moveTo>
                  <a:lnTo>
                    <a:pt x="156210" y="218147"/>
                  </a:lnTo>
                  <a:lnTo>
                    <a:pt x="156210" y="215861"/>
                  </a:lnTo>
                  <a:lnTo>
                    <a:pt x="155448" y="214337"/>
                  </a:lnTo>
                  <a:lnTo>
                    <a:pt x="135636" y="185381"/>
                  </a:lnTo>
                  <a:lnTo>
                    <a:pt x="135636" y="184619"/>
                  </a:lnTo>
                  <a:lnTo>
                    <a:pt x="134112" y="183095"/>
                  </a:lnTo>
                  <a:lnTo>
                    <a:pt x="131826" y="181571"/>
                  </a:lnTo>
                  <a:lnTo>
                    <a:pt x="125603" y="179857"/>
                  </a:lnTo>
                  <a:lnTo>
                    <a:pt x="119291" y="182422"/>
                  </a:lnTo>
                  <a:lnTo>
                    <a:pt x="115252" y="187782"/>
                  </a:lnTo>
                  <a:lnTo>
                    <a:pt x="115824" y="194525"/>
                  </a:lnTo>
                  <a:lnTo>
                    <a:pt x="116586" y="196811"/>
                  </a:lnTo>
                  <a:lnTo>
                    <a:pt x="117348" y="196811"/>
                  </a:lnTo>
                  <a:lnTo>
                    <a:pt x="124968" y="209003"/>
                  </a:lnTo>
                  <a:lnTo>
                    <a:pt x="125730" y="210223"/>
                  </a:lnTo>
                  <a:lnTo>
                    <a:pt x="136398" y="227291"/>
                  </a:lnTo>
                  <a:lnTo>
                    <a:pt x="137160" y="228815"/>
                  </a:lnTo>
                  <a:lnTo>
                    <a:pt x="138684" y="229577"/>
                  </a:lnTo>
                  <a:lnTo>
                    <a:pt x="140208" y="231101"/>
                  </a:lnTo>
                  <a:lnTo>
                    <a:pt x="142494" y="231863"/>
                  </a:lnTo>
                  <a:lnTo>
                    <a:pt x="148590" y="231863"/>
                  </a:lnTo>
                  <a:lnTo>
                    <a:pt x="150876" y="231101"/>
                  </a:lnTo>
                  <a:lnTo>
                    <a:pt x="153162" y="229577"/>
                  </a:lnTo>
                  <a:lnTo>
                    <a:pt x="154686" y="228053"/>
                  </a:lnTo>
                  <a:lnTo>
                    <a:pt x="155448" y="226529"/>
                  </a:lnTo>
                  <a:lnTo>
                    <a:pt x="156210" y="224243"/>
                  </a:lnTo>
                  <a:lnTo>
                    <a:pt x="156972" y="222719"/>
                  </a:lnTo>
                  <a:lnTo>
                    <a:pt x="156972" y="220433"/>
                  </a:lnTo>
                  <a:close/>
                </a:path>
                <a:path w="502285" h="770255">
                  <a:moveTo>
                    <a:pt x="195072" y="277583"/>
                  </a:moveTo>
                  <a:lnTo>
                    <a:pt x="194310" y="275297"/>
                  </a:lnTo>
                  <a:lnTo>
                    <a:pt x="193548" y="274535"/>
                  </a:lnTo>
                  <a:lnTo>
                    <a:pt x="174498" y="244055"/>
                  </a:lnTo>
                  <a:lnTo>
                    <a:pt x="172212" y="241769"/>
                  </a:lnTo>
                  <a:lnTo>
                    <a:pt x="169926" y="241007"/>
                  </a:lnTo>
                  <a:lnTo>
                    <a:pt x="168402" y="240245"/>
                  </a:lnTo>
                  <a:lnTo>
                    <a:pt x="166116" y="239483"/>
                  </a:lnTo>
                  <a:lnTo>
                    <a:pt x="159931" y="239064"/>
                  </a:lnTo>
                  <a:lnTo>
                    <a:pt x="158826" y="240614"/>
                  </a:lnTo>
                  <a:lnTo>
                    <a:pt x="154686" y="244817"/>
                  </a:lnTo>
                  <a:lnTo>
                    <a:pt x="153162" y="249389"/>
                  </a:lnTo>
                  <a:lnTo>
                    <a:pt x="153162" y="251675"/>
                  </a:lnTo>
                  <a:lnTo>
                    <a:pt x="153924" y="253961"/>
                  </a:lnTo>
                  <a:lnTo>
                    <a:pt x="155448" y="256247"/>
                  </a:lnTo>
                  <a:lnTo>
                    <a:pt x="155448" y="257009"/>
                  </a:lnTo>
                  <a:lnTo>
                    <a:pt x="163068" y="269392"/>
                  </a:lnTo>
                  <a:lnTo>
                    <a:pt x="163830" y="270624"/>
                  </a:lnTo>
                  <a:lnTo>
                    <a:pt x="163830" y="260134"/>
                  </a:lnTo>
                  <a:lnTo>
                    <a:pt x="164058" y="260515"/>
                  </a:lnTo>
                  <a:lnTo>
                    <a:pt x="164058" y="270979"/>
                  </a:lnTo>
                  <a:lnTo>
                    <a:pt x="164592" y="271868"/>
                  </a:lnTo>
                  <a:lnTo>
                    <a:pt x="173736" y="286727"/>
                  </a:lnTo>
                  <a:lnTo>
                    <a:pt x="174498" y="287489"/>
                  </a:lnTo>
                  <a:lnTo>
                    <a:pt x="176784" y="289013"/>
                  </a:lnTo>
                  <a:lnTo>
                    <a:pt x="178308" y="290537"/>
                  </a:lnTo>
                  <a:lnTo>
                    <a:pt x="180594" y="291299"/>
                  </a:lnTo>
                  <a:lnTo>
                    <a:pt x="182118" y="292061"/>
                  </a:lnTo>
                  <a:lnTo>
                    <a:pt x="182880" y="292061"/>
                  </a:lnTo>
                  <a:lnTo>
                    <a:pt x="183642" y="292061"/>
                  </a:lnTo>
                  <a:lnTo>
                    <a:pt x="183642" y="287337"/>
                  </a:lnTo>
                  <a:lnTo>
                    <a:pt x="183794" y="287375"/>
                  </a:lnTo>
                  <a:lnTo>
                    <a:pt x="183794" y="292061"/>
                  </a:lnTo>
                  <a:lnTo>
                    <a:pt x="185166" y="292061"/>
                  </a:lnTo>
                  <a:lnTo>
                    <a:pt x="185928" y="292061"/>
                  </a:lnTo>
                  <a:lnTo>
                    <a:pt x="186690" y="292061"/>
                  </a:lnTo>
                  <a:lnTo>
                    <a:pt x="188976" y="291299"/>
                  </a:lnTo>
                  <a:lnTo>
                    <a:pt x="192024" y="289013"/>
                  </a:lnTo>
                  <a:lnTo>
                    <a:pt x="193548" y="287489"/>
                  </a:lnTo>
                  <a:lnTo>
                    <a:pt x="194310" y="285203"/>
                  </a:lnTo>
                  <a:lnTo>
                    <a:pt x="195072" y="283679"/>
                  </a:lnTo>
                  <a:lnTo>
                    <a:pt x="195072" y="277583"/>
                  </a:lnTo>
                  <a:close/>
                </a:path>
                <a:path w="502285" h="770255">
                  <a:moveTo>
                    <a:pt x="234429" y="339382"/>
                  </a:moveTo>
                  <a:lnTo>
                    <a:pt x="232410" y="335495"/>
                  </a:lnTo>
                  <a:lnTo>
                    <a:pt x="232410" y="334733"/>
                  </a:lnTo>
                  <a:lnTo>
                    <a:pt x="212598" y="304253"/>
                  </a:lnTo>
                  <a:lnTo>
                    <a:pt x="211836" y="303491"/>
                  </a:lnTo>
                  <a:lnTo>
                    <a:pt x="210312" y="301205"/>
                  </a:lnTo>
                  <a:lnTo>
                    <a:pt x="208788" y="300443"/>
                  </a:lnTo>
                  <a:lnTo>
                    <a:pt x="204216" y="298919"/>
                  </a:lnTo>
                  <a:lnTo>
                    <a:pt x="199529" y="298716"/>
                  </a:lnTo>
                  <a:lnTo>
                    <a:pt x="195668" y="300723"/>
                  </a:lnTo>
                  <a:lnTo>
                    <a:pt x="193548" y="305015"/>
                  </a:lnTo>
                  <a:lnTo>
                    <a:pt x="192024" y="306539"/>
                  </a:lnTo>
                  <a:lnTo>
                    <a:pt x="192024" y="308825"/>
                  </a:lnTo>
                  <a:lnTo>
                    <a:pt x="191262" y="311111"/>
                  </a:lnTo>
                  <a:lnTo>
                    <a:pt x="192786" y="315683"/>
                  </a:lnTo>
                  <a:lnTo>
                    <a:pt x="192786" y="317207"/>
                  </a:lnTo>
                  <a:lnTo>
                    <a:pt x="201930" y="330568"/>
                  </a:lnTo>
                  <a:lnTo>
                    <a:pt x="202692" y="331685"/>
                  </a:lnTo>
                  <a:lnTo>
                    <a:pt x="212598" y="346163"/>
                  </a:lnTo>
                  <a:lnTo>
                    <a:pt x="213360" y="347687"/>
                  </a:lnTo>
                  <a:lnTo>
                    <a:pt x="214884" y="349211"/>
                  </a:lnTo>
                  <a:lnTo>
                    <a:pt x="216408" y="349973"/>
                  </a:lnTo>
                  <a:lnTo>
                    <a:pt x="218694" y="351497"/>
                  </a:lnTo>
                  <a:lnTo>
                    <a:pt x="220980" y="351332"/>
                  </a:lnTo>
                  <a:lnTo>
                    <a:pt x="221742" y="351282"/>
                  </a:lnTo>
                  <a:lnTo>
                    <a:pt x="223266" y="351167"/>
                  </a:lnTo>
                  <a:lnTo>
                    <a:pt x="223799" y="351142"/>
                  </a:lnTo>
                  <a:lnTo>
                    <a:pt x="224878" y="352920"/>
                  </a:lnTo>
                  <a:lnTo>
                    <a:pt x="229362" y="349211"/>
                  </a:lnTo>
                  <a:lnTo>
                    <a:pt x="232410" y="346163"/>
                  </a:lnTo>
                  <a:lnTo>
                    <a:pt x="233527" y="342176"/>
                  </a:lnTo>
                  <a:lnTo>
                    <a:pt x="234429" y="339382"/>
                  </a:lnTo>
                  <a:close/>
                </a:path>
                <a:path w="502285" h="770255">
                  <a:moveTo>
                    <a:pt x="272910" y="398424"/>
                  </a:moveTo>
                  <a:lnTo>
                    <a:pt x="251460" y="363689"/>
                  </a:lnTo>
                  <a:lnTo>
                    <a:pt x="248412" y="361403"/>
                  </a:lnTo>
                  <a:lnTo>
                    <a:pt x="246888" y="359879"/>
                  </a:lnTo>
                  <a:lnTo>
                    <a:pt x="244602" y="359117"/>
                  </a:lnTo>
                  <a:lnTo>
                    <a:pt x="237147" y="359003"/>
                  </a:lnTo>
                  <a:lnTo>
                    <a:pt x="234823" y="360781"/>
                  </a:lnTo>
                  <a:lnTo>
                    <a:pt x="231648" y="364451"/>
                  </a:lnTo>
                  <a:lnTo>
                    <a:pt x="230124" y="369023"/>
                  </a:lnTo>
                  <a:lnTo>
                    <a:pt x="230124" y="372833"/>
                  </a:lnTo>
                  <a:lnTo>
                    <a:pt x="230886" y="375119"/>
                  </a:lnTo>
                  <a:lnTo>
                    <a:pt x="231648" y="376643"/>
                  </a:lnTo>
                  <a:lnTo>
                    <a:pt x="240030" y="389712"/>
                  </a:lnTo>
                  <a:lnTo>
                    <a:pt x="240792" y="390906"/>
                  </a:lnTo>
                  <a:lnTo>
                    <a:pt x="241554" y="392087"/>
                  </a:lnTo>
                  <a:lnTo>
                    <a:pt x="250698" y="406361"/>
                  </a:lnTo>
                  <a:lnTo>
                    <a:pt x="253746" y="409409"/>
                  </a:lnTo>
                  <a:lnTo>
                    <a:pt x="255270" y="410171"/>
                  </a:lnTo>
                  <a:lnTo>
                    <a:pt x="257556" y="410933"/>
                  </a:lnTo>
                  <a:lnTo>
                    <a:pt x="259080" y="411734"/>
                  </a:lnTo>
                  <a:lnTo>
                    <a:pt x="260604" y="412546"/>
                  </a:lnTo>
                  <a:lnTo>
                    <a:pt x="260845" y="412673"/>
                  </a:lnTo>
                  <a:lnTo>
                    <a:pt x="261366" y="412686"/>
                  </a:lnTo>
                  <a:lnTo>
                    <a:pt x="262128" y="412407"/>
                  </a:lnTo>
                  <a:lnTo>
                    <a:pt x="264909" y="411403"/>
                  </a:lnTo>
                  <a:lnTo>
                    <a:pt x="267462" y="408647"/>
                  </a:lnTo>
                  <a:lnTo>
                    <a:pt x="268986" y="407885"/>
                  </a:lnTo>
                  <a:lnTo>
                    <a:pt x="270510" y="405599"/>
                  </a:lnTo>
                  <a:lnTo>
                    <a:pt x="272046" y="402285"/>
                  </a:lnTo>
                  <a:lnTo>
                    <a:pt x="272910" y="398424"/>
                  </a:lnTo>
                  <a:close/>
                </a:path>
                <a:path w="502285" h="770255">
                  <a:moveTo>
                    <a:pt x="310134" y="458177"/>
                  </a:moveTo>
                  <a:lnTo>
                    <a:pt x="309372" y="456653"/>
                  </a:lnTo>
                  <a:lnTo>
                    <a:pt x="308610" y="454367"/>
                  </a:lnTo>
                  <a:lnTo>
                    <a:pt x="307848" y="453605"/>
                  </a:lnTo>
                  <a:lnTo>
                    <a:pt x="289560" y="423887"/>
                  </a:lnTo>
                  <a:lnTo>
                    <a:pt x="288798" y="423125"/>
                  </a:lnTo>
                  <a:lnTo>
                    <a:pt x="287274" y="420839"/>
                  </a:lnTo>
                  <a:lnTo>
                    <a:pt x="284988" y="420077"/>
                  </a:lnTo>
                  <a:lnTo>
                    <a:pt x="283464" y="419315"/>
                  </a:lnTo>
                  <a:lnTo>
                    <a:pt x="281178" y="418553"/>
                  </a:lnTo>
                  <a:lnTo>
                    <a:pt x="273456" y="418020"/>
                  </a:lnTo>
                  <a:lnTo>
                    <a:pt x="273939" y="420217"/>
                  </a:lnTo>
                  <a:lnTo>
                    <a:pt x="269748" y="424649"/>
                  </a:lnTo>
                  <a:lnTo>
                    <a:pt x="268986" y="426173"/>
                  </a:lnTo>
                  <a:lnTo>
                    <a:pt x="268224" y="428459"/>
                  </a:lnTo>
                  <a:lnTo>
                    <a:pt x="268224" y="430745"/>
                  </a:lnTo>
                  <a:lnTo>
                    <a:pt x="268986" y="433031"/>
                  </a:lnTo>
                  <a:lnTo>
                    <a:pt x="269748" y="434555"/>
                  </a:lnTo>
                  <a:lnTo>
                    <a:pt x="269748" y="436079"/>
                  </a:lnTo>
                  <a:lnTo>
                    <a:pt x="273939" y="442607"/>
                  </a:lnTo>
                  <a:lnTo>
                    <a:pt x="278130" y="449148"/>
                  </a:lnTo>
                  <a:lnTo>
                    <a:pt x="278892" y="450342"/>
                  </a:lnTo>
                  <a:lnTo>
                    <a:pt x="279654" y="451523"/>
                  </a:lnTo>
                  <a:lnTo>
                    <a:pt x="288798" y="465797"/>
                  </a:lnTo>
                  <a:lnTo>
                    <a:pt x="289560" y="467321"/>
                  </a:lnTo>
                  <a:lnTo>
                    <a:pt x="291084" y="468083"/>
                  </a:lnTo>
                  <a:lnTo>
                    <a:pt x="293370" y="469607"/>
                  </a:lnTo>
                  <a:lnTo>
                    <a:pt x="294894" y="470369"/>
                  </a:lnTo>
                  <a:lnTo>
                    <a:pt x="297180" y="471131"/>
                  </a:lnTo>
                  <a:lnTo>
                    <a:pt x="297942" y="471131"/>
                  </a:lnTo>
                  <a:lnTo>
                    <a:pt x="298704" y="471131"/>
                  </a:lnTo>
                  <a:lnTo>
                    <a:pt x="299466" y="471131"/>
                  </a:lnTo>
                  <a:lnTo>
                    <a:pt x="300228" y="471131"/>
                  </a:lnTo>
                  <a:lnTo>
                    <a:pt x="300990" y="471131"/>
                  </a:lnTo>
                  <a:lnTo>
                    <a:pt x="302514" y="470369"/>
                  </a:lnTo>
                  <a:lnTo>
                    <a:pt x="304038" y="470369"/>
                  </a:lnTo>
                  <a:lnTo>
                    <a:pt x="307086" y="467321"/>
                  </a:lnTo>
                  <a:lnTo>
                    <a:pt x="308610" y="465035"/>
                  </a:lnTo>
                  <a:lnTo>
                    <a:pt x="310134" y="463511"/>
                  </a:lnTo>
                  <a:lnTo>
                    <a:pt x="310134" y="458177"/>
                  </a:lnTo>
                  <a:close/>
                </a:path>
                <a:path w="502285" h="770255">
                  <a:moveTo>
                    <a:pt x="348678" y="521982"/>
                  </a:moveTo>
                  <a:lnTo>
                    <a:pt x="346710" y="513803"/>
                  </a:lnTo>
                  <a:lnTo>
                    <a:pt x="346710" y="513041"/>
                  </a:lnTo>
                  <a:lnTo>
                    <a:pt x="327660" y="483323"/>
                  </a:lnTo>
                  <a:lnTo>
                    <a:pt x="326898" y="483323"/>
                  </a:lnTo>
                  <a:lnTo>
                    <a:pt x="325374" y="481037"/>
                  </a:lnTo>
                  <a:lnTo>
                    <a:pt x="323850" y="480275"/>
                  </a:lnTo>
                  <a:lnTo>
                    <a:pt x="321564" y="478751"/>
                  </a:lnTo>
                  <a:lnTo>
                    <a:pt x="319278" y="478751"/>
                  </a:lnTo>
                  <a:lnTo>
                    <a:pt x="316992" y="477989"/>
                  </a:lnTo>
                  <a:lnTo>
                    <a:pt x="315468" y="478751"/>
                  </a:lnTo>
                  <a:lnTo>
                    <a:pt x="313182" y="479513"/>
                  </a:lnTo>
                  <a:lnTo>
                    <a:pt x="310134" y="481037"/>
                  </a:lnTo>
                  <a:lnTo>
                    <a:pt x="309372" y="481799"/>
                  </a:lnTo>
                  <a:lnTo>
                    <a:pt x="307848" y="484085"/>
                  </a:lnTo>
                  <a:lnTo>
                    <a:pt x="307086" y="486371"/>
                  </a:lnTo>
                  <a:lnTo>
                    <a:pt x="307301" y="490982"/>
                  </a:lnTo>
                  <a:lnTo>
                    <a:pt x="306285" y="491299"/>
                  </a:lnTo>
                  <a:lnTo>
                    <a:pt x="307301" y="493141"/>
                  </a:lnTo>
                  <a:lnTo>
                    <a:pt x="308610" y="495515"/>
                  </a:lnTo>
                  <a:lnTo>
                    <a:pt x="316230" y="507707"/>
                  </a:lnTo>
                  <a:lnTo>
                    <a:pt x="317754" y="510146"/>
                  </a:lnTo>
                  <a:lnTo>
                    <a:pt x="318516" y="511365"/>
                  </a:lnTo>
                  <a:lnTo>
                    <a:pt x="327660" y="525995"/>
                  </a:lnTo>
                  <a:lnTo>
                    <a:pt x="329946" y="528281"/>
                  </a:lnTo>
                  <a:lnTo>
                    <a:pt x="336042" y="530301"/>
                  </a:lnTo>
                  <a:lnTo>
                    <a:pt x="336804" y="530542"/>
                  </a:lnTo>
                  <a:lnTo>
                    <a:pt x="337566" y="530796"/>
                  </a:lnTo>
                  <a:lnTo>
                    <a:pt x="338061" y="530694"/>
                  </a:lnTo>
                  <a:lnTo>
                    <a:pt x="338328" y="530593"/>
                  </a:lnTo>
                  <a:lnTo>
                    <a:pt x="339090" y="530313"/>
                  </a:lnTo>
                  <a:lnTo>
                    <a:pt x="344792" y="528205"/>
                  </a:lnTo>
                  <a:lnTo>
                    <a:pt x="348678" y="521982"/>
                  </a:lnTo>
                  <a:close/>
                </a:path>
                <a:path w="502285" h="770255">
                  <a:moveTo>
                    <a:pt x="379374" y="591286"/>
                  </a:moveTo>
                  <a:lnTo>
                    <a:pt x="376428" y="590664"/>
                  </a:lnTo>
                  <a:lnTo>
                    <a:pt x="375412" y="590626"/>
                  </a:lnTo>
                  <a:lnTo>
                    <a:pt x="373824" y="591108"/>
                  </a:lnTo>
                  <a:lnTo>
                    <a:pt x="379374" y="591286"/>
                  </a:lnTo>
                  <a:close/>
                </a:path>
                <a:path w="502285" h="770255">
                  <a:moveTo>
                    <a:pt x="388505" y="578116"/>
                  </a:moveTo>
                  <a:lnTo>
                    <a:pt x="384810" y="573239"/>
                  </a:lnTo>
                  <a:lnTo>
                    <a:pt x="365760" y="542759"/>
                  </a:lnTo>
                  <a:lnTo>
                    <a:pt x="363474" y="540473"/>
                  </a:lnTo>
                  <a:lnTo>
                    <a:pt x="361188" y="538949"/>
                  </a:lnTo>
                  <a:lnTo>
                    <a:pt x="359664" y="538187"/>
                  </a:lnTo>
                  <a:lnTo>
                    <a:pt x="353568" y="538187"/>
                  </a:lnTo>
                  <a:lnTo>
                    <a:pt x="351282" y="538949"/>
                  </a:lnTo>
                  <a:lnTo>
                    <a:pt x="349758" y="540473"/>
                  </a:lnTo>
                  <a:lnTo>
                    <a:pt x="347472" y="541235"/>
                  </a:lnTo>
                  <a:lnTo>
                    <a:pt x="345948" y="543521"/>
                  </a:lnTo>
                  <a:lnTo>
                    <a:pt x="344424" y="548093"/>
                  </a:lnTo>
                  <a:lnTo>
                    <a:pt x="345186" y="550379"/>
                  </a:lnTo>
                  <a:lnTo>
                    <a:pt x="345186" y="552665"/>
                  </a:lnTo>
                  <a:lnTo>
                    <a:pt x="346710" y="554951"/>
                  </a:lnTo>
                  <a:lnTo>
                    <a:pt x="346710" y="555713"/>
                  </a:lnTo>
                  <a:lnTo>
                    <a:pt x="354330" y="567601"/>
                  </a:lnTo>
                  <a:lnTo>
                    <a:pt x="355092" y="568782"/>
                  </a:lnTo>
                  <a:lnTo>
                    <a:pt x="355092" y="558596"/>
                  </a:lnTo>
                  <a:lnTo>
                    <a:pt x="355371" y="559028"/>
                  </a:lnTo>
                  <a:lnTo>
                    <a:pt x="355371" y="569214"/>
                  </a:lnTo>
                  <a:lnTo>
                    <a:pt x="365760" y="585431"/>
                  </a:lnTo>
                  <a:lnTo>
                    <a:pt x="366522" y="585431"/>
                  </a:lnTo>
                  <a:lnTo>
                    <a:pt x="368046" y="587717"/>
                  </a:lnTo>
                  <a:lnTo>
                    <a:pt x="369570" y="589241"/>
                  </a:lnTo>
                  <a:lnTo>
                    <a:pt x="374904" y="590346"/>
                  </a:lnTo>
                  <a:lnTo>
                    <a:pt x="375666" y="590511"/>
                  </a:lnTo>
                  <a:lnTo>
                    <a:pt x="376123" y="590410"/>
                  </a:lnTo>
                  <a:lnTo>
                    <a:pt x="376428" y="590321"/>
                  </a:lnTo>
                  <a:lnTo>
                    <a:pt x="377190" y="590080"/>
                  </a:lnTo>
                  <a:lnTo>
                    <a:pt x="382524" y="588479"/>
                  </a:lnTo>
                  <a:lnTo>
                    <a:pt x="384810" y="586193"/>
                  </a:lnTo>
                  <a:lnTo>
                    <a:pt x="385572" y="584669"/>
                  </a:lnTo>
                  <a:lnTo>
                    <a:pt x="387235" y="579704"/>
                  </a:lnTo>
                  <a:lnTo>
                    <a:pt x="388505" y="578116"/>
                  </a:lnTo>
                  <a:close/>
                </a:path>
                <a:path w="502285" h="770255">
                  <a:moveTo>
                    <a:pt x="425196" y="638009"/>
                  </a:moveTo>
                  <a:lnTo>
                    <a:pt x="424434" y="635723"/>
                  </a:lnTo>
                  <a:lnTo>
                    <a:pt x="424434" y="633437"/>
                  </a:lnTo>
                  <a:lnTo>
                    <a:pt x="423672" y="631913"/>
                  </a:lnTo>
                  <a:lnTo>
                    <a:pt x="403860" y="602957"/>
                  </a:lnTo>
                  <a:lnTo>
                    <a:pt x="403860" y="602195"/>
                  </a:lnTo>
                  <a:lnTo>
                    <a:pt x="402336" y="600671"/>
                  </a:lnTo>
                  <a:lnTo>
                    <a:pt x="400050" y="599147"/>
                  </a:lnTo>
                  <a:lnTo>
                    <a:pt x="395097" y="597484"/>
                  </a:lnTo>
                  <a:lnTo>
                    <a:pt x="394868" y="597458"/>
                  </a:lnTo>
                  <a:lnTo>
                    <a:pt x="388442" y="599782"/>
                  </a:lnTo>
                  <a:lnTo>
                    <a:pt x="383743" y="605053"/>
                  </a:lnTo>
                  <a:lnTo>
                    <a:pt x="384048" y="612101"/>
                  </a:lnTo>
                  <a:lnTo>
                    <a:pt x="384810" y="615149"/>
                  </a:lnTo>
                  <a:lnTo>
                    <a:pt x="385572" y="615149"/>
                  </a:lnTo>
                  <a:lnTo>
                    <a:pt x="393192" y="627037"/>
                  </a:lnTo>
                  <a:lnTo>
                    <a:pt x="393954" y="628218"/>
                  </a:lnTo>
                  <a:lnTo>
                    <a:pt x="404622" y="644867"/>
                  </a:lnTo>
                  <a:lnTo>
                    <a:pt x="404622" y="645629"/>
                  </a:lnTo>
                  <a:lnTo>
                    <a:pt x="408063" y="649719"/>
                  </a:lnTo>
                  <a:lnTo>
                    <a:pt x="413004" y="651230"/>
                  </a:lnTo>
                  <a:lnTo>
                    <a:pt x="413994" y="651522"/>
                  </a:lnTo>
                  <a:lnTo>
                    <a:pt x="414375" y="651459"/>
                  </a:lnTo>
                  <a:lnTo>
                    <a:pt x="414528" y="651383"/>
                  </a:lnTo>
                  <a:lnTo>
                    <a:pt x="415290" y="651065"/>
                  </a:lnTo>
                  <a:lnTo>
                    <a:pt x="419100" y="649439"/>
                  </a:lnTo>
                  <a:lnTo>
                    <a:pt x="422910" y="645629"/>
                  </a:lnTo>
                  <a:lnTo>
                    <a:pt x="423672" y="644105"/>
                  </a:lnTo>
                  <a:lnTo>
                    <a:pt x="424434" y="641819"/>
                  </a:lnTo>
                  <a:lnTo>
                    <a:pt x="425196" y="640295"/>
                  </a:lnTo>
                  <a:lnTo>
                    <a:pt x="425196" y="638009"/>
                  </a:lnTo>
                  <a:close/>
                </a:path>
                <a:path w="502285" h="770255">
                  <a:moveTo>
                    <a:pt x="463016" y="701192"/>
                  </a:moveTo>
                  <a:lnTo>
                    <a:pt x="462534" y="693635"/>
                  </a:lnTo>
                  <a:lnTo>
                    <a:pt x="461772" y="692111"/>
                  </a:lnTo>
                  <a:lnTo>
                    <a:pt x="442722" y="662393"/>
                  </a:lnTo>
                  <a:lnTo>
                    <a:pt x="441960" y="662393"/>
                  </a:lnTo>
                  <a:lnTo>
                    <a:pt x="440436" y="660107"/>
                  </a:lnTo>
                  <a:lnTo>
                    <a:pt x="438912" y="658583"/>
                  </a:lnTo>
                  <a:lnTo>
                    <a:pt x="436626" y="657821"/>
                  </a:lnTo>
                  <a:lnTo>
                    <a:pt x="435102" y="657059"/>
                  </a:lnTo>
                  <a:lnTo>
                    <a:pt x="428078" y="656958"/>
                  </a:lnTo>
                  <a:lnTo>
                    <a:pt x="423672" y="661631"/>
                  </a:lnTo>
                  <a:lnTo>
                    <a:pt x="422910" y="663155"/>
                  </a:lnTo>
                  <a:lnTo>
                    <a:pt x="422148" y="665441"/>
                  </a:lnTo>
                  <a:lnTo>
                    <a:pt x="419366" y="671449"/>
                  </a:lnTo>
                  <a:lnTo>
                    <a:pt x="423976" y="673214"/>
                  </a:lnTo>
                  <a:lnTo>
                    <a:pt x="423672" y="675347"/>
                  </a:lnTo>
                  <a:lnTo>
                    <a:pt x="423976" y="675843"/>
                  </a:lnTo>
                  <a:lnTo>
                    <a:pt x="431292" y="687730"/>
                  </a:lnTo>
                  <a:lnTo>
                    <a:pt x="432054" y="688962"/>
                  </a:lnTo>
                  <a:lnTo>
                    <a:pt x="441960" y="705065"/>
                  </a:lnTo>
                  <a:lnTo>
                    <a:pt x="442722" y="705827"/>
                  </a:lnTo>
                  <a:lnTo>
                    <a:pt x="445008" y="707351"/>
                  </a:lnTo>
                  <a:lnTo>
                    <a:pt x="450342" y="709282"/>
                  </a:lnTo>
                  <a:lnTo>
                    <a:pt x="451866" y="709828"/>
                  </a:lnTo>
                  <a:lnTo>
                    <a:pt x="452412" y="709714"/>
                  </a:lnTo>
                  <a:lnTo>
                    <a:pt x="452628" y="709625"/>
                  </a:lnTo>
                  <a:lnTo>
                    <a:pt x="453390" y="709333"/>
                  </a:lnTo>
                  <a:lnTo>
                    <a:pt x="458749" y="707212"/>
                  </a:lnTo>
                  <a:lnTo>
                    <a:pt x="463016" y="701192"/>
                  </a:lnTo>
                  <a:close/>
                </a:path>
                <a:path w="502285" h="770255">
                  <a:moveTo>
                    <a:pt x="502158" y="757643"/>
                  </a:moveTo>
                  <a:lnTo>
                    <a:pt x="500634" y="753071"/>
                  </a:lnTo>
                  <a:lnTo>
                    <a:pt x="500634" y="752309"/>
                  </a:lnTo>
                  <a:lnTo>
                    <a:pt x="480822" y="722591"/>
                  </a:lnTo>
                  <a:lnTo>
                    <a:pt x="480060" y="721067"/>
                  </a:lnTo>
                  <a:lnTo>
                    <a:pt x="478536" y="719543"/>
                  </a:lnTo>
                  <a:lnTo>
                    <a:pt x="477012" y="718781"/>
                  </a:lnTo>
                  <a:lnTo>
                    <a:pt x="474726" y="717257"/>
                  </a:lnTo>
                  <a:lnTo>
                    <a:pt x="471678" y="717207"/>
                  </a:lnTo>
                  <a:lnTo>
                    <a:pt x="466153" y="716838"/>
                  </a:lnTo>
                  <a:lnTo>
                    <a:pt x="465213" y="718362"/>
                  </a:lnTo>
                  <a:lnTo>
                    <a:pt x="461010" y="722591"/>
                  </a:lnTo>
                  <a:lnTo>
                    <a:pt x="460248" y="724877"/>
                  </a:lnTo>
                  <a:lnTo>
                    <a:pt x="460248" y="727163"/>
                  </a:lnTo>
                  <a:lnTo>
                    <a:pt x="459486" y="728687"/>
                  </a:lnTo>
                  <a:lnTo>
                    <a:pt x="461010" y="733259"/>
                  </a:lnTo>
                  <a:lnTo>
                    <a:pt x="461010" y="734021"/>
                  </a:lnTo>
                  <a:lnTo>
                    <a:pt x="470154" y="748080"/>
                  </a:lnTo>
                  <a:lnTo>
                    <a:pt x="470916" y="749261"/>
                  </a:lnTo>
                  <a:lnTo>
                    <a:pt x="480822" y="764501"/>
                  </a:lnTo>
                  <a:lnTo>
                    <a:pt x="481584" y="766025"/>
                  </a:lnTo>
                  <a:lnTo>
                    <a:pt x="483870" y="767549"/>
                  </a:lnTo>
                  <a:lnTo>
                    <a:pt x="484632" y="768311"/>
                  </a:lnTo>
                  <a:lnTo>
                    <a:pt x="488442" y="769581"/>
                  </a:lnTo>
                  <a:lnTo>
                    <a:pt x="489204" y="769835"/>
                  </a:lnTo>
                  <a:lnTo>
                    <a:pt x="491490" y="769835"/>
                  </a:lnTo>
                  <a:lnTo>
                    <a:pt x="493776" y="769073"/>
                  </a:lnTo>
                  <a:lnTo>
                    <a:pt x="494538" y="769073"/>
                  </a:lnTo>
                  <a:lnTo>
                    <a:pt x="496062" y="768311"/>
                  </a:lnTo>
                  <a:lnTo>
                    <a:pt x="498348" y="766025"/>
                  </a:lnTo>
                  <a:lnTo>
                    <a:pt x="499872" y="763739"/>
                  </a:lnTo>
                  <a:lnTo>
                    <a:pt x="501396" y="762215"/>
                  </a:lnTo>
                  <a:lnTo>
                    <a:pt x="501396" y="759929"/>
                  </a:lnTo>
                  <a:lnTo>
                    <a:pt x="502158" y="7576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126230" y="978407"/>
              <a:ext cx="788670" cy="787400"/>
            </a:xfrm>
            <a:custGeom>
              <a:avLst/>
              <a:gdLst/>
              <a:ahLst/>
              <a:cxnLst/>
              <a:rect l="l" t="t" r="r" b="b"/>
              <a:pathLst>
                <a:path w="788670" h="787400">
                  <a:moveTo>
                    <a:pt x="0" y="0"/>
                  </a:moveTo>
                  <a:lnTo>
                    <a:pt x="0" y="787146"/>
                  </a:lnTo>
                  <a:lnTo>
                    <a:pt x="788669" y="787146"/>
                  </a:lnTo>
                  <a:lnTo>
                    <a:pt x="7886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14138" y="977646"/>
              <a:ext cx="81534" cy="762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124960" y="977645"/>
              <a:ext cx="871219" cy="788670"/>
            </a:xfrm>
            <a:custGeom>
              <a:avLst/>
              <a:gdLst/>
              <a:ahLst/>
              <a:cxnLst/>
              <a:rect l="l" t="t" r="r" b="b"/>
              <a:pathLst>
                <a:path w="871220" h="788669">
                  <a:moveTo>
                    <a:pt x="871220" y="75311"/>
                  </a:moveTo>
                  <a:lnTo>
                    <a:pt x="869950" y="75311"/>
                  </a:lnTo>
                  <a:lnTo>
                    <a:pt x="869950" y="74676"/>
                  </a:lnTo>
                  <a:lnTo>
                    <a:pt x="868680" y="74676"/>
                  </a:lnTo>
                  <a:lnTo>
                    <a:pt x="868680" y="76200"/>
                  </a:lnTo>
                  <a:lnTo>
                    <a:pt x="868680" y="787146"/>
                  </a:lnTo>
                  <a:lnTo>
                    <a:pt x="2540" y="787146"/>
                  </a:lnTo>
                  <a:lnTo>
                    <a:pt x="2032" y="787146"/>
                  </a:lnTo>
                  <a:lnTo>
                    <a:pt x="2032" y="1524"/>
                  </a:lnTo>
                  <a:lnTo>
                    <a:pt x="2032" y="889"/>
                  </a:lnTo>
                  <a:lnTo>
                    <a:pt x="2540" y="889"/>
                  </a:lnTo>
                  <a:lnTo>
                    <a:pt x="2540" y="1524"/>
                  </a:lnTo>
                  <a:lnTo>
                    <a:pt x="788670" y="1524"/>
                  </a:lnTo>
                  <a:lnTo>
                    <a:pt x="788670" y="889"/>
                  </a:lnTo>
                  <a:lnTo>
                    <a:pt x="789178" y="889"/>
                  </a:lnTo>
                  <a:lnTo>
                    <a:pt x="789178" y="1524"/>
                  </a:lnTo>
                  <a:lnTo>
                    <a:pt x="788670" y="1524"/>
                  </a:lnTo>
                  <a:lnTo>
                    <a:pt x="788670" y="75565"/>
                  </a:lnTo>
                  <a:lnTo>
                    <a:pt x="789940" y="75565"/>
                  </a:lnTo>
                  <a:lnTo>
                    <a:pt x="789940" y="76200"/>
                  </a:lnTo>
                  <a:lnTo>
                    <a:pt x="791210" y="76200"/>
                  </a:lnTo>
                  <a:lnTo>
                    <a:pt x="868680" y="76200"/>
                  </a:lnTo>
                  <a:lnTo>
                    <a:pt x="868680" y="74676"/>
                  </a:lnTo>
                  <a:lnTo>
                    <a:pt x="791210" y="74676"/>
                  </a:lnTo>
                  <a:lnTo>
                    <a:pt x="791210" y="317"/>
                  </a:lnTo>
                  <a:lnTo>
                    <a:pt x="789940" y="317"/>
                  </a:lnTo>
                  <a:lnTo>
                    <a:pt x="789940" y="889"/>
                  </a:lnTo>
                  <a:lnTo>
                    <a:pt x="789940" y="1524"/>
                  </a:lnTo>
                  <a:lnTo>
                    <a:pt x="789305" y="889"/>
                  </a:lnTo>
                  <a:lnTo>
                    <a:pt x="789940" y="889"/>
                  </a:lnTo>
                  <a:lnTo>
                    <a:pt x="789940" y="317"/>
                  </a:lnTo>
                  <a:lnTo>
                    <a:pt x="789940" y="0"/>
                  </a:lnTo>
                  <a:lnTo>
                    <a:pt x="788670" y="0"/>
                  </a:lnTo>
                  <a:lnTo>
                    <a:pt x="2540" y="0"/>
                  </a:lnTo>
                  <a:lnTo>
                    <a:pt x="1905" y="0"/>
                  </a:lnTo>
                  <a:lnTo>
                    <a:pt x="1905" y="889"/>
                  </a:lnTo>
                  <a:lnTo>
                    <a:pt x="1270" y="1524"/>
                  </a:lnTo>
                  <a:lnTo>
                    <a:pt x="1270" y="889"/>
                  </a:lnTo>
                  <a:lnTo>
                    <a:pt x="1905" y="889"/>
                  </a:lnTo>
                  <a:lnTo>
                    <a:pt x="1905" y="0"/>
                  </a:lnTo>
                  <a:lnTo>
                    <a:pt x="1270" y="0"/>
                  </a:lnTo>
                  <a:lnTo>
                    <a:pt x="1270" y="635"/>
                  </a:lnTo>
                  <a:lnTo>
                    <a:pt x="0" y="635"/>
                  </a:lnTo>
                  <a:lnTo>
                    <a:pt x="0" y="788035"/>
                  </a:lnTo>
                  <a:lnTo>
                    <a:pt x="1270" y="788035"/>
                  </a:lnTo>
                  <a:lnTo>
                    <a:pt x="1270" y="788670"/>
                  </a:lnTo>
                  <a:lnTo>
                    <a:pt x="2032" y="788670"/>
                  </a:lnTo>
                  <a:lnTo>
                    <a:pt x="2032" y="787908"/>
                  </a:lnTo>
                  <a:lnTo>
                    <a:pt x="1905" y="787781"/>
                  </a:lnTo>
                  <a:lnTo>
                    <a:pt x="2540" y="787781"/>
                  </a:lnTo>
                  <a:lnTo>
                    <a:pt x="2540" y="788670"/>
                  </a:lnTo>
                  <a:lnTo>
                    <a:pt x="868680" y="788670"/>
                  </a:lnTo>
                  <a:lnTo>
                    <a:pt x="868680" y="787781"/>
                  </a:lnTo>
                  <a:lnTo>
                    <a:pt x="869315" y="787781"/>
                  </a:lnTo>
                  <a:lnTo>
                    <a:pt x="869188" y="787908"/>
                  </a:lnTo>
                  <a:lnTo>
                    <a:pt x="869188" y="788670"/>
                  </a:lnTo>
                  <a:lnTo>
                    <a:pt x="869950" y="788670"/>
                  </a:lnTo>
                  <a:lnTo>
                    <a:pt x="869950" y="788035"/>
                  </a:lnTo>
                  <a:lnTo>
                    <a:pt x="871220" y="788035"/>
                  </a:lnTo>
                  <a:lnTo>
                    <a:pt x="871220" y="75565"/>
                  </a:lnTo>
                  <a:lnTo>
                    <a:pt x="871220" y="75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4162805" y="936752"/>
            <a:ext cx="861060" cy="8502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R="62230" indent="34925">
              <a:lnSpc>
                <a:spcPct val="97100"/>
              </a:lnSpc>
              <a:spcBef>
                <a:spcPts val="120"/>
              </a:spcBef>
            </a:pPr>
            <a:r>
              <a:rPr dirty="0" sz="600" spc="-20">
                <a:latin typeface="Times New Roman"/>
                <a:cs typeface="Times New Roman"/>
              </a:rPr>
              <a:t>«</a:t>
            </a:r>
            <a:r>
              <a:rPr dirty="0" sz="600" spc="-20" b="1">
                <a:latin typeface="Arial"/>
                <a:cs typeface="Arial"/>
              </a:rPr>
              <a:t>diagramDescriptio</a:t>
            </a:r>
            <a:r>
              <a:rPr dirty="0" sz="600" spc="-20">
                <a:latin typeface="Times New Roman"/>
                <a:cs typeface="Times New Roman"/>
              </a:rPr>
              <a:t>»</a:t>
            </a:r>
            <a:r>
              <a:rPr dirty="0" sz="600" spc="-20" b="1">
                <a:latin typeface="Arial"/>
                <a:cs typeface="Arial"/>
              </a:rPr>
              <a:t>n </a:t>
            </a:r>
            <a:r>
              <a:rPr dirty="0" sz="600" spc="-155" b="1">
                <a:latin typeface="Arial"/>
                <a:cs typeface="Arial"/>
              </a:rPr>
              <a:t> </a:t>
            </a:r>
            <a:r>
              <a:rPr dirty="0" sz="600" spc="-5">
                <a:latin typeface="Arial MT"/>
                <a:cs typeface="Arial MT"/>
              </a:rPr>
              <a:t>version=”0.1" </a:t>
            </a:r>
            <a:r>
              <a:rPr dirty="0" sz="600">
                <a:latin typeface="Arial MT"/>
                <a:cs typeface="Arial MT"/>
              </a:rPr>
              <a:t> </a:t>
            </a:r>
            <a:r>
              <a:rPr dirty="0" sz="600" spc="-5">
                <a:latin typeface="Arial MT"/>
                <a:cs typeface="Arial MT"/>
              </a:rPr>
              <a:t>description=”Constant</a:t>
            </a:r>
            <a:endParaRPr sz="600">
              <a:latin typeface="Arial MT"/>
              <a:cs typeface="Arial MT"/>
            </a:endParaRPr>
          </a:p>
          <a:p>
            <a:pPr marR="5080">
              <a:lnSpc>
                <a:spcPct val="86100"/>
              </a:lnSpc>
              <a:spcBef>
                <a:spcPts val="35"/>
              </a:spcBef>
            </a:pPr>
            <a:r>
              <a:rPr dirty="0" sz="600">
                <a:latin typeface="Arial MT"/>
                <a:cs typeface="Arial MT"/>
              </a:rPr>
              <a:t>100 </a:t>
            </a:r>
            <a:r>
              <a:rPr dirty="0" sz="600" spc="-5">
                <a:latin typeface="Arial MT"/>
                <a:cs typeface="Arial MT"/>
              </a:rPr>
              <a:t>wheel horsepower, </a:t>
            </a:r>
            <a:r>
              <a:rPr dirty="0" sz="600">
                <a:latin typeface="Arial MT"/>
                <a:cs typeface="Arial MT"/>
              </a:rPr>
              <a:t> 4000 </a:t>
            </a:r>
            <a:r>
              <a:rPr dirty="0" sz="600" spc="-5">
                <a:latin typeface="Arial MT"/>
                <a:cs typeface="Arial MT"/>
              </a:rPr>
              <a:t>lb vehicle weight, </a:t>
            </a:r>
            <a:r>
              <a:rPr dirty="0" sz="600">
                <a:latin typeface="Arial MT"/>
                <a:cs typeface="Arial MT"/>
              </a:rPr>
              <a:t> simple </a:t>
            </a:r>
            <a:r>
              <a:rPr dirty="0" sz="600" spc="-5">
                <a:latin typeface="Arial MT"/>
                <a:cs typeface="Arial MT"/>
              </a:rPr>
              <a:t>drag" </a:t>
            </a:r>
            <a:r>
              <a:rPr dirty="0" sz="600">
                <a:latin typeface="Arial MT"/>
                <a:cs typeface="Arial MT"/>
              </a:rPr>
              <a:t> </a:t>
            </a:r>
            <a:r>
              <a:rPr dirty="0" sz="600" spc="-5">
                <a:latin typeface="Arial MT"/>
                <a:cs typeface="Arial MT"/>
              </a:rPr>
              <a:t>reference=”Equations </a:t>
            </a:r>
            <a:r>
              <a:rPr dirty="0" sz="600">
                <a:latin typeface="Arial MT"/>
                <a:cs typeface="Arial MT"/>
              </a:rPr>
              <a:t>of </a:t>
            </a:r>
            <a:r>
              <a:rPr dirty="0" sz="600" spc="5">
                <a:latin typeface="Arial MT"/>
                <a:cs typeface="Arial MT"/>
              </a:rPr>
              <a:t> </a:t>
            </a:r>
            <a:r>
              <a:rPr dirty="0" sz="600" spc="-5">
                <a:latin typeface="Arial MT"/>
                <a:cs typeface="Arial MT"/>
              </a:rPr>
              <a:t>Motion” </a:t>
            </a:r>
            <a:r>
              <a:rPr dirty="0" sz="600">
                <a:latin typeface="Arial MT"/>
                <a:cs typeface="Arial MT"/>
              </a:rPr>
              <a:t> completeness=”assumes  perfect</a:t>
            </a:r>
            <a:r>
              <a:rPr dirty="0" sz="600" spc="-30">
                <a:latin typeface="Arial MT"/>
                <a:cs typeface="Arial MT"/>
              </a:rPr>
              <a:t> </a:t>
            </a:r>
            <a:r>
              <a:rPr dirty="0" sz="600" spc="-5">
                <a:latin typeface="Arial MT"/>
                <a:cs typeface="Arial MT"/>
              </a:rPr>
              <a:t>tire traction”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80079" y="411734"/>
            <a:ext cx="247904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State</a:t>
            </a:r>
            <a:r>
              <a:rPr dirty="0" spc="-90"/>
              <a:t> </a:t>
            </a:r>
            <a:r>
              <a:rPr dirty="0"/>
              <a:t>Machines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48716" y="1346707"/>
            <a:ext cx="7286625" cy="457454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Typically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used to represent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the life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cycle of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">
                <a:latin typeface="Arial MT"/>
                <a:cs typeface="Arial MT"/>
              </a:rPr>
              <a:t> block</a:t>
            </a:r>
            <a:endParaRPr sz="2400">
              <a:latin typeface="Arial MT"/>
              <a:cs typeface="Arial MT"/>
            </a:endParaRPr>
          </a:p>
          <a:p>
            <a:pPr marL="355600" marR="1415415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Support event-based behavior (generally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asynchronous)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Transition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with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trigger,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guard, action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State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with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entry,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exit,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do-activity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Can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include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nested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sequential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or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concurrent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states</a:t>
            </a:r>
            <a:endParaRPr sz="2000">
              <a:latin typeface="Arial MT"/>
              <a:cs typeface="Arial MT"/>
            </a:endParaRPr>
          </a:p>
          <a:p>
            <a:pPr lvl="1" marL="755015" marR="5080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Can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send/receive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signals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communicate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between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blocks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during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state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transitions,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etc.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Event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types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Change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event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Time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event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Signal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event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9377" y="973899"/>
            <a:ext cx="5436870" cy="5183505"/>
            <a:chOff x="1369377" y="973899"/>
            <a:chExt cx="5436870" cy="5183505"/>
          </a:xfrm>
        </p:grpSpPr>
        <p:sp>
          <p:nvSpPr>
            <p:cNvPr id="3" name="object 3"/>
            <p:cNvSpPr/>
            <p:nvPr/>
          </p:nvSpPr>
          <p:spPr>
            <a:xfrm>
              <a:off x="1371599" y="976121"/>
              <a:ext cx="5432425" cy="5179060"/>
            </a:xfrm>
            <a:custGeom>
              <a:avLst/>
              <a:gdLst/>
              <a:ahLst/>
              <a:cxnLst/>
              <a:rect l="l" t="t" r="r" b="b"/>
              <a:pathLst>
                <a:path w="5432425" h="5179060">
                  <a:moveTo>
                    <a:pt x="0" y="0"/>
                  </a:moveTo>
                  <a:lnTo>
                    <a:pt x="0" y="5178552"/>
                  </a:lnTo>
                  <a:lnTo>
                    <a:pt x="5432298" y="5178552"/>
                  </a:lnTo>
                  <a:lnTo>
                    <a:pt x="5432298" y="0"/>
                  </a:lnTo>
                  <a:lnTo>
                    <a:pt x="0" y="0"/>
                  </a:lnTo>
                  <a:close/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71599" y="6154673"/>
              <a:ext cx="5432425" cy="0"/>
            </a:xfrm>
            <a:custGeom>
              <a:avLst/>
              <a:gdLst/>
              <a:ahLst/>
              <a:cxnLst/>
              <a:rect l="l" t="t" r="r" b="b"/>
              <a:pathLst>
                <a:path w="5432425" h="0">
                  <a:moveTo>
                    <a:pt x="0" y="0"/>
                  </a:moveTo>
                  <a:lnTo>
                    <a:pt x="5432298" y="0"/>
                  </a:lnTo>
                </a:path>
                <a:path w="5432425" h="0">
                  <a:moveTo>
                    <a:pt x="0" y="0"/>
                  </a:moveTo>
                  <a:lnTo>
                    <a:pt x="5432298" y="0"/>
                  </a:lnTo>
                </a:path>
                <a:path w="5432425" h="0">
                  <a:moveTo>
                    <a:pt x="0" y="0"/>
                  </a:moveTo>
                  <a:lnTo>
                    <a:pt x="5432298" y="0"/>
                  </a:lnTo>
                </a:path>
                <a:path w="5432425" h="0">
                  <a:moveTo>
                    <a:pt x="0" y="0"/>
                  </a:moveTo>
                  <a:lnTo>
                    <a:pt x="5432298" y="0"/>
                  </a:lnTo>
                </a:path>
                <a:path w="5432425" h="0">
                  <a:moveTo>
                    <a:pt x="0" y="0"/>
                  </a:moveTo>
                  <a:lnTo>
                    <a:pt x="5432298" y="0"/>
                  </a:lnTo>
                </a:path>
                <a:path w="5432425" h="0">
                  <a:moveTo>
                    <a:pt x="0" y="0"/>
                  </a:moveTo>
                  <a:lnTo>
                    <a:pt x="5432298" y="0"/>
                  </a:lnTo>
                </a:path>
                <a:path w="5432425" h="0">
                  <a:moveTo>
                    <a:pt x="0" y="0"/>
                  </a:moveTo>
                  <a:lnTo>
                    <a:pt x="5432298" y="0"/>
                  </a:lnTo>
                </a:path>
                <a:path w="5432425" h="0">
                  <a:moveTo>
                    <a:pt x="0" y="0"/>
                  </a:moveTo>
                  <a:lnTo>
                    <a:pt x="5432298" y="0"/>
                  </a:lnTo>
                </a:path>
              </a:pathLst>
            </a:custGeom>
            <a:ln w="388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71599" y="976121"/>
              <a:ext cx="1938655" cy="292100"/>
            </a:xfrm>
            <a:custGeom>
              <a:avLst/>
              <a:gdLst/>
              <a:ahLst/>
              <a:cxnLst/>
              <a:rect l="l" t="t" r="r" b="b"/>
              <a:pathLst>
                <a:path w="1938654" h="292100">
                  <a:moveTo>
                    <a:pt x="0" y="291846"/>
                  </a:moveTo>
                  <a:lnTo>
                    <a:pt x="1792224" y="291846"/>
                  </a:lnTo>
                  <a:lnTo>
                    <a:pt x="1938527" y="146304"/>
                  </a:lnTo>
                  <a:lnTo>
                    <a:pt x="1938527" y="0"/>
                  </a:lnTo>
                  <a:lnTo>
                    <a:pt x="0" y="0"/>
                  </a:lnTo>
                  <a:lnTo>
                    <a:pt x="0" y="291846"/>
                  </a:lnTo>
                  <a:close/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507997" y="1018286"/>
            <a:ext cx="167703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10" b="1">
                <a:latin typeface="Arial"/>
                <a:cs typeface="Arial"/>
              </a:rPr>
              <a:t>stm</a:t>
            </a:r>
            <a:r>
              <a:rPr dirty="0" sz="1000" spc="-65" b="1">
                <a:latin typeface="Arial"/>
                <a:cs typeface="Arial"/>
              </a:rPr>
              <a:t> </a:t>
            </a:r>
            <a:r>
              <a:rPr dirty="0" sz="1000" spc="10">
                <a:latin typeface="Arial MT"/>
                <a:cs typeface="Arial MT"/>
              </a:rPr>
              <a:t>HSUVOperationalStates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45564" y="2909316"/>
            <a:ext cx="4229100" cy="2881630"/>
          </a:xfrm>
          <a:custGeom>
            <a:avLst/>
            <a:gdLst/>
            <a:ahLst/>
            <a:cxnLst/>
            <a:rect l="l" t="t" r="r" b="b"/>
            <a:pathLst>
              <a:path w="4229100" h="2881629">
                <a:moveTo>
                  <a:pt x="0" y="291846"/>
                </a:moveTo>
                <a:lnTo>
                  <a:pt x="3809" y="244419"/>
                </a:lnTo>
                <a:lnTo>
                  <a:pt x="14843" y="199461"/>
                </a:lnTo>
                <a:lnTo>
                  <a:pt x="32506" y="157566"/>
                </a:lnTo>
                <a:lnTo>
                  <a:pt x="56205" y="119329"/>
                </a:lnTo>
                <a:lnTo>
                  <a:pt x="85344" y="85344"/>
                </a:lnTo>
                <a:lnTo>
                  <a:pt x="119329" y="56205"/>
                </a:lnTo>
                <a:lnTo>
                  <a:pt x="157566" y="32506"/>
                </a:lnTo>
                <a:lnTo>
                  <a:pt x="199461" y="14843"/>
                </a:lnTo>
                <a:lnTo>
                  <a:pt x="244419" y="3810"/>
                </a:lnTo>
                <a:lnTo>
                  <a:pt x="291846" y="0"/>
                </a:lnTo>
                <a:lnTo>
                  <a:pt x="3937254" y="0"/>
                </a:lnTo>
                <a:lnTo>
                  <a:pt x="3984680" y="3810"/>
                </a:lnTo>
                <a:lnTo>
                  <a:pt x="4029638" y="14843"/>
                </a:lnTo>
                <a:lnTo>
                  <a:pt x="4071533" y="32506"/>
                </a:lnTo>
                <a:lnTo>
                  <a:pt x="4109770" y="56205"/>
                </a:lnTo>
                <a:lnTo>
                  <a:pt x="4143756" y="85343"/>
                </a:lnTo>
                <a:lnTo>
                  <a:pt x="4172894" y="119329"/>
                </a:lnTo>
                <a:lnTo>
                  <a:pt x="4196593" y="157566"/>
                </a:lnTo>
                <a:lnTo>
                  <a:pt x="4214256" y="199461"/>
                </a:lnTo>
                <a:lnTo>
                  <a:pt x="4225290" y="244419"/>
                </a:lnTo>
                <a:lnTo>
                  <a:pt x="4229100" y="291845"/>
                </a:lnTo>
                <a:lnTo>
                  <a:pt x="4229100" y="2589276"/>
                </a:lnTo>
                <a:lnTo>
                  <a:pt x="4225290" y="2636517"/>
                </a:lnTo>
                <a:lnTo>
                  <a:pt x="4214256" y="2681368"/>
                </a:lnTo>
                <a:lnTo>
                  <a:pt x="4196593" y="2723219"/>
                </a:lnTo>
                <a:lnTo>
                  <a:pt x="4172894" y="2761463"/>
                </a:lnTo>
                <a:lnTo>
                  <a:pt x="4143755" y="2795492"/>
                </a:lnTo>
                <a:lnTo>
                  <a:pt x="4109770" y="2824697"/>
                </a:lnTo>
                <a:lnTo>
                  <a:pt x="4071533" y="2848471"/>
                </a:lnTo>
                <a:lnTo>
                  <a:pt x="4029638" y="2866205"/>
                </a:lnTo>
                <a:lnTo>
                  <a:pt x="3984680" y="2877291"/>
                </a:lnTo>
                <a:lnTo>
                  <a:pt x="3937254" y="2881122"/>
                </a:lnTo>
                <a:lnTo>
                  <a:pt x="291846" y="2881122"/>
                </a:lnTo>
                <a:lnTo>
                  <a:pt x="244419" y="2877291"/>
                </a:lnTo>
                <a:lnTo>
                  <a:pt x="199461" y="2866205"/>
                </a:lnTo>
                <a:lnTo>
                  <a:pt x="157566" y="2848471"/>
                </a:lnTo>
                <a:lnTo>
                  <a:pt x="119329" y="2824697"/>
                </a:lnTo>
                <a:lnTo>
                  <a:pt x="85344" y="2795492"/>
                </a:lnTo>
                <a:lnTo>
                  <a:pt x="56205" y="2761463"/>
                </a:lnTo>
                <a:lnTo>
                  <a:pt x="32506" y="2723219"/>
                </a:lnTo>
                <a:lnTo>
                  <a:pt x="14843" y="2681368"/>
                </a:lnTo>
                <a:lnTo>
                  <a:pt x="3810" y="2636517"/>
                </a:lnTo>
                <a:lnTo>
                  <a:pt x="0" y="2589276"/>
                </a:lnTo>
                <a:lnTo>
                  <a:pt x="0" y="291846"/>
                </a:lnTo>
                <a:close/>
              </a:path>
            </a:pathLst>
          </a:custGeom>
          <a:ln w="38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714750" y="2947669"/>
            <a:ext cx="50292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10" b="1">
                <a:latin typeface="Arial"/>
                <a:cs typeface="Arial"/>
              </a:rPr>
              <a:t>Opera</a:t>
            </a:r>
            <a:r>
              <a:rPr dirty="0" sz="1000" b="1">
                <a:latin typeface="Arial"/>
                <a:cs typeface="Arial"/>
              </a:rPr>
              <a:t>t</a:t>
            </a:r>
            <a:r>
              <a:rPr dirty="0" sz="1000" spc="10" b="1"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58895" y="3310128"/>
            <a:ext cx="1167130" cy="584200"/>
          </a:xfrm>
          <a:custGeom>
            <a:avLst/>
            <a:gdLst/>
            <a:ahLst/>
            <a:cxnLst/>
            <a:rect l="l" t="t" r="r" b="b"/>
            <a:pathLst>
              <a:path w="1167129" h="584200">
                <a:moveTo>
                  <a:pt x="0" y="146303"/>
                </a:moveTo>
                <a:lnTo>
                  <a:pt x="7382" y="100071"/>
                </a:lnTo>
                <a:lnTo>
                  <a:pt x="27968" y="59911"/>
                </a:lnTo>
                <a:lnTo>
                  <a:pt x="59417" y="28236"/>
                </a:lnTo>
                <a:lnTo>
                  <a:pt x="99389" y="7461"/>
                </a:lnTo>
                <a:lnTo>
                  <a:pt x="145542" y="0"/>
                </a:lnTo>
                <a:lnTo>
                  <a:pt x="1020318" y="0"/>
                </a:lnTo>
                <a:lnTo>
                  <a:pt x="1066550" y="7461"/>
                </a:lnTo>
                <a:lnTo>
                  <a:pt x="1106710" y="28236"/>
                </a:lnTo>
                <a:lnTo>
                  <a:pt x="1138385" y="59911"/>
                </a:lnTo>
                <a:lnTo>
                  <a:pt x="1159160" y="100071"/>
                </a:lnTo>
                <a:lnTo>
                  <a:pt x="1166622" y="146303"/>
                </a:lnTo>
                <a:lnTo>
                  <a:pt x="1166622" y="437387"/>
                </a:lnTo>
                <a:lnTo>
                  <a:pt x="1159160" y="483620"/>
                </a:lnTo>
                <a:lnTo>
                  <a:pt x="1138385" y="523780"/>
                </a:lnTo>
                <a:lnTo>
                  <a:pt x="1106710" y="555455"/>
                </a:lnTo>
                <a:lnTo>
                  <a:pt x="1066550" y="576230"/>
                </a:lnTo>
                <a:lnTo>
                  <a:pt x="1020318" y="583691"/>
                </a:lnTo>
                <a:lnTo>
                  <a:pt x="145542" y="583691"/>
                </a:lnTo>
                <a:lnTo>
                  <a:pt x="99389" y="576230"/>
                </a:lnTo>
                <a:lnTo>
                  <a:pt x="59417" y="555455"/>
                </a:lnTo>
                <a:lnTo>
                  <a:pt x="27968" y="523780"/>
                </a:lnTo>
                <a:lnTo>
                  <a:pt x="7382" y="483620"/>
                </a:lnTo>
                <a:lnTo>
                  <a:pt x="0" y="437387"/>
                </a:lnTo>
                <a:lnTo>
                  <a:pt x="0" y="146303"/>
                </a:lnTo>
                <a:close/>
              </a:path>
            </a:pathLst>
          </a:custGeom>
          <a:ln w="38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829811" y="3498595"/>
            <a:ext cx="236854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b="1">
                <a:latin typeface="Arial"/>
                <a:cs typeface="Arial"/>
              </a:rPr>
              <a:t>Id</a:t>
            </a:r>
            <a:r>
              <a:rPr dirty="0" sz="1000" spc="5" b="1">
                <a:latin typeface="Arial"/>
                <a:cs typeface="Arial"/>
              </a:rPr>
              <a:t>l</a:t>
            </a:r>
            <a:r>
              <a:rPr dirty="0" sz="1000" spc="10" b="1"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91511" y="4696205"/>
            <a:ext cx="1167765" cy="584200"/>
          </a:xfrm>
          <a:custGeom>
            <a:avLst/>
            <a:gdLst/>
            <a:ahLst/>
            <a:cxnLst/>
            <a:rect l="l" t="t" r="r" b="b"/>
            <a:pathLst>
              <a:path w="1167764" h="584200">
                <a:moveTo>
                  <a:pt x="0" y="145541"/>
                </a:moveTo>
                <a:lnTo>
                  <a:pt x="7461" y="99389"/>
                </a:lnTo>
                <a:lnTo>
                  <a:pt x="28236" y="59417"/>
                </a:lnTo>
                <a:lnTo>
                  <a:pt x="59911" y="27968"/>
                </a:lnTo>
                <a:lnTo>
                  <a:pt x="100071" y="7382"/>
                </a:lnTo>
                <a:lnTo>
                  <a:pt x="146304" y="0"/>
                </a:lnTo>
                <a:lnTo>
                  <a:pt x="1021080" y="0"/>
                </a:lnTo>
                <a:lnTo>
                  <a:pt x="1067312" y="7382"/>
                </a:lnTo>
                <a:lnTo>
                  <a:pt x="1107472" y="27968"/>
                </a:lnTo>
                <a:lnTo>
                  <a:pt x="1139147" y="59417"/>
                </a:lnTo>
                <a:lnTo>
                  <a:pt x="1159922" y="99389"/>
                </a:lnTo>
                <a:lnTo>
                  <a:pt x="1167384" y="145541"/>
                </a:lnTo>
                <a:lnTo>
                  <a:pt x="1167384" y="437387"/>
                </a:lnTo>
                <a:lnTo>
                  <a:pt x="1159922" y="483620"/>
                </a:lnTo>
                <a:lnTo>
                  <a:pt x="1139147" y="523780"/>
                </a:lnTo>
                <a:lnTo>
                  <a:pt x="1107472" y="555455"/>
                </a:lnTo>
                <a:lnTo>
                  <a:pt x="1067312" y="576230"/>
                </a:lnTo>
                <a:lnTo>
                  <a:pt x="1021080" y="583691"/>
                </a:lnTo>
                <a:lnTo>
                  <a:pt x="146304" y="583691"/>
                </a:lnTo>
                <a:lnTo>
                  <a:pt x="100071" y="576230"/>
                </a:lnTo>
                <a:lnTo>
                  <a:pt x="59911" y="555455"/>
                </a:lnTo>
                <a:lnTo>
                  <a:pt x="28236" y="523780"/>
                </a:lnTo>
                <a:lnTo>
                  <a:pt x="7461" y="483620"/>
                </a:lnTo>
                <a:lnTo>
                  <a:pt x="0" y="437387"/>
                </a:lnTo>
                <a:lnTo>
                  <a:pt x="0" y="145541"/>
                </a:lnTo>
                <a:close/>
              </a:path>
            </a:pathLst>
          </a:custGeom>
          <a:ln w="38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67533" y="4806188"/>
            <a:ext cx="828040" cy="336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4780" marR="5080" indent="-145415">
              <a:lnSpc>
                <a:spcPct val="102000"/>
              </a:lnSpc>
              <a:spcBef>
                <a:spcPts val="95"/>
              </a:spcBef>
            </a:pPr>
            <a:r>
              <a:rPr dirty="0" sz="1000" spc="5" b="1">
                <a:latin typeface="Arial"/>
                <a:cs typeface="Arial"/>
              </a:rPr>
              <a:t>Accelerating/  </a:t>
            </a:r>
            <a:r>
              <a:rPr dirty="0" sz="1000" spc="10" b="1">
                <a:latin typeface="Arial"/>
                <a:cs typeface="Arial"/>
              </a:rPr>
              <a:t>Cruising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62094" y="4696205"/>
            <a:ext cx="1167130" cy="584200"/>
          </a:xfrm>
          <a:custGeom>
            <a:avLst/>
            <a:gdLst/>
            <a:ahLst/>
            <a:cxnLst/>
            <a:rect l="l" t="t" r="r" b="b"/>
            <a:pathLst>
              <a:path w="1167129" h="584200">
                <a:moveTo>
                  <a:pt x="0" y="145541"/>
                </a:moveTo>
                <a:lnTo>
                  <a:pt x="7382" y="99389"/>
                </a:lnTo>
                <a:lnTo>
                  <a:pt x="27968" y="59417"/>
                </a:lnTo>
                <a:lnTo>
                  <a:pt x="59417" y="27968"/>
                </a:lnTo>
                <a:lnTo>
                  <a:pt x="99389" y="7382"/>
                </a:lnTo>
                <a:lnTo>
                  <a:pt x="145542" y="0"/>
                </a:lnTo>
                <a:lnTo>
                  <a:pt x="1020318" y="0"/>
                </a:lnTo>
                <a:lnTo>
                  <a:pt x="1066550" y="7382"/>
                </a:lnTo>
                <a:lnTo>
                  <a:pt x="1106710" y="27968"/>
                </a:lnTo>
                <a:lnTo>
                  <a:pt x="1138385" y="59417"/>
                </a:lnTo>
                <a:lnTo>
                  <a:pt x="1159160" y="99389"/>
                </a:lnTo>
                <a:lnTo>
                  <a:pt x="1166622" y="145541"/>
                </a:lnTo>
                <a:lnTo>
                  <a:pt x="1166622" y="437387"/>
                </a:lnTo>
                <a:lnTo>
                  <a:pt x="1159160" y="483620"/>
                </a:lnTo>
                <a:lnTo>
                  <a:pt x="1138385" y="523780"/>
                </a:lnTo>
                <a:lnTo>
                  <a:pt x="1106710" y="555455"/>
                </a:lnTo>
                <a:lnTo>
                  <a:pt x="1066550" y="576230"/>
                </a:lnTo>
                <a:lnTo>
                  <a:pt x="1020318" y="583691"/>
                </a:lnTo>
                <a:lnTo>
                  <a:pt x="145542" y="583691"/>
                </a:lnTo>
                <a:lnTo>
                  <a:pt x="99389" y="576230"/>
                </a:lnTo>
                <a:lnTo>
                  <a:pt x="59417" y="555455"/>
                </a:lnTo>
                <a:lnTo>
                  <a:pt x="27968" y="523780"/>
                </a:lnTo>
                <a:lnTo>
                  <a:pt x="7382" y="483620"/>
                </a:lnTo>
                <a:lnTo>
                  <a:pt x="0" y="437387"/>
                </a:lnTo>
                <a:lnTo>
                  <a:pt x="0" y="145541"/>
                </a:lnTo>
                <a:close/>
              </a:path>
            </a:pathLst>
          </a:custGeom>
          <a:ln w="38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903470" y="4883911"/>
            <a:ext cx="49530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5" b="1">
                <a:latin typeface="Arial"/>
                <a:cs typeface="Arial"/>
              </a:rPr>
              <a:t>Braking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10369" y="1598739"/>
            <a:ext cx="2515235" cy="3977640"/>
            <a:chOff x="3210369" y="1598739"/>
            <a:chExt cx="2515235" cy="3977640"/>
          </a:xfrm>
        </p:grpSpPr>
        <p:sp>
          <p:nvSpPr>
            <p:cNvPr id="16" name="object 16"/>
            <p:cNvSpPr/>
            <p:nvPr/>
          </p:nvSpPr>
          <p:spPr>
            <a:xfrm>
              <a:off x="5441442" y="1600962"/>
              <a:ext cx="281940" cy="281940"/>
            </a:xfrm>
            <a:custGeom>
              <a:avLst/>
              <a:gdLst/>
              <a:ahLst/>
              <a:cxnLst/>
              <a:rect l="l" t="t" r="r" b="b"/>
              <a:pathLst>
                <a:path w="281939" h="281939">
                  <a:moveTo>
                    <a:pt x="0" y="140970"/>
                  </a:moveTo>
                  <a:lnTo>
                    <a:pt x="7199" y="96463"/>
                  </a:lnTo>
                  <a:lnTo>
                    <a:pt x="27236" y="57771"/>
                  </a:lnTo>
                  <a:lnTo>
                    <a:pt x="57771" y="27236"/>
                  </a:lnTo>
                  <a:lnTo>
                    <a:pt x="96463" y="7199"/>
                  </a:lnTo>
                  <a:lnTo>
                    <a:pt x="140970" y="0"/>
                  </a:lnTo>
                  <a:lnTo>
                    <a:pt x="185769" y="7199"/>
                  </a:lnTo>
                  <a:lnTo>
                    <a:pt x="224497" y="27236"/>
                  </a:lnTo>
                  <a:lnTo>
                    <a:pt x="254922" y="57771"/>
                  </a:lnTo>
                  <a:lnTo>
                    <a:pt x="274813" y="96463"/>
                  </a:lnTo>
                  <a:lnTo>
                    <a:pt x="281940" y="140970"/>
                  </a:lnTo>
                  <a:lnTo>
                    <a:pt x="274813" y="185476"/>
                  </a:lnTo>
                  <a:lnTo>
                    <a:pt x="254922" y="224168"/>
                  </a:lnTo>
                  <a:lnTo>
                    <a:pt x="224497" y="254703"/>
                  </a:lnTo>
                  <a:lnTo>
                    <a:pt x="185769" y="274740"/>
                  </a:lnTo>
                  <a:lnTo>
                    <a:pt x="140970" y="281940"/>
                  </a:lnTo>
                  <a:lnTo>
                    <a:pt x="96463" y="274740"/>
                  </a:lnTo>
                  <a:lnTo>
                    <a:pt x="57771" y="254703"/>
                  </a:lnTo>
                  <a:lnTo>
                    <a:pt x="27236" y="224168"/>
                  </a:lnTo>
                  <a:lnTo>
                    <a:pt x="7199" y="185476"/>
                  </a:lnTo>
                  <a:lnTo>
                    <a:pt x="0" y="140970"/>
                  </a:lnTo>
                  <a:close/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2838" y="1652358"/>
              <a:ext cx="179908" cy="17990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212592" y="5279898"/>
              <a:ext cx="1495425" cy="219075"/>
            </a:xfrm>
            <a:custGeom>
              <a:avLst/>
              <a:gdLst/>
              <a:ahLst/>
              <a:cxnLst/>
              <a:rect l="l" t="t" r="r" b="b"/>
              <a:pathLst>
                <a:path w="1495425" h="219075">
                  <a:moveTo>
                    <a:pt x="0" y="0"/>
                  </a:moveTo>
                  <a:lnTo>
                    <a:pt x="0" y="108966"/>
                  </a:lnTo>
                  <a:lnTo>
                    <a:pt x="8572" y="151507"/>
                  </a:lnTo>
                  <a:lnTo>
                    <a:pt x="32004" y="186404"/>
                  </a:lnTo>
                  <a:lnTo>
                    <a:pt x="66865" y="210014"/>
                  </a:lnTo>
                  <a:lnTo>
                    <a:pt x="109728" y="218694"/>
                  </a:lnTo>
                  <a:lnTo>
                    <a:pt x="1385316" y="218693"/>
                  </a:lnTo>
                  <a:lnTo>
                    <a:pt x="1428178" y="210014"/>
                  </a:lnTo>
                  <a:lnTo>
                    <a:pt x="1463040" y="186404"/>
                  </a:lnTo>
                  <a:lnTo>
                    <a:pt x="1486471" y="151507"/>
                  </a:lnTo>
                  <a:lnTo>
                    <a:pt x="1495044" y="108965"/>
                  </a:lnTo>
                  <a:lnTo>
                    <a:pt x="1495044" y="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662677" y="5279898"/>
              <a:ext cx="90170" cy="134620"/>
            </a:xfrm>
            <a:custGeom>
              <a:avLst/>
              <a:gdLst/>
              <a:ahLst/>
              <a:cxnLst/>
              <a:rect l="l" t="t" r="r" b="b"/>
              <a:pathLst>
                <a:path w="90170" h="134620">
                  <a:moveTo>
                    <a:pt x="89915" y="134112"/>
                  </a:moveTo>
                  <a:lnTo>
                    <a:pt x="44957" y="0"/>
                  </a:lnTo>
                  <a:lnTo>
                    <a:pt x="0" y="134112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550919" y="5420867"/>
              <a:ext cx="807085" cy="155575"/>
            </a:xfrm>
            <a:custGeom>
              <a:avLst/>
              <a:gdLst/>
              <a:ahLst/>
              <a:cxnLst/>
              <a:rect l="l" t="t" r="r" b="b"/>
              <a:pathLst>
                <a:path w="807085" h="155575">
                  <a:moveTo>
                    <a:pt x="806958" y="155448"/>
                  </a:moveTo>
                  <a:lnTo>
                    <a:pt x="806958" y="0"/>
                  </a:lnTo>
                  <a:lnTo>
                    <a:pt x="0" y="0"/>
                  </a:lnTo>
                  <a:lnTo>
                    <a:pt x="0" y="155448"/>
                  </a:lnTo>
                  <a:lnTo>
                    <a:pt x="806958" y="155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556253" y="5394452"/>
            <a:ext cx="820419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Arial MT"/>
                <a:cs typeface="Arial MT"/>
              </a:rPr>
              <a:t>engageBrake/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452116" y="3745293"/>
            <a:ext cx="909319" cy="953135"/>
            <a:chOff x="2452116" y="3745293"/>
            <a:chExt cx="909319" cy="953135"/>
          </a:xfrm>
        </p:grpSpPr>
        <p:sp>
          <p:nvSpPr>
            <p:cNvPr id="23" name="object 23"/>
            <p:cNvSpPr/>
            <p:nvPr/>
          </p:nvSpPr>
          <p:spPr>
            <a:xfrm>
              <a:off x="2775203" y="3747515"/>
              <a:ext cx="584200" cy="948690"/>
            </a:xfrm>
            <a:custGeom>
              <a:avLst/>
              <a:gdLst/>
              <a:ahLst/>
              <a:cxnLst/>
              <a:rect l="l" t="t" r="r" b="b"/>
              <a:pathLst>
                <a:path w="584200" h="948689">
                  <a:moveTo>
                    <a:pt x="583692" y="0"/>
                  </a:moveTo>
                  <a:lnTo>
                    <a:pt x="291846" y="0"/>
                  </a:lnTo>
                  <a:lnTo>
                    <a:pt x="244419" y="3830"/>
                  </a:lnTo>
                  <a:lnTo>
                    <a:pt x="199461" y="14916"/>
                  </a:lnTo>
                  <a:lnTo>
                    <a:pt x="157566" y="32650"/>
                  </a:lnTo>
                  <a:lnTo>
                    <a:pt x="119329" y="56424"/>
                  </a:lnTo>
                  <a:lnTo>
                    <a:pt x="85343" y="85629"/>
                  </a:lnTo>
                  <a:lnTo>
                    <a:pt x="56205" y="119658"/>
                  </a:lnTo>
                  <a:lnTo>
                    <a:pt x="32506" y="157902"/>
                  </a:lnTo>
                  <a:lnTo>
                    <a:pt x="14843" y="199753"/>
                  </a:lnTo>
                  <a:lnTo>
                    <a:pt x="3809" y="244604"/>
                  </a:lnTo>
                  <a:lnTo>
                    <a:pt x="0" y="291846"/>
                  </a:lnTo>
                  <a:lnTo>
                    <a:pt x="0" y="94869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30245" y="4562094"/>
              <a:ext cx="90170" cy="134620"/>
            </a:xfrm>
            <a:custGeom>
              <a:avLst/>
              <a:gdLst/>
              <a:ahLst/>
              <a:cxnLst/>
              <a:rect l="l" t="t" r="r" b="b"/>
              <a:pathLst>
                <a:path w="90169" h="134620">
                  <a:moveTo>
                    <a:pt x="0" y="0"/>
                  </a:moveTo>
                  <a:lnTo>
                    <a:pt x="44958" y="134112"/>
                  </a:lnTo>
                  <a:lnTo>
                    <a:pt x="89916" y="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452116" y="3852671"/>
              <a:ext cx="634365" cy="155575"/>
            </a:xfrm>
            <a:custGeom>
              <a:avLst/>
              <a:gdLst/>
              <a:ahLst/>
              <a:cxnLst/>
              <a:rect l="l" t="t" r="r" b="b"/>
              <a:pathLst>
                <a:path w="634364" h="155575">
                  <a:moveTo>
                    <a:pt x="633983" y="155448"/>
                  </a:moveTo>
                  <a:lnTo>
                    <a:pt x="633983" y="0"/>
                  </a:lnTo>
                  <a:lnTo>
                    <a:pt x="0" y="0"/>
                  </a:lnTo>
                  <a:lnTo>
                    <a:pt x="0" y="155448"/>
                  </a:lnTo>
                  <a:lnTo>
                    <a:pt x="633983" y="155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457450" y="3826255"/>
            <a:ext cx="64706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Arial MT"/>
                <a:cs typeface="Arial MT"/>
              </a:rPr>
              <a:t>accelerate/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23295" y="3701097"/>
            <a:ext cx="1082040" cy="997585"/>
            <a:chOff x="4523295" y="3701097"/>
            <a:chExt cx="1082040" cy="997585"/>
          </a:xfrm>
        </p:grpSpPr>
        <p:sp>
          <p:nvSpPr>
            <p:cNvPr id="28" name="object 28"/>
            <p:cNvSpPr/>
            <p:nvPr/>
          </p:nvSpPr>
          <p:spPr>
            <a:xfrm>
              <a:off x="4525518" y="3747516"/>
              <a:ext cx="619760" cy="948690"/>
            </a:xfrm>
            <a:custGeom>
              <a:avLst/>
              <a:gdLst/>
              <a:ahLst/>
              <a:cxnLst/>
              <a:rect l="l" t="t" r="r" b="b"/>
              <a:pathLst>
                <a:path w="619760" h="948689">
                  <a:moveTo>
                    <a:pt x="619506" y="948689"/>
                  </a:moveTo>
                  <a:lnTo>
                    <a:pt x="619506" y="291845"/>
                  </a:lnTo>
                  <a:lnTo>
                    <a:pt x="615696" y="244604"/>
                  </a:lnTo>
                  <a:lnTo>
                    <a:pt x="604662" y="199753"/>
                  </a:lnTo>
                  <a:lnTo>
                    <a:pt x="586999" y="157902"/>
                  </a:lnTo>
                  <a:lnTo>
                    <a:pt x="563300" y="119658"/>
                  </a:lnTo>
                  <a:lnTo>
                    <a:pt x="534162" y="85629"/>
                  </a:lnTo>
                  <a:lnTo>
                    <a:pt x="500176" y="56424"/>
                  </a:lnTo>
                  <a:lnTo>
                    <a:pt x="461939" y="32650"/>
                  </a:lnTo>
                  <a:lnTo>
                    <a:pt x="420044" y="14916"/>
                  </a:lnTo>
                  <a:lnTo>
                    <a:pt x="375086" y="3830"/>
                  </a:lnTo>
                  <a:lnTo>
                    <a:pt x="327660" y="0"/>
                  </a:lnTo>
                  <a:lnTo>
                    <a:pt x="0" y="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25518" y="3703320"/>
              <a:ext cx="134620" cy="89535"/>
            </a:xfrm>
            <a:custGeom>
              <a:avLst/>
              <a:gdLst/>
              <a:ahLst/>
              <a:cxnLst/>
              <a:rect l="l" t="t" r="r" b="b"/>
              <a:pathLst>
                <a:path w="134620" h="89535">
                  <a:moveTo>
                    <a:pt x="134112" y="0"/>
                  </a:moveTo>
                  <a:lnTo>
                    <a:pt x="0" y="44196"/>
                  </a:lnTo>
                  <a:lnTo>
                    <a:pt x="134112" y="89154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600194" y="4067556"/>
              <a:ext cx="1005205" cy="155575"/>
            </a:xfrm>
            <a:custGeom>
              <a:avLst/>
              <a:gdLst/>
              <a:ahLst/>
              <a:cxnLst/>
              <a:rect l="l" t="t" r="r" b="b"/>
              <a:pathLst>
                <a:path w="1005204" h="155575">
                  <a:moveTo>
                    <a:pt x="1005077" y="155448"/>
                  </a:moveTo>
                  <a:lnTo>
                    <a:pt x="1005077" y="0"/>
                  </a:lnTo>
                  <a:lnTo>
                    <a:pt x="0" y="0"/>
                  </a:lnTo>
                  <a:lnTo>
                    <a:pt x="0" y="155448"/>
                  </a:lnTo>
                  <a:lnTo>
                    <a:pt x="1005077" y="155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605528" y="4041902"/>
            <a:ext cx="101854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10">
                <a:latin typeface="Arial MT"/>
                <a:cs typeface="Arial MT"/>
              </a:rPr>
              <a:t>when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5">
                <a:latin typeface="Arial MT"/>
                <a:cs typeface="Arial MT"/>
              </a:rPr>
              <a:t>(speed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=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5">
                <a:latin typeface="Arial MT"/>
                <a:cs typeface="Arial MT"/>
              </a:rPr>
              <a:t>0)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166173" y="4399788"/>
            <a:ext cx="1543685" cy="299085"/>
            <a:chOff x="3166173" y="4399788"/>
            <a:chExt cx="1543685" cy="299085"/>
          </a:xfrm>
        </p:grpSpPr>
        <p:sp>
          <p:nvSpPr>
            <p:cNvPr id="33" name="object 33"/>
            <p:cNvSpPr/>
            <p:nvPr/>
          </p:nvSpPr>
          <p:spPr>
            <a:xfrm>
              <a:off x="3212591" y="4477512"/>
              <a:ext cx="1495425" cy="219075"/>
            </a:xfrm>
            <a:custGeom>
              <a:avLst/>
              <a:gdLst/>
              <a:ahLst/>
              <a:cxnLst/>
              <a:rect l="l" t="t" r="r" b="b"/>
              <a:pathLst>
                <a:path w="1495425" h="219075">
                  <a:moveTo>
                    <a:pt x="1495044" y="218693"/>
                  </a:moveTo>
                  <a:lnTo>
                    <a:pt x="1495044" y="108965"/>
                  </a:lnTo>
                  <a:lnTo>
                    <a:pt x="1486471" y="66544"/>
                  </a:lnTo>
                  <a:lnTo>
                    <a:pt x="1463040" y="31908"/>
                  </a:lnTo>
                  <a:lnTo>
                    <a:pt x="1428178" y="8560"/>
                  </a:lnTo>
                  <a:lnTo>
                    <a:pt x="1385316" y="0"/>
                  </a:lnTo>
                  <a:lnTo>
                    <a:pt x="109728" y="0"/>
                  </a:lnTo>
                  <a:lnTo>
                    <a:pt x="66865" y="8560"/>
                  </a:lnTo>
                  <a:lnTo>
                    <a:pt x="32003" y="31908"/>
                  </a:lnTo>
                  <a:lnTo>
                    <a:pt x="8572" y="66544"/>
                  </a:lnTo>
                  <a:lnTo>
                    <a:pt x="0" y="108965"/>
                  </a:lnTo>
                  <a:lnTo>
                    <a:pt x="0" y="218693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68395" y="4562094"/>
              <a:ext cx="89535" cy="134620"/>
            </a:xfrm>
            <a:custGeom>
              <a:avLst/>
              <a:gdLst/>
              <a:ahLst/>
              <a:cxnLst/>
              <a:rect l="l" t="t" r="r" b="b"/>
              <a:pathLst>
                <a:path w="89535" h="134620">
                  <a:moveTo>
                    <a:pt x="0" y="0"/>
                  </a:moveTo>
                  <a:lnTo>
                    <a:pt x="44196" y="134112"/>
                  </a:lnTo>
                  <a:lnTo>
                    <a:pt x="89154" y="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553967" y="4399788"/>
              <a:ext cx="800100" cy="155575"/>
            </a:xfrm>
            <a:custGeom>
              <a:avLst/>
              <a:gdLst/>
              <a:ahLst/>
              <a:cxnLst/>
              <a:rect l="l" t="t" r="r" b="b"/>
              <a:pathLst>
                <a:path w="800100" h="155575">
                  <a:moveTo>
                    <a:pt x="800100" y="155448"/>
                  </a:moveTo>
                  <a:lnTo>
                    <a:pt x="800100" y="0"/>
                  </a:lnTo>
                  <a:lnTo>
                    <a:pt x="0" y="0"/>
                  </a:lnTo>
                  <a:lnTo>
                    <a:pt x="0" y="155448"/>
                  </a:lnTo>
                  <a:lnTo>
                    <a:pt x="800100" y="155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3560064" y="4373371"/>
            <a:ext cx="81216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Arial MT"/>
                <a:cs typeface="Arial MT"/>
              </a:rPr>
              <a:t>releaseBrake/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248911" y="1877631"/>
            <a:ext cx="1123950" cy="1034415"/>
            <a:chOff x="4248911" y="1877631"/>
            <a:chExt cx="1123950" cy="1034415"/>
          </a:xfrm>
        </p:grpSpPr>
        <p:sp>
          <p:nvSpPr>
            <p:cNvPr id="38" name="object 38"/>
            <p:cNvSpPr/>
            <p:nvPr/>
          </p:nvSpPr>
          <p:spPr>
            <a:xfrm>
              <a:off x="4434077" y="1924049"/>
              <a:ext cx="401320" cy="985519"/>
            </a:xfrm>
            <a:custGeom>
              <a:avLst/>
              <a:gdLst/>
              <a:ahLst/>
              <a:cxnLst/>
              <a:rect l="l" t="t" r="r" b="b"/>
              <a:pathLst>
                <a:path w="401320" h="985519">
                  <a:moveTo>
                    <a:pt x="400812" y="985265"/>
                  </a:moveTo>
                  <a:lnTo>
                    <a:pt x="400812" y="201167"/>
                  </a:lnTo>
                  <a:lnTo>
                    <a:pt x="395549" y="154994"/>
                  </a:lnTo>
                  <a:lnTo>
                    <a:pt x="380542" y="112633"/>
                  </a:lnTo>
                  <a:lnTo>
                    <a:pt x="356964" y="75284"/>
                  </a:lnTo>
                  <a:lnTo>
                    <a:pt x="325989" y="44147"/>
                  </a:lnTo>
                  <a:lnTo>
                    <a:pt x="288789" y="20420"/>
                  </a:lnTo>
                  <a:lnTo>
                    <a:pt x="246536" y="5305"/>
                  </a:lnTo>
                  <a:lnTo>
                    <a:pt x="200405" y="0"/>
                  </a:lnTo>
                  <a:lnTo>
                    <a:pt x="0" y="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434077" y="1879854"/>
              <a:ext cx="134620" cy="89535"/>
            </a:xfrm>
            <a:custGeom>
              <a:avLst/>
              <a:gdLst/>
              <a:ahLst/>
              <a:cxnLst/>
              <a:rect l="l" t="t" r="r" b="b"/>
              <a:pathLst>
                <a:path w="134620" h="89535">
                  <a:moveTo>
                    <a:pt x="134112" y="0"/>
                  </a:moveTo>
                  <a:lnTo>
                    <a:pt x="0" y="44196"/>
                  </a:lnTo>
                  <a:lnTo>
                    <a:pt x="134112" y="89154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248911" y="2317241"/>
              <a:ext cx="1123950" cy="155575"/>
            </a:xfrm>
            <a:custGeom>
              <a:avLst/>
              <a:gdLst/>
              <a:ahLst/>
              <a:cxnLst/>
              <a:rect l="l" t="t" r="r" b="b"/>
              <a:pathLst>
                <a:path w="1123950" h="155575">
                  <a:moveTo>
                    <a:pt x="1123950" y="155448"/>
                  </a:moveTo>
                  <a:lnTo>
                    <a:pt x="1123950" y="0"/>
                  </a:lnTo>
                  <a:lnTo>
                    <a:pt x="0" y="0"/>
                  </a:lnTo>
                  <a:lnTo>
                    <a:pt x="0" y="155448"/>
                  </a:lnTo>
                  <a:lnTo>
                    <a:pt x="1123950" y="155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4254246" y="2291588"/>
            <a:ext cx="113792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Arial MT"/>
                <a:cs typeface="Arial MT"/>
              </a:rPr>
              <a:t>shutOff/stop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engine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267455" y="1486662"/>
            <a:ext cx="1167130" cy="584200"/>
          </a:xfrm>
          <a:custGeom>
            <a:avLst/>
            <a:gdLst/>
            <a:ahLst/>
            <a:cxnLst/>
            <a:rect l="l" t="t" r="r" b="b"/>
            <a:pathLst>
              <a:path w="1167129" h="584200">
                <a:moveTo>
                  <a:pt x="0" y="146303"/>
                </a:moveTo>
                <a:lnTo>
                  <a:pt x="7455" y="100071"/>
                </a:lnTo>
                <a:lnTo>
                  <a:pt x="28187" y="59911"/>
                </a:lnTo>
                <a:lnTo>
                  <a:pt x="59746" y="28236"/>
                </a:lnTo>
                <a:lnTo>
                  <a:pt x="99681" y="7461"/>
                </a:lnTo>
                <a:lnTo>
                  <a:pt x="145542" y="0"/>
                </a:lnTo>
                <a:lnTo>
                  <a:pt x="1021080" y="0"/>
                </a:lnTo>
                <a:lnTo>
                  <a:pt x="1066940" y="7461"/>
                </a:lnTo>
                <a:lnTo>
                  <a:pt x="1106875" y="28236"/>
                </a:lnTo>
                <a:lnTo>
                  <a:pt x="1138434" y="59911"/>
                </a:lnTo>
                <a:lnTo>
                  <a:pt x="1159166" y="100071"/>
                </a:lnTo>
                <a:lnTo>
                  <a:pt x="1166622" y="146303"/>
                </a:lnTo>
                <a:lnTo>
                  <a:pt x="1166622" y="437387"/>
                </a:lnTo>
                <a:lnTo>
                  <a:pt x="1159166" y="483620"/>
                </a:lnTo>
                <a:lnTo>
                  <a:pt x="1138434" y="523780"/>
                </a:lnTo>
                <a:lnTo>
                  <a:pt x="1106875" y="555455"/>
                </a:lnTo>
                <a:lnTo>
                  <a:pt x="1066940" y="576230"/>
                </a:lnTo>
                <a:lnTo>
                  <a:pt x="1021080" y="583691"/>
                </a:lnTo>
                <a:lnTo>
                  <a:pt x="145542" y="583691"/>
                </a:lnTo>
                <a:lnTo>
                  <a:pt x="99681" y="576230"/>
                </a:lnTo>
                <a:lnTo>
                  <a:pt x="59746" y="555455"/>
                </a:lnTo>
                <a:lnTo>
                  <a:pt x="28187" y="523780"/>
                </a:lnTo>
                <a:lnTo>
                  <a:pt x="7455" y="483620"/>
                </a:lnTo>
                <a:lnTo>
                  <a:pt x="0" y="437387"/>
                </a:lnTo>
                <a:lnTo>
                  <a:pt x="0" y="146303"/>
                </a:lnTo>
                <a:close/>
              </a:path>
            </a:pathLst>
          </a:custGeom>
          <a:ln w="38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3756659" y="1675130"/>
            <a:ext cx="20002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15" b="1">
                <a:latin typeface="Arial"/>
                <a:cs typeface="Arial"/>
              </a:rPr>
              <a:t>O</a:t>
            </a:r>
            <a:r>
              <a:rPr dirty="0" sz="1000" b="1">
                <a:latin typeface="Arial"/>
                <a:cs typeface="Arial"/>
              </a:rPr>
              <a:t>f</a:t>
            </a:r>
            <a:r>
              <a:rPr dirty="0" sz="1000" spc="5" b="1">
                <a:latin typeface="Arial"/>
                <a:cs typeface="Arial"/>
              </a:rPr>
              <a:t>f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83485" y="1921827"/>
            <a:ext cx="1571625" cy="989965"/>
            <a:chOff x="1983485" y="1921827"/>
            <a:chExt cx="1571625" cy="989965"/>
          </a:xfrm>
        </p:grpSpPr>
        <p:sp>
          <p:nvSpPr>
            <p:cNvPr id="45" name="object 45"/>
            <p:cNvSpPr/>
            <p:nvPr/>
          </p:nvSpPr>
          <p:spPr>
            <a:xfrm>
              <a:off x="2793491" y="1924049"/>
              <a:ext cx="474345" cy="985519"/>
            </a:xfrm>
            <a:custGeom>
              <a:avLst/>
              <a:gdLst/>
              <a:ahLst/>
              <a:cxnLst/>
              <a:rect l="l" t="t" r="r" b="b"/>
              <a:pathLst>
                <a:path w="474345" h="985519">
                  <a:moveTo>
                    <a:pt x="473963" y="0"/>
                  </a:moveTo>
                  <a:lnTo>
                    <a:pt x="236981" y="0"/>
                  </a:lnTo>
                  <a:lnTo>
                    <a:pt x="189169" y="4839"/>
                  </a:lnTo>
                  <a:lnTo>
                    <a:pt x="144660" y="18716"/>
                  </a:lnTo>
                  <a:lnTo>
                    <a:pt x="104402" y="40665"/>
                  </a:lnTo>
                  <a:lnTo>
                    <a:pt x="69341" y="69723"/>
                  </a:lnTo>
                  <a:lnTo>
                    <a:pt x="40424" y="104923"/>
                  </a:lnTo>
                  <a:lnTo>
                    <a:pt x="18597" y="145303"/>
                  </a:lnTo>
                  <a:lnTo>
                    <a:pt x="4807" y="189898"/>
                  </a:lnTo>
                  <a:lnTo>
                    <a:pt x="0" y="237744"/>
                  </a:lnTo>
                  <a:lnTo>
                    <a:pt x="0" y="985266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748533" y="2775204"/>
              <a:ext cx="90170" cy="134620"/>
            </a:xfrm>
            <a:custGeom>
              <a:avLst/>
              <a:gdLst/>
              <a:ahLst/>
              <a:cxnLst/>
              <a:rect l="l" t="t" r="r" b="b"/>
              <a:pathLst>
                <a:path w="90169" h="134619">
                  <a:moveTo>
                    <a:pt x="0" y="0"/>
                  </a:moveTo>
                  <a:lnTo>
                    <a:pt x="44958" y="134112"/>
                  </a:lnTo>
                  <a:lnTo>
                    <a:pt x="89916" y="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983485" y="2317241"/>
              <a:ext cx="1571625" cy="155575"/>
            </a:xfrm>
            <a:custGeom>
              <a:avLst/>
              <a:gdLst/>
              <a:ahLst/>
              <a:cxnLst/>
              <a:rect l="l" t="t" r="r" b="b"/>
              <a:pathLst>
                <a:path w="1571625" h="155575">
                  <a:moveTo>
                    <a:pt x="1571243" y="155448"/>
                  </a:moveTo>
                  <a:lnTo>
                    <a:pt x="1571243" y="0"/>
                  </a:lnTo>
                  <a:lnTo>
                    <a:pt x="0" y="0"/>
                  </a:lnTo>
                  <a:lnTo>
                    <a:pt x="0" y="155448"/>
                  </a:lnTo>
                  <a:lnTo>
                    <a:pt x="1571243" y="155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989582" y="2291588"/>
            <a:ext cx="158369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Arial MT"/>
                <a:cs typeface="Arial MT"/>
              </a:rPr>
              <a:t>start[in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5">
                <a:latin typeface="Arial MT"/>
                <a:cs typeface="Arial MT"/>
              </a:rPr>
              <a:t>neutral]/start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5">
                <a:latin typeface="Arial MT"/>
                <a:cs typeface="Arial MT"/>
              </a:rPr>
              <a:t>engine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822028" y="2213673"/>
            <a:ext cx="3802379" cy="1248410"/>
            <a:chOff x="2822028" y="2213673"/>
            <a:chExt cx="3802379" cy="1248410"/>
          </a:xfrm>
        </p:grpSpPr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2028" y="3228936"/>
              <a:ext cx="179908" cy="18067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911601" y="3319271"/>
              <a:ext cx="447675" cy="137160"/>
            </a:xfrm>
            <a:custGeom>
              <a:avLst/>
              <a:gdLst/>
              <a:ahLst/>
              <a:cxnLst/>
              <a:rect l="l" t="t" r="r" b="b"/>
              <a:pathLst>
                <a:path w="447675" h="137160">
                  <a:moveTo>
                    <a:pt x="0" y="0"/>
                  </a:moveTo>
                  <a:lnTo>
                    <a:pt x="447294" y="13716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217164" y="3374135"/>
              <a:ext cx="142240" cy="85725"/>
            </a:xfrm>
            <a:custGeom>
              <a:avLst/>
              <a:gdLst/>
              <a:ahLst/>
              <a:cxnLst/>
              <a:rect l="l" t="t" r="r" b="b"/>
              <a:pathLst>
                <a:path w="142239" h="85725">
                  <a:moveTo>
                    <a:pt x="0" y="85344"/>
                  </a:moveTo>
                  <a:lnTo>
                    <a:pt x="141732" y="82296"/>
                  </a:lnTo>
                  <a:lnTo>
                    <a:pt x="25907" y="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782818" y="2434589"/>
              <a:ext cx="401955" cy="474980"/>
            </a:xfrm>
            <a:custGeom>
              <a:avLst/>
              <a:gdLst/>
              <a:ahLst/>
              <a:cxnLst/>
              <a:rect l="l" t="t" r="r" b="b"/>
              <a:pathLst>
                <a:path w="401954" h="474980">
                  <a:moveTo>
                    <a:pt x="401574" y="0"/>
                  </a:moveTo>
                  <a:lnTo>
                    <a:pt x="0" y="474726"/>
                  </a:lnTo>
                </a:path>
              </a:pathLst>
            </a:custGeom>
            <a:ln w="388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746750" y="2215895"/>
              <a:ext cx="728980" cy="438150"/>
            </a:xfrm>
            <a:custGeom>
              <a:avLst/>
              <a:gdLst/>
              <a:ahLst/>
              <a:cxnLst/>
              <a:rect l="l" t="t" r="r" b="b"/>
              <a:pathLst>
                <a:path w="728979" h="438150">
                  <a:moveTo>
                    <a:pt x="0" y="0"/>
                  </a:moveTo>
                  <a:lnTo>
                    <a:pt x="0" y="438149"/>
                  </a:lnTo>
                  <a:lnTo>
                    <a:pt x="728979" y="438149"/>
                  </a:lnTo>
                  <a:lnTo>
                    <a:pt x="7289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747003" y="2215895"/>
              <a:ext cx="875030" cy="438150"/>
            </a:xfrm>
            <a:custGeom>
              <a:avLst/>
              <a:gdLst/>
              <a:ahLst/>
              <a:cxnLst/>
              <a:rect l="l" t="t" r="r" b="b"/>
              <a:pathLst>
                <a:path w="875029" h="438150">
                  <a:moveTo>
                    <a:pt x="874776" y="146303"/>
                  </a:moveTo>
                  <a:lnTo>
                    <a:pt x="729233" y="0"/>
                  </a:lnTo>
                  <a:lnTo>
                    <a:pt x="729233" y="146303"/>
                  </a:lnTo>
                  <a:lnTo>
                    <a:pt x="874776" y="146303"/>
                  </a:lnTo>
                  <a:close/>
                </a:path>
                <a:path w="875029" h="438150">
                  <a:moveTo>
                    <a:pt x="874776" y="146303"/>
                  </a:moveTo>
                  <a:lnTo>
                    <a:pt x="729233" y="146303"/>
                  </a:lnTo>
                  <a:lnTo>
                    <a:pt x="729233" y="0"/>
                  </a:lnTo>
                  <a:lnTo>
                    <a:pt x="0" y="0"/>
                  </a:lnTo>
                  <a:lnTo>
                    <a:pt x="0" y="438149"/>
                  </a:lnTo>
                  <a:lnTo>
                    <a:pt x="874776" y="438149"/>
                  </a:lnTo>
                  <a:lnTo>
                    <a:pt x="874776" y="146303"/>
                  </a:lnTo>
                  <a:close/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5811011" y="2253488"/>
            <a:ext cx="631825" cy="336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2000"/>
              </a:lnSpc>
              <a:spcBef>
                <a:spcPts val="95"/>
              </a:spcBef>
            </a:pPr>
            <a:r>
              <a:rPr dirty="0" sz="1000" spc="10">
                <a:latin typeface="Arial MT"/>
                <a:cs typeface="Arial MT"/>
              </a:rPr>
              <a:t>Nominal 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5">
                <a:latin typeface="Arial MT"/>
                <a:cs typeface="Arial MT"/>
              </a:rPr>
              <a:t>states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5">
                <a:latin typeface="Arial MT"/>
                <a:cs typeface="Arial MT"/>
              </a:rPr>
              <a:t>only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411814" y="1700085"/>
            <a:ext cx="1052195" cy="93980"/>
            <a:chOff x="4411814" y="1700085"/>
            <a:chExt cx="1052195" cy="93980"/>
          </a:xfrm>
        </p:grpSpPr>
        <p:sp>
          <p:nvSpPr>
            <p:cNvPr id="58" name="object 58"/>
            <p:cNvSpPr/>
            <p:nvPr/>
          </p:nvSpPr>
          <p:spPr>
            <a:xfrm>
              <a:off x="4432134" y="1760219"/>
              <a:ext cx="1011555" cy="0"/>
            </a:xfrm>
            <a:custGeom>
              <a:avLst/>
              <a:gdLst/>
              <a:ahLst/>
              <a:cxnLst/>
              <a:rect l="l" t="t" r="r" b="b"/>
              <a:pathLst>
                <a:path w="1011554" h="0">
                  <a:moveTo>
                    <a:pt x="0" y="0"/>
                  </a:moveTo>
                  <a:lnTo>
                    <a:pt x="294551" y="0"/>
                  </a:lnTo>
                </a:path>
                <a:path w="1011554" h="0">
                  <a:moveTo>
                    <a:pt x="705269" y="0"/>
                  </a:moveTo>
                  <a:lnTo>
                    <a:pt x="1011250" y="0"/>
                  </a:lnTo>
                </a:path>
              </a:pathLst>
            </a:custGeom>
            <a:ln w="40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305805" y="1702307"/>
              <a:ext cx="135890" cy="89535"/>
            </a:xfrm>
            <a:custGeom>
              <a:avLst/>
              <a:gdLst/>
              <a:ahLst/>
              <a:cxnLst/>
              <a:rect l="l" t="t" r="r" b="b"/>
              <a:pathLst>
                <a:path w="135889" h="89535">
                  <a:moveTo>
                    <a:pt x="3048" y="89153"/>
                  </a:moveTo>
                  <a:lnTo>
                    <a:pt x="135636" y="39623"/>
                  </a:lnTo>
                  <a:lnTo>
                    <a:pt x="0" y="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4732020" y="1656842"/>
            <a:ext cx="42418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Arial MT"/>
                <a:cs typeface="Arial MT"/>
              </a:rPr>
              <a:t>keyOff/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539326" y="1429854"/>
            <a:ext cx="730250" cy="226060"/>
            <a:chOff x="2539326" y="1429854"/>
            <a:chExt cx="730250" cy="226060"/>
          </a:xfrm>
        </p:grpSpPr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9326" y="1429854"/>
              <a:ext cx="179908" cy="17990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629661" y="1519427"/>
              <a:ext cx="638175" cy="113664"/>
            </a:xfrm>
            <a:custGeom>
              <a:avLst/>
              <a:gdLst/>
              <a:ahLst/>
              <a:cxnLst/>
              <a:rect l="l" t="t" r="r" b="b"/>
              <a:pathLst>
                <a:path w="638175" h="113664">
                  <a:moveTo>
                    <a:pt x="0" y="0"/>
                  </a:moveTo>
                  <a:lnTo>
                    <a:pt x="637794" y="113537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127248" y="1565147"/>
              <a:ext cx="140335" cy="88900"/>
            </a:xfrm>
            <a:custGeom>
              <a:avLst/>
              <a:gdLst/>
              <a:ahLst/>
              <a:cxnLst/>
              <a:rect l="l" t="t" r="r" b="b"/>
              <a:pathLst>
                <a:path w="140335" h="88900">
                  <a:moveTo>
                    <a:pt x="0" y="88391"/>
                  </a:moveTo>
                  <a:lnTo>
                    <a:pt x="140208" y="67817"/>
                  </a:lnTo>
                  <a:lnTo>
                    <a:pt x="16001" y="0"/>
                  </a:lnTo>
                </a:path>
              </a:pathLst>
            </a:custGeom>
            <a:ln w="3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>
            <a:spLocks noGrp="1"/>
          </p:cNvSpPr>
          <p:nvPr>
            <p:ph type="title"/>
          </p:nvPr>
        </p:nvSpPr>
        <p:spPr>
          <a:xfrm>
            <a:off x="2348738" y="335534"/>
            <a:ext cx="414337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40"/>
              <a:t> </a:t>
            </a:r>
            <a:r>
              <a:rPr dirty="0"/>
              <a:t>States</a:t>
            </a:r>
            <a:r>
              <a:rPr dirty="0" spc="-50"/>
              <a:t> </a:t>
            </a:r>
            <a:r>
              <a:rPr dirty="0"/>
              <a:t>(Drive)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  <p:sp>
        <p:nvSpPr>
          <p:cNvPr id="66" name="object 66"/>
          <p:cNvSpPr txBox="1"/>
          <p:nvPr/>
        </p:nvSpPr>
        <p:spPr>
          <a:xfrm>
            <a:off x="7092186" y="3324098"/>
            <a:ext cx="18319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A03033"/>
                </a:solidFill>
                <a:latin typeface="Arial MT"/>
                <a:cs typeface="Arial MT"/>
              </a:rPr>
              <a:t>Transition </a:t>
            </a:r>
            <a:r>
              <a:rPr dirty="0" sz="1600" spc="-5">
                <a:solidFill>
                  <a:srgbClr val="A03033"/>
                </a:solidFill>
                <a:latin typeface="Arial MT"/>
                <a:cs typeface="Arial MT"/>
              </a:rPr>
              <a:t>notation: </a:t>
            </a:r>
            <a:r>
              <a:rPr dirty="0" sz="1600">
                <a:solidFill>
                  <a:srgbClr val="A03033"/>
                </a:solidFill>
                <a:latin typeface="Arial MT"/>
                <a:cs typeface="Arial MT"/>
              </a:rPr>
              <a:t> </a:t>
            </a:r>
            <a:r>
              <a:rPr dirty="0" sz="1600" spc="-5">
                <a:solidFill>
                  <a:srgbClr val="A03033"/>
                </a:solidFill>
                <a:latin typeface="Arial MT"/>
                <a:cs typeface="Arial MT"/>
              </a:rPr>
              <a:t>trigger[guard]/action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6696" y="411734"/>
            <a:ext cx="176530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90"/>
              <a:t> </a:t>
            </a:r>
            <a:r>
              <a:rPr dirty="0"/>
              <a:t>Cases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64540" y="1493011"/>
            <a:ext cx="7132320" cy="353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Provide means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for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describing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basic functionality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terms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usages/goals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system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by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actors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9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Use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is</a:t>
            </a:r>
            <a:r>
              <a:rPr dirty="0" sz="2000" spc="-10">
                <a:latin typeface="Arial MT"/>
                <a:cs typeface="Arial MT"/>
              </a:rPr>
              <a:t> methodology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dependent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Often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accompanied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by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use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case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descriptions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Common functionality can be factored out via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2400" spc="-5">
                <a:latin typeface="Arial MT"/>
                <a:cs typeface="Arial MT"/>
              </a:rPr>
              <a:t>«include»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and «extend» relationships</a:t>
            </a:r>
            <a:endParaRPr sz="2400">
              <a:latin typeface="Arial MT"/>
              <a:cs typeface="Arial MT"/>
            </a:endParaRPr>
          </a:p>
          <a:p>
            <a:pPr marL="355600" marR="2159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Elaborated via other behavioral representations </a:t>
            </a:r>
            <a:r>
              <a:rPr dirty="0" sz="2400">
                <a:latin typeface="Arial MT"/>
                <a:cs typeface="Arial MT"/>
              </a:rPr>
              <a:t>to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describe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detailed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scenarios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No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change to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UML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65907" y="411734"/>
            <a:ext cx="370840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40"/>
              <a:t> </a:t>
            </a:r>
            <a:r>
              <a:rPr dirty="0"/>
              <a:t>Use</a:t>
            </a:r>
            <a:r>
              <a:rPr dirty="0" spc="-35"/>
              <a:t> </a:t>
            </a:r>
            <a:r>
              <a:rPr dirty="0"/>
              <a:t>Cases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31085" y="1233677"/>
            <a:ext cx="5554345" cy="4818380"/>
            <a:chOff x="1831085" y="1233677"/>
            <a:chExt cx="5554345" cy="4818380"/>
          </a:xfrm>
        </p:grpSpPr>
        <p:sp>
          <p:nvSpPr>
            <p:cNvPr id="5" name="object 5"/>
            <p:cNvSpPr/>
            <p:nvPr/>
          </p:nvSpPr>
          <p:spPr>
            <a:xfrm>
              <a:off x="1838705" y="1233677"/>
              <a:ext cx="5546725" cy="4810760"/>
            </a:xfrm>
            <a:custGeom>
              <a:avLst/>
              <a:gdLst/>
              <a:ahLst/>
              <a:cxnLst/>
              <a:rect l="l" t="t" r="r" b="b"/>
              <a:pathLst>
                <a:path w="5546725" h="4810760">
                  <a:moveTo>
                    <a:pt x="5546598" y="4808982"/>
                  </a:moveTo>
                  <a:lnTo>
                    <a:pt x="5546598" y="1523"/>
                  </a:lnTo>
                  <a:lnTo>
                    <a:pt x="5545074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808982"/>
                  </a:lnTo>
                  <a:lnTo>
                    <a:pt x="1524" y="4810506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5543550" y="3047"/>
                  </a:lnTo>
                  <a:lnTo>
                    <a:pt x="5543550" y="1523"/>
                  </a:lnTo>
                  <a:lnTo>
                    <a:pt x="5545074" y="3047"/>
                  </a:lnTo>
                  <a:lnTo>
                    <a:pt x="5545074" y="4810506"/>
                  </a:lnTo>
                  <a:lnTo>
                    <a:pt x="5546598" y="4808982"/>
                  </a:lnTo>
                  <a:close/>
                </a:path>
                <a:path w="5546725" h="481076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5546725" h="4810760">
                  <a:moveTo>
                    <a:pt x="3048" y="4807458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4807458"/>
                  </a:lnTo>
                  <a:lnTo>
                    <a:pt x="3048" y="4807458"/>
                  </a:lnTo>
                  <a:close/>
                </a:path>
                <a:path w="5546725" h="4810760">
                  <a:moveTo>
                    <a:pt x="5545074" y="4807458"/>
                  </a:moveTo>
                  <a:lnTo>
                    <a:pt x="1524" y="4807458"/>
                  </a:lnTo>
                  <a:lnTo>
                    <a:pt x="3048" y="4808982"/>
                  </a:lnTo>
                  <a:lnTo>
                    <a:pt x="3048" y="4810506"/>
                  </a:lnTo>
                  <a:lnTo>
                    <a:pt x="5543550" y="4810506"/>
                  </a:lnTo>
                  <a:lnTo>
                    <a:pt x="5543550" y="4808982"/>
                  </a:lnTo>
                  <a:lnTo>
                    <a:pt x="5545074" y="4807458"/>
                  </a:lnTo>
                  <a:close/>
                </a:path>
                <a:path w="5546725" h="4810760">
                  <a:moveTo>
                    <a:pt x="3048" y="4810506"/>
                  </a:moveTo>
                  <a:lnTo>
                    <a:pt x="3048" y="4808982"/>
                  </a:lnTo>
                  <a:lnTo>
                    <a:pt x="1524" y="4807458"/>
                  </a:lnTo>
                  <a:lnTo>
                    <a:pt x="1524" y="4810506"/>
                  </a:lnTo>
                  <a:lnTo>
                    <a:pt x="3048" y="4810506"/>
                  </a:lnTo>
                  <a:close/>
                </a:path>
                <a:path w="5546725" h="4810760">
                  <a:moveTo>
                    <a:pt x="5545074" y="3047"/>
                  </a:moveTo>
                  <a:lnTo>
                    <a:pt x="5543550" y="1523"/>
                  </a:lnTo>
                  <a:lnTo>
                    <a:pt x="5543550" y="3047"/>
                  </a:lnTo>
                  <a:lnTo>
                    <a:pt x="5545074" y="3047"/>
                  </a:lnTo>
                  <a:close/>
                </a:path>
                <a:path w="5546725" h="4810760">
                  <a:moveTo>
                    <a:pt x="5545074" y="4807458"/>
                  </a:moveTo>
                  <a:lnTo>
                    <a:pt x="5545074" y="3047"/>
                  </a:lnTo>
                  <a:lnTo>
                    <a:pt x="5543550" y="3047"/>
                  </a:lnTo>
                  <a:lnTo>
                    <a:pt x="5543550" y="4807458"/>
                  </a:lnTo>
                  <a:lnTo>
                    <a:pt x="5545074" y="4807458"/>
                  </a:lnTo>
                  <a:close/>
                </a:path>
                <a:path w="5546725" h="4810760">
                  <a:moveTo>
                    <a:pt x="5545074" y="4810506"/>
                  </a:moveTo>
                  <a:lnTo>
                    <a:pt x="5545074" y="4807458"/>
                  </a:lnTo>
                  <a:lnTo>
                    <a:pt x="5543550" y="4808982"/>
                  </a:lnTo>
                  <a:lnTo>
                    <a:pt x="5543550" y="4810506"/>
                  </a:lnTo>
                  <a:lnTo>
                    <a:pt x="5545074" y="4810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085" y="6032753"/>
              <a:ext cx="5533644" cy="190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085" y="6032753"/>
              <a:ext cx="5533644" cy="190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085" y="6032753"/>
              <a:ext cx="5533644" cy="190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085" y="6032753"/>
              <a:ext cx="5533644" cy="190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085" y="6032753"/>
              <a:ext cx="5533644" cy="190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085" y="6032753"/>
              <a:ext cx="5533644" cy="190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085" y="6032753"/>
              <a:ext cx="5533644" cy="190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085" y="6032753"/>
              <a:ext cx="5533644" cy="190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40229" y="1235201"/>
              <a:ext cx="2228850" cy="228600"/>
            </a:xfrm>
            <a:custGeom>
              <a:avLst/>
              <a:gdLst/>
              <a:ahLst/>
              <a:cxnLst/>
              <a:rect l="l" t="t" r="r" b="b"/>
              <a:pathLst>
                <a:path w="2228850" h="228600">
                  <a:moveTo>
                    <a:pt x="2228850" y="114299"/>
                  </a:moveTo>
                  <a:lnTo>
                    <a:pt x="222885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2114550" y="228599"/>
                  </a:lnTo>
                  <a:lnTo>
                    <a:pt x="2228850" y="114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38706" y="1233677"/>
              <a:ext cx="2232025" cy="231775"/>
            </a:xfrm>
            <a:custGeom>
              <a:avLst/>
              <a:gdLst/>
              <a:ahLst/>
              <a:cxnLst/>
              <a:rect l="l" t="t" r="r" b="b"/>
              <a:pathLst>
                <a:path w="2232025" h="231775">
                  <a:moveTo>
                    <a:pt x="2231898" y="117347"/>
                  </a:moveTo>
                  <a:lnTo>
                    <a:pt x="2231898" y="1523"/>
                  </a:lnTo>
                  <a:lnTo>
                    <a:pt x="223037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30124"/>
                  </a:lnTo>
                  <a:lnTo>
                    <a:pt x="1524" y="2316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2228850" y="3047"/>
                  </a:lnTo>
                  <a:lnTo>
                    <a:pt x="2228850" y="1523"/>
                  </a:lnTo>
                  <a:lnTo>
                    <a:pt x="2230374" y="3047"/>
                  </a:lnTo>
                  <a:lnTo>
                    <a:pt x="2230374" y="118871"/>
                  </a:lnTo>
                  <a:lnTo>
                    <a:pt x="2231898" y="117347"/>
                  </a:lnTo>
                  <a:close/>
                </a:path>
                <a:path w="2232025" h="2317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2232025" h="231775">
                  <a:moveTo>
                    <a:pt x="3048" y="228600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28600"/>
                  </a:lnTo>
                  <a:lnTo>
                    <a:pt x="3048" y="228600"/>
                  </a:lnTo>
                  <a:close/>
                </a:path>
                <a:path w="2232025" h="231775">
                  <a:moveTo>
                    <a:pt x="2116074" y="228599"/>
                  </a:moveTo>
                  <a:lnTo>
                    <a:pt x="1524" y="228600"/>
                  </a:lnTo>
                  <a:lnTo>
                    <a:pt x="3048" y="230124"/>
                  </a:lnTo>
                  <a:lnTo>
                    <a:pt x="3048" y="231648"/>
                  </a:lnTo>
                  <a:lnTo>
                    <a:pt x="2115312" y="231647"/>
                  </a:lnTo>
                  <a:lnTo>
                    <a:pt x="2115312" y="229361"/>
                  </a:lnTo>
                  <a:lnTo>
                    <a:pt x="2116074" y="228599"/>
                  </a:lnTo>
                  <a:close/>
                </a:path>
                <a:path w="2232025" h="231775">
                  <a:moveTo>
                    <a:pt x="3048" y="231648"/>
                  </a:moveTo>
                  <a:lnTo>
                    <a:pt x="3048" y="230124"/>
                  </a:lnTo>
                  <a:lnTo>
                    <a:pt x="1524" y="228600"/>
                  </a:lnTo>
                  <a:lnTo>
                    <a:pt x="1524" y="231648"/>
                  </a:lnTo>
                  <a:lnTo>
                    <a:pt x="3048" y="231648"/>
                  </a:lnTo>
                  <a:close/>
                </a:path>
                <a:path w="2232025" h="231775">
                  <a:moveTo>
                    <a:pt x="2229612" y="119634"/>
                  </a:moveTo>
                  <a:lnTo>
                    <a:pt x="2229612" y="115061"/>
                  </a:lnTo>
                  <a:lnTo>
                    <a:pt x="2115312" y="229361"/>
                  </a:lnTo>
                  <a:lnTo>
                    <a:pt x="2115312" y="231647"/>
                  </a:lnTo>
                  <a:lnTo>
                    <a:pt x="2117598" y="231647"/>
                  </a:lnTo>
                  <a:lnTo>
                    <a:pt x="2229612" y="119634"/>
                  </a:lnTo>
                  <a:close/>
                </a:path>
                <a:path w="2232025" h="231775">
                  <a:moveTo>
                    <a:pt x="2230374" y="3047"/>
                  </a:moveTo>
                  <a:lnTo>
                    <a:pt x="2228850" y="1523"/>
                  </a:lnTo>
                  <a:lnTo>
                    <a:pt x="2228850" y="3047"/>
                  </a:lnTo>
                  <a:lnTo>
                    <a:pt x="2230374" y="3047"/>
                  </a:lnTo>
                  <a:close/>
                </a:path>
                <a:path w="2232025" h="231775">
                  <a:moveTo>
                    <a:pt x="2230374" y="118871"/>
                  </a:moveTo>
                  <a:lnTo>
                    <a:pt x="2230374" y="3047"/>
                  </a:lnTo>
                  <a:lnTo>
                    <a:pt x="2228850" y="3047"/>
                  </a:lnTo>
                  <a:lnTo>
                    <a:pt x="2228850" y="115823"/>
                  </a:lnTo>
                  <a:lnTo>
                    <a:pt x="2229612" y="115061"/>
                  </a:lnTo>
                  <a:lnTo>
                    <a:pt x="2229612" y="119634"/>
                  </a:lnTo>
                  <a:lnTo>
                    <a:pt x="2230374" y="1188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896872" y="1271269"/>
            <a:ext cx="2111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uc</a:t>
            </a:r>
            <a:r>
              <a:rPr dirty="0" sz="800" spc="-40" b="1">
                <a:latin typeface="Arial"/>
                <a:cs typeface="Arial"/>
              </a:rPr>
              <a:t> </a:t>
            </a:r>
            <a:r>
              <a:rPr dirty="0" sz="800">
                <a:latin typeface="Arial MT"/>
                <a:cs typeface="Arial MT"/>
              </a:rPr>
              <a:t>HSUV_UseCases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[Operational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Use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Cases]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321558" y="1738883"/>
            <a:ext cx="3667125" cy="3961129"/>
            <a:chOff x="3321558" y="1738883"/>
            <a:chExt cx="3667125" cy="3961129"/>
          </a:xfrm>
        </p:grpSpPr>
        <p:sp>
          <p:nvSpPr>
            <p:cNvPr id="18" name="object 18"/>
            <p:cNvSpPr/>
            <p:nvPr/>
          </p:nvSpPr>
          <p:spPr>
            <a:xfrm>
              <a:off x="3326130" y="1743455"/>
              <a:ext cx="3657600" cy="3950970"/>
            </a:xfrm>
            <a:custGeom>
              <a:avLst/>
              <a:gdLst/>
              <a:ahLst/>
              <a:cxnLst/>
              <a:rect l="l" t="t" r="r" b="b"/>
              <a:pathLst>
                <a:path w="3657600" h="3950970">
                  <a:moveTo>
                    <a:pt x="3657600" y="3950969"/>
                  </a:moveTo>
                  <a:lnTo>
                    <a:pt x="3657600" y="0"/>
                  </a:lnTo>
                  <a:lnTo>
                    <a:pt x="0" y="0"/>
                  </a:lnTo>
                  <a:lnTo>
                    <a:pt x="0" y="3950970"/>
                  </a:lnTo>
                  <a:lnTo>
                    <a:pt x="3657600" y="3950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321558" y="1738883"/>
              <a:ext cx="3667125" cy="3961129"/>
            </a:xfrm>
            <a:custGeom>
              <a:avLst/>
              <a:gdLst/>
              <a:ahLst/>
              <a:cxnLst/>
              <a:rect l="l" t="t" r="r" b="b"/>
              <a:pathLst>
                <a:path w="3667125" h="3961129">
                  <a:moveTo>
                    <a:pt x="3666744" y="3955542"/>
                  </a:moveTo>
                  <a:lnTo>
                    <a:pt x="3666744" y="4571"/>
                  </a:lnTo>
                  <a:lnTo>
                    <a:pt x="3665982" y="1523"/>
                  </a:lnTo>
                  <a:lnTo>
                    <a:pt x="3662172" y="0"/>
                  </a:lnTo>
                  <a:lnTo>
                    <a:pt x="4572" y="0"/>
                  </a:lnTo>
                  <a:lnTo>
                    <a:pt x="1523" y="1524"/>
                  </a:lnTo>
                  <a:lnTo>
                    <a:pt x="0" y="4572"/>
                  </a:lnTo>
                  <a:lnTo>
                    <a:pt x="0" y="3955542"/>
                  </a:lnTo>
                  <a:lnTo>
                    <a:pt x="1524" y="3959352"/>
                  </a:lnTo>
                  <a:lnTo>
                    <a:pt x="4572" y="3960876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3657600" y="9143"/>
                  </a:lnTo>
                  <a:lnTo>
                    <a:pt x="3657600" y="4571"/>
                  </a:lnTo>
                  <a:lnTo>
                    <a:pt x="3662172" y="9143"/>
                  </a:lnTo>
                  <a:lnTo>
                    <a:pt x="3662172" y="3960876"/>
                  </a:lnTo>
                  <a:lnTo>
                    <a:pt x="3665982" y="3959352"/>
                  </a:lnTo>
                  <a:lnTo>
                    <a:pt x="3666744" y="3955542"/>
                  </a:lnTo>
                  <a:close/>
                </a:path>
                <a:path w="3667125" h="3961129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3667125" h="3961129">
                  <a:moveTo>
                    <a:pt x="9144" y="3950970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3950970"/>
                  </a:lnTo>
                  <a:lnTo>
                    <a:pt x="9144" y="3950970"/>
                  </a:lnTo>
                  <a:close/>
                </a:path>
                <a:path w="3667125" h="3961129">
                  <a:moveTo>
                    <a:pt x="3662172" y="3950970"/>
                  </a:moveTo>
                  <a:lnTo>
                    <a:pt x="4572" y="3950970"/>
                  </a:lnTo>
                  <a:lnTo>
                    <a:pt x="9144" y="3955542"/>
                  </a:lnTo>
                  <a:lnTo>
                    <a:pt x="9144" y="3960876"/>
                  </a:lnTo>
                  <a:lnTo>
                    <a:pt x="3657600" y="3960876"/>
                  </a:lnTo>
                  <a:lnTo>
                    <a:pt x="3657600" y="3955542"/>
                  </a:lnTo>
                  <a:lnTo>
                    <a:pt x="3662172" y="3950970"/>
                  </a:lnTo>
                  <a:close/>
                </a:path>
                <a:path w="3667125" h="3961129">
                  <a:moveTo>
                    <a:pt x="9144" y="3960876"/>
                  </a:moveTo>
                  <a:lnTo>
                    <a:pt x="9144" y="3955542"/>
                  </a:lnTo>
                  <a:lnTo>
                    <a:pt x="4572" y="3950970"/>
                  </a:lnTo>
                  <a:lnTo>
                    <a:pt x="4572" y="3960876"/>
                  </a:lnTo>
                  <a:lnTo>
                    <a:pt x="9144" y="3960876"/>
                  </a:lnTo>
                  <a:close/>
                </a:path>
                <a:path w="3667125" h="3961129">
                  <a:moveTo>
                    <a:pt x="3662172" y="9143"/>
                  </a:moveTo>
                  <a:lnTo>
                    <a:pt x="3657600" y="4571"/>
                  </a:lnTo>
                  <a:lnTo>
                    <a:pt x="3657600" y="9143"/>
                  </a:lnTo>
                  <a:lnTo>
                    <a:pt x="3662172" y="9143"/>
                  </a:lnTo>
                  <a:close/>
                </a:path>
                <a:path w="3667125" h="3961129">
                  <a:moveTo>
                    <a:pt x="3662172" y="3950970"/>
                  </a:moveTo>
                  <a:lnTo>
                    <a:pt x="3662172" y="9143"/>
                  </a:lnTo>
                  <a:lnTo>
                    <a:pt x="3657600" y="9143"/>
                  </a:lnTo>
                  <a:lnTo>
                    <a:pt x="3657600" y="3950970"/>
                  </a:lnTo>
                  <a:lnTo>
                    <a:pt x="3662172" y="3950970"/>
                  </a:lnTo>
                  <a:close/>
                </a:path>
                <a:path w="3667125" h="3961129">
                  <a:moveTo>
                    <a:pt x="3662172" y="3960876"/>
                  </a:moveTo>
                  <a:lnTo>
                    <a:pt x="3662172" y="3950970"/>
                  </a:lnTo>
                  <a:lnTo>
                    <a:pt x="3657600" y="3955542"/>
                  </a:lnTo>
                  <a:lnTo>
                    <a:pt x="3657600" y="3960876"/>
                  </a:lnTo>
                  <a:lnTo>
                    <a:pt x="3662172" y="39608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764278" y="1783334"/>
            <a:ext cx="777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HybridSUV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81605" y="2148077"/>
            <a:ext cx="4261103" cy="302742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135377" y="3671570"/>
            <a:ext cx="3175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Dri</a:t>
            </a:r>
            <a:r>
              <a:rPr dirty="0" sz="800" spc="-25" b="1">
                <a:latin typeface="Arial"/>
                <a:cs typeface="Arial"/>
              </a:rPr>
              <a:t>v</a:t>
            </a:r>
            <a:r>
              <a:rPr dirty="0" sz="800" b="1">
                <a:latin typeface="Arial"/>
                <a:cs typeface="Arial"/>
              </a:rPr>
              <a:t>e</a:t>
            </a:r>
            <a:r>
              <a:rPr dirty="0" sz="800" spc="-5" b="1"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  <p:sp>
        <p:nvSpPr>
          <p:cNvPr id="23" name="object 23"/>
          <p:cNvSpPr txBox="1"/>
          <p:nvPr/>
        </p:nvSpPr>
        <p:spPr>
          <a:xfrm>
            <a:off x="5687821" y="3147313"/>
            <a:ext cx="5397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Accelerate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35578" y="3204463"/>
            <a:ext cx="782320" cy="27178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17500" marR="5080" indent="-305435">
              <a:lnSpc>
                <a:spcPct val="101899"/>
              </a:lnSpc>
              <a:spcBef>
                <a:spcPts val="80"/>
              </a:spcBef>
            </a:pPr>
            <a:r>
              <a:rPr dirty="0" sz="800" spc="-5" b="1">
                <a:latin typeface="Arial"/>
                <a:cs typeface="Arial"/>
              </a:rPr>
              <a:t>Dri</a:t>
            </a:r>
            <a:r>
              <a:rPr dirty="0" sz="800" spc="-25" b="1">
                <a:latin typeface="Arial"/>
                <a:cs typeface="Arial"/>
              </a:rPr>
              <a:t>v</a:t>
            </a:r>
            <a:r>
              <a:rPr dirty="0" sz="800" spc="-35" b="1">
                <a:latin typeface="Arial"/>
                <a:cs typeface="Arial"/>
              </a:rPr>
              <a:t>e</a:t>
            </a:r>
            <a:r>
              <a:rPr dirty="0" sz="800" b="1">
                <a:latin typeface="Arial"/>
                <a:cs typeface="Arial"/>
              </a:rPr>
              <a:t>_</a:t>
            </a:r>
            <a:r>
              <a:rPr dirty="0" sz="800" spc="-10" b="1">
                <a:latin typeface="Arial"/>
                <a:cs typeface="Arial"/>
              </a:rPr>
              <a:t>Th</a:t>
            </a:r>
            <a:r>
              <a:rPr dirty="0" sz="800" b="1">
                <a:latin typeface="Arial"/>
                <a:cs typeface="Arial"/>
              </a:rPr>
              <a:t>e</a:t>
            </a:r>
            <a:r>
              <a:rPr dirty="0" sz="800" b="1">
                <a:latin typeface="Arial"/>
                <a:cs typeface="Arial"/>
              </a:rPr>
              <a:t>_</a:t>
            </a:r>
            <a:r>
              <a:rPr dirty="0" sz="800" spc="-10" b="1">
                <a:latin typeface="Arial"/>
                <a:cs typeface="Arial"/>
              </a:rPr>
              <a:t>Vehi  </a:t>
            </a:r>
            <a:r>
              <a:rPr dirty="0" sz="800" spc="-5" b="1">
                <a:latin typeface="Arial"/>
                <a:cs typeface="Arial"/>
              </a:rPr>
              <a:t>cle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12028" y="4004564"/>
            <a:ext cx="2794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Steer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31078" y="4861814"/>
            <a:ext cx="3073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Brake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92471" y="3204463"/>
            <a:ext cx="4933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«includ</a:t>
            </a:r>
            <a:r>
              <a:rPr dirty="0" sz="800" b="1">
                <a:latin typeface="Arial"/>
                <a:cs typeface="Arial"/>
              </a:rPr>
              <a:t>e</a:t>
            </a:r>
            <a:r>
              <a:rPr dirty="0" sz="800" spc="-5" b="1">
                <a:latin typeface="Arial"/>
                <a:cs typeface="Arial"/>
              </a:rPr>
              <a:t>»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26178" y="3709670"/>
            <a:ext cx="4933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«includ</a:t>
            </a:r>
            <a:r>
              <a:rPr dirty="0" sz="800" b="1">
                <a:latin typeface="Arial"/>
                <a:cs typeface="Arial"/>
              </a:rPr>
              <a:t>e</a:t>
            </a:r>
            <a:r>
              <a:rPr dirty="0" sz="800" spc="-5" b="1">
                <a:latin typeface="Arial"/>
                <a:cs typeface="Arial"/>
              </a:rPr>
              <a:t>»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49978" y="4090670"/>
            <a:ext cx="4933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«includ</a:t>
            </a:r>
            <a:r>
              <a:rPr dirty="0" sz="800" b="1">
                <a:latin typeface="Arial"/>
                <a:cs typeface="Arial"/>
              </a:rPr>
              <a:t>e</a:t>
            </a:r>
            <a:r>
              <a:rPr dirty="0" sz="800" spc="-5" b="1">
                <a:latin typeface="Arial"/>
                <a:cs typeface="Arial"/>
              </a:rPr>
              <a:t>»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02278" y="4861814"/>
            <a:ext cx="2457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Park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11521" y="4861814"/>
            <a:ext cx="4933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«includ</a:t>
            </a:r>
            <a:r>
              <a:rPr dirty="0" sz="800" b="1">
                <a:latin typeface="Arial"/>
                <a:cs typeface="Arial"/>
              </a:rPr>
              <a:t>e</a:t>
            </a:r>
            <a:r>
              <a:rPr dirty="0" sz="800" spc="-5" b="1">
                <a:latin typeface="Arial"/>
                <a:cs typeface="Arial"/>
              </a:rPr>
              <a:t>»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35321" y="2776219"/>
            <a:ext cx="46418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«extend»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11621" y="2299969"/>
            <a:ext cx="4502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Flat_Tire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24075" y="315722"/>
            <a:ext cx="5587365" cy="6356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>
                <a:solidFill>
                  <a:srgbClr val="009A9A"/>
                </a:solidFill>
              </a:rPr>
              <a:t>Cross-cutting</a:t>
            </a:r>
            <a:r>
              <a:rPr dirty="0" sz="4000" spc="-75">
                <a:solidFill>
                  <a:srgbClr val="009A9A"/>
                </a:solidFill>
              </a:rPr>
              <a:t> </a:t>
            </a:r>
            <a:r>
              <a:rPr dirty="0" sz="4000" spc="-5">
                <a:solidFill>
                  <a:srgbClr val="009A9A"/>
                </a:solidFill>
              </a:rPr>
              <a:t>Constructs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83768" y="1245362"/>
            <a:ext cx="2264410" cy="9036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Allocations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Requirements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24350" y="2838450"/>
            <a:ext cx="1461135" cy="851535"/>
            <a:chOff x="4324350" y="2838450"/>
            <a:chExt cx="1461135" cy="851535"/>
          </a:xfrm>
        </p:grpSpPr>
        <p:sp>
          <p:nvSpPr>
            <p:cNvPr id="6" name="object 6"/>
            <p:cNvSpPr/>
            <p:nvPr/>
          </p:nvSpPr>
          <p:spPr>
            <a:xfrm>
              <a:off x="4331208" y="2845308"/>
              <a:ext cx="1447800" cy="838200"/>
            </a:xfrm>
            <a:custGeom>
              <a:avLst/>
              <a:gdLst/>
              <a:ahLst/>
              <a:cxnLst/>
              <a:rect l="l" t="t" r="r" b="b"/>
              <a:pathLst>
                <a:path w="1447800" h="838200">
                  <a:moveTo>
                    <a:pt x="1447800" y="83820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838200"/>
                  </a:lnTo>
                  <a:lnTo>
                    <a:pt x="1447800" y="838200"/>
                  </a:lnTo>
                  <a:close/>
                </a:path>
              </a:pathLst>
            </a:custGeom>
            <a:solidFill>
              <a:srgbClr val="FFD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24350" y="2838450"/>
              <a:ext cx="1461135" cy="851535"/>
            </a:xfrm>
            <a:custGeom>
              <a:avLst/>
              <a:gdLst/>
              <a:ahLst/>
              <a:cxnLst/>
              <a:rect l="l" t="t" r="r" b="b"/>
              <a:pathLst>
                <a:path w="1461135" h="851535">
                  <a:moveTo>
                    <a:pt x="1460753" y="851153"/>
                  </a:moveTo>
                  <a:lnTo>
                    <a:pt x="1460753" y="0"/>
                  </a:lnTo>
                  <a:lnTo>
                    <a:pt x="0" y="0"/>
                  </a:lnTo>
                  <a:lnTo>
                    <a:pt x="0" y="851154"/>
                  </a:lnTo>
                  <a:lnTo>
                    <a:pt x="6858" y="851154"/>
                  </a:lnTo>
                  <a:lnTo>
                    <a:pt x="6858" y="12954"/>
                  </a:lnTo>
                  <a:lnTo>
                    <a:pt x="12953" y="6858"/>
                  </a:lnTo>
                  <a:lnTo>
                    <a:pt x="12953" y="12954"/>
                  </a:lnTo>
                  <a:lnTo>
                    <a:pt x="1447800" y="12953"/>
                  </a:lnTo>
                  <a:lnTo>
                    <a:pt x="1447800" y="6858"/>
                  </a:lnTo>
                  <a:lnTo>
                    <a:pt x="1454658" y="12953"/>
                  </a:lnTo>
                  <a:lnTo>
                    <a:pt x="1454658" y="851153"/>
                  </a:lnTo>
                  <a:lnTo>
                    <a:pt x="1460753" y="851153"/>
                  </a:lnTo>
                  <a:close/>
                </a:path>
                <a:path w="1461135" h="851535">
                  <a:moveTo>
                    <a:pt x="12953" y="12954"/>
                  </a:moveTo>
                  <a:lnTo>
                    <a:pt x="12953" y="6858"/>
                  </a:lnTo>
                  <a:lnTo>
                    <a:pt x="6858" y="12954"/>
                  </a:lnTo>
                  <a:lnTo>
                    <a:pt x="12953" y="12954"/>
                  </a:lnTo>
                  <a:close/>
                </a:path>
                <a:path w="1461135" h="851535">
                  <a:moveTo>
                    <a:pt x="12953" y="838200"/>
                  </a:moveTo>
                  <a:lnTo>
                    <a:pt x="12953" y="12954"/>
                  </a:lnTo>
                  <a:lnTo>
                    <a:pt x="6858" y="12954"/>
                  </a:lnTo>
                  <a:lnTo>
                    <a:pt x="6858" y="838200"/>
                  </a:lnTo>
                  <a:lnTo>
                    <a:pt x="12953" y="838200"/>
                  </a:lnTo>
                  <a:close/>
                </a:path>
                <a:path w="1461135" h="851535">
                  <a:moveTo>
                    <a:pt x="1454658" y="838200"/>
                  </a:moveTo>
                  <a:lnTo>
                    <a:pt x="6858" y="838200"/>
                  </a:lnTo>
                  <a:lnTo>
                    <a:pt x="12953" y="845058"/>
                  </a:lnTo>
                  <a:lnTo>
                    <a:pt x="12953" y="851154"/>
                  </a:lnTo>
                  <a:lnTo>
                    <a:pt x="1447800" y="851153"/>
                  </a:lnTo>
                  <a:lnTo>
                    <a:pt x="1447800" y="845058"/>
                  </a:lnTo>
                  <a:lnTo>
                    <a:pt x="1454658" y="838200"/>
                  </a:lnTo>
                  <a:close/>
                </a:path>
                <a:path w="1461135" h="851535">
                  <a:moveTo>
                    <a:pt x="12953" y="851154"/>
                  </a:moveTo>
                  <a:lnTo>
                    <a:pt x="12953" y="845058"/>
                  </a:lnTo>
                  <a:lnTo>
                    <a:pt x="6858" y="838200"/>
                  </a:lnTo>
                  <a:lnTo>
                    <a:pt x="6858" y="851154"/>
                  </a:lnTo>
                  <a:lnTo>
                    <a:pt x="12953" y="851154"/>
                  </a:lnTo>
                  <a:close/>
                </a:path>
                <a:path w="1461135" h="851535">
                  <a:moveTo>
                    <a:pt x="1454658" y="12953"/>
                  </a:moveTo>
                  <a:lnTo>
                    <a:pt x="1447800" y="6858"/>
                  </a:lnTo>
                  <a:lnTo>
                    <a:pt x="1447800" y="12953"/>
                  </a:lnTo>
                  <a:lnTo>
                    <a:pt x="1454658" y="12953"/>
                  </a:lnTo>
                  <a:close/>
                </a:path>
                <a:path w="1461135" h="851535">
                  <a:moveTo>
                    <a:pt x="1454658" y="838200"/>
                  </a:moveTo>
                  <a:lnTo>
                    <a:pt x="1454658" y="12953"/>
                  </a:lnTo>
                  <a:lnTo>
                    <a:pt x="1447800" y="12953"/>
                  </a:lnTo>
                  <a:lnTo>
                    <a:pt x="1447800" y="838200"/>
                  </a:lnTo>
                  <a:lnTo>
                    <a:pt x="1454658" y="838200"/>
                  </a:lnTo>
                  <a:close/>
                </a:path>
                <a:path w="1461135" h="851535">
                  <a:moveTo>
                    <a:pt x="1454658" y="851153"/>
                  </a:moveTo>
                  <a:lnTo>
                    <a:pt x="1454658" y="838200"/>
                  </a:lnTo>
                  <a:lnTo>
                    <a:pt x="1447800" y="845058"/>
                  </a:lnTo>
                  <a:lnTo>
                    <a:pt x="1447800" y="851153"/>
                  </a:lnTo>
                  <a:lnTo>
                    <a:pt x="1454658" y="851153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507992" y="2090928"/>
            <a:ext cx="995680" cy="497840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</a:pPr>
            <a:r>
              <a:rPr dirty="0" sz="850" spc="10" b="1" i="1">
                <a:latin typeface="Arial"/>
                <a:cs typeface="Arial"/>
              </a:rPr>
              <a:t>SysML</a:t>
            </a:r>
            <a:r>
              <a:rPr dirty="0" sz="850" spc="-35" b="1" i="1">
                <a:latin typeface="Arial"/>
                <a:cs typeface="Arial"/>
              </a:rPr>
              <a:t> </a:t>
            </a:r>
            <a:r>
              <a:rPr dirty="0" sz="850" spc="10" b="1" i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12814" y="2961894"/>
            <a:ext cx="994410" cy="497205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243840" indent="-25400">
              <a:lnSpc>
                <a:spcPct val="102400"/>
              </a:lnSpc>
            </a:pPr>
            <a:r>
              <a:rPr dirty="0" sz="850" spc="10" b="1" i="1">
                <a:latin typeface="Arial"/>
                <a:cs typeface="Arial"/>
              </a:rPr>
              <a:t>Stru</a:t>
            </a:r>
            <a:r>
              <a:rPr dirty="0" sz="850" spc="5" b="1" i="1">
                <a:latin typeface="Arial"/>
                <a:cs typeface="Arial"/>
              </a:rPr>
              <a:t>c</a:t>
            </a:r>
            <a:r>
              <a:rPr dirty="0" sz="850" spc="5" b="1" i="1">
                <a:latin typeface="Arial"/>
                <a:cs typeface="Arial"/>
              </a:rPr>
              <a:t>t</a:t>
            </a:r>
            <a:r>
              <a:rPr dirty="0" sz="850" spc="5" b="1" i="1">
                <a:latin typeface="Arial"/>
                <a:cs typeface="Arial"/>
              </a:rPr>
              <a:t>u</a:t>
            </a:r>
            <a:r>
              <a:rPr dirty="0" sz="850" spc="5" b="1" i="1">
                <a:latin typeface="Arial"/>
                <a:cs typeface="Arial"/>
              </a:rPr>
              <a:t>r</a:t>
            </a:r>
            <a:r>
              <a:rPr dirty="0" sz="850" spc="5" b="1" i="1">
                <a:latin typeface="Arial"/>
                <a:cs typeface="Arial"/>
              </a:rPr>
              <a:t>e  </a:t>
            </a:r>
            <a:r>
              <a:rPr dirty="0" sz="850" spc="5" b="1" i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69235" y="2961894"/>
            <a:ext cx="995680" cy="497205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Times New Roman"/>
              <a:cs typeface="Times New Roman"/>
            </a:endParaRPr>
          </a:p>
          <a:p>
            <a:pPr marL="276225" marR="252729" indent="-16510">
              <a:lnSpc>
                <a:spcPct val="102400"/>
              </a:lnSpc>
            </a:pPr>
            <a:r>
              <a:rPr dirty="0" sz="850" spc="10" b="1" i="1">
                <a:latin typeface="Arial"/>
                <a:cs typeface="Arial"/>
              </a:rPr>
              <a:t>Be</a:t>
            </a:r>
            <a:r>
              <a:rPr dirty="0" sz="850" spc="5" b="1" i="1">
                <a:latin typeface="Arial"/>
                <a:cs typeface="Arial"/>
              </a:rPr>
              <a:t>h</a:t>
            </a:r>
            <a:r>
              <a:rPr dirty="0" sz="850" spc="5" b="1" i="1">
                <a:latin typeface="Arial"/>
                <a:cs typeface="Arial"/>
              </a:rPr>
              <a:t>avior  </a:t>
            </a:r>
            <a:r>
              <a:rPr dirty="0" sz="850" spc="5" b="1" i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34611" y="3956303"/>
            <a:ext cx="995680" cy="497840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Times New Roman"/>
              <a:cs typeface="Times New Roman"/>
            </a:endParaRPr>
          </a:p>
          <a:p>
            <a:pPr marL="276225" marR="240665" indent="-28575">
              <a:lnSpc>
                <a:spcPct val="102400"/>
              </a:lnSpc>
            </a:pPr>
            <a:r>
              <a:rPr dirty="0" sz="850" spc="10" b="1">
                <a:latin typeface="Arial"/>
                <a:cs typeface="Arial"/>
              </a:rPr>
              <a:t>Use</a:t>
            </a:r>
            <a:r>
              <a:rPr dirty="0" sz="850" spc="5" b="1">
                <a:latin typeface="Arial"/>
                <a:cs typeface="Arial"/>
              </a:rPr>
              <a:t> </a:t>
            </a:r>
            <a:r>
              <a:rPr dirty="0" sz="850" spc="5" b="1">
                <a:latin typeface="Arial"/>
                <a:cs typeface="Arial"/>
              </a:rPr>
              <a:t>C</a:t>
            </a:r>
            <a:r>
              <a:rPr dirty="0" sz="850" spc="5" b="1">
                <a:latin typeface="Arial"/>
                <a:cs typeface="Arial"/>
              </a:rPr>
              <a:t>ase  </a:t>
            </a:r>
            <a:r>
              <a:rPr dirty="0" sz="850" spc="5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620" y="3956303"/>
            <a:ext cx="995680" cy="497840"/>
          </a:xfrm>
          <a:prstGeom prst="rect">
            <a:avLst/>
          </a:prstGeom>
          <a:ln w="29845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268605" indent="20955">
              <a:lnSpc>
                <a:spcPct val="102400"/>
              </a:lnSpc>
            </a:pPr>
            <a:r>
              <a:rPr dirty="0" sz="850" spc="5" b="1">
                <a:solidFill>
                  <a:srgbClr val="008000"/>
                </a:solidFill>
                <a:latin typeface="Arial"/>
                <a:cs typeface="Arial"/>
              </a:rPr>
              <a:t>Activity </a:t>
            </a:r>
            <a:r>
              <a:rPr dirty="0" sz="850" spc="-22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850" spc="10" b="1">
                <a:solidFill>
                  <a:srgbClr val="008000"/>
                </a:solidFill>
                <a:latin typeface="Arial"/>
                <a:cs typeface="Arial"/>
              </a:rPr>
              <a:t>Dia</a:t>
            </a:r>
            <a:r>
              <a:rPr dirty="0" sz="850" spc="5" b="1">
                <a:solidFill>
                  <a:srgbClr val="008000"/>
                </a:solidFill>
                <a:latin typeface="Arial"/>
                <a:cs typeface="Arial"/>
              </a:rPr>
              <a:t>g</a:t>
            </a:r>
            <a:r>
              <a:rPr dirty="0" sz="850" spc="10" b="1">
                <a:solidFill>
                  <a:srgbClr val="008000"/>
                </a:solidFill>
                <a:latin typeface="Arial"/>
                <a:cs typeface="Arial"/>
              </a:rPr>
              <a:t>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47444" y="3956303"/>
            <a:ext cx="995680" cy="497840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Times New Roman"/>
              <a:cs typeface="Times New Roman"/>
            </a:endParaRPr>
          </a:p>
          <a:p>
            <a:pPr marL="276225" marR="227965" indent="-40640">
              <a:lnSpc>
                <a:spcPct val="102400"/>
              </a:lnSpc>
            </a:pPr>
            <a:r>
              <a:rPr dirty="0" sz="850" spc="10" b="1">
                <a:latin typeface="Arial"/>
                <a:cs typeface="Arial"/>
              </a:rPr>
              <a:t>Se</a:t>
            </a:r>
            <a:r>
              <a:rPr dirty="0" sz="850" spc="5" b="1">
                <a:latin typeface="Arial"/>
                <a:cs typeface="Arial"/>
              </a:rPr>
              <a:t>q</a:t>
            </a:r>
            <a:r>
              <a:rPr dirty="0" sz="850" spc="10" b="1">
                <a:latin typeface="Arial"/>
                <a:cs typeface="Arial"/>
              </a:rPr>
              <a:t>u</a:t>
            </a:r>
            <a:r>
              <a:rPr dirty="0" sz="850" spc="5" b="1">
                <a:latin typeface="Arial"/>
                <a:cs typeface="Arial"/>
              </a:rPr>
              <a:t>e</a:t>
            </a:r>
            <a:r>
              <a:rPr dirty="0" sz="850" spc="10" b="1">
                <a:latin typeface="Arial"/>
                <a:cs typeface="Arial"/>
              </a:rPr>
              <a:t>n</a:t>
            </a:r>
            <a:r>
              <a:rPr dirty="0" sz="850" spc="5" b="1">
                <a:latin typeface="Arial"/>
                <a:cs typeface="Arial"/>
              </a:rPr>
              <a:t>ce  </a:t>
            </a:r>
            <a:r>
              <a:rPr dirty="0" sz="850" spc="5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7029" y="3956303"/>
            <a:ext cx="994410" cy="497840"/>
          </a:xfrm>
          <a:prstGeom prst="rect">
            <a:avLst/>
          </a:prstGeom>
          <a:ln w="3314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118745" indent="-151130">
              <a:lnSpc>
                <a:spcPct val="102400"/>
              </a:lnSpc>
            </a:pPr>
            <a:r>
              <a:rPr dirty="0" sz="850" spc="5" b="1">
                <a:latin typeface="Arial"/>
                <a:cs typeface="Arial"/>
              </a:rPr>
              <a:t>State</a:t>
            </a:r>
            <a:r>
              <a:rPr dirty="0" sz="850" spc="-45" b="1">
                <a:latin typeface="Arial"/>
                <a:cs typeface="Arial"/>
              </a:rPr>
              <a:t> </a:t>
            </a:r>
            <a:r>
              <a:rPr dirty="0" sz="850" spc="5" b="1">
                <a:latin typeface="Arial"/>
                <a:cs typeface="Arial"/>
              </a:rPr>
              <a:t>Machine </a:t>
            </a:r>
            <a:r>
              <a:rPr dirty="0" sz="850" spc="-220" b="1">
                <a:latin typeface="Arial"/>
                <a:cs typeface="Arial"/>
              </a:rPr>
              <a:t> </a:t>
            </a:r>
            <a:r>
              <a:rPr dirty="0" sz="850" spc="5" b="1"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98653" y="4688141"/>
            <a:ext cx="1024890" cy="527050"/>
            <a:chOff x="6498653" y="4688141"/>
            <a:chExt cx="1024890" cy="527050"/>
          </a:xfrm>
        </p:grpSpPr>
        <p:sp>
          <p:nvSpPr>
            <p:cNvPr id="16" name="object 16"/>
            <p:cNvSpPr/>
            <p:nvPr/>
          </p:nvSpPr>
          <p:spPr>
            <a:xfrm>
              <a:off x="7515447" y="4703063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w="0" h="497204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14922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513563" y="5199887"/>
              <a:ext cx="994410" cy="15240"/>
            </a:xfrm>
            <a:custGeom>
              <a:avLst/>
              <a:gdLst/>
              <a:ahLst/>
              <a:cxnLst/>
              <a:rect l="l" t="t" r="r" b="b"/>
              <a:pathLst>
                <a:path w="994409" h="15239">
                  <a:moveTo>
                    <a:pt x="994410" y="0"/>
                  </a:moveTo>
                  <a:lnTo>
                    <a:pt x="0" y="0"/>
                  </a:lnTo>
                  <a:lnTo>
                    <a:pt x="0" y="14935"/>
                  </a:lnTo>
                  <a:lnTo>
                    <a:pt x="994410" y="14935"/>
                  </a:lnTo>
                  <a:lnTo>
                    <a:pt x="99441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513575" y="4703063"/>
              <a:ext cx="994410" cy="497205"/>
            </a:xfrm>
            <a:custGeom>
              <a:avLst/>
              <a:gdLst/>
              <a:ahLst/>
              <a:cxnLst/>
              <a:rect l="l" t="t" r="r" b="b"/>
              <a:pathLst>
                <a:path w="994409" h="497204">
                  <a:moveTo>
                    <a:pt x="994409" y="496824"/>
                  </a:moveTo>
                  <a:lnTo>
                    <a:pt x="994409" y="0"/>
                  </a:lnTo>
                  <a:lnTo>
                    <a:pt x="0" y="0"/>
                  </a:lnTo>
                  <a:lnTo>
                    <a:pt x="0" y="496824"/>
                  </a:lnTo>
                  <a:lnTo>
                    <a:pt x="994409" y="496824"/>
                  </a:lnTo>
                  <a:lnTo>
                    <a:pt x="994409" y="0"/>
                  </a:lnTo>
                </a:path>
              </a:pathLst>
            </a:custGeom>
            <a:ln w="29845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711950" y="4794758"/>
            <a:ext cx="596900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835" marR="5080" indent="-64769">
              <a:lnSpc>
                <a:spcPct val="102400"/>
              </a:lnSpc>
              <a:spcBef>
                <a:spcPts val="95"/>
              </a:spcBef>
            </a:pP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ram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tric  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07992" y="3458730"/>
            <a:ext cx="995680" cy="15240"/>
          </a:xfrm>
          <a:custGeom>
            <a:avLst/>
            <a:gdLst/>
            <a:ahLst/>
            <a:cxnLst/>
            <a:rect l="l" t="t" r="r" b="b"/>
            <a:pathLst>
              <a:path w="995679" h="15239">
                <a:moveTo>
                  <a:pt x="995172" y="0"/>
                </a:moveTo>
                <a:lnTo>
                  <a:pt x="0" y="0"/>
                </a:lnTo>
                <a:lnTo>
                  <a:pt x="0" y="14909"/>
                </a:lnTo>
                <a:lnTo>
                  <a:pt x="995172" y="14909"/>
                </a:lnTo>
                <a:lnTo>
                  <a:pt x="995172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507992" y="2961894"/>
            <a:ext cx="995680" cy="497205"/>
          </a:xfrm>
          <a:prstGeom prst="rect">
            <a:avLst/>
          </a:prstGeom>
          <a:solidFill>
            <a:srgbClr val="FFFFFF"/>
          </a:solidFill>
          <a:ln w="29845">
            <a:solidFill>
              <a:srgbClr val="FF00FF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Times New Roman"/>
              <a:cs typeface="Times New Roman"/>
            </a:endParaRPr>
          </a:p>
          <a:p>
            <a:pPr marL="275590" marR="152400" indent="-116839">
              <a:lnSpc>
                <a:spcPct val="102400"/>
              </a:lnSpc>
            </a:pP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qui</a:t>
            </a:r>
            <a:r>
              <a:rPr dirty="0" sz="850" b="1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me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dirty="0" sz="850" spc="5" b="1">
                <a:solidFill>
                  <a:srgbClr val="0000FF"/>
                </a:solidFill>
                <a:latin typeface="Arial"/>
                <a:cs typeface="Arial"/>
              </a:rPr>
              <a:t>t  </a:t>
            </a:r>
            <a:r>
              <a:rPr dirty="0" sz="850" spc="10" b="1">
                <a:solidFill>
                  <a:srgbClr val="0000FF"/>
                </a:solidFill>
                <a:latin typeface="Arial"/>
                <a:cs typeface="Arial"/>
              </a:rPr>
              <a:t>Diagram</a:t>
            </a:r>
            <a:endParaRPr sz="85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316791" y="3631558"/>
          <a:ext cx="3407410" cy="837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7840"/>
                <a:gridCol w="497840"/>
                <a:gridCol w="186690"/>
                <a:gridCol w="496570"/>
                <a:gridCol w="497840"/>
                <a:gridCol w="217805"/>
                <a:gridCol w="497205"/>
                <a:gridCol w="496570"/>
              </a:tblGrid>
              <a:tr h="13805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66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58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68580" indent="-200025">
                        <a:lnSpc>
                          <a:spcPct val="102400"/>
                        </a:lnSpc>
                      </a:pPr>
                      <a:r>
                        <a:rPr dirty="0" sz="850" spc="1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Block</a:t>
                      </a:r>
                      <a:r>
                        <a:rPr dirty="0" sz="850" spc="-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Definition </a:t>
                      </a:r>
                      <a:r>
                        <a:rPr dirty="0" sz="850" spc="-22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1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5590" marR="124460" indent="-144780">
                        <a:lnSpc>
                          <a:spcPct val="102400"/>
                        </a:lnSpc>
                      </a:pP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Internal</a:t>
                      </a:r>
                      <a:r>
                        <a:rPr dirty="0" sz="850" spc="-5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Block </a:t>
                      </a:r>
                      <a:r>
                        <a:rPr dirty="0" sz="850" spc="-220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dirty="0" sz="850" spc="10" b="1">
                          <a:latin typeface="Arial"/>
                          <a:cs typeface="Arial"/>
                        </a:rPr>
                        <a:t>Package</a:t>
                      </a:r>
                      <a:r>
                        <a:rPr dirty="0" sz="85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latin typeface="Arial"/>
                          <a:cs typeface="Arial"/>
                        </a:rPr>
                        <a:t>Diagram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2436367" y="5059934"/>
            <a:ext cx="1319530" cy="549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35"/>
              </a:spcBef>
            </a:pPr>
            <a:r>
              <a:rPr dirty="0" sz="1050" spc="15">
                <a:latin typeface="Arial MT"/>
                <a:cs typeface="Arial MT"/>
              </a:rPr>
              <a:t>Modified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from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25">
                <a:latin typeface="Arial MT"/>
                <a:cs typeface="Arial MT"/>
              </a:rPr>
              <a:t>UML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2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20">
                <a:latin typeface="Arial MT"/>
                <a:cs typeface="Arial MT"/>
              </a:rPr>
              <a:t>New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diagram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type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881695" y="5043995"/>
            <a:ext cx="402590" cy="215900"/>
            <a:chOff x="1881695" y="5043995"/>
            <a:chExt cx="402590" cy="215900"/>
          </a:xfrm>
        </p:grpSpPr>
        <p:sp>
          <p:nvSpPr>
            <p:cNvPr id="25" name="object 25"/>
            <p:cNvSpPr/>
            <p:nvPr/>
          </p:nvSpPr>
          <p:spPr>
            <a:xfrm>
              <a:off x="2276697" y="5058918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w="0" h="186054">
                  <a:moveTo>
                    <a:pt x="0" y="0"/>
                  </a:moveTo>
                  <a:lnTo>
                    <a:pt x="0" y="185927"/>
                  </a:lnTo>
                </a:path>
              </a:pathLst>
            </a:custGeom>
            <a:ln w="149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96605" y="5244846"/>
              <a:ext cx="372745" cy="15240"/>
            </a:xfrm>
            <a:custGeom>
              <a:avLst/>
              <a:gdLst/>
              <a:ahLst/>
              <a:cxnLst/>
              <a:rect l="l" t="t" r="r" b="b"/>
              <a:pathLst>
                <a:path w="372744" h="15239">
                  <a:moveTo>
                    <a:pt x="372618" y="0"/>
                  </a:moveTo>
                  <a:lnTo>
                    <a:pt x="0" y="0"/>
                  </a:lnTo>
                  <a:lnTo>
                    <a:pt x="0" y="14922"/>
                  </a:lnTo>
                  <a:lnTo>
                    <a:pt x="372618" y="14922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96617" y="5058918"/>
              <a:ext cx="372745" cy="186055"/>
            </a:xfrm>
            <a:custGeom>
              <a:avLst/>
              <a:gdLst/>
              <a:ahLst/>
              <a:cxnLst/>
              <a:rect l="l" t="t" r="r" b="b"/>
              <a:pathLst>
                <a:path w="372744" h="186054">
                  <a:moveTo>
                    <a:pt x="372618" y="185927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5927"/>
                  </a:lnTo>
                  <a:lnTo>
                    <a:pt x="372618" y="185927"/>
                  </a:lnTo>
                  <a:close/>
                </a:path>
              </a:pathLst>
            </a:custGeom>
            <a:ln w="29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1881695" y="5402897"/>
            <a:ext cx="402590" cy="216535"/>
            <a:chOff x="1881695" y="5402897"/>
            <a:chExt cx="402590" cy="216535"/>
          </a:xfrm>
        </p:grpSpPr>
        <p:sp>
          <p:nvSpPr>
            <p:cNvPr id="29" name="object 29"/>
            <p:cNvSpPr/>
            <p:nvPr/>
          </p:nvSpPr>
          <p:spPr>
            <a:xfrm>
              <a:off x="2276697" y="5417820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w="0" h="186689">
                  <a:moveTo>
                    <a:pt x="0" y="0"/>
                  </a:moveTo>
                  <a:lnTo>
                    <a:pt x="0" y="186689"/>
                  </a:lnTo>
                </a:path>
              </a:pathLst>
            </a:custGeom>
            <a:ln w="14922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896605" y="5604522"/>
              <a:ext cx="372745" cy="15240"/>
            </a:xfrm>
            <a:custGeom>
              <a:avLst/>
              <a:gdLst/>
              <a:ahLst/>
              <a:cxnLst/>
              <a:rect l="l" t="t" r="r" b="b"/>
              <a:pathLst>
                <a:path w="372744" h="15239">
                  <a:moveTo>
                    <a:pt x="372618" y="0"/>
                  </a:moveTo>
                  <a:lnTo>
                    <a:pt x="0" y="0"/>
                  </a:lnTo>
                  <a:lnTo>
                    <a:pt x="0" y="14922"/>
                  </a:lnTo>
                  <a:lnTo>
                    <a:pt x="372618" y="14922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96617" y="5417820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lnTo>
                    <a:pt x="372618" y="0"/>
                  </a:lnTo>
                </a:path>
              </a:pathLst>
            </a:custGeom>
            <a:ln w="29845">
              <a:solidFill>
                <a:srgbClr val="FF00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6950830" y="4452232"/>
            <a:ext cx="120014" cy="251460"/>
            <a:chOff x="6950830" y="4452232"/>
            <a:chExt cx="120014" cy="251460"/>
          </a:xfrm>
        </p:grpSpPr>
        <p:sp>
          <p:nvSpPr>
            <p:cNvPr id="33" name="object 33"/>
            <p:cNvSpPr/>
            <p:nvPr/>
          </p:nvSpPr>
          <p:spPr>
            <a:xfrm>
              <a:off x="7010400" y="4628387"/>
              <a:ext cx="0" cy="74930"/>
            </a:xfrm>
            <a:custGeom>
              <a:avLst/>
              <a:gdLst/>
              <a:ahLst/>
              <a:cxnLst/>
              <a:rect l="l" t="t" r="r" b="b"/>
              <a:pathLst>
                <a:path w="0" h="74929">
                  <a:moveTo>
                    <a:pt x="0" y="74675"/>
                  </a:move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952488" y="4453889"/>
              <a:ext cx="116839" cy="174625"/>
            </a:xfrm>
            <a:custGeom>
              <a:avLst/>
              <a:gdLst/>
              <a:ahLst/>
              <a:cxnLst/>
              <a:rect l="l" t="t" r="r" b="b"/>
              <a:pathLst>
                <a:path w="116840" h="174625">
                  <a:moveTo>
                    <a:pt x="116585" y="174498"/>
                  </a:moveTo>
                  <a:lnTo>
                    <a:pt x="57911" y="0"/>
                  </a:lnTo>
                  <a:lnTo>
                    <a:pt x="0" y="174498"/>
                  </a:lnTo>
                  <a:lnTo>
                    <a:pt x="116585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884548" y="2586856"/>
            <a:ext cx="6185535" cy="1371600"/>
            <a:chOff x="884548" y="2586856"/>
            <a:chExt cx="6185535" cy="1371600"/>
          </a:xfrm>
        </p:grpSpPr>
        <p:sp>
          <p:nvSpPr>
            <p:cNvPr id="36" name="object 36"/>
            <p:cNvSpPr/>
            <p:nvPr/>
          </p:nvSpPr>
          <p:spPr>
            <a:xfrm>
              <a:off x="5005578" y="2762250"/>
              <a:ext cx="0" cy="200025"/>
            </a:xfrm>
            <a:custGeom>
              <a:avLst/>
              <a:gdLst/>
              <a:ahLst/>
              <a:cxnLst/>
              <a:rect l="l" t="t" r="r" b="b"/>
              <a:pathLst>
                <a:path w="0" h="200025">
                  <a:moveTo>
                    <a:pt x="0" y="199644"/>
                  </a:move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47666" y="2588513"/>
              <a:ext cx="116205" cy="173990"/>
            </a:xfrm>
            <a:custGeom>
              <a:avLst/>
              <a:gdLst/>
              <a:ahLst/>
              <a:cxnLst/>
              <a:rect l="l" t="t" r="r" b="b"/>
              <a:pathLst>
                <a:path w="116204" h="173989">
                  <a:moveTo>
                    <a:pt x="115824" y="173736"/>
                  </a:moveTo>
                  <a:lnTo>
                    <a:pt x="57912" y="0"/>
                  </a:lnTo>
                  <a:lnTo>
                    <a:pt x="0" y="173736"/>
                  </a:lnTo>
                  <a:lnTo>
                    <a:pt x="115824" y="173736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005578" y="2762250"/>
              <a:ext cx="2004060" cy="200025"/>
            </a:xfrm>
            <a:custGeom>
              <a:avLst/>
              <a:gdLst/>
              <a:ahLst/>
              <a:cxnLst/>
              <a:rect l="l" t="t" r="r" b="b"/>
              <a:pathLst>
                <a:path w="2004059" h="200025">
                  <a:moveTo>
                    <a:pt x="2004060" y="199643"/>
                  </a:moveTo>
                  <a:lnTo>
                    <a:pt x="2004060" y="12953"/>
                  </a:lnTo>
                  <a:lnTo>
                    <a:pt x="0" y="12953"/>
                  </a:ln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947666" y="2588513"/>
              <a:ext cx="116205" cy="173990"/>
            </a:xfrm>
            <a:custGeom>
              <a:avLst/>
              <a:gdLst/>
              <a:ahLst/>
              <a:cxnLst/>
              <a:rect l="l" t="t" r="r" b="b"/>
              <a:pathLst>
                <a:path w="116204" h="173989">
                  <a:moveTo>
                    <a:pt x="115824" y="173736"/>
                  </a:moveTo>
                  <a:lnTo>
                    <a:pt x="57912" y="0"/>
                  </a:lnTo>
                  <a:lnTo>
                    <a:pt x="0" y="173736"/>
                  </a:lnTo>
                  <a:lnTo>
                    <a:pt x="115824" y="173736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766821" y="2762250"/>
              <a:ext cx="2239010" cy="200025"/>
            </a:xfrm>
            <a:custGeom>
              <a:avLst/>
              <a:gdLst/>
              <a:ahLst/>
              <a:cxnLst/>
              <a:rect l="l" t="t" r="r" b="b"/>
              <a:pathLst>
                <a:path w="2239010" h="200025">
                  <a:moveTo>
                    <a:pt x="0" y="199644"/>
                  </a:moveTo>
                  <a:lnTo>
                    <a:pt x="0" y="12954"/>
                  </a:lnTo>
                  <a:lnTo>
                    <a:pt x="2238756" y="12954"/>
                  </a:lnTo>
                  <a:lnTo>
                    <a:pt x="2238756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947666" y="2588513"/>
              <a:ext cx="116205" cy="173990"/>
            </a:xfrm>
            <a:custGeom>
              <a:avLst/>
              <a:gdLst/>
              <a:ahLst/>
              <a:cxnLst/>
              <a:rect l="l" t="t" r="r" b="b"/>
              <a:pathLst>
                <a:path w="116204" h="173989">
                  <a:moveTo>
                    <a:pt x="115824" y="173736"/>
                  </a:moveTo>
                  <a:lnTo>
                    <a:pt x="57912" y="0"/>
                  </a:lnTo>
                  <a:lnTo>
                    <a:pt x="0" y="173736"/>
                  </a:lnTo>
                  <a:lnTo>
                    <a:pt x="115824" y="173736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951725" y="3458718"/>
              <a:ext cx="116839" cy="174625"/>
            </a:xfrm>
            <a:custGeom>
              <a:avLst/>
              <a:gdLst/>
              <a:ahLst/>
              <a:cxnLst/>
              <a:rect l="l" t="t" r="r" b="b"/>
              <a:pathLst>
                <a:path w="116840" h="174625">
                  <a:moveTo>
                    <a:pt x="116585" y="174498"/>
                  </a:moveTo>
                  <a:lnTo>
                    <a:pt x="57911" y="0"/>
                  </a:lnTo>
                  <a:lnTo>
                    <a:pt x="0" y="174498"/>
                  </a:lnTo>
                  <a:lnTo>
                    <a:pt x="116585" y="174498"/>
                  </a:lnTo>
                </a:path>
                <a:path w="116840" h="174625">
                  <a:moveTo>
                    <a:pt x="116585" y="174498"/>
                  </a:moveTo>
                  <a:lnTo>
                    <a:pt x="57911" y="0"/>
                  </a:lnTo>
                  <a:lnTo>
                    <a:pt x="0" y="174498"/>
                  </a:lnTo>
                  <a:lnTo>
                    <a:pt x="116585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766822" y="3633216"/>
              <a:ext cx="1865630" cy="323215"/>
            </a:xfrm>
            <a:custGeom>
              <a:avLst/>
              <a:gdLst/>
              <a:ahLst/>
              <a:cxnLst/>
              <a:rect l="l" t="t" r="r" b="b"/>
              <a:pathLst>
                <a:path w="1865629" h="323214">
                  <a:moveTo>
                    <a:pt x="1865376" y="323088"/>
                  </a:moveTo>
                  <a:lnTo>
                    <a:pt x="1865376" y="136397"/>
                  </a:lnTo>
                  <a:lnTo>
                    <a:pt x="0" y="136398"/>
                  </a:ln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708909" y="3458718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766822" y="3633216"/>
              <a:ext cx="638175" cy="323215"/>
            </a:xfrm>
            <a:custGeom>
              <a:avLst/>
              <a:gdLst/>
              <a:ahLst/>
              <a:cxnLst/>
              <a:rect l="l" t="t" r="r" b="b"/>
              <a:pathLst>
                <a:path w="638175" h="323214">
                  <a:moveTo>
                    <a:pt x="637794" y="323088"/>
                  </a:moveTo>
                  <a:lnTo>
                    <a:pt x="637794" y="136397"/>
                  </a:lnTo>
                  <a:lnTo>
                    <a:pt x="0" y="136398"/>
                  </a:lnTo>
                  <a:lnTo>
                    <a:pt x="0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708909" y="3458718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86205" y="3633216"/>
              <a:ext cx="1880870" cy="323215"/>
            </a:xfrm>
            <a:custGeom>
              <a:avLst/>
              <a:gdLst/>
              <a:ahLst/>
              <a:cxnLst/>
              <a:rect l="l" t="t" r="r" b="b"/>
              <a:pathLst>
                <a:path w="1880870" h="323214">
                  <a:moveTo>
                    <a:pt x="0" y="323088"/>
                  </a:moveTo>
                  <a:lnTo>
                    <a:pt x="0" y="136397"/>
                  </a:lnTo>
                  <a:lnTo>
                    <a:pt x="1880616" y="136397"/>
                  </a:lnTo>
                  <a:lnTo>
                    <a:pt x="1880616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708909" y="3458718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951725" y="3458718"/>
              <a:ext cx="116839" cy="174625"/>
            </a:xfrm>
            <a:custGeom>
              <a:avLst/>
              <a:gdLst/>
              <a:ahLst/>
              <a:cxnLst/>
              <a:rect l="l" t="t" r="r" b="b"/>
              <a:pathLst>
                <a:path w="116840" h="174625">
                  <a:moveTo>
                    <a:pt x="116585" y="174498"/>
                  </a:moveTo>
                  <a:lnTo>
                    <a:pt x="57911" y="0"/>
                  </a:lnTo>
                  <a:lnTo>
                    <a:pt x="0" y="174498"/>
                  </a:lnTo>
                  <a:lnTo>
                    <a:pt x="116585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145029" y="3633216"/>
              <a:ext cx="622300" cy="323215"/>
            </a:xfrm>
            <a:custGeom>
              <a:avLst/>
              <a:gdLst/>
              <a:ahLst/>
              <a:cxnLst/>
              <a:rect l="l" t="t" r="r" b="b"/>
              <a:pathLst>
                <a:path w="622300" h="323214">
                  <a:moveTo>
                    <a:pt x="0" y="323088"/>
                  </a:moveTo>
                  <a:lnTo>
                    <a:pt x="0" y="136397"/>
                  </a:lnTo>
                  <a:lnTo>
                    <a:pt x="621792" y="136397"/>
                  </a:lnTo>
                  <a:lnTo>
                    <a:pt x="621792" y="0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08909" y="3458718"/>
              <a:ext cx="116205" cy="174625"/>
            </a:xfrm>
            <a:custGeom>
              <a:avLst/>
              <a:gdLst/>
              <a:ahLst/>
              <a:cxnLst/>
              <a:rect l="l" t="t" r="r" b="b"/>
              <a:pathLst>
                <a:path w="116205" h="174625">
                  <a:moveTo>
                    <a:pt x="115824" y="174498"/>
                  </a:moveTo>
                  <a:lnTo>
                    <a:pt x="57912" y="0"/>
                  </a:lnTo>
                  <a:lnTo>
                    <a:pt x="0" y="174498"/>
                  </a:lnTo>
                  <a:lnTo>
                    <a:pt x="115824" y="174498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2448560" y="4704079"/>
            <a:ext cx="1016000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20">
                <a:latin typeface="Arial MT"/>
                <a:cs typeface="Arial MT"/>
              </a:rPr>
              <a:t>Same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15">
                <a:latin typeface="Arial MT"/>
                <a:cs typeface="Arial MT"/>
              </a:rPr>
              <a:t>as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25">
                <a:latin typeface="Arial MT"/>
                <a:cs typeface="Arial MT"/>
              </a:rPr>
              <a:t>UML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2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894960" y="4718170"/>
            <a:ext cx="376555" cy="190500"/>
            <a:chOff x="1894960" y="4718170"/>
            <a:chExt cx="376555" cy="190500"/>
          </a:xfrm>
        </p:grpSpPr>
        <p:sp>
          <p:nvSpPr>
            <p:cNvPr id="54" name="object 54"/>
            <p:cNvSpPr/>
            <p:nvPr/>
          </p:nvSpPr>
          <p:spPr>
            <a:xfrm>
              <a:off x="1896617" y="4719827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0"/>
                  </a:moveTo>
                  <a:lnTo>
                    <a:pt x="372618" y="186689"/>
                  </a:lnTo>
                </a:path>
                <a:path w="372744" h="186689">
                  <a:moveTo>
                    <a:pt x="0" y="186689"/>
                  </a:moveTo>
                  <a:lnTo>
                    <a:pt x="372618" y="186689"/>
                  </a:lnTo>
                </a:path>
                <a:path w="372744" h="186689">
                  <a:moveTo>
                    <a:pt x="0" y="186689"/>
                  </a:moveTo>
                  <a:lnTo>
                    <a:pt x="372618" y="186689"/>
                  </a:lnTo>
                </a:path>
                <a:path w="372744" h="186689">
                  <a:moveTo>
                    <a:pt x="0" y="186689"/>
                  </a:moveTo>
                  <a:lnTo>
                    <a:pt x="372618" y="186689"/>
                  </a:lnTo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896617" y="4719827"/>
              <a:ext cx="372745" cy="186690"/>
            </a:xfrm>
            <a:custGeom>
              <a:avLst/>
              <a:gdLst/>
              <a:ahLst/>
              <a:cxnLst/>
              <a:rect l="l" t="t" r="r" b="b"/>
              <a:pathLst>
                <a:path w="372744" h="186689">
                  <a:moveTo>
                    <a:pt x="372618" y="186689"/>
                  </a:moveTo>
                  <a:lnTo>
                    <a:pt x="372618" y="0"/>
                  </a:lnTo>
                  <a:lnTo>
                    <a:pt x="0" y="0"/>
                  </a:lnTo>
                  <a:lnTo>
                    <a:pt x="0" y="186689"/>
                  </a:lnTo>
                  <a:lnTo>
                    <a:pt x="372618" y="186689"/>
                  </a:lnTo>
                  <a:close/>
                </a:path>
              </a:pathLst>
            </a:custGeom>
            <a:ln w="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45078" y="411734"/>
            <a:ext cx="1748789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Allocations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64540" y="1493011"/>
            <a:ext cx="7453630" cy="4268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Represent general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relationships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that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map one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model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element to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another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Different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types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allocation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are: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Behavioral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(i.e.,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function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 component)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Structural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(i.e.,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logical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 physical)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Software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Hardware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75"/>
              </a:spcBef>
              <a:tabLst>
                <a:tab pos="755015" algn="l"/>
              </a:tabLst>
            </a:pPr>
            <a:r>
              <a:rPr dirty="0" sz="2000" spc="-5">
                <a:solidFill>
                  <a:srgbClr val="010000"/>
                </a:solidFill>
                <a:latin typeface="Arial MT"/>
                <a:cs typeface="Arial MT"/>
              </a:rPr>
              <a:t>–	</a:t>
            </a:r>
            <a:r>
              <a:rPr dirty="0" sz="2000" spc="-5">
                <a:latin typeface="Arial MT"/>
                <a:cs typeface="Arial MT"/>
              </a:rPr>
              <a:t>….</a:t>
            </a:r>
            <a:endParaRPr sz="2000">
              <a:latin typeface="Arial MT"/>
              <a:cs typeface="Arial MT"/>
            </a:endParaRPr>
          </a:p>
          <a:p>
            <a:pPr marL="355600" marR="298450" indent="-342900">
              <a:lnSpc>
                <a:spcPct val="100000"/>
              </a:lnSpc>
              <a:spcBef>
                <a:spcPts val="57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Explicit allocation of activities </a:t>
            </a:r>
            <a:r>
              <a:rPr dirty="0" sz="2400">
                <a:latin typeface="Arial MT"/>
                <a:cs typeface="Arial MT"/>
              </a:rPr>
              <a:t>to </a:t>
            </a:r>
            <a:r>
              <a:rPr dirty="0" sz="2400" spc="-5">
                <a:latin typeface="Arial MT"/>
                <a:cs typeface="Arial MT"/>
              </a:rPr>
              <a:t>structure via swim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lanes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(i.e.,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activity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partitions)</a:t>
            </a:r>
            <a:endParaRPr sz="2400">
              <a:latin typeface="Arial MT"/>
              <a:cs typeface="Arial MT"/>
            </a:endParaRPr>
          </a:p>
          <a:p>
            <a:pPr marL="355600" marR="81915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Both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graphical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and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tabular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representations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are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specified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6535" marR="5080" indent="59690">
              <a:lnSpc>
                <a:spcPct val="100000"/>
              </a:lnSpc>
              <a:spcBef>
                <a:spcPts val="100"/>
              </a:spcBef>
            </a:pPr>
            <a:r>
              <a:rPr dirty="0"/>
              <a:t>Different Allocation Representations </a:t>
            </a:r>
            <a:r>
              <a:rPr dirty="0" spc="-765"/>
              <a:t> </a:t>
            </a:r>
            <a:r>
              <a:rPr dirty="0"/>
              <a:t>(Tabular</a:t>
            </a:r>
            <a:r>
              <a:rPr dirty="0" spc="-20"/>
              <a:t> </a:t>
            </a:r>
            <a:r>
              <a:rPr dirty="0"/>
              <a:t>Representation</a:t>
            </a:r>
            <a:r>
              <a:rPr dirty="0" spc="-25"/>
              <a:t> </a:t>
            </a:r>
            <a:r>
              <a:rPr dirty="0"/>
              <a:t>Not</a:t>
            </a:r>
            <a:r>
              <a:rPr dirty="0" spc="-20"/>
              <a:t> </a:t>
            </a:r>
            <a:r>
              <a:rPr dirty="0"/>
              <a:t>Shown)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4145" y="3077972"/>
            <a:ext cx="205867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0014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A03033"/>
                </a:solidFill>
                <a:latin typeface="Tahoma"/>
                <a:cs typeface="Tahoma"/>
              </a:rPr>
              <a:t>Explicit Allocation of </a:t>
            </a:r>
            <a:r>
              <a:rPr dirty="0" sz="1600" spc="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Action</a:t>
            </a:r>
            <a:r>
              <a:rPr dirty="0" sz="1600" spc="-2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to</a:t>
            </a:r>
            <a:r>
              <a:rPr dirty="0" sz="1600" spc="-1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A03033"/>
                </a:solidFill>
                <a:latin typeface="Tahoma"/>
                <a:cs typeface="Tahoma"/>
              </a:rPr>
              <a:t>Part </a:t>
            </a:r>
            <a:r>
              <a:rPr dirty="0" sz="1600" spc="-10">
                <a:solidFill>
                  <a:srgbClr val="A03033"/>
                </a:solidFill>
                <a:latin typeface="Tahoma"/>
                <a:cs typeface="Tahoma"/>
              </a:rPr>
              <a:t>Property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1010" y="3173188"/>
            <a:ext cx="187198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Allocate</a:t>
            </a:r>
            <a:r>
              <a:rPr dirty="0" sz="1600" spc="-4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A03033"/>
                </a:solidFill>
                <a:latin typeface="Tahoma"/>
                <a:cs typeface="Tahoma"/>
              </a:rPr>
              <a:t>Relationship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14462" y="5802017"/>
            <a:ext cx="146050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A03033"/>
                </a:solidFill>
                <a:latin typeface="Tahoma"/>
                <a:cs typeface="Tahoma"/>
              </a:rPr>
              <a:t>Callout</a:t>
            </a:r>
            <a:r>
              <a:rPr dirty="0" sz="1600" spc="-8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Notation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0567" y="5821142"/>
            <a:ext cx="207200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A03033"/>
                </a:solidFill>
                <a:latin typeface="Tahoma"/>
                <a:cs typeface="Tahoma"/>
              </a:rPr>
              <a:t>Compartment</a:t>
            </a:r>
            <a:r>
              <a:rPr dirty="0" sz="1600" spc="-7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Notation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98042" y="4100321"/>
            <a:ext cx="2402205" cy="1532890"/>
          </a:xfrm>
          <a:custGeom>
            <a:avLst/>
            <a:gdLst/>
            <a:ahLst/>
            <a:cxnLst/>
            <a:rect l="l" t="t" r="r" b="b"/>
            <a:pathLst>
              <a:path w="2402204" h="1532889">
                <a:moveTo>
                  <a:pt x="2402065" y="1527060"/>
                </a:moveTo>
                <a:lnTo>
                  <a:pt x="2401824" y="1527060"/>
                </a:lnTo>
                <a:lnTo>
                  <a:pt x="2401824" y="384822"/>
                </a:lnTo>
                <a:lnTo>
                  <a:pt x="2401824" y="2298"/>
                </a:lnTo>
                <a:lnTo>
                  <a:pt x="2401062" y="0"/>
                </a:lnTo>
                <a:lnTo>
                  <a:pt x="2398014" y="0"/>
                </a:lnTo>
                <a:lnTo>
                  <a:pt x="2397252" y="12"/>
                </a:lnTo>
                <a:lnTo>
                  <a:pt x="2397252" y="4584"/>
                </a:lnTo>
                <a:lnTo>
                  <a:pt x="2397252" y="382536"/>
                </a:lnTo>
                <a:lnTo>
                  <a:pt x="2397252" y="387108"/>
                </a:lnTo>
                <a:lnTo>
                  <a:pt x="2397252" y="1527060"/>
                </a:lnTo>
                <a:lnTo>
                  <a:pt x="4572" y="1527060"/>
                </a:lnTo>
                <a:lnTo>
                  <a:pt x="4572" y="387108"/>
                </a:lnTo>
                <a:lnTo>
                  <a:pt x="2397252" y="387108"/>
                </a:lnTo>
                <a:lnTo>
                  <a:pt x="2397252" y="382536"/>
                </a:lnTo>
                <a:lnTo>
                  <a:pt x="4572" y="382536"/>
                </a:lnTo>
                <a:lnTo>
                  <a:pt x="4572" y="4584"/>
                </a:lnTo>
                <a:lnTo>
                  <a:pt x="2397252" y="4584"/>
                </a:lnTo>
                <a:lnTo>
                  <a:pt x="2397252" y="12"/>
                </a:lnTo>
                <a:lnTo>
                  <a:pt x="2286" y="12"/>
                </a:lnTo>
                <a:lnTo>
                  <a:pt x="762" y="774"/>
                </a:lnTo>
                <a:lnTo>
                  <a:pt x="0" y="2298"/>
                </a:lnTo>
                <a:lnTo>
                  <a:pt x="0" y="384822"/>
                </a:lnTo>
                <a:lnTo>
                  <a:pt x="0" y="1529346"/>
                </a:lnTo>
                <a:lnTo>
                  <a:pt x="495" y="1530337"/>
                </a:lnTo>
                <a:lnTo>
                  <a:pt x="495" y="1531061"/>
                </a:lnTo>
                <a:lnTo>
                  <a:pt x="1143" y="1531061"/>
                </a:lnTo>
                <a:lnTo>
                  <a:pt x="1765" y="1531378"/>
                </a:lnTo>
                <a:lnTo>
                  <a:pt x="1765" y="1531632"/>
                </a:lnTo>
                <a:lnTo>
                  <a:pt x="2286" y="1531632"/>
                </a:lnTo>
                <a:lnTo>
                  <a:pt x="4572" y="1531632"/>
                </a:lnTo>
                <a:lnTo>
                  <a:pt x="2397252" y="1531632"/>
                </a:lnTo>
                <a:lnTo>
                  <a:pt x="2397252" y="1532382"/>
                </a:lnTo>
                <a:lnTo>
                  <a:pt x="2401824" y="1532382"/>
                </a:lnTo>
                <a:lnTo>
                  <a:pt x="2401824" y="1531632"/>
                </a:lnTo>
                <a:lnTo>
                  <a:pt x="2402065" y="1531632"/>
                </a:lnTo>
                <a:lnTo>
                  <a:pt x="2402065" y="1527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37257" y="4087621"/>
            <a:ext cx="824230" cy="361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9065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«block» 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Block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Name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73810" y="4663439"/>
            <a:ext cx="2066289" cy="815340"/>
            <a:chOff x="1273810" y="4663439"/>
            <a:chExt cx="2066289" cy="815340"/>
          </a:xfrm>
        </p:grpSpPr>
        <p:sp>
          <p:nvSpPr>
            <p:cNvPr id="11" name="object 11"/>
            <p:cNvSpPr/>
            <p:nvPr/>
          </p:nvSpPr>
          <p:spPr>
            <a:xfrm>
              <a:off x="1273810" y="4663452"/>
              <a:ext cx="2066289" cy="815340"/>
            </a:xfrm>
            <a:custGeom>
              <a:avLst/>
              <a:gdLst/>
              <a:ahLst/>
              <a:cxnLst/>
              <a:rect l="l" t="t" r="r" b="b"/>
              <a:pathLst>
                <a:path w="2066289" h="815339">
                  <a:moveTo>
                    <a:pt x="2066290" y="812279"/>
                  </a:moveTo>
                  <a:lnTo>
                    <a:pt x="2066023" y="812279"/>
                  </a:lnTo>
                  <a:lnTo>
                    <a:pt x="2066023" y="2286"/>
                  </a:lnTo>
                  <a:lnTo>
                    <a:pt x="2065261" y="762"/>
                  </a:lnTo>
                  <a:lnTo>
                    <a:pt x="2063737" y="0"/>
                  </a:lnTo>
                  <a:lnTo>
                    <a:pt x="2062213" y="762"/>
                  </a:lnTo>
                  <a:lnTo>
                    <a:pt x="2061451" y="2286"/>
                  </a:lnTo>
                  <a:lnTo>
                    <a:pt x="2061451" y="812279"/>
                  </a:lnTo>
                  <a:lnTo>
                    <a:pt x="2540" y="812279"/>
                  </a:lnTo>
                  <a:lnTo>
                    <a:pt x="2540" y="810310"/>
                  </a:lnTo>
                  <a:lnTo>
                    <a:pt x="1270" y="810310"/>
                  </a:lnTo>
                  <a:lnTo>
                    <a:pt x="1270" y="811517"/>
                  </a:lnTo>
                  <a:lnTo>
                    <a:pt x="0" y="811517"/>
                  </a:lnTo>
                  <a:lnTo>
                    <a:pt x="0" y="813041"/>
                  </a:lnTo>
                  <a:lnTo>
                    <a:pt x="1270" y="813041"/>
                  </a:lnTo>
                  <a:lnTo>
                    <a:pt x="1270" y="814247"/>
                  </a:lnTo>
                  <a:lnTo>
                    <a:pt x="2540" y="814247"/>
                  </a:lnTo>
                  <a:lnTo>
                    <a:pt x="2540" y="814565"/>
                  </a:lnTo>
                  <a:lnTo>
                    <a:pt x="2061451" y="814565"/>
                  </a:lnTo>
                  <a:lnTo>
                    <a:pt x="2061451" y="815340"/>
                  </a:lnTo>
                  <a:lnTo>
                    <a:pt x="2066023" y="815340"/>
                  </a:lnTo>
                  <a:lnTo>
                    <a:pt x="2066023" y="814565"/>
                  </a:lnTo>
                  <a:lnTo>
                    <a:pt x="2066290" y="814565"/>
                  </a:lnTo>
                  <a:lnTo>
                    <a:pt x="2066290" y="8122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76349" y="5026151"/>
              <a:ext cx="2061210" cy="449580"/>
            </a:xfrm>
            <a:custGeom>
              <a:avLst/>
              <a:gdLst/>
              <a:ahLst/>
              <a:cxnLst/>
              <a:rect l="l" t="t" r="r" b="b"/>
              <a:pathLst>
                <a:path w="2061210" h="449579">
                  <a:moveTo>
                    <a:pt x="2061210" y="449579"/>
                  </a:moveTo>
                  <a:lnTo>
                    <a:pt x="2061209" y="0"/>
                  </a:lnTo>
                  <a:lnTo>
                    <a:pt x="0" y="0"/>
                  </a:lnTo>
                  <a:lnTo>
                    <a:pt x="0" y="449579"/>
                  </a:lnTo>
                  <a:lnTo>
                    <a:pt x="2061210" y="449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74064" y="5023865"/>
              <a:ext cx="2066289" cy="454659"/>
            </a:xfrm>
            <a:custGeom>
              <a:avLst/>
              <a:gdLst/>
              <a:ahLst/>
              <a:cxnLst/>
              <a:rect l="l" t="t" r="r" b="b"/>
              <a:pathLst>
                <a:path w="2066289" h="454660">
                  <a:moveTo>
                    <a:pt x="2065782" y="451866"/>
                  </a:moveTo>
                  <a:lnTo>
                    <a:pt x="2065782" y="2285"/>
                  </a:lnTo>
                  <a:lnTo>
                    <a:pt x="2065020" y="761"/>
                  </a:lnTo>
                  <a:lnTo>
                    <a:pt x="2063495" y="0"/>
                  </a:lnTo>
                  <a:lnTo>
                    <a:pt x="2286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451866"/>
                  </a:lnTo>
                  <a:lnTo>
                    <a:pt x="762" y="453390"/>
                  </a:lnTo>
                  <a:lnTo>
                    <a:pt x="2286" y="454152"/>
                  </a:lnTo>
                  <a:lnTo>
                    <a:pt x="2286" y="4572"/>
                  </a:lnTo>
                  <a:lnTo>
                    <a:pt x="5333" y="2286"/>
                  </a:lnTo>
                  <a:lnTo>
                    <a:pt x="5333" y="4572"/>
                  </a:lnTo>
                  <a:lnTo>
                    <a:pt x="2061210" y="4571"/>
                  </a:lnTo>
                  <a:lnTo>
                    <a:pt x="2061210" y="2285"/>
                  </a:lnTo>
                  <a:lnTo>
                    <a:pt x="2063495" y="4571"/>
                  </a:lnTo>
                  <a:lnTo>
                    <a:pt x="2063495" y="454152"/>
                  </a:lnTo>
                  <a:lnTo>
                    <a:pt x="2065020" y="453390"/>
                  </a:lnTo>
                  <a:lnTo>
                    <a:pt x="2065782" y="451866"/>
                  </a:lnTo>
                  <a:close/>
                </a:path>
                <a:path w="2066289" h="454660">
                  <a:moveTo>
                    <a:pt x="5333" y="4572"/>
                  </a:moveTo>
                  <a:lnTo>
                    <a:pt x="5333" y="2286"/>
                  </a:lnTo>
                  <a:lnTo>
                    <a:pt x="2286" y="4572"/>
                  </a:lnTo>
                  <a:lnTo>
                    <a:pt x="5333" y="4572"/>
                  </a:lnTo>
                  <a:close/>
                </a:path>
                <a:path w="2066289" h="454660">
                  <a:moveTo>
                    <a:pt x="5333" y="449580"/>
                  </a:moveTo>
                  <a:lnTo>
                    <a:pt x="5333" y="4572"/>
                  </a:lnTo>
                  <a:lnTo>
                    <a:pt x="2286" y="4572"/>
                  </a:lnTo>
                  <a:lnTo>
                    <a:pt x="2286" y="449580"/>
                  </a:lnTo>
                  <a:lnTo>
                    <a:pt x="5333" y="449580"/>
                  </a:lnTo>
                  <a:close/>
                </a:path>
                <a:path w="2066289" h="454660">
                  <a:moveTo>
                    <a:pt x="2063495" y="449580"/>
                  </a:moveTo>
                  <a:lnTo>
                    <a:pt x="2286" y="449580"/>
                  </a:lnTo>
                  <a:lnTo>
                    <a:pt x="5333" y="451866"/>
                  </a:lnTo>
                  <a:lnTo>
                    <a:pt x="5333" y="454152"/>
                  </a:lnTo>
                  <a:lnTo>
                    <a:pt x="2061210" y="454152"/>
                  </a:lnTo>
                  <a:lnTo>
                    <a:pt x="2061210" y="451866"/>
                  </a:lnTo>
                  <a:lnTo>
                    <a:pt x="2063495" y="449580"/>
                  </a:lnTo>
                  <a:close/>
                </a:path>
                <a:path w="2066289" h="454660">
                  <a:moveTo>
                    <a:pt x="5333" y="454152"/>
                  </a:moveTo>
                  <a:lnTo>
                    <a:pt x="5333" y="451866"/>
                  </a:lnTo>
                  <a:lnTo>
                    <a:pt x="2286" y="449580"/>
                  </a:lnTo>
                  <a:lnTo>
                    <a:pt x="2286" y="454152"/>
                  </a:lnTo>
                  <a:lnTo>
                    <a:pt x="5333" y="454152"/>
                  </a:lnTo>
                  <a:close/>
                </a:path>
                <a:path w="2066289" h="454660">
                  <a:moveTo>
                    <a:pt x="2063495" y="4571"/>
                  </a:moveTo>
                  <a:lnTo>
                    <a:pt x="2061210" y="2285"/>
                  </a:lnTo>
                  <a:lnTo>
                    <a:pt x="2061210" y="4571"/>
                  </a:lnTo>
                  <a:lnTo>
                    <a:pt x="2063495" y="4571"/>
                  </a:lnTo>
                  <a:close/>
                </a:path>
                <a:path w="2066289" h="454660">
                  <a:moveTo>
                    <a:pt x="2063495" y="449580"/>
                  </a:moveTo>
                  <a:lnTo>
                    <a:pt x="2063495" y="4571"/>
                  </a:lnTo>
                  <a:lnTo>
                    <a:pt x="2061210" y="4571"/>
                  </a:lnTo>
                  <a:lnTo>
                    <a:pt x="2061210" y="449580"/>
                  </a:lnTo>
                  <a:lnTo>
                    <a:pt x="2063495" y="449580"/>
                  </a:lnTo>
                  <a:close/>
                </a:path>
                <a:path w="2066289" h="454660">
                  <a:moveTo>
                    <a:pt x="2063495" y="454152"/>
                  </a:moveTo>
                  <a:lnTo>
                    <a:pt x="2063495" y="449580"/>
                  </a:lnTo>
                  <a:lnTo>
                    <a:pt x="2061210" y="451866"/>
                  </a:lnTo>
                  <a:lnTo>
                    <a:pt x="2061210" y="454152"/>
                  </a:lnTo>
                  <a:lnTo>
                    <a:pt x="2063495" y="454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76349" y="4665725"/>
              <a:ext cx="2061210" cy="360680"/>
            </a:xfrm>
            <a:custGeom>
              <a:avLst/>
              <a:gdLst/>
              <a:ahLst/>
              <a:cxnLst/>
              <a:rect l="l" t="t" r="r" b="b"/>
              <a:pathLst>
                <a:path w="2061210" h="360679">
                  <a:moveTo>
                    <a:pt x="2061209" y="360425"/>
                  </a:moveTo>
                  <a:lnTo>
                    <a:pt x="2061209" y="0"/>
                  </a:lnTo>
                  <a:lnTo>
                    <a:pt x="0" y="0"/>
                  </a:lnTo>
                  <a:lnTo>
                    <a:pt x="0" y="360425"/>
                  </a:lnTo>
                  <a:lnTo>
                    <a:pt x="2061209" y="3604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74063" y="4663439"/>
              <a:ext cx="2066289" cy="814705"/>
            </a:xfrm>
            <a:custGeom>
              <a:avLst/>
              <a:gdLst/>
              <a:ahLst/>
              <a:cxnLst/>
              <a:rect l="l" t="t" r="r" b="b"/>
              <a:pathLst>
                <a:path w="2066289" h="814704">
                  <a:moveTo>
                    <a:pt x="2065782" y="362712"/>
                  </a:moveTo>
                  <a:lnTo>
                    <a:pt x="2065782" y="2286"/>
                  </a:lnTo>
                  <a:lnTo>
                    <a:pt x="2065020" y="762"/>
                  </a:lnTo>
                  <a:lnTo>
                    <a:pt x="2063496" y="0"/>
                  </a:lnTo>
                  <a:lnTo>
                    <a:pt x="2286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362712"/>
                  </a:lnTo>
                  <a:lnTo>
                    <a:pt x="762" y="364998"/>
                  </a:lnTo>
                  <a:lnTo>
                    <a:pt x="2286" y="364998"/>
                  </a:lnTo>
                  <a:lnTo>
                    <a:pt x="2286" y="5334"/>
                  </a:lnTo>
                  <a:lnTo>
                    <a:pt x="5334" y="2286"/>
                  </a:lnTo>
                  <a:lnTo>
                    <a:pt x="5334" y="5334"/>
                  </a:lnTo>
                  <a:lnTo>
                    <a:pt x="2061210" y="5334"/>
                  </a:lnTo>
                  <a:lnTo>
                    <a:pt x="2061210" y="2286"/>
                  </a:lnTo>
                  <a:lnTo>
                    <a:pt x="2063496" y="5334"/>
                  </a:lnTo>
                  <a:lnTo>
                    <a:pt x="2063496" y="360426"/>
                  </a:lnTo>
                  <a:lnTo>
                    <a:pt x="2065020" y="361188"/>
                  </a:lnTo>
                  <a:lnTo>
                    <a:pt x="2065782" y="362712"/>
                  </a:lnTo>
                  <a:close/>
                </a:path>
                <a:path w="2066289" h="814704">
                  <a:moveTo>
                    <a:pt x="5334" y="810006"/>
                  </a:moveTo>
                  <a:lnTo>
                    <a:pt x="5334" y="364998"/>
                  </a:lnTo>
                  <a:lnTo>
                    <a:pt x="762" y="364998"/>
                  </a:lnTo>
                  <a:lnTo>
                    <a:pt x="0" y="362712"/>
                  </a:lnTo>
                  <a:lnTo>
                    <a:pt x="0" y="812292"/>
                  </a:lnTo>
                  <a:lnTo>
                    <a:pt x="762" y="813816"/>
                  </a:lnTo>
                  <a:lnTo>
                    <a:pt x="2286" y="814578"/>
                  </a:lnTo>
                  <a:lnTo>
                    <a:pt x="2286" y="810006"/>
                  </a:lnTo>
                  <a:lnTo>
                    <a:pt x="5334" y="810006"/>
                  </a:lnTo>
                  <a:close/>
                </a:path>
                <a:path w="2066289" h="814704">
                  <a:moveTo>
                    <a:pt x="5334" y="5334"/>
                  </a:moveTo>
                  <a:lnTo>
                    <a:pt x="5334" y="2286"/>
                  </a:lnTo>
                  <a:lnTo>
                    <a:pt x="2286" y="5334"/>
                  </a:lnTo>
                  <a:lnTo>
                    <a:pt x="5334" y="5334"/>
                  </a:lnTo>
                  <a:close/>
                </a:path>
                <a:path w="2066289" h="814704">
                  <a:moveTo>
                    <a:pt x="5334" y="360426"/>
                  </a:moveTo>
                  <a:lnTo>
                    <a:pt x="5334" y="5334"/>
                  </a:lnTo>
                  <a:lnTo>
                    <a:pt x="2286" y="5334"/>
                  </a:lnTo>
                  <a:lnTo>
                    <a:pt x="2286" y="360426"/>
                  </a:lnTo>
                  <a:lnTo>
                    <a:pt x="5334" y="360426"/>
                  </a:lnTo>
                  <a:close/>
                </a:path>
                <a:path w="2066289" h="814704">
                  <a:moveTo>
                    <a:pt x="2065782" y="362712"/>
                  </a:moveTo>
                  <a:lnTo>
                    <a:pt x="2065020" y="361188"/>
                  </a:lnTo>
                  <a:lnTo>
                    <a:pt x="2063496" y="360426"/>
                  </a:lnTo>
                  <a:lnTo>
                    <a:pt x="2286" y="360426"/>
                  </a:lnTo>
                  <a:lnTo>
                    <a:pt x="5334" y="362712"/>
                  </a:lnTo>
                  <a:lnTo>
                    <a:pt x="5334" y="364998"/>
                  </a:lnTo>
                  <a:lnTo>
                    <a:pt x="2065020" y="364998"/>
                  </a:lnTo>
                  <a:lnTo>
                    <a:pt x="2065782" y="362712"/>
                  </a:lnTo>
                  <a:close/>
                </a:path>
                <a:path w="2066289" h="814704">
                  <a:moveTo>
                    <a:pt x="5334" y="364998"/>
                  </a:moveTo>
                  <a:lnTo>
                    <a:pt x="5334" y="362712"/>
                  </a:lnTo>
                  <a:lnTo>
                    <a:pt x="2286" y="360426"/>
                  </a:lnTo>
                  <a:lnTo>
                    <a:pt x="2286" y="364998"/>
                  </a:lnTo>
                  <a:lnTo>
                    <a:pt x="5334" y="364998"/>
                  </a:lnTo>
                  <a:close/>
                </a:path>
                <a:path w="2066289" h="814704">
                  <a:moveTo>
                    <a:pt x="2065782" y="812292"/>
                  </a:moveTo>
                  <a:lnTo>
                    <a:pt x="2065020" y="810768"/>
                  </a:lnTo>
                  <a:lnTo>
                    <a:pt x="2063496" y="810006"/>
                  </a:lnTo>
                  <a:lnTo>
                    <a:pt x="2286" y="810006"/>
                  </a:lnTo>
                  <a:lnTo>
                    <a:pt x="5334" y="812292"/>
                  </a:lnTo>
                  <a:lnTo>
                    <a:pt x="5334" y="814578"/>
                  </a:lnTo>
                  <a:lnTo>
                    <a:pt x="2061210" y="814578"/>
                  </a:lnTo>
                  <a:lnTo>
                    <a:pt x="2061210" y="813816"/>
                  </a:lnTo>
                  <a:lnTo>
                    <a:pt x="2063496" y="814578"/>
                  </a:lnTo>
                  <a:lnTo>
                    <a:pt x="2065020" y="813816"/>
                  </a:lnTo>
                  <a:lnTo>
                    <a:pt x="2065782" y="812292"/>
                  </a:lnTo>
                  <a:close/>
                </a:path>
                <a:path w="2066289" h="814704">
                  <a:moveTo>
                    <a:pt x="5334" y="814578"/>
                  </a:moveTo>
                  <a:lnTo>
                    <a:pt x="5334" y="812292"/>
                  </a:lnTo>
                  <a:lnTo>
                    <a:pt x="2286" y="810006"/>
                  </a:lnTo>
                  <a:lnTo>
                    <a:pt x="2286" y="814578"/>
                  </a:lnTo>
                  <a:lnTo>
                    <a:pt x="5334" y="814578"/>
                  </a:lnTo>
                  <a:close/>
                </a:path>
                <a:path w="2066289" h="814704">
                  <a:moveTo>
                    <a:pt x="2063496" y="5334"/>
                  </a:moveTo>
                  <a:lnTo>
                    <a:pt x="2061210" y="2286"/>
                  </a:lnTo>
                  <a:lnTo>
                    <a:pt x="2061210" y="5334"/>
                  </a:lnTo>
                  <a:lnTo>
                    <a:pt x="2063496" y="5334"/>
                  </a:lnTo>
                  <a:close/>
                </a:path>
                <a:path w="2066289" h="814704">
                  <a:moveTo>
                    <a:pt x="2063496" y="360426"/>
                  </a:moveTo>
                  <a:lnTo>
                    <a:pt x="2063496" y="5334"/>
                  </a:lnTo>
                  <a:lnTo>
                    <a:pt x="2061210" y="5334"/>
                  </a:lnTo>
                  <a:lnTo>
                    <a:pt x="2061210" y="360426"/>
                  </a:lnTo>
                  <a:lnTo>
                    <a:pt x="2063496" y="360426"/>
                  </a:lnTo>
                  <a:close/>
                </a:path>
                <a:path w="2066289" h="814704">
                  <a:moveTo>
                    <a:pt x="2065782" y="812292"/>
                  </a:moveTo>
                  <a:lnTo>
                    <a:pt x="2065782" y="362712"/>
                  </a:lnTo>
                  <a:lnTo>
                    <a:pt x="2065020" y="364998"/>
                  </a:lnTo>
                  <a:lnTo>
                    <a:pt x="2061210" y="364998"/>
                  </a:lnTo>
                  <a:lnTo>
                    <a:pt x="2061210" y="810006"/>
                  </a:lnTo>
                  <a:lnTo>
                    <a:pt x="2063496" y="810006"/>
                  </a:lnTo>
                  <a:lnTo>
                    <a:pt x="2065020" y="810768"/>
                  </a:lnTo>
                  <a:lnTo>
                    <a:pt x="2065782" y="812292"/>
                  </a:lnTo>
                  <a:close/>
                </a:path>
                <a:path w="2066289" h="814704">
                  <a:moveTo>
                    <a:pt x="2063496" y="814578"/>
                  </a:moveTo>
                  <a:lnTo>
                    <a:pt x="2061210" y="813816"/>
                  </a:lnTo>
                  <a:lnTo>
                    <a:pt x="2061210" y="814578"/>
                  </a:lnTo>
                  <a:lnTo>
                    <a:pt x="2063496" y="8145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276350" y="4737608"/>
            <a:ext cx="2061210" cy="697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8419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part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name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Arial"/>
              <a:cs typeface="Arial"/>
            </a:endParaRPr>
          </a:p>
          <a:p>
            <a:pPr algn="ctr" marL="75565">
              <a:lnSpc>
                <a:spcPct val="100000"/>
              </a:lnSpc>
              <a:spcBef>
                <a:spcPts val="5"/>
              </a:spcBef>
            </a:pPr>
            <a:r>
              <a:rPr dirty="0" sz="1000" spc="-5" i="1">
                <a:latin typeface="Arial"/>
                <a:cs typeface="Arial"/>
              </a:rPr>
              <a:t>allocatedFrom</a:t>
            </a:r>
            <a:endParaRPr sz="1000">
              <a:latin typeface="Arial"/>
              <a:cs typeface="Arial"/>
            </a:endParaRPr>
          </a:p>
          <a:p>
            <a:pPr algn="ctr" marL="43815">
              <a:lnSpc>
                <a:spcPct val="100000"/>
              </a:lnSpc>
              <a:spcBef>
                <a:spcPts val="305"/>
              </a:spcBef>
            </a:pPr>
            <a:r>
              <a:rPr dirty="0" sz="1100" spc="-5">
                <a:latin typeface="Arial MT"/>
                <a:cs typeface="Arial MT"/>
              </a:rPr>
              <a:t>«elementType»</a:t>
            </a:r>
            <a:r>
              <a:rPr dirty="0" sz="1100" spc="-19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ElementName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3257" y="2042921"/>
            <a:ext cx="774700" cy="580390"/>
          </a:xfrm>
          <a:custGeom>
            <a:avLst/>
            <a:gdLst/>
            <a:ahLst/>
            <a:cxnLst/>
            <a:rect l="l" t="t" r="r" b="b"/>
            <a:pathLst>
              <a:path w="774700" h="580389">
                <a:moveTo>
                  <a:pt x="774700" y="574560"/>
                </a:moveTo>
                <a:lnTo>
                  <a:pt x="774458" y="574560"/>
                </a:lnTo>
                <a:lnTo>
                  <a:pt x="774458" y="2286"/>
                </a:lnTo>
                <a:lnTo>
                  <a:pt x="773696" y="0"/>
                </a:lnTo>
                <a:lnTo>
                  <a:pt x="772172" y="0"/>
                </a:lnTo>
                <a:lnTo>
                  <a:pt x="770648" y="0"/>
                </a:lnTo>
                <a:lnTo>
                  <a:pt x="769886" y="0"/>
                </a:lnTo>
                <a:lnTo>
                  <a:pt x="769886" y="4572"/>
                </a:lnTo>
                <a:lnTo>
                  <a:pt x="769886" y="574548"/>
                </a:lnTo>
                <a:lnTo>
                  <a:pt x="4838" y="574548"/>
                </a:lnTo>
                <a:lnTo>
                  <a:pt x="4838" y="4572"/>
                </a:lnTo>
                <a:lnTo>
                  <a:pt x="769886" y="4572"/>
                </a:lnTo>
                <a:lnTo>
                  <a:pt x="769886" y="0"/>
                </a:lnTo>
                <a:lnTo>
                  <a:pt x="2552" y="0"/>
                </a:lnTo>
                <a:lnTo>
                  <a:pt x="266" y="762"/>
                </a:lnTo>
                <a:lnTo>
                  <a:pt x="266" y="574979"/>
                </a:lnTo>
                <a:lnTo>
                  <a:pt x="0" y="574979"/>
                </a:lnTo>
                <a:lnTo>
                  <a:pt x="0" y="578700"/>
                </a:lnTo>
                <a:lnTo>
                  <a:pt x="1295" y="578700"/>
                </a:lnTo>
                <a:lnTo>
                  <a:pt x="2540" y="579120"/>
                </a:lnTo>
                <a:lnTo>
                  <a:pt x="769886" y="579132"/>
                </a:lnTo>
                <a:lnTo>
                  <a:pt x="769886" y="579882"/>
                </a:lnTo>
                <a:lnTo>
                  <a:pt x="774458" y="579882"/>
                </a:lnTo>
                <a:lnTo>
                  <a:pt x="774458" y="579132"/>
                </a:lnTo>
                <a:lnTo>
                  <a:pt x="774700" y="579132"/>
                </a:lnTo>
                <a:lnTo>
                  <a:pt x="774700" y="574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90269" y="2152904"/>
            <a:ext cx="568960" cy="32766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66040" marR="5080" indent="-53975">
              <a:lnSpc>
                <a:spcPts val="1060"/>
              </a:lnSpc>
              <a:spcBef>
                <a:spcPts val="350"/>
              </a:spcBef>
            </a:pPr>
            <a:r>
              <a:rPr dirty="0" sz="1100" spc="-5" b="1">
                <a:latin typeface="Arial"/>
                <a:cs typeface="Arial"/>
              </a:rPr>
              <a:t>Element  </a:t>
            </a:r>
            <a:r>
              <a:rPr dirty="0" sz="1100" spc="-5" b="1">
                <a:latin typeface="Arial"/>
                <a:cs typeface="Arial"/>
              </a:rPr>
              <a:t>Name1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58833" y="2474226"/>
            <a:ext cx="749300" cy="581025"/>
          </a:xfrm>
          <a:custGeom>
            <a:avLst/>
            <a:gdLst/>
            <a:ahLst/>
            <a:cxnLst/>
            <a:rect l="l" t="t" r="r" b="b"/>
            <a:pathLst>
              <a:path w="749300" h="581025">
                <a:moveTo>
                  <a:pt x="749300" y="575297"/>
                </a:moveTo>
                <a:lnTo>
                  <a:pt x="749058" y="575297"/>
                </a:lnTo>
                <a:lnTo>
                  <a:pt x="749058" y="2286"/>
                </a:lnTo>
                <a:lnTo>
                  <a:pt x="748296" y="762"/>
                </a:lnTo>
                <a:lnTo>
                  <a:pt x="746772" y="0"/>
                </a:lnTo>
                <a:lnTo>
                  <a:pt x="744486" y="0"/>
                </a:lnTo>
                <a:lnTo>
                  <a:pt x="744486" y="5334"/>
                </a:lnTo>
                <a:lnTo>
                  <a:pt x="744486" y="575297"/>
                </a:lnTo>
                <a:lnTo>
                  <a:pt x="4584" y="575297"/>
                </a:lnTo>
                <a:lnTo>
                  <a:pt x="4584" y="5334"/>
                </a:lnTo>
                <a:lnTo>
                  <a:pt x="744486" y="5334"/>
                </a:lnTo>
                <a:lnTo>
                  <a:pt x="744486" y="0"/>
                </a:lnTo>
                <a:lnTo>
                  <a:pt x="2298" y="0"/>
                </a:lnTo>
                <a:lnTo>
                  <a:pt x="774" y="762"/>
                </a:lnTo>
                <a:lnTo>
                  <a:pt x="12" y="2286"/>
                </a:lnTo>
                <a:lnTo>
                  <a:pt x="12" y="575640"/>
                </a:lnTo>
                <a:lnTo>
                  <a:pt x="0" y="579539"/>
                </a:lnTo>
                <a:lnTo>
                  <a:pt x="1612" y="579539"/>
                </a:lnTo>
                <a:lnTo>
                  <a:pt x="2298" y="579882"/>
                </a:lnTo>
                <a:lnTo>
                  <a:pt x="4584" y="579882"/>
                </a:lnTo>
                <a:lnTo>
                  <a:pt x="744486" y="579882"/>
                </a:lnTo>
                <a:lnTo>
                  <a:pt x="744486" y="580644"/>
                </a:lnTo>
                <a:lnTo>
                  <a:pt x="749058" y="580644"/>
                </a:lnTo>
                <a:lnTo>
                  <a:pt x="749058" y="579869"/>
                </a:lnTo>
                <a:lnTo>
                  <a:pt x="749300" y="579869"/>
                </a:lnTo>
                <a:lnTo>
                  <a:pt x="749300" y="5752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086354" y="2581148"/>
            <a:ext cx="568960" cy="33020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64769" marR="5080" indent="-52705">
              <a:lnSpc>
                <a:spcPts val="1080"/>
              </a:lnSpc>
              <a:spcBef>
                <a:spcPts val="330"/>
              </a:spcBef>
            </a:pPr>
            <a:r>
              <a:rPr dirty="0" sz="1100" spc="-5" b="1">
                <a:latin typeface="Arial"/>
                <a:cs typeface="Arial"/>
              </a:rPr>
              <a:t>Element  </a:t>
            </a:r>
            <a:r>
              <a:rPr dirty="0" sz="1100" spc="-5" b="1">
                <a:latin typeface="Arial"/>
                <a:cs typeface="Arial"/>
              </a:rPr>
              <a:t>Name3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58833" y="1575815"/>
            <a:ext cx="749300" cy="581025"/>
          </a:xfrm>
          <a:custGeom>
            <a:avLst/>
            <a:gdLst/>
            <a:ahLst/>
            <a:cxnLst/>
            <a:rect l="l" t="t" r="r" b="b"/>
            <a:pathLst>
              <a:path w="749300" h="581025">
                <a:moveTo>
                  <a:pt x="749300" y="574560"/>
                </a:moveTo>
                <a:lnTo>
                  <a:pt x="749058" y="574560"/>
                </a:lnTo>
                <a:lnTo>
                  <a:pt x="749058" y="2286"/>
                </a:lnTo>
                <a:lnTo>
                  <a:pt x="748296" y="762"/>
                </a:lnTo>
                <a:lnTo>
                  <a:pt x="746772" y="0"/>
                </a:lnTo>
                <a:lnTo>
                  <a:pt x="744486" y="0"/>
                </a:lnTo>
                <a:lnTo>
                  <a:pt x="744486" y="4572"/>
                </a:lnTo>
                <a:lnTo>
                  <a:pt x="744486" y="574548"/>
                </a:lnTo>
                <a:lnTo>
                  <a:pt x="4584" y="574548"/>
                </a:lnTo>
                <a:lnTo>
                  <a:pt x="4584" y="4572"/>
                </a:lnTo>
                <a:lnTo>
                  <a:pt x="744486" y="4572"/>
                </a:lnTo>
                <a:lnTo>
                  <a:pt x="744486" y="0"/>
                </a:lnTo>
                <a:lnTo>
                  <a:pt x="2298" y="0"/>
                </a:lnTo>
                <a:lnTo>
                  <a:pt x="774" y="762"/>
                </a:lnTo>
                <a:lnTo>
                  <a:pt x="12" y="2286"/>
                </a:lnTo>
                <a:lnTo>
                  <a:pt x="12" y="574890"/>
                </a:lnTo>
                <a:lnTo>
                  <a:pt x="0" y="579551"/>
                </a:lnTo>
                <a:lnTo>
                  <a:pt x="1638" y="579551"/>
                </a:lnTo>
                <a:lnTo>
                  <a:pt x="2298" y="579882"/>
                </a:lnTo>
                <a:lnTo>
                  <a:pt x="2540" y="579882"/>
                </a:lnTo>
                <a:lnTo>
                  <a:pt x="744486" y="579894"/>
                </a:lnTo>
                <a:lnTo>
                  <a:pt x="744486" y="580644"/>
                </a:lnTo>
                <a:lnTo>
                  <a:pt x="749058" y="580644"/>
                </a:lnTo>
                <a:lnTo>
                  <a:pt x="749058" y="579894"/>
                </a:lnTo>
                <a:lnTo>
                  <a:pt x="749300" y="579894"/>
                </a:lnTo>
                <a:lnTo>
                  <a:pt x="749300" y="574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086354" y="1676654"/>
            <a:ext cx="568960" cy="35179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64769" marR="5080" indent="-52705">
              <a:lnSpc>
                <a:spcPts val="1250"/>
              </a:lnSpc>
              <a:spcBef>
                <a:spcPts val="195"/>
              </a:spcBef>
            </a:pPr>
            <a:r>
              <a:rPr dirty="0" sz="1100" spc="-5" b="1">
                <a:latin typeface="Arial"/>
                <a:cs typeface="Arial"/>
              </a:rPr>
              <a:t>Element  </a:t>
            </a:r>
            <a:r>
              <a:rPr dirty="0" sz="1100" spc="-5" b="1">
                <a:latin typeface="Arial"/>
                <a:cs typeface="Arial"/>
              </a:rPr>
              <a:t>Name2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11755" y="2051557"/>
            <a:ext cx="6635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«allocate»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22463" y="1822716"/>
            <a:ext cx="1449705" cy="1053465"/>
          </a:xfrm>
          <a:custGeom>
            <a:avLst/>
            <a:gdLst/>
            <a:ahLst/>
            <a:cxnLst/>
            <a:rect l="l" t="t" r="r" b="b"/>
            <a:pathLst>
              <a:path w="1449705" h="1053464">
                <a:moveTo>
                  <a:pt x="52578" y="651510"/>
                </a:moveTo>
                <a:lnTo>
                  <a:pt x="3810" y="638556"/>
                </a:lnTo>
                <a:lnTo>
                  <a:pt x="0" y="650748"/>
                </a:lnTo>
                <a:lnTo>
                  <a:pt x="49530" y="663702"/>
                </a:lnTo>
                <a:lnTo>
                  <a:pt x="52578" y="651510"/>
                </a:lnTo>
                <a:close/>
              </a:path>
              <a:path w="1449705" h="1053464">
                <a:moveTo>
                  <a:pt x="52590" y="418338"/>
                </a:moveTo>
                <a:lnTo>
                  <a:pt x="49542" y="406146"/>
                </a:lnTo>
                <a:lnTo>
                  <a:pt x="12" y="419100"/>
                </a:lnTo>
                <a:lnTo>
                  <a:pt x="3822" y="432054"/>
                </a:lnTo>
                <a:lnTo>
                  <a:pt x="52590" y="418338"/>
                </a:lnTo>
                <a:close/>
              </a:path>
              <a:path w="1449705" h="1053464">
                <a:moveTo>
                  <a:pt x="138684" y="673608"/>
                </a:moveTo>
                <a:lnTo>
                  <a:pt x="89916" y="660654"/>
                </a:lnTo>
                <a:lnTo>
                  <a:pt x="86106" y="672846"/>
                </a:lnTo>
                <a:lnTo>
                  <a:pt x="135636" y="685800"/>
                </a:lnTo>
                <a:lnTo>
                  <a:pt x="138684" y="673608"/>
                </a:lnTo>
                <a:close/>
              </a:path>
              <a:path w="1449705" h="1053464">
                <a:moveTo>
                  <a:pt x="138696" y="395478"/>
                </a:moveTo>
                <a:lnTo>
                  <a:pt x="134886" y="383286"/>
                </a:lnTo>
                <a:lnTo>
                  <a:pt x="86118" y="396240"/>
                </a:lnTo>
                <a:lnTo>
                  <a:pt x="89166" y="408432"/>
                </a:lnTo>
                <a:lnTo>
                  <a:pt x="138696" y="395478"/>
                </a:lnTo>
                <a:close/>
              </a:path>
              <a:path w="1449705" h="1053464">
                <a:moveTo>
                  <a:pt x="224040" y="371856"/>
                </a:moveTo>
                <a:lnTo>
                  <a:pt x="220992" y="359664"/>
                </a:lnTo>
                <a:lnTo>
                  <a:pt x="172224" y="373380"/>
                </a:lnTo>
                <a:lnTo>
                  <a:pt x="175272" y="385572"/>
                </a:lnTo>
                <a:lnTo>
                  <a:pt x="224040" y="371856"/>
                </a:lnTo>
                <a:close/>
              </a:path>
              <a:path w="1449705" h="1053464">
                <a:moveTo>
                  <a:pt x="224790" y="695706"/>
                </a:moveTo>
                <a:lnTo>
                  <a:pt x="175260" y="682752"/>
                </a:lnTo>
                <a:lnTo>
                  <a:pt x="172212" y="694944"/>
                </a:lnTo>
                <a:lnTo>
                  <a:pt x="221742" y="707898"/>
                </a:lnTo>
                <a:lnTo>
                  <a:pt x="224790" y="695706"/>
                </a:lnTo>
                <a:close/>
              </a:path>
              <a:path w="1449705" h="1053464">
                <a:moveTo>
                  <a:pt x="310146" y="348996"/>
                </a:moveTo>
                <a:lnTo>
                  <a:pt x="307098" y="336804"/>
                </a:lnTo>
                <a:lnTo>
                  <a:pt x="257568" y="349758"/>
                </a:lnTo>
                <a:lnTo>
                  <a:pt x="261378" y="361950"/>
                </a:lnTo>
                <a:lnTo>
                  <a:pt x="310146" y="348996"/>
                </a:lnTo>
                <a:close/>
              </a:path>
              <a:path w="1449705" h="1053464">
                <a:moveTo>
                  <a:pt x="310896" y="717804"/>
                </a:moveTo>
                <a:lnTo>
                  <a:pt x="261366" y="704850"/>
                </a:lnTo>
                <a:lnTo>
                  <a:pt x="258318" y="717804"/>
                </a:lnTo>
                <a:lnTo>
                  <a:pt x="307848" y="729996"/>
                </a:lnTo>
                <a:lnTo>
                  <a:pt x="310896" y="717804"/>
                </a:lnTo>
                <a:close/>
              </a:path>
              <a:path w="1449705" h="1053464">
                <a:moveTo>
                  <a:pt x="396252" y="326136"/>
                </a:moveTo>
                <a:lnTo>
                  <a:pt x="392442" y="313944"/>
                </a:lnTo>
                <a:lnTo>
                  <a:pt x="343674" y="326898"/>
                </a:lnTo>
                <a:lnTo>
                  <a:pt x="346722" y="339090"/>
                </a:lnTo>
                <a:lnTo>
                  <a:pt x="396252" y="326136"/>
                </a:lnTo>
                <a:close/>
              </a:path>
              <a:path w="1449705" h="1053464">
                <a:moveTo>
                  <a:pt x="397002" y="739902"/>
                </a:moveTo>
                <a:lnTo>
                  <a:pt x="347472" y="727710"/>
                </a:lnTo>
                <a:lnTo>
                  <a:pt x="344424" y="739902"/>
                </a:lnTo>
                <a:lnTo>
                  <a:pt x="393954" y="752094"/>
                </a:lnTo>
                <a:lnTo>
                  <a:pt x="397002" y="739902"/>
                </a:lnTo>
                <a:close/>
              </a:path>
              <a:path w="1449705" h="1053464">
                <a:moveTo>
                  <a:pt x="481596" y="302514"/>
                </a:moveTo>
                <a:lnTo>
                  <a:pt x="478548" y="290322"/>
                </a:lnTo>
                <a:lnTo>
                  <a:pt x="429780" y="304038"/>
                </a:lnTo>
                <a:lnTo>
                  <a:pt x="432828" y="316230"/>
                </a:lnTo>
                <a:lnTo>
                  <a:pt x="481596" y="302514"/>
                </a:lnTo>
                <a:close/>
              </a:path>
              <a:path w="1449705" h="1053464">
                <a:moveTo>
                  <a:pt x="483108" y="762000"/>
                </a:moveTo>
                <a:lnTo>
                  <a:pt x="433578" y="749808"/>
                </a:lnTo>
                <a:lnTo>
                  <a:pt x="430530" y="762000"/>
                </a:lnTo>
                <a:lnTo>
                  <a:pt x="480060" y="774954"/>
                </a:lnTo>
                <a:lnTo>
                  <a:pt x="483108" y="762000"/>
                </a:lnTo>
                <a:close/>
              </a:path>
              <a:path w="1449705" h="1053464">
                <a:moveTo>
                  <a:pt x="567702" y="279654"/>
                </a:moveTo>
                <a:lnTo>
                  <a:pt x="564654" y="267462"/>
                </a:lnTo>
                <a:lnTo>
                  <a:pt x="515124" y="280416"/>
                </a:lnTo>
                <a:lnTo>
                  <a:pt x="518172" y="292608"/>
                </a:lnTo>
                <a:lnTo>
                  <a:pt x="567702" y="279654"/>
                </a:lnTo>
                <a:close/>
              </a:path>
              <a:path w="1449705" h="1053464">
                <a:moveTo>
                  <a:pt x="569214" y="784860"/>
                </a:moveTo>
                <a:lnTo>
                  <a:pt x="519684" y="771906"/>
                </a:lnTo>
                <a:lnTo>
                  <a:pt x="516636" y="784098"/>
                </a:lnTo>
                <a:lnTo>
                  <a:pt x="566166" y="797052"/>
                </a:lnTo>
                <a:lnTo>
                  <a:pt x="569214" y="784860"/>
                </a:lnTo>
                <a:close/>
              </a:path>
              <a:path w="1449705" h="1053464">
                <a:moveTo>
                  <a:pt x="653046" y="256032"/>
                </a:moveTo>
                <a:lnTo>
                  <a:pt x="649998" y="243840"/>
                </a:lnTo>
                <a:lnTo>
                  <a:pt x="601230" y="257556"/>
                </a:lnTo>
                <a:lnTo>
                  <a:pt x="604278" y="269748"/>
                </a:lnTo>
                <a:lnTo>
                  <a:pt x="653046" y="256032"/>
                </a:lnTo>
                <a:close/>
              </a:path>
              <a:path w="1449705" h="1053464">
                <a:moveTo>
                  <a:pt x="655320" y="806958"/>
                </a:moveTo>
                <a:lnTo>
                  <a:pt x="605790" y="794004"/>
                </a:lnTo>
                <a:lnTo>
                  <a:pt x="602742" y="806196"/>
                </a:lnTo>
                <a:lnTo>
                  <a:pt x="652272" y="819150"/>
                </a:lnTo>
                <a:lnTo>
                  <a:pt x="655320" y="806958"/>
                </a:lnTo>
                <a:close/>
              </a:path>
              <a:path w="1449705" h="1053464">
                <a:moveTo>
                  <a:pt x="739152" y="233172"/>
                </a:moveTo>
                <a:lnTo>
                  <a:pt x="736104" y="220980"/>
                </a:lnTo>
                <a:lnTo>
                  <a:pt x="686574" y="233934"/>
                </a:lnTo>
                <a:lnTo>
                  <a:pt x="690384" y="246126"/>
                </a:lnTo>
                <a:lnTo>
                  <a:pt x="739152" y="233172"/>
                </a:lnTo>
                <a:close/>
              </a:path>
              <a:path w="1449705" h="1053464">
                <a:moveTo>
                  <a:pt x="741426" y="829056"/>
                </a:moveTo>
                <a:lnTo>
                  <a:pt x="691896" y="816102"/>
                </a:lnTo>
                <a:lnTo>
                  <a:pt x="688848" y="828294"/>
                </a:lnTo>
                <a:lnTo>
                  <a:pt x="738378" y="841248"/>
                </a:lnTo>
                <a:lnTo>
                  <a:pt x="741426" y="829056"/>
                </a:lnTo>
                <a:close/>
              </a:path>
              <a:path w="1449705" h="1053464">
                <a:moveTo>
                  <a:pt x="825258" y="210312"/>
                </a:moveTo>
                <a:lnTo>
                  <a:pt x="821448" y="198120"/>
                </a:lnTo>
                <a:lnTo>
                  <a:pt x="772680" y="211074"/>
                </a:lnTo>
                <a:lnTo>
                  <a:pt x="775728" y="223266"/>
                </a:lnTo>
                <a:lnTo>
                  <a:pt x="825258" y="210312"/>
                </a:lnTo>
                <a:close/>
              </a:path>
              <a:path w="1449705" h="1053464">
                <a:moveTo>
                  <a:pt x="827532" y="851154"/>
                </a:moveTo>
                <a:lnTo>
                  <a:pt x="778002" y="838200"/>
                </a:lnTo>
                <a:lnTo>
                  <a:pt x="774954" y="851154"/>
                </a:lnTo>
                <a:lnTo>
                  <a:pt x="824484" y="863346"/>
                </a:lnTo>
                <a:lnTo>
                  <a:pt x="827532" y="851154"/>
                </a:lnTo>
                <a:close/>
              </a:path>
              <a:path w="1449705" h="1053464">
                <a:moveTo>
                  <a:pt x="910602" y="186690"/>
                </a:moveTo>
                <a:lnTo>
                  <a:pt x="907554" y="174498"/>
                </a:lnTo>
                <a:lnTo>
                  <a:pt x="858786" y="188214"/>
                </a:lnTo>
                <a:lnTo>
                  <a:pt x="861834" y="200406"/>
                </a:lnTo>
                <a:lnTo>
                  <a:pt x="910602" y="186690"/>
                </a:lnTo>
                <a:close/>
              </a:path>
              <a:path w="1449705" h="1053464">
                <a:moveTo>
                  <a:pt x="913638" y="873252"/>
                </a:moveTo>
                <a:lnTo>
                  <a:pt x="864108" y="861060"/>
                </a:lnTo>
                <a:lnTo>
                  <a:pt x="861060" y="873252"/>
                </a:lnTo>
                <a:lnTo>
                  <a:pt x="910590" y="885444"/>
                </a:lnTo>
                <a:lnTo>
                  <a:pt x="913638" y="873252"/>
                </a:lnTo>
                <a:close/>
              </a:path>
              <a:path w="1449705" h="1053464">
                <a:moveTo>
                  <a:pt x="996708" y="163830"/>
                </a:moveTo>
                <a:lnTo>
                  <a:pt x="993660" y="151638"/>
                </a:lnTo>
                <a:lnTo>
                  <a:pt x="944130" y="164592"/>
                </a:lnTo>
                <a:lnTo>
                  <a:pt x="947940" y="176784"/>
                </a:lnTo>
                <a:lnTo>
                  <a:pt x="996708" y="163830"/>
                </a:lnTo>
                <a:close/>
              </a:path>
              <a:path w="1449705" h="1053464">
                <a:moveTo>
                  <a:pt x="999744" y="895350"/>
                </a:moveTo>
                <a:lnTo>
                  <a:pt x="950214" y="883158"/>
                </a:lnTo>
                <a:lnTo>
                  <a:pt x="947166" y="895350"/>
                </a:lnTo>
                <a:lnTo>
                  <a:pt x="995934" y="908304"/>
                </a:lnTo>
                <a:lnTo>
                  <a:pt x="999744" y="895350"/>
                </a:lnTo>
                <a:close/>
              </a:path>
              <a:path w="1449705" h="1053464">
                <a:moveTo>
                  <a:pt x="1082814" y="140970"/>
                </a:moveTo>
                <a:lnTo>
                  <a:pt x="1079004" y="128016"/>
                </a:lnTo>
                <a:lnTo>
                  <a:pt x="1030236" y="141732"/>
                </a:lnTo>
                <a:lnTo>
                  <a:pt x="1033284" y="153924"/>
                </a:lnTo>
                <a:lnTo>
                  <a:pt x="1082814" y="140970"/>
                </a:lnTo>
                <a:close/>
              </a:path>
              <a:path w="1449705" h="1053464">
                <a:moveTo>
                  <a:pt x="1085850" y="918210"/>
                </a:moveTo>
                <a:lnTo>
                  <a:pt x="1036320" y="905256"/>
                </a:lnTo>
                <a:lnTo>
                  <a:pt x="1033272" y="917448"/>
                </a:lnTo>
                <a:lnTo>
                  <a:pt x="1082040" y="930402"/>
                </a:lnTo>
                <a:lnTo>
                  <a:pt x="1085850" y="918210"/>
                </a:lnTo>
                <a:close/>
              </a:path>
              <a:path w="1449705" h="1053464">
                <a:moveTo>
                  <a:pt x="1168158" y="117348"/>
                </a:moveTo>
                <a:lnTo>
                  <a:pt x="1165110" y="105156"/>
                </a:lnTo>
                <a:lnTo>
                  <a:pt x="1116342" y="118110"/>
                </a:lnTo>
                <a:lnTo>
                  <a:pt x="1119390" y="131064"/>
                </a:lnTo>
                <a:lnTo>
                  <a:pt x="1168158" y="117348"/>
                </a:lnTo>
                <a:close/>
              </a:path>
              <a:path w="1449705" h="1053464">
                <a:moveTo>
                  <a:pt x="1171956" y="940308"/>
                </a:moveTo>
                <a:lnTo>
                  <a:pt x="1122426" y="927354"/>
                </a:lnTo>
                <a:lnTo>
                  <a:pt x="1119378" y="939546"/>
                </a:lnTo>
                <a:lnTo>
                  <a:pt x="1168146" y="952500"/>
                </a:lnTo>
                <a:lnTo>
                  <a:pt x="1171956" y="940308"/>
                </a:lnTo>
                <a:close/>
              </a:path>
              <a:path w="1449705" h="1053464">
                <a:moveTo>
                  <a:pt x="1254264" y="94488"/>
                </a:moveTo>
                <a:lnTo>
                  <a:pt x="1251216" y="82296"/>
                </a:lnTo>
                <a:lnTo>
                  <a:pt x="1201686" y="95250"/>
                </a:lnTo>
                <a:lnTo>
                  <a:pt x="1205496" y="107442"/>
                </a:lnTo>
                <a:lnTo>
                  <a:pt x="1254264" y="94488"/>
                </a:lnTo>
                <a:close/>
              </a:path>
              <a:path w="1449705" h="1053464">
                <a:moveTo>
                  <a:pt x="1258062" y="962406"/>
                </a:moveTo>
                <a:lnTo>
                  <a:pt x="1208532" y="949452"/>
                </a:lnTo>
                <a:lnTo>
                  <a:pt x="1205484" y="961644"/>
                </a:lnTo>
                <a:lnTo>
                  <a:pt x="1254252" y="974598"/>
                </a:lnTo>
                <a:lnTo>
                  <a:pt x="1258062" y="962406"/>
                </a:lnTo>
                <a:close/>
              </a:path>
              <a:path w="1449705" h="1053464">
                <a:moveTo>
                  <a:pt x="1340370" y="70866"/>
                </a:moveTo>
                <a:lnTo>
                  <a:pt x="1336560" y="58674"/>
                </a:lnTo>
                <a:lnTo>
                  <a:pt x="1287792" y="72390"/>
                </a:lnTo>
                <a:lnTo>
                  <a:pt x="1290840" y="84582"/>
                </a:lnTo>
                <a:lnTo>
                  <a:pt x="1340370" y="70866"/>
                </a:lnTo>
                <a:close/>
              </a:path>
              <a:path w="1449705" h="1053464">
                <a:moveTo>
                  <a:pt x="1343406" y="984504"/>
                </a:moveTo>
                <a:lnTo>
                  <a:pt x="1294638" y="972312"/>
                </a:lnTo>
                <a:lnTo>
                  <a:pt x="1291590" y="984504"/>
                </a:lnTo>
                <a:lnTo>
                  <a:pt x="1340358" y="996696"/>
                </a:lnTo>
                <a:lnTo>
                  <a:pt x="1343406" y="984504"/>
                </a:lnTo>
                <a:close/>
              </a:path>
              <a:path w="1449705" h="1053464">
                <a:moveTo>
                  <a:pt x="1440180" y="1015746"/>
                </a:moveTo>
                <a:lnTo>
                  <a:pt x="1337310" y="918210"/>
                </a:lnTo>
                <a:lnTo>
                  <a:pt x="1334262" y="915924"/>
                </a:lnTo>
                <a:lnTo>
                  <a:pt x="1330452" y="915924"/>
                </a:lnTo>
                <a:lnTo>
                  <a:pt x="1328166" y="918210"/>
                </a:lnTo>
                <a:lnTo>
                  <a:pt x="1325880" y="921258"/>
                </a:lnTo>
                <a:lnTo>
                  <a:pt x="1325880" y="925068"/>
                </a:lnTo>
                <a:lnTo>
                  <a:pt x="1328166" y="927354"/>
                </a:lnTo>
                <a:lnTo>
                  <a:pt x="1406004" y="1000810"/>
                </a:lnTo>
                <a:lnTo>
                  <a:pt x="1380744" y="994410"/>
                </a:lnTo>
                <a:lnTo>
                  <a:pt x="1377696" y="1006602"/>
                </a:lnTo>
                <a:lnTo>
                  <a:pt x="1401940" y="1012748"/>
                </a:lnTo>
                <a:lnTo>
                  <a:pt x="1299210" y="1039368"/>
                </a:lnTo>
                <a:lnTo>
                  <a:pt x="1296162" y="1040130"/>
                </a:lnTo>
                <a:lnTo>
                  <a:pt x="1293876" y="1043940"/>
                </a:lnTo>
                <a:lnTo>
                  <a:pt x="1294638" y="1046988"/>
                </a:lnTo>
                <a:lnTo>
                  <a:pt x="1295400" y="1050798"/>
                </a:lnTo>
                <a:lnTo>
                  <a:pt x="1299210" y="1053084"/>
                </a:lnTo>
                <a:lnTo>
                  <a:pt x="1302258" y="1051560"/>
                </a:lnTo>
                <a:lnTo>
                  <a:pt x="1428750" y="1018705"/>
                </a:lnTo>
                <a:lnTo>
                  <a:pt x="1440180" y="1015746"/>
                </a:lnTo>
                <a:close/>
              </a:path>
              <a:path w="1449705" h="1053464">
                <a:moveTo>
                  <a:pt x="1449336" y="35052"/>
                </a:moveTo>
                <a:lnTo>
                  <a:pt x="1308366" y="0"/>
                </a:lnTo>
                <a:lnTo>
                  <a:pt x="1304556" y="2286"/>
                </a:lnTo>
                <a:lnTo>
                  <a:pt x="1303794" y="5334"/>
                </a:lnTo>
                <a:lnTo>
                  <a:pt x="1303032" y="9144"/>
                </a:lnTo>
                <a:lnTo>
                  <a:pt x="1305318" y="12192"/>
                </a:lnTo>
                <a:lnTo>
                  <a:pt x="1411274" y="38836"/>
                </a:lnTo>
                <a:lnTo>
                  <a:pt x="1373898" y="48768"/>
                </a:lnTo>
                <a:lnTo>
                  <a:pt x="1376946" y="60960"/>
                </a:lnTo>
                <a:lnTo>
                  <a:pt x="1414741" y="50914"/>
                </a:lnTo>
                <a:lnTo>
                  <a:pt x="1338846" y="124968"/>
                </a:lnTo>
                <a:lnTo>
                  <a:pt x="1336560" y="127254"/>
                </a:lnTo>
                <a:lnTo>
                  <a:pt x="1336560" y="131064"/>
                </a:lnTo>
                <a:lnTo>
                  <a:pt x="1338846" y="134112"/>
                </a:lnTo>
                <a:lnTo>
                  <a:pt x="1341132" y="136398"/>
                </a:lnTo>
                <a:lnTo>
                  <a:pt x="1344942" y="136398"/>
                </a:lnTo>
                <a:lnTo>
                  <a:pt x="1347990" y="134112"/>
                </a:lnTo>
                <a:lnTo>
                  <a:pt x="1425714" y="58140"/>
                </a:lnTo>
                <a:lnTo>
                  <a:pt x="1435620" y="48450"/>
                </a:lnTo>
                <a:lnTo>
                  <a:pt x="1449336" y="350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035555" y="2451607"/>
            <a:ext cx="66357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«allocate»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6440" y="6068821"/>
            <a:ext cx="72872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i="1">
                <a:solidFill>
                  <a:srgbClr val="3333FF"/>
                </a:solidFill>
                <a:latin typeface="Arial"/>
                <a:cs typeface="Arial"/>
              </a:rPr>
              <a:t>Read</a:t>
            </a:r>
            <a:r>
              <a:rPr dirty="0" sz="1200" spc="-25" i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3333FF"/>
                </a:solidFill>
                <a:latin typeface="Arial"/>
                <a:cs typeface="Arial"/>
              </a:rPr>
              <a:t>as</a:t>
            </a:r>
            <a:r>
              <a:rPr dirty="0" sz="1200" i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3333FF"/>
                </a:solidFill>
                <a:latin typeface="Arial"/>
                <a:cs typeface="Arial"/>
              </a:rPr>
              <a:t>follows:</a:t>
            </a:r>
            <a:r>
              <a:rPr dirty="0" sz="1200" spc="-10" i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3333FF"/>
                </a:solidFill>
                <a:latin typeface="Arial MT"/>
                <a:cs typeface="Arial MT"/>
              </a:rPr>
              <a:t>“part</a:t>
            </a:r>
            <a:r>
              <a:rPr dirty="0" sz="1200" spc="-1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FF"/>
                </a:solidFill>
                <a:latin typeface="Arial MT"/>
                <a:cs typeface="Arial MT"/>
              </a:rPr>
              <a:t>name</a:t>
            </a:r>
            <a:r>
              <a:rPr dirty="0" sz="1200" spc="-1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FF"/>
                </a:solidFill>
                <a:latin typeface="Arial MT"/>
                <a:cs typeface="Arial MT"/>
              </a:rPr>
              <a:t>has</a:t>
            </a:r>
            <a:r>
              <a:rPr dirty="0" sz="1200" spc="-15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FF"/>
                </a:solidFill>
                <a:latin typeface="Arial MT"/>
                <a:cs typeface="Arial MT"/>
              </a:rPr>
              <a:t>constraints</a:t>
            </a:r>
            <a:r>
              <a:rPr dirty="0" sz="1200" spc="-1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FF"/>
                </a:solidFill>
                <a:latin typeface="Arial MT"/>
                <a:cs typeface="Arial MT"/>
              </a:rPr>
              <a:t>that</a:t>
            </a:r>
            <a:r>
              <a:rPr dirty="0" sz="1200" spc="-5">
                <a:solidFill>
                  <a:srgbClr val="3333FF"/>
                </a:solidFill>
                <a:latin typeface="Arial MT"/>
                <a:cs typeface="Arial MT"/>
              </a:rPr>
              <a:t> are allocated</a:t>
            </a:r>
            <a:r>
              <a:rPr dirty="0" sz="1200" spc="-2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FF"/>
                </a:solidFill>
                <a:latin typeface="Arial MT"/>
                <a:cs typeface="Arial MT"/>
              </a:rPr>
              <a:t>to/from</a:t>
            </a:r>
            <a:r>
              <a:rPr dirty="0" sz="1200" spc="-1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FF"/>
                </a:solidFill>
                <a:latin typeface="Arial MT"/>
                <a:cs typeface="Arial MT"/>
              </a:rPr>
              <a:t>an &lt;&lt;element</a:t>
            </a:r>
            <a:r>
              <a:rPr dirty="0" sz="1200" spc="-2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FF"/>
                </a:solidFill>
                <a:latin typeface="Arial MT"/>
                <a:cs typeface="Arial MT"/>
              </a:rPr>
              <a:t>type&gt;&gt;</a:t>
            </a:r>
            <a:r>
              <a:rPr dirty="0" sz="1200" spc="-5">
                <a:solidFill>
                  <a:srgbClr val="3333FF"/>
                </a:solidFill>
                <a:latin typeface="Arial MT"/>
                <a:cs typeface="Arial MT"/>
              </a:rPr>
              <a:t> Element</a:t>
            </a:r>
            <a:r>
              <a:rPr dirty="0" sz="1200" spc="-15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FF"/>
                </a:solidFill>
                <a:latin typeface="Arial MT"/>
                <a:cs typeface="Arial MT"/>
              </a:rPr>
              <a:t>Name”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806695" y="1442466"/>
            <a:ext cx="1914525" cy="1403985"/>
          </a:xfrm>
          <a:custGeom>
            <a:avLst/>
            <a:gdLst/>
            <a:ahLst/>
            <a:cxnLst/>
            <a:rect l="l" t="t" r="r" b="b"/>
            <a:pathLst>
              <a:path w="1914525" h="1403985">
                <a:moveTo>
                  <a:pt x="4571" y="2286"/>
                </a:moveTo>
                <a:lnTo>
                  <a:pt x="3809" y="762"/>
                </a:lnTo>
                <a:lnTo>
                  <a:pt x="2285" y="0"/>
                </a:lnTo>
                <a:lnTo>
                  <a:pt x="761" y="762"/>
                </a:lnTo>
                <a:lnTo>
                  <a:pt x="0" y="2286"/>
                </a:lnTo>
                <a:lnTo>
                  <a:pt x="761" y="4572"/>
                </a:lnTo>
                <a:lnTo>
                  <a:pt x="2285" y="4572"/>
                </a:lnTo>
                <a:lnTo>
                  <a:pt x="4571" y="2286"/>
                </a:lnTo>
                <a:close/>
              </a:path>
              <a:path w="1914525" h="1403985">
                <a:moveTo>
                  <a:pt x="4571" y="498348"/>
                </a:moveTo>
                <a:lnTo>
                  <a:pt x="4571" y="4572"/>
                </a:lnTo>
                <a:lnTo>
                  <a:pt x="761" y="4572"/>
                </a:lnTo>
                <a:lnTo>
                  <a:pt x="0" y="2286"/>
                </a:lnTo>
                <a:lnTo>
                  <a:pt x="0" y="500634"/>
                </a:lnTo>
                <a:lnTo>
                  <a:pt x="761" y="502920"/>
                </a:lnTo>
                <a:lnTo>
                  <a:pt x="2285" y="503682"/>
                </a:lnTo>
                <a:lnTo>
                  <a:pt x="2285" y="498348"/>
                </a:lnTo>
                <a:lnTo>
                  <a:pt x="4571" y="498348"/>
                </a:lnTo>
                <a:close/>
              </a:path>
              <a:path w="1914525" h="1403985">
                <a:moveTo>
                  <a:pt x="4571" y="1399032"/>
                </a:moveTo>
                <a:lnTo>
                  <a:pt x="4571" y="503682"/>
                </a:lnTo>
                <a:lnTo>
                  <a:pt x="2285" y="503682"/>
                </a:lnTo>
                <a:lnTo>
                  <a:pt x="761" y="502920"/>
                </a:lnTo>
                <a:lnTo>
                  <a:pt x="0" y="500634"/>
                </a:lnTo>
                <a:lnTo>
                  <a:pt x="0" y="1401318"/>
                </a:lnTo>
                <a:lnTo>
                  <a:pt x="761" y="1399794"/>
                </a:lnTo>
                <a:lnTo>
                  <a:pt x="2286" y="1399032"/>
                </a:lnTo>
                <a:lnTo>
                  <a:pt x="4571" y="1399032"/>
                </a:lnTo>
                <a:close/>
              </a:path>
              <a:path w="1914525" h="1403985">
                <a:moveTo>
                  <a:pt x="1914144" y="1401318"/>
                </a:moveTo>
                <a:lnTo>
                  <a:pt x="1913382" y="1399794"/>
                </a:lnTo>
                <a:lnTo>
                  <a:pt x="1911858" y="1399032"/>
                </a:lnTo>
                <a:lnTo>
                  <a:pt x="2286" y="1399032"/>
                </a:lnTo>
                <a:lnTo>
                  <a:pt x="761" y="1399794"/>
                </a:lnTo>
                <a:lnTo>
                  <a:pt x="0" y="1401318"/>
                </a:lnTo>
                <a:lnTo>
                  <a:pt x="762" y="1402842"/>
                </a:lnTo>
                <a:lnTo>
                  <a:pt x="2286" y="1403604"/>
                </a:lnTo>
                <a:lnTo>
                  <a:pt x="3810" y="1402842"/>
                </a:lnTo>
                <a:lnTo>
                  <a:pt x="4571" y="1401318"/>
                </a:lnTo>
                <a:lnTo>
                  <a:pt x="4571" y="1403604"/>
                </a:lnTo>
                <a:lnTo>
                  <a:pt x="1909571" y="1403604"/>
                </a:lnTo>
                <a:lnTo>
                  <a:pt x="1909571" y="1401317"/>
                </a:lnTo>
                <a:lnTo>
                  <a:pt x="1910333" y="1402842"/>
                </a:lnTo>
                <a:lnTo>
                  <a:pt x="1911858" y="1403604"/>
                </a:lnTo>
                <a:lnTo>
                  <a:pt x="1913382" y="1402842"/>
                </a:lnTo>
                <a:lnTo>
                  <a:pt x="1914144" y="1401318"/>
                </a:lnTo>
                <a:close/>
              </a:path>
              <a:path w="1914525" h="1403985">
                <a:moveTo>
                  <a:pt x="1914144" y="500634"/>
                </a:moveTo>
                <a:lnTo>
                  <a:pt x="1914144" y="2286"/>
                </a:lnTo>
                <a:lnTo>
                  <a:pt x="1913382" y="762"/>
                </a:lnTo>
                <a:lnTo>
                  <a:pt x="1911858" y="0"/>
                </a:lnTo>
                <a:lnTo>
                  <a:pt x="2285" y="0"/>
                </a:lnTo>
                <a:lnTo>
                  <a:pt x="3809" y="762"/>
                </a:lnTo>
                <a:lnTo>
                  <a:pt x="4571" y="2286"/>
                </a:lnTo>
                <a:lnTo>
                  <a:pt x="4571" y="4572"/>
                </a:lnTo>
                <a:lnTo>
                  <a:pt x="1909571" y="4572"/>
                </a:lnTo>
                <a:lnTo>
                  <a:pt x="1909571" y="2285"/>
                </a:lnTo>
                <a:lnTo>
                  <a:pt x="1911858" y="4572"/>
                </a:lnTo>
                <a:lnTo>
                  <a:pt x="1911858" y="503682"/>
                </a:lnTo>
                <a:lnTo>
                  <a:pt x="1913382" y="502920"/>
                </a:lnTo>
                <a:lnTo>
                  <a:pt x="1914144" y="500634"/>
                </a:lnTo>
                <a:close/>
              </a:path>
              <a:path w="1914525" h="1403985">
                <a:moveTo>
                  <a:pt x="4571" y="4572"/>
                </a:moveTo>
                <a:lnTo>
                  <a:pt x="4571" y="2286"/>
                </a:lnTo>
                <a:lnTo>
                  <a:pt x="2285" y="4572"/>
                </a:lnTo>
                <a:lnTo>
                  <a:pt x="4571" y="4572"/>
                </a:lnTo>
                <a:close/>
              </a:path>
              <a:path w="1914525" h="1403985">
                <a:moveTo>
                  <a:pt x="1911858" y="498348"/>
                </a:moveTo>
                <a:lnTo>
                  <a:pt x="2285" y="498348"/>
                </a:lnTo>
                <a:lnTo>
                  <a:pt x="4571" y="500634"/>
                </a:lnTo>
                <a:lnTo>
                  <a:pt x="4571" y="503682"/>
                </a:lnTo>
                <a:lnTo>
                  <a:pt x="1909571" y="503682"/>
                </a:lnTo>
                <a:lnTo>
                  <a:pt x="1909571" y="500634"/>
                </a:lnTo>
                <a:lnTo>
                  <a:pt x="1911858" y="498348"/>
                </a:lnTo>
                <a:close/>
              </a:path>
              <a:path w="1914525" h="1403985">
                <a:moveTo>
                  <a:pt x="4571" y="503682"/>
                </a:moveTo>
                <a:lnTo>
                  <a:pt x="4571" y="500634"/>
                </a:lnTo>
                <a:lnTo>
                  <a:pt x="2285" y="498348"/>
                </a:lnTo>
                <a:lnTo>
                  <a:pt x="2285" y="503682"/>
                </a:lnTo>
                <a:lnTo>
                  <a:pt x="4571" y="503682"/>
                </a:lnTo>
                <a:close/>
              </a:path>
              <a:path w="1914525" h="1403985">
                <a:moveTo>
                  <a:pt x="4571" y="1403604"/>
                </a:moveTo>
                <a:lnTo>
                  <a:pt x="4571" y="1401318"/>
                </a:lnTo>
                <a:lnTo>
                  <a:pt x="3810" y="1402842"/>
                </a:lnTo>
                <a:lnTo>
                  <a:pt x="2286" y="1403604"/>
                </a:lnTo>
                <a:lnTo>
                  <a:pt x="4571" y="1403604"/>
                </a:lnTo>
                <a:close/>
              </a:path>
              <a:path w="1914525" h="1403985">
                <a:moveTo>
                  <a:pt x="1911858" y="4572"/>
                </a:moveTo>
                <a:lnTo>
                  <a:pt x="1909571" y="2285"/>
                </a:lnTo>
                <a:lnTo>
                  <a:pt x="1909571" y="4572"/>
                </a:lnTo>
                <a:lnTo>
                  <a:pt x="1911858" y="4572"/>
                </a:lnTo>
                <a:close/>
              </a:path>
              <a:path w="1914525" h="1403985">
                <a:moveTo>
                  <a:pt x="1911858" y="498348"/>
                </a:moveTo>
                <a:lnTo>
                  <a:pt x="1911858" y="4572"/>
                </a:lnTo>
                <a:lnTo>
                  <a:pt x="1909571" y="4572"/>
                </a:lnTo>
                <a:lnTo>
                  <a:pt x="1909571" y="498348"/>
                </a:lnTo>
                <a:lnTo>
                  <a:pt x="1911858" y="498348"/>
                </a:lnTo>
                <a:close/>
              </a:path>
              <a:path w="1914525" h="1403985">
                <a:moveTo>
                  <a:pt x="1911858" y="503682"/>
                </a:moveTo>
                <a:lnTo>
                  <a:pt x="1911858" y="498348"/>
                </a:lnTo>
                <a:lnTo>
                  <a:pt x="1909571" y="500634"/>
                </a:lnTo>
                <a:lnTo>
                  <a:pt x="1909571" y="503682"/>
                </a:lnTo>
                <a:lnTo>
                  <a:pt x="1911858" y="503682"/>
                </a:lnTo>
                <a:close/>
              </a:path>
              <a:path w="1914525" h="1403985">
                <a:moveTo>
                  <a:pt x="1914144" y="1401318"/>
                </a:moveTo>
                <a:lnTo>
                  <a:pt x="1914144" y="500634"/>
                </a:lnTo>
                <a:lnTo>
                  <a:pt x="1913382" y="502920"/>
                </a:lnTo>
                <a:lnTo>
                  <a:pt x="1911858" y="503682"/>
                </a:lnTo>
                <a:lnTo>
                  <a:pt x="1909571" y="503682"/>
                </a:lnTo>
                <a:lnTo>
                  <a:pt x="1909571" y="1399032"/>
                </a:lnTo>
                <a:lnTo>
                  <a:pt x="1911858" y="1399032"/>
                </a:lnTo>
                <a:lnTo>
                  <a:pt x="1913382" y="1399794"/>
                </a:lnTo>
                <a:lnTo>
                  <a:pt x="1914144" y="1401318"/>
                </a:lnTo>
                <a:close/>
              </a:path>
              <a:path w="1914525" h="1403985">
                <a:moveTo>
                  <a:pt x="1911858" y="1403604"/>
                </a:moveTo>
                <a:lnTo>
                  <a:pt x="1910333" y="1402842"/>
                </a:lnTo>
                <a:lnTo>
                  <a:pt x="1909571" y="1401317"/>
                </a:lnTo>
                <a:lnTo>
                  <a:pt x="1909571" y="1403604"/>
                </a:lnTo>
                <a:lnTo>
                  <a:pt x="1911858" y="1403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848097" y="1506728"/>
            <a:ext cx="1844675" cy="38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5400">
              <a:lnSpc>
                <a:spcPts val="1435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«allocate»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ts val="1435"/>
              </a:lnSpc>
            </a:pPr>
            <a:r>
              <a:rPr dirty="0" sz="1200" spc="-5">
                <a:latin typeface="Arial MT"/>
                <a:cs typeface="Arial MT"/>
              </a:rPr>
              <a:t>part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: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Element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Name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198364" y="2101595"/>
            <a:ext cx="1175385" cy="498475"/>
            <a:chOff x="5198364" y="2101595"/>
            <a:chExt cx="1175385" cy="498475"/>
          </a:xfrm>
        </p:grpSpPr>
        <p:sp>
          <p:nvSpPr>
            <p:cNvPr id="30" name="object 30"/>
            <p:cNvSpPr/>
            <p:nvPr/>
          </p:nvSpPr>
          <p:spPr>
            <a:xfrm>
              <a:off x="5457177" y="2595384"/>
              <a:ext cx="656590" cy="5080"/>
            </a:xfrm>
            <a:custGeom>
              <a:avLst/>
              <a:gdLst/>
              <a:ahLst/>
              <a:cxnLst/>
              <a:rect l="l" t="t" r="r" b="b"/>
              <a:pathLst>
                <a:path w="656589" h="5080">
                  <a:moveTo>
                    <a:pt x="656590" y="0"/>
                  </a:moveTo>
                  <a:lnTo>
                    <a:pt x="2540" y="0"/>
                  </a:lnTo>
                  <a:lnTo>
                    <a:pt x="2540" y="317"/>
                  </a:lnTo>
                  <a:lnTo>
                    <a:pt x="1270" y="317"/>
                  </a:lnTo>
                  <a:lnTo>
                    <a:pt x="1270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1270" y="3048"/>
                  </a:lnTo>
                  <a:lnTo>
                    <a:pt x="1270" y="4254"/>
                  </a:lnTo>
                  <a:lnTo>
                    <a:pt x="2540" y="4254"/>
                  </a:lnTo>
                  <a:lnTo>
                    <a:pt x="2540" y="4572"/>
                  </a:lnTo>
                  <a:lnTo>
                    <a:pt x="656590" y="4572"/>
                  </a:lnTo>
                  <a:lnTo>
                    <a:pt x="656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200650" y="2103881"/>
              <a:ext cx="1170940" cy="494030"/>
            </a:xfrm>
            <a:custGeom>
              <a:avLst/>
              <a:gdLst/>
              <a:ahLst/>
              <a:cxnLst/>
              <a:rect l="l" t="t" r="r" b="b"/>
              <a:pathLst>
                <a:path w="1170939" h="494030">
                  <a:moveTo>
                    <a:pt x="1170432" y="246125"/>
                  </a:moveTo>
                  <a:lnTo>
                    <a:pt x="1166236" y="201761"/>
                  </a:lnTo>
                  <a:lnTo>
                    <a:pt x="1154138" y="160056"/>
                  </a:lnTo>
                  <a:lnTo>
                    <a:pt x="1134872" y="121694"/>
                  </a:lnTo>
                  <a:lnTo>
                    <a:pt x="1109170" y="87358"/>
                  </a:lnTo>
                  <a:lnTo>
                    <a:pt x="1077769" y="57732"/>
                  </a:lnTo>
                  <a:lnTo>
                    <a:pt x="1041400" y="33499"/>
                  </a:lnTo>
                  <a:lnTo>
                    <a:pt x="1000797" y="15344"/>
                  </a:lnTo>
                  <a:lnTo>
                    <a:pt x="956695" y="3950"/>
                  </a:lnTo>
                  <a:lnTo>
                    <a:pt x="909828" y="0"/>
                  </a:lnTo>
                  <a:lnTo>
                    <a:pt x="259842" y="0"/>
                  </a:lnTo>
                  <a:lnTo>
                    <a:pt x="213401" y="3950"/>
                  </a:lnTo>
                  <a:lnTo>
                    <a:pt x="169583" y="15344"/>
                  </a:lnTo>
                  <a:lnTo>
                    <a:pt x="129144" y="33499"/>
                  </a:lnTo>
                  <a:lnTo>
                    <a:pt x="92845" y="57732"/>
                  </a:lnTo>
                  <a:lnTo>
                    <a:pt x="61445" y="87358"/>
                  </a:lnTo>
                  <a:lnTo>
                    <a:pt x="35701" y="121694"/>
                  </a:lnTo>
                  <a:lnTo>
                    <a:pt x="16373" y="160056"/>
                  </a:lnTo>
                  <a:lnTo>
                    <a:pt x="4219" y="201761"/>
                  </a:lnTo>
                  <a:lnTo>
                    <a:pt x="0" y="246125"/>
                  </a:lnTo>
                  <a:lnTo>
                    <a:pt x="4219" y="290341"/>
                  </a:lnTo>
                  <a:lnTo>
                    <a:pt x="16373" y="332080"/>
                  </a:lnTo>
                  <a:lnTo>
                    <a:pt x="35701" y="370614"/>
                  </a:lnTo>
                  <a:lnTo>
                    <a:pt x="61445" y="405215"/>
                  </a:lnTo>
                  <a:lnTo>
                    <a:pt x="92845" y="435157"/>
                  </a:lnTo>
                  <a:lnTo>
                    <a:pt x="129144" y="459711"/>
                  </a:lnTo>
                  <a:lnTo>
                    <a:pt x="169583" y="478151"/>
                  </a:lnTo>
                  <a:lnTo>
                    <a:pt x="213401" y="489748"/>
                  </a:lnTo>
                  <a:lnTo>
                    <a:pt x="259842" y="493775"/>
                  </a:lnTo>
                  <a:lnTo>
                    <a:pt x="909828" y="493775"/>
                  </a:lnTo>
                  <a:lnTo>
                    <a:pt x="956695" y="489748"/>
                  </a:lnTo>
                  <a:lnTo>
                    <a:pt x="1000797" y="478151"/>
                  </a:lnTo>
                  <a:lnTo>
                    <a:pt x="1041399" y="459711"/>
                  </a:lnTo>
                  <a:lnTo>
                    <a:pt x="1077769" y="435157"/>
                  </a:lnTo>
                  <a:lnTo>
                    <a:pt x="1109170" y="405215"/>
                  </a:lnTo>
                  <a:lnTo>
                    <a:pt x="1134871" y="370614"/>
                  </a:lnTo>
                  <a:lnTo>
                    <a:pt x="1154138" y="332080"/>
                  </a:lnTo>
                  <a:lnTo>
                    <a:pt x="1166236" y="290341"/>
                  </a:lnTo>
                  <a:lnTo>
                    <a:pt x="1170432" y="246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198364" y="2101595"/>
              <a:ext cx="1175385" cy="498475"/>
            </a:xfrm>
            <a:custGeom>
              <a:avLst/>
              <a:gdLst/>
              <a:ahLst/>
              <a:cxnLst/>
              <a:rect l="l" t="t" r="r" b="b"/>
              <a:pathLst>
                <a:path w="1175385" h="498475">
                  <a:moveTo>
                    <a:pt x="1175004" y="235458"/>
                  </a:moveTo>
                  <a:lnTo>
                    <a:pt x="1171956" y="210312"/>
                  </a:lnTo>
                  <a:lnTo>
                    <a:pt x="1170432" y="204584"/>
                  </a:lnTo>
                  <a:lnTo>
                    <a:pt x="1170432" y="248412"/>
                  </a:lnTo>
                  <a:lnTo>
                    <a:pt x="1168908" y="273558"/>
                  </a:lnTo>
                  <a:lnTo>
                    <a:pt x="1159535" y="318147"/>
                  </a:lnTo>
                  <a:lnTo>
                    <a:pt x="1142238" y="359143"/>
                  </a:lnTo>
                  <a:lnTo>
                    <a:pt x="1117930" y="395897"/>
                  </a:lnTo>
                  <a:lnTo>
                    <a:pt x="1087615" y="427736"/>
                  </a:lnTo>
                  <a:lnTo>
                    <a:pt x="1052207" y="454025"/>
                  </a:lnTo>
                  <a:lnTo>
                    <a:pt x="1012672" y="474116"/>
                  </a:lnTo>
                  <a:lnTo>
                    <a:pt x="969975" y="487324"/>
                  </a:lnTo>
                  <a:lnTo>
                    <a:pt x="925068" y="493014"/>
                  </a:lnTo>
                  <a:lnTo>
                    <a:pt x="262128" y="493776"/>
                  </a:lnTo>
                  <a:lnTo>
                    <a:pt x="211937" y="488772"/>
                  </a:lnTo>
                  <a:lnTo>
                    <a:pt x="164541" y="475005"/>
                  </a:lnTo>
                  <a:lnTo>
                    <a:pt x="121107" y="453123"/>
                  </a:lnTo>
                  <a:lnTo>
                    <a:pt x="82778" y="423760"/>
                  </a:lnTo>
                  <a:lnTo>
                    <a:pt x="50698" y="387553"/>
                  </a:lnTo>
                  <a:lnTo>
                    <a:pt x="26022" y="345147"/>
                  </a:lnTo>
                  <a:lnTo>
                    <a:pt x="9906" y="297180"/>
                  </a:lnTo>
                  <a:lnTo>
                    <a:pt x="5334" y="260604"/>
                  </a:lnTo>
                  <a:lnTo>
                    <a:pt x="5334" y="235458"/>
                  </a:lnTo>
                  <a:lnTo>
                    <a:pt x="19367" y="167436"/>
                  </a:lnTo>
                  <a:lnTo>
                    <a:pt x="38544" y="127584"/>
                  </a:lnTo>
                  <a:lnTo>
                    <a:pt x="64795" y="92189"/>
                  </a:lnTo>
                  <a:lnTo>
                    <a:pt x="96951" y="61874"/>
                  </a:lnTo>
                  <a:lnTo>
                    <a:pt x="133908" y="37325"/>
                  </a:lnTo>
                  <a:lnTo>
                    <a:pt x="174510" y="19151"/>
                  </a:lnTo>
                  <a:lnTo>
                    <a:pt x="217627" y="8013"/>
                  </a:lnTo>
                  <a:lnTo>
                    <a:pt x="262128" y="4572"/>
                  </a:lnTo>
                  <a:lnTo>
                    <a:pt x="925068" y="4572"/>
                  </a:lnTo>
                  <a:lnTo>
                    <a:pt x="970254" y="10807"/>
                  </a:lnTo>
                  <a:lnTo>
                    <a:pt x="1013040" y="24053"/>
                  </a:lnTo>
                  <a:lnTo>
                    <a:pt x="1052499" y="43827"/>
                  </a:lnTo>
                  <a:lnTo>
                    <a:pt x="1087767" y="69634"/>
                  </a:lnTo>
                  <a:lnTo>
                    <a:pt x="1117942" y="101003"/>
                  </a:lnTo>
                  <a:lnTo>
                    <a:pt x="1142098" y="137363"/>
                  </a:lnTo>
                  <a:lnTo>
                    <a:pt x="1159383" y="178295"/>
                  </a:lnTo>
                  <a:lnTo>
                    <a:pt x="1168908" y="223266"/>
                  </a:lnTo>
                  <a:lnTo>
                    <a:pt x="1170432" y="248412"/>
                  </a:lnTo>
                  <a:lnTo>
                    <a:pt x="1170432" y="204584"/>
                  </a:lnTo>
                  <a:lnTo>
                    <a:pt x="1160043" y="165481"/>
                  </a:lnTo>
                  <a:lnTo>
                    <a:pt x="1140218" y="124701"/>
                  </a:lnTo>
                  <a:lnTo>
                    <a:pt x="1113510" y="88607"/>
                  </a:lnTo>
                  <a:lnTo>
                    <a:pt x="1080909" y="57797"/>
                  </a:lnTo>
                  <a:lnTo>
                    <a:pt x="1043457" y="32918"/>
                  </a:lnTo>
                  <a:lnTo>
                    <a:pt x="1002157" y="14579"/>
                  </a:lnTo>
                  <a:lnTo>
                    <a:pt x="958037" y="3390"/>
                  </a:lnTo>
                  <a:lnTo>
                    <a:pt x="912114" y="0"/>
                  </a:lnTo>
                  <a:lnTo>
                    <a:pt x="248412" y="0"/>
                  </a:lnTo>
                  <a:lnTo>
                    <a:pt x="198259" y="7175"/>
                  </a:lnTo>
                  <a:lnTo>
                    <a:pt x="151041" y="23241"/>
                  </a:lnTo>
                  <a:lnTo>
                    <a:pt x="108013" y="47459"/>
                  </a:lnTo>
                  <a:lnTo>
                    <a:pt x="70434" y="79057"/>
                  </a:lnTo>
                  <a:lnTo>
                    <a:pt x="39560" y="117233"/>
                  </a:lnTo>
                  <a:lnTo>
                    <a:pt x="16675" y="161251"/>
                  </a:lnTo>
                  <a:lnTo>
                    <a:pt x="3048" y="210312"/>
                  </a:lnTo>
                  <a:lnTo>
                    <a:pt x="0" y="248412"/>
                  </a:lnTo>
                  <a:lnTo>
                    <a:pt x="1524" y="273558"/>
                  </a:lnTo>
                  <a:lnTo>
                    <a:pt x="22123" y="348449"/>
                  </a:lnTo>
                  <a:lnTo>
                    <a:pt x="41719" y="383082"/>
                  </a:lnTo>
                  <a:lnTo>
                    <a:pt x="66548" y="414197"/>
                  </a:lnTo>
                  <a:lnTo>
                    <a:pt x="96012" y="441198"/>
                  </a:lnTo>
                  <a:lnTo>
                    <a:pt x="150558" y="474141"/>
                  </a:lnTo>
                  <a:lnTo>
                    <a:pt x="222859" y="495528"/>
                  </a:lnTo>
                  <a:lnTo>
                    <a:pt x="262128" y="498348"/>
                  </a:lnTo>
                  <a:lnTo>
                    <a:pt x="925068" y="498348"/>
                  </a:lnTo>
                  <a:lnTo>
                    <a:pt x="984338" y="488556"/>
                  </a:lnTo>
                  <a:lnTo>
                    <a:pt x="1027112" y="472884"/>
                  </a:lnTo>
                  <a:lnTo>
                    <a:pt x="1066203" y="450469"/>
                  </a:lnTo>
                  <a:lnTo>
                    <a:pt x="1100709" y="421982"/>
                  </a:lnTo>
                  <a:lnTo>
                    <a:pt x="1129741" y="388099"/>
                  </a:lnTo>
                  <a:lnTo>
                    <a:pt x="1152398" y="349453"/>
                  </a:lnTo>
                  <a:lnTo>
                    <a:pt x="1167777" y="306743"/>
                  </a:lnTo>
                  <a:lnTo>
                    <a:pt x="1175004" y="260604"/>
                  </a:lnTo>
                  <a:lnTo>
                    <a:pt x="1175004" y="235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271770" y="2149855"/>
            <a:ext cx="1031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action name </a:t>
            </a:r>
            <a:r>
              <a:rPr dirty="0" sz="1200" b="1">
                <a:latin typeface="Arial"/>
                <a:cs typeface="Arial"/>
              </a:rPr>
              <a:t>: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Activity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Name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55425" y="4214621"/>
            <a:ext cx="1388110" cy="1243965"/>
          </a:xfrm>
          <a:custGeom>
            <a:avLst/>
            <a:gdLst/>
            <a:ahLst/>
            <a:cxnLst/>
            <a:rect l="l" t="t" r="r" b="b"/>
            <a:pathLst>
              <a:path w="1388109" h="1243964">
                <a:moveTo>
                  <a:pt x="1388110" y="1238262"/>
                </a:moveTo>
                <a:lnTo>
                  <a:pt x="1387868" y="1238262"/>
                </a:lnTo>
                <a:lnTo>
                  <a:pt x="1387868" y="409956"/>
                </a:lnTo>
                <a:lnTo>
                  <a:pt x="1387868" y="2286"/>
                </a:lnTo>
                <a:lnTo>
                  <a:pt x="1387106" y="0"/>
                </a:lnTo>
                <a:lnTo>
                  <a:pt x="1385582" y="0"/>
                </a:lnTo>
                <a:lnTo>
                  <a:pt x="1384058" y="0"/>
                </a:lnTo>
                <a:lnTo>
                  <a:pt x="1383296" y="0"/>
                </a:lnTo>
                <a:lnTo>
                  <a:pt x="1383296" y="4572"/>
                </a:lnTo>
                <a:lnTo>
                  <a:pt x="1383296" y="407670"/>
                </a:lnTo>
                <a:lnTo>
                  <a:pt x="1383296" y="412242"/>
                </a:lnTo>
                <a:lnTo>
                  <a:pt x="1383296" y="1238250"/>
                </a:lnTo>
                <a:lnTo>
                  <a:pt x="4838" y="1238250"/>
                </a:lnTo>
                <a:lnTo>
                  <a:pt x="4838" y="412242"/>
                </a:lnTo>
                <a:lnTo>
                  <a:pt x="1383296" y="412242"/>
                </a:lnTo>
                <a:lnTo>
                  <a:pt x="1383296" y="407670"/>
                </a:lnTo>
                <a:lnTo>
                  <a:pt x="4838" y="407670"/>
                </a:lnTo>
                <a:lnTo>
                  <a:pt x="4838" y="4572"/>
                </a:lnTo>
                <a:lnTo>
                  <a:pt x="1383296" y="4572"/>
                </a:lnTo>
                <a:lnTo>
                  <a:pt x="1383296" y="0"/>
                </a:lnTo>
                <a:lnTo>
                  <a:pt x="2552" y="0"/>
                </a:lnTo>
                <a:lnTo>
                  <a:pt x="1028" y="762"/>
                </a:lnTo>
                <a:lnTo>
                  <a:pt x="266" y="2286"/>
                </a:lnTo>
                <a:lnTo>
                  <a:pt x="266" y="409956"/>
                </a:lnTo>
                <a:lnTo>
                  <a:pt x="266" y="1239786"/>
                </a:lnTo>
                <a:lnTo>
                  <a:pt x="0" y="1239786"/>
                </a:lnTo>
                <a:lnTo>
                  <a:pt x="0" y="1241310"/>
                </a:lnTo>
                <a:lnTo>
                  <a:pt x="647" y="1241310"/>
                </a:lnTo>
                <a:lnTo>
                  <a:pt x="1028" y="1242060"/>
                </a:lnTo>
                <a:lnTo>
                  <a:pt x="1270" y="1242187"/>
                </a:lnTo>
                <a:lnTo>
                  <a:pt x="1270" y="1242517"/>
                </a:lnTo>
                <a:lnTo>
                  <a:pt x="1943" y="1242517"/>
                </a:lnTo>
                <a:lnTo>
                  <a:pt x="2540" y="1242822"/>
                </a:lnTo>
                <a:lnTo>
                  <a:pt x="1383296" y="1242834"/>
                </a:lnTo>
                <a:lnTo>
                  <a:pt x="1383296" y="1243584"/>
                </a:lnTo>
                <a:lnTo>
                  <a:pt x="1387868" y="1243584"/>
                </a:lnTo>
                <a:lnTo>
                  <a:pt x="1387868" y="1242834"/>
                </a:lnTo>
                <a:lnTo>
                  <a:pt x="1388110" y="1242834"/>
                </a:lnTo>
                <a:lnTo>
                  <a:pt x="1388110" y="1238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448553" y="4217923"/>
            <a:ext cx="896619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121920">
              <a:lnSpc>
                <a:spcPts val="1390"/>
              </a:lnSpc>
              <a:spcBef>
                <a:spcPts val="185"/>
              </a:spcBef>
            </a:pPr>
            <a:r>
              <a:rPr dirty="0" sz="1200" spc="-5" b="1">
                <a:latin typeface="Arial"/>
                <a:cs typeface="Arial"/>
              </a:rPr>
              <a:t>«block»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Block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Name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19521" y="4801361"/>
            <a:ext cx="1061720" cy="494665"/>
            <a:chOff x="5319521" y="4801361"/>
            <a:chExt cx="1061720" cy="494665"/>
          </a:xfrm>
        </p:grpSpPr>
        <p:sp>
          <p:nvSpPr>
            <p:cNvPr id="37" name="object 37"/>
            <p:cNvSpPr/>
            <p:nvPr/>
          </p:nvSpPr>
          <p:spPr>
            <a:xfrm>
              <a:off x="5319509" y="4801361"/>
              <a:ext cx="1061720" cy="494665"/>
            </a:xfrm>
            <a:custGeom>
              <a:avLst/>
              <a:gdLst/>
              <a:ahLst/>
              <a:cxnLst/>
              <a:rect l="l" t="t" r="r" b="b"/>
              <a:pathLst>
                <a:path w="1061720" h="494664">
                  <a:moveTo>
                    <a:pt x="1061720" y="491490"/>
                  </a:moveTo>
                  <a:lnTo>
                    <a:pt x="1061478" y="491490"/>
                  </a:lnTo>
                  <a:lnTo>
                    <a:pt x="1061478" y="3048"/>
                  </a:lnTo>
                  <a:lnTo>
                    <a:pt x="1060716" y="762"/>
                  </a:lnTo>
                  <a:lnTo>
                    <a:pt x="1059192" y="0"/>
                  </a:lnTo>
                  <a:lnTo>
                    <a:pt x="1057668" y="762"/>
                  </a:lnTo>
                  <a:lnTo>
                    <a:pt x="1056906" y="3048"/>
                  </a:lnTo>
                  <a:lnTo>
                    <a:pt x="1056906" y="491490"/>
                  </a:lnTo>
                  <a:lnTo>
                    <a:pt x="2540" y="491490"/>
                  </a:lnTo>
                  <a:lnTo>
                    <a:pt x="2540" y="489546"/>
                  </a:lnTo>
                  <a:lnTo>
                    <a:pt x="0" y="489546"/>
                  </a:lnTo>
                  <a:lnTo>
                    <a:pt x="0" y="491490"/>
                  </a:lnTo>
                  <a:lnTo>
                    <a:pt x="0" y="493445"/>
                  </a:lnTo>
                  <a:lnTo>
                    <a:pt x="2540" y="493445"/>
                  </a:lnTo>
                  <a:lnTo>
                    <a:pt x="2540" y="493788"/>
                  </a:lnTo>
                  <a:lnTo>
                    <a:pt x="1056906" y="493788"/>
                  </a:lnTo>
                  <a:lnTo>
                    <a:pt x="1056906" y="494538"/>
                  </a:lnTo>
                  <a:lnTo>
                    <a:pt x="1061478" y="494538"/>
                  </a:lnTo>
                  <a:lnTo>
                    <a:pt x="1061478" y="493788"/>
                  </a:lnTo>
                  <a:lnTo>
                    <a:pt x="1061720" y="493788"/>
                  </a:lnTo>
                  <a:lnTo>
                    <a:pt x="1061720" y="4914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321807" y="4804410"/>
              <a:ext cx="1057275" cy="488950"/>
            </a:xfrm>
            <a:custGeom>
              <a:avLst/>
              <a:gdLst/>
              <a:ahLst/>
              <a:cxnLst/>
              <a:rect l="l" t="t" r="r" b="b"/>
              <a:pathLst>
                <a:path w="1057275" h="488950">
                  <a:moveTo>
                    <a:pt x="1056893" y="488441"/>
                  </a:moveTo>
                  <a:lnTo>
                    <a:pt x="1056893" y="0"/>
                  </a:lnTo>
                  <a:lnTo>
                    <a:pt x="0" y="0"/>
                  </a:lnTo>
                  <a:lnTo>
                    <a:pt x="0" y="488442"/>
                  </a:lnTo>
                  <a:lnTo>
                    <a:pt x="1056893" y="4884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319522" y="4802136"/>
              <a:ext cx="1061720" cy="493395"/>
            </a:xfrm>
            <a:custGeom>
              <a:avLst/>
              <a:gdLst/>
              <a:ahLst/>
              <a:cxnLst/>
              <a:rect l="l" t="t" r="r" b="b"/>
              <a:pathLst>
                <a:path w="1061720" h="493395">
                  <a:moveTo>
                    <a:pt x="1061466" y="0"/>
                  </a:moveTo>
                  <a:lnTo>
                    <a:pt x="1056894" y="0"/>
                  </a:lnTo>
                  <a:lnTo>
                    <a:pt x="1056894" y="4572"/>
                  </a:lnTo>
                  <a:lnTo>
                    <a:pt x="1056894" y="488442"/>
                  </a:lnTo>
                  <a:lnTo>
                    <a:pt x="4572" y="488442"/>
                  </a:lnTo>
                  <a:lnTo>
                    <a:pt x="4572" y="4572"/>
                  </a:lnTo>
                  <a:lnTo>
                    <a:pt x="1056894" y="4572"/>
                  </a:lnTo>
                  <a:lnTo>
                    <a:pt x="1056894" y="0"/>
                  </a:lnTo>
                  <a:lnTo>
                    <a:pt x="762" y="0"/>
                  </a:lnTo>
                  <a:lnTo>
                    <a:pt x="0" y="2286"/>
                  </a:lnTo>
                  <a:lnTo>
                    <a:pt x="0" y="490728"/>
                  </a:lnTo>
                  <a:lnTo>
                    <a:pt x="762" y="493014"/>
                  </a:lnTo>
                  <a:lnTo>
                    <a:pt x="2286" y="493014"/>
                  </a:lnTo>
                  <a:lnTo>
                    <a:pt x="4572" y="493014"/>
                  </a:lnTo>
                  <a:lnTo>
                    <a:pt x="1056894" y="493014"/>
                  </a:lnTo>
                  <a:lnTo>
                    <a:pt x="1059180" y="493014"/>
                  </a:lnTo>
                  <a:lnTo>
                    <a:pt x="1061466" y="493014"/>
                  </a:lnTo>
                  <a:lnTo>
                    <a:pt x="1061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5321808" y="4935728"/>
            <a:ext cx="10572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304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part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name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399720" y="4395215"/>
            <a:ext cx="2419985" cy="657860"/>
            <a:chOff x="6399720" y="4395215"/>
            <a:chExt cx="2419985" cy="657860"/>
          </a:xfrm>
        </p:grpSpPr>
        <p:sp>
          <p:nvSpPr>
            <p:cNvPr id="42" name="object 42"/>
            <p:cNvSpPr/>
            <p:nvPr/>
          </p:nvSpPr>
          <p:spPr>
            <a:xfrm>
              <a:off x="6399720" y="4627625"/>
              <a:ext cx="1395730" cy="425450"/>
            </a:xfrm>
            <a:custGeom>
              <a:avLst/>
              <a:gdLst/>
              <a:ahLst/>
              <a:cxnLst/>
              <a:rect l="l" t="t" r="r" b="b"/>
              <a:pathLst>
                <a:path w="1395729" h="425450">
                  <a:moveTo>
                    <a:pt x="68567" y="396430"/>
                  </a:moveTo>
                  <a:lnTo>
                    <a:pt x="65849" y="391668"/>
                  </a:lnTo>
                  <a:lnTo>
                    <a:pt x="63563" y="388620"/>
                  </a:lnTo>
                  <a:lnTo>
                    <a:pt x="62039" y="387096"/>
                  </a:lnTo>
                  <a:lnTo>
                    <a:pt x="58991" y="386334"/>
                  </a:lnTo>
                  <a:lnTo>
                    <a:pt x="54419" y="384810"/>
                  </a:lnTo>
                  <a:lnTo>
                    <a:pt x="51371" y="385572"/>
                  </a:lnTo>
                  <a:lnTo>
                    <a:pt x="49847" y="385572"/>
                  </a:lnTo>
                  <a:lnTo>
                    <a:pt x="10985" y="396240"/>
                  </a:lnTo>
                  <a:lnTo>
                    <a:pt x="10223" y="397002"/>
                  </a:lnTo>
                  <a:lnTo>
                    <a:pt x="8699" y="397002"/>
                  </a:lnTo>
                  <a:lnTo>
                    <a:pt x="7175" y="397764"/>
                  </a:lnTo>
                  <a:lnTo>
                    <a:pt x="6413" y="398526"/>
                  </a:lnTo>
                  <a:lnTo>
                    <a:pt x="4889" y="400812"/>
                  </a:lnTo>
                  <a:lnTo>
                    <a:pt x="1168" y="404723"/>
                  </a:lnTo>
                  <a:lnTo>
                    <a:pt x="0" y="412432"/>
                  </a:lnTo>
                  <a:lnTo>
                    <a:pt x="3365" y="416814"/>
                  </a:lnTo>
                  <a:lnTo>
                    <a:pt x="4889" y="419862"/>
                  </a:lnTo>
                  <a:lnTo>
                    <a:pt x="6413" y="421386"/>
                  </a:lnTo>
                  <a:lnTo>
                    <a:pt x="8737" y="423570"/>
                  </a:lnTo>
                  <a:lnTo>
                    <a:pt x="14033" y="424764"/>
                  </a:lnTo>
                  <a:lnTo>
                    <a:pt x="14795" y="424840"/>
                  </a:lnTo>
                  <a:lnTo>
                    <a:pt x="15557" y="424738"/>
                  </a:lnTo>
                  <a:lnTo>
                    <a:pt x="16319" y="424637"/>
                  </a:lnTo>
                  <a:lnTo>
                    <a:pt x="17081" y="424535"/>
                  </a:lnTo>
                  <a:lnTo>
                    <a:pt x="17843" y="424434"/>
                  </a:lnTo>
                  <a:lnTo>
                    <a:pt x="19367" y="423672"/>
                  </a:lnTo>
                  <a:lnTo>
                    <a:pt x="52895" y="413816"/>
                  </a:lnTo>
                  <a:lnTo>
                    <a:pt x="53657" y="413588"/>
                  </a:lnTo>
                  <a:lnTo>
                    <a:pt x="54419" y="413372"/>
                  </a:lnTo>
                  <a:lnTo>
                    <a:pt x="55181" y="413143"/>
                  </a:lnTo>
                  <a:lnTo>
                    <a:pt x="58229" y="412242"/>
                  </a:lnTo>
                  <a:lnTo>
                    <a:pt x="58991" y="411480"/>
                  </a:lnTo>
                  <a:lnTo>
                    <a:pt x="59753" y="411480"/>
                  </a:lnTo>
                  <a:lnTo>
                    <a:pt x="61277" y="410718"/>
                  </a:lnTo>
                  <a:lnTo>
                    <a:pt x="62039" y="409956"/>
                  </a:lnTo>
                  <a:lnTo>
                    <a:pt x="64325" y="408432"/>
                  </a:lnTo>
                  <a:lnTo>
                    <a:pt x="67830" y="404190"/>
                  </a:lnTo>
                  <a:lnTo>
                    <a:pt x="68567" y="396430"/>
                  </a:lnTo>
                  <a:close/>
                </a:path>
                <a:path w="1395729" h="425450">
                  <a:moveTo>
                    <a:pt x="145859" y="375666"/>
                  </a:moveTo>
                  <a:lnTo>
                    <a:pt x="145097" y="373380"/>
                  </a:lnTo>
                  <a:lnTo>
                    <a:pt x="145097" y="371856"/>
                  </a:lnTo>
                  <a:lnTo>
                    <a:pt x="140525" y="364998"/>
                  </a:lnTo>
                  <a:lnTo>
                    <a:pt x="137477" y="363474"/>
                  </a:lnTo>
                  <a:lnTo>
                    <a:pt x="132905" y="361950"/>
                  </a:lnTo>
                  <a:lnTo>
                    <a:pt x="129857" y="362712"/>
                  </a:lnTo>
                  <a:lnTo>
                    <a:pt x="128333" y="362712"/>
                  </a:lnTo>
                  <a:lnTo>
                    <a:pt x="88709" y="373380"/>
                  </a:lnTo>
                  <a:lnTo>
                    <a:pt x="79565" y="384810"/>
                  </a:lnTo>
                  <a:lnTo>
                    <a:pt x="79565" y="390906"/>
                  </a:lnTo>
                  <a:lnTo>
                    <a:pt x="92519" y="401510"/>
                  </a:lnTo>
                  <a:lnTo>
                    <a:pt x="93281" y="401535"/>
                  </a:lnTo>
                  <a:lnTo>
                    <a:pt x="94043" y="401548"/>
                  </a:lnTo>
                  <a:lnTo>
                    <a:pt x="94805" y="401561"/>
                  </a:lnTo>
                  <a:lnTo>
                    <a:pt x="95567" y="401574"/>
                  </a:lnTo>
                  <a:lnTo>
                    <a:pt x="97091" y="400812"/>
                  </a:lnTo>
                  <a:lnTo>
                    <a:pt x="132143" y="390512"/>
                  </a:lnTo>
                  <a:lnTo>
                    <a:pt x="132905" y="390283"/>
                  </a:lnTo>
                  <a:lnTo>
                    <a:pt x="133667" y="390055"/>
                  </a:lnTo>
                  <a:lnTo>
                    <a:pt x="135953" y="389382"/>
                  </a:lnTo>
                  <a:lnTo>
                    <a:pt x="136715" y="388620"/>
                  </a:lnTo>
                  <a:lnTo>
                    <a:pt x="139001" y="387858"/>
                  </a:lnTo>
                  <a:lnTo>
                    <a:pt x="141287" y="386334"/>
                  </a:lnTo>
                  <a:lnTo>
                    <a:pt x="142811" y="384810"/>
                  </a:lnTo>
                  <a:lnTo>
                    <a:pt x="144335" y="382524"/>
                  </a:lnTo>
                  <a:lnTo>
                    <a:pt x="145859" y="379476"/>
                  </a:lnTo>
                  <a:lnTo>
                    <a:pt x="145859" y="375666"/>
                  </a:lnTo>
                  <a:close/>
                </a:path>
                <a:path w="1395729" h="425450">
                  <a:moveTo>
                    <a:pt x="217373" y="339826"/>
                  </a:moveTo>
                  <a:lnTo>
                    <a:pt x="210299" y="339331"/>
                  </a:lnTo>
                  <a:lnTo>
                    <a:pt x="211391" y="339725"/>
                  </a:lnTo>
                  <a:lnTo>
                    <a:pt x="217373" y="339826"/>
                  </a:lnTo>
                  <a:close/>
                </a:path>
                <a:path w="1395729" h="425450">
                  <a:moveTo>
                    <a:pt x="225158" y="354901"/>
                  </a:moveTo>
                  <a:lnTo>
                    <a:pt x="225056" y="349288"/>
                  </a:lnTo>
                  <a:lnTo>
                    <a:pt x="221297" y="345186"/>
                  </a:lnTo>
                  <a:lnTo>
                    <a:pt x="219773" y="344424"/>
                  </a:lnTo>
                  <a:lnTo>
                    <a:pt x="218249" y="342138"/>
                  </a:lnTo>
                  <a:lnTo>
                    <a:pt x="211734" y="339839"/>
                  </a:lnTo>
                  <a:lnTo>
                    <a:pt x="206057" y="339852"/>
                  </a:lnTo>
                  <a:lnTo>
                    <a:pt x="167195" y="352044"/>
                  </a:lnTo>
                  <a:lnTo>
                    <a:pt x="164147" y="352806"/>
                  </a:lnTo>
                  <a:lnTo>
                    <a:pt x="161861" y="355092"/>
                  </a:lnTo>
                  <a:lnTo>
                    <a:pt x="159575" y="356616"/>
                  </a:lnTo>
                  <a:lnTo>
                    <a:pt x="158051" y="359664"/>
                  </a:lnTo>
                  <a:lnTo>
                    <a:pt x="157289" y="361950"/>
                  </a:lnTo>
                  <a:lnTo>
                    <a:pt x="157289" y="367284"/>
                  </a:lnTo>
                  <a:lnTo>
                    <a:pt x="158051" y="369570"/>
                  </a:lnTo>
                  <a:lnTo>
                    <a:pt x="158051" y="371094"/>
                  </a:lnTo>
                  <a:lnTo>
                    <a:pt x="158813" y="372618"/>
                  </a:lnTo>
                  <a:lnTo>
                    <a:pt x="159575" y="373380"/>
                  </a:lnTo>
                  <a:lnTo>
                    <a:pt x="164757" y="378079"/>
                  </a:lnTo>
                  <a:lnTo>
                    <a:pt x="166370" y="379082"/>
                  </a:lnTo>
                  <a:lnTo>
                    <a:pt x="169481" y="378917"/>
                  </a:lnTo>
                  <a:lnTo>
                    <a:pt x="170243" y="378879"/>
                  </a:lnTo>
                  <a:lnTo>
                    <a:pt x="170243" y="371703"/>
                  </a:lnTo>
                  <a:lnTo>
                    <a:pt x="170497" y="371652"/>
                  </a:lnTo>
                  <a:lnTo>
                    <a:pt x="170497" y="378866"/>
                  </a:lnTo>
                  <a:lnTo>
                    <a:pt x="171767" y="378802"/>
                  </a:lnTo>
                  <a:lnTo>
                    <a:pt x="173291" y="378714"/>
                  </a:lnTo>
                  <a:lnTo>
                    <a:pt x="174815" y="377952"/>
                  </a:lnTo>
                  <a:lnTo>
                    <a:pt x="209105" y="368541"/>
                  </a:lnTo>
                  <a:lnTo>
                    <a:pt x="210629" y="368122"/>
                  </a:lnTo>
                  <a:lnTo>
                    <a:pt x="211391" y="367919"/>
                  </a:lnTo>
                  <a:lnTo>
                    <a:pt x="213677" y="367284"/>
                  </a:lnTo>
                  <a:lnTo>
                    <a:pt x="215963" y="366522"/>
                  </a:lnTo>
                  <a:lnTo>
                    <a:pt x="218249" y="364998"/>
                  </a:lnTo>
                  <a:lnTo>
                    <a:pt x="219773" y="363474"/>
                  </a:lnTo>
                  <a:lnTo>
                    <a:pt x="221297" y="361188"/>
                  </a:lnTo>
                  <a:lnTo>
                    <a:pt x="222821" y="359664"/>
                  </a:lnTo>
                  <a:lnTo>
                    <a:pt x="225158" y="354901"/>
                  </a:lnTo>
                  <a:close/>
                </a:path>
                <a:path w="1395729" h="425450">
                  <a:moveTo>
                    <a:pt x="303695" y="328104"/>
                  </a:moveTo>
                  <a:lnTo>
                    <a:pt x="299783" y="323088"/>
                  </a:lnTo>
                  <a:lnTo>
                    <a:pt x="295973" y="319278"/>
                  </a:lnTo>
                  <a:lnTo>
                    <a:pt x="292925" y="317754"/>
                  </a:lnTo>
                  <a:lnTo>
                    <a:pt x="291401" y="317754"/>
                  </a:lnTo>
                  <a:lnTo>
                    <a:pt x="290639" y="316992"/>
                  </a:lnTo>
                  <a:lnTo>
                    <a:pt x="286829" y="316992"/>
                  </a:lnTo>
                  <a:lnTo>
                    <a:pt x="285305" y="317754"/>
                  </a:lnTo>
                  <a:lnTo>
                    <a:pt x="284543" y="317754"/>
                  </a:lnTo>
                  <a:lnTo>
                    <a:pt x="245681" y="329184"/>
                  </a:lnTo>
                  <a:lnTo>
                    <a:pt x="244919" y="329184"/>
                  </a:lnTo>
                  <a:lnTo>
                    <a:pt x="243446" y="329920"/>
                  </a:lnTo>
                  <a:lnTo>
                    <a:pt x="235013" y="341376"/>
                  </a:lnTo>
                  <a:lnTo>
                    <a:pt x="235013" y="345186"/>
                  </a:lnTo>
                  <a:lnTo>
                    <a:pt x="236537" y="348234"/>
                  </a:lnTo>
                  <a:lnTo>
                    <a:pt x="239128" y="352475"/>
                  </a:lnTo>
                  <a:lnTo>
                    <a:pt x="243446" y="356565"/>
                  </a:lnTo>
                  <a:lnTo>
                    <a:pt x="247205" y="356069"/>
                  </a:lnTo>
                  <a:lnTo>
                    <a:pt x="247967" y="355968"/>
                  </a:lnTo>
                  <a:lnTo>
                    <a:pt x="248729" y="355854"/>
                  </a:lnTo>
                  <a:lnTo>
                    <a:pt x="249491" y="355854"/>
                  </a:lnTo>
                  <a:lnTo>
                    <a:pt x="250253" y="355854"/>
                  </a:lnTo>
                  <a:lnTo>
                    <a:pt x="251777" y="355854"/>
                  </a:lnTo>
                  <a:lnTo>
                    <a:pt x="252539" y="355473"/>
                  </a:lnTo>
                  <a:lnTo>
                    <a:pt x="253301" y="355092"/>
                  </a:lnTo>
                  <a:lnTo>
                    <a:pt x="252539" y="355092"/>
                  </a:lnTo>
                  <a:lnTo>
                    <a:pt x="287591" y="345478"/>
                  </a:lnTo>
                  <a:lnTo>
                    <a:pt x="287591" y="338201"/>
                  </a:lnTo>
                  <a:lnTo>
                    <a:pt x="287731" y="338162"/>
                  </a:lnTo>
                  <a:lnTo>
                    <a:pt x="287731" y="345440"/>
                  </a:lnTo>
                  <a:lnTo>
                    <a:pt x="289115" y="345059"/>
                  </a:lnTo>
                  <a:lnTo>
                    <a:pt x="289877" y="344843"/>
                  </a:lnTo>
                  <a:lnTo>
                    <a:pt x="291401" y="344424"/>
                  </a:lnTo>
                  <a:lnTo>
                    <a:pt x="292163" y="344424"/>
                  </a:lnTo>
                  <a:lnTo>
                    <a:pt x="295211" y="342900"/>
                  </a:lnTo>
                  <a:lnTo>
                    <a:pt x="295973" y="342138"/>
                  </a:lnTo>
                  <a:lnTo>
                    <a:pt x="298259" y="340614"/>
                  </a:lnTo>
                  <a:lnTo>
                    <a:pt x="302806" y="335826"/>
                  </a:lnTo>
                  <a:lnTo>
                    <a:pt x="303695" y="328104"/>
                  </a:lnTo>
                  <a:close/>
                </a:path>
                <a:path w="1395729" h="425450">
                  <a:moveTo>
                    <a:pt x="380606" y="308660"/>
                  </a:moveTo>
                  <a:lnTo>
                    <a:pt x="380238" y="301866"/>
                  </a:lnTo>
                  <a:lnTo>
                    <a:pt x="375983" y="297942"/>
                  </a:lnTo>
                  <a:lnTo>
                    <a:pt x="373697" y="296418"/>
                  </a:lnTo>
                  <a:lnTo>
                    <a:pt x="369125" y="294894"/>
                  </a:lnTo>
                  <a:lnTo>
                    <a:pt x="362267" y="294894"/>
                  </a:lnTo>
                  <a:lnTo>
                    <a:pt x="323405" y="306324"/>
                  </a:lnTo>
                  <a:lnTo>
                    <a:pt x="322643" y="306324"/>
                  </a:lnTo>
                  <a:lnTo>
                    <a:pt x="321881" y="307086"/>
                  </a:lnTo>
                  <a:lnTo>
                    <a:pt x="320357" y="307086"/>
                  </a:lnTo>
                  <a:lnTo>
                    <a:pt x="318833" y="307848"/>
                  </a:lnTo>
                  <a:lnTo>
                    <a:pt x="317309" y="309372"/>
                  </a:lnTo>
                  <a:lnTo>
                    <a:pt x="315785" y="311658"/>
                  </a:lnTo>
                  <a:lnTo>
                    <a:pt x="315023" y="313182"/>
                  </a:lnTo>
                  <a:lnTo>
                    <a:pt x="312039" y="317246"/>
                  </a:lnTo>
                  <a:lnTo>
                    <a:pt x="314109" y="320433"/>
                  </a:lnTo>
                  <a:lnTo>
                    <a:pt x="314261" y="324612"/>
                  </a:lnTo>
                  <a:lnTo>
                    <a:pt x="315785" y="326898"/>
                  </a:lnTo>
                  <a:lnTo>
                    <a:pt x="317309" y="328422"/>
                  </a:lnTo>
                  <a:lnTo>
                    <a:pt x="318833" y="330708"/>
                  </a:lnTo>
                  <a:lnTo>
                    <a:pt x="321119" y="332232"/>
                  </a:lnTo>
                  <a:lnTo>
                    <a:pt x="325691" y="333756"/>
                  </a:lnTo>
                  <a:lnTo>
                    <a:pt x="326453" y="333756"/>
                  </a:lnTo>
                  <a:lnTo>
                    <a:pt x="327215" y="333756"/>
                  </a:lnTo>
                  <a:lnTo>
                    <a:pt x="327215" y="326898"/>
                  </a:lnTo>
                  <a:lnTo>
                    <a:pt x="327304" y="333756"/>
                  </a:lnTo>
                  <a:lnTo>
                    <a:pt x="328739" y="333756"/>
                  </a:lnTo>
                  <a:lnTo>
                    <a:pt x="329501" y="333756"/>
                  </a:lnTo>
                  <a:lnTo>
                    <a:pt x="331025" y="332994"/>
                  </a:lnTo>
                  <a:lnTo>
                    <a:pt x="364553" y="323329"/>
                  </a:lnTo>
                  <a:lnTo>
                    <a:pt x="365315" y="323113"/>
                  </a:lnTo>
                  <a:lnTo>
                    <a:pt x="365315" y="315582"/>
                  </a:lnTo>
                  <a:lnTo>
                    <a:pt x="365379" y="323088"/>
                  </a:lnTo>
                  <a:lnTo>
                    <a:pt x="366077" y="322884"/>
                  </a:lnTo>
                  <a:lnTo>
                    <a:pt x="366839" y="322668"/>
                  </a:lnTo>
                  <a:lnTo>
                    <a:pt x="367601" y="322453"/>
                  </a:lnTo>
                  <a:lnTo>
                    <a:pt x="370649" y="321564"/>
                  </a:lnTo>
                  <a:lnTo>
                    <a:pt x="371411" y="320802"/>
                  </a:lnTo>
                  <a:lnTo>
                    <a:pt x="373697" y="320040"/>
                  </a:lnTo>
                  <a:lnTo>
                    <a:pt x="377507" y="316230"/>
                  </a:lnTo>
                  <a:lnTo>
                    <a:pt x="379031" y="313944"/>
                  </a:lnTo>
                  <a:lnTo>
                    <a:pt x="380606" y="308660"/>
                  </a:lnTo>
                  <a:close/>
                </a:path>
                <a:path w="1395729" h="425450">
                  <a:moveTo>
                    <a:pt x="401955" y="311467"/>
                  </a:moveTo>
                  <a:lnTo>
                    <a:pt x="401256" y="310959"/>
                  </a:lnTo>
                  <a:lnTo>
                    <a:pt x="398780" y="310972"/>
                  </a:lnTo>
                  <a:lnTo>
                    <a:pt x="401955" y="311467"/>
                  </a:lnTo>
                  <a:close/>
                </a:path>
                <a:path w="1395729" h="425450">
                  <a:moveTo>
                    <a:pt x="458279" y="286512"/>
                  </a:moveTo>
                  <a:lnTo>
                    <a:pt x="457517" y="283464"/>
                  </a:lnTo>
                  <a:lnTo>
                    <a:pt x="457517" y="281178"/>
                  </a:lnTo>
                  <a:lnTo>
                    <a:pt x="455993" y="278892"/>
                  </a:lnTo>
                  <a:lnTo>
                    <a:pt x="454469" y="275844"/>
                  </a:lnTo>
                  <a:lnTo>
                    <a:pt x="452945" y="274320"/>
                  </a:lnTo>
                  <a:lnTo>
                    <a:pt x="449897" y="272796"/>
                  </a:lnTo>
                  <a:lnTo>
                    <a:pt x="447611" y="272034"/>
                  </a:lnTo>
                  <a:lnTo>
                    <a:pt x="439991" y="272034"/>
                  </a:lnTo>
                  <a:lnTo>
                    <a:pt x="401256" y="284187"/>
                  </a:lnTo>
                  <a:lnTo>
                    <a:pt x="400367" y="284226"/>
                  </a:lnTo>
                  <a:lnTo>
                    <a:pt x="395795" y="287274"/>
                  </a:lnTo>
                  <a:lnTo>
                    <a:pt x="392747" y="291846"/>
                  </a:lnTo>
                  <a:lnTo>
                    <a:pt x="391985" y="294132"/>
                  </a:lnTo>
                  <a:lnTo>
                    <a:pt x="391985" y="298704"/>
                  </a:lnTo>
                  <a:lnTo>
                    <a:pt x="392747" y="300990"/>
                  </a:lnTo>
                  <a:lnTo>
                    <a:pt x="393509" y="304038"/>
                  </a:lnTo>
                  <a:lnTo>
                    <a:pt x="395033" y="306324"/>
                  </a:lnTo>
                  <a:lnTo>
                    <a:pt x="401129" y="310857"/>
                  </a:lnTo>
                  <a:lnTo>
                    <a:pt x="404177" y="310934"/>
                  </a:lnTo>
                  <a:lnTo>
                    <a:pt x="404939" y="310921"/>
                  </a:lnTo>
                  <a:lnTo>
                    <a:pt x="405701" y="310921"/>
                  </a:lnTo>
                  <a:lnTo>
                    <a:pt x="406463" y="310908"/>
                  </a:lnTo>
                  <a:lnTo>
                    <a:pt x="407987" y="310896"/>
                  </a:lnTo>
                  <a:lnTo>
                    <a:pt x="409511" y="310134"/>
                  </a:lnTo>
                  <a:lnTo>
                    <a:pt x="443039" y="300939"/>
                  </a:lnTo>
                  <a:lnTo>
                    <a:pt x="443039" y="293446"/>
                  </a:lnTo>
                  <a:lnTo>
                    <a:pt x="443293" y="293382"/>
                  </a:lnTo>
                  <a:lnTo>
                    <a:pt x="443293" y="300863"/>
                  </a:lnTo>
                  <a:lnTo>
                    <a:pt x="443801" y="300723"/>
                  </a:lnTo>
                  <a:lnTo>
                    <a:pt x="444563" y="300520"/>
                  </a:lnTo>
                  <a:lnTo>
                    <a:pt x="445325" y="300304"/>
                  </a:lnTo>
                  <a:lnTo>
                    <a:pt x="448373" y="299466"/>
                  </a:lnTo>
                  <a:lnTo>
                    <a:pt x="450659" y="298704"/>
                  </a:lnTo>
                  <a:lnTo>
                    <a:pt x="452945" y="297180"/>
                  </a:lnTo>
                  <a:lnTo>
                    <a:pt x="454469" y="295656"/>
                  </a:lnTo>
                  <a:lnTo>
                    <a:pt x="455993" y="293370"/>
                  </a:lnTo>
                  <a:lnTo>
                    <a:pt x="458279" y="286512"/>
                  </a:lnTo>
                  <a:close/>
                </a:path>
                <a:path w="1395729" h="425450">
                  <a:moveTo>
                    <a:pt x="535851" y="266534"/>
                  </a:moveTo>
                  <a:lnTo>
                    <a:pt x="534898" y="257911"/>
                  </a:lnTo>
                  <a:lnTo>
                    <a:pt x="529145" y="251218"/>
                  </a:lnTo>
                  <a:lnTo>
                    <a:pt x="520001" y="249174"/>
                  </a:lnTo>
                  <a:lnTo>
                    <a:pt x="519239" y="249174"/>
                  </a:lnTo>
                  <a:lnTo>
                    <a:pt x="478853" y="261366"/>
                  </a:lnTo>
                  <a:lnTo>
                    <a:pt x="478091" y="261366"/>
                  </a:lnTo>
                  <a:lnTo>
                    <a:pt x="471576" y="264350"/>
                  </a:lnTo>
                  <a:lnTo>
                    <a:pt x="467550" y="272008"/>
                  </a:lnTo>
                  <a:lnTo>
                    <a:pt x="470471" y="278892"/>
                  </a:lnTo>
                  <a:lnTo>
                    <a:pt x="470471" y="280416"/>
                  </a:lnTo>
                  <a:lnTo>
                    <a:pt x="471233" y="281940"/>
                  </a:lnTo>
                  <a:lnTo>
                    <a:pt x="477418" y="286575"/>
                  </a:lnTo>
                  <a:lnTo>
                    <a:pt x="477075" y="288594"/>
                  </a:lnTo>
                  <a:lnTo>
                    <a:pt x="477418" y="288582"/>
                  </a:lnTo>
                  <a:lnTo>
                    <a:pt x="481901" y="288290"/>
                  </a:lnTo>
                  <a:lnTo>
                    <a:pt x="482663" y="288239"/>
                  </a:lnTo>
                  <a:lnTo>
                    <a:pt x="483425" y="288188"/>
                  </a:lnTo>
                  <a:lnTo>
                    <a:pt x="484187" y="288137"/>
                  </a:lnTo>
                  <a:lnTo>
                    <a:pt x="485711" y="288036"/>
                  </a:lnTo>
                  <a:lnTo>
                    <a:pt x="487235" y="287274"/>
                  </a:lnTo>
                  <a:lnTo>
                    <a:pt x="520763" y="278079"/>
                  </a:lnTo>
                  <a:lnTo>
                    <a:pt x="522287" y="277660"/>
                  </a:lnTo>
                  <a:lnTo>
                    <a:pt x="523049" y="277444"/>
                  </a:lnTo>
                  <a:lnTo>
                    <a:pt x="526097" y="276606"/>
                  </a:lnTo>
                  <a:lnTo>
                    <a:pt x="526859" y="276606"/>
                  </a:lnTo>
                  <a:lnTo>
                    <a:pt x="528383" y="275844"/>
                  </a:lnTo>
                  <a:lnTo>
                    <a:pt x="529145" y="275082"/>
                  </a:lnTo>
                  <a:lnTo>
                    <a:pt x="530669" y="274320"/>
                  </a:lnTo>
                  <a:lnTo>
                    <a:pt x="535851" y="266534"/>
                  </a:lnTo>
                  <a:close/>
                </a:path>
                <a:path w="1395729" h="425450">
                  <a:moveTo>
                    <a:pt x="614489" y="237744"/>
                  </a:moveTo>
                  <a:lnTo>
                    <a:pt x="612965" y="234696"/>
                  </a:lnTo>
                  <a:lnTo>
                    <a:pt x="611441" y="232410"/>
                  </a:lnTo>
                  <a:lnTo>
                    <a:pt x="610679" y="230886"/>
                  </a:lnTo>
                  <a:lnTo>
                    <a:pt x="608393" y="228600"/>
                  </a:lnTo>
                  <a:lnTo>
                    <a:pt x="605345" y="227076"/>
                  </a:lnTo>
                  <a:lnTo>
                    <a:pt x="603059" y="227076"/>
                  </a:lnTo>
                  <a:lnTo>
                    <a:pt x="600964" y="226377"/>
                  </a:lnTo>
                  <a:lnTo>
                    <a:pt x="599757" y="226402"/>
                  </a:lnTo>
                  <a:lnTo>
                    <a:pt x="597725" y="227076"/>
                  </a:lnTo>
                  <a:lnTo>
                    <a:pt x="596963" y="227838"/>
                  </a:lnTo>
                  <a:lnTo>
                    <a:pt x="596963" y="227076"/>
                  </a:lnTo>
                  <a:lnTo>
                    <a:pt x="558101" y="238506"/>
                  </a:lnTo>
                  <a:lnTo>
                    <a:pt x="556577" y="239268"/>
                  </a:lnTo>
                  <a:lnTo>
                    <a:pt x="549922" y="239547"/>
                  </a:lnTo>
                  <a:lnTo>
                    <a:pt x="547624" y="248272"/>
                  </a:lnTo>
                  <a:lnTo>
                    <a:pt x="547433" y="253746"/>
                  </a:lnTo>
                  <a:lnTo>
                    <a:pt x="548195" y="256032"/>
                  </a:lnTo>
                  <a:lnTo>
                    <a:pt x="548957" y="257556"/>
                  </a:lnTo>
                  <a:lnTo>
                    <a:pt x="548957" y="259080"/>
                  </a:lnTo>
                  <a:lnTo>
                    <a:pt x="553529" y="263652"/>
                  </a:lnTo>
                  <a:lnTo>
                    <a:pt x="556577" y="265176"/>
                  </a:lnTo>
                  <a:lnTo>
                    <a:pt x="559625" y="265176"/>
                  </a:lnTo>
                  <a:lnTo>
                    <a:pt x="560387" y="265557"/>
                  </a:lnTo>
                  <a:lnTo>
                    <a:pt x="561149" y="265938"/>
                  </a:lnTo>
                  <a:lnTo>
                    <a:pt x="562673" y="265176"/>
                  </a:lnTo>
                  <a:lnTo>
                    <a:pt x="564197" y="265176"/>
                  </a:lnTo>
                  <a:lnTo>
                    <a:pt x="564959" y="264795"/>
                  </a:lnTo>
                  <a:lnTo>
                    <a:pt x="565721" y="264414"/>
                  </a:lnTo>
                  <a:lnTo>
                    <a:pt x="564959" y="264414"/>
                  </a:lnTo>
                  <a:lnTo>
                    <a:pt x="601535" y="254571"/>
                  </a:lnTo>
                  <a:lnTo>
                    <a:pt x="602297" y="254368"/>
                  </a:lnTo>
                  <a:lnTo>
                    <a:pt x="604583" y="253746"/>
                  </a:lnTo>
                  <a:lnTo>
                    <a:pt x="607631" y="252222"/>
                  </a:lnTo>
                  <a:lnTo>
                    <a:pt x="608393" y="251460"/>
                  </a:lnTo>
                  <a:lnTo>
                    <a:pt x="609917" y="250698"/>
                  </a:lnTo>
                  <a:lnTo>
                    <a:pt x="612965" y="246126"/>
                  </a:lnTo>
                  <a:lnTo>
                    <a:pt x="614489" y="241554"/>
                  </a:lnTo>
                  <a:lnTo>
                    <a:pt x="614489" y="237744"/>
                  </a:lnTo>
                  <a:close/>
                </a:path>
                <a:path w="1395729" h="425450">
                  <a:moveTo>
                    <a:pt x="693572" y="212775"/>
                  </a:moveTo>
                  <a:lnTo>
                    <a:pt x="689927" y="209550"/>
                  </a:lnTo>
                  <a:lnTo>
                    <a:pt x="688403" y="207264"/>
                  </a:lnTo>
                  <a:lnTo>
                    <a:pt x="686117" y="205740"/>
                  </a:lnTo>
                  <a:lnTo>
                    <a:pt x="681545" y="204216"/>
                  </a:lnTo>
                  <a:lnTo>
                    <a:pt x="674687" y="204216"/>
                  </a:lnTo>
                  <a:lnTo>
                    <a:pt x="635825" y="215646"/>
                  </a:lnTo>
                  <a:lnTo>
                    <a:pt x="627443" y="223266"/>
                  </a:lnTo>
                  <a:lnTo>
                    <a:pt x="625919" y="225552"/>
                  </a:lnTo>
                  <a:lnTo>
                    <a:pt x="625919" y="227838"/>
                  </a:lnTo>
                  <a:lnTo>
                    <a:pt x="625157" y="228600"/>
                  </a:lnTo>
                  <a:lnTo>
                    <a:pt x="625157" y="230886"/>
                  </a:lnTo>
                  <a:lnTo>
                    <a:pt x="625919" y="231648"/>
                  </a:lnTo>
                  <a:lnTo>
                    <a:pt x="626681" y="234696"/>
                  </a:lnTo>
                  <a:lnTo>
                    <a:pt x="628205" y="236982"/>
                  </a:lnTo>
                  <a:lnTo>
                    <a:pt x="630872" y="241731"/>
                  </a:lnTo>
                  <a:lnTo>
                    <a:pt x="636651" y="243941"/>
                  </a:lnTo>
                  <a:lnTo>
                    <a:pt x="638111" y="243713"/>
                  </a:lnTo>
                  <a:lnTo>
                    <a:pt x="638873" y="243586"/>
                  </a:lnTo>
                  <a:lnTo>
                    <a:pt x="639635" y="243459"/>
                  </a:lnTo>
                  <a:lnTo>
                    <a:pt x="640397" y="243332"/>
                  </a:lnTo>
                  <a:lnTo>
                    <a:pt x="641159" y="243205"/>
                  </a:lnTo>
                  <a:lnTo>
                    <a:pt x="643445" y="243078"/>
                  </a:lnTo>
                  <a:lnTo>
                    <a:pt x="676973" y="232562"/>
                  </a:lnTo>
                  <a:lnTo>
                    <a:pt x="677735" y="232321"/>
                  </a:lnTo>
                  <a:lnTo>
                    <a:pt x="680021" y="231609"/>
                  </a:lnTo>
                  <a:lnTo>
                    <a:pt x="682307" y="230886"/>
                  </a:lnTo>
                  <a:lnTo>
                    <a:pt x="683069" y="230886"/>
                  </a:lnTo>
                  <a:lnTo>
                    <a:pt x="685355" y="229362"/>
                  </a:lnTo>
                  <a:lnTo>
                    <a:pt x="688403" y="227838"/>
                  </a:lnTo>
                  <a:lnTo>
                    <a:pt x="689927" y="226314"/>
                  </a:lnTo>
                  <a:lnTo>
                    <a:pt x="691451" y="223266"/>
                  </a:lnTo>
                  <a:lnTo>
                    <a:pt x="692429" y="219036"/>
                  </a:lnTo>
                  <a:lnTo>
                    <a:pt x="693572" y="212775"/>
                  </a:lnTo>
                  <a:close/>
                </a:path>
                <a:path w="1395729" h="425450">
                  <a:moveTo>
                    <a:pt x="703491" y="205486"/>
                  </a:moveTo>
                  <a:lnTo>
                    <a:pt x="703414" y="205003"/>
                  </a:lnTo>
                  <a:lnTo>
                    <a:pt x="702945" y="207149"/>
                  </a:lnTo>
                  <a:lnTo>
                    <a:pt x="703491" y="205486"/>
                  </a:lnTo>
                  <a:close/>
                </a:path>
                <a:path w="1395729" h="425450">
                  <a:moveTo>
                    <a:pt x="770699" y="195834"/>
                  </a:moveTo>
                  <a:lnTo>
                    <a:pt x="769937" y="192786"/>
                  </a:lnTo>
                  <a:lnTo>
                    <a:pt x="769937" y="191262"/>
                  </a:lnTo>
                  <a:lnTo>
                    <a:pt x="769175" y="189738"/>
                  </a:lnTo>
                  <a:lnTo>
                    <a:pt x="769175" y="188214"/>
                  </a:lnTo>
                  <a:lnTo>
                    <a:pt x="768413" y="187452"/>
                  </a:lnTo>
                  <a:lnTo>
                    <a:pt x="766889" y="185166"/>
                  </a:lnTo>
                  <a:lnTo>
                    <a:pt x="764603" y="183642"/>
                  </a:lnTo>
                  <a:lnTo>
                    <a:pt x="761555" y="182118"/>
                  </a:lnTo>
                  <a:lnTo>
                    <a:pt x="759269" y="181356"/>
                  </a:lnTo>
                  <a:lnTo>
                    <a:pt x="752411" y="181356"/>
                  </a:lnTo>
                  <a:lnTo>
                    <a:pt x="713549" y="193548"/>
                  </a:lnTo>
                  <a:lnTo>
                    <a:pt x="712787" y="193548"/>
                  </a:lnTo>
                  <a:lnTo>
                    <a:pt x="708215" y="196596"/>
                  </a:lnTo>
                  <a:lnTo>
                    <a:pt x="706691" y="198882"/>
                  </a:lnTo>
                  <a:lnTo>
                    <a:pt x="705167" y="200406"/>
                  </a:lnTo>
                  <a:lnTo>
                    <a:pt x="703491" y="205486"/>
                  </a:lnTo>
                  <a:lnTo>
                    <a:pt x="704405" y="211074"/>
                  </a:lnTo>
                  <a:lnTo>
                    <a:pt x="705167" y="211836"/>
                  </a:lnTo>
                  <a:lnTo>
                    <a:pt x="705929" y="214122"/>
                  </a:lnTo>
                  <a:lnTo>
                    <a:pt x="710450" y="219316"/>
                  </a:lnTo>
                  <a:lnTo>
                    <a:pt x="713549" y="220751"/>
                  </a:lnTo>
                  <a:lnTo>
                    <a:pt x="716597" y="220522"/>
                  </a:lnTo>
                  <a:lnTo>
                    <a:pt x="717359" y="220459"/>
                  </a:lnTo>
                  <a:lnTo>
                    <a:pt x="718883" y="220345"/>
                  </a:lnTo>
                  <a:lnTo>
                    <a:pt x="721931" y="220218"/>
                  </a:lnTo>
                  <a:lnTo>
                    <a:pt x="755459" y="210362"/>
                  </a:lnTo>
                  <a:lnTo>
                    <a:pt x="756983" y="209918"/>
                  </a:lnTo>
                  <a:lnTo>
                    <a:pt x="757745" y="209689"/>
                  </a:lnTo>
                  <a:lnTo>
                    <a:pt x="760793" y="208788"/>
                  </a:lnTo>
                  <a:lnTo>
                    <a:pt x="763079" y="208026"/>
                  </a:lnTo>
                  <a:lnTo>
                    <a:pt x="765365" y="206502"/>
                  </a:lnTo>
                  <a:lnTo>
                    <a:pt x="766889" y="204978"/>
                  </a:lnTo>
                  <a:lnTo>
                    <a:pt x="768413" y="202692"/>
                  </a:lnTo>
                  <a:lnTo>
                    <a:pt x="770699" y="195834"/>
                  </a:lnTo>
                  <a:close/>
                </a:path>
                <a:path w="1395729" h="425450">
                  <a:moveTo>
                    <a:pt x="848067" y="176822"/>
                  </a:moveTo>
                  <a:lnTo>
                    <a:pt x="847699" y="168186"/>
                  </a:lnTo>
                  <a:lnTo>
                    <a:pt x="842721" y="161378"/>
                  </a:lnTo>
                  <a:lnTo>
                    <a:pt x="834453" y="159385"/>
                  </a:lnTo>
                  <a:lnTo>
                    <a:pt x="832421" y="159258"/>
                  </a:lnTo>
                  <a:lnTo>
                    <a:pt x="830897" y="160020"/>
                  </a:lnTo>
                  <a:lnTo>
                    <a:pt x="792035" y="170688"/>
                  </a:lnTo>
                  <a:lnTo>
                    <a:pt x="787793" y="170751"/>
                  </a:lnTo>
                  <a:lnTo>
                    <a:pt x="782942" y="177838"/>
                  </a:lnTo>
                  <a:lnTo>
                    <a:pt x="782129" y="181356"/>
                  </a:lnTo>
                  <a:lnTo>
                    <a:pt x="782129" y="186690"/>
                  </a:lnTo>
                  <a:lnTo>
                    <a:pt x="784326" y="193890"/>
                  </a:lnTo>
                  <a:lnTo>
                    <a:pt x="790435" y="198539"/>
                  </a:lnTo>
                  <a:lnTo>
                    <a:pt x="794321" y="197954"/>
                  </a:lnTo>
                  <a:lnTo>
                    <a:pt x="795083" y="197827"/>
                  </a:lnTo>
                  <a:lnTo>
                    <a:pt x="795845" y="197713"/>
                  </a:lnTo>
                  <a:lnTo>
                    <a:pt x="796607" y="197599"/>
                  </a:lnTo>
                  <a:lnTo>
                    <a:pt x="797369" y="197485"/>
                  </a:lnTo>
                  <a:lnTo>
                    <a:pt x="799655" y="197358"/>
                  </a:lnTo>
                  <a:lnTo>
                    <a:pt x="834707" y="187058"/>
                  </a:lnTo>
                  <a:lnTo>
                    <a:pt x="835469" y="186829"/>
                  </a:lnTo>
                  <a:lnTo>
                    <a:pt x="836231" y="186601"/>
                  </a:lnTo>
                  <a:lnTo>
                    <a:pt x="838517" y="185928"/>
                  </a:lnTo>
                  <a:lnTo>
                    <a:pt x="839279" y="185928"/>
                  </a:lnTo>
                  <a:lnTo>
                    <a:pt x="842327" y="184404"/>
                  </a:lnTo>
                  <a:lnTo>
                    <a:pt x="843089" y="184404"/>
                  </a:lnTo>
                  <a:lnTo>
                    <a:pt x="848067" y="176822"/>
                  </a:lnTo>
                  <a:close/>
                </a:path>
                <a:path w="1395729" h="425450">
                  <a:moveTo>
                    <a:pt x="926909" y="149352"/>
                  </a:moveTo>
                  <a:lnTo>
                    <a:pt x="926147" y="147828"/>
                  </a:lnTo>
                  <a:lnTo>
                    <a:pt x="926147" y="146304"/>
                  </a:lnTo>
                  <a:lnTo>
                    <a:pt x="925385" y="144780"/>
                  </a:lnTo>
                  <a:lnTo>
                    <a:pt x="924623" y="142494"/>
                  </a:lnTo>
                  <a:lnTo>
                    <a:pt x="920813" y="138684"/>
                  </a:lnTo>
                  <a:lnTo>
                    <a:pt x="918527" y="137160"/>
                  </a:lnTo>
                  <a:lnTo>
                    <a:pt x="916241" y="136398"/>
                  </a:lnTo>
                  <a:lnTo>
                    <a:pt x="910907" y="136398"/>
                  </a:lnTo>
                  <a:lnTo>
                    <a:pt x="909383" y="137160"/>
                  </a:lnTo>
                  <a:lnTo>
                    <a:pt x="869759" y="147828"/>
                  </a:lnTo>
                  <a:lnTo>
                    <a:pt x="868997" y="147828"/>
                  </a:lnTo>
                  <a:lnTo>
                    <a:pt x="865949" y="149352"/>
                  </a:lnTo>
                  <a:lnTo>
                    <a:pt x="863663" y="151638"/>
                  </a:lnTo>
                  <a:lnTo>
                    <a:pt x="860615" y="156210"/>
                  </a:lnTo>
                  <a:lnTo>
                    <a:pt x="859853" y="158496"/>
                  </a:lnTo>
                  <a:lnTo>
                    <a:pt x="859853" y="163830"/>
                  </a:lnTo>
                  <a:lnTo>
                    <a:pt x="860615" y="166116"/>
                  </a:lnTo>
                  <a:lnTo>
                    <a:pt x="861377" y="166878"/>
                  </a:lnTo>
                  <a:lnTo>
                    <a:pt x="862139" y="168402"/>
                  </a:lnTo>
                  <a:lnTo>
                    <a:pt x="862139" y="169164"/>
                  </a:lnTo>
                  <a:lnTo>
                    <a:pt x="863663" y="170688"/>
                  </a:lnTo>
                  <a:lnTo>
                    <a:pt x="866927" y="174421"/>
                  </a:lnTo>
                  <a:lnTo>
                    <a:pt x="871715" y="175945"/>
                  </a:lnTo>
                  <a:lnTo>
                    <a:pt x="872807" y="175793"/>
                  </a:lnTo>
                  <a:lnTo>
                    <a:pt x="873569" y="175691"/>
                  </a:lnTo>
                  <a:lnTo>
                    <a:pt x="874331" y="175590"/>
                  </a:lnTo>
                  <a:lnTo>
                    <a:pt x="875855" y="175374"/>
                  </a:lnTo>
                  <a:lnTo>
                    <a:pt x="878141" y="175260"/>
                  </a:lnTo>
                  <a:lnTo>
                    <a:pt x="914717" y="163791"/>
                  </a:lnTo>
                  <a:lnTo>
                    <a:pt x="917003" y="163068"/>
                  </a:lnTo>
                  <a:lnTo>
                    <a:pt x="917765" y="163068"/>
                  </a:lnTo>
                  <a:lnTo>
                    <a:pt x="922337" y="160020"/>
                  </a:lnTo>
                  <a:lnTo>
                    <a:pt x="923861" y="158496"/>
                  </a:lnTo>
                  <a:lnTo>
                    <a:pt x="925385" y="156210"/>
                  </a:lnTo>
                  <a:lnTo>
                    <a:pt x="926147" y="155448"/>
                  </a:lnTo>
                  <a:lnTo>
                    <a:pt x="926147" y="153162"/>
                  </a:lnTo>
                  <a:lnTo>
                    <a:pt x="926909" y="152400"/>
                  </a:lnTo>
                  <a:lnTo>
                    <a:pt x="926909" y="149352"/>
                  </a:lnTo>
                  <a:close/>
                </a:path>
                <a:path w="1395729" h="425450">
                  <a:moveTo>
                    <a:pt x="1004633" y="124968"/>
                  </a:moveTo>
                  <a:lnTo>
                    <a:pt x="988631" y="113538"/>
                  </a:lnTo>
                  <a:lnTo>
                    <a:pt x="987107" y="114300"/>
                  </a:lnTo>
                  <a:lnTo>
                    <a:pt x="948245" y="124968"/>
                  </a:lnTo>
                  <a:lnTo>
                    <a:pt x="946721" y="125730"/>
                  </a:lnTo>
                  <a:lnTo>
                    <a:pt x="942149" y="128778"/>
                  </a:lnTo>
                  <a:lnTo>
                    <a:pt x="937158" y="136271"/>
                  </a:lnTo>
                  <a:lnTo>
                    <a:pt x="936993" y="138404"/>
                  </a:lnTo>
                  <a:lnTo>
                    <a:pt x="939101" y="144018"/>
                  </a:lnTo>
                  <a:lnTo>
                    <a:pt x="939863" y="145542"/>
                  </a:lnTo>
                  <a:lnTo>
                    <a:pt x="939863" y="146304"/>
                  </a:lnTo>
                  <a:lnTo>
                    <a:pt x="944384" y="151498"/>
                  </a:lnTo>
                  <a:lnTo>
                    <a:pt x="947483" y="152933"/>
                  </a:lnTo>
                  <a:lnTo>
                    <a:pt x="950531" y="152704"/>
                  </a:lnTo>
                  <a:lnTo>
                    <a:pt x="951293" y="152641"/>
                  </a:lnTo>
                  <a:lnTo>
                    <a:pt x="952055" y="152577"/>
                  </a:lnTo>
                  <a:lnTo>
                    <a:pt x="952817" y="152527"/>
                  </a:lnTo>
                  <a:lnTo>
                    <a:pt x="955865" y="152400"/>
                  </a:lnTo>
                  <a:lnTo>
                    <a:pt x="991679" y="141173"/>
                  </a:lnTo>
                  <a:lnTo>
                    <a:pt x="992441" y="140931"/>
                  </a:lnTo>
                  <a:lnTo>
                    <a:pt x="994727" y="140208"/>
                  </a:lnTo>
                  <a:lnTo>
                    <a:pt x="995489" y="140208"/>
                  </a:lnTo>
                  <a:lnTo>
                    <a:pt x="1000061" y="137160"/>
                  </a:lnTo>
                  <a:lnTo>
                    <a:pt x="1001585" y="135636"/>
                  </a:lnTo>
                  <a:lnTo>
                    <a:pt x="1004633" y="131064"/>
                  </a:lnTo>
                  <a:lnTo>
                    <a:pt x="1004633" y="124968"/>
                  </a:lnTo>
                  <a:close/>
                </a:path>
                <a:path w="1395729" h="425450">
                  <a:moveTo>
                    <a:pt x="1084135" y="103073"/>
                  </a:moveTo>
                  <a:lnTo>
                    <a:pt x="1083754" y="102679"/>
                  </a:lnTo>
                  <a:lnTo>
                    <a:pt x="1080071" y="96774"/>
                  </a:lnTo>
                  <a:lnTo>
                    <a:pt x="1079309" y="95250"/>
                  </a:lnTo>
                  <a:lnTo>
                    <a:pt x="1077023" y="93726"/>
                  </a:lnTo>
                  <a:lnTo>
                    <a:pt x="1074699" y="91592"/>
                  </a:lnTo>
                  <a:lnTo>
                    <a:pt x="1068412" y="89547"/>
                  </a:lnTo>
                  <a:lnTo>
                    <a:pt x="1067689" y="89433"/>
                  </a:lnTo>
                  <a:lnTo>
                    <a:pt x="1064831" y="91440"/>
                  </a:lnTo>
                  <a:lnTo>
                    <a:pt x="1025969" y="102870"/>
                  </a:lnTo>
                  <a:lnTo>
                    <a:pt x="1025207" y="103632"/>
                  </a:lnTo>
                  <a:lnTo>
                    <a:pt x="1022921" y="104394"/>
                  </a:lnTo>
                  <a:lnTo>
                    <a:pt x="1016622" y="112763"/>
                  </a:lnTo>
                  <a:lnTo>
                    <a:pt x="1016977" y="121615"/>
                  </a:lnTo>
                  <a:lnTo>
                    <a:pt x="1022959" y="128143"/>
                  </a:lnTo>
                  <a:lnTo>
                    <a:pt x="1028255" y="128841"/>
                  </a:lnTo>
                  <a:lnTo>
                    <a:pt x="1029017" y="128943"/>
                  </a:lnTo>
                  <a:lnTo>
                    <a:pt x="1029779" y="129044"/>
                  </a:lnTo>
                  <a:lnTo>
                    <a:pt x="1029779" y="123063"/>
                  </a:lnTo>
                  <a:lnTo>
                    <a:pt x="1029931" y="123024"/>
                  </a:lnTo>
                  <a:lnTo>
                    <a:pt x="1029931" y="129070"/>
                  </a:lnTo>
                  <a:lnTo>
                    <a:pt x="1030541" y="129146"/>
                  </a:lnTo>
                  <a:lnTo>
                    <a:pt x="1031303" y="129247"/>
                  </a:lnTo>
                  <a:lnTo>
                    <a:pt x="1033589" y="129540"/>
                  </a:lnTo>
                  <a:lnTo>
                    <a:pt x="1067879" y="119456"/>
                  </a:lnTo>
                  <a:lnTo>
                    <a:pt x="1069403" y="119011"/>
                  </a:lnTo>
                  <a:lnTo>
                    <a:pt x="1072451" y="118110"/>
                  </a:lnTo>
                  <a:lnTo>
                    <a:pt x="1073975" y="118110"/>
                  </a:lnTo>
                  <a:lnTo>
                    <a:pt x="1077023" y="116586"/>
                  </a:lnTo>
                  <a:lnTo>
                    <a:pt x="1078547" y="115062"/>
                  </a:lnTo>
                  <a:lnTo>
                    <a:pt x="1081595" y="110490"/>
                  </a:lnTo>
                  <a:lnTo>
                    <a:pt x="1084135" y="103073"/>
                  </a:lnTo>
                  <a:close/>
                </a:path>
                <a:path w="1395729" h="425450">
                  <a:moveTo>
                    <a:pt x="1160843" y="80010"/>
                  </a:moveTo>
                  <a:lnTo>
                    <a:pt x="1160081" y="77724"/>
                  </a:lnTo>
                  <a:lnTo>
                    <a:pt x="1160081" y="76200"/>
                  </a:lnTo>
                  <a:lnTo>
                    <a:pt x="1159319" y="75438"/>
                  </a:lnTo>
                  <a:lnTo>
                    <a:pt x="1158557" y="73914"/>
                  </a:lnTo>
                  <a:lnTo>
                    <a:pt x="1157033" y="72390"/>
                  </a:lnTo>
                  <a:lnTo>
                    <a:pt x="1153795" y="69303"/>
                  </a:lnTo>
                  <a:lnTo>
                    <a:pt x="1150099" y="68097"/>
                  </a:lnTo>
                  <a:lnTo>
                    <a:pt x="1146771" y="68465"/>
                  </a:lnTo>
                  <a:lnTo>
                    <a:pt x="1144079" y="68580"/>
                  </a:lnTo>
                  <a:lnTo>
                    <a:pt x="1142555" y="69342"/>
                  </a:lnTo>
                  <a:lnTo>
                    <a:pt x="1143317" y="69342"/>
                  </a:lnTo>
                  <a:lnTo>
                    <a:pt x="1104455" y="80010"/>
                  </a:lnTo>
                  <a:lnTo>
                    <a:pt x="1103693" y="80010"/>
                  </a:lnTo>
                  <a:lnTo>
                    <a:pt x="1096581" y="83261"/>
                  </a:lnTo>
                  <a:lnTo>
                    <a:pt x="1093685" y="89154"/>
                  </a:lnTo>
                  <a:lnTo>
                    <a:pt x="1094549" y="96774"/>
                  </a:lnTo>
                  <a:lnTo>
                    <a:pt x="1095311" y="97536"/>
                  </a:lnTo>
                  <a:lnTo>
                    <a:pt x="1095311" y="98298"/>
                  </a:lnTo>
                  <a:lnTo>
                    <a:pt x="1099883" y="105156"/>
                  </a:lnTo>
                  <a:lnTo>
                    <a:pt x="1102169" y="105918"/>
                  </a:lnTo>
                  <a:lnTo>
                    <a:pt x="1102931" y="106680"/>
                  </a:lnTo>
                  <a:lnTo>
                    <a:pt x="1104455" y="107442"/>
                  </a:lnTo>
                  <a:lnTo>
                    <a:pt x="1106741" y="107442"/>
                  </a:lnTo>
                  <a:lnTo>
                    <a:pt x="1107503" y="107442"/>
                  </a:lnTo>
                  <a:lnTo>
                    <a:pt x="1108265" y="107442"/>
                  </a:lnTo>
                  <a:lnTo>
                    <a:pt x="1109116" y="107403"/>
                  </a:lnTo>
                  <a:lnTo>
                    <a:pt x="1109789" y="107061"/>
                  </a:lnTo>
                  <a:lnTo>
                    <a:pt x="1110551" y="106680"/>
                  </a:lnTo>
                  <a:lnTo>
                    <a:pt x="1112075" y="106680"/>
                  </a:lnTo>
                  <a:lnTo>
                    <a:pt x="1146365" y="96596"/>
                  </a:lnTo>
                  <a:lnTo>
                    <a:pt x="1147889" y="96151"/>
                  </a:lnTo>
                  <a:lnTo>
                    <a:pt x="1148651" y="95923"/>
                  </a:lnTo>
                  <a:lnTo>
                    <a:pt x="1150937" y="95250"/>
                  </a:lnTo>
                  <a:lnTo>
                    <a:pt x="1153223" y="95250"/>
                  </a:lnTo>
                  <a:lnTo>
                    <a:pt x="1154747" y="93726"/>
                  </a:lnTo>
                  <a:lnTo>
                    <a:pt x="1155509" y="93726"/>
                  </a:lnTo>
                  <a:lnTo>
                    <a:pt x="1157033" y="91440"/>
                  </a:lnTo>
                  <a:lnTo>
                    <a:pt x="1158557" y="89916"/>
                  </a:lnTo>
                  <a:lnTo>
                    <a:pt x="1160081" y="87630"/>
                  </a:lnTo>
                  <a:lnTo>
                    <a:pt x="1160843" y="84582"/>
                  </a:lnTo>
                  <a:lnTo>
                    <a:pt x="1160843" y="80010"/>
                  </a:lnTo>
                  <a:close/>
                </a:path>
                <a:path w="1395729" h="425450">
                  <a:moveTo>
                    <a:pt x="1240116" y="62255"/>
                  </a:moveTo>
                  <a:lnTo>
                    <a:pt x="1239431" y="57658"/>
                  </a:lnTo>
                  <a:lnTo>
                    <a:pt x="1237805" y="54102"/>
                  </a:lnTo>
                  <a:lnTo>
                    <a:pt x="1237043" y="51816"/>
                  </a:lnTo>
                  <a:lnTo>
                    <a:pt x="1233233" y="48006"/>
                  </a:lnTo>
                  <a:lnTo>
                    <a:pt x="1230185" y="47244"/>
                  </a:lnTo>
                  <a:lnTo>
                    <a:pt x="1225613" y="45720"/>
                  </a:lnTo>
                  <a:lnTo>
                    <a:pt x="1222565" y="45720"/>
                  </a:lnTo>
                  <a:lnTo>
                    <a:pt x="1221041" y="46482"/>
                  </a:lnTo>
                  <a:lnTo>
                    <a:pt x="1182179" y="57150"/>
                  </a:lnTo>
                  <a:lnTo>
                    <a:pt x="1181417" y="57912"/>
                  </a:lnTo>
                  <a:lnTo>
                    <a:pt x="1179893" y="57912"/>
                  </a:lnTo>
                  <a:lnTo>
                    <a:pt x="1178369" y="58674"/>
                  </a:lnTo>
                  <a:lnTo>
                    <a:pt x="1177607" y="59436"/>
                  </a:lnTo>
                  <a:lnTo>
                    <a:pt x="1173403" y="62788"/>
                  </a:lnTo>
                  <a:lnTo>
                    <a:pt x="1170940" y="70434"/>
                  </a:lnTo>
                  <a:lnTo>
                    <a:pt x="1173035" y="75438"/>
                  </a:lnTo>
                  <a:lnTo>
                    <a:pt x="1176083" y="80010"/>
                  </a:lnTo>
                  <a:lnTo>
                    <a:pt x="1179893" y="83820"/>
                  </a:lnTo>
                  <a:lnTo>
                    <a:pt x="1182941" y="84582"/>
                  </a:lnTo>
                  <a:lnTo>
                    <a:pt x="1184465" y="84582"/>
                  </a:lnTo>
                  <a:lnTo>
                    <a:pt x="1185227" y="84963"/>
                  </a:lnTo>
                  <a:lnTo>
                    <a:pt x="1185989" y="85344"/>
                  </a:lnTo>
                  <a:lnTo>
                    <a:pt x="1187513" y="85344"/>
                  </a:lnTo>
                  <a:lnTo>
                    <a:pt x="1189037" y="84582"/>
                  </a:lnTo>
                  <a:lnTo>
                    <a:pt x="1190561" y="84582"/>
                  </a:lnTo>
                  <a:lnTo>
                    <a:pt x="1224851" y="73825"/>
                  </a:lnTo>
                  <a:lnTo>
                    <a:pt x="1225613" y="73596"/>
                  </a:lnTo>
                  <a:lnTo>
                    <a:pt x="1226375" y="73355"/>
                  </a:lnTo>
                  <a:lnTo>
                    <a:pt x="1229423" y="72390"/>
                  </a:lnTo>
                  <a:lnTo>
                    <a:pt x="1230185" y="72390"/>
                  </a:lnTo>
                  <a:lnTo>
                    <a:pt x="1232471" y="71628"/>
                  </a:lnTo>
                  <a:lnTo>
                    <a:pt x="1236281" y="67818"/>
                  </a:lnTo>
                  <a:lnTo>
                    <a:pt x="1237805" y="65532"/>
                  </a:lnTo>
                  <a:lnTo>
                    <a:pt x="1240116" y="62255"/>
                  </a:lnTo>
                  <a:close/>
                </a:path>
                <a:path w="1395729" h="425450">
                  <a:moveTo>
                    <a:pt x="1317815" y="37338"/>
                  </a:moveTo>
                  <a:lnTo>
                    <a:pt x="1317053" y="35814"/>
                  </a:lnTo>
                  <a:lnTo>
                    <a:pt x="1317053" y="34290"/>
                  </a:lnTo>
                  <a:lnTo>
                    <a:pt x="1316291" y="32004"/>
                  </a:lnTo>
                  <a:lnTo>
                    <a:pt x="1314767" y="28956"/>
                  </a:lnTo>
                  <a:lnTo>
                    <a:pt x="1313243" y="27432"/>
                  </a:lnTo>
                  <a:lnTo>
                    <a:pt x="1308671" y="24384"/>
                  </a:lnTo>
                  <a:lnTo>
                    <a:pt x="1304099" y="22860"/>
                  </a:lnTo>
                  <a:lnTo>
                    <a:pt x="1301051" y="22860"/>
                  </a:lnTo>
                  <a:lnTo>
                    <a:pt x="1299527" y="23622"/>
                  </a:lnTo>
                  <a:lnTo>
                    <a:pt x="1259903" y="35052"/>
                  </a:lnTo>
                  <a:lnTo>
                    <a:pt x="1259141" y="35814"/>
                  </a:lnTo>
                  <a:lnTo>
                    <a:pt x="1256855" y="36576"/>
                  </a:lnTo>
                  <a:lnTo>
                    <a:pt x="1253045" y="40386"/>
                  </a:lnTo>
                  <a:lnTo>
                    <a:pt x="1251521" y="42672"/>
                  </a:lnTo>
                  <a:lnTo>
                    <a:pt x="1250759" y="44958"/>
                  </a:lnTo>
                  <a:lnTo>
                    <a:pt x="1249997" y="48006"/>
                  </a:lnTo>
                  <a:lnTo>
                    <a:pt x="1251648" y="53263"/>
                  </a:lnTo>
                  <a:lnTo>
                    <a:pt x="1249832" y="50457"/>
                  </a:lnTo>
                  <a:lnTo>
                    <a:pt x="1262951" y="62230"/>
                  </a:lnTo>
                  <a:lnTo>
                    <a:pt x="1263713" y="62484"/>
                  </a:lnTo>
                  <a:lnTo>
                    <a:pt x="1263713" y="55435"/>
                  </a:lnTo>
                  <a:lnTo>
                    <a:pt x="1263929" y="55384"/>
                  </a:lnTo>
                  <a:lnTo>
                    <a:pt x="1263929" y="62433"/>
                  </a:lnTo>
                  <a:lnTo>
                    <a:pt x="1264475" y="62293"/>
                  </a:lnTo>
                  <a:lnTo>
                    <a:pt x="1265237" y="62103"/>
                  </a:lnTo>
                  <a:lnTo>
                    <a:pt x="1266761" y="61722"/>
                  </a:lnTo>
                  <a:lnTo>
                    <a:pt x="1268285" y="61722"/>
                  </a:lnTo>
                  <a:lnTo>
                    <a:pt x="1304099" y="51892"/>
                  </a:lnTo>
                  <a:lnTo>
                    <a:pt x="1304861" y="51689"/>
                  </a:lnTo>
                  <a:lnTo>
                    <a:pt x="1307147" y="51054"/>
                  </a:lnTo>
                  <a:lnTo>
                    <a:pt x="1308671" y="49530"/>
                  </a:lnTo>
                  <a:lnTo>
                    <a:pt x="1313243" y="47244"/>
                  </a:lnTo>
                  <a:lnTo>
                    <a:pt x="1314767" y="44958"/>
                  </a:lnTo>
                  <a:lnTo>
                    <a:pt x="1317053" y="40386"/>
                  </a:lnTo>
                  <a:lnTo>
                    <a:pt x="1317053" y="38862"/>
                  </a:lnTo>
                  <a:lnTo>
                    <a:pt x="1317815" y="37338"/>
                  </a:lnTo>
                  <a:close/>
                </a:path>
                <a:path w="1395729" h="425450">
                  <a:moveTo>
                    <a:pt x="1395539" y="11430"/>
                  </a:moveTo>
                  <a:lnTo>
                    <a:pt x="1382585" y="0"/>
                  </a:lnTo>
                  <a:lnTo>
                    <a:pt x="1380299" y="0"/>
                  </a:lnTo>
                  <a:lnTo>
                    <a:pt x="1378775" y="762"/>
                  </a:lnTo>
                  <a:lnTo>
                    <a:pt x="1377251" y="762"/>
                  </a:lnTo>
                  <a:lnTo>
                    <a:pt x="1338389" y="12192"/>
                  </a:lnTo>
                  <a:lnTo>
                    <a:pt x="1337627" y="12954"/>
                  </a:lnTo>
                  <a:lnTo>
                    <a:pt x="1335341" y="13716"/>
                  </a:lnTo>
                  <a:lnTo>
                    <a:pt x="1328635" y="17259"/>
                  </a:lnTo>
                  <a:lnTo>
                    <a:pt x="1327048" y="23698"/>
                  </a:lnTo>
                  <a:lnTo>
                    <a:pt x="1329245" y="30480"/>
                  </a:lnTo>
                  <a:lnTo>
                    <a:pt x="1329245" y="32004"/>
                  </a:lnTo>
                  <a:lnTo>
                    <a:pt x="1340675" y="39243"/>
                  </a:lnTo>
                  <a:lnTo>
                    <a:pt x="1341437" y="39433"/>
                  </a:lnTo>
                  <a:lnTo>
                    <a:pt x="1342199" y="39624"/>
                  </a:lnTo>
                  <a:lnTo>
                    <a:pt x="1342199" y="32385"/>
                  </a:lnTo>
                  <a:lnTo>
                    <a:pt x="1342301" y="39598"/>
                  </a:lnTo>
                  <a:lnTo>
                    <a:pt x="1342961" y="39370"/>
                  </a:lnTo>
                  <a:lnTo>
                    <a:pt x="1344485" y="38862"/>
                  </a:lnTo>
                  <a:lnTo>
                    <a:pt x="1346009" y="38862"/>
                  </a:lnTo>
                  <a:lnTo>
                    <a:pt x="1380299" y="29451"/>
                  </a:lnTo>
                  <a:lnTo>
                    <a:pt x="1381823" y="29032"/>
                  </a:lnTo>
                  <a:lnTo>
                    <a:pt x="1384871" y="28194"/>
                  </a:lnTo>
                  <a:lnTo>
                    <a:pt x="1385633" y="27432"/>
                  </a:lnTo>
                  <a:lnTo>
                    <a:pt x="1387157" y="27432"/>
                  </a:lnTo>
                  <a:lnTo>
                    <a:pt x="1387919" y="26670"/>
                  </a:lnTo>
                  <a:lnTo>
                    <a:pt x="1389443" y="25908"/>
                  </a:lnTo>
                  <a:lnTo>
                    <a:pt x="1392491" y="22860"/>
                  </a:lnTo>
                  <a:lnTo>
                    <a:pt x="1394015" y="20574"/>
                  </a:lnTo>
                  <a:lnTo>
                    <a:pt x="1394777" y="17526"/>
                  </a:lnTo>
                  <a:lnTo>
                    <a:pt x="1395539" y="16002"/>
                  </a:lnTo>
                  <a:lnTo>
                    <a:pt x="1395539" y="11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743191" y="4397501"/>
              <a:ext cx="1912620" cy="487680"/>
            </a:xfrm>
            <a:custGeom>
              <a:avLst/>
              <a:gdLst/>
              <a:ahLst/>
              <a:cxnLst/>
              <a:rect l="l" t="t" r="r" b="b"/>
              <a:pathLst>
                <a:path w="1912620" h="487679">
                  <a:moveTo>
                    <a:pt x="0" y="0"/>
                  </a:moveTo>
                  <a:lnTo>
                    <a:pt x="0" y="487679"/>
                  </a:lnTo>
                  <a:lnTo>
                    <a:pt x="1912619" y="487679"/>
                  </a:lnTo>
                  <a:lnTo>
                    <a:pt x="19126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3272" y="4395215"/>
              <a:ext cx="166115" cy="16840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675119" y="4395215"/>
              <a:ext cx="2144395" cy="492759"/>
            </a:xfrm>
            <a:custGeom>
              <a:avLst/>
              <a:gdLst/>
              <a:ahLst/>
              <a:cxnLst/>
              <a:rect l="l" t="t" r="r" b="b"/>
              <a:pathLst>
                <a:path w="2144395" h="492760">
                  <a:moveTo>
                    <a:pt x="1977389" y="163829"/>
                  </a:moveTo>
                  <a:lnTo>
                    <a:pt x="1977389" y="2285"/>
                  </a:lnTo>
                  <a:lnTo>
                    <a:pt x="1976627" y="761"/>
                  </a:lnTo>
                  <a:lnTo>
                    <a:pt x="1975103" y="0"/>
                  </a:lnTo>
                  <a:lnTo>
                    <a:pt x="2285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489966"/>
                  </a:lnTo>
                  <a:lnTo>
                    <a:pt x="761" y="491490"/>
                  </a:lnTo>
                  <a:lnTo>
                    <a:pt x="2285" y="492252"/>
                  </a:lnTo>
                  <a:lnTo>
                    <a:pt x="2285" y="4572"/>
                  </a:lnTo>
                  <a:lnTo>
                    <a:pt x="4571" y="2286"/>
                  </a:lnTo>
                  <a:lnTo>
                    <a:pt x="4571" y="4572"/>
                  </a:lnTo>
                  <a:lnTo>
                    <a:pt x="1972817" y="4571"/>
                  </a:lnTo>
                  <a:lnTo>
                    <a:pt x="1972817" y="2285"/>
                  </a:lnTo>
                  <a:lnTo>
                    <a:pt x="1975103" y="4571"/>
                  </a:lnTo>
                  <a:lnTo>
                    <a:pt x="1975103" y="163829"/>
                  </a:lnTo>
                  <a:lnTo>
                    <a:pt x="1977389" y="163829"/>
                  </a:lnTo>
                  <a:close/>
                </a:path>
                <a:path w="2144395" h="492760">
                  <a:moveTo>
                    <a:pt x="4571" y="4572"/>
                  </a:moveTo>
                  <a:lnTo>
                    <a:pt x="4571" y="2286"/>
                  </a:lnTo>
                  <a:lnTo>
                    <a:pt x="2285" y="4572"/>
                  </a:lnTo>
                  <a:lnTo>
                    <a:pt x="4571" y="4572"/>
                  </a:lnTo>
                  <a:close/>
                </a:path>
                <a:path w="2144395" h="492760">
                  <a:moveTo>
                    <a:pt x="4571" y="487680"/>
                  </a:moveTo>
                  <a:lnTo>
                    <a:pt x="4571" y="4572"/>
                  </a:lnTo>
                  <a:lnTo>
                    <a:pt x="2285" y="4572"/>
                  </a:lnTo>
                  <a:lnTo>
                    <a:pt x="2285" y="487680"/>
                  </a:lnTo>
                  <a:lnTo>
                    <a:pt x="4571" y="487680"/>
                  </a:lnTo>
                  <a:close/>
                </a:path>
                <a:path w="2144395" h="492760">
                  <a:moveTo>
                    <a:pt x="2141981" y="487679"/>
                  </a:moveTo>
                  <a:lnTo>
                    <a:pt x="2285" y="487680"/>
                  </a:lnTo>
                  <a:lnTo>
                    <a:pt x="4571" y="489966"/>
                  </a:lnTo>
                  <a:lnTo>
                    <a:pt x="4571" y="492252"/>
                  </a:lnTo>
                  <a:lnTo>
                    <a:pt x="2139695" y="492251"/>
                  </a:lnTo>
                  <a:lnTo>
                    <a:pt x="2139695" y="489966"/>
                  </a:lnTo>
                  <a:lnTo>
                    <a:pt x="2141981" y="487679"/>
                  </a:lnTo>
                  <a:close/>
                </a:path>
                <a:path w="2144395" h="492760">
                  <a:moveTo>
                    <a:pt x="4571" y="492252"/>
                  </a:moveTo>
                  <a:lnTo>
                    <a:pt x="4571" y="489966"/>
                  </a:lnTo>
                  <a:lnTo>
                    <a:pt x="2285" y="487680"/>
                  </a:lnTo>
                  <a:lnTo>
                    <a:pt x="2285" y="492252"/>
                  </a:lnTo>
                  <a:lnTo>
                    <a:pt x="4571" y="492252"/>
                  </a:lnTo>
                  <a:close/>
                </a:path>
                <a:path w="2144395" h="492760">
                  <a:moveTo>
                    <a:pt x="1975103" y="4571"/>
                  </a:moveTo>
                  <a:lnTo>
                    <a:pt x="1972817" y="2285"/>
                  </a:lnTo>
                  <a:lnTo>
                    <a:pt x="1972817" y="4571"/>
                  </a:lnTo>
                  <a:lnTo>
                    <a:pt x="1975103" y="4571"/>
                  </a:lnTo>
                  <a:close/>
                </a:path>
                <a:path w="2144395" h="492760">
                  <a:moveTo>
                    <a:pt x="1977389" y="168401"/>
                  </a:moveTo>
                  <a:lnTo>
                    <a:pt x="1977389" y="166115"/>
                  </a:lnTo>
                  <a:lnTo>
                    <a:pt x="1975103" y="163829"/>
                  </a:lnTo>
                  <a:lnTo>
                    <a:pt x="1975103" y="4571"/>
                  </a:lnTo>
                  <a:lnTo>
                    <a:pt x="1972817" y="4571"/>
                  </a:lnTo>
                  <a:lnTo>
                    <a:pt x="1972817" y="166115"/>
                  </a:lnTo>
                  <a:lnTo>
                    <a:pt x="1973579" y="167639"/>
                  </a:lnTo>
                  <a:lnTo>
                    <a:pt x="1975103" y="168401"/>
                  </a:lnTo>
                  <a:lnTo>
                    <a:pt x="1977389" y="168401"/>
                  </a:lnTo>
                  <a:close/>
                </a:path>
                <a:path w="2144395" h="492760">
                  <a:moveTo>
                    <a:pt x="2141981" y="163829"/>
                  </a:moveTo>
                  <a:lnTo>
                    <a:pt x="1975103" y="163829"/>
                  </a:lnTo>
                  <a:lnTo>
                    <a:pt x="1977389" y="166115"/>
                  </a:lnTo>
                  <a:lnTo>
                    <a:pt x="1977389" y="168401"/>
                  </a:lnTo>
                  <a:lnTo>
                    <a:pt x="2139695" y="168401"/>
                  </a:lnTo>
                  <a:lnTo>
                    <a:pt x="2139695" y="166116"/>
                  </a:lnTo>
                  <a:lnTo>
                    <a:pt x="2140457" y="164591"/>
                  </a:lnTo>
                  <a:lnTo>
                    <a:pt x="2141981" y="163829"/>
                  </a:lnTo>
                  <a:close/>
                </a:path>
                <a:path w="2144395" h="492760">
                  <a:moveTo>
                    <a:pt x="2144267" y="167639"/>
                  </a:moveTo>
                  <a:lnTo>
                    <a:pt x="2144267" y="164591"/>
                  </a:lnTo>
                  <a:lnTo>
                    <a:pt x="2141981" y="163829"/>
                  </a:lnTo>
                  <a:lnTo>
                    <a:pt x="2140457" y="164591"/>
                  </a:lnTo>
                  <a:lnTo>
                    <a:pt x="2139695" y="166116"/>
                  </a:lnTo>
                  <a:lnTo>
                    <a:pt x="2139695" y="168401"/>
                  </a:lnTo>
                  <a:lnTo>
                    <a:pt x="2141981" y="168401"/>
                  </a:lnTo>
                  <a:lnTo>
                    <a:pt x="2144267" y="167639"/>
                  </a:lnTo>
                  <a:close/>
                </a:path>
                <a:path w="2144395" h="492760">
                  <a:moveTo>
                    <a:pt x="2144267" y="491489"/>
                  </a:moveTo>
                  <a:lnTo>
                    <a:pt x="2144267" y="167639"/>
                  </a:lnTo>
                  <a:lnTo>
                    <a:pt x="2141981" y="168401"/>
                  </a:lnTo>
                  <a:lnTo>
                    <a:pt x="2139695" y="168401"/>
                  </a:lnTo>
                  <a:lnTo>
                    <a:pt x="2139695" y="487679"/>
                  </a:lnTo>
                  <a:lnTo>
                    <a:pt x="2141981" y="487679"/>
                  </a:lnTo>
                  <a:lnTo>
                    <a:pt x="2141981" y="492251"/>
                  </a:lnTo>
                  <a:lnTo>
                    <a:pt x="2144267" y="491489"/>
                  </a:lnTo>
                  <a:close/>
                </a:path>
                <a:path w="2144395" h="492760">
                  <a:moveTo>
                    <a:pt x="2141981" y="492251"/>
                  </a:moveTo>
                  <a:lnTo>
                    <a:pt x="2141981" y="487679"/>
                  </a:lnTo>
                  <a:lnTo>
                    <a:pt x="2139695" y="489966"/>
                  </a:lnTo>
                  <a:lnTo>
                    <a:pt x="2139695" y="492251"/>
                  </a:lnTo>
                  <a:lnTo>
                    <a:pt x="2141981" y="4922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6716521" y="4448047"/>
            <a:ext cx="2068830" cy="385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5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allocatedFrom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</a:pPr>
            <a:r>
              <a:rPr dirty="0" sz="1200" spc="-10">
                <a:latin typeface="Arial MT"/>
                <a:cs typeface="Arial MT"/>
              </a:rPr>
              <a:t>«elementType»Element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6214" y="411734"/>
            <a:ext cx="490537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SysML</a:t>
            </a:r>
            <a:r>
              <a:rPr dirty="0" spc="-30"/>
              <a:t> </a:t>
            </a:r>
            <a:r>
              <a:rPr dirty="0"/>
              <a:t>Allocation</a:t>
            </a:r>
            <a:r>
              <a:rPr dirty="0" spc="-15"/>
              <a:t> </a:t>
            </a:r>
            <a:r>
              <a:rPr dirty="0" spc="-5"/>
              <a:t>of</a:t>
            </a:r>
            <a:r>
              <a:rPr dirty="0" spc="-30"/>
              <a:t> </a:t>
            </a:r>
            <a:r>
              <a:rPr dirty="0"/>
              <a:t>SW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 spc="-5"/>
              <a:t>HW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1794" y="1121502"/>
            <a:ext cx="7245984" cy="85471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600" spc="-5">
                <a:latin typeface="Arial MT"/>
                <a:cs typeface="Arial MT"/>
              </a:rPr>
              <a:t>In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UML,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deployment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diagram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used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deploy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artifacts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nodes</a:t>
            </a:r>
            <a:endParaRPr sz="16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spcBef>
                <a:spcPts val="38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600" spc="-5">
                <a:latin typeface="Arial MT"/>
                <a:cs typeface="Arial MT"/>
              </a:rPr>
              <a:t>In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SysML,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«allocation»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on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an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 b="1">
                <a:latin typeface="Arial"/>
                <a:cs typeface="Arial"/>
              </a:rPr>
              <a:t>ibd</a:t>
            </a:r>
            <a:r>
              <a:rPr dirty="0" sz="1600" b="1">
                <a:latin typeface="Arial"/>
                <a:cs typeface="Arial"/>
              </a:rPr>
              <a:t> </a:t>
            </a:r>
            <a:r>
              <a:rPr dirty="0" sz="1600" spc="-5">
                <a:latin typeface="Arial MT"/>
                <a:cs typeface="Arial MT"/>
              </a:rPr>
              <a:t>and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 b="1">
                <a:latin typeface="Arial"/>
                <a:cs typeface="Arial"/>
              </a:rPr>
              <a:t>bdd </a:t>
            </a:r>
            <a:r>
              <a:rPr dirty="0" sz="1600" spc="-5">
                <a:latin typeface="Arial MT"/>
                <a:cs typeface="Arial MT"/>
              </a:rPr>
              <a:t>is used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deploy software/data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to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hardware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90153" y="2071115"/>
            <a:ext cx="5012055" cy="3980179"/>
          </a:xfrm>
          <a:custGeom>
            <a:avLst/>
            <a:gdLst/>
            <a:ahLst/>
            <a:cxnLst/>
            <a:rect l="l" t="t" r="r" b="b"/>
            <a:pathLst>
              <a:path w="5012055" h="3980179">
                <a:moveTo>
                  <a:pt x="2391930" y="3978414"/>
                </a:moveTo>
                <a:lnTo>
                  <a:pt x="1536" y="3978414"/>
                </a:lnTo>
                <a:lnTo>
                  <a:pt x="1536" y="866394"/>
                </a:lnTo>
                <a:lnTo>
                  <a:pt x="774" y="866394"/>
                </a:lnTo>
                <a:lnTo>
                  <a:pt x="774" y="3978414"/>
                </a:lnTo>
                <a:lnTo>
                  <a:pt x="266" y="3978414"/>
                </a:lnTo>
                <a:lnTo>
                  <a:pt x="774" y="3978529"/>
                </a:lnTo>
                <a:lnTo>
                  <a:pt x="774" y="3979938"/>
                </a:lnTo>
                <a:lnTo>
                  <a:pt x="1524" y="3979938"/>
                </a:lnTo>
                <a:lnTo>
                  <a:pt x="1536" y="3979164"/>
                </a:lnTo>
                <a:lnTo>
                  <a:pt x="889" y="3978529"/>
                </a:lnTo>
                <a:lnTo>
                  <a:pt x="1536" y="3978529"/>
                </a:lnTo>
                <a:lnTo>
                  <a:pt x="1536" y="3979164"/>
                </a:lnTo>
                <a:lnTo>
                  <a:pt x="1536" y="3979938"/>
                </a:lnTo>
                <a:lnTo>
                  <a:pt x="2391930" y="3979938"/>
                </a:lnTo>
                <a:lnTo>
                  <a:pt x="2391930" y="3978414"/>
                </a:lnTo>
                <a:close/>
              </a:path>
              <a:path w="5012055" h="3980179">
                <a:moveTo>
                  <a:pt x="5011686" y="1898142"/>
                </a:moveTo>
                <a:lnTo>
                  <a:pt x="5010924" y="1898142"/>
                </a:lnTo>
                <a:lnTo>
                  <a:pt x="5010416" y="1898142"/>
                </a:lnTo>
                <a:lnTo>
                  <a:pt x="5010162" y="1898142"/>
                </a:lnTo>
                <a:lnTo>
                  <a:pt x="5010162" y="3978414"/>
                </a:lnTo>
                <a:lnTo>
                  <a:pt x="2509278" y="3978414"/>
                </a:lnTo>
                <a:lnTo>
                  <a:pt x="2509278" y="3979938"/>
                </a:lnTo>
                <a:lnTo>
                  <a:pt x="5010416" y="3979938"/>
                </a:lnTo>
                <a:lnTo>
                  <a:pt x="5011686" y="3979938"/>
                </a:lnTo>
                <a:lnTo>
                  <a:pt x="5011686" y="1898142"/>
                </a:lnTo>
                <a:close/>
              </a:path>
              <a:path w="5012055" h="3980179">
                <a:moveTo>
                  <a:pt x="5011686" y="897636"/>
                </a:moveTo>
                <a:lnTo>
                  <a:pt x="5010924" y="897636"/>
                </a:lnTo>
                <a:lnTo>
                  <a:pt x="5010416" y="897636"/>
                </a:lnTo>
                <a:lnTo>
                  <a:pt x="5010162" y="897636"/>
                </a:lnTo>
                <a:lnTo>
                  <a:pt x="5010162" y="1780794"/>
                </a:lnTo>
                <a:lnTo>
                  <a:pt x="5010416" y="1780794"/>
                </a:lnTo>
                <a:lnTo>
                  <a:pt x="5010924" y="1780794"/>
                </a:lnTo>
                <a:lnTo>
                  <a:pt x="5011686" y="1780794"/>
                </a:lnTo>
                <a:lnTo>
                  <a:pt x="5011686" y="897636"/>
                </a:lnTo>
                <a:close/>
              </a:path>
              <a:path w="5012055" h="3980179">
                <a:moveTo>
                  <a:pt x="5011686" y="466344"/>
                </a:moveTo>
                <a:lnTo>
                  <a:pt x="5010924" y="466344"/>
                </a:lnTo>
                <a:lnTo>
                  <a:pt x="5010416" y="466344"/>
                </a:lnTo>
                <a:lnTo>
                  <a:pt x="5010162" y="466344"/>
                </a:lnTo>
                <a:lnTo>
                  <a:pt x="5010162" y="780288"/>
                </a:lnTo>
                <a:lnTo>
                  <a:pt x="5010416" y="780288"/>
                </a:lnTo>
                <a:lnTo>
                  <a:pt x="5010924" y="780288"/>
                </a:lnTo>
                <a:lnTo>
                  <a:pt x="5011686" y="780288"/>
                </a:lnTo>
                <a:lnTo>
                  <a:pt x="5011686" y="466344"/>
                </a:lnTo>
                <a:close/>
              </a:path>
              <a:path w="5012055" h="3980179">
                <a:moveTo>
                  <a:pt x="5011686" y="12"/>
                </a:moveTo>
                <a:lnTo>
                  <a:pt x="5010416" y="12"/>
                </a:lnTo>
                <a:lnTo>
                  <a:pt x="1219962" y="0"/>
                </a:lnTo>
                <a:lnTo>
                  <a:pt x="1219200" y="0"/>
                </a:lnTo>
                <a:lnTo>
                  <a:pt x="1219200" y="1524"/>
                </a:lnTo>
                <a:lnTo>
                  <a:pt x="1219200" y="165354"/>
                </a:lnTo>
                <a:lnTo>
                  <a:pt x="1194752" y="192024"/>
                </a:lnTo>
                <a:lnTo>
                  <a:pt x="1536" y="192024"/>
                </a:lnTo>
                <a:lnTo>
                  <a:pt x="1536" y="1524"/>
                </a:lnTo>
                <a:lnTo>
                  <a:pt x="1219200" y="1524"/>
                </a:lnTo>
                <a:lnTo>
                  <a:pt x="1219200" y="0"/>
                </a:lnTo>
                <a:lnTo>
                  <a:pt x="1536" y="0"/>
                </a:lnTo>
                <a:lnTo>
                  <a:pt x="266" y="0"/>
                </a:lnTo>
                <a:lnTo>
                  <a:pt x="266" y="1397"/>
                </a:lnTo>
                <a:lnTo>
                  <a:pt x="901" y="1397"/>
                </a:lnTo>
                <a:lnTo>
                  <a:pt x="774" y="1524"/>
                </a:lnTo>
                <a:lnTo>
                  <a:pt x="774" y="192024"/>
                </a:lnTo>
                <a:lnTo>
                  <a:pt x="0" y="192786"/>
                </a:lnTo>
                <a:lnTo>
                  <a:pt x="762" y="193548"/>
                </a:lnTo>
                <a:lnTo>
                  <a:pt x="774" y="748284"/>
                </a:lnTo>
                <a:lnTo>
                  <a:pt x="1536" y="748284"/>
                </a:lnTo>
                <a:lnTo>
                  <a:pt x="1536" y="193548"/>
                </a:lnTo>
                <a:lnTo>
                  <a:pt x="1194054" y="193548"/>
                </a:lnTo>
                <a:lnTo>
                  <a:pt x="1194816" y="193548"/>
                </a:lnTo>
                <a:lnTo>
                  <a:pt x="1195578" y="193548"/>
                </a:lnTo>
                <a:lnTo>
                  <a:pt x="1220724" y="166878"/>
                </a:lnTo>
                <a:lnTo>
                  <a:pt x="1220724" y="1524"/>
                </a:lnTo>
                <a:lnTo>
                  <a:pt x="5010162" y="1524"/>
                </a:lnTo>
                <a:lnTo>
                  <a:pt x="5010162" y="346710"/>
                </a:lnTo>
                <a:lnTo>
                  <a:pt x="5010416" y="346710"/>
                </a:lnTo>
                <a:lnTo>
                  <a:pt x="5010924" y="346710"/>
                </a:lnTo>
                <a:lnTo>
                  <a:pt x="5011686" y="346710"/>
                </a:lnTo>
                <a:lnTo>
                  <a:pt x="5011686" y="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35377" y="2120130"/>
            <a:ext cx="11639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ibd</a:t>
            </a:r>
            <a:r>
              <a:rPr dirty="0" sz="800" spc="35" b="1">
                <a:latin typeface="Arial"/>
                <a:cs typeface="Arial"/>
              </a:rPr>
              <a:t> </a:t>
            </a:r>
            <a:r>
              <a:rPr dirty="0" sz="800" spc="-5">
                <a:latin typeface="Arial MT"/>
                <a:cs typeface="Arial MT"/>
              </a:rPr>
              <a:t>[node]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SF Residence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1832" y="3393185"/>
            <a:ext cx="1441450" cy="3898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93345" rIns="0" bIns="0" rtlCol="0" vert="horz">
            <a:spAutoFit/>
          </a:bodyPr>
          <a:lstStyle/>
          <a:p>
            <a:pPr algn="r" marR="420370">
              <a:lnSpc>
                <a:spcPts val="950"/>
              </a:lnSpc>
              <a:spcBef>
                <a:spcPts val="735"/>
              </a:spcBef>
            </a:pPr>
            <a:r>
              <a:rPr dirty="0" sz="800" spc="10">
                <a:latin typeface="Arial MT"/>
                <a:cs typeface="Arial MT"/>
              </a:rPr>
              <a:t>«</a:t>
            </a:r>
            <a:r>
              <a:rPr dirty="0" sz="800" spc="-10">
                <a:latin typeface="Arial MT"/>
                <a:cs typeface="Arial MT"/>
              </a:rPr>
              <a:t>hard</a:t>
            </a:r>
            <a:r>
              <a:rPr dirty="0" sz="800" spc="-15">
                <a:latin typeface="Arial MT"/>
                <a:cs typeface="Arial MT"/>
              </a:rPr>
              <a:t>w</a:t>
            </a:r>
            <a:r>
              <a:rPr dirty="0" sz="800" spc="-10">
                <a:latin typeface="Arial MT"/>
                <a:cs typeface="Arial MT"/>
              </a:rPr>
              <a:t>ar</a:t>
            </a:r>
            <a:r>
              <a:rPr dirty="0" sz="800" spc="-5">
                <a:latin typeface="Arial MT"/>
                <a:cs typeface="Arial MT"/>
              </a:rPr>
              <a:t>e</a:t>
            </a:r>
            <a:r>
              <a:rPr dirty="0" sz="800" spc="-1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»</a:t>
            </a:r>
            <a:endParaRPr sz="800">
              <a:latin typeface="Arial MT"/>
              <a:cs typeface="Arial MT"/>
            </a:endParaRPr>
          </a:p>
          <a:p>
            <a:pPr algn="r" marR="357505">
              <a:lnSpc>
                <a:spcPts val="95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Site Processor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50995" y="3782695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70">
                <a:moveTo>
                  <a:pt x="0" y="0"/>
                </a:moveTo>
                <a:lnTo>
                  <a:pt x="0" y="1269"/>
                </a:lnTo>
                <a:lnTo>
                  <a:pt x="1270" y="1269"/>
                </a:lnTo>
                <a:lnTo>
                  <a:pt x="12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11832" y="3782567"/>
            <a:ext cx="1441450" cy="105156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marL="365760">
              <a:lnSpc>
                <a:spcPct val="100000"/>
              </a:lnSpc>
              <a:spcBef>
                <a:spcPts val="125"/>
              </a:spcBef>
            </a:pPr>
            <a:r>
              <a:rPr dirty="0" sz="800" spc="-5" b="1">
                <a:latin typeface="Arial"/>
                <a:cs typeface="Arial"/>
              </a:rPr>
              <a:t>allocatedFrom</a:t>
            </a:r>
            <a:endParaRPr sz="800">
              <a:latin typeface="Arial"/>
              <a:cs typeface="Arial"/>
            </a:endParaRPr>
          </a:p>
          <a:p>
            <a:pPr marL="32384">
              <a:lnSpc>
                <a:spcPts val="955"/>
              </a:lnSpc>
              <a:spcBef>
                <a:spcPts val="10"/>
              </a:spcBef>
            </a:pPr>
            <a:r>
              <a:rPr dirty="0" sz="800" spc="5">
                <a:latin typeface="Arial MT"/>
                <a:cs typeface="Arial MT"/>
              </a:rPr>
              <a:t>«software»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Device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Mgr</a:t>
            </a:r>
            <a:endParaRPr sz="800">
              <a:latin typeface="Arial MT"/>
              <a:cs typeface="Arial MT"/>
            </a:endParaRPr>
          </a:p>
          <a:p>
            <a:pPr marL="32384">
              <a:lnSpc>
                <a:spcPts val="950"/>
              </a:lnSpc>
            </a:pPr>
            <a:r>
              <a:rPr dirty="0" sz="800" spc="5">
                <a:latin typeface="Arial MT"/>
                <a:cs typeface="Arial MT"/>
              </a:rPr>
              <a:t>«software»</a:t>
            </a:r>
            <a:r>
              <a:rPr dirty="0" sz="800" spc="-5">
                <a:latin typeface="Arial MT"/>
                <a:cs typeface="Arial MT"/>
              </a:rPr>
              <a:t> Event Mgr</a:t>
            </a:r>
            <a:endParaRPr sz="800">
              <a:latin typeface="Arial MT"/>
              <a:cs typeface="Arial MT"/>
            </a:endParaRPr>
          </a:p>
          <a:p>
            <a:pPr marL="32384">
              <a:lnSpc>
                <a:spcPts val="950"/>
              </a:lnSpc>
            </a:pPr>
            <a:r>
              <a:rPr dirty="0" sz="800" spc="5">
                <a:latin typeface="Arial MT"/>
                <a:cs typeface="Arial MT"/>
              </a:rPr>
              <a:t>«software» </a:t>
            </a:r>
            <a:r>
              <a:rPr dirty="0" sz="800" spc="-5">
                <a:latin typeface="Arial MT"/>
                <a:cs typeface="Arial MT"/>
              </a:rPr>
              <a:t>Site</a:t>
            </a:r>
            <a:r>
              <a:rPr dirty="0" sz="800" spc="3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Config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Mgr</a:t>
            </a:r>
            <a:endParaRPr sz="800">
              <a:latin typeface="Arial MT"/>
              <a:cs typeface="Arial MT"/>
            </a:endParaRPr>
          </a:p>
          <a:p>
            <a:pPr marL="32384">
              <a:lnSpc>
                <a:spcPts val="950"/>
              </a:lnSpc>
            </a:pPr>
            <a:r>
              <a:rPr dirty="0" sz="800" spc="5">
                <a:latin typeface="Arial MT"/>
                <a:cs typeface="Arial MT"/>
              </a:rPr>
              <a:t>«software»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Site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RDBMS</a:t>
            </a:r>
            <a:endParaRPr sz="800">
              <a:latin typeface="Arial MT"/>
              <a:cs typeface="Arial MT"/>
            </a:endParaRPr>
          </a:p>
          <a:p>
            <a:pPr marL="32384">
              <a:lnSpc>
                <a:spcPts val="950"/>
              </a:lnSpc>
            </a:pPr>
            <a:r>
              <a:rPr dirty="0" sz="800" spc="5">
                <a:latin typeface="Arial MT"/>
                <a:cs typeface="Arial MT"/>
              </a:rPr>
              <a:t>«software» </a:t>
            </a:r>
            <a:r>
              <a:rPr dirty="0" sz="800" spc="-5">
                <a:latin typeface="Arial MT"/>
                <a:cs typeface="Arial MT"/>
              </a:rPr>
              <a:t>Site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Status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Mgr</a:t>
            </a:r>
            <a:endParaRPr sz="800">
              <a:latin typeface="Arial MT"/>
              <a:cs typeface="Arial MT"/>
            </a:endParaRPr>
          </a:p>
          <a:p>
            <a:pPr marL="32384">
              <a:lnSpc>
                <a:spcPts val="950"/>
              </a:lnSpc>
            </a:pPr>
            <a:r>
              <a:rPr dirty="0" sz="800" spc="5">
                <a:latin typeface="Arial MT"/>
                <a:cs typeface="Arial MT"/>
              </a:rPr>
              <a:t>«software»</a:t>
            </a:r>
            <a:r>
              <a:rPr dirty="0" sz="800" spc="-5">
                <a:latin typeface="Arial MT"/>
                <a:cs typeface="Arial MT"/>
              </a:rPr>
              <a:t> User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I/F</a:t>
            </a:r>
            <a:endParaRPr sz="800">
              <a:latin typeface="Arial MT"/>
              <a:cs typeface="Arial MT"/>
            </a:endParaRPr>
          </a:p>
          <a:p>
            <a:pPr marL="32384">
              <a:lnSpc>
                <a:spcPts val="955"/>
              </a:lnSpc>
            </a:pPr>
            <a:r>
              <a:rPr dirty="0" sz="800" spc="5">
                <a:latin typeface="Arial MT"/>
                <a:cs typeface="Arial MT"/>
              </a:rPr>
              <a:t>«software» </a:t>
            </a:r>
            <a:r>
              <a:rPr dirty="0" sz="800" spc="-5">
                <a:latin typeface="Arial MT"/>
                <a:cs typeface="Arial MT"/>
              </a:rPr>
              <a:t>User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Valid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Mgr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3989" y="3335273"/>
            <a:ext cx="120649" cy="11811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79089" y="4776978"/>
            <a:ext cx="120650" cy="11811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334260" y="2670048"/>
            <a:ext cx="1379220" cy="1108710"/>
            <a:chOff x="2334260" y="2670048"/>
            <a:chExt cx="1379220" cy="1108710"/>
          </a:xfrm>
        </p:grpSpPr>
        <p:sp>
          <p:nvSpPr>
            <p:cNvPr id="13" name="object 13"/>
            <p:cNvSpPr/>
            <p:nvPr/>
          </p:nvSpPr>
          <p:spPr>
            <a:xfrm>
              <a:off x="2334260" y="2670047"/>
              <a:ext cx="1379220" cy="1108710"/>
            </a:xfrm>
            <a:custGeom>
              <a:avLst/>
              <a:gdLst/>
              <a:ahLst/>
              <a:cxnLst/>
              <a:rect l="l" t="t" r="r" b="b"/>
              <a:pathLst>
                <a:path w="1379220" h="1108710">
                  <a:moveTo>
                    <a:pt x="1181100" y="0"/>
                  </a:moveTo>
                  <a:lnTo>
                    <a:pt x="1179830" y="0"/>
                  </a:lnTo>
                  <a:lnTo>
                    <a:pt x="2540" y="0"/>
                  </a:lnTo>
                  <a:lnTo>
                    <a:pt x="1905" y="0"/>
                  </a:lnTo>
                  <a:lnTo>
                    <a:pt x="1905" y="889"/>
                  </a:lnTo>
                  <a:lnTo>
                    <a:pt x="1270" y="1524"/>
                  </a:lnTo>
                  <a:lnTo>
                    <a:pt x="1270" y="889"/>
                  </a:lnTo>
                  <a:lnTo>
                    <a:pt x="1905" y="889"/>
                  </a:lnTo>
                  <a:lnTo>
                    <a:pt x="1905" y="0"/>
                  </a:lnTo>
                  <a:lnTo>
                    <a:pt x="1270" y="0"/>
                  </a:lnTo>
                  <a:lnTo>
                    <a:pt x="0" y="0"/>
                  </a:lnTo>
                  <a:lnTo>
                    <a:pt x="0" y="154686"/>
                  </a:lnTo>
                  <a:lnTo>
                    <a:pt x="1270" y="154686"/>
                  </a:lnTo>
                  <a:lnTo>
                    <a:pt x="2032" y="154686"/>
                  </a:lnTo>
                  <a:lnTo>
                    <a:pt x="2032" y="1524"/>
                  </a:lnTo>
                  <a:lnTo>
                    <a:pt x="2032" y="889"/>
                  </a:lnTo>
                  <a:lnTo>
                    <a:pt x="2540" y="889"/>
                  </a:lnTo>
                  <a:lnTo>
                    <a:pt x="2540" y="1524"/>
                  </a:lnTo>
                  <a:lnTo>
                    <a:pt x="1179830" y="1524"/>
                  </a:lnTo>
                  <a:lnTo>
                    <a:pt x="1179830" y="1143"/>
                  </a:lnTo>
                  <a:lnTo>
                    <a:pt x="1180084" y="1143"/>
                  </a:lnTo>
                  <a:lnTo>
                    <a:pt x="1180084" y="1524"/>
                  </a:lnTo>
                  <a:lnTo>
                    <a:pt x="1180846" y="1524"/>
                  </a:lnTo>
                  <a:lnTo>
                    <a:pt x="1180465" y="1143"/>
                  </a:lnTo>
                  <a:lnTo>
                    <a:pt x="1181100" y="1143"/>
                  </a:lnTo>
                  <a:lnTo>
                    <a:pt x="1181100" y="0"/>
                  </a:lnTo>
                  <a:close/>
                </a:path>
                <a:path w="1379220" h="1108710">
                  <a:moveTo>
                    <a:pt x="1379220" y="990600"/>
                  </a:moveTo>
                  <a:lnTo>
                    <a:pt x="1264920" y="990600"/>
                  </a:lnTo>
                  <a:lnTo>
                    <a:pt x="1264920" y="991362"/>
                  </a:lnTo>
                  <a:lnTo>
                    <a:pt x="1264666" y="991362"/>
                  </a:lnTo>
                  <a:lnTo>
                    <a:pt x="1264666" y="1107948"/>
                  </a:lnTo>
                  <a:lnTo>
                    <a:pt x="1264666" y="1108710"/>
                  </a:lnTo>
                  <a:lnTo>
                    <a:pt x="1265428" y="1108710"/>
                  </a:lnTo>
                  <a:lnTo>
                    <a:pt x="1378966" y="1108710"/>
                  </a:lnTo>
                  <a:lnTo>
                    <a:pt x="1378966" y="1107948"/>
                  </a:lnTo>
                  <a:lnTo>
                    <a:pt x="1378966" y="991362"/>
                  </a:lnTo>
                  <a:lnTo>
                    <a:pt x="1379220" y="991362"/>
                  </a:lnTo>
                  <a:lnTo>
                    <a:pt x="1379220" y="990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09581" y="3679697"/>
              <a:ext cx="98425" cy="81280"/>
            </a:xfrm>
            <a:custGeom>
              <a:avLst/>
              <a:gdLst/>
              <a:ahLst/>
              <a:cxnLst/>
              <a:rect l="l" t="t" r="r" b="b"/>
              <a:pathLst>
                <a:path w="98425" h="81279">
                  <a:moveTo>
                    <a:pt x="41148" y="2286"/>
                  </a:moveTo>
                  <a:lnTo>
                    <a:pt x="40386" y="762"/>
                  </a:lnTo>
                  <a:lnTo>
                    <a:pt x="38862" y="0"/>
                  </a:lnTo>
                  <a:lnTo>
                    <a:pt x="37338" y="762"/>
                  </a:lnTo>
                  <a:lnTo>
                    <a:pt x="774" y="36576"/>
                  </a:lnTo>
                  <a:lnTo>
                    <a:pt x="0" y="38862"/>
                  </a:lnTo>
                  <a:lnTo>
                    <a:pt x="762" y="40386"/>
                  </a:lnTo>
                  <a:lnTo>
                    <a:pt x="3810" y="43688"/>
                  </a:lnTo>
                  <a:lnTo>
                    <a:pt x="37338" y="80010"/>
                  </a:lnTo>
                  <a:lnTo>
                    <a:pt x="38862" y="80772"/>
                  </a:lnTo>
                  <a:lnTo>
                    <a:pt x="40386" y="80010"/>
                  </a:lnTo>
                  <a:lnTo>
                    <a:pt x="41148" y="78486"/>
                  </a:lnTo>
                  <a:lnTo>
                    <a:pt x="40386" y="76962"/>
                  </a:lnTo>
                  <a:lnTo>
                    <a:pt x="5486" y="39154"/>
                  </a:lnTo>
                  <a:lnTo>
                    <a:pt x="5346" y="38862"/>
                  </a:lnTo>
                  <a:lnTo>
                    <a:pt x="40386" y="3810"/>
                  </a:lnTo>
                  <a:lnTo>
                    <a:pt x="41148" y="2286"/>
                  </a:lnTo>
                  <a:close/>
                </a:path>
                <a:path w="98425" h="81279">
                  <a:moveTo>
                    <a:pt x="98298" y="40386"/>
                  </a:moveTo>
                  <a:lnTo>
                    <a:pt x="97536" y="38862"/>
                  </a:lnTo>
                  <a:lnTo>
                    <a:pt x="96012" y="36588"/>
                  </a:lnTo>
                  <a:lnTo>
                    <a:pt x="59436" y="774"/>
                  </a:lnTo>
                  <a:lnTo>
                    <a:pt x="57912" y="12"/>
                  </a:lnTo>
                  <a:lnTo>
                    <a:pt x="56388" y="774"/>
                  </a:lnTo>
                  <a:lnTo>
                    <a:pt x="55626" y="2298"/>
                  </a:lnTo>
                  <a:lnTo>
                    <a:pt x="56388" y="3822"/>
                  </a:lnTo>
                  <a:lnTo>
                    <a:pt x="91503" y="38925"/>
                  </a:lnTo>
                  <a:lnTo>
                    <a:pt x="56388" y="76974"/>
                  </a:lnTo>
                  <a:lnTo>
                    <a:pt x="55626" y="78498"/>
                  </a:lnTo>
                  <a:lnTo>
                    <a:pt x="56388" y="80022"/>
                  </a:lnTo>
                  <a:lnTo>
                    <a:pt x="57912" y="80784"/>
                  </a:lnTo>
                  <a:lnTo>
                    <a:pt x="59436" y="80022"/>
                  </a:lnTo>
                  <a:lnTo>
                    <a:pt x="92964" y="43700"/>
                  </a:lnTo>
                  <a:lnTo>
                    <a:pt x="94564" y="41960"/>
                  </a:lnTo>
                  <a:lnTo>
                    <a:pt x="96012" y="42672"/>
                  </a:lnTo>
                  <a:lnTo>
                    <a:pt x="97536" y="41910"/>
                  </a:lnTo>
                  <a:lnTo>
                    <a:pt x="98298" y="40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34260" y="2671571"/>
              <a:ext cx="1181100" cy="443230"/>
            </a:xfrm>
            <a:custGeom>
              <a:avLst/>
              <a:gdLst/>
              <a:ahLst/>
              <a:cxnLst/>
              <a:rect l="l" t="t" r="r" b="b"/>
              <a:pathLst>
                <a:path w="1181100" h="443230">
                  <a:moveTo>
                    <a:pt x="386842" y="441198"/>
                  </a:moveTo>
                  <a:lnTo>
                    <a:pt x="2540" y="441198"/>
                  </a:lnTo>
                  <a:lnTo>
                    <a:pt x="2032" y="441198"/>
                  </a:lnTo>
                  <a:lnTo>
                    <a:pt x="2032" y="270510"/>
                  </a:lnTo>
                  <a:lnTo>
                    <a:pt x="1270" y="270510"/>
                  </a:lnTo>
                  <a:lnTo>
                    <a:pt x="0" y="270510"/>
                  </a:lnTo>
                  <a:lnTo>
                    <a:pt x="0" y="442722"/>
                  </a:lnTo>
                  <a:lnTo>
                    <a:pt x="1270" y="442722"/>
                  </a:lnTo>
                  <a:lnTo>
                    <a:pt x="2032" y="442722"/>
                  </a:lnTo>
                  <a:lnTo>
                    <a:pt x="2032" y="441960"/>
                  </a:lnTo>
                  <a:lnTo>
                    <a:pt x="1905" y="441833"/>
                  </a:lnTo>
                  <a:lnTo>
                    <a:pt x="2540" y="441833"/>
                  </a:lnTo>
                  <a:lnTo>
                    <a:pt x="2540" y="442722"/>
                  </a:lnTo>
                  <a:lnTo>
                    <a:pt x="386842" y="442722"/>
                  </a:lnTo>
                  <a:lnTo>
                    <a:pt x="386842" y="441198"/>
                  </a:lnTo>
                  <a:close/>
                </a:path>
                <a:path w="1181100" h="443230">
                  <a:moveTo>
                    <a:pt x="1181100" y="441198"/>
                  </a:moveTo>
                  <a:lnTo>
                    <a:pt x="1180846" y="441198"/>
                  </a:lnTo>
                  <a:lnTo>
                    <a:pt x="1180846" y="0"/>
                  </a:lnTo>
                  <a:lnTo>
                    <a:pt x="1180084" y="0"/>
                  </a:lnTo>
                  <a:lnTo>
                    <a:pt x="1180084" y="441198"/>
                  </a:lnTo>
                  <a:lnTo>
                    <a:pt x="1179830" y="441198"/>
                  </a:lnTo>
                  <a:lnTo>
                    <a:pt x="504190" y="441198"/>
                  </a:lnTo>
                  <a:lnTo>
                    <a:pt x="504190" y="442722"/>
                  </a:lnTo>
                  <a:lnTo>
                    <a:pt x="1179830" y="442722"/>
                  </a:lnTo>
                  <a:lnTo>
                    <a:pt x="1179830" y="441579"/>
                  </a:lnTo>
                  <a:lnTo>
                    <a:pt x="1180465" y="441579"/>
                  </a:lnTo>
                  <a:lnTo>
                    <a:pt x="1180084" y="441960"/>
                  </a:lnTo>
                  <a:lnTo>
                    <a:pt x="1180084" y="442722"/>
                  </a:lnTo>
                  <a:lnTo>
                    <a:pt x="1180846" y="442722"/>
                  </a:lnTo>
                  <a:lnTo>
                    <a:pt x="1180846" y="441579"/>
                  </a:lnTo>
                  <a:lnTo>
                    <a:pt x="1181100" y="441579"/>
                  </a:lnTo>
                  <a:lnTo>
                    <a:pt x="1181100" y="441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128011" y="2764789"/>
            <a:ext cx="1638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8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5207" y="2677125"/>
            <a:ext cx="6540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*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46066" y="2764789"/>
            <a:ext cx="750570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3180">
              <a:lnSpc>
                <a:spcPts val="940"/>
              </a:lnSpc>
              <a:spcBef>
                <a:spcPts val="95"/>
              </a:spcBef>
            </a:pPr>
            <a:r>
              <a:rPr dirty="0" sz="800">
                <a:latin typeface="Arial MT"/>
                <a:cs typeface="Arial MT"/>
              </a:rPr>
              <a:t>«</a:t>
            </a:r>
            <a:r>
              <a:rPr dirty="0" sz="800" spc="-10">
                <a:latin typeface="Arial MT"/>
                <a:cs typeface="Arial MT"/>
              </a:rPr>
              <a:t>hard</a:t>
            </a:r>
            <a:r>
              <a:rPr dirty="0" sz="800" spc="-15">
                <a:latin typeface="Arial MT"/>
                <a:cs typeface="Arial MT"/>
              </a:rPr>
              <a:t>w</a:t>
            </a:r>
            <a:r>
              <a:rPr dirty="0" sz="800" spc="-10">
                <a:latin typeface="Arial MT"/>
                <a:cs typeface="Arial MT"/>
              </a:rPr>
              <a:t>ar</a:t>
            </a:r>
            <a:r>
              <a:rPr dirty="0" sz="800" spc="-5">
                <a:latin typeface="Arial MT"/>
                <a:cs typeface="Arial MT"/>
              </a:rPr>
              <a:t>e</a:t>
            </a:r>
            <a:r>
              <a:rPr dirty="0" sz="800" spc="-114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Optical Sensor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78379" y="2823972"/>
            <a:ext cx="4505960" cy="1346200"/>
            <a:chOff x="2278379" y="2823972"/>
            <a:chExt cx="4505960" cy="134620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78379" y="2823972"/>
              <a:ext cx="115569" cy="11811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1101" y="3054096"/>
              <a:ext cx="118618" cy="1203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773420" y="3644645"/>
              <a:ext cx="1010919" cy="525145"/>
            </a:xfrm>
            <a:custGeom>
              <a:avLst/>
              <a:gdLst/>
              <a:ahLst/>
              <a:cxnLst/>
              <a:rect l="l" t="t" r="r" b="b"/>
              <a:pathLst>
                <a:path w="1010920" h="525145">
                  <a:moveTo>
                    <a:pt x="1010920" y="0"/>
                  </a:moveTo>
                  <a:lnTo>
                    <a:pt x="1009650" y="0"/>
                  </a:lnTo>
                  <a:lnTo>
                    <a:pt x="1270" y="0"/>
                  </a:lnTo>
                  <a:lnTo>
                    <a:pt x="0" y="0"/>
                  </a:lnTo>
                  <a:lnTo>
                    <a:pt x="0" y="525018"/>
                  </a:lnTo>
                  <a:lnTo>
                    <a:pt x="1016" y="525018"/>
                  </a:lnTo>
                  <a:lnTo>
                    <a:pt x="1270" y="525018"/>
                  </a:lnTo>
                  <a:lnTo>
                    <a:pt x="1778" y="525018"/>
                  </a:lnTo>
                  <a:lnTo>
                    <a:pt x="1009650" y="525018"/>
                  </a:lnTo>
                  <a:lnTo>
                    <a:pt x="1009650" y="523875"/>
                  </a:lnTo>
                  <a:lnTo>
                    <a:pt x="1010285" y="523875"/>
                  </a:lnTo>
                  <a:lnTo>
                    <a:pt x="1009904" y="524256"/>
                  </a:lnTo>
                  <a:lnTo>
                    <a:pt x="1009904" y="525018"/>
                  </a:lnTo>
                  <a:lnTo>
                    <a:pt x="1010666" y="525018"/>
                  </a:lnTo>
                  <a:lnTo>
                    <a:pt x="1010666" y="523875"/>
                  </a:lnTo>
                  <a:lnTo>
                    <a:pt x="1010920" y="523875"/>
                  </a:lnTo>
                  <a:lnTo>
                    <a:pt x="1010920" y="523494"/>
                  </a:lnTo>
                  <a:lnTo>
                    <a:pt x="1010666" y="523494"/>
                  </a:lnTo>
                  <a:lnTo>
                    <a:pt x="1010666" y="324612"/>
                  </a:lnTo>
                  <a:lnTo>
                    <a:pt x="1009904" y="324612"/>
                  </a:lnTo>
                  <a:lnTo>
                    <a:pt x="1009904" y="523494"/>
                  </a:lnTo>
                  <a:lnTo>
                    <a:pt x="1009650" y="523494"/>
                  </a:lnTo>
                  <a:lnTo>
                    <a:pt x="1778" y="523494"/>
                  </a:lnTo>
                  <a:lnTo>
                    <a:pt x="1778" y="1524"/>
                  </a:lnTo>
                  <a:lnTo>
                    <a:pt x="1009650" y="1524"/>
                  </a:lnTo>
                  <a:lnTo>
                    <a:pt x="1009650" y="1155"/>
                  </a:lnTo>
                  <a:lnTo>
                    <a:pt x="1009904" y="1155"/>
                  </a:lnTo>
                  <a:lnTo>
                    <a:pt x="1009904" y="1524"/>
                  </a:lnTo>
                  <a:lnTo>
                    <a:pt x="1009904" y="207264"/>
                  </a:lnTo>
                  <a:lnTo>
                    <a:pt x="1010666" y="207264"/>
                  </a:lnTo>
                  <a:lnTo>
                    <a:pt x="1010666" y="1524"/>
                  </a:lnTo>
                  <a:lnTo>
                    <a:pt x="1010297" y="1155"/>
                  </a:lnTo>
                  <a:lnTo>
                    <a:pt x="1010920" y="1155"/>
                  </a:lnTo>
                  <a:lnTo>
                    <a:pt x="10109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830821" y="3780535"/>
            <a:ext cx="2095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6215" algn="l"/>
              </a:tabLst>
            </a:pPr>
            <a:r>
              <a:rPr dirty="0" u="sng" sz="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45387" y="3780535"/>
            <a:ext cx="647065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6515">
              <a:lnSpc>
                <a:spcPts val="940"/>
              </a:lnSpc>
              <a:spcBef>
                <a:spcPts val="95"/>
              </a:spcBef>
            </a:pPr>
            <a:r>
              <a:rPr dirty="0" sz="800" spc="10">
                <a:latin typeface="Arial MT"/>
                <a:cs typeface="Arial MT"/>
              </a:rPr>
              <a:t>«</a:t>
            </a:r>
            <a:r>
              <a:rPr dirty="0" sz="800" spc="-10">
                <a:latin typeface="Arial MT"/>
                <a:cs typeface="Arial MT"/>
              </a:rPr>
              <a:t>hard</a:t>
            </a:r>
            <a:r>
              <a:rPr dirty="0" sz="800" spc="-15">
                <a:latin typeface="Arial MT"/>
                <a:cs typeface="Arial MT"/>
              </a:rPr>
              <a:t>w</a:t>
            </a:r>
            <a:r>
              <a:rPr dirty="0" sz="800" spc="-10">
                <a:latin typeface="Arial MT"/>
                <a:cs typeface="Arial MT"/>
              </a:rPr>
              <a:t>ar</a:t>
            </a:r>
            <a:r>
              <a:rPr dirty="0" sz="800" spc="-5">
                <a:latin typeface="Arial MT"/>
                <a:cs typeface="Arial MT"/>
              </a:rPr>
              <a:t>e</a:t>
            </a:r>
            <a:r>
              <a:rPr dirty="0" sz="800" spc="-13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DSL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Modem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17540" y="3793997"/>
            <a:ext cx="1127125" cy="1435100"/>
            <a:chOff x="5717540" y="3793997"/>
            <a:chExt cx="1127125" cy="1435100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27190" y="3851147"/>
              <a:ext cx="117093" cy="11811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17540" y="3793997"/>
              <a:ext cx="117093" cy="11811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723890" y="4516373"/>
              <a:ext cx="1045210" cy="712470"/>
            </a:xfrm>
            <a:custGeom>
              <a:avLst/>
              <a:gdLst/>
              <a:ahLst/>
              <a:cxnLst/>
              <a:rect l="l" t="t" r="r" b="b"/>
              <a:pathLst>
                <a:path w="1045209" h="712470">
                  <a:moveTo>
                    <a:pt x="1045210" y="0"/>
                  </a:moveTo>
                  <a:lnTo>
                    <a:pt x="1043940" y="0"/>
                  </a:lnTo>
                  <a:lnTo>
                    <a:pt x="1270" y="0"/>
                  </a:lnTo>
                  <a:lnTo>
                    <a:pt x="0" y="0"/>
                  </a:lnTo>
                  <a:lnTo>
                    <a:pt x="0" y="712470"/>
                  </a:lnTo>
                  <a:lnTo>
                    <a:pt x="1270" y="712470"/>
                  </a:lnTo>
                  <a:lnTo>
                    <a:pt x="1270" y="710946"/>
                  </a:lnTo>
                  <a:lnTo>
                    <a:pt x="1778" y="710946"/>
                  </a:lnTo>
                  <a:lnTo>
                    <a:pt x="1778" y="1524"/>
                  </a:lnTo>
                  <a:lnTo>
                    <a:pt x="1043432" y="1524"/>
                  </a:lnTo>
                  <a:lnTo>
                    <a:pt x="1043432" y="710946"/>
                  </a:lnTo>
                  <a:lnTo>
                    <a:pt x="1043940" y="710946"/>
                  </a:lnTo>
                  <a:lnTo>
                    <a:pt x="1043940" y="712470"/>
                  </a:lnTo>
                  <a:lnTo>
                    <a:pt x="1045210" y="712470"/>
                  </a:lnTo>
                  <a:lnTo>
                    <a:pt x="10452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403850" y="4595114"/>
            <a:ext cx="2755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2255" algn="l"/>
              </a:tabLst>
            </a:pPr>
            <a:r>
              <a:rPr dirty="0" u="sng" sz="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94181" y="4524982"/>
            <a:ext cx="692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32335" y="4595114"/>
            <a:ext cx="827405" cy="266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4925">
              <a:lnSpc>
                <a:spcPts val="950"/>
              </a:lnSpc>
              <a:spcBef>
                <a:spcPts val="95"/>
              </a:spcBef>
            </a:pPr>
            <a:r>
              <a:rPr dirty="0" sz="800">
                <a:latin typeface="Arial MT"/>
                <a:cs typeface="Arial MT"/>
              </a:rPr>
              <a:t>«</a:t>
            </a:r>
            <a:r>
              <a:rPr dirty="0" sz="800" spc="-10">
                <a:latin typeface="Arial MT"/>
                <a:cs typeface="Arial MT"/>
              </a:rPr>
              <a:t>hard</a:t>
            </a:r>
            <a:r>
              <a:rPr dirty="0" sz="800" spc="-15">
                <a:latin typeface="Arial MT"/>
                <a:cs typeface="Arial MT"/>
              </a:rPr>
              <a:t>w</a:t>
            </a:r>
            <a:r>
              <a:rPr dirty="0" sz="800" spc="-10">
                <a:latin typeface="Arial MT"/>
                <a:cs typeface="Arial MT"/>
              </a:rPr>
              <a:t>ar</a:t>
            </a:r>
            <a:r>
              <a:rPr dirty="0" sz="800" spc="-5">
                <a:latin typeface="Arial MT"/>
                <a:cs typeface="Arial MT"/>
              </a:rPr>
              <a:t>e</a:t>
            </a:r>
            <a:r>
              <a:rPr dirty="0" sz="800" spc="-114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»</a:t>
            </a:r>
            <a:endParaRPr sz="800">
              <a:latin typeface="Arial MT"/>
              <a:cs typeface="Arial MT"/>
            </a:endParaRPr>
          </a:p>
          <a:p>
            <a:pPr algn="ctr" marR="5080">
              <a:lnSpc>
                <a:spcPts val="95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DVD-ROM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Drive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24652" y="4903469"/>
            <a:ext cx="1043940" cy="3251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14"/>
              </a:spcBef>
            </a:pPr>
            <a:r>
              <a:rPr dirty="0" sz="800" spc="-5" b="1">
                <a:latin typeface="Arial"/>
                <a:cs typeface="Arial"/>
              </a:rPr>
              <a:t>allocatedFrom</a:t>
            </a:r>
            <a:endParaRPr sz="80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20"/>
              </a:spcBef>
            </a:pPr>
            <a:r>
              <a:rPr dirty="0" sz="800" spc="5">
                <a:latin typeface="Arial MT"/>
                <a:cs typeface="Arial MT"/>
              </a:rPr>
              <a:t>«data»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Video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File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69279" y="4627626"/>
            <a:ext cx="116840" cy="118110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4037330" y="5158752"/>
            <a:ext cx="1012190" cy="430530"/>
          </a:xfrm>
          <a:custGeom>
            <a:avLst/>
            <a:gdLst/>
            <a:ahLst/>
            <a:cxnLst/>
            <a:rect l="l" t="t" r="r" b="b"/>
            <a:pathLst>
              <a:path w="1012189" h="430529">
                <a:moveTo>
                  <a:pt x="1012190" y="0"/>
                </a:moveTo>
                <a:lnTo>
                  <a:pt x="1010920" y="0"/>
                </a:lnTo>
                <a:lnTo>
                  <a:pt x="1010920" y="889"/>
                </a:lnTo>
                <a:lnTo>
                  <a:pt x="1010920" y="1511"/>
                </a:lnTo>
                <a:lnTo>
                  <a:pt x="1010297" y="889"/>
                </a:lnTo>
                <a:lnTo>
                  <a:pt x="1010920" y="889"/>
                </a:lnTo>
                <a:lnTo>
                  <a:pt x="1010920" y="0"/>
                </a:lnTo>
                <a:lnTo>
                  <a:pt x="1009650" y="0"/>
                </a:lnTo>
                <a:lnTo>
                  <a:pt x="2540" y="0"/>
                </a:lnTo>
                <a:lnTo>
                  <a:pt x="1905" y="0"/>
                </a:lnTo>
                <a:lnTo>
                  <a:pt x="1905" y="1193"/>
                </a:lnTo>
                <a:lnTo>
                  <a:pt x="1270" y="1511"/>
                </a:lnTo>
                <a:lnTo>
                  <a:pt x="1270" y="1193"/>
                </a:lnTo>
                <a:lnTo>
                  <a:pt x="1905" y="1193"/>
                </a:lnTo>
                <a:lnTo>
                  <a:pt x="1905" y="0"/>
                </a:lnTo>
                <a:lnTo>
                  <a:pt x="1270" y="0"/>
                </a:lnTo>
                <a:lnTo>
                  <a:pt x="0" y="0"/>
                </a:lnTo>
                <a:lnTo>
                  <a:pt x="0" y="430517"/>
                </a:lnTo>
                <a:lnTo>
                  <a:pt x="1270" y="430517"/>
                </a:lnTo>
                <a:lnTo>
                  <a:pt x="2540" y="430517"/>
                </a:lnTo>
                <a:lnTo>
                  <a:pt x="449326" y="430530"/>
                </a:lnTo>
                <a:lnTo>
                  <a:pt x="449326" y="429006"/>
                </a:lnTo>
                <a:lnTo>
                  <a:pt x="2540" y="429006"/>
                </a:lnTo>
                <a:lnTo>
                  <a:pt x="2540" y="429310"/>
                </a:lnTo>
                <a:lnTo>
                  <a:pt x="2540" y="429628"/>
                </a:lnTo>
                <a:lnTo>
                  <a:pt x="1905" y="429310"/>
                </a:lnTo>
                <a:lnTo>
                  <a:pt x="2540" y="429310"/>
                </a:lnTo>
                <a:lnTo>
                  <a:pt x="2540" y="429006"/>
                </a:lnTo>
                <a:lnTo>
                  <a:pt x="2794" y="428993"/>
                </a:lnTo>
                <a:lnTo>
                  <a:pt x="2794" y="1511"/>
                </a:lnTo>
                <a:lnTo>
                  <a:pt x="1009650" y="1511"/>
                </a:lnTo>
                <a:lnTo>
                  <a:pt x="1009650" y="889"/>
                </a:lnTo>
                <a:lnTo>
                  <a:pt x="1010158" y="889"/>
                </a:lnTo>
                <a:lnTo>
                  <a:pt x="1010158" y="1511"/>
                </a:lnTo>
                <a:lnTo>
                  <a:pt x="1010158" y="428993"/>
                </a:lnTo>
                <a:lnTo>
                  <a:pt x="1009650" y="428993"/>
                </a:lnTo>
                <a:lnTo>
                  <a:pt x="568198" y="429006"/>
                </a:lnTo>
                <a:lnTo>
                  <a:pt x="568198" y="430530"/>
                </a:lnTo>
                <a:lnTo>
                  <a:pt x="1009650" y="430530"/>
                </a:lnTo>
                <a:lnTo>
                  <a:pt x="1009650" y="429628"/>
                </a:lnTo>
                <a:lnTo>
                  <a:pt x="1010285" y="429628"/>
                </a:lnTo>
                <a:lnTo>
                  <a:pt x="1010158" y="429755"/>
                </a:lnTo>
                <a:lnTo>
                  <a:pt x="1010158" y="430517"/>
                </a:lnTo>
                <a:lnTo>
                  <a:pt x="1010920" y="430517"/>
                </a:lnTo>
                <a:lnTo>
                  <a:pt x="1012190" y="430517"/>
                </a:lnTo>
                <a:lnTo>
                  <a:pt x="10121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191260" y="5247385"/>
            <a:ext cx="697865" cy="266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44450">
              <a:lnSpc>
                <a:spcPts val="950"/>
              </a:lnSpc>
              <a:spcBef>
                <a:spcPts val="95"/>
              </a:spcBef>
            </a:pPr>
            <a:r>
              <a:rPr dirty="0" sz="800" spc="10">
                <a:latin typeface="Arial MT"/>
                <a:cs typeface="Arial MT"/>
              </a:rPr>
              <a:t>«</a:t>
            </a:r>
            <a:r>
              <a:rPr dirty="0" sz="800" spc="-10">
                <a:latin typeface="Arial MT"/>
                <a:cs typeface="Arial MT"/>
              </a:rPr>
              <a:t>hard</a:t>
            </a:r>
            <a:r>
              <a:rPr dirty="0" sz="800" spc="-15">
                <a:latin typeface="Arial MT"/>
                <a:cs typeface="Arial MT"/>
              </a:rPr>
              <a:t>w</a:t>
            </a:r>
            <a:r>
              <a:rPr dirty="0" sz="800" spc="-10">
                <a:latin typeface="Arial MT"/>
                <a:cs typeface="Arial MT"/>
              </a:rPr>
              <a:t>ar</a:t>
            </a:r>
            <a:r>
              <a:rPr dirty="0" sz="800" spc="-5">
                <a:latin typeface="Arial MT"/>
                <a:cs typeface="Arial MT"/>
              </a:rPr>
              <a:t>e</a:t>
            </a:r>
            <a:r>
              <a:rPr dirty="0" sz="800" spc="-13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»</a:t>
            </a:r>
            <a:endParaRPr sz="800">
              <a:latin typeface="Arial MT"/>
              <a:cs typeface="Arial MT"/>
            </a:endParaRPr>
          </a:p>
          <a:p>
            <a:pPr algn="r" marR="5080">
              <a:lnSpc>
                <a:spcPts val="95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User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Console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001770" y="2649473"/>
            <a:ext cx="1181100" cy="2999740"/>
            <a:chOff x="4001770" y="2649473"/>
            <a:chExt cx="1181100" cy="2999740"/>
          </a:xfrm>
        </p:grpSpPr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16120" y="5100827"/>
              <a:ext cx="118363" cy="11963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85640" y="5530595"/>
              <a:ext cx="120650" cy="11811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001770" y="2649473"/>
              <a:ext cx="1181100" cy="590550"/>
            </a:xfrm>
            <a:custGeom>
              <a:avLst/>
              <a:gdLst/>
              <a:ahLst/>
              <a:cxnLst/>
              <a:rect l="l" t="t" r="r" b="b"/>
              <a:pathLst>
                <a:path w="1181100" h="590550">
                  <a:moveTo>
                    <a:pt x="589280" y="0"/>
                  </a:moveTo>
                  <a:lnTo>
                    <a:pt x="1270" y="0"/>
                  </a:lnTo>
                  <a:lnTo>
                    <a:pt x="0" y="0"/>
                  </a:lnTo>
                  <a:lnTo>
                    <a:pt x="0" y="590550"/>
                  </a:lnTo>
                  <a:lnTo>
                    <a:pt x="1016" y="590550"/>
                  </a:lnTo>
                  <a:lnTo>
                    <a:pt x="1270" y="590550"/>
                  </a:lnTo>
                  <a:lnTo>
                    <a:pt x="1778" y="590550"/>
                  </a:lnTo>
                  <a:lnTo>
                    <a:pt x="540512" y="590550"/>
                  </a:lnTo>
                  <a:lnTo>
                    <a:pt x="540512" y="588264"/>
                  </a:lnTo>
                  <a:lnTo>
                    <a:pt x="1778" y="588264"/>
                  </a:lnTo>
                  <a:lnTo>
                    <a:pt x="1778" y="1524"/>
                  </a:lnTo>
                  <a:lnTo>
                    <a:pt x="589280" y="1524"/>
                  </a:lnTo>
                  <a:lnTo>
                    <a:pt x="589280" y="0"/>
                  </a:lnTo>
                  <a:close/>
                </a:path>
                <a:path w="1181100" h="590550">
                  <a:moveTo>
                    <a:pt x="1181100" y="0"/>
                  </a:moveTo>
                  <a:lnTo>
                    <a:pt x="1179830" y="0"/>
                  </a:lnTo>
                  <a:lnTo>
                    <a:pt x="1179830" y="889"/>
                  </a:lnTo>
                  <a:lnTo>
                    <a:pt x="1179830" y="1524"/>
                  </a:lnTo>
                  <a:lnTo>
                    <a:pt x="1179195" y="889"/>
                  </a:lnTo>
                  <a:lnTo>
                    <a:pt x="1179830" y="889"/>
                  </a:lnTo>
                  <a:lnTo>
                    <a:pt x="1179830" y="0"/>
                  </a:lnTo>
                  <a:lnTo>
                    <a:pt x="1178560" y="0"/>
                  </a:lnTo>
                  <a:lnTo>
                    <a:pt x="708914" y="0"/>
                  </a:lnTo>
                  <a:lnTo>
                    <a:pt x="708914" y="1524"/>
                  </a:lnTo>
                  <a:lnTo>
                    <a:pt x="1178560" y="1524"/>
                  </a:lnTo>
                  <a:lnTo>
                    <a:pt x="1178560" y="889"/>
                  </a:lnTo>
                  <a:lnTo>
                    <a:pt x="1179068" y="889"/>
                  </a:lnTo>
                  <a:lnTo>
                    <a:pt x="1179068" y="1524"/>
                  </a:lnTo>
                  <a:lnTo>
                    <a:pt x="1179068" y="588264"/>
                  </a:lnTo>
                  <a:lnTo>
                    <a:pt x="1178560" y="588264"/>
                  </a:lnTo>
                  <a:lnTo>
                    <a:pt x="657860" y="588264"/>
                  </a:lnTo>
                  <a:lnTo>
                    <a:pt x="657860" y="590550"/>
                  </a:lnTo>
                  <a:lnTo>
                    <a:pt x="1178560" y="590550"/>
                  </a:lnTo>
                  <a:lnTo>
                    <a:pt x="1178560" y="588899"/>
                  </a:lnTo>
                  <a:lnTo>
                    <a:pt x="1179195" y="588899"/>
                  </a:lnTo>
                  <a:lnTo>
                    <a:pt x="1179068" y="589026"/>
                  </a:lnTo>
                  <a:lnTo>
                    <a:pt x="1179068" y="590550"/>
                  </a:lnTo>
                  <a:lnTo>
                    <a:pt x="1179830" y="590550"/>
                  </a:lnTo>
                  <a:lnTo>
                    <a:pt x="1181100" y="590550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5095742" y="2656633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17882" y="2817368"/>
            <a:ext cx="732790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8419">
              <a:lnSpc>
                <a:spcPts val="940"/>
              </a:lnSpc>
              <a:spcBef>
                <a:spcPts val="95"/>
              </a:spcBef>
            </a:pPr>
            <a:r>
              <a:rPr dirty="0" sz="800">
                <a:latin typeface="Arial MT"/>
                <a:cs typeface="Arial MT"/>
              </a:rPr>
              <a:t>«</a:t>
            </a:r>
            <a:r>
              <a:rPr dirty="0" sz="800" spc="-10">
                <a:latin typeface="Arial MT"/>
                <a:cs typeface="Arial MT"/>
              </a:rPr>
              <a:t>hard</a:t>
            </a:r>
            <a:r>
              <a:rPr dirty="0" sz="800" spc="-15">
                <a:latin typeface="Arial MT"/>
                <a:cs typeface="Arial MT"/>
              </a:rPr>
              <a:t>w</a:t>
            </a:r>
            <a:r>
              <a:rPr dirty="0" sz="800" spc="-10">
                <a:latin typeface="Arial MT"/>
                <a:cs typeface="Arial MT"/>
              </a:rPr>
              <a:t>ar</a:t>
            </a:r>
            <a:r>
              <a:rPr dirty="0" sz="800" spc="-5">
                <a:latin typeface="Arial MT"/>
                <a:cs typeface="Arial MT"/>
              </a:rPr>
              <a:t>e</a:t>
            </a:r>
            <a:r>
              <a:rPr dirty="0" sz="800" spc="-1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»</a:t>
            </a:r>
            <a:endParaRPr sz="800">
              <a:latin typeface="Arial MT"/>
              <a:cs typeface="Arial MT"/>
            </a:endParaRPr>
          </a:p>
          <a:p>
            <a:pPr algn="r" marR="5080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Video Camera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541520" y="2590800"/>
            <a:ext cx="2231390" cy="708660"/>
            <a:chOff x="4541520" y="2590800"/>
            <a:chExt cx="2231390" cy="708660"/>
          </a:xfrm>
        </p:grpSpPr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91050" y="2590800"/>
              <a:ext cx="119634" cy="11963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41520" y="3181350"/>
              <a:ext cx="119379" cy="11811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740400" y="2630423"/>
              <a:ext cx="1032510" cy="590550"/>
            </a:xfrm>
            <a:custGeom>
              <a:avLst/>
              <a:gdLst/>
              <a:ahLst/>
              <a:cxnLst/>
              <a:rect l="l" t="t" r="r" b="b"/>
              <a:pathLst>
                <a:path w="1032509" h="590550">
                  <a:moveTo>
                    <a:pt x="1032510" y="0"/>
                  </a:moveTo>
                  <a:lnTo>
                    <a:pt x="1031240" y="0"/>
                  </a:lnTo>
                  <a:lnTo>
                    <a:pt x="1270" y="0"/>
                  </a:lnTo>
                  <a:lnTo>
                    <a:pt x="0" y="0"/>
                  </a:lnTo>
                  <a:lnTo>
                    <a:pt x="0" y="1397"/>
                  </a:lnTo>
                  <a:lnTo>
                    <a:pt x="635" y="1397"/>
                  </a:lnTo>
                  <a:lnTo>
                    <a:pt x="508" y="1524"/>
                  </a:lnTo>
                  <a:lnTo>
                    <a:pt x="508" y="588264"/>
                  </a:lnTo>
                  <a:lnTo>
                    <a:pt x="0" y="588264"/>
                  </a:lnTo>
                  <a:lnTo>
                    <a:pt x="0" y="588391"/>
                  </a:lnTo>
                  <a:lnTo>
                    <a:pt x="508" y="588391"/>
                  </a:lnTo>
                  <a:lnTo>
                    <a:pt x="508" y="590550"/>
                  </a:lnTo>
                  <a:lnTo>
                    <a:pt x="1270" y="590550"/>
                  </a:lnTo>
                  <a:lnTo>
                    <a:pt x="1031240" y="590550"/>
                  </a:lnTo>
                  <a:lnTo>
                    <a:pt x="1031240" y="588645"/>
                  </a:lnTo>
                  <a:lnTo>
                    <a:pt x="1031875" y="588645"/>
                  </a:lnTo>
                  <a:lnTo>
                    <a:pt x="1031494" y="589026"/>
                  </a:lnTo>
                  <a:lnTo>
                    <a:pt x="1031494" y="590550"/>
                  </a:lnTo>
                  <a:lnTo>
                    <a:pt x="1032256" y="590550"/>
                  </a:lnTo>
                  <a:lnTo>
                    <a:pt x="1032256" y="588645"/>
                  </a:lnTo>
                  <a:lnTo>
                    <a:pt x="1032510" y="588645"/>
                  </a:lnTo>
                  <a:lnTo>
                    <a:pt x="1032510" y="588264"/>
                  </a:lnTo>
                  <a:lnTo>
                    <a:pt x="1032256" y="588264"/>
                  </a:lnTo>
                  <a:lnTo>
                    <a:pt x="1032256" y="341376"/>
                  </a:lnTo>
                  <a:lnTo>
                    <a:pt x="1031494" y="341376"/>
                  </a:lnTo>
                  <a:lnTo>
                    <a:pt x="1031494" y="588264"/>
                  </a:lnTo>
                  <a:lnTo>
                    <a:pt x="1031240" y="588264"/>
                  </a:lnTo>
                  <a:lnTo>
                    <a:pt x="1270" y="588264"/>
                  </a:lnTo>
                  <a:lnTo>
                    <a:pt x="1270" y="588391"/>
                  </a:lnTo>
                  <a:lnTo>
                    <a:pt x="1270" y="589026"/>
                  </a:lnTo>
                  <a:lnTo>
                    <a:pt x="635" y="588391"/>
                  </a:lnTo>
                  <a:lnTo>
                    <a:pt x="1270" y="588391"/>
                  </a:lnTo>
                  <a:lnTo>
                    <a:pt x="1270" y="588264"/>
                  </a:lnTo>
                  <a:lnTo>
                    <a:pt x="1270" y="1524"/>
                  </a:lnTo>
                  <a:lnTo>
                    <a:pt x="1031240" y="1524"/>
                  </a:lnTo>
                  <a:lnTo>
                    <a:pt x="1031240" y="1143"/>
                  </a:lnTo>
                  <a:lnTo>
                    <a:pt x="1031494" y="1143"/>
                  </a:lnTo>
                  <a:lnTo>
                    <a:pt x="1031494" y="1524"/>
                  </a:lnTo>
                  <a:lnTo>
                    <a:pt x="1031494" y="206502"/>
                  </a:lnTo>
                  <a:lnTo>
                    <a:pt x="1032256" y="206502"/>
                  </a:lnTo>
                  <a:lnTo>
                    <a:pt x="1032256" y="1524"/>
                  </a:lnTo>
                  <a:lnTo>
                    <a:pt x="1031875" y="1143"/>
                  </a:lnTo>
                  <a:lnTo>
                    <a:pt x="1032510" y="1143"/>
                  </a:lnTo>
                  <a:lnTo>
                    <a:pt x="1032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5403850" y="2798318"/>
            <a:ext cx="2921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8765" algn="l"/>
              </a:tabLst>
            </a:pPr>
            <a:r>
              <a:rPr dirty="0" u="sng" sz="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86526" y="2798318"/>
            <a:ext cx="1054100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40"/>
              </a:lnSpc>
              <a:spcBef>
                <a:spcPts val="95"/>
              </a:spcBef>
              <a:tabLst>
                <a:tab pos="845185" algn="l"/>
                <a:tab pos="1040765" algn="l"/>
              </a:tabLst>
            </a:pPr>
            <a:r>
              <a:rPr dirty="0" sz="800" spc="10">
                <a:latin typeface="Arial MT"/>
                <a:cs typeface="Arial MT"/>
              </a:rPr>
              <a:t>«</a:t>
            </a:r>
            <a:r>
              <a:rPr dirty="0" sz="800" spc="-10">
                <a:latin typeface="Arial MT"/>
                <a:cs typeface="Arial MT"/>
              </a:rPr>
              <a:t>hard</a:t>
            </a:r>
            <a:r>
              <a:rPr dirty="0" sz="800" spc="-15">
                <a:latin typeface="Arial MT"/>
                <a:cs typeface="Arial MT"/>
              </a:rPr>
              <a:t>w</a:t>
            </a:r>
            <a:r>
              <a:rPr dirty="0" sz="800" spc="-10">
                <a:latin typeface="Arial MT"/>
                <a:cs typeface="Arial MT"/>
              </a:rPr>
              <a:t>ar</a:t>
            </a:r>
            <a:r>
              <a:rPr dirty="0" sz="800" spc="-5">
                <a:latin typeface="Arial MT"/>
                <a:cs typeface="Arial MT"/>
              </a:rPr>
              <a:t>e</a:t>
            </a:r>
            <a:r>
              <a:rPr dirty="0" sz="800" spc="-1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»</a:t>
            </a:r>
            <a:r>
              <a:rPr dirty="0" sz="800">
                <a:latin typeface="Arial MT"/>
                <a:cs typeface="Arial MT"/>
              </a:rPr>
              <a:t>	</a:t>
            </a:r>
            <a:r>
              <a:rPr dirty="0" u="sng" sz="8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8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800">
              <a:latin typeface="Arial MT"/>
              <a:cs typeface="Arial MT"/>
            </a:endParaRPr>
          </a:p>
          <a:p>
            <a:pPr marL="104775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Alarm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48" name="object 4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714490" y="2836926"/>
            <a:ext cx="115570" cy="135636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684520" y="2889504"/>
            <a:ext cx="116839" cy="119634"/>
          </a:xfrm>
          <a:prstGeom prst="rect">
            <a:avLst/>
          </a:prstGeom>
        </p:spPr>
      </p:pic>
      <p:sp>
        <p:nvSpPr>
          <p:cNvPr id="50" name="object 50"/>
          <p:cNvSpPr/>
          <p:nvPr/>
        </p:nvSpPr>
        <p:spPr>
          <a:xfrm>
            <a:off x="3925570" y="3576065"/>
            <a:ext cx="1264920" cy="703580"/>
          </a:xfrm>
          <a:custGeom>
            <a:avLst/>
            <a:gdLst/>
            <a:ahLst/>
            <a:cxnLst/>
            <a:rect l="l" t="t" r="r" b="b"/>
            <a:pathLst>
              <a:path w="1264920" h="703579">
                <a:moveTo>
                  <a:pt x="599186" y="701802"/>
                </a:moveTo>
                <a:lnTo>
                  <a:pt x="1778" y="701802"/>
                </a:lnTo>
                <a:lnTo>
                  <a:pt x="1778" y="198120"/>
                </a:lnTo>
                <a:lnTo>
                  <a:pt x="1270" y="198120"/>
                </a:lnTo>
                <a:lnTo>
                  <a:pt x="1016" y="198120"/>
                </a:lnTo>
                <a:lnTo>
                  <a:pt x="0" y="198120"/>
                </a:lnTo>
                <a:lnTo>
                  <a:pt x="0" y="703326"/>
                </a:lnTo>
                <a:lnTo>
                  <a:pt x="1016" y="703326"/>
                </a:lnTo>
                <a:lnTo>
                  <a:pt x="1270" y="703326"/>
                </a:lnTo>
                <a:lnTo>
                  <a:pt x="1778" y="703326"/>
                </a:lnTo>
                <a:lnTo>
                  <a:pt x="599186" y="703326"/>
                </a:lnTo>
                <a:lnTo>
                  <a:pt x="599186" y="701802"/>
                </a:lnTo>
                <a:close/>
              </a:path>
              <a:path w="1264920" h="703579">
                <a:moveTo>
                  <a:pt x="612140" y="0"/>
                </a:moveTo>
                <a:lnTo>
                  <a:pt x="1270" y="0"/>
                </a:lnTo>
                <a:lnTo>
                  <a:pt x="0" y="0"/>
                </a:lnTo>
                <a:lnTo>
                  <a:pt x="0" y="78486"/>
                </a:lnTo>
                <a:lnTo>
                  <a:pt x="1016" y="78486"/>
                </a:lnTo>
                <a:lnTo>
                  <a:pt x="1270" y="78486"/>
                </a:lnTo>
                <a:lnTo>
                  <a:pt x="1778" y="78486"/>
                </a:lnTo>
                <a:lnTo>
                  <a:pt x="1778" y="1524"/>
                </a:lnTo>
                <a:lnTo>
                  <a:pt x="612140" y="1524"/>
                </a:lnTo>
                <a:lnTo>
                  <a:pt x="612140" y="0"/>
                </a:lnTo>
                <a:close/>
              </a:path>
              <a:path w="1264920" h="703579">
                <a:moveTo>
                  <a:pt x="1264920" y="701802"/>
                </a:moveTo>
                <a:lnTo>
                  <a:pt x="1264412" y="701802"/>
                </a:lnTo>
                <a:lnTo>
                  <a:pt x="1264412" y="346710"/>
                </a:lnTo>
                <a:lnTo>
                  <a:pt x="1264285" y="346710"/>
                </a:lnTo>
                <a:lnTo>
                  <a:pt x="1264285" y="701929"/>
                </a:lnTo>
                <a:lnTo>
                  <a:pt x="1263650" y="702564"/>
                </a:lnTo>
                <a:lnTo>
                  <a:pt x="1263650" y="701929"/>
                </a:lnTo>
                <a:lnTo>
                  <a:pt x="1264285" y="701929"/>
                </a:lnTo>
                <a:lnTo>
                  <a:pt x="1264285" y="346710"/>
                </a:lnTo>
                <a:lnTo>
                  <a:pt x="1263650" y="346710"/>
                </a:lnTo>
                <a:lnTo>
                  <a:pt x="1263650" y="701802"/>
                </a:lnTo>
                <a:lnTo>
                  <a:pt x="716534" y="701802"/>
                </a:lnTo>
                <a:lnTo>
                  <a:pt x="716534" y="703326"/>
                </a:lnTo>
                <a:lnTo>
                  <a:pt x="1263650" y="703326"/>
                </a:lnTo>
                <a:lnTo>
                  <a:pt x="1264412" y="703326"/>
                </a:lnTo>
                <a:lnTo>
                  <a:pt x="1264412" y="701929"/>
                </a:lnTo>
                <a:lnTo>
                  <a:pt x="1264920" y="701929"/>
                </a:lnTo>
                <a:lnTo>
                  <a:pt x="1264920" y="701802"/>
                </a:lnTo>
                <a:close/>
              </a:path>
              <a:path w="1264920" h="703579">
                <a:moveTo>
                  <a:pt x="1264920" y="0"/>
                </a:moveTo>
                <a:lnTo>
                  <a:pt x="1263650" y="0"/>
                </a:lnTo>
                <a:lnTo>
                  <a:pt x="729488" y="0"/>
                </a:lnTo>
                <a:lnTo>
                  <a:pt x="729488" y="1524"/>
                </a:lnTo>
                <a:lnTo>
                  <a:pt x="1263650" y="1524"/>
                </a:lnTo>
                <a:lnTo>
                  <a:pt x="1263650" y="227838"/>
                </a:lnTo>
                <a:lnTo>
                  <a:pt x="1264412" y="227838"/>
                </a:lnTo>
                <a:lnTo>
                  <a:pt x="1264412" y="1524"/>
                </a:lnTo>
                <a:lnTo>
                  <a:pt x="1264285" y="1397"/>
                </a:lnTo>
                <a:lnTo>
                  <a:pt x="1264920" y="1397"/>
                </a:lnTo>
                <a:lnTo>
                  <a:pt x="12649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288028" y="3648709"/>
            <a:ext cx="574040" cy="266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50"/>
              </a:lnSpc>
              <a:spcBef>
                <a:spcPts val="95"/>
              </a:spcBef>
            </a:pPr>
            <a:r>
              <a:rPr dirty="0" sz="800" spc="10">
                <a:latin typeface="Arial MT"/>
                <a:cs typeface="Arial MT"/>
              </a:rPr>
              <a:t>«</a:t>
            </a:r>
            <a:r>
              <a:rPr dirty="0" sz="800" spc="-10">
                <a:latin typeface="Arial MT"/>
                <a:cs typeface="Arial MT"/>
              </a:rPr>
              <a:t>hard</a:t>
            </a:r>
            <a:r>
              <a:rPr dirty="0" sz="800" spc="-15">
                <a:latin typeface="Arial MT"/>
                <a:cs typeface="Arial MT"/>
              </a:rPr>
              <a:t>w</a:t>
            </a:r>
            <a:r>
              <a:rPr dirty="0" sz="800" spc="-10">
                <a:latin typeface="Arial MT"/>
                <a:cs typeface="Arial MT"/>
              </a:rPr>
              <a:t>ar</a:t>
            </a:r>
            <a:r>
              <a:rPr dirty="0" sz="800" spc="-5">
                <a:latin typeface="Arial MT"/>
                <a:cs typeface="Arial MT"/>
              </a:rPr>
              <a:t>e</a:t>
            </a:r>
            <a:r>
              <a:rPr dirty="0" sz="800" spc="-13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»</a:t>
            </a:r>
            <a:endParaRPr sz="800">
              <a:latin typeface="Arial MT"/>
              <a:cs typeface="Arial MT"/>
            </a:endParaRPr>
          </a:p>
          <a:p>
            <a:pPr marL="41910">
              <a:lnSpc>
                <a:spcPts val="95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NW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Hub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925303" y="3956189"/>
            <a:ext cx="1264920" cy="1905"/>
          </a:xfrm>
          <a:custGeom>
            <a:avLst/>
            <a:gdLst/>
            <a:ahLst/>
            <a:cxnLst/>
            <a:rect l="l" t="t" r="r" b="b"/>
            <a:pathLst>
              <a:path w="1264920" h="1904">
                <a:moveTo>
                  <a:pt x="1264920" y="127"/>
                </a:moveTo>
                <a:lnTo>
                  <a:pt x="1270" y="127"/>
                </a:lnTo>
                <a:lnTo>
                  <a:pt x="1270" y="0"/>
                </a:lnTo>
                <a:lnTo>
                  <a:pt x="0" y="0"/>
                </a:lnTo>
                <a:lnTo>
                  <a:pt x="0" y="254"/>
                </a:lnTo>
                <a:lnTo>
                  <a:pt x="1270" y="254"/>
                </a:lnTo>
                <a:lnTo>
                  <a:pt x="1270" y="1651"/>
                </a:lnTo>
                <a:lnTo>
                  <a:pt x="1264920" y="1651"/>
                </a:lnTo>
                <a:lnTo>
                  <a:pt x="1264920" y="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3945080" y="3960367"/>
            <a:ext cx="1183640" cy="270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4765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allocatedFrom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800" spc="5">
                <a:latin typeface="Arial MT"/>
                <a:cs typeface="Arial MT"/>
              </a:rPr>
              <a:t>«software» </a:t>
            </a:r>
            <a:r>
              <a:rPr dirty="0" sz="800" spc="-5">
                <a:latin typeface="Arial MT"/>
                <a:cs typeface="Arial MT"/>
              </a:rPr>
              <a:t>SF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Comm</a:t>
            </a:r>
            <a:r>
              <a:rPr dirty="0" sz="800" spc="8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I/F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021839" y="2417826"/>
            <a:ext cx="5124450" cy="3693795"/>
            <a:chOff x="2021839" y="2417826"/>
            <a:chExt cx="5124450" cy="3693795"/>
          </a:xfrm>
        </p:grpSpPr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36439" y="3519678"/>
              <a:ext cx="118617" cy="11811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69689" y="3654552"/>
              <a:ext cx="117093" cy="11963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33339" y="3803904"/>
              <a:ext cx="118109" cy="11963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23739" y="4221480"/>
              <a:ext cx="119379" cy="11811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26401" y="2851404"/>
              <a:ext cx="116077" cy="11811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29449" y="3851148"/>
              <a:ext cx="116585" cy="11811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81829" y="5993129"/>
              <a:ext cx="118110" cy="11811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021839" y="2819400"/>
              <a:ext cx="117093" cy="11811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26401" y="2417826"/>
              <a:ext cx="119633" cy="119633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2341880" y="5357622"/>
              <a:ext cx="1197610" cy="626110"/>
            </a:xfrm>
            <a:custGeom>
              <a:avLst/>
              <a:gdLst/>
              <a:ahLst/>
              <a:cxnLst/>
              <a:rect l="l" t="t" r="r" b="b"/>
              <a:pathLst>
                <a:path w="1197610" h="626110">
                  <a:moveTo>
                    <a:pt x="538480" y="12"/>
                  </a:moveTo>
                  <a:lnTo>
                    <a:pt x="2540" y="12"/>
                  </a:lnTo>
                  <a:lnTo>
                    <a:pt x="1879" y="0"/>
                  </a:lnTo>
                  <a:lnTo>
                    <a:pt x="1879" y="1219"/>
                  </a:lnTo>
                  <a:lnTo>
                    <a:pt x="1270" y="1524"/>
                  </a:lnTo>
                  <a:lnTo>
                    <a:pt x="1270" y="1219"/>
                  </a:lnTo>
                  <a:lnTo>
                    <a:pt x="1879" y="1219"/>
                  </a:lnTo>
                  <a:lnTo>
                    <a:pt x="1879" y="0"/>
                  </a:lnTo>
                  <a:lnTo>
                    <a:pt x="1270" y="0"/>
                  </a:lnTo>
                  <a:lnTo>
                    <a:pt x="0" y="0"/>
                  </a:lnTo>
                  <a:lnTo>
                    <a:pt x="0" y="625602"/>
                  </a:lnTo>
                  <a:lnTo>
                    <a:pt x="1270" y="625602"/>
                  </a:lnTo>
                  <a:lnTo>
                    <a:pt x="1270" y="623316"/>
                  </a:lnTo>
                  <a:lnTo>
                    <a:pt x="2794" y="623316"/>
                  </a:lnTo>
                  <a:lnTo>
                    <a:pt x="2794" y="1536"/>
                  </a:lnTo>
                  <a:lnTo>
                    <a:pt x="538480" y="1536"/>
                  </a:lnTo>
                  <a:lnTo>
                    <a:pt x="538480" y="12"/>
                  </a:lnTo>
                  <a:close/>
                </a:path>
                <a:path w="1197610" h="626110">
                  <a:moveTo>
                    <a:pt x="1197610" y="0"/>
                  </a:moveTo>
                  <a:lnTo>
                    <a:pt x="1196340" y="0"/>
                  </a:lnTo>
                  <a:lnTo>
                    <a:pt x="657352" y="12"/>
                  </a:lnTo>
                  <a:lnTo>
                    <a:pt x="657352" y="1536"/>
                  </a:lnTo>
                  <a:lnTo>
                    <a:pt x="1196086" y="1536"/>
                  </a:lnTo>
                  <a:lnTo>
                    <a:pt x="1196086" y="623316"/>
                  </a:lnTo>
                  <a:lnTo>
                    <a:pt x="1196340" y="623316"/>
                  </a:lnTo>
                  <a:lnTo>
                    <a:pt x="1196340" y="625602"/>
                  </a:lnTo>
                  <a:lnTo>
                    <a:pt x="1197610" y="625602"/>
                  </a:lnTo>
                  <a:lnTo>
                    <a:pt x="1197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2570479" y="5396738"/>
            <a:ext cx="734060" cy="266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63500">
              <a:lnSpc>
                <a:spcPts val="950"/>
              </a:lnSpc>
              <a:spcBef>
                <a:spcPts val="95"/>
              </a:spcBef>
            </a:pPr>
            <a:r>
              <a:rPr dirty="0" sz="800">
                <a:latin typeface="Arial MT"/>
                <a:cs typeface="Arial MT"/>
              </a:rPr>
              <a:t>«</a:t>
            </a:r>
            <a:r>
              <a:rPr dirty="0" sz="800" spc="-10">
                <a:latin typeface="Arial MT"/>
                <a:cs typeface="Arial MT"/>
              </a:rPr>
              <a:t>hard</a:t>
            </a:r>
            <a:r>
              <a:rPr dirty="0" sz="800" spc="-15">
                <a:latin typeface="Arial MT"/>
                <a:cs typeface="Arial MT"/>
              </a:rPr>
              <a:t>w</a:t>
            </a:r>
            <a:r>
              <a:rPr dirty="0" sz="800" spc="-10">
                <a:latin typeface="Arial MT"/>
                <a:cs typeface="Arial MT"/>
              </a:rPr>
              <a:t>ar</a:t>
            </a:r>
            <a:r>
              <a:rPr dirty="0" sz="800" spc="-5">
                <a:latin typeface="Arial MT"/>
                <a:cs typeface="Arial MT"/>
              </a:rPr>
              <a:t>e</a:t>
            </a:r>
            <a:r>
              <a:rPr dirty="0" sz="800" spc="-114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»</a:t>
            </a:r>
            <a:endParaRPr sz="800">
              <a:latin typeface="Arial MT"/>
              <a:cs typeface="Arial MT"/>
            </a:endParaRPr>
          </a:p>
          <a:p>
            <a:pPr algn="r" marR="5080">
              <a:lnSpc>
                <a:spcPts val="95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Site Hard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Disk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343276" y="5705094"/>
            <a:ext cx="1195705" cy="27749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800" spc="-5" b="1">
                <a:latin typeface="Arial"/>
                <a:cs typeface="Arial"/>
              </a:rPr>
              <a:t>allocatedFrom</a:t>
            </a:r>
            <a:endParaRPr sz="80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10"/>
              </a:spcBef>
            </a:pPr>
            <a:r>
              <a:rPr dirty="0" sz="800" spc="5">
                <a:latin typeface="Arial MT"/>
                <a:cs typeface="Arial MT"/>
              </a:rPr>
              <a:t>«data» </a:t>
            </a:r>
            <a:r>
              <a:rPr dirty="0" sz="800" spc="-5">
                <a:latin typeface="Arial MT"/>
                <a:cs typeface="Arial MT"/>
              </a:rPr>
              <a:t>Site Database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67" name="object 6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879089" y="5300471"/>
            <a:ext cx="120650" cy="118110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2777477" y="2465069"/>
            <a:ext cx="4250055" cy="3528695"/>
          </a:xfrm>
          <a:custGeom>
            <a:avLst/>
            <a:gdLst/>
            <a:ahLst/>
            <a:cxnLst/>
            <a:rect l="l" t="t" r="r" b="b"/>
            <a:pathLst>
              <a:path w="4250055" h="3528695">
                <a:moveTo>
                  <a:pt x="2540" y="708279"/>
                </a:moveTo>
                <a:lnTo>
                  <a:pt x="1270" y="708279"/>
                </a:lnTo>
                <a:lnTo>
                  <a:pt x="1270" y="803338"/>
                </a:lnTo>
                <a:lnTo>
                  <a:pt x="0" y="803338"/>
                </a:lnTo>
                <a:lnTo>
                  <a:pt x="0" y="871601"/>
                </a:lnTo>
                <a:lnTo>
                  <a:pt x="1270" y="871601"/>
                </a:lnTo>
                <a:lnTo>
                  <a:pt x="1270" y="830389"/>
                </a:lnTo>
                <a:lnTo>
                  <a:pt x="2540" y="830389"/>
                </a:lnTo>
                <a:lnTo>
                  <a:pt x="2540" y="708279"/>
                </a:lnTo>
                <a:close/>
              </a:path>
              <a:path w="4250055" h="3528695">
                <a:moveTo>
                  <a:pt x="163576" y="2598813"/>
                </a:moveTo>
                <a:lnTo>
                  <a:pt x="162306" y="2598813"/>
                </a:lnTo>
                <a:lnTo>
                  <a:pt x="162306" y="2428633"/>
                </a:lnTo>
                <a:lnTo>
                  <a:pt x="161036" y="2428633"/>
                </a:lnTo>
                <a:lnTo>
                  <a:pt x="161036" y="2666631"/>
                </a:lnTo>
                <a:lnTo>
                  <a:pt x="162306" y="2666631"/>
                </a:lnTo>
                <a:lnTo>
                  <a:pt x="162306" y="2836811"/>
                </a:lnTo>
                <a:lnTo>
                  <a:pt x="163576" y="2836811"/>
                </a:lnTo>
                <a:lnTo>
                  <a:pt x="163576" y="2598813"/>
                </a:lnTo>
                <a:close/>
              </a:path>
              <a:path w="4250055" h="3528695">
                <a:moveTo>
                  <a:pt x="1091958" y="1248168"/>
                </a:moveTo>
                <a:lnTo>
                  <a:pt x="935748" y="1248168"/>
                </a:lnTo>
                <a:lnTo>
                  <a:pt x="935748" y="1248041"/>
                </a:lnTo>
                <a:lnTo>
                  <a:pt x="934478" y="1248041"/>
                </a:lnTo>
                <a:lnTo>
                  <a:pt x="934478" y="1248295"/>
                </a:lnTo>
                <a:lnTo>
                  <a:pt x="935748" y="1248295"/>
                </a:lnTo>
                <a:lnTo>
                  <a:pt x="935748" y="1250073"/>
                </a:lnTo>
                <a:lnTo>
                  <a:pt x="1091958" y="1250073"/>
                </a:lnTo>
                <a:lnTo>
                  <a:pt x="1091958" y="1248168"/>
                </a:lnTo>
                <a:close/>
              </a:path>
              <a:path w="4250055" h="3528695">
                <a:moveTo>
                  <a:pt x="1093228" y="1250200"/>
                </a:moveTo>
                <a:lnTo>
                  <a:pt x="1091958" y="1250200"/>
                </a:lnTo>
                <a:lnTo>
                  <a:pt x="1091958" y="1250581"/>
                </a:lnTo>
                <a:lnTo>
                  <a:pt x="1093228" y="1250581"/>
                </a:lnTo>
                <a:lnTo>
                  <a:pt x="1093228" y="1250200"/>
                </a:lnTo>
                <a:close/>
              </a:path>
              <a:path w="4250055" h="3528695">
                <a:moveTo>
                  <a:pt x="1765312" y="3327146"/>
                </a:moveTo>
                <a:lnTo>
                  <a:pt x="1764042" y="3327146"/>
                </a:lnTo>
                <a:lnTo>
                  <a:pt x="1764042" y="3183001"/>
                </a:lnTo>
                <a:lnTo>
                  <a:pt x="1762772" y="3183001"/>
                </a:lnTo>
                <a:lnTo>
                  <a:pt x="1762772" y="3384550"/>
                </a:lnTo>
                <a:lnTo>
                  <a:pt x="1764042" y="3384550"/>
                </a:lnTo>
                <a:lnTo>
                  <a:pt x="1764042" y="3528695"/>
                </a:lnTo>
                <a:lnTo>
                  <a:pt x="1765312" y="3528695"/>
                </a:lnTo>
                <a:lnTo>
                  <a:pt x="1765312" y="3327146"/>
                </a:lnTo>
                <a:close/>
              </a:path>
              <a:path w="4250055" h="3528695">
                <a:moveTo>
                  <a:pt x="1798840" y="2191258"/>
                </a:moveTo>
                <a:lnTo>
                  <a:pt x="1797570" y="2191258"/>
                </a:lnTo>
                <a:lnTo>
                  <a:pt x="1797570" y="1873123"/>
                </a:lnTo>
                <a:lnTo>
                  <a:pt x="1796300" y="1873123"/>
                </a:lnTo>
                <a:lnTo>
                  <a:pt x="1796300" y="2318258"/>
                </a:lnTo>
                <a:lnTo>
                  <a:pt x="1797570" y="2318258"/>
                </a:lnTo>
                <a:lnTo>
                  <a:pt x="1797570" y="2636393"/>
                </a:lnTo>
                <a:lnTo>
                  <a:pt x="1798840" y="2636393"/>
                </a:lnTo>
                <a:lnTo>
                  <a:pt x="1798840" y="2191258"/>
                </a:lnTo>
                <a:close/>
              </a:path>
              <a:path w="4250055" h="3528695">
                <a:moveTo>
                  <a:pt x="1823732" y="834009"/>
                </a:moveTo>
                <a:lnTo>
                  <a:pt x="1822462" y="834009"/>
                </a:lnTo>
                <a:lnTo>
                  <a:pt x="1822462" y="962850"/>
                </a:lnTo>
                <a:lnTo>
                  <a:pt x="1821192" y="962850"/>
                </a:lnTo>
                <a:lnTo>
                  <a:pt x="1821192" y="1055243"/>
                </a:lnTo>
                <a:lnTo>
                  <a:pt x="1822462" y="1055243"/>
                </a:lnTo>
                <a:lnTo>
                  <a:pt x="1822462" y="999553"/>
                </a:lnTo>
                <a:lnTo>
                  <a:pt x="1823732" y="999553"/>
                </a:lnTo>
                <a:lnTo>
                  <a:pt x="1823732" y="834009"/>
                </a:lnTo>
                <a:close/>
              </a:path>
              <a:path w="4250055" h="3528695">
                <a:moveTo>
                  <a:pt x="2941066" y="1397381"/>
                </a:moveTo>
                <a:lnTo>
                  <a:pt x="2939796" y="1397381"/>
                </a:lnTo>
                <a:lnTo>
                  <a:pt x="2939796" y="1397520"/>
                </a:lnTo>
                <a:lnTo>
                  <a:pt x="2639060" y="1397520"/>
                </a:lnTo>
                <a:lnTo>
                  <a:pt x="2639060" y="1397139"/>
                </a:lnTo>
                <a:lnTo>
                  <a:pt x="2639060" y="477786"/>
                </a:lnTo>
                <a:lnTo>
                  <a:pt x="2638806" y="477786"/>
                </a:lnTo>
                <a:lnTo>
                  <a:pt x="2638806" y="477405"/>
                </a:lnTo>
                <a:lnTo>
                  <a:pt x="2639060" y="477405"/>
                </a:lnTo>
                <a:lnTo>
                  <a:pt x="2639060" y="476262"/>
                </a:lnTo>
                <a:lnTo>
                  <a:pt x="2637790" y="476262"/>
                </a:lnTo>
                <a:lnTo>
                  <a:pt x="2637790" y="477405"/>
                </a:lnTo>
                <a:lnTo>
                  <a:pt x="2638425" y="477405"/>
                </a:lnTo>
                <a:lnTo>
                  <a:pt x="2638044" y="477786"/>
                </a:lnTo>
                <a:lnTo>
                  <a:pt x="2637790" y="477786"/>
                </a:lnTo>
                <a:lnTo>
                  <a:pt x="2637790" y="1396758"/>
                </a:lnTo>
                <a:lnTo>
                  <a:pt x="2472690" y="1396758"/>
                </a:lnTo>
                <a:lnTo>
                  <a:pt x="2472690" y="1397393"/>
                </a:lnTo>
                <a:lnTo>
                  <a:pt x="2471420" y="1397393"/>
                </a:lnTo>
                <a:lnTo>
                  <a:pt x="2471420" y="1397647"/>
                </a:lnTo>
                <a:lnTo>
                  <a:pt x="2472436" y="1397647"/>
                </a:lnTo>
                <a:lnTo>
                  <a:pt x="2472436" y="1399044"/>
                </a:lnTo>
                <a:lnTo>
                  <a:pt x="2637790" y="1399044"/>
                </a:lnTo>
                <a:lnTo>
                  <a:pt x="2637790" y="2230386"/>
                </a:lnTo>
                <a:lnTo>
                  <a:pt x="2637790" y="2230767"/>
                </a:lnTo>
                <a:lnTo>
                  <a:pt x="2637790" y="2231910"/>
                </a:lnTo>
                <a:lnTo>
                  <a:pt x="2639060" y="2231910"/>
                </a:lnTo>
                <a:lnTo>
                  <a:pt x="2639060" y="2230767"/>
                </a:lnTo>
                <a:lnTo>
                  <a:pt x="2639060" y="2230386"/>
                </a:lnTo>
                <a:lnTo>
                  <a:pt x="2639060" y="1399044"/>
                </a:lnTo>
                <a:lnTo>
                  <a:pt x="2939796" y="1399044"/>
                </a:lnTo>
                <a:lnTo>
                  <a:pt x="2939796" y="1397635"/>
                </a:lnTo>
                <a:lnTo>
                  <a:pt x="2941066" y="1397635"/>
                </a:lnTo>
                <a:lnTo>
                  <a:pt x="2941066" y="1397381"/>
                </a:lnTo>
                <a:close/>
              </a:path>
              <a:path w="4250055" h="3528695">
                <a:moveTo>
                  <a:pt x="4249686" y="127"/>
                </a:moveTo>
                <a:lnTo>
                  <a:pt x="4248416" y="127"/>
                </a:lnTo>
                <a:lnTo>
                  <a:pt x="4248416" y="0"/>
                </a:lnTo>
                <a:lnTo>
                  <a:pt x="1869706" y="0"/>
                </a:lnTo>
                <a:lnTo>
                  <a:pt x="1869706" y="127"/>
                </a:lnTo>
                <a:lnTo>
                  <a:pt x="1868436" y="127"/>
                </a:lnTo>
                <a:lnTo>
                  <a:pt x="1868436" y="127000"/>
                </a:lnTo>
                <a:lnTo>
                  <a:pt x="1869198" y="127000"/>
                </a:lnTo>
                <a:lnTo>
                  <a:pt x="1869198" y="127254"/>
                </a:lnTo>
                <a:lnTo>
                  <a:pt x="1869325" y="127000"/>
                </a:lnTo>
                <a:lnTo>
                  <a:pt x="1869706" y="127000"/>
                </a:lnTo>
                <a:lnTo>
                  <a:pt x="1869706" y="126238"/>
                </a:lnTo>
                <a:lnTo>
                  <a:pt x="1869960" y="125730"/>
                </a:lnTo>
                <a:lnTo>
                  <a:pt x="1869960" y="1524"/>
                </a:lnTo>
                <a:lnTo>
                  <a:pt x="4248416" y="1524"/>
                </a:lnTo>
                <a:lnTo>
                  <a:pt x="4248416" y="1397"/>
                </a:lnTo>
                <a:lnTo>
                  <a:pt x="4249686" y="1397"/>
                </a:lnTo>
                <a:lnTo>
                  <a:pt x="4249686" y="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8190" y="411734"/>
            <a:ext cx="2242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Requirements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64540" y="1493011"/>
            <a:ext cx="7533640" cy="3768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730885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The «requirement» stereotype represents </a:t>
            </a:r>
            <a:r>
              <a:rPr dirty="0" sz="2400">
                <a:latin typeface="Arial MT"/>
                <a:cs typeface="Arial MT"/>
              </a:rPr>
              <a:t>a </a:t>
            </a:r>
            <a:r>
              <a:rPr dirty="0" sz="2400" spc="-5">
                <a:latin typeface="Arial MT"/>
                <a:cs typeface="Arial MT"/>
              </a:rPr>
              <a:t>text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based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requirement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9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Includes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text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properties</a:t>
            </a:r>
            <a:endParaRPr sz="20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Can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add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user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defined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properties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such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verification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method</a:t>
            </a:r>
            <a:endParaRPr sz="2000">
              <a:latin typeface="Arial MT"/>
              <a:cs typeface="Arial MT"/>
            </a:endParaRPr>
          </a:p>
          <a:p>
            <a:pPr lvl="1" marL="755015" marR="1551940" indent="-285750">
              <a:lnSpc>
                <a:spcPct val="100000"/>
              </a:lnSpc>
              <a:spcBef>
                <a:spcPts val="47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Can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add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user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defined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requirements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categories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(e.g.,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functional, </a:t>
            </a:r>
            <a:r>
              <a:rPr dirty="0" sz="2000" spc="-10">
                <a:latin typeface="Arial MT"/>
                <a:cs typeface="Arial MT"/>
              </a:rPr>
              <a:t>interface,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performance)</a:t>
            </a:r>
            <a:endParaRPr sz="2000">
              <a:latin typeface="Arial MT"/>
              <a:cs typeface="Arial MT"/>
            </a:endParaRPr>
          </a:p>
          <a:p>
            <a:pPr marL="355600" marR="680085" indent="-342900">
              <a:lnSpc>
                <a:spcPct val="100000"/>
              </a:lnSpc>
              <a:spcBef>
                <a:spcPts val="57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Requirements hierarchy describes requirements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contained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specification</a:t>
            </a:r>
            <a:endParaRPr sz="2400">
              <a:latin typeface="Arial MT"/>
              <a:cs typeface="Arial MT"/>
            </a:endParaRPr>
          </a:p>
          <a:p>
            <a:pPr marL="355600" marR="729615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Requirements relationships include DeriveReqt,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Satisfy,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Verify,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Refine,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Trace,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Copy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57122" y="38100"/>
            <a:ext cx="7686040" cy="5585460"/>
            <a:chOff x="1357122" y="38100"/>
            <a:chExt cx="7686040" cy="5585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36" y="38100"/>
              <a:ext cx="1325117" cy="8275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65504" y="909827"/>
              <a:ext cx="6657340" cy="4704080"/>
            </a:xfrm>
            <a:custGeom>
              <a:avLst/>
              <a:gdLst/>
              <a:ahLst/>
              <a:cxnLst/>
              <a:rect l="l" t="t" r="r" b="b"/>
              <a:pathLst>
                <a:path w="6657340" h="4704080">
                  <a:moveTo>
                    <a:pt x="6656832" y="4702301"/>
                  </a:moveTo>
                  <a:lnTo>
                    <a:pt x="6656832" y="1523"/>
                  </a:lnTo>
                  <a:lnTo>
                    <a:pt x="6654546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4702302"/>
                  </a:lnTo>
                  <a:lnTo>
                    <a:pt x="1524" y="4703826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6653022" y="3047"/>
                  </a:lnTo>
                  <a:lnTo>
                    <a:pt x="6653022" y="1523"/>
                  </a:lnTo>
                  <a:lnTo>
                    <a:pt x="6654546" y="3047"/>
                  </a:lnTo>
                  <a:lnTo>
                    <a:pt x="6654546" y="4703825"/>
                  </a:lnTo>
                  <a:lnTo>
                    <a:pt x="6656832" y="4702301"/>
                  </a:lnTo>
                  <a:close/>
                </a:path>
                <a:path w="6657340" h="470408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6657340" h="4704080">
                  <a:moveTo>
                    <a:pt x="3048" y="4700778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4700778"/>
                  </a:lnTo>
                  <a:lnTo>
                    <a:pt x="3048" y="4700778"/>
                  </a:lnTo>
                  <a:close/>
                </a:path>
                <a:path w="6657340" h="4704080">
                  <a:moveTo>
                    <a:pt x="6654546" y="4700777"/>
                  </a:moveTo>
                  <a:lnTo>
                    <a:pt x="1524" y="4700778"/>
                  </a:lnTo>
                  <a:lnTo>
                    <a:pt x="3048" y="4702302"/>
                  </a:lnTo>
                  <a:lnTo>
                    <a:pt x="3048" y="4703826"/>
                  </a:lnTo>
                  <a:lnTo>
                    <a:pt x="6653022" y="4703825"/>
                  </a:lnTo>
                  <a:lnTo>
                    <a:pt x="6653022" y="4702301"/>
                  </a:lnTo>
                  <a:lnTo>
                    <a:pt x="6654546" y="4700777"/>
                  </a:lnTo>
                  <a:close/>
                </a:path>
                <a:path w="6657340" h="4704080">
                  <a:moveTo>
                    <a:pt x="3048" y="4703826"/>
                  </a:moveTo>
                  <a:lnTo>
                    <a:pt x="3048" y="4702302"/>
                  </a:lnTo>
                  <a:lnTo>
                    <a:pt x="1524" y="4700778"/>
                  </a:lnTo>
                  <a:lnTo>
                    <a:pt x="1524" y="4703826"/>
                  </a:lnTo>
                  <a:lnTo>
                    <a:pt x="3048" y="4703826"/>
                  </a:lnTo>
                  <a:close/>
                </a:path>
                <a:path w="6657340" h="4704080">
                  <a:moveTo>
                    <a:pt x="6654546" y="3047"/>
                  </a:moveTo>
                  <a:lnTo>
                    <a:pt x="6653022" y="1523"/>
                  </a:lnTo>
                  <a:lnTo>
                    <a:pt x="6653022" y="3047"/>
                  </a:lnTo>
                  <a:lnTo>
                    <a:pt x="6654546" y="3047"/>
                  </a:lnTo>
                  <a:close/>
                </a:path>
                <a:path w="6657340" h="4704080">
                  <a:moveTo>
                    <a:pt x="6654546" y="4700777"/>
                  </a:moveTo>
                  <a:lnTo>
                    <a:pt x="6654546" y="3047"/>
                  </a:lnTo>
                  <a:lnTo>
                    <a:pt x="6653022" y="3047"/>
                  </a:lnTo>
                  <a:lnTo>
                    <a:pt x="6653022" y="4700777"/>
                  </a:lnTo>
                  <a:lnTo>
                    <a:pt x="6654546" y="4700777"/>
                  </a:lnTo>
                  <a:close/>
                </a:path>
                <a:path w="6657340" h="4704080">
                  <a:moveTo>
                    <a:pt x="6654546" y="4703825"/>
                  </a:moveTo>
                  <a:lnTo>
                    <a:pt x="6654546" y="4700777"/>
                  </a:lnTo>
                  <a:lnTo>
                    <a:pt x="6653022" y="4702301"/>
                  </a:lnTo>
                  <a:lnTo>
                    <a:pt x="6653022" y="4703825"/>
                  </a:lnTo>
                  <a:lnTo>
                    <a:pt x="6654546" y="47038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122" y="5602223"/>
              <a:ext cx="6674677" cy="212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122" y="5602223"/>
              <a:ext cx="6674677" cy="212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122" y="5602223"/>
              <a:ext cx="6674677" cy="212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122" y="5602223"/>
              <a:ext cx="6674677" cy="2122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122" y="5602223"/>
              <a:ext cx="6674677" cy="212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122" y="5602223"/>
              <a:ext cx="6674677" cy="2122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122" y="5602223"/>
              <a:ext cx="6674677" cy="212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122" y="5602223"/>
              <a:ext cx="6674677" cy="2122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67028" y="911352"/>
              <a:ext cx="2973705" cy="241935"/>
            </a:xfrm>
            <a:custGeom>
              <a:avLst/>
              <a:gdLst/>
              <a:ahLst/>
              <a:cxnLst/>
              <a:rect l="l" t="t" r="r" b="b"/>
              <a:pathLst>
                <a:path w="2973704" h="241934">
                  <a:moveTo>
                    <a:pt x="2973324" y="121158"/>
                  </a:moveTo>
                  <a:lnTo>
                    <a:pt x="2973324" y="0"/>
                  </a:lnTo>
                  <a:lnTo>
                    <a:pt x="0" y="0"/>
                  </a:lnTo>
                  <a:lnTo>
                    <a:pt x="0" y="241554"/>
                  </a:lnTo>
                  <a:lnTo>
                    <a:pt x="2848356" y="241554"/>
                  </a:lnTo>
                  <a:lnTo>
                    <a:pt x="2973324" y="1211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65503" y="909827"/>
              <a:ext cx="2976880" cy="245110"/>
            </a:xfrm>
            <a:custGeom>
              <a:avLst/>
              <a:gdLst/>
              <a:ahLst/>
              <a:cxnLst/>
              <a:rect l="l" t="t" r="r" b="b"/>
              <a:pathLst>
                <a:path w="2976879" h="245109">
                  <a:moveTo>
                    <a:pt x="2976372" y="123444"/>
                  </a:moveTo>
                  <a:lnTo>
                    <a:pt x="2976372" y="1524"/>
                  </a:lnTo>
                  <a:lnTo>
                    <a:pt x="2974848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243078"/>
                  </a:lnTo>
                  <a:lnTo>
                    <a:pt x="1523" y="244602"/>
                  </a:lnTo>
                  <a:lnTo>
                    <a:pt x="1523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2973324" y="3048"/>
                  </a:lnTo>
                  <a:lnTo>
                    <a:pt x="2973324" y="1524"/>
                  </a:lnTo>
                  <a:lnTo>
                    <a:pt x="2974848" y="3048"/>
                  </a:lnTo>
                  <a:lnTo>
                    <a:pt x="2974848" y="124903"/>
                  </a:lnTo>
                  <a:lnTo>
                    <a:pt x="2976372" y="123444"/>
                  </a:lnTo>
                  <a:close/>
                </a:path>
                <a:path w="2976879" h="245109">
                  <a:moveTo>
                    <a:pt x="3047" y="3048"/>
                  </a:moveTo>
                  <a:lnTo>
                    <a:pt x="3047" y="1524"/>
                  </a:lnTo>
                  <a:lnTo>
                    <a:pt x="1523" y="3048"/>
                  </a:lnTo>
                  <a:lnTo>
                    <a:pt x="3047" y="3048"/>
                  </a:lnTo>
                  <a:close/>
                </a:path>
                <a:path w="2976879" h="245109">
                  <a:moveTo>
                    <a:pt x="3047" y="241554"/>
                  </a:moveTo>
                  <a:lnTo>
                    <a:pt x="3047" y="3048"/>
                  </a:lnTo>
                  <a:lnTo>
                    <a:pt x="1523" y="3048"/>
                  </a:lnTo>
                  <a:lnTo>
                    <a:pt x="1523" y="241554"/>
                  </a:lnTo>
                  <a:lnTo>
                    <a:pt x="3047" y="241554"/>
                  </a:lnTo>
                  <a:close/>
                </a:path>
                <a:path w="2976879" h="245109">
                  <a:moveTo>
                    <a:pt x="2849879" y="244602"/>
                  </a:moveTo>
                  <a:lnTo>
                    <a:pt x="2849879" y="241554"/>
                  </a:lnTo>
                  <a:lnTo>
                    <a:pt x="1523" y="241554"/>
                  </a:lnTo>
                  <a:lnTo>
                    <a:pt x="3047" y="243078"/>
                  </a:lnTo>
                  <a:lnTo>
                    <a:pt x="3048" y="244602"/>
                  </a:lnTo>
                  <a:lnTo>
                    <a:pt x="2849879" y="244602"/>
                  </a:lnTo>
                  <a:close/>
                </a:path>
                <a:path w="2976879" h="245109">
                  <a:moveTo>
                    <a:pt x="3048" y="244602"/>
                  </a:moveTo>
                  <a:lnTo>
                    <a:pt x="3047" y="243078"/>
                  </a:lnTo>
                  <a:lnTo>
                    <a:pt x="1523" y="241554"/>
                  </a:lnTo>
                  <a:lnTo>
                    <a:pt x="1523" y="244602"/>
                  </a:lnTo>
                  <a:lnTo>
                    <a:pt x="3048" y="244602"/>
                  </a:lnTo>
                  <a:close/>
                </a:path>
                <a:path w="2976879" h="245109">
                  <a:moveTo>
                    <a:pt x="2974086" y="121158"/>
                  </a:moveTo>
                  <a:lnTo>
                    <a:pt x="2848355" y="241554"/>
                  </a:lnTo>
                  <a:lnTo>
                    <a:pt x="2849879" y="241554"/>
                  </a:lnTo>
                  <a:lnTo>
                    <a:pt x="2849879" y="244602"/>
                  </a:lnTo>
                  <a:lnTo>
                    <a:pt x="2850641" y="243840"/>
                  </a:lnTo>
                  <a:lnTo>
                    <a:pt x="2973324" y="126362"/>
                  </a:lnTo>
                  <a:lnTo>
                    <a:pt x="2973324" y="122682"/>
                  </a:lnTo>
                  <a:lnTo>
                    <a:pt x="2974086" y="121158"/>
                  </a:lnTo>
                  <a:close/>
                </a:path>
                <a:path w="2976879" h="245109">
                  <a:moveTo>
                    <a:pt x="2974848" y="3048"/>
                  </a:moveTo>
                  <a:lnTo>
                    <a:pt x="2973324" y="1524"/>
                  </a:lnTo>
                  <a:lnTo>
                    <a:pt x="2973324" y="3048"/>
                  </a:lnTo>
                  <a:lnTo>
                    <a:pt x="2974848" y="3048"/>
                  </a:lnTo>
                  <a:close/>
                </a:path>
                <a:path w="2976879" h="245109">
                  <a:moveTo>
                    <a:pt x="2974848" y="124903"/>
                  </a:moveTo>
                  <a:lnTo>
                    <a:pt x="2974848" y="3048"/>
                  </a:lnTo>
                  <a:lnTo>
                    <a:pt x="2973324" y="3048"/>
                  </a:lnTo>
                  <a:lnTo>
                    <a:pt x="2973324" y="121887"/>
                  </a:lnTo>
                  <a:lnTo>
                    <a:pt x="2974086" y="121158"/>
                  </a:lnTo>
                  <a:lnTo>
                    <a:pt x="2974086" y="125633"/>
                  </a:lnTo>
                  <a:lnTo>
                    <a:pt x="2974848" y="124903"/>
                  </a:lnTo>
                  <a:close/>
                </a:path>
                <a:path w="2976879" h="245109">
                  <a:moveTo>
                    <a:pt x="2974086" y="125633"/>
                  </a:moveTo>
                  <a:lnTo>
                    <a:pt x="2974086" y="121158"/>
                  </a:lnTo>
                  <a:lnTo>
                    <a:pt x="2973324" y="122682"/>
                  </a:lnTo>
                  <a:lnTo>
                    <a:pt x="2973324" y="126362"/>
                  </a:lnTo>
                  <a:lnTo>
                    <a:pt x="2974086" y="1256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357882" y="412495"/>
            <a:ext cx="412369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Requirements</a:t>
            </a:r>
            <a:r>
              <a:rPr dirty="0" spc="-65"/>
              <a:t> </a:t>
            </a:r>
            <a:r>
              <a:rPr dirty="0"/>
              <a:t>Breakdown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67056" y="5943600"/>
            <a:ext cx="8865870" cy="495300"/>
            <a:chOff x="67056" y="5943600"/>
            <a:chExt cx="8865870" cy="49530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056" y="5943600"/>
              <a:ext cx="8865869" cy="495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976" y="6071616"/>
              <a:ext cx="8662416" cy="3413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65607" y="5988048"/>
            <a:ext cx="86677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Requirement Relationships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the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Content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Specification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31289" y="948944"/>
            <a:ext cx="2840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latin typeface="Arial"/>
                <a:cs typeface="Arial"/>
              </a:rPr>
              <a:t>re</a:t>
            </a:r>
            <a:r>
              <a:rPr dirty="0" sz="900" spc="-5" b="1">
                <a:latin typeface="Arial"/>
                <a:cs typeface="Arial"/>
              </a:rPr>
              <a:t>q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5">
                <a:latin typeface="Arial MT"/>
                <a:cs typeface="Arial MT"/>
              </a:rPr>
              <a:t>[packag</a:t>
            </a:r>
            <a:r>
              <a:rPr dirty="0" sz="900" spc="-80">
                <a:latin typeface="Arial MT"/>
                <a:cs typeface="Arial MT"/>
              </a:rPr>
              <a:t>e</a:t>
            </a:r>
            <a:r>
              <a:rPr dirty="0" sz="900">
                <a:latin typeface="Arial MT"/>
                <a:cs typeface="Arial MT"/>
              </a:rPr>
              <a:t>] </a:t>
            </a:r>
            <a:r>
              <a:rPr dirty="0" sz="900" spc="-5">
                <a:latin typeface="Arial MT"/>
                <a:cs typeface="Arial MT"/>
              </a:rPr>
              <a:t>HSUVRequirement</a:t>
            </a:r>
            <a:r>
              <a:rPr dirty="0" sz="900">
                <a:latin typeface="Arial MT"/>
                <a:cs typeface="Arial MT"/>
              </a:rPr>
              <a:t>s</a:t>
            </a:r>
            <a:r>
              <a:rPr dirty="0" sz="900" spc="-10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[</a:t>
            </a:r>
            <a:r>
              <a:rPr dirty="0" sz="900" spc="-5">
                <a:latin typeface="Arial MT"/>
                <a:cs typeface="Arial MT"/>
              </a:rPr>
              <a:t>HSU</a:t>
            </a:r>
            <a:r>
              <a:rPr dirty="0" sz="900">
                <a:latin typeface="Arial MT"/>
                <a:cs typeface="Arial MT"/>
              </a:rPr>
              <a:t>V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Specificatio</a:t>
            </a:r>
            <a:r>
              <a:rPr dirty="0" sz="900" spc="-100">
                <a:latin typeface="Arial MT"/>
                <a:cs typeface="Arial MT"/>
              </a:rPr>
              <a:t>n</a:t>
            </a:r>
            <a:r>
              <a:rPr dirty="0" sz="900">
                <a:latin typeface="Arial MT"/>
                <a:cs typeface="Arial MT"/>
              </a:rPr>
              <a:t>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60499" y="2612135"/>
            <a:ext cx="1144270" cy="486409"/>
            <a:chOff x="1460499" y="2612135"/>
            <a:chExt cx="1144270" cy="486409"/>
          </a:xfrm>
        </p:grpSpPr>
        <p:sp>
          <p:nvSpPr>
            <p:cNvPr id="22" name="object 22"/>
            <p:cNvSpPr/>
            <p:nvPr/>
          </p:nvSpPr>
          <p:spPr>
            <a:xfrm>
              <a:off x="1460487" y="2612135"/>
              <a:ext cx="1144270" cy="486409"/>
            </a:xfrm>
            <a:custGeom>
              <a:avLst/>
              <a:gdLst/>
              <a:ahLst/>
              <a:cxnLst/>
              <a:rect l="l" t="t" r="r" b="b"/>
              <a:pathLst>
                <a:path w="1144270" h="486410">
                  <a:moveTo>
                    <a:pt x="1144270" y="483870"/>
                  </a:moveTo>
                  <a:lnTo>
                    <a:pt x="1143266" y="483870"/>
                  </a:lnTo>
                  <a:lnTo>
                    <a:pt x="1143266" y="1524"/>
                  </a:lnTo>
                  <a:lnTo>
                    <a:pt x="1142504" y="0"/>
                  </a:lnTo>
                  <a:lnTo>
                    <a:pt x="1140980" y="0"/>
                  </a:lnTo>
                  <a:lnTo>
                    <a:pt x="1140218" y="1524"/>
                  </a:lnTo>
                  <a:lnTo>
                    <a:pt x="1141730" y="1524"/>
                  </a:lnTo>
                  <a:lnTo>
                    <a:pt x="1141730" y="483870"/>
                  </a:lnTo>
                  <a:lnTo>
                    <a:pt x="1140218" y="483870"/>
                  </a:lnTo>
                  <a:lnTo>
                    <a:pt x="1270" y="483870"/>
                  </a:lnTo>
                  <a:lnTo>
                    <a:pt x="1270" y="483501"/>
                  </a:lnTo>
                  <a:lnTo>
                    <a:pt x="0" y="483501"/>
                  </a:lnTo>
                  <a:lnTo>
                    <a:pt x="0" y="484263"/>
                  </a:lnTo>
                  <a:lnTo>
                    <a:pt x="1270" y="484263"/>
                  </a:lnTo>
                  <a:lnTo>
                    <a:pt x="1270" y="485406"/>
                  </a:lnTo>
                  <a:lnTo>
                    <a:pt x="1140218" y="485406"/>
                  </a:lnTo>
                  <a:lnTo>
                    <a:pt x="1140218" y="486156"/>
                  </a:lnTo>
                  <a:lnTo>
                    <a:pt x="1143266" y="486156"/>
                  </a:lnTo>
                  <a:lnTo>
                    <a:pt x="1143266" y="485406"/>
                  </a:lnTo>
                  <a:lnTo>
                    <a:pt x="1144270" y="485406"/>
                  </a:lnTo>
                  <a:lnTo>
                    <a:pt x="1144270" y="48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462277" y="2613659"/>
              <a:ext cx="1140460" cy="482600"/>
            </a:xfrm>
            <a:custGeom>
              <a:avLst/>
              <a:gdLst/>
              <a:ahLst/>
              <a:cxnLst/>
              <a:rect l="l" t="t" r="r" b="b"/>
              <a:pathLst>
                <a:path w="1140460" h="482600">
                  <a:moveTo>
                    <a:pt x="1139952" y="482346"/>
                  </a:moveTo>
                  <a:lnTo>
                    <a:pt x="1139952" y="0"/>
                  </a:lnTo>
                  <a:lnTo>
                    <a:pt x="0" y="0"/>
                  </a:lnTo>
                  <a:lnTo>
                    <a:pt x="0" y="482346"/>
                  </a:lnTo>
                  <a:lnTo>
                    <a:pt x="1139952" y="4823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460754" y="2612135"/>
              <a:ext cx="1143000" cy="485775"/>
            </a:xfrm>
            <a:custGeom>
              <a:avLst/>
              <a:gdLst/>
              <a:ahLst/>
              <a:cxnLst/>
              <a:rect l="l" t="t" r="r" b="b"/>
              <a:pathLst>
                <a:path w="1143000" h="485775">
                  <a:moveTo>
                    <a:pt x="1143000" y="1536"/>
                  </a:moveTo>
                  <a:lnTo>
                    <a:pt x="1142225" y="0"/>
                  </a:lnTo>
                  <a:lnTo>
                    <a:pt x="1140701" y="0"/>
                  </a:lnTo>
                  <a:lnTo>
                    <a:pt x="1139939" y="12"/>
                  </a:lnTo>
                  <a:lnTo>
                    <a:pt x="1139939" y="3060"/>
                  </a:lnTo>
                  <a:lnTo>
                    <a:pt x="1139939" y="482358"/>
                  </a:lnTo>
                  <a:lnTo>
                    <a:pt x="3048" y="482358"/>
                  </a:lnTo>
                  <a:lnTo>
                    <a:pt x="3048" y="3060"/>
                  </a:lnTo>
                  <a:lnTo>
                    <a:pt x="1139939" y="3060"/>
                  </a:lnTo>
                  <a:lnTo>
                    <a:pt x="1139939" y="12"/>
                  </a:lnTo>
                  <a:lnTo>
                    <a:pt x="3048" y="12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483882"/>
                  </a:lnTo>
                  <a:lnTo>
                    <a:pt x="0" y="484505"/>
                  </a:lnTo>
                  <a:lnTo>
                    <a:pt x="622" y="484505"/>
                  </a:lnTo>
                  <a:lnTo>
                    <a:pt x="1524" y="485406"/>
                  </a:lnTo>
                  <a:lnTo>
                    <a:pt x="3048" y="485406"/>
                  </a:lnTo>
                  <a:lnTo>
                    <a:pt x="1139952" y="485406"/>
                  </a:lnTo>
                  <a:lnTo>
                    <a:pt x="1141476" y="485406"/>
                  </a:lnTo>
                  <a:lnTo>
                    <a:pt x="1141869" y="485013"/>
                  </a:lnTo>
                  <a:lnTo>
                    <a:pt x="1142479" y="485013"/>
                  </a:lnTo>
                  <a:lnTo>
                    <a:pt x="1142479" y="484403"/>
                  </a:lnTo>
                  <a:lnTo>
                    <a:pt x="1143000" y="483882"/>
                  </a:lnTo>
                  <a:lnTo>
                    <a:pt x="1143000" y="1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463420" y="2715259"/>
            <a:ext cx="1137285" cy="2635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16839" marR="96520" indent="62865">
              <a:lnSpc>
                <a:spcPct val="73300"/>
              </a:lnSpc>
              <a:spcBef>
                <a:spcPts val="385"/>
              </a:spcBef>
            </a:pPr>
            <a:r>
              <a:rPr dirty="0" sz="900" spc="-5" b="1">
                <a:latin typeface="Arial"/>
                <a:cs typeface="Arial"/>
              </a:rPr>
              <a:t>«requirement» </a:t>
            </a:r>
            <a:r>
              <a:rPr dirty="0" sz="900" b="1">
                <a:latin typeface="Arial"/>
                <a:cs typeface="Arial"/>
              </a:rPr>
              <a:t> </a:t>
            </a:r>
            <a:r>
              <a:rPr dirty="0" sz="900" spc="-5" b="1">
                <a:latin typeface="Arial"/>
                <a:cs typeface="Arial"/>
              </a:rPr>
              <a:t>Ec</a:t>
            </a:r>
            <a:r>
              <a:rPr dirty="0" sz="900" spc="-80" b="1">
                <a:latin typeface="Arial"/>
                <a:cs typeface="Arial"/>
              </a:rPr>
              <a:t>o</a:t>
            </a:r>
            <a:r>
              <a:rPr dirty="0" sz="900" spc="35" b="1">
                <a:latin typeface="Arial"/>
                <a:cs typeface="Arial"/>
              </a:rPr>
              <a:t>-</a:t>
            </a:r>
            <a:r>
              <a:rPr dirty="0" sz="900" b="1">
                <a:latin typeface="Arial"/>
                <a:cs typeface="Arial"/>
              </a:rPr>
              <a:t>Friendliness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75126" y="2612135"/>
            <a:ext cx="1016635" cy="486409"/>
            <a:chOff x="3675126" y="2612135"/>
            <a:chExt cx="1016635" cy="486409"/>
          </a:xfrm>
        </p:grpSpPr>
        <p:sp>
          <p:nvSpPr>
            <p:cNvPr id="27" name="object 27"/>
            <p:cNvSpPr/>
            <p:nvPr/>
          </p:nvSpPr>
          <p:spPr>
            <a:xfrm>
              <a:off x="3675380" y="2612135"/>
              <a:ext cx="1016635" cy="486409"/>
            </a:xfrm>
            <a:custGeom>
              <a:avLst/>
              <a:gdLst/>
              <a:ahLst/>
              <a:cxnLst/>
              <a:rect l="l" t="t" r="r" b="b"/>
              <a:pathLst>
                <a:path w="1016635" h="486410">
                  <a:moveTo>
                    <a:pt x="1016241" y="1524"/>
                  </a:moveTo>
                  <a:lnTo>
                    <a:pt x="1014717" y="0"/>
                  </a:lnTo>
                  <a:lnTo>
                    <a:pt x="1013193" y="1524"/>
                  </a:lnTo>
                  <a:lnTo>
                    <a:pt x="1014730" y="1524"/>
                  </a:lnTo>
                  <a:lnTo>
                    <a:pt x="1014730" y="483870"/>
                  </a:lnTo>
                  <a:lnTo>
                    <a:pt x="1013193" y="483870"/>
                  </a:lnTo>
                  <a:lnTo>
                    <a:pt x="1270" y="483870"/>
                  </a:lnTo>
                  <a:lnTo>
                    <a:pt x="1270" y="482993"/>
                  </a:lnTo>
                  <a:lnTo>
                    <a:pt x="0" y="482993"/>
                  </a:lnTo>
                  <a:lnTo>
                    <a:pt x="0" y="484771"/>
                  </a:lnTo>
                  <a:lnTo>
                    <a:pt x="1270" y="484771"/>
                  </a:lnTo>
                  <a:lnTo>
                    <a:pt x="1270" y="485406"/>
                  </a:lnTo>
                  <a:lnTo>
                    <a:pt x="1013193" y="485406"/>
                  </a:lnTo>
                  <a:lnTo>
                    <a:pt x="1013193" y="486156"/>
                  </a:lnTo>
                  <a:lnTo>
                    <a:pt x="1016241" y="486156"/>
                  </a:lnTo>
                  <a:lnTo>
                    <a:pt x="1016241" y="483870"/>
                  </a:lnTo>
                  <a:lnTo>
                    <a:pt x="1016241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676650" y="2613659"/>
              <a:ext cx="1013460" cy="482600"/>
            </a:xfrm>
            <a:custGeom>
              <a:avLst/>
              <a:gdLst/>
              <a:ahLst/>
              <a:cxnLst/>
              <a:rect l="l" t="t" r="r" b="b"/>
              <a:pathLst>
                <a:path w="1013460" h="482600">
                  <a:moveTo>
                    <a:pt x="1013460" y="482346"/>
                  </a:moveTo>
                  <a:lnTo>
                    <a:pt x="1013460" y="0"/>
                  </a:lnTo>
                  <a:lnTo>
                    <a:pt x="0" y="0"/>
                  </a:lnTo>
                  <a:lnTo>
                    <a:pt x="0" y="482346"/>
                  </a:lnTo>
                  <a:lnTo>
                    <a:pt x="1013460" y="4823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75126" y="2612135"/>
              <a:ext cx="1016635" cy="485775"/>
            </a:xfrm>
            <a:custGeom>
              <a:avLst/>
              <a:gdLst/>
              <a:ahLst/>
              <a:cxnLst/>
              <a:rect l="l" t="t" r="r" b="b"/>
              <a:pathLst>
                <a:path w="1016635" h="485775">
                  <a:moveTo>
                    <a:pt x="1016508" y="1536"/>
                  </a:moveTo>
                  <a:lnTo>
                    <a:pt x="1014984" y="12"/>
                  </a:lnTo>
                  <a:lnTo>
                    <a:pt x="1013447" y="12"/>
                  </a:lnTo>
                  <a:lnTo>
                    <a:pt x="1013447" y="3060"/>
                  </a:lnTo>
                  <a:lnTo>
                    <a:pt x="1013447" y="482358"/>
                  </a:lnTo>
                  <a:lnTo>
                    <a:pt x="3810" y="482358"/>
                  </a:lnTo>
                  <a:lnTo>
                    <a:pt x="3810" y="3060"/>
                  </a:lnTo>
                  <a:lnTo>
                    <a:pt x="1013447" y="3060"/>
                  </a:lnTo>
                  <a:lnTo>
                    <a:pt x="1013447" y="12"/>
                  </a:lnTo>
                  <a:lnTo>
                    <a:pt x="3048" y="12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0" y="483882"/>
                  </a:lnTo>
                  <a:lnTo>
                    <a:pt x="0" y="484505"/>
                  </a:lnTo>
                  <a:lnTo>
                    <a:pt x="622" y="484505"/>
                  </a:lnTo>
                  <a:lnTo>
                    <a:pt x="1524" y="485406"/>
                  </a:lnTo>
                  <a:lnTo>
                    <a:pt x="3810" y="485406"/>
                  </a:lnTo>
                  <a:lnTo>
                    <a:pt x="1013460" y="485406"/>
                  </a:lnTo>
                  <a:lnTo>
                    <a:pt x="1014984" y="485406"/>
                  </a:lnTo>
                  <a:lnTo>
                    <a:pt x="1015377" y="485013"/>
                  </a:lnTo>
                  <a:lnTo>
                    <a:pt x="1015987" y="485013"/>
                  </a:lnTo>
                  <a:lnTo>
                    <a:pt x="1015987" y="484403"/>
                  </a:lnTo>
                  <a:lnTo>
                    <a:pt x="1016508" y="483882"/>
                  </a:lnTo>
                  <a:lnTo>
                    <a:pt x="1016508" y="15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678935" y="2715259"/>
            <a:ext cx="1009650" cy="2635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56845" marR="99695" indent="-41275">
              <a:lnSpc>
                <a:spcPct val="73300"/>
              </a:lnSpc>
              <a:spcBef>
                <a:spcPts val="385"/>
              </a:spcBef>
            </a:pPr>
            <a:r>
              <a:rPr dirty="0" sz="900" spc="-10" b="1">
                <a:latin typeface="Arial"/>
                <a:cs typeface="Arial"/>
              </a:rPr>
              <a:t>«</a:t>
            </a:r>
            <a:r>
              <a:rPr dirty="0" sz="900" spc="-10" b="1">
                <a:latin typeface="Arial"/>
                <a:cs typeface="Arial"/>
              </a:rPr>
              <a:t>r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quir</a:t>
            </a:r>
            <a:r>
              <a:rPr dirty="0" sz="900" spc="-5" b="1">
                <a:latin typeface="Arial"/>
                <a:cs typeface="Arial"/>
              </a:rPr>
              <a:t>e</a:t>
            </a:r>
            <a:r>
              <a:rPr dirty="0" sz="900" spc="-5" b="1">
                <a:latin typeface="Arial"/>
                <a:cs typeface="Arial"/>
              </a:rPr>
              <a:t>m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nt»  </a:t>
            </a:r>
            <a:r>
              <a:rPr dirty="0" sz="900" spc="-10" b="1">
                <a:latin typeface="Arial"/>
                <a:cs typeface="Arial"/>
              </a:rPr>
              <a:t>Performance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187701" y="3937253"/>
            <a:ext cx="1016635" cy="486409"/>
            <a:chOff x="2187701" y="3937253"/>
            <a:chExt cx="1016635" cy="486409"/>
          </a:xfrm>
        </p:grpSpPr>
        <p:sp>
          <p:nvSpPr>
            <p:cNvPr id="32" name="object 32"/>
            <p:cNvSpPr/>
            <p:nvPr/>
          </p:nvSpPr>
          <p:spPr>
            <a:xfrm>
              <a:off x="2187943" y="3937253"/>
              <a:ext cx="1016635" cy="486409"/>
            </a:xfrm>
            <a:custGeom>
              <a:avLst/>
              <a:gdLst/>
              <a:ahLst/>
              <a:cxnLst/>
              <a:rect l="l" t="t" r="r" b="b"/>
              <a:pathLst>
                <a:path w="1016635" h="486410">
                  <a:moveTo>
                    <a:pt x="1016266" y="1524"/>
                  </a:moveTo>
                  <a:lnTo>
                    <a:pt x="1014742" y="0"/>
                  </a:lnTo>
                  <a:lnTo>
                    <a:pt x="1013218" y="762"/>
                  </a:lnTo>
                  <a:lnTo>
                    <a:pt x="1012456" y="1524"/>
                  </a:lnTo>
                  <a:lnTo>
                    <a:pt x="1014730" y="1524"/>
                  </a:lnTo>
                  <a:lnTo>
                    <a:pt x="1014730" y="484632"/>
                  </a:lnTo>
                  <a:lnTo>
                    <a:pt x="1012456" y="484632"/>
                  </a:lnTo>
                  <a:lnTo>
                    <a:pt x="1270" y="484632"/>
                  </a:lnTo>
                  <a:lnTo>
                    <a:pt x="1270" y="482981"/>
                  </a:lnTo>
                  <a:lnTo>
                    <a:pt x="0" y="482981"/>
                  </a:lnTo>
                  <a:lnTo>
                    <a:pt x="0" y="485521"/>
                  </a:lnTo>
                  <a:lnTo>
                    <a:pt x="1270" y="485521"/>
                  </a:lnTo>
                  <a:lnTo>
                    <a:pt x="1270" y="486156"/>
                  </a:lnTo>
                  <a:lnTo>
                    <a:pt x="1012456" y="486156"/>
                  </a:lnTo>
                  <a:lnTo>
                    <a:pt x="1016000" y="486156"/>
                  </a:lnTo>
                  <a:lnTo>
                    <a:pt x="1016266" y="486156"/>
                  </a:lnTo>
                  <a:lnTo>
                    <a:pt x="1016266" y="484632"/>
                  </a:lnTo>
                  <a:lnTo>
                    <a:pt x="101626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189225" y="3938777"/>
              <a:ext cx="1013460" cy="483234"/>
            </a:xfrm>
            <a:custGeom>
              <a:avLst/>
              <a:gdLst/>
              <a:ahLst/>
              <a:cxnLst/>
              <a:rect l="l" t="t" r="r" b="b"/>
              <a:pathLst>
                <a:path w="1013460" h="483235">
                  <a:moveTo>
                    <a:pt x="1013460" y="483108"/>
                  </a:moveTo>
                  <a:lnTo>
                    <a:pt x="1013460" y="0"/>
                  </a:lnTo>
                  <a:lnTo>
                    <a:pt x="0" y="0"/>
                  </a:lnTo>
                  <a:lnTo>
                    <a:pt x="0" y="483108"/>
                  </a:lnTo>
                  <a:lnTo>
                    <a:pt x="1013460" y="4831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187689" y="3937253"/>
              <a:ext cx="1016635" cy="486409"/>
            </a:xfrm>
            <a:custGeom>
              <a:avLst/>
              <a:gdLst/>
              <a:ahLst/>
              <a:cxnLst/>
              <a:rect l="l" t="t" r="r" b="b"/>
              <a:pathLst>
                <a:path w="1016635" h="486410">
                  <a:moveTo>
                    <a:pt x="1016520" y="1524"/>
                  </a:moveTo>
                  <a:lnTo>
                    <a:pt x="1014996" y="0"/>
                  </a:lnTo>
                  <a:lnTo>
                    <a:pt x="1012698" y="0"/>
                  </a:lnTo>
                  <a:lnTo>
                    <a:pt x="1012698" y="3048"/>
                  </a:lnTo>
                  <a:lnTo>
                    <a:pt x="1012698" y="482346"/>
                  </a:lnTo>
                  <a:lnTo>
                    <a:pt x="3048" y="482346"/>
                  </a:lnTo>
                  <a:lnTo>
                    <a:pt x="3048" y="3048"/>
                  </a:lnTo>
                  <a:lnTo>
                    <a:pt x="1012698" y="3048"/>
                  </a:lnTo>
                  <a:lnTo>
                    <a:pt x="1012698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484632"/>
                  </a:lnTo>
                  <a:lnTo>
                    <a:pt x="0" y="485267"/>
                  </a:lnTo>
                  <a:lnTo>
                    <a:pt x="635" y="485267"/>
                  </a:lnTo>
                  <a:lnTo>
                    <a:pt x="1524" y="486156"/>
                  </a:lnTo>
                  <a:lnTo>
                    <a:pt x="3048" y="486156"/>
                  </a:lnTo>
                  <a:lnTo>
                    <a:pt x="1012698" y="486156"/>
                  </a:lnTo>
                  <a:lnTo>
                    <a:pt x="1014984" y="486156"/>
                  </a:lnTo>
                  <a:lnTo>
                    <a:pt x="1015873" y="485267"/>
                  </a:lnTo>
                  <a:lnTo>
                    <a:pt x="1016520" y="485267"/>
                  </a:lnTo>
                  <a:lnTo>
                    <a:pt x="1016520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2190495" y="4041140"/>
            <a:ext cx="1010285" cy="2628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95910" marR="99060" indent="-179705">
              <a:lnSpc>
                <a:spcPct val="72800"/>
              </a:lnSpc>
              <a:spcBef>
                <a:spcPts val="390"/>
              </a:spcBef>
            </a:pPr>
            <a:r>
              <a:rPr dirty="0" sz="900" spc="-10" b="1">
                <a:latin typeface="Arial"/>
                <a:cs typeface="Arial"/>
              </a:rPr>
              <a:t>«</a:t>
            </a:r>
            <a:r>
              <a:rPr dirty="0" sz="900" spc="-10" b="1">
                <a:latin typeface="Arial"/>
                <a:cs typeface="Arial"/>
              </a:rPr>
              <a:t>r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quir</a:t>
            </a:r>
            <a:r>
              <a:rPr dirty="0" sz="900" spc="-5" b="1">
                <a:latin typeface="Arial"/>
                <a:cs typeface="Arial"/>
              </a:rPr>
              <a:t>e</a:t>
            </a:r>
            <a:r>
              <a:rPr dirty="0" sz="900" spc="-5" b="1">
                <a:latin typeface="Arial"/>
                <a:cs typeface="Arial"/>
              </a:rPr>
              <a:t>m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nt»  </a:t>
            </a:r>
            <a:r>
              <a:rPr dirty="0" sz="900" spc="-5" b="1">
                <a:latin typeface="Arial"/>
                <a:cs typeface="Arial"/>
              </a:rPr>
              <a:t>Braking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359658" y="3937253"/>
            <a:ext cx="1015365" cy="486409"/>
            <a:chOff x="3359658" y="3937253"/>
            <a:chExt cx="1015365" cy="486409"/>
          </a:xfrm>
        </p:grpSpPr>
        <p:sp>
          <p:nvSpPr>
            <p:cNvPr id="37" name="object 37"/>
            <p:cNvSpPr/>
            <p:nvPr/>
          </p:nvSpPr>
          <p:spPr>
            <a:xfrm>
              <a:off x="3360153" y="3937253"/>
              <a:ext cx="1014730" cy="486409"/>
            </a:xfrm>
            <a:custGeom>
              <a:avLst/>
              <a:gdLst/>
              <a:ahLst/>
              <a:cxnLst/>
              <a:rect l="l" t="t" r="r" b="b"/>
              <a:pathLst>
                <a:path w="1014729" h="486410">
                  <a:moveTo>
                    <a:pt x="1014730" y="484632"/>
                  </a:moveTo>
                  <a:lnTo>
                    <a:pt x="1013714" y="484632"/>
                  </a:lnTo>
                  <a:lnTo>
                    <a:pt x="1013714" y="1524"/>
                  </a:lnTo>
                  <a:lnTo>
                    <a:pt x="1012190" y="0"/>
                  </a:lnTo>
                  <a:lnTo>
                    <a:pt x="1010666" y="1524"/>
                  </a:lnTo>
                  <a:lnTo>
                    <a:pt x="1012190" y="1524"/>
                  </a:lnTo>
                  <a:lnTo>
                    <a:pt x="1012190" y="484632"/>
                  </a:lnTo>
                  <a:lnTo>
                    <a:pt x="1010666" y="484632"/>
                  </a:lnTo>
                  <a:lnTo>
                    <a:pt x="1270" y="484632"/>
                  </a:lnTo>
                  <a:lnTo>
                    <a:pt x="1270" y="482549"/>
                  </a:lnTo>
                  <a:lnTo>
                    <a:pt x="0" y="482549"/>
                  </a:lnTo>
                  <a:lnTo>
                    <a:pt x="0" y="484632"/>
                  </a:lnTo>
                  <a:lnTo>
                    <a:pt x="0" y="485965"/>
                  </a:lnTo>
                  <a:lnTo>
                    <a:pt x="1270" y="485965"/>
                  </a:lnTo>
                  <a:lnTo>
                    <a:pt x="1270" y="486156"/>
                  </a:lnTo>
                  <a:lnTo>
                    <a:pt x="1010666" y="486156"/>
                  </a:lnTo>
                  <a:lnTo>
                    <a:pt x="1013714" y="486156"/>
                  </a:lnTo>
                  <a:lnTo>
                    <a:pt x="1014730" y="486156"/>
                  </a:lnTo>
                  <a:lnTo>
                    <a:pt x="1014730" y="484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361182" y="3938777"/>
              <a:ext cx="1011555" cy="483234"/>
            </a:xfrm>
            <a:custGeom>
              <a:avLst/>
              <a:gdLst/>
              <a:ahLst/>
              <a:cxnLst/>
              <a:rect l="l" t="t" r="r" b="b"/>
              <a:pathLst>
                <a:path w="1011554" h="483235">
                  <a:moveTo>
                    <a:pt x="1011174" y="483108"/>
                  </a:moveTo>
                  <a:lnTo>
                    <a:pt x="1011174" y="0"/>
                  </a:lnTo>
                  <a:lnTo>
                    <a:pt x="0" y="0"/>
                  </a:lnTo>
                  <a:lnTo>
                    <a:pt x="0" y="483108"/>
                  </a:lnTo>
                  <a:lnTo>
                    <a:pt x="1011174" y="4831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359645" y="3937253"/>
              <a:ext cx="1014730" cy="486409"/>
            </a:xfrm>
            <a:custGeom>
              <a:avLst/>
              <a:gdLst/>
              <a:ahLst/>
              <a:cxnLst/>
              <a:rect l="l" t="t" r="r" b="b"/>
              <a:pathLst>
                <a:path w="1014729" h="486410">
                  <a:moveTo>
                    <a:pt x="1014222" y="1524"/>
                  </a:moveTo>
                  <a:lnTo>
                    <a:pt x="1012710" y="0"/>
                  </a:lnTo>
                  <a:lnTo>
                    <a:pt x="1011174" y="0"/>
                  </a:lnTo>
                  <a:lnTo>
                    <a:pt x="1011174" y="3048"/>
                  </a:lnTo>
                  <a:lnTo>
                    <a:pt x="1011174" y="482346"/>
                  </a:lnTo>
                  <a:lnTo>
                    <a:pt x="3048" y="482346"/>
                  </a:lnTo>
                  <a:lnTo>
                    <a:pt x="3048" y="3048"/>
                  </a:lnTo>
                  <a:lnTo>
                    <a:pt x="1011174" y="3048"/>
                  </a:lnTo>
                  <a:lnTo>
                    <a:pt x="101117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484632"/>
                  </a:lnTo>
                  <a:lnTo>
                    <a:pt x="0" y="485267"/>
                  </a:lnTo>
                  <a:lnTo>
                    <a:pt x="635" y="485267"/>
                  </a:lnTo>
                  <a:lnTo>
                    <a:pt x="1524" y="486156"/>
                  </a:lnTo>
                  <a:lnTo>
                    <a:pt x="3048" y="486156"/>
                  </a:lnTo>
                  <a:lnTo>
                    <a:pt x="1011174" y="486156"/>
                  </a:lnTo>
                  <a:lnTo>
                    <a:pt x="1012698" y="486156"/>
                  </a:lnTo>
                  <a:lnTo>
                    <a:pt x="1013079" y="485775"/>
                  </a:lnTo>
                  <a:lnTo>
                    <a:pt x="1013726" y="485775"/>
                  </a:lnTo>
                  <a:lnTo>
                    <a:pt x="1013726" y="485127"/>
                  </a:lnTo>
                  <a:lnTo>
                    <a:pt x="1014222" y="484632"/>
                  </a:lnTo>
                  <a:lnTo>
                    <a:pt x="101422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3362451" y="4041140"/>
            <a:ext cx="1008380" cy="2628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36525" marR="98425" indent="-20955">
              <a:lnSpc>
                <a:spcPct val="72800"/>
              </a:lnSpc>
              <a:spcBef>
                <a:spcPts val="390"/>
              </a:spcBef>
            </a:pPr>
            <a:r>
              <a:rPr dirty="0" sz="900" spc="-10" b="1">
                <a:latin typeface="Arial"/>
                <a:cs typeface="Arial"/>
              </a:rPr>
              <a:t>«</a:t>
            </a:r>
            <a:r>
              <a:rPr dirty="0" sz="900" spc="-10" b="1">
                <a:latin typeface="Arial"/>
                <a:cs typeface="Arial"/>
              </a:rPr>
              <a:t>r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quir</a:t>
            </a:r>
            <a:r>
              <a:rPr dirty="0" sz="900" spc="-5" b="1">
                <a:latin typeface="Arial"/>
                <a:cs typeface="Arial"/>
              </a:rPr>
              <a:t>e</a:t>
            </a:r>
            <a:r>
              <a:rPr dirty="0" sz="900" spc="-5" b="1">
                <a:latin typeface="Arial"/>
                <a:cs typeface="Arial"/>
              </a:rPr>
              <a:t>m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nt»  </a:t>
            </a:r>
            <a:r>
              <a:rPr dirty="0" sz="900" spc="-5" b="1">
                <a:latin typeface="Arial"/>
                <a:cs typeface="Arial"/>
              </a:rPr>
              <a:t>FuelEconomy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593335" y="3937253"/>
            <a:ext cx="1015365" cy="486409"/>
            <a:chOff x="4593335" y="3937253"/>
            <a:chExt cx="1015365" cy="486409"/>
          </a:xfrm>
        </p:grpSpPr>
        <p:sp>
          <p:nvSpPr>
            <p:cNvPr id="42" name="object 42"/>
            <p:cNvSpPr/>
            <p:nvPr/>
          </p:nvSpPr>
          <p:spPr>
            <a:xfrm>
              <a:off x="4593831" y="3937253"/>
              <a:ext cx="1014730" cy="486409"/>
            </a:xfrm>
            <a:custGeom>
              <a:avLst/>
              <a:gdLst/>
              <a:ahLst/>
              <a:cxnLst/>
              <a:rect l="l" t="t" r="r" b="b"/>
              <a:pathLst>
                <a:path w="1014729" h="486410">
                  <a:moveTo>
                    <a:pt x="1014730" y="484632"/>
                  </a:moveTo>
                  <a:lnTo>
                    <a:pt x="1013714" y="484632"/>
                  </a:lnTo>
                  <a:lnTo>
                    <a:pt x="1013714" y="1524"/>
                  </a:lnTo>
                  <a:lnTo>
                    <a:pt x="1012190" y="0"/>
                  </a:lnTo>
                  <a:lnTo>
                    <a:pt x="1010666" y="762"/>
                  </a:lnTo>
                  <a:lnTo>
                    <a:pt x="1010666" y="1524"/>
                  </a:lnTo>
                  <a:lnTo>
                    <a:pt x="1012190" y="1524"/>
                  </a:lnTo>
                  <a:lnTo>
                    <a:pt x="1012190" y="484632"/>
                  </a:lnTo>
                  <a:lnTo>
                    <a:pt x="1010666" y="484632"/>
                  </a:lnTo>
                  <a:lnTo>
                    <a:pt x="1270" y="484632"/>
                  </a:lnTo>
                  <a:lnTo>
                    <a:pt x="1270" y="482536"/>
                  </a:lnTo>
                  <a:lnTo>
                    <a:pt x="0" y="482536"/>
                  </a:lnTo>
                  <a:lnTo>
                    <a:pt x="0" y="484632"/>
                  </a:lnTo>
                  <a:lnTo>
                    <a:pt x="0" y="485965"/>
                  </a:lnTo>
                  <a:lnTo>
                    <a:pt x="1270" y="485965"/>
                  </a:lnTo>
                  <a:lnTo>
                    <a:pt x="1270" y="486156"/>
                  </a:lnTo>
                  <a:lnTo>
                    <a:pt x="1010666" y="486156"/>
                  </a:lnTo>
                  <a:lnTo>
                    <a:pt x="1013714" y="486156"/>
                  </a:lnTo>
                  <a:lnTo>
                    <a:pt x="1014730" y="486156"/>
                  </a:lnTo>
                  <a:lnTo>
                    <a:pt x="1014730" y="484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594859" y="3938777"/>
              <a:ext cx="1011555" cy="483234"/>
            </a:xfrm>
            <a:custGeom>
              <a:avLst/>
              <a:gdLst/>
              <a:ahLst/>
              <a:cxnLst/>
              <a:rect l="l" t="t" r="r" b="b"/>
              <a:pathLst>
                <a:path w="1011554" h="483235">
                  <a:moveTo>
                    <a:pt x="1011174" y="483107"/>
                  </a:moveTo>
                  <a:lnTo>
                    <a:pt x="1011174" y="0"/>
                  </a:lnTo>
                  <a:lnTo>
                    <a:pt x="0" y="0"/>
                  </a:lnTo>
                  <a:lnTo>
                    <a:pt x="0" y="483107"/>
                  </a:lnTo>
                  <a:lnTo>
                    <a:pt x="1011174" y="483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593323" y="3937253"/>
              <a:ext cx="1014730" cy="486409"/>
            </a:xfrm>
            <a:custGeom>
              <a:avLst/>
              <a:gdLst/>
              <a:ahLst/>
              <a:cxnLst/>
              <a:rect l="l" t="t" r="r" b="b"/>
              <a:pathLst>
                <a:path w="1014729" h="486410">
                  <a:moveTo>
                    <a:pt x="1014222" y="1524"/>
                  </a:moveTo>
                  <a:lnTo>
                    <a:pt x="1012710" y="0"/>
                  </a:lnTo>
                  <a:lnTo>
                    <a:pt x="1011174" y="0"/>
                  </a:lnTo>
                  <a:lnTo>
                    <a:pt x="1011174" y="3048"/>
                  </a:lnTo>
                  <a:lnTo>
                    <a:pt x="1011174" y="482346"/>
                  </a:lnTo>
                  <a:lnTo>
                    <a:pt x="3048" y="482346"/>
                  </a:lnTo>
                  <a:lnTo>
                    <a:pt x="3048" y="3048"/>
                  </a:lnTo>
                  <a:lnTo>
                    <a:pt x="1011174" y="3048"/>
                  </a:lnTo>
                  <a:lnTo>
                    <a:pt x="101117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484632"/>
                  </a:lnTo>
                  <a:lnTo>
                    <a:pt x="0" y="485267"/>
                  </a:lnTo>
                  <a:lnTo>
                    <a:pt x="635" y="485267"/>
                  </a:lnTo>
                  <a:lnTo>
                    <a:pt x="1524" y="486156"/>
                  </a:lnTo>
                  <a:lnTo>
                    <a:pt x="3048" y="486156"/>
                  </a:lnTo>
                  <a:lnTo>
                    <a:pt x="1011174" y="486156"/>
                  </a:lnTo>
                  <a:lnTo>
                    <a:pt x="1012698" y="486156"/>
                  </a:lnTo>
                  <a:lnTo>
                    <a:pt x="1013079" y="485775"/>
                  </a:lnTo>
                  <a:lnTo>
                    <a:pt x="1013726" y="485775"/>
                  </a:lnTo>
                  <a:lnTo>
                    <a:pt x="1013726" y="485127"/>
                  </a:lnTo>
                  <a:lnTo>
                    <a:pt x="1014222" y="484632"/>
                  </a:lnTo>
                  <a:lnTo>
                    <a:pt x="101422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4596129" y="4041140"/>
            <a:ext cx="1008380" cy="2628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68275" marR="98425" indent="-52705">
              <a:lnSpc>
                <a:spcPct val="72800"/>
              </a:lnSpc>
              <a:spcBef>
                <a:spcPts val="390"/>
              </a:spcBef>
            </a:pPr>
            <a:r>
              <a:rPr dirty="0" sz="900" spc="-10" b="1">
                <a:latin typeface="Arial"/>
                <a:cs typeface="Arial"/>
              </a:rPr>
              <a:t>«</a:t>
            </a:r>
            <a:r>
              <a:rPr dirty="0" sz="900" spc="-10" b="1">
                <a:latin typeface="Arial"/>
                <a:cs typeface="Arial"/>
              </a:rPr>
              <a:t>r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quir</a:t>
            </a:r>
            <a:r>
              <a:rPr dirty="0" sz="900" spc="-5" b="1">
                <a:latin typeface="Arial"/>
                <a:cs typeface="Arial"/>
              </a:rPr>
              <a:t>e</a:t>
            </a:r>
            <a:r>
              <a:rPr dirty="0" sz="900" spc="-5" b="1">
                <a:latin typeface="Arial"/>
                <a:cs typeface="Arial"/>
              </a:rPr>
              <a:t>m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nt»  </a:t>
            </a:r>
            <a:r>
              <a:rPr dirty="0" sz="900" spc="-10" b="1">
                <a:latin typeface="Arial"/>
                <a:cs typeface="Arial"/>
              </a:rPr>
              <a:t>Acceleration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492757" y="4615433"/>
            <a:ext cx="2155190" cy="817880"/>
            <a:chOff x="1492757" y="4615433"/>
            <a:chExt cx="2155190" cy="817880"/>
          </a:xfrm>
        </p:grpSpPr>
        <p:sp>
          <p:nvSpPr>
            <p:cNvPr id="47" name="object 47"/>
            <p:cNvSpPr/>
            <p:nvPr/>
          </p:nvSpPr>
          <p:spPr>
            <a:xfrm>
              <a:off x="1492745" y="4615433"/>
              <a:ext cx="2155190" cy="817880"/>
            </a:xfrm>
            <a:custGeom>
              <a:avLst/>
              <a:gdLst/>
              <a:ahLst/>
              <a:cxnLst/>
              <a:rect l="l" t="t" r="r" b="b"/>
              <a:pathLst>
                <a:path w="2155190" h="817879">
                  <a:moveTo>
                    <a:pt x="2155190" y="816102"/>
                  </a:moveTo>
                  <a:lnTo>
                    <a:pt x="2154186" y="816102"/>
                  </a:lnTo>
                  <a:lnTo>
                    <a:pt x="2154186" y="1524"/>
                  </a:lnTo>
                  <a:lnTo>
                    <a:pt x="2153424" y="0"/>
                  </a:lnTo>
                  <a:lnTo>
                    <a:pt x="2151138" y="0"/>
                  </a:lnTo>
                  <a:lnTo>
                    <a:pt x="2151138" y="1524"/>
                  </a:lnTo>
                  <a:lnTo>
                    <a:pt x="2151138" y="816102"/>
                  </a:lnTo>
                  <a:lnTo>
                    <a:pt x="1270" y="816102"/>
                  </a:lnTo>
                  <a:lnTo>
                    <a:pt x="1270" y="814260"/>
                  </a:lnTo>
                  <a:lnTo>
                    <a:pt x="0" y="814260"/>
                  </a:lnTo>
                  <a:lnTo>
                    <a:pt x="0" y="817194"/>
                  </a:lnTo>
                  <a:lnTo>
                    <a:pt x="1270" y="817194"/>
                  </a:lnTo>
                  <a:lnTo>
                    <a:pt x="1270" y="817638"/>
                  </a:lnTo>
                  <a:lnTo>
                    <a:pt x="2155190" y="817638"/>
                  </a:lnTo>
                  <a:lnTo>
                    <a:pt x="2155190" y="8161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494281" y="4918709"/>
              <a:ext cx="2151380" cy="513080"/>
            </a:xfrm>
            <a:custGeom>
              <a:avLst/>
              <a:gdLst/>
              <a:ahLst/>
              <a:cxnLst/>
              <a:rect l="l" t="t" r="r" b="b"/>
              <a:pathLst>
                <a:path w="2151379" h="513079">
                  <a:moveTo>
                    <a:pt x="2151125" y="512825"/>
                  </a:moveTo>
                  <a:lnTo>
                    <a:pt x="2151125" y="0"/>
                  </a:lnTo>
                  <a:lnTo>
                    <a:pt x="0" y="0"/>
                  </a:lnTo>
                  <a:lnTo>
                    <a:pt x="0" y="512825"/>
                  </a:lnTo>
                  <a:lnTo>
                    <a:pt x="2151125" y="5128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492757" y="4917185"/>
              <a:ext cx="2154555" cy="516255"/>
            </a:xfrm>
            <a:custGeom>
              <a:avLst/>
              <a:gdLst/>
              <a:ahLst/>
              <a:cxnLst/>
              <a:rect l="l" t="t" r="r" b="b"/>
              <a:pathLst>
                <a:path w="2154555" h="516254">
                  <a:moveTo>
                    <a:pt x="2154174" y="514350"/>
                  </a:moveTo>
                  <a:lnTo>
                    <a:pt x="2154174" y="1523"/>
                  </a:lnTo>
                  <a:lnTo>
                    <a:pt x="2152650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514350"/>
                  </a:lnTo>
                  <a:lnTo>
                    <a:pt x="1524" y="515874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2151126" y="3047"/>
                  </a:lnTo>
                  <a:lnTo>
                    <a:pt x="2151126" y="1523"/>
                  </a:lnTo>
                  <a:lnTo>
                    <a:pt x="2152650" y="3047"/>
                  </a:lnTo>
                  <a:lnTo>
                    <a:pt x="2152650" y="515873"/>
                  </a:lnTo>
                  <a:lnTo>
                    <a:pt x="2154174" y="514350"/>
                  </a:lnTo>
                  <a:close/>
                </a:path>
                <a:path w="2154555" h="516254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2154555" h="516254">
                  <a:moveTo>
                    <a:pt x="3048" y="512064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512064"/>
                  </a:lnTo>
                  <a:lnTo>
                    <a:pt x="3048" y="512064"/>
                  </a:lnTo>
                  <a:close/>
                </a:path>
                <a:path w="2154555" h="516254">
                  <a:moveTo>
                    <a:pt x="2152650" y="512064"/>
                  </a:moveTo>
                  <a:lnTo>
                    <a:pt x="1524" y="512064"/>
                  </a:lnTo>
                  <a:lnTo>
                    <a:pt x="3048" y="514350"/>
                  </a:lnTo>
                  <a:lnTo>
                    <a:pt x="3048" y="515874"/>
                  </a:lnTo>
                  <a:lnTo>
                    <a:pt x="2151126" y="515873"/>
                  </a:lnTo>
                  <a:lnTo>
                    <a:pt x="2151126" y="514350"/>
                  </a:lnTo>
                  <a:lnTo>
                    <a:pt x="2152650" y="512064"/>
                  </a:lnTo>
                  <a:close/>
                </a:path>
                <a:path w="2154555" h="516254">
                  <a:moveTo>
                    <a:pt x="3048" y="515874"/>
                  </a:moveTo>
                  <a:lnTo>
                    <a:pt x="3048" y="514350"/>
                  </a:lnTo>
                  <a:lnTo>
                    <a:pt x="1524" y="512064"/>
                  </a:lnTo>
                  <a:lnTo>
                    <a:pt x="1524" y="515874"/>
                  </a:lnTo>
                  <a:lnTo>
                    <a:pt x="3048" y="515874"/>
                  </a:lnTo>
                  <a:close/>
                </a:path>
                <a:path w="2154555" h="516254">
                  <a:moveTo>
                    <a:pt x="2152650" y="3047"/>
                  </a:moveTo>
                  <a:lnTo>
                    <a:pt x="2151126" y="1523"/>
                  </a:lnTo>
                  <a:lnTo>
                    <a:pt x="2151126" y="3047"/>
                  </a:lnTo>
                  <a:lnTo>
                    <a:pt x="2152650" y="3047"/>
                  </a:lnTo>
                  <a:close/>
                </a:path>
                <a:path w="2154555" h="516254">
                  <a:moveTo>
                    <a:pt x="2152650" y="512064"/>
                  </a:moveTo>
                  <a:lnTo>
                    <a:pt x="2152650" y="3047"/>
                  </a:lnTo>
                  <a:lnTo>
                    <a:pt x="2151126" y="3047"/>
                  </a:lnTo>
                  <a:lnTo>
                    <a:pt x="2151126" y="512064"/>
                  </a:lnTo>
                  <a:lnTo>
                    <a:pt x="2152650" y="512064"/>
                  </a:lnTo>
                  <a:close/>
                </a:path>
                <a:path w="2154555" h="516254">
                  <a:moveTo>
                    <a:pt x="2152650" y="515873"/>
                  </a:moveTo>
                  <a:lnTo>
                    <a:pt x="2152650" y="512064"/>
                  </a:lnTo>
                  <a:lnTo>
                    <a:pt x="2151126" y="514350"/>
                  </a:lnTo>
                  <a:lnTo>
                    <a:pt x="2151126" y="515873"/>
                  </a:lnTo>
                  <a:lnTo>
                    <a:pt x="2152650" y="5158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494281" y="4616957"/>
              <a:ext cx="2151380" cy="302260"/>
            </a:xfrm>
            <a:custGeom>
              <a:avLst/>
              <a:gdLst/>
              <a:ahLst/>
              <a:cxnLst/>
              <a:rect l="l" t="t" r="r" b="b"/>
              <a:pathLst>
                <a:path w="2151379" h="302260">
                  <a:moveTo>
                    <a:pt x="2151126" y="301751"/>
                  </a:moveTo>
                  <a:lnTo>
                    <a:pt x="2151126" y="0"/>
                  </a:lnTo>
                  <a:lnTo>
                    <a:pt x="0" y="0"/>
                  </a:lnTo>
                  <a:lnTo>
                    <a:pt x="0" y="301752"/>
                  </a:lnTo>
                  <a:lnTo>
                    <a:pt x="2151126" y="301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492745" y="4615433"/>
              <a:ext cx="2154555" cy="817244"/>
            </a:xfrm>
            <a:custGeom>
              <a:avLst/>
              <a:gdLst/>
              <a:ahLst/>
              <a:cxnLst/>
              <a:rect l="l" t="t" r="r" b="b"/>
              <a:pathLst>
                <a:path w="2154554" h="817245">
                  <a:moveTo>
                    <a:pt x="2154174" y="1524"/>
                  </a:moveTo>
                  <a:lnTo>
                    <a:pt x="2153412" y="0"/>
                  </a:lnTo>
                  <a:lnTo>
                    <a:pt x="2152650" y="0"/>
                  </a:lnTo>
                  <a:lnTo>
                    <a:pt x="2151126" y="0"/>
                  </a:lnTo>
                  <a:lnTo>
                    <a:pt x="2151126" y="3048"/>
                  </a:lnTo>
                  <a:lnTo>
                    <a:pt x="2151126" y="301752"/>
                  </a:lnTo>
                  <a:lnTo>
                    <a:pt x="3048" y="301752"/>
                  </a:lnTo>
                  <a:lnTo>
                    <a:pt x="3048" y="3048"/>
                  </a:lnTo>
                  <a:lnTo>
                    <a:pt x="2151126" y="3048"/>
                  </a:lnTo>
                  <a:lnTo>
                    <a:pt x="2151126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303276"/>
                  </a:lnTo>
                  <a:lnTo>
                    <a:pt x="0" y="816737"/>
                  </a:lnTo>
                  <a:lnTo>
                    <a:pt x="1270" y="816737"/>
                  </a:lnTo>
                  <a:lnTo>
                    <a:pt x="1270" y="817245"/>
                  </a:lnTo>
                  <a:lnTo>
                    <a:pt x="2540" y="817245"/>
                  </a:lnTo>
                  <a:lnTo>
                    <a:pt x="2540" y="304800"/>
                  </a:lnTo>
                  <a:lnTo>
                    <a:pt x="3048" y="304800"/>
                  </a:lnTo>
                  <a:lnTo>
                    <a:pt x="2151126" y="304800"/>
                  </a:lnTo>
                  <a:lnTo>
                    <a:pt x="2151126" y="816737"/>
                  </a:lnTo>
                  <a:lnTo>
                    <a:pt x="2152396" y="816737"/>
                  </a:lnTo>
                  <a:lnTo>
                    <a:pt x="2152396" y="817245"/>
                  </a:lnTo>
                  <a:lnTo>
                    <a:pt x="2153666" y="817245"/>
                  </a:lnTo>
                  <a:lnTo>
                    <a:pt x="2153666" y="303784"/>
                  </a:lnTo>
                  <a:lnTo>
                    <a:pt x="2154174" y="303276"/>
                  </a:lnTo>
                  <a:lnTo>
                    <a:pt x="215417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495551" y="4623307"/>
            <a:ext cx="2148840" cy="74549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791210" marR="668655" indent="-105410">
              <a:lnSpc>
                <a:spcPts val="880"/>
              </a:lnSpc>
              <a:spcBef>
                <a:spcPts val="295"/>
              </a:spcBef>
            </a:pPr>
            <a:r>
              <a:rPr dirty="0" sz="900" spc="-10" b="1">
                <a:latin typeface="Arial"/>
                <a:cs typeface="Arial"/>
              </a:rPr>
              <a:t>«</a:t>
            </a:r>
            <a:r>
              <a:rPr dirty="0" sz="900" spc="-10" b="1">
                <a:latin typeface="Arial"/>
                <a:cs typeface="Arial"/>
              </a:rPr>
              <a:t>r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quir</a:t>
            </a:r>
            <a:r>
              <a:rPr dirty="0" sz="900" spc="-5" b="1">
                <a:latin typeface="Arial"/>
                <a:cs typeface="Arial"/>
              </a:rPr>
              <a:t>e</a:t>
            </a:r>
            <a:r>
              <a:rPr dirty="0" sz="900" spc="-5" b="1">
                <a:latin typeface="Arial"/>
                <a:cs typeface="Arial"/>
              </a:rPr>
              <a:t>m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nt»  </a:t>
            </a:r>
            <a:r>
              <a:rPr dirty="0" sz="900" spc="-5" b="1">
                <a:latin typeface="Arial"/>
                <a:cs typeface="Arial"/>
              </a:rPr>
              <a:t>Emissions</a:t>
            </a:r>
            <a:endParaRPr sz="900">
              <a:latin typeface="Arial"/>
              <a:cs typeface="Arial"/>
            </a:endParaRPr>
          </a:p>
          <a:p>
            <a:pPr marL="52705">
              <a:lnSpc>
                <a:spcPts val="1055"/>
              </a:lnSpc>
              <a:spcBef>
                <a:spcPts val="660"/>
              </a:spcBef>
            </a:pPr>
            <a:r>
              <a:rPr dirty="0" sz="900">
                <a:latin typeface="Arial MT"/>
                <a:cs typeface="Arial MT"/>
              </a:rPr>
              <a:t>Id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=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“R1.2.1”</a:t>
            </a:r>
            <a:endParaRPr sz="900">
              <a:latin typeface="Arial MT"/>
              <a:cs typeface="Arial MT"/>
            </a:endParaRPr>
          </a:p>
          <a:p>
            <a:pPr marL="52069" marR="107314">
              <a:lnSpc>
                <a:spcPts val="950"/>
              </a:lnSpc>
              <a:spcBef>
                <a:spcPts val="115"/>
              </a:spcBef>
            </a:pPr>
            <a:r>
              <a:rPr dirty="0" sz="900" spc="-5">
                <a:latin typeface="Arial MT"/>
                <a:cs typeface="Arial MT"/>
              </a:rPr>
              <a:t>text </a:t>
            </a:r>
            <a:r>
              <a:rPr dirty="0" sz="900">
                <a:latin typeface="Arial MT"/>
                <a:cs typeface="Arial MT"/>
              </a:rPr>
              <a:t>= </a:t>
            </a:r>
            <a:r>
              <a:rPr dirty="0" sz="900" spc="-5">
                <a:latin typeface="Arial MT"/>
                <a:cs typeface="Arial MT"/>
              </a:rPr>
              <a:t>“The vehicle shall meet </a:t>
            </a:r>
            <a:r>
              <a:rPr dirty="0" sz="900" spc="-30">
                <a:latin typeface="Arial MT"/>
                <a:cs typeface="Arial MT"/>
              </a:rPr>
              <a:t>Ultra-Low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Emissions Vehicle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standards.”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574035" y="1419605"/>
            <a:ext cx="1141730" cy="605155"/>
            <a:chOff x="2574035" y="1419605"/>
            <a:chExt cx="1141730" cy="605155"/>
          </a:xfrm>
        </p:grpSpPr>
        <p:sp>
          <p:nvSpPr>
            <p:cNvPr id="54" name="object 54"/>
            <p:cNvSpPr/>
            <p:nvPr/>
          </p:nvSpPr>
          <p:spPr>
            <a:xfrm>
              <a:off x="2574036" y="1538490"/>
              <a:ext cx="1141730" cy="486409"/>
            </a:xfrm>
            <a:custGeom>
              <a:avLst/>
              <a:gdLst/>
              <a:ahLst/>
              <a:cxnLst/>
              <a:rect l="l" t="t" r="r" b="b"/>
              <a:pathLst>
                <a:path w="1141729" h="486410">
                  <a:moveTo>
                    <a:pt x="1141730" y="484632"/>
                  </a:moveTo>
                  <a:lnTo>
                    <a:pt x="1140714" y="484632"/>
                  </a:lnTo>
                  <a:lnTo>
                    <a:pt x="1140714" y="1524"/>
                  </a:lnTo>
                  <a:lnTo>
                    <a:pt x="1139190" y="0"/>
                  </a:lnTo>
                  <a:lnTo>
                    <a:pt x="1137666" y="1524"/>
                  </a:lnTo>
                  <a:lnTo>
                    <a:pt x="1139190" y="1524"/>
                  </a:lnTo>
                  <a:lnTo>
                    <a:pt x="1139190" y="484632"/>
                  </a:lnTo>
                  <a:lnTo>
                    <a:pt x="1137666" y="484632"/>
                  </a:lnTo>
                  <a:lnTo>
                    <a:pt x="1270" y="484632"/>
                  </a:lnTo>
                  <a:lnTo>
                    <a:pt x="1270" y="483984"/>
                  </a:lnTo>
                  <a:lnTo>
                    <a:pt x="0" y="483984"/>
                  </a:lnTo>
                  <a:lnTo>
                    <a:pt x="0" y="485254"/>
                  </a:lnTo>
                  <a:lnTo>
                    <a:pt x="1270" y="485254"/>
                  </a:lnTo>
                  <a:lnTo>
                    <a:pt x="1270" y="486143"/>
                  </a:lnTo>
                  <a:lnTo>
                    <a:pt x="1137666" y="486143"/>
                  </a:lnTo>
                  <a:lnTo>
                    <a:pt x="1140714" y="486156"/>
                  </a:lnTo>
                  <a:lnTo>
                    <a:pt x="1141730" y="486143"/>
                  </a:lnTo>
                  <a:lnTo>
                    <a:pt x="1141730" y="484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575560" y="1421142"/>
              <a:ext cx="1137920" cy="601980"/>
            </a:xfrm>
            <a:custGeom>
              <a:avLst/>
              <a:gdLst/>
              <a:ahLst/>
              <a:cxnLst/>
              <a:rect l="l" t="t" r="r" b="b"/>
              <a:pathLst>
                <a:path w="1137920" h="601980">
                  <a:moveTo>
                    <a:pt x="1137666" y="118872"/>
                  </a:moveTo>
                  <a:lnTo>
                    <a:pt x="426720" y="118872"/>
                  </a:lnTo>
                  <a:lnTo>
                    <a:pt x="426720" y="0"/>
                  </a:lnTo>
                  <a:lnTo>
                    <a:pt x="0" y="0"/>
                  </a:lnTo>
                  <a:lnTo>
                    <a:pt x="0" y="118872"/>
                  </a:lnTo>
                  <a:lnTo>
                    <a:pt x="0" y="601980"/>
                  </a:lnTo>
                  <a:lnTo>
                    <a:pt x="1137666" y="601980"/>
                  </a:lnTo>
                  <a:lnTo>
                    <a:pt x="1137666" y="118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574023" y="1419605"/>
              <a:ext cx="1141095" cy="605155"/>
            </a:xfrm>
            <a:custGeom>
              <a:avLst/>
              <a:gdLst/>
              <a:ahLst/>
              <a:cxnLst/>
              <a:rect l="l" t="t" r="r" b="b"/>
              <a:pathLst>
                <a:path w="1141095" h="605155">
                  <a:moveTo>
                    <a:pt x="1140714" y="120396"/>
                  </a:moveTo>
                  <a:lnTo>
                    <a:pt x="1139190" y="118884"/>
                  </a:lnTo>
                  <a:lnTo>
                    <a:pt x="1137666" y="118872"/>
                  </a:lnTo>
                  <a:lnTo>
                    <a:pt x="1137666" y="121920"/>
                  </a:lnTo>
                  <a:lnTo>
                    <a:pt x="1137666" y="601980"/>
                  </a:lnTo>
                  <a:lnTo>
                    <a:pt x="3048" y="601980"/>
                  </a:lnTo>
                  <a:lnTo>
                    <a:pt x="3048" y="121920"/>
                  </a:lnTo>
                  <a:lnTo>
                    <a:pt x="426720" y="121920"/>
                  </a:lnTo>
                  <a:lnTo>
                    <a:pt x="428244" y="121920"/>
                  </a:lnTo>
                  <a:lnTo>
                    <a:pt x="1137666" y="121920"/>
                  </a:lnTo>
                  <a:lnTo>
                    <a:pt x="1137666" y="118872"/>
                  </a:lnTo>
                  <a:lnTo>
                    <a:pt x="429768" y="118872"/>
                  </a:lnTo>
                  <a:lnTo>
                    <a:pt x="429768" y="1524"/>
                  </a:lnTo>
                  <a:lnTo>
                    <a:pt x="428244" y="0"/>
                  </a:lnTo>
                  <a:lnTo>
                    <a:pt x="426720" y="0"/>
                  </a:lnTo>
                  <a:lnTo>
                    <a:pt x="426720" y="3048"/>
                  </a:lnTo>
                  <a:lnTo>
                    <a:pt x="426720" y="118872"/>
                  </a:lnTo>
                  <a:lnTo>
                    <a:pt x="3048" y="118872"/>
                  </a:lnTo>
                  <a:lnTo>
                    <a:pt x="3048" y="3048"/>
                  </a:lnTo>
                  <a:lnTo>
                    <a:pt x="426720" y="3048"/>
                  </a:lnTo>
                  <a:lnTo>
                    <a:pt x="42672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20396"/>
                  </a:lnTo>
                  <a:lnTo>
                    <a:pt x="0" y="603504"/>
                  </a:lnTo>
                  <a:lnTo>
                    <a:pt x="0" y="604151"/>
                  </a:lnTo>
                  <a:lnTo>
                    <a:pt x="647" y="604151"/>
                  </a:lnTo>
                  <a:lnTo>
                    <a:pt x="1524" y="605028"/>
                  </a:lnTo>
                  <a:lnTo>
                    <a:pt x="3048" y="605028"/>
                  </a:lnTo>
                  <a:lnTo>
                    <a:pt x="1137666" y="605028"/>
                  </a:lnTo>
                  <a:lnTo>
                    <a:pt x="1139190" y="605028"/>
                  </a:lnTo>
                  <a:lnTo>
                    <a:pt x="1139558" y="604659"/>
                  </a:lnTo>
                  <a:lnTo>
                    <a:pt x="1140206" y="604659"/>
                  </a:lnTo>
                  <a:lnTo>
                    <a:pt x="1140206" y="604012"/>
                  </a:lnTo>
                  <a:lnTo>
                    <a:pt x="1140714" y="603504"/>
                  </a:lnTo>
                  <a:lnTo>
                    <a:pt x="1140714" y="120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2576829" y="1701038"/>
            <a:ext cx="11353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latin typeface="Arial"/>
                <a:cs typeface="Arial"/>
              </a:rPr>
              <a:t>HSUVSpecification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629150" y="1689354"/>
            <a:ext cx="2851150" cy="2261870"/>
            <a:chOff x="4629150" y="1689354"/>
            <a:chExt cx="2851150" cy="2261870"/>
          </a:xfrm>
        </p:grpSpPr>
        <p:sp>
          <p:nvSpPr>
            <p:cNvPr id="59" name="object 59"/>
            <p:cNvSpPr/>
            <p:nvPr/>
          </p:nvSpPr>
          <p:spPr>
            <a:xfrm>
              <a:off x="6465303" y="2896361"/>
              <a:ext cx="1014730" cy="485140"/>
            </a:xfrm>
            <a:custGeom>
              <a:avLst/>
              <a:gdLst/>
              <a:ahLst/>
              <a:cxnLst/>
              <a:rect l="l" t="t" r="r" b="b"/>
              <a:pathLst>
                <a:path w="1014729" h="485139">
                  <a:moveTo>
                    <a:pt x="1014730" y="482346"/>
                  </a:moveTo>
                  <a:lnTo>
                    <a:pt x="1013714" y="482346"/>
                  </a:lnTo>
                  <a:lnTo>
                    <a:pt x="1013714" y="1524"/>
                  </a:lnTo>
                  <a:lnTo>
                    <a:pt x="1012952" y="0"/>
                  </a:lnTo>
                  <a:lnTo>
                    <a:pt x="1011428" y="0"/>
                  </a:lnTo>
                  <a:lnTo>
                    <a:pt x="1010666" y="1524"/>
                  </a:lnTo>
                  <a:lnTo>
                    <a:pt x="1012190" y="1524"/>
                  </a:lnTo>
                  <a:lnTo>
                    <a:pt x="1012190" y="482346"/>
                  </a:lnTo>
                  <a:lnTo>
                    <a:pt x="1010666" y="482346"/>
                  </a:lnTo>
                  <a:lnTo>
                    <a:pt x="1270" y="482346"/>
                  </a:lnTo>
                  <a:lnTo>
                    <a:pt x="1270" y="480822"/>
                  </a:lnTo>
                  <a:lnTo>
                    <a:pt x="0" y="480822"/>
                  </a:lnTo>
                  <a:lnTo>
                    <a:pt x="0" y="482346"/>
                  </a:lnTo>
                  <a:lnTo>
                    <a:pt x="0" y="483679"/>
                  </a:lnTo>
                  <a:lnTo>
                    <a:pt x="1270" y="483679"/>
                  </a:lnTo>
                  <a:lnTo>
                    <a:pt x="1270" y="483870"/>
                  </a:lnTo>
                  <a:lnTo>
                    <a:pt x="1010666" y="483870"/>
                  </a:lnTo>
                  <a:lnTo>
                    <a:pt x="1010666" y="484632"/>
                  </a:lnTo>
                  <a:lnTo>
                    <a:pt x="1013714" y="484632"/>
                  </a:lnTo>
                  <a:lnTo>
                    <a:pt x="1013714" y="483870"/>
                  </a:lnTo>
                  <a:lnTo>
                    <a:pt x="1014730" y="483870"/>
                  </a:lnTo>
                  <a:lnTo>
                    <a:pt x="1014730" y="482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466332" y="2897886"/>
              <a:ext cx="1011555" cy="481330"/>
            </a:xfrm>
            <a:custGeom>
              <a:avLst/>
              <a:gdLst/>
              <a:ahLst/>
              <a:cxnLst/>
              <a:rect l="l" t="t" r="r" b="b"/>
              <a:pathLst>
                <a:path w="1011554" h="481329">
                  <a:moveTo>
                    <a:pt x="1011174" y="480822"/>
                  </a:moveTo>
                  <a:lnTo>
                    <a:pt x="1011174" y="0"/>
                  </a:lnTo>
                  <a:lnTo>
                    <a:pt x="0" y="0"/>
                  </a:lnTo>
                  <a:lnTo>
                    <a:pt x="0" y="480822"/>
                  </a:lnTo>
                  <a:lnTo>
                    <a:pt x="1011174" y="4808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464795" y="2895599"/>
              <a:ext cx="1014730" cy="485140"/>
            </a:xfrm>
            <a:custGeom>
              <a:avLst/>
              <a:gdLst/>
              <a:ahLst/>
              <a:cxnLst/>
              <a:rect l="l" t="t" r="r" b="b"/>
              <a:pathLst>
                <a:path w="1014729" h="485139">
                  <a:moveTo>
                    <a:pt x="1014222" y="2286"/>
                  </a:moveTo>
                  <a:lnTo>
                    <a:pt x="1013472" y="762"/>
                  </a:lnTo>
                  <a:lnTo>
                    <a:pt x="1013206" y="762"/>
                  </a:lnTo>
                  <a:lnTo>
                    <a:pt x="1012698" y="0"/>
                  </a:lnTo>
                  <a:lnTo>
                    <a:pt x="1011174" y="0"/>
                  </a:lnTo>
                  <a:lnTo>
                    <a:pt x="1011174" y="3810"/>
                  </a:lnTo>
                  <a:lnTo>
                    <a:pt x="1011174" y="481584"/>
                  </a:lnTo>
                  <a:lnTo>
                    <a:pt x="3048" y="481584"/>
                  </a:lnTo>
                  <a:lnTo>
                    <a:pt x="3048" y="3810"/>
                  </a:lnTo>
                  <a:lnTo>
                    <a:pt x="1011174" y="3810"/>
                  </a:lnTo>
                  <a:lnTo>
                    <a:pt x="1011174" y="0"/>
                  </a:lnTo>
                  <a:lnTo>
                    <a:pt x="1524" y="0"/>
                  </a:lnTo>
                  <a:lnTo>
                    <a:pt x="0" y="2286"/>
                  </a:lnTo>
                  <a:lnTo>
                    <a:pt x="0" y="483108"/>
                  </a:lnTo>
                  <a:lnTo>
                    <a:pt x="0" y="483743"/>
                  </a:lnTo>
                  <a:lnTo>
                    <a:pt x="635" y="483743"/>
                  </a:lnTo>
                  <a:lnTo>
                    <a:pt x="1524" y="484632"/>
                  </a:lnTo>
                  <a:lnTo>
                    <a:pt x="3048" y="484632"/>
                  </a:lnTo>
                  <a:lnTo>
                    <a:pt x="1011174" y="484632"/>
                  </a:lnTo>
                  <a:lnTo>
                    <a:pt x="1012698" y="484632"/>
                  </a:lnTo>
                  <a:lnTo>
                    <a:pt x="1013079" y="484251"/>
                  </a:lnTo>
                  <a:lnTo>
                    <a:pt x="1013726" y="484251"/>
                  </a:lnTo>
                  <a:lnTo>
                    <a:pt x="1013726" y="483603"/>
                  </a:lnTo>
                  <a:lnTo>
                    <a:pt x="1014222" y="483108"/>
                  </a:lnTo>
                  <a:lnTo>
                    <a:pt x="1014222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69407" y="1922526"/>
              <a:ext cx="547878" cy="16000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2381" y="1922526"/>
              <a:ext cx="374903" cy="202807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631690" y="1690877"/>
              <a:ext cx="2023110" cy="483234"/>
            </a:xfrm>
            <a:custGeom>
              <a:avLst/>
              <a:gdLst/>
              <a:ahLst/>
              <a:cxnLst/>
              <a:rect l="l" t="t" r="r" b="b"/>
              <a:pathLst>
                <a:path w="2023109" h="483235">
                  <a:moveTo>
                    <a:pt x="2023110" y="0"/>
                  </a:moveTo>
                  <a:lnTo>
                    <a:pt x="0" y="0"/>
                  </a:lnTo>
                  <a:lnTo>
                    <a:pt x="0" y="483108"/>
                  </a:lnTo>
                  <a:lnTo>
                    <a:pt x="2023110" y="483108"/>
                  </a:lnTo>
                  <a:lnTo>
                    <a:pt x="2023110" y="121158"/>
                  </a:lnTo>
                  <a:lnTo>
                    <a:pt x="20231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629150" y="1689353"/>
              <a:ext cx="2155190" cy="486409"/>
            </a:xfrm>
            <a:custGeom>
              <a:avLst/>
              <a:gdLst/>
              <a:ahLst/>
              <a:cxnLst/>
              <a:rect l="l" t="t" r="r" b="b"/>
              <a:pathLst>
                <a:path w="2155190" h="486410">
                  <a:moveTo>
                    <a:pt x="2154936" y="122694"/>
                  </a:moveTo>
                  <a:lnTo>
                    <a:pt x="2154174" y="121932"/>
                  </a:lnTo>
                  <a:lnTo>
                    <a:pt x="2154174" y="121158"/>
                  </a:lnTo>
                  <a:lnTo>
                    <a:pt x="2151126" y="118275"/>
                  </a:lnTo>
                  <a:lnTo>
                    <a:pt x="2151126" y="124218"/>
                  </a:lnTo>
                  <a:lnTo>
                    <a:pt x="2151126" y="482358"/>
                  </a:lnTo>
                  <a:lnTo>
                    <a:pt x="3810" y="482358"/>
                  </a:lnTo>
                  <a:lnTo>
                    <a:pt x="3810" y="3060"/>
                  </a:lnTo>
                  <a:lnTo>
                    <a:pt x="2024634" y="3060"/>
                  </a:lnTo>
                  <a:lnTo>
                    <a:pt x="2024634" y="122682"/>
                  </a:lnTo>
                  <a:lnTo>
                    <a:pt x="2026158" y="124218"/>
                  </a:lnTo>
                  <a:lnTo>
                    <a:pt x="2027682" y="124218"/>
                  </a:lnTo>
                  <a:lnTo>
                    <a:pt x="2151126" y="124218"/>
                  </a:lnTo>
                  <a:lnTo>
                    <a:pt x="2151126" y="118275"/>
                  </a:lnTo>
                  <a:lnTo>
                    <a:pt x="2148662" y="115951"/>
                  </a:lnTo>
                  <a:lnTo>
                    <a:pt x="2148662" y="120396"/>
                  </a:lnTo>
                  <a:lnTo>
                    <a:pt x="2027682" y="120396"/>
                  </a:lnTo>
                  <a:lnTo>
                    <a:pt x="2027682" y="5943"/>
                  </a:lnTo>
                  <a:lnTo>
                    <a:pt x="2148662" y="120396"/>
                  </a:lnTo>
                  <a:lnTo>
                    <a:pt x="2148662" y="115951"/>
                  </a:lnTo>
                  <a:lnTo>
                    <a:pt x="2026920" y="762"/>
                  </a:lnTo>
                  <a:lnTo>
                    <a:pt x="2026158" y="12"/>
                  </a:lnTo>
                  <a:lnTo>
                    <a:pt x="2025421" y="12"/>
                  </a:lnTo>
                  <a:lnTo>
                    <a:pt x="2286" y="12"/>
                  </a:lnTo>
                  <a:lnTo>
                    <a:pt x="0" y="1536"/>
                  </a:lnTo>
                  <a:lnTo>
                    <a:pt x="0" y="484644"/>
                  </a:lnTo>
                  <a:lnTo>
                    <a:pt x="2286" y="486168"/>
                  </a:lnTo>
                  <a:lnTo>
                    <a:pt x="3810" y="486168"/>
                  </a:lnTo>
                  <a:lnTo>
                    <a:pt x="2151126" y="486168"/>
                  </a:lnTo>
                  <a:lnTo>
                    <a:pt x="2152650" y="486168"/>
                  </a:lnTo>
                  <a:lnTo>
                    <a:pt x="2154936" y="484644"/>
                  </a:lnTo>
                  <a:lnTo>
                    <a:pt x="2154936" y="1226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4631690" y="1690877"/>
            <a:ext cx="2099310" cy="483234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58419" marR="57785">
              <a:lnSpc>
                <a:spcPts val="1055"/>
              </a:lnSpc>
              <a:spcBef>
                <a:spcPts val="815"/>
              </a:spcBef>
            </a:pPr>
            <a:r>
              <a:rPr dirty="0" sz="900" spc="-5" b="1">
                <a:latin typeface="Arial"/>
                <a:cs typeface="Arial"/>
              </a:rPr>
              <a:t>RefinedBy</a:t>
            </a:r>
            <a:endParaRPr sz="900">
              <a:latin typeface="Arial"/>
              <a:cs typeface="Arial"/>
            </a:endParaRPr>
          </a:p>
          <a:p>
            <a:pPr marL="58419">
              <a:lnSpc>
                <a:spcPts val="1055"/>
              </a:lnSpc>
            </a:pPr>
            <a:r>
              <a:rPr dirty="0" sz="900" spc="-5">
                <a:latin typeface="Arial MT"/>
                <a:cs typeface="Arial MT"/>
              </a:rPr>
              <a:t>«useCase»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5">
                <a:latin typeface="Arial MT"/>
                <a:cs typeface="Arial MT"/>
              </a:rPr>
              <a:t>HSUVUseCases::Accelerate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67" name="object 6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04509" y="3248405"/>
            <a:ext cx="1996440" cy="2060448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6122161" y="4915916"/>
            <a:ext cx="1336675" cy="293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55"/>
              </a:lnSpc>
              <a:spcBef>
                <a:spcPts val="100"/>
              </a:spcBef>
            </a:pPr>
            <a:r>
              <a:rPr dirty="0" sz="900" spc="-5" b="1">
                <a:latin typeface="Arial"/>
                <a:cs typeface="Arial"/>
              </a:rPr>
              <a:t>SatisfiedBy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5"/>
              </a:lnSpc>
            </a:pPr>
            <a:r>
              <a:rPr dirty="0" sz="900" spc="-5">
                <a:latin typeface="Arial MT"/>
                <a:cs typeface="Arial MT"/>
              </a:rPr>
              <a:t>«block»</a:t>
            </a:r>
            <a:r>
              <a:rPr dirty="0" sz="900" spc="-60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PowerSubsystem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69" name="object 6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96105" y="4410455"/>
            <a:ext cx="1649730" cy="898397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3939032" y="4915916"/>
            <a:ext cx="1476375" cy="293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55"/>
              </a:lnSpc>
              <a:spcBef>
                <a:spcPts val="100"/>
              </a:spcBef>
            </a:pPr>
            <a:r>
              <a:rPr dirty="0" sz="900" spc="-5" b="1">
                <a:latin typeface="Arial"/>
                <a:cs typeface="Arial"/>
              </a:rPr>
              <a:t>VerifiedBy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5"/>
              </a:lnSpc>
            </a:pPr>
            <a:r>
              <a:rPr dirty="0" sz="900" spc="-5">
                <a:latin typeface="Arial MT"/>
                <a:cs typeface="Arial MT"/>
              </a:rPr>
              <a:t>«testCase»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MaxAcceleration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986457" y="2021586"/>
            <a:ext cx="3115945" cy="2597150"/>
            <a:chOff x="1986457" y="2021586"/>
            <a:chExt cx="3115945" cy="2597150"/>
          </a:xfrm>
        </p:grpSpPr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83280" y="2021586"/>
              <a:ext cx="801623" cy="59359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3304" y="2021586"/>
              <a:ext cx="92963" cy="8762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030730" y="2021586"/>
              <a:ext cx="830580" cy="593725"/>
            </a:xfrm>
            <a:custGeom>
              <a:avLst/>
              <a:gdLst/>
              <a:ahLst/>
              <a:cxnLst/>
              <a:rect l="l" t="t" r="r" b="b"/>
              <a:pathLst>
                <a:path w="830580" h="593725">
                  <a:moveTo>
                    <a:pt x="829056" y="300990"/>
                  </a:moveTo>
                  <a:lnTo>
                    <a:pt x="1524" y="300990"/>
                  </a:lnTo>
                  <a:lnTo>
                    <a:pt x="0" y="302514"/>
                  </a:lnTo>
                  <a:lnTo>
                    <a:pt x="0" y="592074"/>
                  </a:lnTo>
                  <a:lnTo>
                    <a:pt x="1524" y="593598"/>
                  </a:lnTo>
                  <a:lnTo>
                    <a:pt x="1524" y="304800"/>
                  </a:lnTo>
                  <a:lnTo>
                    <a:pt x="3048" y="302514"/>
                  </a:lnTo>
                  <a:lnTo>
                    <a:pt x="3048" y="304800"/>
                  </a:lnTo>
                  <a:lnTo>
                    <a:pt x="826770" y="304800"/>
                  </a:lnTo>
                  <a:lnTo>
                    <a:pt x="826770" y="302514"/>
                  </a:lnTo>
                  <a:lnTo>
                    <a:pt x="829056" y="300990"/>
                  </a:lnTo>
                  <a:close/>
                </a:path>
                <a:path w="830580" h="593725">
                  <a:moveTo>
                    <a:pt x="3048" y="304800"/>
                  </a:moveTo>
                  <a:lnTo>
                    <a:pt x="3048" y="302514"/>
                  </a:lnTo>
                  <a:lnTo>
                    <a:pt x="1524" y="304800"/>
                  </a:lnTo>
                  <a:lnTo>
                    <a:pt x="3048" y="304800"/>
                  </a:lnTo>
                  <a:close/>
                </a:path>
                <a:path w="830580" h="593725">
                  <a:moveTo>
                    <a:pt x="3048" y="592074"/>
                  </a:moveTo>
                  <a:lnTo>
                    <a:pt x="3048" y="304800"/>
                  </a:lnTo>
                  <a:lnTo>
                    <a:pt x="1524" y="304800"/>
                  </a:lnTo>
                  <a:lnTo>
                    <a:pt x="1524" y="593598"/>
                  </a:lnTo>
                  <a:lnTo>
                    <a:pt x="3048" y="592074"/>
                  </a:lnTo>
                  <a:close/>
                </a:path>
                <a:path w="830580" h="593725">
                  <a:moveTo>
                    <a:pt x="830580" y="302514"/>
                  </a:moveTo>
                  <a:lnTo>
                    <a:pt x="830580" y="1524"/>
                  </a:lnTo>
                  <a:lnTo>
                    <a:pt x="829056" y="0"/>
                  </a:lnTo>
                  <a:lnTo>
                    <a:pt x="826770" y="1524"/>
                  </a:lnTo>
                  <a:lnTo>
                    <a:pt x="826770" y="300990"/>
                  </a:lnTo>
                  <a:lnTo>
                    <a:pt x="829056" y="300990"/>
                  </a:lnTo>
                  <a:lnTo>
                    <a:pt x="829056" y="304800"/>
                  </a:lnTo>
                  <a:lnTo>
                    <a:pt x="830580" y="302514"/>
                  </a:lnTo>
                  <a:close/>
                </a:path>
                <a:path w="830580" h="593725">
                  <a:moveTo>
                    <a:pt x="829056" y="304800"/>
                  </a:moveTo>
                  <a:lnTo>
                    <a:pt x="829056" y="300990"/>
                  </a:lnTo>
                  <a:lnTo>
                    <a:pt x="826770" y="302514"/>
                  </a:lnTo>
                  <a:lnTo>
                    <a:pt x="826770" y="304800"/>
                  </a:lnTo>
                  <a:lnTo>
                    <a:pt x="829056" y="304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94431" y="3094482"/>
              <a:ext cx="1533906" cy="84582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89882" y="3094482"/>
              <a:ext cx="92202" cy="87629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434078" y="3094482"/>
              <a:ext cx="668655" cy="845819"/>
            </a:xfrm>
            <a:custGeom>
              <a:avLst/>
              <a:gdLst/>
              <a:ahLst/>
              <a:cxnLst/>
              <a:rect l="l" t="t" r="r" b="b"/>
              <a:pathLst>
                <a:path w="668654" h="845820">
                  <a:moveTo>
                    <a:pt x="3048" y="282702"/>
                  </a:moveTo>
                  <a:lnTo>
                    <a:pt x="3048" y="1524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84226"/>
                  </a:lnTo>
                  <a:lnTo>
                    <a:pt x="1524" y="285750"/>
                  </a:lnTo>
                  <a:lnTo>
                    <a:pt x="1524" y="282702"/>
                  </a:lnTo>
                  <a:lnTo>
                    <a:pt x="3048" y="282702"/>
                  </a:lnTo>
                  <a:close/>
                </a:path>
                <a:path w="668654" h="845820">
                  <a:moveTo>
                    <a:pt x="668274" y="844296"/>
                  </a:moveTo>
                  <a:lnTo>
                    <a:pt x="668274" y="284226"/>
                  </a:lnTo>
                  <a:lnTo>
                    <a:pt x="666750" y="282702"/>
                  </a:lnTo>
                  <a:lnTo>
                    <a:pt x="1524" y="282702"/>
                  </a:lnTo>
                  <a:lnTo>
                    <a:pt x="3048" y="284226"/>
                  </a:lnTo>
                  <a:lnTo>
                    <a:pt x="3048" y="285750"/>
                  </a:lnTo>
                  <a:lnTo>
                    <a:pt x="665226" y="285750"/>
                  </a:lnTo>
                  <a:lnTo>
                    <a:pt x="665226" y="284226"/>
                  </a:lnTo>
                  <a:lnTo>
                    <a:pt x="666750" y="285750"/>
                  </a:lnTo>
                  <a:lnTo>
                    <a:pt x="666750" y="845820"/>
                  </a:lnTo>
                  <a:lnTo>
                    <a:pt x="668274" y="844296"/>
                  </a:lnTo>
                  <a:close/>
                </a:path>
                <a:path w="668654" h="845820">
                  <a:moveTo>
                    <a:pt x="3048" y="285750"/>
                  </a:moveTo>
                  <a:lnTo>
                    <a:pt x="3048" y="284226"/>
                  </a:lnTo>
                  <a:lnTo>
                    <a:pt x="1524" y="282702"/>
                  </a:lnTo>
                  <a:lnTo>
                    <a:pt x="1524" y="285750"/>
                  </a:lnTo>
                  <a:lnTo>
                    <a:pt x="3048" y="285750"/>
                  </a:lnTo>
                  <a:close/>
                </a:path>
                <a:path w="668654" h="845820">
                  <a:moveTo>
                    <a:pt x="666750" y="285750"/>
                  </a:moveTo>
                  <a:lnTo>
                    <a:pt x="665226" y="284226"/>
                  </a:lnTo>
                  <a:lnTo>
                    <a:pt x="665226" y="285750"/>
                  </a:lnTo>
                  <a:lnTo>
                    <a:pt x="666750" y="285750"/>
                  </a:lnTo>
                  <a:close/>
                </a:path>
                <a:path w="668654" h="845820">
                  <a:moveTo>
                    <a:pt x="666750" y="845820"/>
                  </a:moveTo>
                  <a:lnTo>
                    <a:pt x="666750" y="285750"/>
                  </a:lnTo>
                  <a:lnTo>
                    <a:pt x="665226" y="285750"/>
                  </a:lnTo>
                  <a:lnTo>
                    <a:pt x="665226" y="844296"/>
                  </a:lnTo>
                  <a:lnTo>
                    <a:pt x="666750" y="845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86457" y="3094482"/>
              <a:ext cx="90754" cy="1524000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5669534" y="2996438"/>
            <a:ext cx="1718310" cy="74549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130300" marR="5080" indent="-211454">
              <a:lnSpc>
                <a:spcPts val="880"/>
              </a:lnSpc>
              <a:spcBef>
                <a:spcPts val="295"/>
              </a:spcBef>
            </a:pPr>
            <a:r>
              <a:rPr dirty="0" sz="900" spc="-10" b="1">
                <a:latin typeface="Arial"/>
                <a:cs typeface="Arial"/>
              </a:rPr>
              <a:t>«</a:t>
            </a:r>
            <a:r>
              <a:rPr dirty="0" sz="900" spc="-10" b="1">
                <a:latin typeface="Arial"/>
                <a:cs typeface="Arial"/>
              </a:rPr>
              <a:t>r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quir</a:t>
            </a:r>
            <a:r>
              <a:rPr dirty="0" sz="900" spc="-5" b="1">
                <a:latin typeface="Arial"/>
                <a:cs typeface="Arial"/>
              </a:rPr>
              <a:t>e</a:t>
            </a:r>
            <a:r>
              <a:rPr dirty="0" sz="900" spc="-5" b="1">
                <a:latin typeface="Arial"/>
                <a:cs typeface="Arial"/>
              </a:rPr>
              <a:t>m</a:t>
            </a:r>
            <a:r>
              <a:rPr dirty="0" sz="900" spc="-10" b="1">
                <a:latin typeface="Arial"/>
                <a:cs typeface="Arial"/>
              </a:rPr>
              <a:t>e</a:t>
            </a:r>
            <a:r>
              <a:rPr dirty="0" sz="900" b="1">
                <a:latin typeface="Arial"/>
                <a:cs typeface="Arial"/>
              </a:rPr>
              <a:t>nt»  </a:t>
            </a:r>
            <a:r>
              <a:rPr dirty="0" sz="900" b="1">
                <a:latin typeface="Arial"/>
                <a:cs typeface="Arial"/>
              </a:rPr>
              <a:t>Power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10" b="1">
                <a:latin typeface="Arial"/>
                <a:cs typeface="Arial"/>
              </a:rPr>
              <a:t>«deriveReqt»</a:t>
            </a:r>
            <a:endParaRPr sz="9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496055" y="1897380"/>
            <a:ext cx="2228850" cy="2463800"/>
          </a:xfrm>
          <a:custGeom>
            <a:avLst/>
            <a:gdLst/>
            <a:ahLst/>
            <a:cxnLst/>
            <a:rect l="l" t="t" r="r" b="b"/>
            <a:pathLst>
              <a:path w="2228850" h="2463800">
                <a:moveTo>
                  <a:pt x="2228849" y="2438399"/>
                </a:moveTo>
                <a:lnTo>
                  <a:pt x="2126741" y="2325623"/>
                </a:lnTo>
                <a:lnTo>
                  <a:pt x="2098547" y="2350769"/>
                </a:lnTo>
                <a:lnTo>
                  <a:pt x="2200655" y="2463545"/>
                </a:lnTo>
                <a:lnTo>
                  <a:pt x="2228849" y="2438399"/>
                </a:lnTo>
                <a:close/>
              </a:path>
              <a:path w="2228850" h="2463800">
                <a:moveTo>
                  <a:pt x="2049779" y="2240279"/>
                </a:moveTo>
                <a:lnTo>
                  <a:pt x="1947671" y="2127503"/>
                </a:lnTo>
                <a:lnTo>
                  <a:pt x="1919477" y="2152649"/>
                </a:lnTo>
                <a:lnTo>
                  <a:pt x="2021585" y="2266187"/>
                </a:lnTo>
                <a:lnTo>
                  <a:pt x="2049779" y="2240279"/>
                </a:lnTo>
                <a:close/>
              </a:path>
              <a:path w="2228850" h="2463800">
                <a:moveTo>
                  <a:pt x="1870709" y="2042921"/>
                </a:moveTo>
                <a:lnTo>
                  <a:pt x="1768601" y="1929383"/>
                </a:lnTo>
                <a:lnTo>
                  <a:pt x="1740407" y="1955291"/>
                </a:lnTo>
                <a:lnTo>
                  <a:pt x="1842515" y="2068067"/>
                </a:lnTo>
                <a:lnTo>
                  <a:pt x="1870709" y="2042921"/>
                </a:lnTo>
                <a:close/>
              </a:path>
              <a:path w="2228850" h="2463800">
                <a:moveTo>
                  <a:pt x="1692401" y="1844801"/>
                </a:moveTo>
                <a:lnTo>
                  <a:pt x="1590293" y="1731263"/>
                </a:lnTo>
                <a:lnTo>
                  <a:pt x="1562099" y="1757171"/>
                </a:lnTo>
                <a:lnTo>
                  <a:pt x="1664207" y="1869947"/>
                </a:lnTo>
                <a:lnTo>
                  <a:pt x="1692401" y="1844801"/>
                </a:lnTo>
                <a:close/>
              </a:path>
              <a:path w="2228850" h="2463800">
                <a:moveTo>
                  <a:pt x="1513331" y="1646681"/>
                </a:moveTo>
                <a:lnTo>
                  <a:pt x="1411223" y="1533905"/>
                </a:lnTo>
                <a:lnTo>
                  <a:pt x="1383029" y="1559051"/>
                </a:lnTo>
                <a:lnTo>
                  <a:pt x="1485137" y="1672589"/>
                </a:lnTo>
                <a:lnTo>
                  <a:pt x="1513331" y="1646681"/>
                </a:lnTo>
                <a:close/>
              </a:path>
              <a:path w="2228850" h="2463800">
                <a:moveTo>
                  <a:pt x="1335023" y="1448561"/>
                </a:moveTo>
                <a:lnTo>
                  <a:pt x="1232153" y="1335785"/>
                </a:lnTo>
                <a:lnTo>
                  <a:pt x="1203959" y="1361693"/>
                </a:lnTo>
                <a:lnTo>
                  <a:pt x="1306067" y="1474469"/>
                </a:lnTo>
                <a:lnTo>
                  <a:pt x="1335023" y="1448561"/>
                </a:lnTo>
                <a:close/>
              </a:path>
              <a:path w="2228850" h="2463800">
                <a:moveTo>
                  <a:pt x="1155953" y="1251203"/>
                </a:moveTo>
                <a:lnTo>
                  <a:pt x="1053845" y="1137665"/>
                </a:lnTo>
                <a:lnTo>
                  <a:pt x="1025651" y="1163573"/>
                </a:lnTo>
                <a:lnTo>
                  <a:pt x="1127759" y="1276349"/>
                </a:lnTo>
                <a:lnTo>
                  <a:pt x="1155953" y="1251203"/>
                </a:lnTo>
                <a:close/>
              </a:path>
              <a:path w="2228850" h="2463800">
                <a:moveTo>
                  <a:pt x="976883" y="1053083"/>
                </a:moveTo>
                <a:lnTo>
                  <a:pt x="874775" y="940307"/>
                </a:lnTo>
                <a:lnTo>
                  <a:pt x="846581" y="965453"/>
                </a:lnTo>
                <a:lnTo>
                  <a:pt x="948689" y="1078991"/>
                </a:lnTo>
                <a:lnTo>
                  <a:pt x="976883" y="1053083"/>
                </a:lnTo>
                <a:close/>
              </a:path>
              <a:path w="2228850" h="2463800">
                <a:moveTo>
                  <a:pt x="798575" y="854963"/>
                </a:moveTo>
                <a:lnTo>
                  <a:pt x="696467" y="742187"/>
                </a:lnTo>
                <a:lnTo>
                  <a:pt x="667511" y="767333"/>
                </a:lnTo>
                <a:lnTo>
                  <a:pt x="770381" y="880871"/>
                </a:lnTo>
                <a:lnTo>
                  <a:pt x="798575" y="854963"/>
                </a:lnTo>
                <a:close/>
              </a:path>
              <a:path w="2228850" h="2463800">
                <a:moveTo>
                  <a:pt x="619505" y="657605"/>
                </a:moveTo>
                <a:lnTo>
                  <a:pt x="517397" y="544067"/>
                </a:lnTo>
                <a:lnTo>
                  <a:pt x="489203" y="569975"/>
                </a:lnTo>
                <a:lnTo>
                  <a:pt x="591311" y="682751"/>
                </a:lnTo>
                <a:lnTo>
                  <a:pt x="619505" y="657605"/>
                </a:lnTo>
                <a:close/>
              </a:path>
              <a:path w="2228850" h="2463800">
                <a:moveTo>
                  <a:pt x="440435" y="459485"/>
                </a:moveTo>
                <a:lnTo>
                  <a:pt x="338327" y="346709"/>
                </a:lnTo>
                <a:lnTo>
                  <a:pt x="310133" y="371855"/>
                </a:lnTo>
                <a:lnTo>
                  <a:pt x="412241" y="484631"/>
                </a:lnTo>
                <a:lnTo>
                  <a:pt x="440435" y="459485"/>
                </a:lnTo>
                <a:close/>
              </a:path>
              <a:path w="2228850" h="2463800">
                <a:moveTo>
                  <a:pt x="170259" y="66472"/>
                </a:moveTo>
                <a:lnTo>
                  <a:pt x="168211" y="59531"/>
                </a:lnTo>
                <a:lnTo>
                  <a:pt x="163591" y="53875"/>
                </a:lnTo>
                <a:lnTo>
                  <a:pt x="156971" y="50291"/>
                </a:lnTo>
                <a:lnTo>
                  <a:pt x="0" y="0"/>
                </a:lnTo>
                <a:lnTo>
                  <a:pt x="11429" y="55071"/>
                </a:lnTo>
                <a:lnTo>
                  <a:pt x="11429" y="41147"/>
                </a:lnTo>
                <a:lnTo>
                  <a:pt x="39623" y="15239"/>
                </a:lnTo>
                <a:lnTo>
                  <a:pt x="83057" y="64007"/>
                </a:lnTo>
                <a:lnTo>
                  <a:pt x="83057" y="66414"/>
                </a:lnTo>
                <a:lnTo>
                  <a:pt x="145541" y="86105"/>
                </a:lnTo>
                <a:lnTo>
                  <a:pt x="152983" y="86879"/>
                </a:lnTo>
                <a:lnTo>
                  <a:pt x="159924" y="84867"/>
                </a:lnTo>
                <a:lnTo>
                  <a:pt x="165580" y="80426"/>
                </a:lnTo>
                <a:lnTo>
                  <a:pt x="169163" y="73913"/>
                </a:lnTo>
                <a:lnTo>
                  <a:pt x="170259" y="66472"/>
                </a:lnTo>
                <a:close/>
              </a:path>
              <a:path w="2228850" h="2463800">
                <a:moveTo>
                  <a:pt x="83057" y="64007"/>
                </a:moveTo>
                <a:lnTo>
                  <a:pt x="39623" y="15239"/>
                </a:lnTo>
                <a:lnTo>
                  <a:pt x="11429" y="41147"/>
                </a:lnTo>
                <a:lnTo>
                  <a:pt x="19811" y="50412"/>
                </a:lnTo>
                <a:lnTo>
                  <a:pt x="19811" y="46481"/>
                </a:lnTo>
                <a:lnTo>
                  <a:pt x="44195" y="24383"/>
                </a:lnTo>
                <a:lnTo>
                  <a:pt x="50753" y="56233"/>
                </a:lnTo>
                <a:lnTo>
                  <a:pt x="81064" y="65785"/>
                </a:lnTo>
                <a:lnTo>
                  <a:pt x="83057" y="64007"/>
                </a:lnTo>
                <a:close/>
              </a:path>
              <a:path w="2228850" h="2463800">
                <a:moveTo>
                  <a:pt x="70961" y="161234"/>
                </a:moveTo>
                <a:lnTo>
                  <a:pt x="70865" y="153923"/>
                </a:lnTo>
                <a:lnTo>
                  <a:pt x="57117" y="87144"/>
                </a:lnTo>
                <a:lnTo>
                  <a:pt x="54863" y="89153"/>
                </a:lnTo>
                <a:lnTo>
                  <a:pt x="11429" y="41147"/>
                </a:lnTo>
                <a:lnTo>
                  <a:pt x="11429" y="55071"/>
                </a:lnTo>
                <a:lnTo>
                  <a:pt x="33527" y="161543"/>
                </a:lnTo>
                <a:lnTo>
                  <a:pt x="36564" y="168306"/>
                </a:lnTo>
                <a:lnTo>
                  <a:pt x="41814" y="173354"/>
                </a:lnTo>
                <a:lnTo>
                  <a:pt x="48637" y="176117"/>
                </a:lnTo>
                <a:lnTo>
                  <a:pt x="56387" y="176021"/>
                </a:lnTo>
                <a:lnTo>
                  <a:pt x="63150" y="172997"/>
                </a:lnTo>
                <a:lnTo>
                  <a:pt x="68198" y="167830"/>
                </a:lnTo>
                <a:lnTo>
                  <a:pt x="70961" y="161234"/>
                </a:lnTo>
                <a:close/>
              </a:path>
              <a:path w="2228850" h="2463800">
                <a:moveTo>
                  <a:pt x="50753" y="56233"/>
                </a:moveTo>
                <a:lnTo>
                  <a:pt x="44195" y="24383"/>
                </a:lnTo>
                <a:lnTo>
                  <a:pt x="19811" y="46481"/>
                </a:lnTo>
                <a:lnTo>
                  <a:pt x="50753" y="56233"/>
                </a:lnTo>
                <a:close/>
              </a:path>
              <a:path w="2228850" h="2463800">
                <a:moveTo>
                  <a:pt x="57117" y="87144"/>
                </a:moveTo>
                <a:lnTo>
                  <a:pt x="50753" y="56233"/>
                </a:lnTo>
                <a:lnTo>
                  <a:pt x="19811" y="46481"/>
                </a:lnTo>
                <a:lnTo>
                  <a:pt x="19811" y="50412"/>
                </a:lnTo>
                <a:lnTo>
                  <a:pt x="54863" y="89153"/>
                </a:lnTo>
                <a:lnTo>
                  <a:pt x="57117" y="87144"/>
                </a:lnTo>
                <a:close/>
              </a:path>
              <a:path w="2228850" h="2463800">
                <a:moveTo>
                  <a:pt x="81064" y="65785"/>
                </a:moveTo>
                <a:lnTo>
                  <a:pt x="50753" y="56233"/>
                </a:lnTo>
                <a:lnTo>
                  <a:pt x="57117" y="87144"/>
                </a:lnTo>
                <a:lnTo>
                  <a:pt x="81064" y="65785"/>
                </a:lnTo>
                <a:close/>
              </a:path>
              <a:path w="2228850" h="2463800">
                <a:moveTo>
                  <a:pt x="83057" y="66414"/>
                </a:moveTo>
                <a:lnTo>
                  <a:pt x="83057" y="64007"/>
                </a:lnTo>
                <a:lnTo>
                  <a:pt x="81064" y="65785"/>
                </a:lnTo>
                <a:lnTo>
                  <a:pt x="83057" y="66414"/>
                </a:lnTo>
                <a:close/>
              </a:path>
              <a:path w="2228850" h="2463800">
                <a:moveTo>
                  <a:pt x="262127" y="261365"/>
                </a:moveTo>
                <a:lnTo>
                  <a:pt x="160019" y="148589"/>
                </a:lnTo>
                <a:lnTo>
                  <a:pt x="131825" y="173735"/>
                </a:lnTo>
                <a:lnTo>
                  <a:pt x="233933" y="287273"/>
                </a:lnTo>
                <a:lnTo>
                  <a:pt x="262127" y="261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79295" marR="5080" indent="-196723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Derive/Satisfy</a:t>
            </a:r>
            <a:r>
              <a:rPr dirty="0" spc="-50"/>
              <a:t> </a:t>
            </a:r>
            <a:r>
              <a:rPr dirty="0"/>
              <a:t>Requirement </a:t>
            </a:r>
            <a:r>
              <a:rPr dirty="0" spc="-760"/>
              <a:t> </a:t>
            </a:r>
            <a:r>
              <a:rPr dirty="0"/>
              <a:t>Dependencies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79467" y="3436111"/>
            <a:ext cx="52959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A03033"/>
                </a:solidFill>
                <a:latin typeface="Tahoma"/>
                <a:cs typeface="Tahoma"/>
              </a:rPr>
              <a:t>Client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7887" y="4349010"/>
            <a:ext cx="75057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Supplier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2158" y="5918453"/>
            <a:ext cx="8191500" cy="495300"/>
            <a:chOff x="502158" y="5918453"/>
            <a:chExt cx="8191500" cy="4953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158" y="5918453"/>
              <a:ext cx="8191499" cy="495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120" y="6047231"/>
              <a:ext cx="8052816" cy="34137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53973" y="5962903"/>
            <a:ext cx="808735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Arro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Directio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Opposite</a:t>
            </a:r>
            <a:r>
              <a:rPr dirty="0" sz="2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35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ypica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Requirement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baseline="16666" sz="750" spc="-202" b="1">
                <a:solidFill>
                  <a:srgbClr val="000065"/>
                </a:solidFill>
                <a:latin typeface="Arial"/>
                <a:cs typeface="Arial"/>
              </a:rPr>
              <a:t>f</a:t>
            </a:r>
            <a:r>
              <a:rPr dirty="0" sz="2400" spc="-1340">
                <a:solidFill>
                  <a:srgbClr val="FFFFFF"/>
                </a:solidFill>
                <a:latin typeface="Arial MT"/>
                <a:cs typeface="Arial MT"/>
              </a:rPr>
              <a:t>F</a:t>
            </a:r>
            <a:r>
              <a:rPr dirty="0" baseline="16666" sz="750" spc="-15" b="1">
                <a:solidFill>
                  <a:srgbClr val="000065"/>
                </a:solidFill>
                <a:latin typeface="Arial"/>
                <a:cs typeface="Arial"/>
              </a:rPr>
              <a:t>r</a:t>
            </a:r>
            <a:r>
              <a:rPr dirty="0" baseline="16666" sz="750" spc="-7" b="1">
                <a:solidFill>
                  <a:srgbClr val="000065"/>
                </a:solidFill>
                <a:latin typeface="Arial"/>
                <a:cs typeface="Arial"/>
              </a:rPr>
              <a:t>om</a:t>
            </a:r>
            <a:r>
              <a:rPr dirty="0" baseline="16666" sz="750" spc="-7" b="1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dirty="0" baseline="16666" sz="750" spc="-202" b="1">
                <a:solidFill>
                  <a:srgbClr val="000065"/>
                </a:solidFill>
                <a:latin typeface="Arial"/>
                <a:cs typeface="Arial"/>
              </a:rPr>
              <a:t>O</a:t>
            </a:r>
            <a:r>
              <a:rPr dirty="0" sz="2400" spc="-405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dirty="0" baseline="16666" sz="750" spc="-22" b="1">
                <a:solidFill>
                  <a:srgbClr val="000065"/>
                </a:solidFill>
                <a:latin typeface="Arial"/>
                <a:cs typeface="Arial"/>
              </a:rPr>
              <a:t>M</a:t>
            </a:r>
            <a:r>
              <a:rPr dirty="0" sz="2400" spc="-1315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dirty="0" baseline="16666" sz="750" spc="-7" b="1">
                <a:solidFill>
                  <a:srgbClr val="000065"/>
                </a:solidFill>
                <a:latin typeface="Arial"/>
                <a:cs typeface="Arial"/>
              </a:rPr>
              <a:t>G</a:t>
            </a:r>
            <a:r>
              <a:rPr dirty="0" baseline="16666" sz="750" b="1">
                <a:solidFill>
                  <a:srgbClr val="000065"/>
                </a:solidFill>
                <a:latin typeface="Arial"/>
                <a:cs typeface="Arial"/>
              </a:rPr>
              <a:t>      </a:t>
            </a:r>
            <a:r>
              <a:rPr dirty="0" baseline="16666" sz="750" spc="-75" b="1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w-Down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0626" y="3866689"/>
            <a:ext cx="3630929" cy="956944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 indent="-635">
              <a:lnSpc>
                <a:spcPts val="2400"/>
              </a:lnSpc>
              <a:spcBef>
                <a:spcPts val="290"/>
              </a:spcBef>
            </a:pPr>
            <a:r>
              <a:rPr dirty="0" sz="2100" spc="-55" b="1">
                <a:solidFill>
                  <a:srgbClr val="A03033"/>
                </a:solidFill>
                <a:latin typeface="Tahoma"/>
                <a:cs typeface="Tahoma"/>
              </a:rPr>
              <a:t>Client</a:t>
            </a:r>
            <a:r>
              <a:rPr dirty="0" sz="2100" spc="-40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A03033"/>
                </a:solidFill>
                <a:latin typeface="Tahoma"/>
                <a:cs typeface="Tahoma"/>
              </a:rPr>
              <a:t>depends</a:t>
            </a:r>
            <a:r>
              <a:rPr dirty="0" sz="2100" spc="-35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A03033"/>
                </a:solidFill>
                <a:latin typeface="Tahoma"/>
                <a:cs typeface="Tahoma"/>
              </a:rPr>
              <a:t>on</a:t>
            </a:r>
            <a:r>
              <a:rPr dirty="0" sz="2100" spc="-35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A03033"/>
                </a:solidFill>
                <a:latin typeface="Tahoma"/>
                <a:cs typeface="Tahoma"/>
              </a:rPr>
              <a:t>supplier </a:t>
            </a:r>
            <a:r>
              <a:rPr dirty="0" sz="2100" spc="-50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45" b="1">
                <a:solidFill>
                  <a:srgbClr val="A03033"/>
                </a:solidFill>
                <a:latin typeface="Tahoma"/>
                <a:cs typeface="Tahoma"/>
              </a:rPr>
              <a:t>(i.e.,</a:t>
            </a:r>
            <a:r>
              <a:rPr dirty="0" sz="2100" spc="-35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A03033"/>
                </a:solidFill>
                <a:latin typeface="Tahoma"/>
                <a:cs typeface="Tahoma"/>
              </a:rPr>
              <a:t>a</a:t>
            </a:r>
            <a:r>
              <a:rPr dirty="0" sz="2100" spc="-35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A03033"/>
                </a:solidFill>
                <a:latin typeface="Tahoma"/>
                <a:cs typeface="Tahoma"/>
              </a:rPr>
              <a:t>change</a:t>
            </a:r>
            <a:r>
              <a:rPr dirty="0" sz="2100" spc="-30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A03033"/>
                </a:solidFill>
                <a:latin typeface="Tahoma"/>
                <a:cs typeface="Tahoma"/>
              </a:rPr>
              <a:t>in</a:t>
            </a:r>
            <a:r>
              <a:rPr dirty="0" sz="2100" spc="-35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A03033"/>
                </a:solidFill>
                <a:latin typeface="Tahoma"/>
                <a:cs typeface="Tahoma"/>
              </a:rPr>
              <a:t>supplier </a:t>
            </a:r>
            <a:r>
              <a:rPr dirty="0" sz="2100" spc="-50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A03033"/>
                </a:solidFill>
                <a:latin typeface="Tahoma"/>
                <a:cs typeface="Tahoma"/>
              </a:rPr>
              <a:t>results</a:t>
            </a:r>
            <a:r>
              <a:rPr dirty="0" sz="2100" spc="-60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A03033"/>
                </a:solidFill>
                <a:latin typeface="Tahoma"/>
                <a:cs typeface="Tahoma"/>
              </a:rPr>
              <a:t>in</a:t>
            </a:r>
            <a:r>
              <a:rPr dirty="0" sz="2100" spc="-40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65" b="1">
                <a:solidFill>
                  <a:srgbClr val="A03033"/>
                </a:solidFill>
                <a:latin typeface="Tahoma"/>
                <a:cs typeface="Tahoma"/>
              </a:rPr>
              <a:t>a</a:t>
            </a:r>
            <a:r>
              <a:rPr dirty="0" sz="2100" spc="-30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70" b="1">
                <a:solidFill>
                  <a:srgbClr val="A03033"/>
                </a:solidFill>
                <a:latin typeface="Tahoma"/>
                <a:cs typeface="Tahoma"/>
              </a:rPr>
              <a:t>change</a:t>
            </a:r>
            <a:r>
              <a:rPr dirty="0" sz="2100" spc="-40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A03033"/>
                </a:solidFill>
                <a:latin typeface="Tahoma"/>
                <a:cs typeface="Tahoma"/>
              </a:rPr>
              <a:t>in</a:t>
            </a:r>
            <a:r>
              <a:rPr dirty="0" sz="2100" spc="-40" b="1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100" spc="-55" b="1">
                <a:solidFill>
                  <a:srgbClr val="A03033"/>
                </a:solidFill>
                <a:latin typeface="Tahoma"/>
                <a:cs typeface="Tahoma"/>
              </a:rPr>
              <a:t>client)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77155" y="1170431"/>
            <a:ext cx="1535430" cy="733425"/>
            <a:chOff x="4677155" y="1170431"/>
            <a:chExt cx="1535430" cy="733425"/>
          </a:xfrm>
        </p:grpSpPr>
        <p:sp>
          <p:nvSpPr>
            <p:cNvPr id="13" name="object 13"/>
            <p:cNvSpPr/>
            <p:nvPr/>
          </p:nvSpPr>
          <p:spPr>
            <a:xfrm>
              <a:off x="4683251" y="1176527"/>
              <a:ext cx="1522730" cy="721360"/>
            </a:xfrm>
            <a:custGeom>
              <a:avLst/>
              <a:gdLst/>
              <a:ahLst/>
              <a:cxnLst/>
              <a:rect l="l" t="t" r="r" b="b"/>
              <a:pathLst>
                <a:path w="1522729" h="721360">
                  <a:moveTo>
                    <a:pt x="1522476" y="720851"/>
                  </a:moveTo>
                  <a:lnTo>
                    <a:pt x="1522476" y="0"/>
                  </a:lnTo>
                  <a:lnTo>
                    <a:pt x="0" y="0"/>
                  </a:lnTo>
                  <a:lnTo>
                    <a:pt x="0" y="720851"/>
                  </a:lnTo>
                  <a:lnTo>
                    <a:pt x="1522476" y="720851"/>
                  </a:lnTo>
                  <a:close/>
                </a:path>
              </a:pathLst>
            </a:custGeom>
            <a:solidFill>
              <a:srgbClr val="66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77155" y="1170431"/>
              <a:ext cx="1535430" cy="733425"/>
            </a:xfrm>
            <a:custGeom>
              <a:avLst/>
              <a:gdLst/>
              <a:ahLst/>
              <a:cxnLst/>
              <a:rect l="l" t="t" r="r" b="b"/>
              <a:pathLst>
                <a:path w="1535429" h="733425">
                  <a:moveTo>
                    <a:pt x="1535430" y="730758"/>
                  </a:moveTo>
                  <a:lnTo>
                    <a:pt x="1535430" y="3048"/>
                  </a:lnTo>
                  <a:lnTo>
                    <a:pt x="1532382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730758"/>
                  </a:lnTo>
                  <a:lnTo>
                    <a:pt x="3048" y="733044"/>
                  </a:lnTo>
                  <a:lnTo>
                    <a:pt x="6096" y="733044"/>
                  </a:lnTo>
                  <a:lnTo>
                    <a:pt x="6096" y="12954"/>
                  </a:lnTo>
                  <a:lnTo>
                    <a:pt x="12953" y="6096"/>
                  </a:lnTo>
                  <a:lnTo>
                    <a:pt x="12953" y="12954"/>
                  </a:lnTo>
                  <a:lnTo>
                    <a:pt x="1522476" y="12954"/>
                  </a:lnTo>
                  <a:lnTo>
                    <a:pt x="1522476" y="6096"/>
                  </a:lnTo>
                  <a:lnTo>
                    <a:pt x="1528572" y="12954"/>
                  </a:lnTo>
                  <a:lnTo>
                    <a:pt x="1528572" y="733044"/>
                  </a:lnTo>
                  <a:lnTo>
                    <a:pt x="1532382" y="733044"/>
                  </a:lnTo>
                  <a:lnTo>
                    <a:pt x="1535430" y="730758"/>
                  </a:lnTo>
                  <a:close/>
                </a:path>
                <a:path w="1535429" h="733425">
                  <a:moveTo>
                    <a:pt x="12953" y="12954"/>
                  </a:moveTo>
                  <a:lnTo>
                    <a:pt x="12953" y="6096"/>
                  </a:lnTo>
                  <a:lnTo>
                    <a:pt x="6096" y="12954"/>
                  </a:lnTo>
                  <a:lnTo>
                    <a:pt x="12953" y="12954"/>
                  </a:lnTo>
                  <a:close/>
                </a:path>
                <a:path w="1535429" h="733425">
                  <a:moveTo>
                    <a:pt x="12953" y="720852"/>
                  </a:moveTo>
                  <a:lnTo>
                    <a:pt x="12953" y="12954"/>
                  </a:lnTo>
                  <a:lnTo>
                    <a:pt x="6096" y="12954"/>
                  </a:lnTo>
                  <a:lnTo>
                    <a:pt x="6096" y="720852"/>
                  </a:lnTo>
                  <a:lnTo>
                    <a:pt x="12953" y="720852"/>
                  </a:lnTo>
                  <a:close/>
                </a:path>
                <a:path w="1535429" h="733425">
                  <a:moveTo>
                    <a:pt x="1528572" y="720852"/>
                  </a:moveTo>
                  <a:lnTo>
                    <a:pt x="6096" y="720852"/>
                  </a:lnTo>
                  <a:lnTo>
                    <a:pt x="12953" y="726948"/>
                  </a:lnTo>
                  <a:lnTo>
                    <a:pt x="12953" y="733044"/>
                  </a:lnTo>
                  <a:lnTo>
                    <a:pt x="1522476" y="733044"/>
                  </a:lnTo>
                  <a:lnTo>
                    <a:pt x="1522476" y="726948"/>
                  </a:lnTo>
                  <a:lnTo>
                    <a:pt x="1528572" y="720852"/>
                  </a:lnTo>
                  <a:close/>
                </a:path>
                <a:path w="1535429" h="733425">
                  <a:moveTo>
                    <a:pt x="12953" y="733044"/>
                  </a:moveTo>
                  <a:lnTo>
                    <a:pt x="12953" y="726948"/>
                  </a:lnTo>
                  <a:lnTo>
                    <a:pt x="6096" y="720852"/>
                  </a:lnTo>
                  <a:lnTo>
                    <a:pt x="6096" y="733044"/>
                  </a:lnTo>
                  <a:lnTo>
                    <a:pt x="12953" y="733044"/>
                  </a:lnTo>
                  <a:close/>
                </a:path>
                <a:path w="1535429" h="733425">
                  <a:moveTo>
                    <a:pt x="1528572" y="12954"/>
                  </a:moveTo>
                  <a:lnTo>
                    <a:pt x="1522476" y="6096"/>
                  </a:lnTo>
                  <a:lnTo>
                    <a:pt x="1522476" y="12954"/>
                  </a:lnTo>
                  <a:lnTo>
                    <a:pt x="1528572" y="12954"/>
                  </a:lnTo>
                  <a:close/>
                </a:path>
                <a:path w="1535429" h="733425">
                  <a:moveTo>
                    <a:pt x="1528572" y="720852"/>
                  </a:moveTo>
                  <a:lnTo>
                    <a:pt x="1528572" y="12954"/>
                  </a:lnTo>
                  <a:lnTo>
                    <a:pt x="1522476" y="12954"/>
                  </a:lnTo>
                  <a:lnTo>
                    <a:pt x="1522476" y="720852"/>
                  </a:lnTo>
                  <a:lnTo>
                    <a:pt x="1528572" y="720852"/>
                  </a:lnTo>
                  <a:close/>
                </a:path>
                <a:path w="1535429" h="733425">
                  <a:moveTo>
                    <a:pt x="1528572" y="733044"/>
                  </a:moveTo>
                  <a:lnTo>
                    <a:pt x="1528572" y="720852"/>
                  </a:lnTo>
                  <a:lnTo>
                    <a:pt x="1522476" y="726948"/>
                  </a:lnTo>
                  <a:lnTo>
                    <a:pt x="1522476" y="733044"/>
                  </a:lnTo>
                  <a:lnTo>
                    <a:pt x="1528572" y="733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683252" y="1176527"/>
            <a:ext cx="1522730" cy="72136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317500" marR="127000" indent="-71120">
              <a:lnSpc>
                <a:spcPts val="1340"/>
              </a:lnSpc>
              <a:spcBef>
                <a:spcPts val="1175"/>
              </a:spcBef>
            </a:pPr>
            <a:r>
              <a:rPr dirty="0" sz="1300" b="1">
                <a:latin typeface="Arial"/>
                <a:cs typeface="Arial"/>
              </a:rPr>
              <a:t>«requirement»  </a:t>
            </a:r>
            <a:r>
              <a:rPr dirty="0" sz="1300" b="1">
                <a:latin typeface="Arial"/>
                <a:cs typeface="Arial"/>
              </a:rPr>
              <a:t>Acceleration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83858" y="1170431"/>
            <a:ext cx="1817370" cy="733425"/>
            <a:chOff x="6483858" y="1170431"/>
            <a:chExt cx="1817370" cy="733425"/>
          </a:xfrm>
        </p:grpSpPr>
        <p:sp>
          <p:nvSpPr>
            <p:cNvPr id="17" name="object 17"/>
            <p:cNvSpPr/>
            <p:nvPr/>
          </p:nvSpPr>
          <p:spPr>
            <a:xfrm>
              <a:off x="6489954" y="1176527"/>
              <a:ext cx="1805305" cy="721360"/>
            </a:xfrm>
            <a:custGeom>
              <a:avLst/>
              <a:gdLst/>
              <a:ahLst/>
              <a:cxnLst/>
              <a:rect l="l" t="t" r="r" b="b"/>
              <a:pathLst>
                <a:path w="1805304" h="721360">
                  <a:moveTo>
                    <a:pt x="1805177" y="720851"/>
                  </a:moveTo>
                  <a:lnTo>
                    <a:pt x="1805177" y="0"/>
                  </a:lnTo>
                  <a:lnTo>
                    <a:pt x="0" y="0"/>
                  </a:lnTo>
                  <a:lnTo>
                    <a:pt x="0" y="720851"/>
                  </a:lnTo>
                  <a:lnTo>
                    <a:pt x="1805177" y="720851"/>
                  </a:lnTo>
                  <a:close/>
                </a:path>
              </a:pathLst>
            </a:custGeom>
            <a:solidFill>
              <a:srgbClr val="66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483858" y="1170431"/>
              <a:ext cx="1817370" cy="733425"/>
            </a:xfrm>
            <a:custGeom>
              <a:avLst/>
              <a:gdLst/>
              <a:ahLst/>
              <a:cxnLst/>
              <a:rect l="l" t="t" r="r" b="b"/>
              <a:pathLst>
                <a:path w="1817370" h="733425">
                  <a:moveTo>
                    <a:pt x="1817370" y="730758"/>
                  </a:moveTo>
                  <a:lnTo>
                    <a:pt x="1817370" y="3048"/>
                  </a:lnTo>
                  <a:lnTo>
                    <a:pt x="1814322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730758"/>
                  </a:lnTo>
                  <a:lnTo>
                    <a:pt x="3048" y="733044"/>
                  </a:lnTo>
                  <a:lnTo>
                    <a:pt x="6095" y="733044"/>
                  </a:lnTo>
                  <a:lnTo>
                    <a:pt x="6096" y="12954"/>
                  </a:lnTo>
                  <a:lnTo>
                    <a:pt x="12192" y="6096"/>
                  </a:lnTo>
                  <a:lnTo>
                    <a:pt x="12192" y="12954"/>
                  </a:lnTo>
                  <a:lnTo>
                    <a:pt x="1805177" y="12954"/>
                  </a:lnTo>
                  <a:lnTo>
                    <a:pt x="1805177" y="6096"/>
                  </a:lnTo>
                  <a:lnTo>
                    <a:pt x="1811274" y="12954"/>
                  </a:lnTo>
                  <a:lnTo>
                    <a:pt x="1811274" y="733044"/>
                  </a:lnTo>
                  <a:lnTo>
                    <a:pt x="1814322" y="733044"/>
                  </a:lnTo>
                  <a:lnTo>
                    <a:pt x="1817370" y="730758"/>
                  </a:lnTo>
                  <a:close/>
                </a:path>
                <a:path w="1817370" h="733425">
                  <a:moveTo>
                    <a:pt x="12192" y="12954"/>
                  </a:moveTo>
                  <a:lnTo>
                    <a:pt x="12192" y="6096"/>
                  </a:lnTo>
                  <a:lnTo>
                    <a:pt x="6096" y="12954"/>
                  </a:lnTo>
                  <a:lnTo>
                    <a:pt x="12192" y="12954"/>
                  </a:lnTo>
                  <a:close/>
                </a:path>
                <a:path w="1817370" h="733425">
                  <a:moveTo>
                    <a:pt x="12192" y="720852"/>
                  </a:moveTo>
                  <a:lnTo>
                    <a:pt x="12192" y="12954"/>
                  </a:lnTo>
                  <a:lnTo>
                    <a:pt x="6096" y="12954"/>
                  </a:lnTo>
                  <a:lnTo>
                    <a:pt x="6096" y="720852"/>
                  </a:lnTo>
                  <a:lnTo>
                    <a:pt x="12192" y="720852"/>
                  </a:lnTo>
                  <a:close/>
                </a:path>
                <a:path w="1817370" h="733425">
                  <a:moveTo>
                    <a:pt x="1811274" y="720852"/>
                  </a:moveTo>
                  <a:lnTo>
                    <a:pt x="6096" y="720852"/>
                  </a:lnTo>
                  <a:lnTo>
                    <a:pt x="12192" y="726948"/>
                  </a:lnTo>
                  <a:lnTo>
                    <a:pt x="12192" y="733044"/>
                  </a:lnTo>
                  <a:lnTo>
                    <a:pt x="1805177" y="733044"/>
                  </a:lnTo>
                  <a:lnTo>
                    <a:pt x="1805177" y="726948"/>
                  </a:lnTo>
                  <a:lnTo>
                    <a:pt x="1811274" y="720852"/>
                  </a:lnTo>
                  <a:close/>
                </a:path>
                <a:path w="1817370" h="733425">
                  <a:moveTo>
                    <a:pt x="12192" y="733044"/>
                  </a:moveTo>
                  <a:lnTo>
                    <a:pt x="12192" y="726948"/>
                  </a:lnTo>
                  <a:lnTo>
                    <a:pt x="6096" y="720852"/>
                  </a:lnTo>
                  <a:lnTo>
                    <a:pt x="6095" y="733044"/>
                  </a:lnTo>
                  <a:lnTo>
                    <a:pt x="12192" y="733044"/>
                  </a:lnTo>
                  <a:close/>
                </a:path>
                <a:path w="1817370" h="733425">
                  <a:moveTo>
                    <a:pt x="1811274" y="12954"/>
                  </a:moveTo>
                  <a:lnTo>
                    <a:pt x="1805177" y="6096"/>
                  </a:lnTo>
                  <a:lnTo>
                    <a:pt x="1805177" y="12954"/>
                  </a:lnTo>
                  <a:lnTo>
                    <a:pt x="1811274" y="12954"/>
                  </a:lnTo>
                  <a:close/>
                </a:path>
                <a:path w="1817370" h="733425">
                  <a:moveTo>
                    <a:pt x="1811274" y="720852"/>
                  </a:moveTo>
                  <a:lnTo>
                    <a:pt x="1811274" y="12954"/>
                  </a:lnTo>
                  <a:lnTo>
                    <a:pt x="1805177" y="12954"/>
                  </a:lnTo>
                  <a:lnTo>
                    <a:pt x="1805177" y="720852"/>
                  </a:lnTo>
                  <a:lnTo>
                    <a:pt x="1811274" y="720852"/>
                  </a:lnTo>
                  <a:close/>
                </a:path>
                <a:path w="1817370" h="733425">
                  <a:moveTo>
                    <a:pt x="1811274" y="733044"/>
                  </a:moveTo>
                  <a:lnTo>
                    <a:pt x="1811274" y="720852"/>
                  </a:lnTo>
                  <a:lnTo>
                    <a:pt x="1805177" y="726948"/>
                  </a:lnTo>
                  <a:lnTo>
                    <a:pt x="1805177" y="733044"/>
                  </a:lnTo>
                  <a:lnTo>
                    <a:pt x="1811274" y="733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489953" y="1176527"/>
            <a:ext cx="1805305" cy="72136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358775" marR="254635" indent="43180">
              <a:lnSpc>
                <a:spcPts val="1340"/>
              </a:lnSpc>
              <a:spcBef>
                <a:spcPts val="1175"/>
              </a:spcBef>
            </a:pPr>
            <a:r>
              <a:rPr dirty="0" sz="1300" b="1">
                <a:latin typeface="Arial"/>
                <a:cs typeface="Arial"/>
              </a:rPr>
              <a:t>«requirement»  </a:t>
            </a:r>
            <a:r>
              <a:rPr dirty="0" sz="1300" b="1">
                <a:latin typeface="Arial"/>
                <a:cs typeface="Arial"/>
              </a:rPr>
              <a:t>CargoCapacity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634233" y="1170431"/>
            <a:ext cx="1724025" cy="733425"/>
            <a:chOff x="2634233" y="1170431"/>
            <a:chExt cx="1724025" cy="733425"/>
          </a:xfrm>
        </p:grpSpPr>
        <p:sp>
          <p:nvSpPr>
            <p:cNvPr id="21" name="object 21"/>
            <p:cNvSpPr/>
            <p:nvPr/>
          </p:nvSpPr>
          <p:spPr>
            <a:xfrm>
              <a:off x="2640329" y="1176527"/>
              <a:ext cx="1711960" cy="721360"/>
            </a:xfrm>
            <a:custGeom>
              <a:avLst/>
              <a:gdLst/>
              <a:ahLst/>
              <a:cxnLst/>
              <a:rect l="l" t="t" r="r" b="b"/>
              <a:pathLst>
                <a:path w="1711960" h="721360">
                  <a:moveTo>
                    <a:pt x="1711451" y="720851"/>
                  </a:moveTo>
                  <a:lnTo>
                    <a:pt x="1711451" y="0"/>
                  </a:lnTo>
                  <a:lnTo>
                    <a:pt x="0" y="0"/>
                  </a:lnTo>
                  <a:lnTo>
                    <a:pt x="0" y="720851"/>
                  </a:lnTo>
                  <a:lnTo>
                    <a:pt x="1711451" y="720851"/>
                  </a:lnTo>
                  <a:close/>
                </a:path>
              </a:pathLst>
            </a:custGeom>
            <a:solidFill>
              <a:srgbClr val="66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634233" y="1170431"/>
              <a:ext cx="1724025" cy="733425"/>
            </a:xfrm>
            <a:custGeom>
              <a:avLst/>
              <a:gdLst/>
              <a:ahLst/>
              <a:cxnLst/>
              <a:rect l="l" t="t" r="r" b="b"/>
              <a:pathLst>
                <a:path w="1724025" h="733425">
                  <a:moveTo>
                    <a:pt x="1723644" y="730758"/>
                  </a:moveTo>
                  <a:lnTo>
                    <a:pt x="1723644" y="3048"/>
                  </a:lnTo>
                  <a:lnTo>
                    <a:pt x="1720595" y="0"/>
                  </a:lnTo>
                  <a:lnTo>
                    <a:pt x="2285" y="0"/>
                  </a:lnTo>
                  <a:lnTo>
                    <a:pt x="0" y="3048"/>
                  </a:lnTo>
                  <a:lnTo>
                    <a:pt x="0" y="730758"/>
                  </a:lnTo>
                  <a:lnTo>
                    <a:pt x="2286" y="733044"/>
                  </a:lnTo>
                  <a:lnTo>
                    <a:pt x="6095" y="733044"/>
                  </a:lnTo>
                  <a:lnTo>
                    <a:pt x="6096" y="12954"/>
                  </a:lnTo>
                  <a:lnTo>
                    <a:pt x="12192" y="6096"/>
                  </a:lnTo>
                  <a:lnTo>
                    <a:pt x="12192" y="12954"/>
                  </a:lnTo>
                  <a:lnTo>
                    <a:pt x="1711452" y="12954"/>
                  </a:lnTo>
                  <a:lnTo>
                    <a:pt x="1711452" y="6096"/>
                  </a:lnTo>
                  <a:lnTo>
                    <a:pt x="1717548" y="12954"/>
                  </a:lnTo>
                  <a:lnTo>
                    <a:pt x="1717548" y="733044"/>
                  </a:lnTo>
                  <a:lnTo>
                    <a:pt x="1720595" y="733044"/>
                  </a:lnTo>
                  <a:lnTo>
                    <a:pt x="1723644" y="730758"/>
                  </a:lnTo>
                  <a:close/>
                </a:path>
                <a:path w="1724025" h="733425">
                  <a:moveTo>
                    <a:pt x="12192" y="12954"/>
                  </a:moveTo>
                  <a:lnTo>
                    <a:pt x="12192" y="6096"/>
                  </a:lnTo>
                  <a:lnTo>
                    <a:pt x="6096" y="12954"/>
                  </a:lnTo>
                  <a:lnTo>
                    <a:pt x="12192" y="12954"/>
                  </a:lnTo>
                  <a:close/>
                </a:path>
                <a:path w="1724025" h="733425">
                  <a:moveTo>
                    <a:pt x="12192" y="720852"/>
                  </a:moveTo>
                  <a:lnTo>
                    <a:pt x="12192" y="12954"/>
                  </a:lnTo>
                  <a:lnTo>
                    <a:pt x="6096" y="12954"/>
                  </a:lnTo>
                  <a:lnTo>
                    <a:pt x="6096" y="720852"/>
                  </a:lnTo>
                  <a:lnTo>
                    <a:pt x="12192" y="720852"/>
                  </a:lnTo>
                  <a:close/>
                </a:path>
                <a:path w="1724025" h="733425">
                  <a:moveTo>
                    <a:pt x="1717548" y="720852"/>
                  </a:moveTo>
                  <a:lnTo>
                    <a:pt x="6096" y="720852"/>
                  </a:lnTo>
                  <a:lnTo>
                    <a:pt x="12192" y="726948"/>
                  </a:lnTo>
                  <a:lnTo>
                    <a:pt x="12192" y="733044"/>
                  </a:lnTo>
                  <a:lnTo>
                    <a:pt x="1711452" y="733044"/>
                  </a:lnTo>
                  <a:lnTo>
                    <a:pt x="1711452" y="726948"/>
                  </a:lnTo>
                  <a:lnTo>
                    <a:pt x="1717548" y="720852"/>
                  </a:lnTo>
                  <a:close/>
                </a:path>
                <a:path w="1724025" h="733425">
                  <a:moveTo>
                    <a:pt x="12192" y="733044"/>
                  </a:moveTo>
                  <a:lnTo>
                    <a:pt x="12192" y="726948"/>
                  </a:lnTo>
                  <a:lnTo>
                    <a:pt x="6096" y="720852"/>
                  </a:lnTo>
                  <a:lnTo>
                    <a:pt x="6095" y="733044"/>
                  </a:lnTo>
                  <a:lnTo>
                    <a:pt x="12192" y="733044"/>
                  </a:lnTo>
                  <a:close/>
                </a:path>
                <a:path w="1724025" h="733425">
                  <a:moveTo>
                    <a:pt x="1717548" y="12954"/>
                  </a:moveTo>
                  <a:lnTo>
                    <a:pt x="1711452" y="6096"/>
                  </a:lnTo>
                  <a:lnTo>
                    <a:pt x="1711452" y="12954"/>
                  </a:lnTo>
                  <a:lnTo>
                    <a:pt x="1717548" y="12954"/>
                  </a:lnTo>
                  <a:close/>
                </a:path>
                <a:path w="1724025" h="733425">
                  <a:moveTo>
                    <a:pt x="1717548" y="720852"/>
                  </a:moveTo>
                  <a:lnTo>
                    <a:pt x="1717548" y="12954"/>
                  </a:lnTo>
                  <a:lnTo>
                    <a:pt x="1711452" y="12954"/>
                  </a:lnTo>
                  <a:lnTo>
                    <a:pt x="1711452" y="720852"/>
                  </a:lnTo>
                  <a:lnTo>
                    <a:pt x="1717548" y="720852"/>
                  </a:lnTo>
                  <a:close/>
                </a:path>
                <a:path w="1724025" h="733425">
                  <a:moveTo>
                    <a:pt x="1717548" y="733044"/>
                  </a:moveTo>
                  <a:lnTo>
                    <a:pt x="1717548" y="720852"/>
                  </a:lnTo>
                  <a:lnTo>
                    <a:pt x="1711452" y="726948"/>
                  </a:lnTo>
                  <a:lnTo>
                    <a:pt x="1711452" y="733044"/>
                  </a:lnTo>
                  <a:lnTo>
                    <a:pt x="1717548" y="733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640329" y="1176527"/>
            <a:ext cx="1711960" cy="72136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76530" marR="82550" indent="179070">
              <a:lnSpc>
                <a:spcPts val="1340"/>
              </a:lnSpc>
              <a:spcBef>
                <a:spcPts val="1175"/>
              </a:spcBef>
            </a:pPr>
            <a:r>
              <a:rPr dirty="0" sz="1300" b="1">
                <a:latin typeface="Arial"/>
                <a:cs typeface="Arial"/>
              </a:rPr>
              <a:t>«requirement» </a:t>
            </a:r>
            <a:r>
              <a:rPr dirty="0" sz="1300" spc="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OffRoadCapability</a:t>
            </a:r>
            <a:endParaRPr sz="1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84085" y="1875462"/>
            <a:ext cx="2298065" cy="59690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600" spc="-5">
                <a:solidFill>
                  <a:srgbClr val="A03033"/>
                </a:solidFill>
                <a:latin typeface="Tahoma"/>
                <a:cs typeface="Tahoma"/>
              </a:rPr>
              <a:t>Supplier</a:t>
            </a:r>
            <a:endParaRPr sz="1600">
              <a:latin typeface="Tahoma"/>
              <a:cs typeface="Tahoma"/>
            </a:endParaRPr>
          </a:p>
          <a:p>
            <a:pPr marL="1245235">
              <a:lnSpc>
                <a:spcPct val="100000"/>
              </a:lnSpc>
              <a:spcBef>
                <a:spcPts val="455"/>
              </a:spcBef>
            </a:pPr>
            <a:r>
              <a:rPr dirty="0" sz="1300" b="1">
                <a:latin typeface="Arial"/>
                <a:cs typeface="Arial"/>
              </a:rPr>
              <a:t>«deriveReqt»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977128" y="5036058"/>
            <a:ext cx="1770380" cy="736600"/>
            <a:chOff x="5977128" y="5036058"/>
            <a:chExt cx="1770380" cy="736600"/>
          </a:xfrm>
        </p:grpSpPr>
        <p:sp>
          <p:nvSpPr>
            <p:cNvPr id="26" name="object 26"/>
            <p:cNvSpPr/>
            <p:nvPr/>
          </p:nvSpPr>
          <p:spPr>
            <a:xfrm>
              <a:off x="5983986" y="5042154"/>
              <a:ext cx="1757680" cy="723900"/>
            </a:xfrm>
            <a:custGeom>
              <a:avLst/>
              <a:gdLst/>
              <a:ahLst/>
              <a:cxnLst/>
              <a:rect l="l" t="t" r="r" b="b"/>
              <a:pathLst>
                <a:path w="1757679" h="723900">
                  <a:moveTo>
                    <a:pt x="1757171" y="723900"/>
                  </a:moveTo>
                  <a:lnTo>
                    <a:pt x="1757171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757171" y="72390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977128" y="5036058"/>
              <a:ext cx="1770380" cy="736600"/>
            </a:xfrm>
            <a:custGeom>
              <a:avLst/>
              <a:gdLst/>
              <a:ahLst/>
              <a:cxnLst/>
              <a:rect l="l" t="t" r="r" b="b"/>
              <a:pathLst>
                <a:path w="1770379" h="736600">
                  <a:moveTo>
                    <a:pt x="1770126" y="733806"/>
                  </a:moveTo>
                  <a:lnTo>
                    <a:pt x="1770126" y="3048"/>
                  </a:lnTo>
                  <a:lnTo>
                    <a:pt x="1767077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733806"/>
                  </a:lnTo>
                  <a:lnTo>
                    <a:pt x="3048" y="736092"/>
                  </a:lnTo>
                  <a:lnTo>
                    <a:pt x="6858" y="736092"/>
                  </a:lnTo>
                  <a:lnTo>
                    <a:pt x="6858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1757172" y="12192"/>
                  </a:lnTo>
                  <a:lnTo>
                    <a:pt x="1757172" y="6096"/>
                  </a:lnTo>
                  <a:lnTo>
                    <a:pt x="1764030" y="12192"/>
                  </a:lnTo>
                  <a:lnTo>
                    <a:pt x="1764030" y="736092"/>
                  </a:lnTo>
                  <a:lnTo>
                    <a:pt x="1767077" y="736092"/>
                  </a:lnTo>
                  <a:lnTo>
                    <a:pt x="1770126" y="733806"/>
                  </a:lnTo>
                  <a:close/>
                </a:path>
                <a:path w="1770379" h="736600">
                  <a:moveTo>
                    <a:pt x="12954" y="12192"/>
                  </a:moveTo>
                  <a:lnTo>
                    <a:pt x="12954" y="6096"/>
                  </a:lnTo>
                  <a:lnTo>
                    <a:pt x="6858" y="12192"/>
                  </a:lnTo>
                  <a:lnTo>
                    <a:pt x="12954" y="12192"/>
                  </a:lnTo>
                  <a:close/>
                </a:path>
                <a:path w="1770379" h="736600">
                  <a:moveTo>
                    <a:pt x="12954" y="723900"/>
                  </a:moveTo>
                  <a:lnTo>
                    <a:pt x="12954" y="12192"/>
                  </a:lnTo>
                  <a:lnTo>
                    <a:pt x="6858" y="12192"/>
                  </a:lnTo>
                  <a:lnTo>
                    <a:pt x="6858" y="723900"/>
                  </a:lnTo>
                  <a:lnTo>
                    <a:pt x="12954" y="723900"/>
                  </a:lnTo>
                  <a:close/>
                </a:path>
                <a:path w="1770379" h="736600">
                  <a:moveTo>
                    <a:pt x="1764030" y="723900"/>
                  </a:moveTo>
                  <a:lnTo>
                    <a:pt x="6858" y="723900"/>
                  </a:lnTo>
                  <a:lnTo>
                    <a:pt x="12954" y="729996"/>
                  </a:lnTo>
                  <a:lnTo>
                    <a:pt x="12954" y="736092"/>
                  </a:lnTo>
                  <a:lnTo>
                    <a:pt x="1757172" y="736092"/>
                  </a:lnTo>
                  <a:lnTo>
                    <a:pt x="1757172" y="729996"/>
                  </a:lnTo>
                  <a:lnTo>
                    <a:pt x="1764030" y="723900"/>
                  </a:lnTo>
                  <a:close/>
                </a:path>
                <a:path w="1770379" h="736600">
                  <a:moveTo>
                    <a:pt x="12954" y="736092"/>
                  </a:moveTo>
                  <a:lnTo>
                    <a:pt x="12954" y="729996"/>
                  </a:lnTo>
                  <a:lnTo>
                    <a:pt x="6858" y="723900"/>
                  </a:lnTo>
                  <a:lnTo>
                    <a:pt x="6858" y="736092"/>
                  </a:lnTo>
                  <a:lnTo>
                    <a:pt x="12954" y="736092"/>
                  </a:lnTo>
                  <a:close/>
                </a:path>
                <a:path w="1770379" h="736600">
                  <a:moveTo>
                    <a:pt x="1764030" y="12192"/>
                  </a:moveTo>
                  <a:lnTo>
                    <a:pt x="1757172" y="6096"/>
                  </a:lnTo>
                  <a:lnTo>
                    <a:pt x="1757172" y="12192"/>
                  </a:lnTo>
                  <a:lnTo>
                    <a:pt x="1764030" y="12192"/>
                  </a:lnTo>
                  <a:close/>
                </a:path>
                <a:path w="1770379" h="736600">
                  <a:moveTo>
                    <a:pt x="1764030" y="723900"/>
                  </a:moveTo>
                  <a:lnTo>
                    <a:pt x="1764030" y="12192"/>
                  </a:lnTo>
                  <a:lnTo>
                    <a:pt x="1757172" y="12192"/>
                  </a:lnTo>
                  <a:lnTo>
                    <a:pt x="1757172" y="723900"/>
                  </a:lnTo>
                  <a:lnTo>
                    <a:pt x="1764030" y="723900"/>
                  </a:lnTo>
                  <a:close/>
                </a:path>
                <a:path w="1770379" h="736600">
                  <a:moveTo>
                    <a:pt x="1764030" y="736092"/>
                  </a:moveTo>
                  <a:lnTo>
                    <a:pt x="1764030" y="723900"/>
                  </a:lnTo>
                  <a:lnTo>
                    <a:pt x="1757172" y="729996"/>
                  </a:lnTo>
                  <a:lnTo>
                    <a:pt x="1757172" y="736092"/>
                  </a:lnTo>
                  <a:lnTo>
                    <a:pt x="1764030" y="736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5983985" y="5042153"/>
            <a:ext cx="1757680" cy="72390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89865" marR="180340" indent="346075">
              <a:lnSpc>
                <a:spcPts val="1350"/>
              </a:lnSpc>
              <a:spcBef>
                <a:spcPts val="1180"/>
              </a:spcBef>
            </a:pPr>
            <a:r>
              <a:rPr dirty="0" sz="1300" spc="15" b="1">
                <a:latin typeface="Arial"/>
                <a:cs typeface="Arial"/>
              </a:rPr>
              <a:t>«block» </a:t>
            </a:r>
            <a:r>
              <a:rPr dirty="0" sz="1300" spc="2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Po</a:t>
            </a:r>
            <a:r>
              <a:rPr dirty="0" sz="1300" spc="10" b="1">
                <a:latin typeface="Arial"/>
                <a:cs typeface="Arial"/>
              </a:rPr>
              <a:t>w</a:t>
            </a:r>
            <a:r>
              <a:rPr dirty="0" sz="1300" b="1">
                <a:latin typeface="Arial"/>
                <a:cs typeface="Arial"/>
              </a:rPr>
              <a:t>e</a:t>
            </a:r>
            <a:r>
              <a:rPr dirty="0" sz="1300" spc="-10" b="1">
                <a:latin typeface="Arial"/>
                <a:cs typeface="Arial"/>
              </a:rPr>
              <a:t>r</a:t>
            </a:r>
            <a:r>
              <a:rPr dirty="0" sz="1300" spc="-5" b="1">
                <a:latin typeface="Arial"/>
                <a:cs typeface="Arial"/>
              </a:rPr>
              <a:t>S</a:t>
            </a:r>
            <a:r>
              <a:rPr dirty="0" sz="1300" b="1">
                <a:latin typeface="Arial"/>
                <a:cs typeface="Arial"/>
              </a:rPr>
              <a:t>ubs</a:t>
            </a:r>
            <a:r>
              <a:rPr dirty="0" sz="1300" spc="-10" b="1">
                <a:latin typeface="Arial"/>
                <a:cs typeface="Arial"/>
              </a:rPr>
              <a:t>y</a:t>
            </a:r>
            <a:r>
              <a:rPr dirty="0" sz="1300" b="1">
                <a:latin typeface="Arial"/>
                <a:cs typeface="Arial"/>
              </a:rPr>
              <a:t>stem</a:t>
            </a:r>
            <a:endParaRPr sz="1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05593" y="4369144"/>
            <a:ext cx="1070610" cy="63055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300" spc="-5" b="1">
                <a:latin typeface="Arial"/>
                <a:cs typeface="Arial"/>
              </a:rPr>
              <a:t>«satisfy»</a:t>
            </a:r>
            <a:endParaRPr sz="1300">
              <a:latin typeface="Arial"/>
              <a:cs typeface="Arial"/>
            </a:endParaRPr>
          </a:p>
          <a:p>
            <a:pPr marL="553085">
              <a:lnSpc>
                <a:spcPct val="100000"/>
              </a:lnSpc>
              <a:spcBef>
                <a:spcPts val="710"/>
              </a:spcBef>
            </a:pPr>
            <a:r>
              <a:rPr dirty="0" sz="1600">
                <a:solidFill>
                  <a:srgbClr val="A03033"/>
                </a:solidFill>
                <a:latin typeface="Tahoma"/>
                <a:cs typeface="Tahoma"/>
              </a:rPr>
              <a:t>Client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43855" y="1897380"/>
            <a:ext cx="2449830" cy="2462530"/>
            <a:chOff x="4943855" y="1897380"/>
            <a:chExt cx="2449830" cy="2462530"/>
          </a:xfrm>
        </p:grpSpPr>
        <p:sp>
          <p:nvSpPr>
            <p:cNvPr id="31" name="object 31"/>
            <p:cNvSpPr/>
            <p:nvPr/>
          </p:nvSpPr>
          <p:spPr>
            <a:xfrm>
              <a:off x="5383708" y="1897392"/>
              <a:ext cx="2010410" cy="2462530"/>
            </a:xfrm>
            <a:custGeom>
              <a:avLst/>
              <a:gdLst/>
              <a:ahLst/>
              <a:cxnLst/>
              <a:rect l="l" t="t" r="r" b="b"/>
              <a:pathLst>
                <a:path w="2010409" h="2462529">
                  <a:moveTo>
                    <a:pt x="143065" y="406146"/>
                  </a:moveTo>
                  <a:lnTo>
                    <a:pt x="120205" y="255270"/>
                  </a:lnTo>
                  <a:lnTo>
                    <a:pt x="82867" y="261366"/>
                  </a:lnTo>
                  <a:lnTo>
                    <a:pt x="105727" y="412242"/>
                  </a:lnTo>
                  <a:lnTo>
                    <a:pt x="143065" y="406146"/>
                  </a:lnTo>
                  <a:close/>
                </a:path>
                <a:path w="2010409" h="2462529">
                  <a:moveTo>
                    <a:pt x="169735" y="142201"/>
                  </a:moveTo>
                  <a:lnTo>
                    <a:pt x="168884" y="134861"/>
                  </a:lnTo>
                  <a:lnTo>
                    <a:pt x="165163" y="128016"/>
                  </a:lnTo>
                  <a:lnTo>
                    <a:pt x="61531" y="0"/>
                  </a:lnTo>
                  <a:lnTo>
                    <a:pt x="1333" y="153162"/>
                  </a:lnTo>
                  <a:lnTo>
                    <a:pt x="0" y="160731"/>
                  </a:lnTo>
                  <a:lnTo>
                    <a:pt x="1524" y="168021"/>
                  </a:lnTo>
                  <a:lnTo>
                    <a:pt x="5626" y="174155"/>
                  </a:lnTo>
                  <a:lnTo>
                    <a:pt x="12001" y="178308"/>
                  </a:lnTo>
                  <a:lnTo>
                    <a:pt x="19456" y="179641"/>
                  </a:lnTo>
                  <a:lnTo>
                    <a:pt x="26479" y="178117"/>
                  </a:lnTo>
                  <a:lnTo>
                    <a:pt x="32372" y="174015"/>
                  </a:lnTo>
                  <a:lnTo>
                    <a:pt x="36385" y="167640"/>
                  </a:lnTo>
                  <a:lnTo>
                    <a:pt x="48577" y="136779"/>
                  </a:lnTo>
                  <a:lnTo>
                    <a:pt x="59309" y="109613"/>
                  </a:lnTo>
                  <a:lnTo>
                    <a:pt x="65341" y="148590"/>
                  </a:lnTo>
                  <a:lnTo>
                    <a:pt x="102679" y="142494"/>
                  </a:lnTo>
                  <a:lnTo>
                    <a:pt x="97040" y="104317"/>
                  </a:lnTo>
                  <a:lnTo>
                    <a:pt x="136207" y="152400"/>
                  </a:lnTo>
                  <a:lnTo>
                    <a:pt x="141770" y="156933"/>
                  </a:lnTo>
                  <a:lnTo>
                    <a:pt x="148691" y="158965"/>
                  </a:lnTo>
                  <a:lnTo>
                    <a:pt x="156032" y="158292"/>
                  </a:lnTo>
                  <a:lnTo>
                    <a:pt x="162877" y="154686"/>
                  </a:lnTo>
                  <a:lnTo>
                    <a:pt x="167741" y="149123"/>
                  </a:lnTo>
                  <a:lnTo>
                    <a:pt x="169735" y="142201"/>
                  </a:lnTo>
                  <a:close/>
                </a:path>
                <a:path w="2010409" h="2462529">
                  <a:moveTo>
                    <a:pt x="184213" y="669798"/>
                  </a:moveTo>
                  <a:lnTo>
                    <a:pt x="160591" y="518922"/>
                  </a:lnTo>
                  <a:lnTo>
                    <a:pt x="123253" y="525018"/>
                  </a:lnTo>
                  <a:lnTo>
                    <a:pt x="146113" y="675894"/>
                  </a:lnTo>
                  <a:lnTo>
                    <a:pt x="184213" y="669798"/>
                  </a:lnTo>
                  <a:close/>
                </a:path>
                <a:path w="2010409" h="2462529">
                  <a:moveTo>
                    <a:pt x="224599" y="933450"/>
                  </a:moveTo>
                  <a:lnTo>
                    <a:pt x="200977" y="782574"/>
                  </a:lnTo>
                  <a:lnTo>
                    <a:pt x="163639" y="788670"/>
                  </a:lnTo>
                  <a:lnTo>
                    <a:pt x="186499" y="939546"/>
                  </a:lnTo>
                  <a:lnTo>
                    <a:pt x="224599" y="933450"/>
                  </a:lnTo>
                  <a:close/>
                </a:path>
                <a:path w="2010409" h="2462529">
                  <a:moveTo>
                    <a:pt x="264985" y="1197102"/>
                  </a:moveTo>
                  <a:lnTo>
                    <a:pt x="241363" y="1046226"/>
                  </a:lnTo>
                  <a:lnTo>
                    <a:pt x="204025" y="1052322"/>
                  </a:lnTo>
                  <a:lnTo>
                    <a:pt x="226885" y="1203198"/>
                  </a:lnTo>
                  <a:lnTo>
                    <a:pt x="264985" y="1197102"/>
                  </a:lnTo>
                  <a:close/>
                </a:path>
                <a:path w="2010409" h="2462529">
                  <a:moveTo>
                    <a:pt x="305371" y="1460754"/>
                  </a:moveTo>
                  <a:lnTo>
                    <a:pt x="281749" y="1309878"/>
                  </a:lnTo>
                  <a:lnTo>
                    <a:pt x="244411" y="1315974"/>
                  </a:lnTo>
                  <a:lnTo>
                    <a:pt x="267271" y="1466850"/>
                  </a:lnTo>
                  <a:lnTo>
                    <a:pt x="305371" y="1460754"/>
                  </a:lnTo>
                  <a:close/>
                </a:path>
                <a:path w="2010409" h="2462529">
                  <a:moveTo>
                    <a:pt x="345757" y="1724406"/>
                  </a:moveTo>
                  <a:lnTo>
                    <a:pt x="322897" y="1573530"/>
                  </a:lnTo>
                  <a:lnTo>
                    <a:pt x="284797" y="1579626"/>
                  </a:lnTo>
                  <a:lnTo>
                    <a:pt x="308419" y="1730502"/>
                  </a:lnTo>
                  <a:lnTo>
                    <a:pt x="345757" y="1724406"/>
                  </a:lnTo>
                  <a:close/>
                </a:path>
                <a:path w="2010409" h="2462529">
                  <a:moveTo>
                    <a:pt x="428828" y="2336292"/>
                  </a:moveTo>
                  <a:lnTo>
                    <a:pt x="397586" y="2314956"/>
                  </a:lnTo>
                  <a:lnTo>
                    <a:pt x="311480" y="2440686"/>
                  </a:lnTo>
                  <a:lnTo>
                    <a:pt x="342722" y="2462022"/>
                  </a:lnTo>
                  <a:lnTo>
                    <a:pt x="428828" y="2336292"/>
                  </a:lnTo>
                  <a:close/>
                </a:path>
                <a:path w="2010409" h="2462529">
                  <a:moveTo>
                    <a:pt x="579704" y="2116074"/>
                  </a:moveTo>
                  <a:lnTo>
                    <a:pt x="548462" y="2094738"/>
                  </a:lnTo>
                  <a:lnTo>
                    <a:pt x="462356" y="2220468"/>
                  </a:lnTo>
                  <a:lnTo>
                    <a:pt x="493598" y="2241804"/>
                  </a:lnTo>
                  <a:lnTo>
                    <a:pt x="579704" y="2116074"/>
                  </a:lnTo>
                  <a:close/>
                </a:path>
                <a:path w="2010409" h="2462529">
                  <a:moveTo>
                    <a:pt x="730580" y="1896618"/>
                  </a:moveTo>
                  <a:lnTo>
                    <a:pt x="699338" y="1875282"/>
                  </a:lnTo>
                  <a:lnTo>
                    <a:pt x="613232" y="2000250"/>
                  </a:lnTo>
                  <a:lnTo>
                    <a:pt x="644474" y="2022348"/>
                  </a:lnTo>
                  <a:lnTo>
                    <a:pt x="730580" y="1896618"/>
                  </a:lnTo>
                  <a:close/>
                </a:path>
                <a:path w="2010409" h="2462529">
                  <a:moveTo>
                    <a:pt x="881456" y="1676400"/>
                  </a:moveTo>
                  <a:lnTo>
                    <a:pt x="850214" y="1655064"/>
                  </a:lnTo>
                  <a:lnTo>
                    <a:pt x="764108" y="1780794"/>
                  </a:lnTo>
                  <a:lnTo>
                    <a:pt x="795350" y="1802130"/>
                  </a:lnTo>
                  <a:lnTo>
                    <a:pt x="881456" y="1676400"/>
                  </a:lnTo>
                  <a:close/>
                </a:path>
                <a:path w="2010409" h="2462529">
                  <a:moveTo>
                    <a:pt x="1032332" y="1456944"/>
                  </a:moveTo>
                  <a:lnTo>
                    <a:pt x="1001090" y="1435608"/>
                  </a:lnTo>
                  <a:lnTo>
                    <a:pt x="914984" y="1560576"/>
                  </a:lnTo>
                  <a:lnTo>
                    <a:pt x="946226" y="1582674"/>
                  </a:lnTo>
                  <a:lnTo>
                    <a:pt x="1032332" y="1456944"/>
                  </a:lnTo>
                  <a:close/>
                </a:path>
                <a:path w="2010409" h="2462529">
                  <a:moveTo>
                    <a:pt x="1183208" y="1236726"/>
                  </a:moveTo>
                  <a:lnTo>
                    <a:pt x="1151966" y="1215390"/>
                  </a:lnTo>
                  <a:lnTo>
                    <a:pt x="1065860" y="1341120"/>
                  </a:lnTo>
                  <a:lnTo>
                    <a:pt x="1097102" y="1362456"/>
                  </a:lnTo>
                  <a:lnTo>
                    <a:pt x="1183208" y="1236726"/>
                  </a:lnTo>
                  <a:close/>
                </a:path>
                <a:path w="2010409" h="2462529">
                  <a:moveTo>
                    <a:pt x="1334846" y="1017270"/>
                  </a:moveTo>
                  <a:lnTo>
                    <a:pt x="1302842" y="995172"/>
                  </a:lnTo>
                  <a:lnTo>
                    <a:pt x="1216736" y="1120902"/>
                  </a:lnTo>
                  <a:lnTo>
                    <a:pt x="1247978" y="1143000"/>
                  </a:lnTo>
                  <a:lnTo>
                    <a:pt x="1334846" y="1017270"/>
                  </a:lnTo>
                  <a:close/>
                </a:path>
                <a:path w="2010409" h="2462529">
                  <a:moveTo>
                    <a:pt x="1485722" y="797052"/>
                  </a:moveTo>
                  <a:lnTo>
                    <a:pt x="1453718" y="775716"/>
                  </a:lnTo>
                  <a:lnTo>
                    <a:pt x="1367612" y="901446"/>
                  </a:lnTo>
                  <a:lnTo>
                    <a:pt x="1398854" y="922782"/>
                  </a:lnTo>
                  <a:lnTo>
                    <a:pt x="1485722" y="797052"/>
                  </a:lnTo>
                  <a:close/>
                </a:path>
                <a:path w="2010409" h="2462529">
                  <a:moveTo>
                    <a:pt x="1636598" y="577596"/>
                  </a:moveTo>
                  <a:lnTo>
                    <a:pt x="1605356" y="555498"/>
                  </a:lnTo>
                  <a:lnTo>
                    <a:pt x="1518488" y="681228"/>
                  </a:lnTo>
                  <a:lnTo>
                    <a:pt x="1550492" y="703326"/>
                  </a:lnTo>
                  <a:lnTo>
                    <a:pt x="1636598" y="577596"/>
                  </a:lnTo>
                  <a:close/>
                </a:path>
                <a:path w="2010409" h="2462529">
                  <a:moveTo>
                    <a:pt x="1787474" y="357378"/>
                  </a:moveTo>
                  <a:lnTo>
                    <a:pt x="1756232" y="336042"/>
                  </a:lnTo>
                  <a:lnTo>
                    <a:pt x="1669364" y="461772"/>
                  </a:lnTo>
                  <a:lnTo>
                    <a:pt x="1701368" y="483108"/>
                  </a:lnTo>
                  <a:lnTo>
                    <a:pt x="1787474" y="357378"/>
                  </a:lnTo>
                  <a:close/>
                </a:path>
                <a:path w="2010409" h="2462529">
                  <a:moveTo>
                    <a:pt x="1938350" y="137922"/>
                  </a:moveTo>
                  <a:lnTo>
                    <a:pt x="1907108" y="115824"/>
                  </a:lnTo>
                  <a:lnTo>
                    <a:pt x="1821002" y="241554"/>
                  </a:lnTo>
                  <a:lnTo>
                    <a:pt x="1852244" y="262890"/>
                  </a:lnTo>
                  <a:lnTo>
                    <a:pt x="1938350" y="137922"/>
                  </a:lnTo>
                  <a:close/>
                </a:path>
                <a:path w="2010409" h="2462529">
                  <a:moveTo>
                    <a:pt x="2009978" y="0"/>
                  </a:moveTo>
                  <a:lnTo>
                    <a:pt x="1996262" y="6438"/>
                  </a:lnTo>
                  <a:lnTo>
                    <a:pt x="1996262" y="48006"/>
                  </a:lnTo>
                  <a:lnTo>
                    <a:pt x="1969592" y="29718"/>
                  </a:lnTo>
                  <a:lnTo>
                    <a:pt x="1971878" y="31280"/>
                  </a:lnTo>
                  <a:lnTo>
                    <a:pt x="1996262" y="48006"/>
                  </a:lnTo>
                  <a:lnTo>
                    <a:pt x="1996262" y="6438"/>
                  </a:lnTo>
                  <a:lnTo>
                    <a:pt x="1860626" y="70104"/>
                  </a:lnTo>
                  <a:lnTo>
                    <a:pt x="1854365" y="74676"/>
                  </a:lnTo>
                  <a:lnTo>
                    <a:pt x="1850618" y="81051"/>
                  </a:lnTo>
                  <a:lnTo>
                    <a:pt x="1849577" y="88417"/>
                  </a:lnTo>
                  <a:lnTo>
                    <a:pt x="1851482" y="96012"/>
                  </a:lnTo>
                  <a:lnTo>
                    <a:pt x="1856054" y="101828"/>
                  </a:lnTo>
                  <a:lnTo>
                    <a:pt x="1862340" y="105435"/>
                  </a:lnTo>
                  <a:lnTo>
                    <a:pt x="1869478" y="106616"/>
                  </a:lnTo>
                  <a:lnTo>
                    <a:pt x="1876628" y="105156"/>
                  </a:lnTo>
                  <a:lnTo>
                    <a:pt x="1967166" y="61899"/>
                  </a:lnTo>
                  <a:lnTo>
                    <a:pt x="1959686" y="161544"/>
                  </a:lnTo>
                  <a:lnTo>
                    <a:pt x="1960600" y="169151"/>
                  </a:lnTo>
                  <a:lnTo>
                    <a:pt x="1964156" y="175539"/>
                  </a:lnTo>
                  <a:lnTo>
                    <a:pt x="1969858" y="180073"/>
                  </a:lnTo>
                  <a:lnTo>
                    <a:pt x="1977212" y="182118"/>
                  </a:lnTo>
                  <a:lnTo>
                    <a:pt x="1984819" y="181190"/>
                  </a:lnTo>
                  <a:lnTo>
                    <a:pt x="2003882" y="82296"/>
                  </a:lnTo>
                  <a:lnTo>
                    <a:pt x="20099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949951" y="3624834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60" h="723900">
                  <a:moveTo>
                    <a:pt x="1520952" y="723900"/>
                  </a:moveTo>
                  <a:lnTo>
                    <a:pt x="1520952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520952" y="723900"/>
                  </a:lnTo>
                  <a:close/>
                </a:path>
              </a:pathLst>
            </a:custGeom>
            <a:solidFill>
              <a:srgbClr val="66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943855" y="3617976"/>
              <a:ext cx="1533525" cy="737235"/>
            </a:xfrm>
            <a:custGeom>
              <a:avLst/>
              <a:gdLst/>
              <a:ahLst/>
              <a:cxnLst/>
              <a:rect l="l" t="t" r="r" b="b"/>
              <a:pathLst>
                <a:path w="1533525" h="737235">
                  <a:moveTo>
                    <a:pt x="1533144" y="733806"/>
                  </a:moveTo>
                  <a:lnTo>
                    <a:pt x="1533144" y="3048"/>
                  </a:lnTo>
                  <a:lnTo>
                    <a:pt x="1530858" y="0"/>
                  </a:lnTo>
                  <a:lnTo>
                    <a:pt x="3047" y="0"/>
                  </a:lnTo>
                  <a:lnTo>
                    <a:pt x="0" y="3048"/>
                  </a:lnTo>
                  <a:lnTo>
                    <a:pt x="0" y="733806"/>
                  </a:lnTo>
                  <a:lnTo>
                    <a:pt x="3048" y="736854"/>
                  </a:lnTo>
                  <a:lnTo>
                    <a:pt x="6096" y="736854"/>
                  </a:lnTo>
                  <a:lnTo>
                    <a:pt x="6096" y="12954"/>
                  </a:lnTo>
                  <a:lnTo>
                    <a:pt x="12953" y="6858"/>
                  </a:lnTo>
                  <a:lnTo>
                    <a:pt x="12953" y="12954"/>
                  </a:lnTo>
                  <a:lnTo>
                    <a:pt x="1520952" y="12954"/>
                  </a:lnTo>
                  <a:lnTo>
                    <a:pt x="1520952" y="6857"/>
                  </a:lnTo>
                  <a:lnTo>
                    <a:pt x="1527048" y="12954"/>
                  </a:lnTo>
                  <a:lnTo>
                    <a:pt x="1527048" y="736854"/>
                  </a:lnTo>
                  <a:lnTo>
                    <a:pt x="1530858" y="736854"/>
                  </a:lnTo>
                  <a:lnTo>
                    <a:pt x="1533144" y="733806"/>
                  </a:lnTo>
                  <a:close/>
                </a:path>
                <a:path w="1533525" h="737235">
                  <a:moveTo>
                    <a:pt x="12953" y="12954"/>
                  </a:moveTo>
                  <a:lnTo>
                    <a:pt x="12953" y="6858"/>
                  </a:lnTo>
                  <a:lnTo>
                    <a:pt x="6096" y="12954"/>
                  </a:lnTo>
                  <a:lnTo>
                    <a:pt x="12953" y="12954"/>
                  </a:lnTo>
                  <a:close/>
                </a:path>
                <a:path w="1533525" h="737235">
                  <a:moveTo>
                    <a:pt x="12953" y="723900"/>
                  </a:moveTo>
                  <a:lnTo>
                    <a:pt x="12953" y="12954"/>
                  </a:lnTo>
                  <a:lnTo>
                    <a:pt x="6096" y="12954"/>
                  </a:lnTo>
                  <a:lnTo>
                    <a:pt x="6096" y="723900"/>
                  </a:lnTo>
                  <a:lnTo>
                    <a:pt x="12953" y="723900"/>
                  </a:lnTo>
                  <a:close/>
                </a:path>
                <a:path w="1533525" h="737235">
                  <a:moveTo>
                    <a:pt x="1527048" y="723900"/>
                  </a:moveTo>
                  <a:lnTo>
                    <a:pt x="6096" y="723900"/>
                  </a:lnTo>
                  <a:lnTo>
                    <a:pt x="12953" y="730758"/>
                  </a:lnTo>
                  <a:lnTo>
                    <a:pt x="12954" y="736854"/>
                  </a:lnTo>
                  <a:lnTo>
                    <a:pt x="1520952" y="736854"/>
                  </a:lnTo>
                  <a:lnTo>
                    <a:pt x="1520952" y="730758"/>
                  </a:lnTo>
                  <a:lnTo>
                    <a:pt x="1527048" y="723900"/>
                  </a:lnTo>
                  <a:close/>
                </a:path>
                <a:path w="1533525" h="737235">
                  <a:moveTo>
                    <a:pt x="12954" y="736854"/>
                  </a:moveTo>
                  <a:lnTo>
                    <a:pt x="12953" y="730758"/>
                  </a:lnTo>
                  <a:lnTo>
                    <a:pt x="6096" y="723900"/>
                  </a:lnTo>
                  <a:lnTo>
                    <a:pt x="6096" y="736854"/>
                  </a:lnTo>
                  <a:lnTo>
                    <a:pt x="12954" y="736854"/>
                  </a:lnTo>
                  <a:close/>
                </a:path>
                <a:path w="1533525" h="737235">
                  <a:moveTo>
                    <a:pt x="1527048" y="12954"/>
                  </a:moveTo>
                  <a:lnTo>
                    <a:pt x="1520952" y="6857"/>
                  </a:lnTo>
                  <a:lnTo>
                    <a:pt x="1520952" y="12954"/>
                  </a:lnTo>
                  <a:lnTo>
                    <a:pt x="1527048" y="12954"/>
                  </a:lnTo>
                  <a:close/>
                </a:path>
                <a:path w="1533525" h="737235">
                  <a:moveTo>
                    <a:pt x="1527048" y="723900"/>
                  </a:moveTo>
                  <a:lnTo>
                    <a:pt x="1527048" y="12954"/>
                  </a:lnTo>
                  <a:lnTo>
                    <a:pt x="1520952" y="12954"/>
                  </a:lnTo>
                  <a:lnTo>
                    <a:pt x="1520952" y="723900"/>
                  </a:lnTo>
                  <a:lnTo>
                    <a:pt x="1527048" y="723900"/>
                  </a:lnTo>
                  <a:close/>
                </a:path>
                <a:path w="1533525" h="737235">
                  <a:moveTo>
                    <a:pt x="1527048" y="736854"/>
                  </a:moveTo>
                  <a:lnTo>
                    <a:pt x="1527048" y="723900"/>
                  </a:lnTo>
                  <a:lnTo>
                    <a:pt x="1520952" y="730758"/>
                  </a:lnTo>
                  <a:lnTo>
                    <a:pt x="1520952" y="736854"/>
                  </a:lnTo>
                  <a:lnTo>
                    <a:pt x="1527048" y="736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949952" y="3624834"/>
            <a:ext cx="1521460" cy="72390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527685" marR="165735" indent="-321945">
              <a:lnSpc>
                <a:spcPts val="1340"/>
              </a:lnSpc>
              <a:spcBef>
                <a:spcPts val="1165"/>
              </a:spcBef>
            </a:pPr>
            <a:r>
              <a:rPr dirty="0" sz="1300" b="1">
                <a:latin typeface="Arial"/>
                <a:cs typeface="Arial"/>
              </a:rPr>
              <a:t>«requirement»  </a:t>
            </a:r>
            <a:r>
              <a:rPr dirty="0" sz="1300" b="1">
                <a:latin typeface="Arial"/>
                <a:cs typeface="Arial"/>
              </a:rPr>
              <a:t>Power</a:t>
            </a:r>
            <a:endParaRPr sz="13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710428" y="4348733"/>
            <a:ext cx="1163320" cy="710565"/>
          </a:xfrm>
          <a:custGeom>
            <a:avLst/>
            <a:gdLst/>
            <a:ahLst/>
            <a:cxnLst/>
            <a:rect l="l" t="t" r="r" b="b"/>
            <a:pathLst>
              <a:path w="1163320" h="710564">
                <a:moveTo>
                  <a:pt x="1162812" y="677417"/>
                </a:moveTo>
                <a:lnTo>
                  <a:pt x="1031747" y="598931"/>
                </a:lnTo>
                <a:lnTo>
                  <a:pt x="1011936" y="630935"/>
                </a:lnTo>
                <a:lnTo>
                  <a:pt x="1143000" y="710183"/>
                </a:lnTo>
                <a:lnTo>
                  <a:pt x="1162812" y="677417"/>
                </a:lnTo>
                <a:close/>
              </a:path>
              <a:path w="1163320" h="710564">
                <a:moveTo>
                  <a:pt x="934212" y="539495"/>
                </a:moveTo>
                <a:lnTo>
                  <a:pt x="803147" y="461009"/>
                </a:lnTo>
                <a:lnTo>
                  <a:pt x="784097" y="493775"/>
                </a:lnTo>
                <a:lnTo>
                  <a:pt x="914400" y="572261"/>
                </a:lnTo>
                <a:lnTo>
                  <a:pt x="934212" y="539495"/>
                </a:lnTo>
                <a:close/>
              </a:path>
              <a:path w="1163320" h="710564">
                <a:moveTo>
                  <a:pt x="705612" y="402335"/>
                </a:moveTo>
                <a:lnTo>
                  <a:pt x="575310" y="323849"/>
                </a:lnTo>
                <a:lnTo>
                  <a:pt x="555498" y="355853"/>
                </a:lnTo>
                <a:lnTo>
                  <a:pt x="685800" y="435101"/>
                </a:lnTo>
                <a:lnTo>
                  <a:pt x="705612" y="402335"/>
                </a:lnTo>
                <a:close/>
              </a:path>
              <a:path w="1163320" h="710564">
                <a:moveTo>
                  <a:pt x="477012" y="264413"/>
                </a:moveTo>
                <a:lnTo>
                  <a:pt x="346709" y="185927"/>
                </a:lnTo>
                <a:lnTo>
                  <a:pt x="326897" y="218693"/>
                </a:lnTo>
                <a:lnTo>
                  <a:pt x="457200" y="297179"/>
                </a:lnTo>
                <a:lnTo>
                  <a:pt x="477012" y="264413"/>
                </a:lnTo>
                <a:close/>
              </a:path>
              <a:path w="1163320" h="710564">
                <a:moveTo>
                  <a:pt x="183641" y="21335"/>
                </a:moveTo>
                <a:lnTo>
                  <a:pt x="0" y="0"/>
                </a:lnTo>
                <a:lnTo>
                  <a:pt x="32003" y="58468"/>
                </a:lnTo>
                <a:lnTo>
                  <a:pt x="32003" y="38099"/>
                </a:lnTo>
                <a:lnTo>
                  <a:pt x="49530" y="9905"/>
                </a:lnTo>
                <a:lnTo>
                  <a:pt x="65134" y="38671"/>
                </a:lnTo>
                <a:lnTo>
                  <a:pt x="164591" y="40385"/>
                </a:lnTo>
                <a:lnTo>
                  <a:pt x="172069" y="38909"/>
                </a:lnTo>
                <a:lnTo>
                  <a:pt x="178117" y="34861"/>
                </a:lnTo>
                <a:lnTo>
                  <a:pt x="182165" y="28813"/>
                </a:lnTo>
                <a:lnTo>
                  <a:pt x="183641" y="21335"/>
                </a:lnTo>
                <a:close/>
              </a:path>
              <a:path w="1163320" h="710564">
                <a:moveTo>
                  <a:pt x="65134" y="38671"/>
                </a:moveTo>
                <a:lnTo>
                  <a:pt x="49530" y="9905"/>
                </a:lnTo>
                <a:lnTo>
                  <a:pt x="32003" y="38099"/>
                </a:lnTo>
                <a:lnTo>
                  <a:pt x="65134" y="38671"/>
                </a:lnTo>
                <a:close/>
              </a:path>
              <a:path w="1163320" h="710564">
                <a:moveTo>
                  <a:pt x="115121" y="133635"/>
                </a:moveTo>
                <a:lnTo>
                  <a:pt x="112775" y="126491"/>
                </a:lnTo>
                <a:lnTo>
                  <a:pt x="65134" y="38671"/>
                </a:lnTo>
                <a:lnTo>
                  <a:pt x="32003" y="38099"/>
                </a:lnTo>
                <a:lnTo>
                  <a:pt x="32003" y="58468"/>
                </a:lnTo>
                <a:lnTo>
                  <a:pt x="79247" y="144779"/>
                </a:lnTo>
                <a:lnTo>
                  <a:pt x="84260" y="150459"/>
                </a:lnTo>
                <a:lnTo>
                  <a:pt x="90773" y="153638"/>
                </a:lnTo>
                <a:lnTo>
                  <a:pt x="98000" y="154102"/>
                </a:lnTo>
                <a:lnTo>
                  <a:pt x="105156" y="151637"/>
                </a:lnTo>
                <a:lnTo>
                  <a:pt x="110954" y="147065"/>
                </a:lnTo>
                <a:lnTo>
                  <a:pt x="114395" y="140779"/>
                </a:lnTo>
                <a:lnTo>
                  <a:pt x="115121" y="133635"/>
                </a:lnTo>
                <a:close/>
              </a:path>
              <a:path w="1163320" h="710564">
                <a:moveTo>
                  <a:pt x="248412" y="127253"/>
                </a:moveTo>
                <a:lnTo>
                  <a:pt x="118109" y="48767"/>
                </a:lnTo>
                <a:lnTo>
                  <a:pt x="98297" y="80771"/>
                </a:lnTo>
                <a:lnTo>
                  <a:pt x="228600" y="160019"/>
                </a:lnTo>
                <a:lnTo>
                  <a:pt x="248412" y="1272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542279" y="2473705"/>
            <a:ext cx="10655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«deriveReqt»</a:t>
            </a:r>
            <a:endParaRPr sz="13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  <p:sp>
        <p:nvSpPr>
          <p:cNvPr id="37" name="object 37"/>
          <p:cNvSpPr txBox="1"/>
          <p:nvPr/>
        </p:nvSpPr>
        <p:spPr>
          <a:xfrm>
            <a:off x="6865111" y="2525461"/>
            <a:ext cx="10655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«deriveReqt»</a:t>
            </a:r>
            <a:endParaRPr sz="13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56319" y="5768619"/>
            <a:ext cx="33655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" b="1">
                <a:solidFill>
                  <a:srgbClr val="000065"/>
                </a:solidFill>
                <a:latin typeface="Arial"/>
                <a:cs typeface="Arial"/>
              </a:rPr>
              <a:t>f</a:t>
            </a:r>
            <a:r>
              <a:rPr dirty="0" sz="500" spc="-10" b="1">
                <a:solidFill>
                  <a:srgbClr val="000065"/>
                </a:solidFill>
                <a:latin typeface="Arial"/>
                <a:cs typeface="Arial"/>
              </a:rPr>
              <a:t>r</a:t>
            </a:r>
            <a:r>
              <a:rPr dirty="0" sz="500" spc="-5" b="1">
                <a:solidFill>
                  <a:srgbClr val="000065"/>
                </a:solidFill>
                <a:latin typeface="Arial"/>
                <a:cs typeface="Arial"/>
              </a:rPr>
              <a:t>om</a:t>
            </a:r>
            <a:r>
              <a:rPr dirty="0" sz="500" spc="-5" b="1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dirty="0" sz="500" spc="-5" b="1">
                <a:solidFill>
                  <a:srgbClr val="000065"/>
                </a:solidFill>
                <a:latin typeface="Arial"/>
                <a:cs typeface="Arial"/>
              </a:rPr>
              <a:t>O</a:t>
            </a:r>
            <a:r>
              <a:rPr dirty="0" sz="500" spc="5" b="1">
                <a:solidFill>
                  <a:srgbClr val="000065"/>
                </a:solidFill>
                <a:latin typeface="Arial"/>
                <a:cs typeface="Arial"/>
              </a:rPr>
              <a:t>M</a:t>
            </a:r>
            <a:r>
              <a:rPr dirty="0" sz="500" spc="-5" b="1">
                <a:solidFill>
                  <a:srgbClr val="000065"/>
                </a:solidFill>
                <a:latin typeface="Arial"/>
                <a:cs typeface="Arial"/>
              </a:rPr>
              <a:t>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5626" y="412495"/>
            <a:ext cx="364807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Rationale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9160" y="5600700"/>
            <a:ext cx="7391400" cy="704850"/>
            <a:chOff x="899160" y="5600700"/>
            <a:chExt cx="7391400" cy="7048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454" y="5667756"/>
              <a:ext cx="7258050" cy="571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160" y="5600700"/>
              <a:ext cx="7391399" cy="670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922" y="6239255"/>
              <a:ext cx="7389876" cy="6629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160" y="5601461"/>
              <a:ext cx="66293" cy="7040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23503" y="5601461"/>
              <a:ext cx="67055" cy="7040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53312" y="5650992"/>
              <a:ext cx="6528816" cy="62788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328419" y="5566662"/>
            <a:ext cx="6532245" cy="68389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 marR="5080" indent="116839">
              <a:lnSpc>
                <a:spcPts val="2300"/>
              </a:lnSpc>
              <a:spcBef>
                <a:spcPts val="66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Problem and Rationale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can be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attached to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any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Element to Capture Issues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and Decisions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4483" y="1576577"/>
            <a:ext cx="7402195" cy="3664585"/>
            <a:chOff x="824483" y="1576577"/>
            <a:chExt cx="7402195" cy="3664585"/>
          </a:xfrm>
        </p:grpSpPr>
        <p:sp>
          <p:nvSpPr>
            <p:cNvPr id="13" name="object 13"/>
            <p:cNvSpPr/>
            <p:nvPr/>
          </p:nvSpPr>
          <p:spPr>
            <a:xfrm>
              <a:off x="824483" y="1576577"/>
              <a:ext cx="7402195" cy="3664585"/>
            </a:xfrm>
            <a:custGeom>
              <a:avLst/>
              <a:gdLst/>
              <a:ahLst/>
              <a:cxnLst/>
              <a:rect l="l" t="t" r="r" b="b"/>
              <a:pathLst>
                <a:path w="7402195" h="3664585">
                  <a:moveTo>
                    <a:pt x="7402068" y="3661409"/>
                  </a:moveTo>
                  <a:lnTo>
                    <a:pt x="7402068" y="3047"/>
                  </a:lnTo>
                  <a:lnTo>
                    <a:pt x="7399782" y="0"/>
                  </a:lnTo>
                  <a:lnTo>
                    <a:pt x="2285" y="0"/>
                  </a:lnTo>
                  <a:lnTo>
                    <a:pt x="0" y="3048"/>
                  </a:lnTo>
                  <a:lnTo>
                    <a:pt x="0" y="3661410"/>
                  </a:lnTo>
                  <a:lnTo>
                    <a:pt x="2286" y="3664458"/>
                  </a:lnTo>
                  <a:lnTo>
                    <a:pt x="6096" y="3664458"/>
                  </a:lnTo>
                  <a:lnTo>
                    <a:pt x="6096" y="12954"/>
                  </a:lnTo>
                  <a:lnTo>
                    <a:pt x="12192" y="6858"/>
                  </a:lnTo>
                  <a:lnTo>
                    <a:pt x="12192" y="12954"/>
                  </a:lnTo>
                  <a:lnTo>
                    <a:pt x="7389876" y="12953"/>
                  </a:lnTo>
                  <a:lnTo>
                    <a:pt x="7389876" y="6857"/>
                  </a:lnTo>
                  <a:lnTo>
                    <a:pt x="7395972" y="12953"/>
                  </a:lnTo>
                  <a:lnTo>
                    <a:pt x="7395972" y="3664457"/>
                  </a:lnTo>
                  <a:lnTo>
                    <a:pt x="7399782" y="3664457"/>
                  </a:lnTo>
                  <a:lnTo>
                    <a:pt x="7402068" y="3661409"/>
                  </a:lnTo>
                  <a:close/>
                </a:path>
                <a:path w="7402195" h="3664585">
                  <a:moveTo>
                    <a:pt x="12192" y="12954"/>
                  </a:moveTo>
                  <a:lnTo>
                    <a:pt x="12192" y="6858"/>
                  </a:lnTo>
                  <a:lnTo>
                    <a:pt x="6096" y="12954"/>
                  </a:lnTo>
                  <a:lnTo>
                    <a:pt x="12192" y="12954"/>
                  </a:lnTo>
                  <a:close/>
                </a:path>
                <a:path w="7402195" h="3664585">
                  <a:moveTo>
                    <a:pt x="12192" y="3651504"/>
                  </a:moveTo>
                  <a:lnTo>
                    <a:pt x="12192" y="12954"/>
                  </a:lnTo>
                  <a:lnTo>
                    <a:pt x="6096" y="12954"/>
                  </a:lnTo>
                  <a:lnTo>
                    <a:pt x="6096" y="3651504"/>
                  </a:lnTo>
                  <a:lnTo>
                    <a:pt x="12192" y="3651504"/>
                  </a:lnTo>
                  <a:close/>
                </a:path>
                <a:path w="7402195" h="3664585">
                  <a:moveTo>
                    <a:pt x="7395972" y="3651504"/>
                  </a:moveTo>
                  <a:lnTo>
                    <a:pt x="6096" y="3651504"/>
                  </a:lnTo>
                  <a:lnTo>
                    <a:pt x="12192" y="3657600"/>
                  </a:lnTo>
                  <a:lnTo>
                    <a:pt x="12192" y="3664458"/>
                  </a:lnTo>
                  <a:lnTo>
                    <a:pt x="7389876" y="3664457"/>
                  </a:lnTo>
                  <a:lnTo>
                    <a:pt x="7389876" y="3657599"/>
                  </a:lnTo>
                  <a:lnTo>
                    <a:pt x="7395972" y="3651504"/>
                  </a:lnTo>
                  <a:close/>
                </a:path>
                <a:path w="7402195" h="3664585">
                  <a:moveTo>
                    <a:pt x="12192" y="3664458"/>
                  </a:moveTo>
                  <a:lnTo>
                    <a:pt x="12192" y="3657600"/>
                  </a:lnTo>
                  <a:lnTo>
                    <a:pt x="6096" y="3651504"/>
                  </a:lnTo>
                  <a:lnTo>
                    <a:pt x="6096" y="3664458"/>
                  </a:lnTo>
                  <a:lnTo>
                    <a:pt x="12192" y="3664458"/>
                  </a:lnTo>
                  <a:close/>
                </a:path>
                <a:path w="7402195" h="3664585">
                  <a:moveTo>
                    <a:pt x="7395972" y="12953"/>
                  </a:moveTo>
                  <a:lnTo>
                    <a:pt x="7389876" y="6857"/>
                  </a:lnTo>
                  <a:lnTo>
                    <a:pt x="7389876" y="12953"/>
                  </a:lnTo>
                  <a:lnTo>
                    <a:pt x="7395972" y="12953"/>
                  </a:lnTo>
                  <a:close/>
                </a:path>
                <a:path w="7402195" h="3664585">
                  <a:moveTo>
                    <a:pt x="7395972" y="3651504"/>
                  </a:moveTo>
                  <a:lnTo>
                    <a:pt x="7395972" y="12953"/>
                  </a:lnTo>
                  <a:lnTo>
                    <a:pt x="7389876" y="12953"/>
                  </a:lnTo>
                  <a:lnTo>
                    <a:pt x="7389876" y="3651504"/>
                  </a:lnTo>
                  <a:lnTo>
                    <a:pt x="7395972" y="3651504"/>
                  </a:lnTo>
                  <a:close/>
                </a:path>
                <a:path w="7402195" h="3664585">
                  <a:moveTo>
                    <a:pt x="7395972" y="3664457"/>
                  </a:moveTo>
                  <a:lnTo>
                    <a:pt x="7395972" y="3651504"/>
                  </a:lnTo>
                  <a:lnTo>
                    <a:pt x="7389876" y="3657599"/>
                  </a:lnTo>
                  <a:lnTo>
                    <a:pt x="7389876" y="3664457"/>
                  </a:lnTo>
                  <a:lnTo>
                    <a:pt x="7395972" y="36644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30579" y="1583436"/>
              <a:ext cx="2122170" cy="339090"/>
            </a:xfrm>
            <a:custGeom>
              <a:avLst/>
              <a:gdLst/>
              <a:ahLst/>
              <a:cxnLst/>
              <a:rect l="l" t="t" r="r" b="b"/>
              <a:pathLst>
                <a:path w="2122170" h="339089">
                  <a:moveTo>
                    <a:pt x="2122170" y="169163"/>
                  </a:moveTo>
                  <a:lnTo>
                    <a:pt x="2122170" y="0"/>
                  </a:lnTo>
                  <a:lnTo>
                    <a:pt x="0" y="0"/>
                  </a:lnTo>
                  <a:lnTo>
                    <a:pt x="0" y="339089"/>
                  </a:lnTo>
                  <a:lnTo>
                    <a:pt x="1953006" y="339089"/>
                  </a:lnTo>
                  <a:lnTo>
                    <a:pt x="2122170" y="169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24484" y="1576578"/>
              <a:ext cx="2135505" cy="353060"/>
            </a:xfrm>
            <a:custGeom>
              <a:avLst/>
              <a:gdLst/>
              <a:ahLst/>
              <a:cxnLst/>
              <a:rect l="l" t="t" r="r" b="b"/>
              <a:pathLst>
                <a:path w="2135505" h="353060">
                  <a:moveTo>
                    <a:pt x="2135124" y="178308"/>
                  </a:moveTo>
                  <a:lnTo>
                    <a:pt x="2135124" y="3047"/>
                  </a:lnTo>
                  <a:lnTo>
                    <a:pt x="2132076" y="0"/>
                  </a:lnTo>
                  <a:lnTo>
                    <a:pt x="2286" y="0"/>
                  </a:lnTo>
                  <a:lnTo>
                    <a:pt x="0" y="3048"/>
                  </a:lnTo>
                  <a:lnTo>
                    <a:pt x="0" y="349758"/>
                  </a:lnTo>
                  <a:lnTo>
                    <a:pt x="2286" y="352806"/>
                  </a:lnTo>
                  <a:lnTo>
                    <a:pt x="6096" y="352806"/>
                  </a:lnTo>
                  <a:lnTo>
                    <a:pt x="6096" y="12954"/>
                  </a:lnTo>
                  <a:lnTo>
                    <a:pt x="12192" y="6858"/>
                  </a:lnTo>
                  <a:lnTo>
                    <a:pt x="12192" y="12954"/>
                  </a:lnTo>
                  <a:lnTo>
                    <a:pt x="2122170" y="12953"/>
                  </a:lnTo>
                  <a:lnTo>
                    <a:pt x="2122170" y="6857"/>
                  </a:lnTo>
                  <a:lnTo>
                    <a:pt x="2128266" y="12953"/>
                  </a:lnTo>
                  <a:lnTo>
                    <a:pt x="2128266" y="185165"/>
                  </a:lnTo>
                  <a:lnTo>
                    <a:pt x="2132838" y="180594"/>
                  </a:lnTo>
                  <a:lnTo>
                    <a:pt x="2134362" y="179831"/>
                  </a:lnTo>
                  <a:lnTo>
                    <a:pt x="2135124" y="178308"/>
                  </a:lnTo>
                  <a:close/>
                </a:path>
                <a:path w="2135505" h="353060">
                  <a:moveTo>
                    <a:pt x="12192" y="12954"/>
                  </a:moveTo>
                  <a:lnTo>
                    <a:pt x="12192" y="6858"/>
                  </a:lnTo>
                  <a:lnTo>
                    <a:pt x="6096" y="12954"/>
                  </a:lnTo>
                  <a:lnTo>
                    <a:pt x="12192" y="12954"/>
                  </a:lnTo>
                  <a:close/>
                </a:path>
                <a:path w="2135505" h="353060">
                  <a:moveTo>
                    <a:pt x="12192" y="339852"/>
                  </a:moveTo>
                  <a:lnTo>
                    <a:pt x="12192" y="12954"/>
                  </a:lnTo>
                  <a:lnTo>
                    <a:pt x="6096" y="12954"/>
                  </a:lnTo>
                  <a:lnTo>
                    <a:pt x="6096" y="339852"/>
                  </a:lnTo>
                  <a:lnTo>
                    <a:pt x="12192" y="339852"/>
                  </a:lnTo>
                  <a:close/>
                </a:path>
                <a:path w="2135505" h="353060">
                  <a:moveTo>
                    <a:pt x="1956060" y="339852"/>
                  </a:moveTo>
                  <a:lnTo>
                    <a:pt x="6096" y="339852"/>
                  </a:lnTo>
                  <a:lnTo>
                    <a:pt x="12192" y="345948"/>
                  </a:lnTo>
                  <a:lnTo>
                    <a:pt x="12191" y="352806"/>
                  </a:lnTo>
                  <a:lnTo>
                    <a:pt x="1954530" y="352806"/>
                  </a:lnTo>
                  <a:lnTo>
                    <a:pt x="1954530" y="341376"/>
                  </a:lnTo>
                  <a:lnTo>
                    <a:pt x="1956060" y="339852"/>
                  </a:lnTo>
                  <a:close/>
                </a:path>
                <a:path w="2135505" h="353060">
                  <a:moveTo>
                    <a:pt x="12191" y="352806"/>
                  </a:moveTo>
                  <a:lnTo>
                    <a:pt x="12192" y="345948"/>
                  </a:lnTo>
                  <a:lnTo>
                    <a:pt x="6096" y="339852"/>
                  </a:lnTo>
                  <a:lnTo>
                    <a:pt x="6096" y="352806"/>
                  </a:lnTo>
                  <a:lnTo>
                    <a:pt x="12191" y="352806"/>
                  </a:lnTo>
                  <a:close/>
                </a:path>
                <a:path w="2135505" h="353060">
                  <a:moveTo>
                    <a:pt x="1959102" y="339852"/>
                  </a:moveTo>
                  <a:lnTo>
                    <a:pt x="1956060" y="339852"/>
                  </a:lnTo>
                  <a:lnTo>
                    <a:pt x="1954530" y="341376"/>
                  </a:lnTo>
                  <a:lnTo>
                    <a:pt x="1959102" y="339852"/>
                  </a:lnTo>
                  <a:close/>
                </a:path>
                <a:path w="2135505" h="353060">
                  <a:moveTo>
                    <a:pt x="1959102" y="352806"/>
                  </a:moveTo>
                  <a:lnTo>
                    <a:pt x="1959102" y="339852"/>
                  </a:lnTo>
                  <a:lnTo>
                    <a:pt x="1954530" y="341376"/>
                  </a:lnTo>
                  <a:lnTo>
                    <a:pt x="1954530" y="352806"/>
                  </a:lnTo>
                  <a:lnTo>
                    <a:pt x="1959102" y="352806"/>
                  </a:lnTo>
                  <a:close/>
                </a:path>
                <a:path w="2135505" h="353060">
                  <a:moveTo>
                    <a:pt x="2124456" y="172211"/>
                  </a:moveTo>
                  <a:lnTo>
                    <a:pt x="1956060" y="339852"/>
                  </a:lnTo>
                  <a:lnTo>
                    <a:pt x="1959102" y="339852"/>
                  </a:lnTo>
                  <a:lnTo>
                    <a:pt x="1959102" y="352806"/>
                  </a:lnTo>
                  <a:lnTo>
                    <a:pt x="1960626" y="352806"/>
                  </a:lnTo>
                  <a:lnTo>
                    <a:pt x="1962150" y="352044"/>
                  </a:lnTo>
                  <a:lnTo>
                    <a:pt x="1962912" y="350520"/>
                  </a:lnTo>
                  <a:lnTo>
                    <a:pt x="2122170" y="191262"/>
                  </a:lnTo>
                  <a:lnTo>
                    <a:pt x="2122170" y="176021"/>
                  </a:lnTo>
                  <a:lnTo>
                    <a:pt x="2124456" y="172211"/>
                  </a:lnTo>
                  <a:close/>
                </a:path>
                <a:path w="2135505" h="353060">
                  <a:moveTo>
                    <a:pt x="2128266" y="12953"/>
                  </a:moveTo>
                  <a:lnTo>
                    <a:pt x="2122170" y="6857"/>
                  </a:lnTo>
                  <a:lnTo>
                    <a:pt x="2122170" y="12953"/>
                  </a:lnTo>
                  <a:lnTo>
                    <a:pt x="2128266" y="12953"/>
                  </a:lnTo>
                  <a:close/>
                </a:path>
                <a:path w="2135505" h="353060">
                  <a:moveTo>
                    <a:pt x="2128266" y="185165"/>
                  </a:moveTo>
                  <a:lnTo>
                    <a:pt x="2128266" y="12953"/>
                  </a:lnTo>
                  <a:lnTo>
                    <a:pt x="2122170" y="12953"/>
                  </a:lnTo>
                  <a:lnTo>
                    <a:pt x="2122170" y="174487"/>
                  </a:lnTo>
                  <a:lnTo>
                    <a:pt x="2124456" y="172211"/>
                  </a:lnTo>
                  <a:lnTo>
                    <a:pt x="2124456" y="188975"/>
                  </a:lnTo>
                  <a:lnTo>
                    <a:pt x="2128266" y="185165"/>
                  </a:lnTo>
                  <a:close/>
                </a:path>
                <a:path w="2135505" h="353060">
                  <a:moveTo>
                    <a:pt x="2124456" y="188975"/>
                  </a:moveTo>
                  <a:lnTo>
                    <a:pt x="2124456" y="172211"/>
                  </a:lnTo>
                  <a:lnTo>
                    <a:pt x="2122170" y="176021"/>
                  </a:lnTo>
                  <a:lnTo>
                    <a:pt x="2122170" y="191262"/>
                  </a:lnTo>
                  <a:lnTo>
                    <a:pt x="2124456" y="188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30655" y="1616455"/>
            <a:ext cx="1921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40" b="1">
                <a:latin typeface="Arial"/>
                <a:cs typeface="Arial"/>
              </a:rPr>
              <a:t>bd</a:t>
            </a:r>
            <a:r>
              <a:rPr dirty="0" sz="1200" spc="-135" b="1">
                <a:latin typeface="Arial"/>
                <a:cs typeface="Arial"/>
              </a:rPr>
              <a:t>d</a:t>
            </a:r>
            <a:r>
              <a:rPr dirty="0" sz="1200" spc="-110" b="1">
                <a:latin typeface="Arial"/>
                <a:cs typeface="Arial"/>
              </a:rPr>
              <a:t> </a:t>
            </a:r>
            <a:r>
              <a:rPr dirty="0" sz="1200" spc="-125">
                <a:latin typeface="Arial MT"/>
                <a:cs typeface="Arial MT"/>
              </a:rPr>
              <a:t>Maste</a:t>
            </a:r>
            <a:r>
              <a:rPr dirty="0" sz="1200" spc="-75">
                <a:latin typeface="Arial MT"/>
                <a:cs typeface="Arial MT"/>
              </a:rPr>
              <a:t>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10">
                <a:latin typeface="Arial MT"/>
                <a:cs typeface="Arial MT"/>
              </a:rPr>
              <a:t>Cylinde</a:t>
            </a:r>
            <a:r>
              <a:rPr dirty="0" sz="1200" spc="-75">
                <a:latin typeface="Arial MT"/>
                <a:cs typeface="Arial MT"/>
              </a:rPr>
              <a:t>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requirements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05000" y="2103120"/>
            <a:ext cx="1715770" cy="696595"/>
            <a:chOff x="1905000" y="2103120"/>
            <a:chExt cx="1715770" cy="696595"/>
          </a:xfrm>
        </p:grpSpPr>
        <p:sp>
          <p:nvSpPr>
            <p:cNvPr id="18" name="object 18"/>
            <p:cNvSpPr/>
            <p:nvPr/>
          </p:nvSpPr>
          <p:spPr>
            <a:xfrm>
              <a:off x="1904987" y="2103119"/>
              <a:ext cx="1715770" cy="696595"/>
            </a:xfrm>
            <a:custGeom>
              <a:avLst/>
              <a:gdLst/>
              <a:ahLst/>
              <a:cxnLst/>
              <a:rect l="l" t="t" r="r" b="b"/>
              <a:pathLst>
                <a:path w="1715770" h="696594">
                  <a:moveTo>
                    <a:pt x="1715262" y="688086"/>
                  </a:moveTo>
                  <a:lnTo>
                    <a:pt x="1712988" y="688086"/>
                  </a:lnTo>
                  <a:lnTo>
                    <a:pt x="1712988" y="8382"/>
                  </a:lnTo>
                  <a:lnTo>
                    <a:pt x="1712988" y="0"/>
                  </a:lnTo>
                  <a:lnTo>
                    <a:pt x="1700796" y="0"/>
                  </a:lnTo>
                  <a:lnTo>
                    <a:pt x="1700796" y="8382"/>
                  </a:lnTo>
                  <a:lnTo>
                    <a:pt x="1706880" y="8382"/>
                  </a:lnTo>
                  <a:lnTo>
                    <a:pt x="1706880" y="688086"/>
                  </a:lnTo>
                  <a:lnTo>
                    <a:pt x="1700796" y="688086"/>
                  </a:lnTo>
                  <a:lnTo>
                    <a:pt x="0" y="688086"/>
                  </a:lnTo>
                  <a:lnTo>
                    <a:pt x="0" y="694194"/>
                  </a:lnTo>
                  <a:lnTo>
                    <a:pt x="1700796" y="694194"/>
                  </a:lnTo>
                  <a:lnTo>
                    <a:pt x="1700796" y="696468"/>
                  </a:lnTo>
                  <a:lnTo>
                    <a:pt x="1712988" y="696468"/>
                  </a:lnTo>
                  <a:lnTo>
                    <a:pt x="1712988" y="694194"/>
                  </a:lnTo>
                  <a:lnTo>
                    <a:pt x="1715262" y="694194"/>
                  </a:lnTo>
                  <a:lnTo>
                    <a:pt x="1715262" y="6880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13382" y="2111502"/>
              <a:ext cx="1698625" cy="680085"/>
            </a:xfrm>
            <a:custGeom>
              <a:avLst/>
              <a:gdLst/>
              <a:ahLst/>
              <a:cxnLst/>
              <a:rect l="l" t="t" r="r" b="b"/>
              <a:pathLst>
                <a:path w="1698625" h="680085">
                  <a:moveTo>
                    <a:pt x="1698498" y="679703"/>
                  </a:moveTo>
                  <a:lnTo>
                    <a:pt x="1698498" y="0"/>
                  </a:lnTo>
                  <a:lnTo>
                    <a:pt x="0" y="0"/>
                  </a:lnTo>
                  <a:lnTo>
                    <a:pt x="0" y="679703"/>
                  </a:lnTo>
                  <a:lnTo>
                    <a:pt x="1698498" y="6797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907273" y="2103119"/>
              <a:ext cx="1711325" cy="694690"/>
            </a:xfrm>
            <a:custGeom>
              <a:avLst/>
              <a:gdLst/>
              <a:ahLst/>
              <a:cxnLst/>
              <a:rect l="l" t="t" r="r" b="b"/>
              <a:pathLst>
                <a:path w="1711325" h="694689">
                  <a:moveTo>
                    <a:pt x="1711198" y="8382"/>
                  </a:moveTo>
                  <a:lnTo>
                    <a:pt x="1710690" y="8382"/>
                  </a:lnTo>
                  <a:lnTo>
                    <a:pt x="1710690" y="5334"/>
                  </a:lnTo>
                  <a:lnTo>
                    <a:pt x="1710690" y="0"/>
                  </a:lnTo>
                  <a:lnTo>
                    <a:pt x="1698498" y="0"/>
                  </a:lnTo>
                  <a:lnTo>
                    <a:pt x="1698498" y="2286"/>
                  </a:lnTo>
                  <a:lnTo>
                    <a:pt x="1698498" y="15240"/>
                  </a:lnTo>
                  <a:lnTo>
                    <a:pt x="1698498" y="681990"/>
                  </a:lnTo>
                  <a:lnTo>
                    <a:pt x="12700" y="681990"/>
                  </a:lnTo>
                  <a:lnTo>
                    <a:pt x="12700" y="15240"/>
                  </a:lnTo>
                  <a:lnTo>
                    <a:pt x="1698498" y="15240"/>
                  </a:lnTo>
                  <a:lnTo>
                    <a:pt x="1698498" y="2286"/>
                  </a:lnTo>
                  <a:lnTo>
                    <a:pt x="12192" y="2286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0" y="691896"/>
                  </a:lnTo>
                  <a:lnTo>
                    <a:pt x="0" y="693166"/>
                  </a:lnTo>
                  <a:lnTo>
                    <a:pt x="1270" y="693166"/>
                  </a:lnTo>
                  <a:lnTo>
                    <a:pt x="2286" y="694182"/>
                  </a:lnTo>
                  <a:lnTo>
                    <a:pt x="2540" y="694182"/>
                  </a:lnTo>
                  <a:lnTo>
                    <a:pt x="6096" y="694182"/>
                  </a:lnTo>
                  <a:lnTo>
                    <a:pt x="1708658" y="694182"/>
                  </a:lnTo>
                  <a:lnTo>
                    <a:pt x="1708658" y="693928"/>
                  </a:lnTo>
                  <a:lnTo>
                    <a:pt x="1709928" y="692658"/>
                  </a:lnTo>
                  <a:lnTo>
                    <a:pt x="1711198" y="692658"/>
                  </a:lnTo>
                  <a:lnTo>
                    <a:pt x="1711198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919985" y="2258821"/>
            <a:ext cx="1685925" cy="337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5609">
              <a:lnSpc>
                <a:spcPts val="1225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«requirement»</a:t>
            </a:r>
            <a:endParaRPr sz="1200">
              <a:latin typeface="Arial MT"/>
              <a:cs typeface="Arial MT"/>
            </a:endParaRPr>
          </a:p>
          <a:p>
            <a:pPr marL="458470">
              <a:lnSpc>
                <a:spcPts val="1225"/>
              </a:lnSpc>
            </a:pPr>
            <a:r>
              <a:rPr dirty="0" sz="1200" spc="-135" b="1">
                <a:latin typeface="Arial"/>
                <a:cs typeface="Arial"/>
              </a:rPr>
              <a:t>Los</a:t>
            </a:r>
            <a:r>
              <a:rPr dirty="0" sz="1200" spc="-125" b="1">
                <a:latin typeface="Arial"/>
                <a:cs typeface="Arial"/>
              </a:rPr>
              <a:t>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140" b="1">
                <a:latin typeface="Arial"/>
                <a:cs typeface="Arial"/>
              </a:rPr>
              <a:t>o</a:t>
            </a:r>
            <a:r>
              <a:rPr dirty="0" sz="1200" spc="-75" b="1">
                <a:latin typeface="Arial"/>
                <a:cs typeface="Arial"/>
              </a:rPr>
              <a:t>f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110" b="1">
                <a:latin typeface="Arial"/>
                <a:cs typeface="Arial"/>
              </a:rPr>
              <a:t>Fluid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05000" y="3122676"/>
            <a:ext cx="1715770" cy="696595"/>
            <a:chOff x="1905000" y="3122676"/>
            <a:chExt cx="1715770" cy="696595"/>
          </a:xfrm>
        </p:grpSpPr>
        <p:sp>
          <p:nvSpPr>
            <p:cNvPr id="23" name="object 23"/>
            <p:cNvSpPr/>
            <p:nvPr/>
          </p:nvSpPr>
          <p:spPr>
            <a:xfrm>
              <a:off x="1904987" y="3122675"/>
              <a:ext cx="1715770" cy="696595"/>
            </a:xfrm>
            <a:custGeom>
              <a:avLst/>
              <a:gdLst/>
              <a:ahLst/>
              <a:cxnLst/>
              <a:rect l="l" t="t" r="r" b="b"/>
              <a:pathLst>
                <a:path w="1715770" h="696595">
                  <a:moveTo>
                    <a:pt x="1715262" y="687324"/>
                  </a:moveTo>
                  <a:lnTo>
                    <a:pt x="1712988" y="687324"/>
                  </a:lnTo>
                  <a:lnTo>
                    <a:pt x="1712988" y="8382"/>
                  </a:lnTo>
                  <a:lnTo>
                    <a:pt x="1712988" y="0"/>
                  </a:lnTo>
                  <a:lnTo>
                    <a:pt x="1700796" y="0"/>
                  </a:lnTo>
                  <a:lnTo>
                    <a:pt x="1700796" y="8382"/>
                  </a:lnTo>
                  <a:lnTo>
                    <a:pt x="1706880" y="8382"/>
                  </a:lnTo>
                  <a:lnTo>
                    <a:pt x="1706880" y="687324"/>
                  </a:lnTo>
                  <a:lnTo>
                    <a:pt x="1700796" y="687324"/>
                  </a:lnTo>
                  <a:lnTo>
                    <a:pt x="0" y="687324"/>
                  </a:lnTo>
                  <a:lnTo>
                    <a:pt x="0" y="694194"/>
                  </a:lnTo>
                  <a:lnTo>
                    <a:pt x="1700796" y="694194"/>
                  </a:lnTo>
                  <a:lnTo>
                    <a:pt x="1700796" y="696468"/>
                  </a:lnTo>
                  <a:lnTo>
                    <a:pt x="1712988" y="696468"/>
                  </a:lnTo>
                  <a:lnTo>
                    <a:pt x="1712988" y="694194"/>
                  </a:lnTo>
                  <a:lnTo>
                    <a:pt x="1715262" y="694194"/>
                  </a:lnTo>
                  <a:lnTo>
                    <a:pt x="1715262" y="687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913382" y="3131058"/>
              <a:ext cx="1698625" cy="679450"/>
            </a:xfrm>
            <a:custGeom>
              <a:avLst/>
              <a:gdLst/>
              <a:ahLst/>
              <a:cxnLst/>
              <a:rect l="l" t="t" r="r" b="b"/>
              <a:pathLst>
                <a:path w="1698625" h="679450">
                  <a:moveTo>
                    <a:pt x="1698498" y="678941"/>
                  </a:moveTo>
                  <a:lnTo>
                    <a:pt x="1698498" y="0"/>
                  </a:lnTo>
                  <a:lnTo>
                    <a:pt x="0" y="0"/>
                  </a:lnTo>
                  <a:lnTo>
                    <a:pt x="0" y="678941"/>
                  </a:lnTo>
                  <a:lnTo>
                    <a:pt x="1698498" y="678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907273" y="3122675"/>
              <a:ext cx="1711325" cy="694690"/>
            </a:xfrm>
            <a:custGeom>
              <a:avLst/>
              <a:gdLst/>
              <a:ahLst/>
              <a:cxnLst/>
              <a:rect l="l" t="t" r="r" b="b"/>
              <a:pathLst>
                <a:path w="1711325" h="694689">
                  <a:moveTo>
                    <a:pt x="1711198" y="8382"/>
                  </a:moveTo>
                  <a:lnTo>
                    <a:pt x="1710690" y="8382"/>
                  </a:lnTo>
                  <a:lnTo>
                    <a:pt x="1710690" y="4572"/>
                  </a:lnTo>
                  <a:lnTo>
                    <a:pt x="1710690" y="0"/>
                  </a:lnTo>
                  <a:lnTo>
                    <a:pt x="1698498" y="0"/>
                  </a:lnTo>
                  <a:lnTo>
                    <a:pt x="1698498" y="1524"/>
                  </a:lnTo>
                  <a:lnTo>
                    <a:pt x="1698498" y="14478"/>
                  </a:lnTo>
                  <a:lnTo>
                    <a:pt x="1698498" y="681228"/>
                  </a:lnTo>
                  <a:lnTo>
                    <a:pt x="12700" y="681228"/>
                  </a:lnTo>
                  <a:lnTo>
                    <a:pt x="12700" y="14478"/>
                  </a:lnTo>
                  <a:lnTo>
                    <a:pt x="1698498" y="14478"/>
                  </a:lnTo>
                  <a:lnTo>
                    <a:pt x="1698498" y="1524"/>
                  </a:lnTo>
                  <a:lnTo>
                    <a:pt x="12192" y="1524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4572"/>
                  </a:lnTo>
                  <a:lnTo>
                    <a:pt x="0" y="8382"/>
                  </a:lnTo>
                  <a:lnTo>
                    <a:pt x="0" y="691134"/>
                  </a:lnTo>
                  <a:lnTo>
                    <a:pt x="0" y="692835"/>
                  </a:lnTo>
                  <a:lnTo>
                    <a:pt x="1270" y="692835"/>
                  </a:lnTo>
                  <a:lnTo>
                    <a:pt x="2286" y="694182"/>
                  </a:lnTo>
                  <a:lnTo>
                    <a:pt x="2540" y="694182"/>
                  </a:lnTo>
                  <a:lnTo>
                    <a:pt x="6096" y="694182"/>
                  </a:lnTo>
                  <a:lnTo>
                    <a:pt x="1708658" y="694182"/>
                  </a:lnTo>
                  <a:lnTo>
                    <a:pt x="1708658" y="693851"/>
                  </a:lnTo>
                  <a:lnTo>
                    <a:pt x="1709928" y="692150"/>
                  </a:lnTo>
                  <a:lnTo>
                    <a:pt x="1711198" y="692150"/>
                  </a:lnTo>
                  <a:lnTo>
                    <a:pt x="1711198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343404" y="3263900"/>
            <a:ext cx="831215" cy="359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315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«requirement»</a:t>
            </a:r>
            <a:endParaRPr sz="1200">
              <a:latin typeface="Arial MT"/>
              <a:cs typeface="Arial MT"/>
            </a:endParaRPr>
          </a:p>
          <a:p>
            <a:pPr algn="ctr" marL="27940">
              <a:lnSpc>
                <a:spcPts val="1315"/>
              </a:lnSpc>
            </a:pPr>
            <a:r>
              <a:rPr dirty="0" sz="1200" spc="-120" b="1">
                <a:latin typeface="Arial"/>
                <a:cs typeface="Arial"/>
              </a:rPr>
              <a:t>Reservoir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63667" y="2103120"/>
            <a:ext cx="3074670" cy="1716405"/>
            <a:chOff x="4963667" y="2103120"/>
            <a:chExt cx="3074670" cy="1716405"/>
          </a:xfrm>
        </p:grpSpPr>
        <p:sp>
          <p:nvSpPr>
            <p:cNvPr id="28" name="object 28"/>
            <p:cNvSpPr/>
            <p:nvPr/>
          </p:nvSpPr>
          <p:spPr>
            <a:xfrm>
              <a:off x="4963655" y="2103119"/>
              <a:ext cx="3074670" cy="1716405"/>
            </a:xfrm>
            <a:custGeom>
              <a:avLst/>
              <a:gdLst/>
              <a:ahLst/>
              <a:cxnLst/>
              <a:rect l="l" t="t" r="r" b="b"/>
              <a:pathLst>
                <a:path w="3074670" h="1716404">
                  <a:moveTo>
                    <a:pt x="3074670" y="1706880"/>
                  </a:moveTo>
                  <a:lnTo>
                    <a:pt x="3072384" y="1706880"/>
                  </a:lnTo>
                  <a:lnTo>
                    <a:pt x="3072384" y="8382"/>
                  </a:lnTo>
                  <a:lnTo>
                    <a:pt x="3072384" y="0"/>
                  </a:lnTo>
                  <a:lnTo>
                    <a:pt x="3060192" y="0"/>
                  </a:lnTo>
                  <a:lnTo>
                    <a:pt x="3060192" y="8382"/>
                  </a:lnTo>
                  <a:lnTo>
                    <a:pt x="3060192" y="1706880"/>
                  </a:lnTo>
                  <a:lnTo>
                    <a:pt x="0" y="1706880"/>
                  </a:lnTo>
                  <a:lnTo>
                    <a:pt x="0" y="1713750"/>
                  </a:lnTo>
                  <a:lnTo>
                    <a:pt x="3060192" y="1713750"/>
                  </a:lnTo>
                  <a:lnTo>
                    <a:pt x="3060192" y="1716024"/>
                  </a:lnTo>
                  <a:lnTo>
                    <a:pt x="3072384" y="1716024"/>
                  </a:lnTo>
                  <a:lnTo>
                    <a:pt x="3072384" y="1713750"/>
                  </a:lnTo>
                  <a:lnTo>
                    <a:pt x="3074670" y="1713750"/>
                  </a:lnTo>
                  <a:lnTo>
                    <a:pt x="3074670" y="1706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72049" y="2621280"/>
              <a:ext cx="3058160" cy="1188720"/>
            </a:xfrm>
            <a:custGeom>
              <a:avLst/>
              <a:gdLst/>
              <a:ahLst/>
              <a:cxnLst/>
              <a:rect l="l" t="t" r="r" b="b"/>
              <a:pathLst>
                <a:path w="3058159" h="1188720">
                  <a:moveTo>
                    <a:pt x="3057905" y="1188719"/>
                  </a:moveTo>
                  <a:lnTo>
                    <a:pt x="3057905" y="0"/>
                  </a:lnTo>
                  <a:lnTo>
                    <a:pt x="0" y="0"/>
                  </a:lnTo>
                  <a:lnTo>
                    <a:pt x="0" y="1188720"/>
                  </a:lnTo>
                  <a:lnTo>
                    <a:pt x="3057905" y="11887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965954" y="2615183"/>
              <a:ext cx="3070225" cy="1202055"/>
            </a:xfrm>
            <a:custGeom>
              <a:avLst/>
              <a:gdLst/>
              <a:ahLst/>
              <a:cxnLst/>
              <a:rect l="l" t="t" r="r" b="b"/>
              <a:pathLst>
                <a:path w="3070225" h="1202054">
                  <a:moveTo>
                    <a:pt x="3070098" y="1198626"/>
                  </a:moveTo>
                  <a:lnTo>
                    <a:pt x="3070098" y="2286"/>
                  </a:lnTo>
                  <a:lnTo>
                    <a:pt x="3067812" y="0"/>
                  </a:lnTo>
                  <a:lnTo>
                    <a:pt x="3047" y="0"/>
                  </a:lnTo>
                  <a:lnTo>
                    <a:pt x="0" y="2286"/>
                  </a:lnTo>
                  <a:lnTo>
                    <a:pt x="0" y="1198626"/>
                  </a:lnTo>
                  <a:lnTo>
                    <a:pt x="3048" y="1201674"/>
                  </a:lnTo>
                  <a:lnTo>
                    <a:pt x="6095" y="1201674"/>
                  </a:lnTo>
                  <a:lnTo>
                    <a:pt x="6096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3057906" y="12192"/>
                  </a:lnTo>
                  <a:lnTo>
                    <a:pt x="3057906" y="6096"/>
                  </a:lnTo>
                  <a:lnTo>
                    <a:pt x="3064002" y="12192"/>
                  </a:lnTo>
                  <a:lnTo>
                    <a:pt x="3064002" y="1201674"/>
                  </a:lnTo>
                  <a:lnTo>
                    <a:pt x="3067812" y="1201674"/>
                  </a:lnTo>
                  <a:lnTo>
                    <a:pt x="3070098" y="1198626"/>
                  </a:lnTo>
                  <a:close/>
                </a:path>
                <a:path w="3070225" h="1202054">
                  <a:moveTo>
                    <a:pt x="12954" y="12192"/>
                  </a:moveTo>
                  <a:lnTo>
                    <a:pt x="12954" y="6096"/>
                  </a:lnTo>
                  <a:lnTo>
                    <a:pt x="6096" y="12192"/>
                  </a:lnTo>
                  <a:lnTo>
                    <a:pt x="12954" y="12192"/>
                  </a:lnTo>
                  <a:close/>
                </a:path>
                <a:path w="3070225" h="1202054">
                  <a:moveTo>
                    <a:pt x="12954" y="1188720"/>
                  </a:moveTo>
                  <a:lnTo>
                    <a:pt x="12954" y="12192"/>
                  </a:lnTo>
                  <a:lnTo>
                    <a:pt x="6096" y="12192"/>
                  </a:lnTo>
                  <a:lnTo>
                    <a:pt x="6096" y="1188720"/>
                  </a:lnTo>
                  <a:lnTo>
                    <a:pt x="12954" y="1188720"/>
                  </a:lnTo>
                  <a:close/>
                </a:path>
                <a:path w="3070225" h="1202054">
                  <a:moveTo>
                    <a:pt x="3064002" y="1188720"/>
                  </a:moveTo>
                  <a:lnTo>
                    <a:pt x="6096" y="1188720"/>
                  </a:lnTo>
                  <a:lnTo>
                    <a:pt x="12954" y="1194816"/>
                  </a:lnTo>
                  <a:lnTo>
                    <a:pt x="12954" y="1201674"/>
                  </a:lnTo>
                  <a:lnTo>
                    <a:pt x="3057906" y="1201674"/>
                  </a:lnTo>
                  <a:lnTo>
                    <a:pt x="3057906" y="1194816"/>
                  </a:lnTo>
                  <a:lnTo>
                    <a:pt x="3064002" y="1188720"/>
                  </a:lnTo>
                  <a:close/>
                </a:path>
                <a:path w="3070225" h="1202054">
                  <a:moveTo>
                    <a:pt x="12954" y="1201674"/>
                  </a:moveTo>
                  <a:lnTo>
                    <a:pt x="12954" y="1194816"/>
                  </a:lnTo>
                  <a:lnTo>
                    <a:pt x="6096" y="1188720"/>
                  </a:lnTo>
                  <a:lnTo>
                    <a:pt x="6095" y="1201674"/>
                  </a:lnTo>
                  <a:lnTo>
                    <a:pt x="12954" y="1201674"/>
                  </a:lnTo>
                  <a:close/>
                </a:path>
                <a:path w="3070225" h="1202054">
                  <a:moveTo>
                    <a:pt x="3064002" y="12192"/>
                  </a:moveTo>
                  <a:lnTo>
                    <a:pt x="3057906" y="6096"/>
                  </a:lnTo>
                  <a:lnTo>
                    <a:pt x="3057906" y="12192"/>
                  </a:lnTo>
                  <a:lnTo>
                    <a:pt x="3064002" y="12192"/>
                  </a:lnTo>
                  <a:close/>
                </a:path>
                <a:path w="3070225" h="1202054">
                  <a:moveTo>
                    <a:pt x="3064002" y="1188720"/>
                  </a:moveTo>
                  <a:lnTo>
                    <a:pt x="3064002" y="12192"/>
                  </a:lnTo>
                  <a:lnTo>
                    <a:pt x="3057906" y="12192"/>
                  </a:lnTo>
                  <a:lnTo>
                    <a:pt x="3057906" y="1188720"/>
                  </a:lnTo>
                  <a:lnTo>
                    <a:pt x="3064002" y="1188720"/>
                  </a:lnTo>
                  <a:close/>
                </a:path>
                <a:path w="3070225" h="1202054">
                  <a:moveTo>
                    <a:pt x="3064002" y="1201674"/>
                  </a:moveTo>
                  <a:lnTo>
                    <a:pt x="3064002" y="1188720"/>
                  </a:lnTo>
                  <a:lnTo>
                    <a:pt x="3057906" y="1194816"/>
                  </a:lnTo>
                  <a:lnTo>
                    <a:pt x="3057906" y="1201674"/>
                  </a:lnTo>
                  <a:lnTo>
                    <a:pt x="3064002" y="12016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972049" y="2111501"/>
              <a:ext cx="3058160" cy="509905"/>
            </a:xfrm>
            <a:custGeom>
              <a:avLst/>
              <a:gdLst/>
              <a:ahLst/>
              <a:cxnLst/>
              <a:rect l="l" t="t" r="r" b="b"/>
              <a:pathLst>
                <a:path w="3058159" h="509905">
                  <a:moveTo>
                    <a:pt x="3057905" y="509777"/>
                  </a:moveTo>
                  <a:lnTo>
                    <a:pt x="3057905" y="0"/>
                  </a:lnTo>
                  <a:lnTo>
                    <a:pt x="0" y="0"/>
                  </a:lnTo>
                  <a:lnTo>
                    <a:pt x="0" y="509778"/>
                  </a:lnTo>
                  <a:lnTo>
                    <a:pt x="3057905" y="5097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965954" y="2103119"/>
              <a:ext cx="3070860" cy="1713864"/>
            </a:xfrm>
            <a:custGeom>
              <a:avLst/>
              <a:gdLst/>
              <a:ahLst/>
              <a:cxnLst/>
              <a:rect l="l" t="t" r="r" b="b"/>
              <a:pathLst>
                <a:path w="3070859" h="1713864">
                  <a:moveTo>
                    <a:pt x="3070606" y="8382"/>
                  </a:moveTo>
                  <a:lnTo>
                    <a:pt x="3070098" y="8382"/>
                  </a:lnTo>
                  <a:lnTo>
                    <a:pt x="3070098" y="5334"/>
                  </a:lnTo>
                  <a:lnTo>
                    <a:pt x="3070098" y="0"/>
                  </a:lnTo>
                  <a:lnTo>
                    <a:pt x="3057906" y="0"/>
                  </a:lnTo>
                  <a:lnTo>
                    <a:pt x="3057906" y="2286"/>
                  </a:lnTo>
                  <a:lnTo>
                    <a:pt x="3057906" y="15240"/>
                  </a:lnTo>
                  <a:lnTo>
                    <a:pt x="3057906" y="512064"/>
                  </a:lnTo>
                  <a:lnTo>
                    <a:pt x="12954" y="512064"/>
                  </a:lnTo>
                  <a:lnTo>
                    <a:pt x="12954" y="15240"/>
                  </a:lnTo>
                  <a:lnTo>
                    <a:pt x="3057906" y="15240"/>
                  </a:lnTo>
                  <a:lnTo>
                    <a:pt x="3057906" y="2286"/>
                  </a:lnTo>
                  <a:lnTo>
                    <a:pt x="12954" y="2286"/>
                  </a:lnTo>
                  <a:lnTo>
                    <a:pt x="12954" y="0"/>
                  </a:lnTo>
                  <a:lnTo>
                    <a:pt x="0" y="0"/>
                  </a:lnTo>
                  <a:lnTo>
                    <a:pt x="0" y="5334"/>
                  </a:lnTo>
                  <a:lnTo>
                    <a:pt x="0" y="8382"/>
                  </a:lnTo>
                  <a:lnTo>
                    <a:pt x="0" y="521970"/>
                  </a:lnTo>
                  <a:lnTo>
                    <a:pt x="0" y="1711960"/>
                  </a:lnTo>
                  <a:lnTo>
                    <a:pt x="2540" y="1711960"/>
                  </a:lnTo>
                  <a:lnTo>
                    <a:pt x="2540" y="1713738"/>
                  </a:lnTo>
                  <a:lnTo>
                    <a:pt x="10160" y="1713738"/>
                  </a:lnTo>
                  <a:lnTo>
                    <a:pt x="10160" y="1712214"/>
                  </a:lnTo>
                  <a:lnTo>
                    <a:pt x="12700" y="1712214"/>
                  </a:lnTo>
                  <a:lnTo>
                    <a:pt x="12700" y="524256"/>
                  </a:lnTo>
                  <a:lnTo>
                    <a:pt x="12954" y="524256"/>
                  </a:lnTo>
                  <a:lnTo>
                    <a:pt x="3057906" y="524256"/>
                  </a:lnTo>
                  <a:lnTo>
                    <a:pt x="3057906" y="1712391"/>
                  </a:lnTo>
                  <a:lnTo>
                    <a:pt x="3060446" y="1712391"/>
                  </a:lnTo>
                  <a:lnTo>
                    <a:pt x="3060446" y="1713738"/>
                  </a:lnTo>
                  <a:lnTo>
                    <a:pt x="3068066" y="1713738"/>
                  </a:lnTo>
                  <a:lnTo>
                    <a:pt x="3068066" y="1711706"/>
                  </a:lnTo>
                  <a:lnTo>
                    <a:pt x="3070606" y="1711706"/>
                  </a:lnTo>
                  <a:lnTo>
                    <a:pt x="3070606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068059" y="2173478"/>
            <a:ext cx="852805" cy="337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0480">
              <a:lnSpc>
                <a:spcPts val="1225"/>
              </a:lnSpc>
              <a:spcBef>
                <a:spcPts val="100"/>
              </a:spcBef>
            </a:pPr>
            <a:r>
              <a:rPr dirty="0" sz="1200" spc="-114">
                <a:latin typeface="Arial MT"/>
                <a:cs typeface="Arial MT"/>
              </a:rPr>
              <a:t>«block»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ts val="1225"/>
              </a:lnSpc>
            </a:pPr>
            <a:r>
              <a:rPr dirty="0" sz="1200" spc="-130" b="1">
                <a:latin typeface="Arial"/>
                <a:cs typeface="Arial"/>
              </a:rPr>
              <a:t>Brak</a:t>
            </a:r>
            <a:r>
              <a:rPr dirty="0" sz="1200" spc="-125" b="1">
                <a:latin typeface="Arial"/>
                <a:cs typeface="Arial"/>
              </a:rPr>
              <a:t>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135" b="1"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643371" y="2866644"/>
            <a:ext cx="1376680" cy="696595"/>
            <a:chOff x="5643371" y="2866644"/>
            <a:chExt cx="1376680" cy="696595"/>
          </a:xfrm>
        </p:grpSpPr>
        <p:sp>
          <p:nvSpPr>
            <p:cNvPr id="35" name="object 35"/>
            <p:cNvSpPr/>
            <p:nvPr/>
          </p:nvSpPr>
          <p:spPr>
            <a:xfrm>
              <a:off x="5643372" y="2866643"/>
              <a:ext cx="1376680" cy="696595"/>
            </a:xfrm>
            <a:custGeom>
              <a:avLst/>
              <a:gdLst/>
              <a:ahLst/>
              <a:cxnLst/>
              <a:rect l="l" t="t" r="r" b="b"/>
              <a:pathLst>
                <a:path w="1376679" h="696595">
                  <a:moveTo>
                    <a:pt x="1376172" y="688086"/>
                  </a:moveTo>
                  <a:lnTo>
                    <a:pt x="1373873" y="688086"/>
                  </a:lnTo>
                  <a:lnTo>
                    <a:pt x="1373873" y="8382"/>
                  </a:lnTo>
                  <a:lnTo>
                    <a:pt x="1373873" y="0"/>
                  </a:lnTo>
                  <a:lnTo>
                    <a:pt x="1360919" y="0"/>
                  </a:lnTo>
                  <a:lnTo>
                    <a:pt x="1360919" y="8382"/>
                  </a:lnTo>
                  <a:lnTo>
                    <a:pt x="1367028" y="8382"/>
                  </a:lnTo>
                  <a:lnTo>
                    <a:pt x="1367028" y="688086"/>
                  </a:lnTo>
                  <a:lnTo>
                    <a:pt x="1360919" y="688086"/>
                  </a:lnTo>
                  <a:lnTo>
                    <a:pt x="0" y="688086"/>
                  </a:lnTo>
                  <a:lnTo>
                    <a:pt x="0" y="694182"/>
                  </a:lnTo>
                  <a:lnTo>
                    <a:pt x="1360919" y="694182"/>
                  </a:lnTo>
                  <a:lnTo>
                    <a:pt x="1360919" y="696468"/>
                  </a:lnTo>
                  <a:lnTo>
                    <a:pt x="1373873" y="696468"/>
                  </a:lnTo>
                  <a:lnTo>
                    <a:pt x="1373873" y="694182"/>
                  </a:lnTo>
                  <a:lnTo>
                    <a:pt x="1376172" y="694182"/>
                  </a:lnTo>
                  <a:lnTo>
                    <a:pt x="1376172" y="6880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651753" y="2875026"/>
              <a:ext cx="1358900" cy="680085"/>
            </a:xfrm>
            <a:custGeom>
              <a:avLst/>
              <a:gdLst/>
              <a:ahLst/>
              <a:cxnLst/>
              <a:rect l="l" t="t" r="r" b="b"/>
              <a:pathLst>
                <a:path w="1358900" h="680085">
                  <a:moveTo>
                    <a:pt x="1358646" y="679703"/>
                  </a:moveTo>
                  <a:lnTo>
                    <a:pt x="1358646" y="0"/>
                  </a:lnTo>
                  <a:lnTo>
                    <a:pt x="0" y="0"/>
                  </a:lnTo>
                  <a:lnTo>
                    <a:pt x="0" y="679703"/>
                  </a:lnTo>
                  <a:lnTo>
                    <a:pt x="1358646" y="6797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645645" y="2866643"/>
              <a:ext cx="1372235" cy="694690"/>
            </a:xfrm>
            <a:custGeom>
              <a:avLst/>
              <a:gdLst/>
              <a:ahLst/>
              <a:cxnLst/>
              <a:rect l="l" t="t" r="r" b="b"/>
              <a:pathLst>
                <a:path w="1372234" h="694689">
                  <a:moveTo>
                    <a:pt x="1371612" y="0"/>
                  </a:moveTo>
                  <a:lnTo>
                    <a:pt x="1358658" y="0"/>
                  </a:lnTo>
                  <a:lnTo>
                    <a:pt x="1358658" y="2298"/>
                  </a:lnTo>
                  <a:lnTo>
                    <a:pt x="1358646" y="15252"/>
                  </a:lnTo>
                  <a:lnTo>
                    <a:pt x="1358646" y="682002"/>
                  </a:lnTo>
                  <a:lnTo>
                    <a:pt x="12700" y="682002"/>
                  </a:lnTo>
                  <a:lnTo>
                    <a:pt x="12700" y="15252"/>
                  </a:lnTo>
                  <a:lnTo>
                    <a:pt x="1358646" y="15252"/>
                  </a:lnTo>
                  <a:lnTo>
                    <a:pt x="1358646" y="2298"/>
                  </a:lnTo>
                  <a:lnTo>
                    <a:pt x="12192" y="2298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5346"/>
                  </a:lnTo>
                  <a:lnTo>
                    <a:pt x="0" y="8382"/>
                  </a:lnTo>
                  <a:lnTo>
                    <a:pt x="0" y="691908"/>
                  </a:lnTo>
                  <a:lnTo>
                    <a:pt x="0" y="692848"/>
                  </a:lnTo>
                  <a:lnTo>
                    <a:pt x="1244" y="692848"/>
                  </a:lnTo>
                  <a:lnTo>
                    <a:pt x="2540" y="693826"/>
                  </a:lnTo>
                  <a:lnTo>
                    <a:pt x="2540" y="694182"/>
                  </a:lnTo>
                  <a:lnTo>
                    <a:pt x="3022" y="694182"/>
                  </a:lnTo>
                  <a:lnTo>
                    <a:pt x="6096" y="694194"/>
                  </a:lnTo>
                  <a:lnTo>
                    <a:pt x="12192" y="694194"/>
                  </a:lnTo>
                  <a:lnTo>
                    <a:pt x="1358646" y="694194"/>
                  </a:lnTo>
                  <a:lnTo>
                    <a:pt x="1364742" y="694194"/>
                  </a:lnTo>
                  <a:lnTo>
                    <a:pt x="1368552" y="694194"/>
                  </a:lnTo>
                  <a:lnTo>
                    <a:pt x="1368818" y="694182"/>
                  </a:lnTo>
                  <a:lnTo>
                    <a:pt x="1368818" y="694004"/>
                  </a:lnTo>
                  <a:lnTo>
                    <a:pt x="1370088" y="693039"/>
                  </a:lnTo>
                  <a:lnTo>
                    <a:pt x="1371358" y="693039"/>
                  </a:lnTo>
                  <a:lnTo>
                    <a:pt x="1371358" y="692099"/>
                  </a:lnTo>
                  <a:lnTo>
                    <a:pt x="1371600" y="691908"/>
                  </a:lnTo>
                  <a:lnTo>
                    <a:pt x="1371600" y="8382"/>
                  </a:lnTo>
                  <a:lnTo>
                    <a:pt x="13716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5658358" y="3092450"/>
            <a:ext cx="1346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00"/>
              </a:spcBef>
            </a:pPr>
            <a:r>
              <a:rPr dirty="0" sz="1200" spc="-114" b="1">
                <a:latin typeface="Arial"/>
                <a:cs typeface="Arial"/>
              </a:rPr>
              <a:t>m:MasterCylinder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605021" y="2370582"/>
            <a:ext cx="1864995" cy="1251585"/>
            <a:chOff x="3605021" y="2370582"/>
            <a:chExt cx="1864995" cy="1251585"/>
          </a:xfrm>
        </p:grpSpPr>
        <p:sp>
          <p:nvSpPr>
            <p:cNvPr id="40" name="object 40"/>
            <p:cNvSpPr/>
            <p:nvPr/>
          </p:nvSpPr>
          <p:spPr>
            <a:xfrm>
              <a:off x="3794760" y="2370581"/>
              <a:ext cx="1675130" cy="757555"/>
            </a:xfrm>
            <a:custGeom>
              <a:avLst/>
              <a:gdLst/>
              <a:ahLst/>
              <a:cxnLst/>
              <a:rect l="l" t="t" r="r" b="b"/>
              <a:pathLst>
                <a:path w="1675129" h="757555">
                  <a:moveTo>
                    <a:pt x="85344" y="228600"/>
                  </a:moveTo>
                  <a:lnTo>
                    <a:pt x="0" y="228600"/>
                  </a:lnTo>
                  <a:lnTo>
                    <a:pt x="0" y="312420"/>
                  </a:lnTo>
                  <a:lnTo>
                    <a:pt x="85344" y="312420"/>
                  </a:lnTo>
                  <a:lnTo>
                    <a:pt x="85344" y="228600"/>
                  </a:lnTo>
                  <a:close/>
                </a:path>
                <a:path w="1675129" h="757555">
                  <a:moveTo>
                    <a:pt x="218694" y="0"/>
                  </a:moveTo>
                  <a:lnTo>
                    <a:pt x="134874" y="0"/>
                  </a:lnTo>
                  <a:lnTo>
                    <a:pt x="134874" y="83820"/>
                  </a:lnTo>
                  <a:lnTo>
                    <a:pt x="218694" y="83820"/>
                  </a:lnTo>
                  <a:lnTo>
                    <a:pt x="218694" y="0"/>
                  </a:lnTo>
                  <a:close/>
                </a:path>
                <a:path w="1675129" h="757555">
                  <a:moveTo>
                    <a:pt x="1539240" y="671322"/>
                  </a:moveTo>
                  <a:lnTo>
                    <a:pt x="1455420" y="671322"/>
                  </a:lnTo>
                  <a:lnTo>
                    <a:pt x="1455420" y="757428"/>
                  </a:lnTo>
                  <a:lnTo>
                    <a:pt x="1539240" y="757428"/>
                  </a:lnTo>
                  <a:lnTo>
                    <a:pt x="1539240" y="671322"/>
                  </a:lnTo>
                  <a:close/>
                </a:path>
                <a:path w="1675129" h="757555">
                  <a:moveTo>
                    <a:pt x="1674863" y="442722"/>
                  </a:moveTo>
                  <a:lnTo>
                    <a:pt x="1588770" y="442722"/>
                  </a:lnTo>
                  <a:lnTo>
                    <a:pt x="1588770" y="528828"/>
                  </a:lnTo>
                  <a:lnTo>
                    <a:pt x="1674863" y="528828"/>
                  </a:lnTo>
                  <a:lnTo>
                    <a:pt x="1674863" y="4427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05021" y="2436875"/>
              <a:ext cx="207263" cy="13106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61054" y="3235451"/>
              <a:ext cx="1541780" cy="386715"/>
            </a:xfrm>
            <a:custGeom>
              <a:avLst/>
              <a:gdLst/>
              <a:ahLst/>
              <a:cxnLst/>
              <a:rect l="l" t="t" r="r" b="b"/>
              <a:pathLst>
                <a:path w="1541779" h="386714">
                  <a:moveTo>
                    <a:pt x="84582" y="64008"/>
                  </a:moveTo>
                  <a:lnTo>
                    <a:pt x="0" y="64008"/>
                  </a:lnTo>
                  <a:lnTo>
                    <a:pt x="0" y="147840"/>
                  </a:lnTo>
                  <a:lnTo>
                    <a:pt x="84582" y="147840"/>
                  </a:lnTo>
                  <a:lnTo>
                    <a:pt x="84582" y="64008"/>
                  </a:lnTo>
                  <a:close/>
                </a:path>
                <a:path w="1541779" h="386714">
                  <a:moveTo>
                    <a:pt x="105156" y="300228"/>
                  </a:moveTo>
                  <a:lnTo>
                    <a:pt x="20574" y="300228"/>
                  </a:lnTo>
                  <a:lnTo>
                    <a:pt x="20574" y="386334"/>
                  </a:lnTo>
                  <a:lnTo>
                    <a:pt x="105156" y="386334"/>
                  </a:lnTo>
                  <a:lnTo>
                    <a:pt x="105156" y="300228"/>
                  </a:lnTo>
                  <a:close/>
                </a:path>
                <a:path w="1541779" h="386714">
                  <a:moveTo>
                    <a:pt x="1520952" y="0"/>
                  </a:moveTo>
                  <a:lnTo>
                    <a:pt x="1437132" y="0"/>
                  </a:lnTo>
                  <a:lnTo>
                    <a:pt x="1437132" y="84582"/>
                  </a:lnTo>
                  <a:lnTo>
                    <a:pt x="1520952" y="84582"/>
                  </a:lnTo>
                  <a:lnTo>
                    <a:pt x="1520952" y="0"/>
                  </a:lnTo>
                  <a:close/>
                </a:path>
                <a:path w="1541779" h="386714">
                  <a:moveTo>
                    <a:pt x="1541526" y="236982"/>
                  </a:moveTo>
                  <a:lnTo>
                    <a:pt x="1457706" y="236982"/>
                  </a:lnTo>
                  <a:lnTo>
                    <a:pt x="1457706" y="322338"/>
                  </a:lnTo>
                  <a:lnTo>
                    <a:pt x="1541526" y="322338"/>
                  </a:lnTo>
                  <a:lnTo>
                    <a:pt x="1541526" y="2369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05783" y="3393947"/>
              <a:ext cx="200405" cy="136398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4377182" y="2494279"/>
            <a:ext cx="5187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«satisfy»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77182" y="3498595"/>
            <a:ext cx="5187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latin typeface="Arial MT"/>
                <a:cs typeface="Arial MT"/>
              </a:rPr>
              <a:t>«satisfy»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311401" y="4312920"/>
            <a:ext cx="2307590" cy="692785"/>
            <a:chOff x="1311401" y="4312920"/>
            <a:chExt cx="2307590" cy="692785"/>
          </a:xfrm>
        </p:grpSpPr>
        <p:sp>
          <p:nvSpPr>
            <p:cNvPr id="47" name="object 47"/>
            <p:cNvSpPr/>
            <p:nvPr/>
          </p:nvSpPr>
          <p:spPr>
            <a:xfrm>
              <a:off x="3441700" y="4489704"/>
              <a:ext cx="170180" cy="0"/>
            </a:xfrm>
            <a:custGeom>
              <a:avLst/>
              <a:gdLst/>
              <a:ahLst/>
              <a:cxnLst/>
              <a:rect l="l" t="t" r="r" b="b"/>
              <a:pathLst>
                <a:path w="170179" h="0">
                  <a:moveTo>
                    <a:pt x="0" y="0"/>
                  </a:moveTo>
                  <a:lnTo>
                    <a:pt x="170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311389" y="4312920"/>
              <a:ext cx="2307590" cy="692785"/>
            </a:xfrm>
            <a:custGeom>
              <a:avLst/>
              <a:gdLst/>
              <a:ahLst/>
              <a:cxnLst/>
              <a:rect l="l" t="t" r="r" b="b"/>
              <a:pathLst>
                <a:path w="2307590" h="692785">
                  <a:moveTo>
                    <a:pt x="2307336" y="176784"/>
                  </a:moveTo>
                  <a:lnTo>
                    <a:pt x="2306574" y="174498"/>
                  </a:lnTo>
                  <a:lnTo>
                    <a:pt x="2306574" y="173736"/>
                  </a:lnTo>
                  <a:lnTo>
                    <a:pt x="2304288" y="170688"/>
                  </a:lnTo>
                  <a:lnTo>
                    <a:pt x="2303526" y="170688"/>
                  </a:lnTo>
                  <a:lnTo>
                    <a:pt x="2294382" y="161544"/>
                  </a:lnTo>
                  <a:lnTo>
                    <a:pt x="2294382" y="182880"/>
                  </a:lnTo>
                  <a:lnTo>
                    <a:pt x="2294382" y="680466"/>
                  </a:lnTo>
                  <a:lnTo>
                    <a:pt x="12954" y="680466"/>
                  </a:lnTo>
                  <a:lnTo>
                    <a:pt x="12954" y="13716"/>
                  </a:lnTo>
                  <a:lnTo>
                    <a:pt x="2124456" y="13716"/>
                  </a:lnTo>
                  <a:lnTo>
                    <a:pt x="2124456" y="180594"/>
                  </a:lnTo>
                  <a:lnTo>
                    <a:pt x="2125980" y="181737"/>
                  </a:lnTo>
                  <a:lnTo>
                    <a:pt x="2127504" y="182880"/>
                  </a:lnTo>
                  <a:lnTo>
                    <a:pt x="2130552" y="182880"/>
                  </a:lnTo>
                  <a:lnTo>
                    <a:pt x="2136648" y="182880"/>
                  </a:lnTo>
                  <a:lnTo>
                    <a:pt x="2294382" y="182880"/>
                  </a:lnTo>
                  <a:lnTo>
                    <a:pt x="2294382" y="161544"/>
                  </a:lnTo>
                  <a:lnTo>
                    <a:pt x="2285238" y="152400"/>
                  </a:lnTo>
                  <a:lnTo>
                    <a:pt x="2285238" y="170688"/>
                  </a:lnTo>
                  <a:lnTo>
                    <a:pt x="2136648" y="170688"/>
                  </a:lnTo>
                  <a:lnTo>
                    <a:pt x="2136648" y="22098"/>
                  </a:lnTo>
                  <a:lnTo>
                    <a:pt x="2285238" y="170688"/>
                  </a:lnTo>
                  <a:lnTo>
                    <a:pt x="2285238" y="152400"/>
                  </a:lnTo>
                  <a:lnTo>
                    <a:pt x="2136648" y="3810"/>
                  </a:lnTo>
                  <a:lnTo>
                    <a:pt x="2134362" y="762"/>
                  </a:lnTo>
                  <a:lnTo>
                    <a:pt x="2133600" y="762"/>
                  </a:lnTo>
                  <a:lnTo>
                    <a:pt x="2130552" y="0"/>
                  </a:lnTo>
                  <a:lnTo>
                    <a:pt x="2129409" y="762"/>
                  </a:lnTo>
                  <a:lnTo>
                    <a:pt x="3048" y="762"/>
                  </a:lnTo>
                  <a:lnTo>
                    <a:pt x="0" y="3810"/>
                  </a:lnTo>
                  <a:lnTo>
                    <a:pt x="0" y="689610"/>
                  </a:lnTo>
                  <a:lnTo>
                    <a:pt x="3048" y="692658"/>
                  </a:lnTo>
                  <a:lnTo>
                    <a:pt x="6858" y="692658"/>
                  </a:lnTo>
                  <a:lnTo>
                    <a:pt x="12954" y="692658"/>
                  </a:lnTo>
                  <a:lnTo>
                    <a:pt x="2294382" y="692658"/>
                  </a:lnTo>
                  <a:lnTo>
                    <a:pt x="2300478" y="692658"/>
                  </a:lnTo>
                  <a:lnTo>
                    <a:pt x="2304288" y="692658"/>
                  </a:lnTo>
                  <a:lnTo>
                    <a:pt x="2306574" y="689610"/>
                  </a:lnTo>
                  <a:lnTo>
                    <a:pt x="2306574" y="180594"/>
                  </a:lnTo>
                  <a:lnTo>
                    <a:pt x="2306574" y="179070"/>
                  </a:lnTo>
                  <a:lnTo>
                    <a:pt x="2307336" y="176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1318259" y="4319778"/>
            <a:ext cx="2161540" cy="68008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6670" rIns="0" bIns="0" rtlCol="0" vert="horz">
            <a:spAutoFit/>
          </a:bodyPr>
          <a:lstStyle/>
          <a:p>
            <a:pPr marL="76200" marR="30480">
              <a:lnSpc>
                <a:spcPts val="1225"/>
              </a:lnSpc>
              <a:spcBef>
                <a:spcPts val="210"/>
              </a:spcBef>
            </a:pPr>
            <a:r>
              <a:rPr dirty="0" sz="1200" spc="-105">
                <a:latin typeface="Arial MT"/>
                <a:cs typeface="Arial MT"/>
              </a:rPr>
              <a:t>«rationale»</a:t>
            </a:r>
            <a:endParaRPr sz="1200">
              <a:latin typeface="Arial MT"/>
              <a:cs typeface="Arial MT"/>
            </a:endParaRPr>
          </a:p>
          <a:p>
            <a:pPr algn="just" marL="76200">
              <a:lnSpc>
                <a:spcPct val="76000"/>
              </a:lnSpc>
              <a:spcBef>
                <a:spcPts val="130"/>
              </a:spcBef>
            </a:pPr>
            <a:r>
              <a:rPr dirty="0" sz="1200" spc="-135">
                <a:latin typeface="Arial MT"/>
                <a:cs typeface="Arial MT"/>
              </a:rPr>
              <a:t>Th</a:t>
            </a:r>
            <a:r>
              <a:rPr dirty="0" sz="1200" spc="-125">
                <a:latin typeface="Arial MT"/>
                <a:cs typeface="Arial MT"/>
              </a:rPr>
              <a:t>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best-practic</a:t>
            </a:r>
            <a:r>
              <a:rPr dirty="0" sz="1200" spc="-125">
                <a:latin typeface="Arial MT"/>
                <a:cs typeface="Arial MT"/>
              </a:rPr>
              <a:t>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95">
                <a:latin typeface="Arial MT"/>
                <a:cs typeface="Arial MT"/>
              </a:rPr>
              <a:t>solutio</a:t>
            </a:r>
            <a:r>
              <a:rPr dirty="0" sz="1200" spc="-125">
                <a:latin typeface="Arial MT"/>
                <a:cs typeface="Arial MT"/>
              </a:rPr>
              <a:t>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consist</a:t>
            </a:r>
            <a:r>
              <a:rPr dirty="0" sz="1200" spc="-110">
                <a:latin typeface="Arial MT"/>
                <a:cs typeface="Arial MT"/>
              </a:rPr>
              <a:t>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80">
                <a:latin typeface="Arial MT"/>
                <a:cs typeface="Arial MT"/>
              </a:rPr>
              <a:t>in  </a:t>
            </a:r>
            <a:r>
              <a:rPr dirty="0" sz="1200" spc="-105">
                <a:latin typeface="Arial MT"/>
                <a:cs typeface="Arial MT"/>
              </a:rPr>
              <a:t>assignin</a:t>
            </a:r>
            <a:r>
              <a:rPr dirty="0" sz="1200" spc="-125">
                <a:latin typeface="Arial MT"/>
                <a:cs typeface="Arial MT"/>
              </a:rPr>
              <a:t>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on</a:t>
            </a:r>
            <a:r>
              <a:rPr dirty="0" sz="1200" spc="-125">
                <a:latin typeface="Arial MT"/>
                <a:cs typeface="Arial MT"/>
              </a:rPr>
              <a:t>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reservoi</a:t>
            </a:r>
            <a:r>
              <a:rPr dirty="0" sz="1200" spc="-75">
                <a:latin typeface="Arial MT"/>
                <a:cs typeface="Arial MT"/>
              </a:rPr>
              <a:t>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30">
                <a:latin typeface="Arial MT"/>
                <a:cs typeface="Arial MT"/>
              </a:rPr>
              <a:t>pe</a:t>
            </a:r>
            <a:r>
              <a:rPr dirty="0" sz="1200" spc="-75">
                <a:latin typeface="Arial MT"/>
                <a:cs typeface="Arial MT"/>
              </a:rPr>
              <a:t>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brakeline.  Se</a:t>
            </a:r>
            <a:r>
              <a:rPr dirty="0" sz="1200" spc="-125">
                <a:latin typeface="Arial MT"/>
                <a:cs typeface="Arial MT"/>
              </a:rPr>
              <a:t>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14">
                <a:latin typeface="Arial MT"/>
                <a:cs typeface="Arial MT"/>
              </a:rPr>
              <a:t>"</a:t>
            </a:r>
            <a:r>
              <a:rPr dirty="0" sz="1200" spc="-114">
                <a:solidFill>
                  <a:srgbClr val="3365FF"/>
                </a:solidFill>
                <a:latin typeface="Arial MT"/>
                <a:cs typeface="Arial MT"/>
              </a:rPr>
              <a:t>automotive_d32_hdb.do</a:t>
            </a:r>
            <a:r>
              <a:rPr dirty="0" sz="1200" spc="-210">
                <a:solidFill>
                  <a:srgbClr val="3365FF"/>
                </a:solidFill>
                <a:latin typeface="Arial MT"/>
                <a:cs typeface="Arial MT"/>
              </a:rPr>
              <a:t>c</a:t>
            </a:r>
            <a:r>
              <a:rPr dirty="0" sz="1200" spc="-80">
                <a:latin typeface="Arial MT"/>
                <a:cs typeface="Arial MT"/>
              </a:rPr>
              <a:t>"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367527" y="4265676"/>
            <a:ext cx="2307590" cy="692785"/>
            <a:chOff x="5367527" y="4265676"/>
            <a:chExt cx="2307590" cy="692785"/>
          </a:xfrm>
        </p:grpSpPr>
        <p:sp>
          <p:nvSpPr>
            <p:cNvPr id="51" name="object 51"/>
            <p:cNvSpPr/>
            <p:nvPr/>
          </p:nvSpPr>
          <p:spPr>
            <a:xfrm>
              <a:off x="7497825" y="4442460"/>
              <a:ext cx="170180" cy="0"/>
            </a:xfrm>
            <a:custGeom>
              <a:avLst/>
              <a:gdLst/>
              <a:ahLst/>
              <a:cxnLst/>
              <a:rect l="l" t="t" r="r" b="b"/>
              <a:pathLst>
                <a:path w="170179" h="0">
                  <a:moveTo>
                    <a:pt x="0" y="0"/>
                  </a:moveTo>
                  <a:lnTo>
                    <a:pt x="170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67515" y="4265676"/>
              <a:ext cx="2307590" cy="692785"/>
            </a:xfrm>
            <a:custGeom>
              <a:avLst/>
              <a:gdLst/>
              <a:ahLst/>
              <a:cxnLst/>
              <a:rect l="l" t="t" r="r" b="b"/>
              <a:pathLst>
                <a:path w="2307590" h="692785">
                  <a:moveTo>
                    <a:pt x="2307336" y="176784"/>
                  </a:moveTo>
                  <a:lnTo>
                    <a:pt x="2306574" y="173736"/>
                  </a:lnTo>
                  <a:lnTo>
                    <a:pt x="2306574" y="172974"/>
                  </a:lnTo>
                  <a:lnTo>
                    <a:pt x="2304288" y="169926"/>
                  </a:lnTo>
                  <a:lnTo>
                    <a:pt x="2302764" y="169926"/>
                  </a:lnTo>
                  <a:lnTo>
                    <a:pt x="2294382" y="161544"/>
                  </a:lnTo>
                  <a:lnTo>
                    <a:pt x="2294382" y="182880"/>
                  </a:lnTo>
                  <a:lnTo>
                    <a:pt x="2294382" y="679704"/>
                  </a:lnTo>
                  <a:lnTo>
                    <a:pt x="12954" y="679704"/>
                  </a:lnTo>
                  <a:lnTo>
                    <a:pt x="12954" y="12954"/>
                  </a:lnTo>
                  <a:lnTo>
                    <a:pt x="2124456" y="12954"/>
                  </a:lnTo>
                  <a:lnTo>
                    <a:pt x="2124456" y="179832"/>
                  </a:lnTo>
                  <a:lnTo>
                    <a:pt x="2125980" y="181864"/>
                  </a:lnTo>
                  <a:lnTo>
                    <a:pt x="2126742" y="182880"/>
                  </a:lnTo>
                  <a:lnTo>
                    <a:pt x="2130552" y="182880"/>
                  </a:lnTo>
                  <a:lnTo>
                    <a:pt x="2136648" y="182880"/>
                  </a:lnTo>
                  <a:lnTo>
                    <a:pt x="2294382" y="182880"/>
                  </a:lnTo>
                  <a:lnTo>
                    <a:pt x="2294382" y="161544"/>
                  </a:lnTo>
                  <a:lnTo>
                    <a:pt x="2284476" y="151638"/>
                  </a:lnTo>
                  <a:lnTo>
                    <a:pt x="2284476" y="169926"/>
                  </a:lnTo>
                  <a:lnTo>
                    <a:pt x="2136648" y="169926"/>
                  </a:lnTo>
                  <a:lnTo>
                    <a:pt x="2136648" y="22098"/>
                  </a:lnTo>
                  <a:lnTo>
                    <a:pt x="2284476" y="169926"/>
                  </a:lnTo>
                  <a:lnTo>
                    <a:pt x="2284476" y="151638"/>
                  </a:lnTo>
                  <a:lnTo>
                    <a:pt x="2136648" y="3810"/>
                  </a:lnTo>
                  <a:lnTo>
                    <a:pt x="2136648" y="3048"/>
                  </a:lnTo>
                  <a:lnTo>
                    <a:pt x="2134362" y="0"/>
                  </a:lnTo>
                  <a:lnTo>
                    <a:pt x="2133600" y="0"/>
                  </a:lnTo>
                  <a:lnTo>
                    <a:pt x="2130552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689610"/>
                  </a:lnTo>
                  <a:lnTo>
                    <a:pt x="3048" y="692658"/>
                  </a:lnTo>
                  <a:lnTo>
                    <a:pt x="6858" y="692658"/>
                  </a:lnTo>
                  <a:lnTo>
                    <a:pt x="12954" y="692658"/>
                  </a:lnTo>
                  <a:lnTo>
                    <a:pt x="2294382" y="692658"/>
                  </a:lnTo>
                  <a:lnTo>
                    <a:pt x="2300478" y="692658"/>
                  </a:lnTo>
                  <a:lnTo>
                    <a:pt x="2304288" y="692658"/>
                  </a:lnTo>
                  <a:lnTo>
                    <a:pt x="2306574" y="689610"/>
                  </a:lnTo>
                  <a:lnTo>
                    <a:pt x="2306574" y="179832"/>
                  </a:lnTo>
                  <a:lnTo>
                    <a:pt x="2306574" y="179070"/>
                  </a:lnTo>
                  <a:lnTo>
                    <a:pt x="2307336" y="176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5374385" y="4272534"/>
            <a:ext cx="2123440" cy="6794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3660" rIns="0" bIns="0" rtlCol="0" vert="horz">
            <a:spAutoFit/>
          </a:bodyPr>
          <a:lstStyle/>
          <a:p>
            <a:pPr marL="64769">
              <a:lnSpc>
                <a:spcPts val="1310"/>
              </a:lnSpc>
              <a:spcBef>
                <a:spcPts val="580"/>
              </a:spcBef>
            </a:pPr>
            <a:r>
              <a:rPr dirty="0" sz="1200" spc="-120">
                <a:latin typeface="Arial MT"/>
                <a:cs typeface="Arial MT"/>
              </a:rPr>
              <a:t>«problem»</a:t>
            </a:r>
            <a:endParaRPr sz="1200">
              <a:latin typeface="Arial MT"/>
              <a:cs typeface="Arial MT"/>
            </a:endParaRPr>
          </a:p>
          <a:p>
            <a:pPr marL="64769" marR="316230">
              <a:lnSpc>
                <a:spcPct val="70400"/>
              </a:lnSpc>
              <a:spcBef>
                <a:spcPts val="295"/>
              </a:spcBef>
            </a:pPr>
            <a:r>
              <a:rPr dirty="0" sz="1200" spc="-135">
                <a:latin typeface="Arial MT"/>
                <a:cs typeface="Arial MT"/>
              </a:rPr>
              <a:t>Th</a:t>
            </a:r>
            <a:r>
              <a:rPr dirty="0" sz="1200" spc="-125">
                <a:latin typeface="Arial MT"/>
                <a:cs typeface="Arial MT"/>
              </a:rPr>
              <a:t>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25">
                <a:latin typeface="Arial MT"/>
                <a:cs typeface="Arial MT"/>
              </a:rPr>
              <a:t>maste</a:t>
            </a:r>
            <a:r>
              <a:rPr dirty="0" sz="1200" spc="-75">
                <a:latin typeface="Arial MT"/>
                <a:cs typeface="Arial MT"/>
              </a:rPr>
              <a:t>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cylinde</a:t>
            </a:r>
            <a:r>
              <a:rPr dirty="0" sz="1200" spc="-75">
                <a:latin typeface="Arial MT"/>
                <a:cs typeface="Arial MT"/>
              </a:rPr>
              <a:t>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5">
                <a:latin typeface="Arial MT"/>
                <a:cs typeface="Arial MT"/>
              </a:rPr>
              <a:t>i</a:t>
            </a:r>
            <a:r>
              <a:rPr dirty="0" sz="1200" spc="-125">
                <a:latin typeface="Arial MT"/>
                <a:cs typeface="Arial MT"/>
              </a:rPr>
              <a:t>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0">
                <a:latin typeface="Arial MT"/>
                <a:cs typeface="Arial MT"/>
              </a:rPr>
              <a:t>previous  versio</a:t>
            </a:r>
            <a:r>
              <a:rPr dirty="0" sz="1200" spc="-125">
                <a:latin typeface="Arial MT"/>
                <a:cs typeface="Arial MT"/>
              </a:rPr>
              <a:t>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5">
                <a:latin typeface="Arial MT"/>
                <a:cs typeface="Arial MT"/>
              </a:rPr>
              <a:t>leaked.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621023" y="2447544"/>
            <a:ext cx="2024380" cy="596265"/>
          </a:xfrm>
          <a:custGeom>
            <a:avLst/>
            <a:gdLst/>
            <a:ahLst/>
            <a:cxnLst/>
            <a:rect l="l" t="t" r="r" b="b"/>
            <a:pathLst>
              <a:path w="2024379" h="596264">
                <a:moveTo>
                  <a:pt x="2023872" y="586740"/>
                </a:moveTo>
                <a:lnTo>
                  <a:pt x="1987296" y="576072"/>
                </a:lnTo>
                <a:lnTo>
                  <a:pt x="1985010" y="585216"/>
                </a:lnTo>
                <a:lnTo>
                  <a:pt x="2021586" y="595884"/>
                </a:lnTo>
                <a:lnTo>
                  <a:pt x="2023872" y="586740"/>
                </a:lnTo>
                <a:close/>
              </a:path>
              <a:path w="2024379" h="596264">
                <a:moveTo>
                  <a:pt x="1959864" y="568452"/>
                </a:moveTo>
                <a:lnTo>
                  <a:pt x="1923288" y="557784"/>
                </a:lnTo>
                <a:lnTo>
                  <a:pt x="1921002" y="566928"/>
                </a:lnTo>
                <a:lnTo>
                  <a:pt x="1957578" y="577596"/>
                </a:lnTo>
                <a:lnTo>
                  <a:pt x="1959864" y="568452"/>
                </a:lnTo>
                <a:close/>
              </a:path>
              <a:path w="2024379" h="596264">
                <a:moveTo>
                  <a:pt x="1895856" y="549402"/>
                </a:moveTo>
                <a:lnTo>
                  <a:pt x="1859280" y="538734"/>
                </a:lnTo>
                <a:lnTo>
                  <a:pt x="1856994" y="547878"/>
                </a:lnTo>
                <a:lnTo>
                  <a:pt x="1893570" y="558546"/>
                </a:lnTo>
                <a:lnTo>
                  <a:pt x="1895856" y="549402"/>
                </a:lnTo>
                <a:close/>
              </a:path>
              <a:path w="2024379" h="596264">
                <a:moveTo>
                  <a:pt x="1831848" y="531114"/>
                </a:moveTo>
                <a:lnTo>
                  <a:pt x="1795272" y="520446"/>
                </a:lnTo>
                <a:lnTo>
                  <a:pt x="1792986" y="529590"/>
                </a:lnTo>
                <a:lnTo>
                  <a:pt x="1829562" y="540258"/>
                </a:lnTo>
                <a:lnTo>
                  <a:pt x="1831848" y="531114"/>
                </a:lnTo>
                <a:close/>
              </a:path>
              <a:path w="2024379" h="596264">
                <a:moveTo>
                  <a:pt x="1767840" y="512064"/>
                </a:moveTo>
                <a:lnTo>
                  <a:pt x="1731264" y="501396"/>
                </a:lnTo>
                <a:lnTo>
                  <a:pt x="1728978" y="510540"/>
                </a:lnTo>
                <a:lnTo>
                  <a:pt x="1765554" y="521208"/>
                </a:lnTo>
                <a:lnTo>
                  <a:pt x="1767840" y="512064"/>
                </a:lnTo>
                <a:close/>
              </a:path>
              <a:path w="2024379" h="596264">
                <a:moveTo>
                  <a:pt x="1703832" y="493776"/>
                </a:moveTo>
                <a:lnTo>
                  <a:pt x="1667256" y="483108"/>
                </a:lnTo>
                <a:lnTo>
                  <a:pt x="1664970" y="492252"/>
                </a:lnTo>
                <a:lnTo>
                  <a:pt x="1701546" y="502920"/>
                </a:lnTo>
                <a:lnTo>
                  <a:pt x="1703832" y="493776"/>
                </a:lnTo>
                <a:close/>
              </a:path>
              <a:path w="2024379" h="596264">
                <a:moveTo>
                  <a:pt x="1639824" y="475488"/>
                </a:moveTo>
                <a:lnTo>
                  <a:pt x="1603248" y="464820"/>
                </a:lnTo>
                <a:lnTo>
                  <a:pt x="1600962" y="473964"/>
                </a:lnTo>
                <a:lnTo>
                  <a:pt x="1637538" y="484632"/>
                </a:lnTo>
                <a:lnTo>
                  <a:pt x="1639824" y="475488"/>
                </a:lnTo>
                <a:close/>
              </a:path>
              <a:path w="2024379" h="596264">
                <a:moveTo>
                  <a:pt x="1575816" y="456438"/>
                </a:moveTo>
                <a:lnTo>
                  <a:pt x="1539240" y="445770"/>
                </a:lnTo>
                <a:lnTo>
                  <a:pt x="1536954" y="454914"/>
                </a:lnTo>
                <a:lnTo>
                  <a:pt x="1573530" y="465582"/>
                </a:lnTo>
                <a:lnTo>
                  <a:pt x="1575816" y="456438"/>
                </a:lnTo>
                <a:close/>
              </a:path>
              <a:path w="2024379" h="596264">
                <a:moveTo>
                  <a:pt x="1511808" y="438150"/>
                </a:moveTo>
                <a:lnTo>
                  <a:pt x="1475232" y="427482"/>
                </a:lnTo>
                <a:lnTo>
                  <a:pt x="1472946" y="436626"/>
                </a:lnTo>
                <a:lnTo>
                  <a:pt x="1509522" y="447294"/>
                </a:lnTo>
                <a:lnTo>
                  <a:pt x="1511808" y="438150"/>
                </a:lnTo>
                <a:close/>
              </a:path>
              <a:path w="2024379" h="596264">
                <a:moveTo>
                  <a:pt x="1447800" y="419100"/>
                </a:moveTo>
                <a:lnTo>
                  <a:pt x="1411224" y="408432"/>
                </a:lnTo>
                <a:lnTo>
                  <a:pt x="1408938" y="417576"/>
                </a:lnTo>
                <a:lnTo>
                  <a:pt x="1445514" y="428244"/>
                </a:lnTo>
                <a:lnTo>
                  <a:pt x="1447800" y="419100"/>
                </a:lnTo>
                <a:close/>
              </a:path>
              <a:path w="2024379" h="596264">
                <a:moveTo>
                  <a:pt x="1383792" y="400812"/>
                </a:moveTo>
                <a:lnTo>
                  <a:pt x="1347216" y="390144"/>
                </a:lnTo>
                <a:lnTo>
                  <a:pt x="1344930" y="399288"/>
                </a:lnTo>
                <a:lnTo>
                  <a:pt x="1381506" y="409956"/>
                </a:lnTo>
                <a:lnTo>
                  <a:pt x="1383792" y="400812"/>
                </a:lnTo>
                <a:close/>
              </a:path>
              <a:path w="2024379" h="596264">
                <a:moveTo>
                  <a:pt x="1319784" y="382524"/>
                </a:moveTo>
                <a:lnTo>
                  <a:pt x="1283208" y="371856"/>
                </a:lnTo>
                <a:lnTo>
                  <a:pt x="1280922" y="381000"/>
                </a:lnTo>
                <a:lnTo>
                  <a:pt x="1317498" y="391668"/>
                </a:lnTo>
                <a:lnTo>
                  <a:pt x="1319784" y="382524"/>
                </a:lnTo>
                <a:close/>
              </a:path>
              <a:path w="2024379" h="596264">
                <a:moveTo>
                  <a:pt x="1255776" y="363474"/>
                </a:moveTo>
                <a:lnTo>
                  <a:pt x="1219200" y="352806"/>
                </a:lnTo>
                <a:lnTo>
                  <a:pt x="1216914" y="361950"/>
                </a:lnTo>
                <a:lnTo>
                  <a:pt x="1253490" y="372618"/>
                </a:lnTo>
                <a:lnTo>
                  <a:pt x="1255776" y="363474"/>
                </a:lnTo>
                <a:close/>
              </a:path>
              <a:path w="2024379" h="596264">
                <a:moveTo>
                  <a:pt x="1191768" y="345186"/>
                </a:moveTo>
                <a:lnTo>
                  <a:pt x="1155192" y="334518"/>
                </a:lnTo>
                <a:lnTo>
                  <a:pt x="1152906" y="343662"/>
                </a:lnTo>
                <a:lnTo>
                  <a:pt x="1189482" y="354330"/>
                </a:lnTo>
                <a:lnTo>
                  <a:pt x="1191768" y="345186"/>
                </a:lnTo>
                <a:close/>
              </a:path>
              <a:path w="2024379" h="596264">
                <a:moveTo>
                  <a:pt x="1127760" y="326136"/>
                </a:moveTo>
                <a:lnTo>
                  <a:pt x="1091184" y="315468"/>
                </a:lnTo>
                <a:lnTo>
                  <a:pt x="1088898" y="324612"/>
                </a:lnTo>
                <a:lnTo>
                  <a:pt x="1125474" y="335280"/>
                </a:lnTo>
                <a:lnTo>
                  <a:pt x="1127760" y="326136"/>
                </a:lnTo>
                <a:close/>
              </a:path>
              <a:path w="2024379" h="596264">
                <a:moveTo>
                  <a:pt x="1063752" y="307848"/>
                </a:moveTo>
                <a:lnTo>
                  <a:pt x="1027176" y="297180"/>
                </a:lnTo>
                <a:lnTo>
                  <a:pt x="1024890" y="306324"/>
                </a:lnTo>
                <a:lnTo>
                  <a:pt x="1061466" y="316992"/>
                </a:lnTo>
                <a:lnTo>
                  <a:pt x="1063752" y="307848"/>
                </a:lnTo>
                <a:close/>
              </a:path>
              <a:path w="2024379" h="596264">
                <a:moveTo>
                  <a:pt x="999744" y="289560"/>
                </a:moveTo>
                <a:lnTo>
                  <a:pt x="963168" y="278892"/>
                </a:lnTo>
                <a:lnTo>
                  <a:pt x="960120" y="288036"/>
                </a:lnTo>
                <a:lnTo>
                  <a:pt x="997458" y="298704"/>
                </a:lnTo>
                <a:lnTo>
                  <a:pt x="999744" y="289560"/>
                </a:lnTo>
                <a:close/>
              </a:path>
              <a:path w="2024379" h="596264">
                <a:moveTo>
                  <a:pt x="935736" y="270510"/>
                </a:moveTo>
                <a:lnTo>
                  <a:pt x="899160" y="259842"/>
                </a:lnTo>
                <a:lnTo>
                  <a:pt x="896112" y="268986"/>
                </a:lnTo>
                <a:lnTo>
                  <a:pt x="932688" y="279654"/>
                </a:lnTo>
                <a:lnTo>
                  <a:pt x="935736" y="270510"/>
                </a:lnTo>
                <a:close/>
              </a:path>
              <a:path w="2024379" h="596264">
                <a:moveTo>
                  <a:pt x="871728" y="252222"/>
                </a:moveTo>
                <a:lnTo>
                  <a:pt x="835152" y="241554"/>
                </a:lnTo>
                <a:lnTo>
                  <a:pt x="832104" y="250698"/>
                </a:lnTo>
                <a:lnTo>
                  <a:pt x="868680" y="261366"/>
                </a:lnTo>
                <a:lnTo>
                  <a:pt x="871728" y="252222"/>
                </a:lnTo>
                <a:close/>
              </a:path>
              <a:path w="2024379" h="596264">
                <a:moveTo>
                  <a:pt x="807720" y="233172"/>
                </a:moveTo>
                <a:lnTo>
                  <a:pt x="771144" y="222504"/>
                </a:lnTo>
                <a:lnTo>
                  <a:pt x="768096" y="231648"/>
                </a:lnTo>
                <a:lnTo>
                  <a:pt x="804672" y="242316"/>
                </a:lnTo>
                <a:lnTo>
                  <a:pt x="807720" y="233172"/>
                </a:lnTo>
                <a:close/>
              </a:path>
              <a:path w="2024379" h="596264">
                <a:moveTo>
                  <a:pt x="743712" y="214884"/>
                </a:moveTo>
                <a:lnTo>
                  <a:pt x="707136" y="204216"/>
                </a:lnTo>
                <a:lnTo>
                  <a:pt x="704088" y="213360"/>
                </a:lnTo>
                <a:lnTo>
                  <a:pt x="740664" y="224028"/>
                </a:lnTo>
                <a:lnTo>
                  <a:pt x="743712" y="214884"/>
                </a:lnTo>
                <a:close/>
              </a:path>
              <a:path w="2024379" h="596264">
                <a:moveTo>
                  <a:pt x="679704" y="196596"/>
                </a:moveTo>
                <a:lnTo>
                  <a:pt x="643128" y="185928"/>
                </a:lnTo>
                <a:lnTo>
                  <a:pt x="640080" y="195072"/>
                </a:lnTo>
                <a:lnTo>
                  <a:pt x="676656" y="205740"/>
                </a:lnTo>
                <a:lnTo>
                  <a:pt x="679704" y="196596"/>
                </a:lnTo>
                <a:close/>
              </a:path>
              <a:path w="2024379" h="596264">
                <a:moveTo>
                  <a:pt x="615696" y="177546"/>
                </a:moveTo>
                <a:lnTo>
                  <a:pt x="579120" y="166878"/>
                </a:lnTo>
                <a:lnTo>
                  <a:pt x="576072" y="176022"/>
                </a:lnTo>
                <a:lnTo>
                  <a:pt x="612648" y="186690"/>
                </a:lnTo>
                <a:lnTo>
                  <a:pt x="615696" y="177546"/>
                </a:lnTo>
                <a:close/>
              </a:path>
              <a:path w="2024379" h="596264">
                <a:moveTo>
                  <a:pt x="551688" y="159258"/>
                </a:moveTo>
                <a:lnTo>
                  <a:pt x="515112" y="148590"/>
                </a:lnTo>
                <a:lnTo>
                  <a:pt x="512064" y="157734"/>
                </a:lnTo>
                <a:lnTo>
                  <a:pt x="548640" y="168402"/>
                </a:lnTo>
                <a:lnTo>
                  <a:pt x="551688" y="159258"/>
                </a:lnTo>
                <a:close/>
              </a:path>
              <a:path w="2024379" h="596264">
                <a:moveTo>
                  <a:pt x="487680" y="140208"/>
                </a:moveTo>
                <a:lnTo>
                  <a:pt x="451104" y="129540"/>
                </a:lnTo>
                <a:lnTo>
                  <a:pt x="448056" y="138684"/>
                </a:lnTo>
                <a:lnTo>
                  <a:pt x="484632" y="149352"/>
                </a:lnTo>
                <a:lnTo>
                  <a:pt x="487680" y="140208"/>
                </a:lnTo>
                <a:close/>
              </a:path>
              <a:path w="2024379" h="596264">
                <a:moveTo>
                  <a:pt x="423672" y="121920"/>
                </a:moveTo>
                <a:lnTo>
                  <a:pt x="387096" y="111252"/>
                </a:lnTo>
                <a:lnTo>
                  <a:pt x="384048" y="120396"/>
                </a:lnTo>
                <a:lnTo>
                  <a:pt x="420624" y="131064"/>
                </a:lnTo>
                <a:lnTo>
                  <a:pt x="423672" y="121920"/>
                </a:lnTo>
                <a:close/>
              </a:path>
              <a:path w="2024379" h="596264">
                <a:moveTo>
                  <a:pt x="359663" y="103632"/>
                </a:moveTo>
                <a:lnTo>
                  <a:pt x="323088" y="92964"/>
                </a:lnTo>
                <a:lnTo>
                  <a:pt x="320040" y="102108"/>
                </a:lnTo>
                <a:lnTo>
                  <a:pt x="356616" y="112776"/>
                </a:lnTo>
                <a:lnTo>
                  <a:pt x="359663" y="103632"/>
                </a:lnTo>
                <a:close/>
              </a:path>
              <a:path w="2024379" h="596264">
                <a:moveTo>
                  <a:pt x="295656" y="84582"/>
                </a:moveTo>
                <a:lnTo>
                  <a:pt x="259080" y="73914"/>
                </a:lnTo>
                <a:lnTo>
                  <a:pt x="256031" y="83058"/>
                </a:lnTo>
                <a:lnTo>
                  <a:pt x="292608" y="93726"/>
                </a:lnTo>
                <a:lnTo>
                  <a:pt x="295656" y="84582"/>
                </a:lnTo>
                <a:close/>
              </a:path>
              <a:path w="2024379" h="596264">
                <a:moveTo>
                  <a:pt x="231648" y="66294"/>
                </a:moveTo>
                <a:lnTo>
                  <a:pt x="195072" y="55626"/>
                </a:lnTo>
                <a:lnTo>
                  <a:pt x="192024" y="64770"/>
                </a:lnTo>
                <a:lnTo>
                  <a:pt x="228600" y="75438"/>
                </a:lnTo>
                <a:lnTo>
                  <a:pt x="231648" y="66294"/>
                </a:lnTo>
                <a:close/>
              </a:path>
              <a:path w="2024379" h="596264">
                <a:moveTo>
                  <a:pt x="167640" y="47244"/>
                </a:moveTo>
                <a:lnTo>
                  <a:pt x="131063" y="36576"/>
                </a:lnTo>
                <a:lnTo>
                  <a:pt x="128016" y="45720"/>
                </a:lnTo>
                <a:lnTo>
                  <a:pt x="164592" y="56388"/>
                </a:lnTo>
                <a:lnTo>
                  <a:pt x="167640" y="47244"/>
                </a:lnTo>
                <a:close/>
              </a:path>
              <a:path w="2024379" h="596264">
                <a:moveTo>
                  <a:pt x="103631" y="28956"/>
                </a:moveTo>
                <a:lnTo>
                  <a:pt x="67056" y="18288"/>
                </a:lnTo>
                <a:lnTo>
                  <a:pt x="64008" y="27432"/>
                </a:lnTo>
                <a:lnTo>
                  <a:pt x="100584" y="38100"/>
                </a:lnTo>
                <a:lnTo>
                  <a:pt x="103631" y="28956"/>
                </a:lnTo>
                <a:close/>
              </a:path>
              <a:path w="2024379" h="596264">
                <a:moveTo>
                  <a:pt x="39624" y="10668"/>
                </a:moveTo>
                <a:lnTo>
                  <a:pt x="3048" y="0"/>
                </a:lnTo>
                <a:lnTo>
                  <a:pt x="0" y="9144"/>
                </a:lnTo>
                <a:lnTo>
                  <a:pt x="36575" y="19812"/>
                </a:lnTo>
                <a:lnTo>
                  <a:pt x="39624" y="10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286505" y="3381755"/>
            <a:ext cx="3226435" cy="922655"/>
          </a:xfrm>
          <a:custGeom>
            <a:avLst/>
            <a:gdLst/>
            <a:ahLst/>
            <a:cxnLst/>
            <a:rect l="l" t="t" r="r" b="b"/>
            <a:pathLst>
              <a:path w="3226434" h="922654">
                <a:moveTo>
                  <a:pt x="35814" y="897648"/>
                </a:moveTo>
                <a:lnTo>
                  <a:pt x="29718" y="890790"/>
                </a:lnTo>
                <a:lnTo>
                  <a:pt x="0" y="914412"/>
                </a:lnTo>
                <a:lnTo>
                  <a:pt x="6096" y="922032"/>
                </a:lnTo>
                <a:lnTo>
                  <a:pt x="35814" y="897648"/>
                </a:lnTo>
                <a:close/>
              </a:path>
              <a:path w="3226434" h="922654">
                <a:moveTo>
                  <a:pt x="87630" y="855738"/>
                </a:moveTo>
                <a:lnTo>
                  <a:pt x="81534" y="848880"/>
                </a:lnTo>
                <a:lnTo>
                  <a:pt x="51816" y="872502"/>
                </a:lnTo>
                <a:lnTo>
                  <a:pt x="57912" y="880122"/>
                </a:lnTo>
                <a:lnTo>
                  <a:pt x="87630" y="855738"/>
                </a:lnTo>
                <a:close/>
              </a:path>
              <a:path w="3226434" h="922654">
                <a:moveTo>
                  <a:pt x="139446" y="813828"/>
                </a:moveTo>
                <a:lnTo>
                  <a:pt x="133350" y="806208"/>
                </a:lnTo>
                <a:lnTo>
                  <a:pt x="103632" y="830592"/>
                </a:lnTo>
                <a:lnTo>
                  <a:pt x="109728" y="838212"/>
                </a:lnTo>
                <a:lnTo>
                  <a:pt x="139446" y="813828"/>
                </a:lnTo>
                <a:close/>
              </a:path>
              <a:path w="3226434" h="922654">
                <a:moveTo>
                  <a:pt x="190500" y="771918"/>
                </a:moveTo>
                <a:lnTo>
                  <a:pt x="184404" y="764298"/>
                </a:lnTo>
                <a:lnTo>
                  <a:pt x="155448" y="788682"/>
                </a:lnTo>
                <a:lnTo>
                  <a:pt x="161544" y="795540"/>
                </a:lnTo>
                <a:lnTo>
                  <a:pt x="190500" y="771918"/>
                </a:lnTo>
                <a:close/>
              </a:path>
              <a:path w="3226434" h="922654">
                <a:moveTo>
                  <a:pt x="242316" y="729246"/>
                </a:moveTo>
                <a:lnTo>
                  <a:pt x="236220" y="722388"/>
                </a:lnTo>
                <a:lnTo>
                  <a:pt x="207264" y="746010"/>
                </a:lnTo>
                <a:lnTo>
                  <a:pt x="212598" y="753630"/>
                </a:lnTo>
                <a:lnTo>
                  <a:pt x="242316" y="729246"/>
                </a:lnTo>
                <a:close/>
              </a:path>
              <a:path w="3226434" h="922654">
                <a:moveTo>
                  <a:pt x="294132" y="687336"/>
                </a:moveTo>
                <a:lnTo>
                  <a:pt x="288036" y="680478"/>
                </a:lnTo>
                <a:lnTo>
                  <a:pt x="258318" y="704100"/>
                </a:lnTo>
                <a:lnTo>
                  <a:pt x="264414" y="711720"/>
                </a:lnTo>
                <a:lnTo>
                  <a:pt x="294132" y="687336"/>
                </a:lnTo>
                <a:close/>
              </a:path>
              <a:path w="3226434" h="922654">
                <a:moveTo>
                  <a:pt x="345948" y="645426"/>
                </a:moveTo>
                <a:lnTo>
                  <a:pt x="339852" y="637806"/>
                </a:lnTo>
                <a:lnTo>
                  <a:pt x="310134" y="662190"/>
                </a:lnTo>
                <a:lnTo>
                  <a:pt x="316230" y="669810"/>
                </a:lnTo>
                <a:lnTo>
                  <a:pt x="345948" y="645426"/>
                </a:lnTo>
                <a:close/>
              </a:path>
              <a:path w="3226434" h="922654">
                <a:moveTo>
                  <a:pt x="377939" y="83820"/>
                </a:moveTo>
                <a:lnTo>
                  <a:pt x="339839" y="85344"/>
                </a:lnTo>
                <a:lnTo>
                  <a:pt x="339839" y="95250"/>
                </a:lnTo>
                <a:lnTo>
                  <a:pt x="377939" y="93726"/>
                </a:lnTo>
                <a:lnTo>
                  <a:pt x="377939" y="83820"/>
                </a:lnTo>
                <a:close/>
              </a:path>
              <a:path w="3226434" h="922654">
                <a:moveTo>
                  <a:pt x="397764" y="603516"/>
                </a:moveTo>
                <a:lnTo>
                  <a:pt x="391668" y="595896"/>
                </a:lnTo>
                <a:lnTo>
                  <a:pt x="361950" y="620280"/>
                </a:lnTo>
                <a:lnTo>
                  <a:pt x="368046" y="627138"/>
                </a:lnTo>
                <a:lnTo>
                  <a:pt x="397764" y="603516"/>
                </a:lnTo>
                <a:close/>
              </a:path>
              <a:path w="3226434" h="922654">
                <a:moveTo>
                  <a:pt x="444995" y="90678"/>
                </a:moveTo>
                <a:lnTo>
                  <a:pt x="444233" y="80772"/>
                </a:lnTo>
                <a:lnTo>
                  <a:pt x="406133" y="82296"/>
                </a:lnTo>
                <a:lnTo>
                  <a:pt x="406895" y="92202"/>
                </a:lnTo>
                <a:lnTo>
                  <a:pt x="444995" y="90678"/>
                </a:lnTo>
                <a:close/>
              </a:path>
              <a:path w="3226434" h="922654">
                <a:moveTo>
                  <a:pt x="449580" y="560844"/>
                </a:moveTo>
                <a:lnTo>
                  <a:pt x="443484" y="553986"/>
                </a:lnTo>
                <a:lnTo>
                  <a:pt x="413766" y="577608"/>
                </a:lnTo>
                <a:lnTo>
                  <a:pt x="419862" y="585228"/>
                </a:lnTo>
                <a:lnTo>
                  <a:pt x="449580" y="560844"/>
                </a:lnTo>
                <a:close/>
              </a:path>
              <a:path w="3226434" h="922654">
                <a:moveTo>
                  <a:pt x="501396" y="518934"/>
                </a:moveTo>
                <a:lnTo>
                  <a:pt x="495300" y="512076"/>
                </a:lnTo>
                <a:lnTo>
                  <a:pt x="465582" y="535698"/>
                </a:lnTo>
                <a:lnTo>
                  <a:pt x="471678" y="543318"/>
                </a:lnTo>
                <a:lnTo>
                  <a:pt x="501396" y="518934"/>
                </a:lnTo>
                <a:close/>
              </a:path>
              <a:path w="3226434" h="922654">
                <a:moveTo>
                  <a:pt x="511289" y="78486"/>
                </a:moveTo>
                <a:lnTo>
                  <a:pt x="473189" y="80010"/>
                </a:lnTo>
                <a:lnTo>
                  <a:pt x="473189" y="89154"/>
                </a:lnTo>
                <a:lnTo>
                  <a:pt x="511289" y="87630"/>
                </a:lnTo>
                <a:lnTo>
                  <a:pt x="511289" y="78486"/>
                </a:lnTo>
                <a:close/>
              </a:path>
              <a:path w="3226434" h="922654">
                <a:moveTo>
                  <a:pt x="552450" y="477024"/>
                </a:moveTo>
                <a:lnTo>
                  <a:pt x="546354" y="469404"/>
                </a:lnTo>
                <a:lnTo>
                  <a:pt x="517398" y="493788"/>
                </a:lnTo>
                <a:lnTo>
                  <a:pt x="523494" y="501408"/>
                </a:lnTo>
                <a:lnTo>
                  <a:pt x="552450" y="477024"/>
                </a:lnTo>
                <a:close/>
              </a:path>
              <a:path w="3226434" h="922654">
                <a:moveTo>
                  <a:pt x="578345" y="84582"/>
                </a:moveTo>
                <a:lnTo>
                  <a:pt x="577583" y="75438"/>
                </a:lnTo>
                <a:lnTo>
                  <a:pt x="539483" y="76962"/>
                </a:lnTo>
                <a:lnTo>
                  <a:pt x="540245" y="86868"/>
                </a:lnTo>
                <a:lnTo>
                  <a:pt x="578345" y="84582"/>
                </a:lnTo>
                <a:close/>
              </a:path>
              <a:path w="3226434" h="922654">
                <a:moveTo>
                  <a:pt x="604266" y="435114"/>
                </a:moveTo>
                <a:lnTo>
                  <a:pt x="598170" y="427494"/>
                </a:lnTo>
                <a:lnTo>
                  <a:pt x="569214" y="451878"/>
                </a:lnTo>
                <a:lnTo>
                  <a:pt x="574548" y="458736"/>
                </a:lnTo>
                <a:lnTo>
                  <a:pt x="604266" y="435114"/>
                </a:lnTo>
                <a:close/>
              </a:path>
              <a:path w="3226434" h="922654">
                <a:moveTo>
                  <a:pt x="644639" y="82296"/>
                </a:moveTo>
                <a:lnTo>
                  <a:pt x="643877" y="72390"/>
                </a:lnTo>
                <a:lnTo>
                  <a:pt x="605777" y="73914"/>
                </a:lnTo>
                <a:lnTo>
                  <a:pt x="606539" y="83820"/>
                </a:lnTo>
                <a:lnTo>
                  <a:pt x="644639" y="82296"/>
                </a:lnTo>
                <a:close/>
              </a:path>
              <a:path w="3226434" h="922654">
                <a:moveTo>
                  <a:pt x="656082" y="393204"/>
                </a:moveTo>
                <a:lnTo>
                  <a:pt x="649986" y="385584"/>
                </a:lnTo>
                <a:lnTo>
                  <a:pt x="620268" y="409206"/>
                </a:lnTo>
                <a:lnTo>
                  <a:pt x="626364" y="416826"/>
                </a:lnTo>
                <a:lnTo>
                  <a:pt x="656082" y="393204"/>
                </a:lnTo>
                <a:close/>
              </a:path>
              <a:path w="3226434" h="922654">
                <a:moveTo>
                  <a:pt x="707898" y="350532"/>
                </a:moveTo>
                <a:lnTo>
                  <a:pt x="701802" y="343674"/>
                </a:lnTo>
                <a:lnTo>
                  <a:pt x="672084" y="367296"/>
                </a:lnTo>
                <a:lnTo>
                  <a:pt x="678180" y="374916"/>
                </a:lnTo>
                <a:lnTo>
                  <a:pt x="707898" y="350532"/>
                </a:lnTo>
                <a:close/>
              </a:path>
              <a:path w="3226434" h="922654">
                <a:moveTo>
                  <a:pt x="710933" y="70104"/>
                </a:moveTo>
                <a:lnTo>
                  <a:pt x="672833" y="71628"/>
                </a:lnTo>
                <a:lnTo>
                  <a:pt x="672833" y="80772"/>
                </a:lnTo>
                <a:lnTo>
                  <a:pt x="710933" y="79248"/>
                </a:lnTo>
                <a:lnTo>
                  <a:pt x="710933" y="70104"/>
                </a:lnTo>
                <a:close/>
              </a:path>
              <a:path w="3226434" h="922654">
                <a:moveTo>
                  <a:pt x="759714" y="308622"/>
                </a:moveTo>
                <a:lnTo>
                  <a:pt x="753618" y="301002"/>
                </a:lnTo>
                <a:lnTo>
                  <a:pt x="723900" y="325386"/>
                </a:lnTo>
                <a:lnTo>
                  <a:pt x="729996" y="333006"/>
                </a:lnTo>
                <a:lnTo>
                  <a:pt x="759714" y="308622"/>
                </a:lnTo>
                <a:close/>
              </a:path>
              <a:path w="3226434" h="922654">
                <a:moveTo>
                  <a:pt x="777989" y="76200"/>
                </a:moveTo>
                <a:lnTo>
                  <a:pt x="777227" y="67056"/>
                </a:lnTo>
                <a:lnTo>
                  <a:pt x="739127" y="68580"/>
                </a:lnTo>
                <a:lnTo>
                  <a:pt x="739889" y="78486"/>
                </a:lnTo>
                <a:lnTo>
                  <a:pt x="777989" y="76200"/>
                </a:lnTo>
                <a:close/>
              </a:path>
              <a:path w="3226434" h="922654">
                <a:moveTo>
                  <a:pt x="811530" y="266712"/>
                </a:moveTo>
                <a:lnTo>
                  <a:pt x="805434" y="259092"/>
                </a:lnTo>
                <a:lnTo>
                  <a:pt x="775716" y="283476"/>
                </a:lnTo>
                <a:lnTo>
                  <a:pt x="781812" y="290334"/>
                </a:lnTo>
                <a:lnTo>
                  <a:pt x="811530" y="266712"/>
                </a:lnTo>
                <a:close/>
              </a:path>
              <a:path w="3226434" h="922654">
                <a:moveTo>
                  <a:pt x="844283" y="64008"/>
                </a:moveTo>
                <a:lnTo>
                  <a:pt x="806183" y="65532"/>
                </a:lnTo>
                <a:lnTo>
                  <a:pt x="806183" y="75438"/>
                </a:lnTo>
                <a:lnTo>
                  <a:pt x="844283" y="73914"/>
                </a:lnTo>
                <a:lnTo>
                  <a:pt x="844283" y="64008"/>
                </a:lnTo>
                <a:close/>
              </a:path>
              <a:path w="3226434" h="922654">
                <a:moveTo>
                  <a:pt x="862584" y="224802"/>
                </a:moveTo>
                <a:lnTo>
                  <a:pt x="857250" y="217182"/>
                </a:lnTo>
                <a:lnTo>
                  <a:pt x="827532" y="240804"/>
                </a:lnTo>
                <a:lnTo>
                  <a:pt x="833628" y="248424"/>
                </a:lnTo>
                <a:lnTo>
                  <a:pt x="862584" y="224802"/>
                </a:lnTo>
                <a:close/>
              </a:path>
              <a:path w="3226434" h="922654">
                <a:moveTo>
                  <a:pt x="911339" y="70866"/>
                </a:moveTo>
                <a:lnTo>
                  <a:pt x="910577" y="61722"/>
                </a:lnTo>
                <a:lnTo>
                  <a:pt x="872477" y="63246"/>
                </a:lnTo>
                <a:lnTo>
                  <a:pt x="873239" y="72390"/>
                </a:lnTo>
                <a:lnTo>
                  <a:pt x="911339" y="70866"/>
                </a:lnTo>
                <a:close/>
              </a:path>
              <a:path w="3226434" h="922654">
                <a:moveTo>
                  <a:pt x="914400" y="182130"/>
                </a:moveTo>
                <a:lnTo>
                  <a:pt x="908304" y="175272"/>
                </a:lnTo>
                <a:lnTo>
                  <a:pt x="879348" y="198894"/>
                </a:lnTo>
                <a:lnTo>
                  <a:pt x="885444" y="206514"/>
                </a:lnTo>
                <a:lnTo>
                  <a:pt x="914400" y="182130"/>
                </a:lnTo>
                <a:close/>
              </a:path>
              <a:path w="3226434" h="922654">
                <a:moveTo>
                  <a:pt x="966216" y="140220"/>
                </a:moveTo>
                <a:lnTo>
                  <a:pt x="960120" y="132600"/>
                </a:lnTo>
                <a:lnTo>
                  <a:pt x="931164" y="156984"/>
                </a:lnTo>
                <a:lnTo>
                  <a:pt x="936498" y="164604"/>
                </a:lnTo>
                <a:lnTo>
                  <a:pt x="966216" y="140220"/>
                </a:lnTo>
                <a:close/>
              </a:path>
              <a:path w="3226434" h="922654">
                <a:moveTo>
                  <a:pt x="977633" y="58674"/>
                </a:moveTo>
                <a:lnTo>
                  <a:pt x="939533" y="60198"/>
                </a:lnTo>
                <a:lnTo>
                  <a:pt x="939533" y="70104"/>
                </a:lnTo>
                <a:lnTo>
                  <a:pt x="977633" y="67818"/>
                </a:lnTo>
                <a:lnTo>
                  <a:pt x="977633" y="58674"/>
                </a:lnTo>
                <a:close/>
              </a:path>
              <a:path w="3226434" h="922654">
                <a:moveTo>
                  <a:pt x="1018032" y="98310"/>
                </a:moveTo>
                <a:lnTo>
                  <a:pt x="1011936" y="90690"/>
                </a:lnTo>
                <a:lnTo>
                  <a:pt x="982218" y="115074"/>
                </a:lnTo>
                <a:lnTo>
                  <a:pt x="988314" y="121932"/>
                </a:lnTo>
                <a:lnTo>
                  <a:pt x="1018032" y="98310"/>
                </a:lnTo>
                <a:close/>
              </a:path>
              <a:path w="3226434" h="922654">
                <a:moveTo>
                  <a:pt x="1069848" y="56400"/>
                </a:moveTo>
                <a:lnTo>
                  <a:pt x="1063752" y="48780"/>
                </a:lnTo>
                <a:lnTo>
                  <a:pt x="1044562" y="64033"/>
                </a:lnTo>
                <a:lnTo>
                  <a:pt x="1043927" y="55626"/>
                </a:lnTo>
                <a:lnTo>
                  <a:pt x="1005827" y="57150"/>
                </a:lnTo>
                <a:lnTo>
                  <a:pt x="1006589" y="67056"/>
                </a:lnTo>
                <a:lnTo>
                  <a:pt x="1042568" y="65620"/>
                </a:lnTo>
                <a:lnTo>
                  <a:pt x="1034034" y="72402"/>
                </a:lnTo>
                <a:lnTo>
                  <a:pt x="1040130" y="80022"/>
                </a:lnTo>
                <a:lnTo>
                  <a:pt x="1069848" y="56400"/>
                </a:lnTo>
                <a:close/>
              </a:path>
              <a:path w="3226434" h="922654">
                <a:moveTo>
                  <a:pt x="1110983" y="62484"/>
                </a:moveTo>
                <a:lnTo>
                  <a:pt x="1110221" y="53340"/>
                </a:lnTo>
                <a:lnTo>
                  <a:pt x="1072121" y="54864"/>
                </a:lnTo>
                <a:lnTo>
                  <a:pt x="1072883" y="64008"/>
                </a:lnTo>
                <a:lnTo>
                  <a:pt x="1110983" y="62484"/>
                </a:lnTo>
                <a:close/>
              </a:path>
              <a:path w="3226434" h="922654">
                <a:moveTo>
                  <a:pt x="1177277" y="50292"/>
                </a:moveTo>
                <a:lnTo>
                  <a:pt x="1139177" y="51816"/>
                </a:lnTo>
                <a:lnTo>
                  <a:pt x="1139177" y="61722"/>
                </a:lnTo>
                <a:lnTo>
                  <a:pt x="1177277" y="59436"/>
                </a:lnTo>
                <a:lnTo>
                  <a:pt x="1177277" y="50292"/>
                </a:lnTo>
                <a:close/>
              </a:path>
              <a:path w="3226434" h="922654">
                <a:moveTo>
                  <a:pt x="1244333" y="57150"/>
                </a:moveTo>
                <a:lnTo>
                  <a:pt x="1243571" y="47244"/>
                </a:lnTo>
                <a:lnTo>
                  <a:pt x="1205471" y="48768"/>
                </a:lnTo>
                <a:lnTo>
                  <a:pt x="1206233" y="58674"/>
                </a:lnTo>
                <a:lnTo>
                  <a:pt x="1244333" y="57150"/>
                </a:lnTo>
                <a:close/>
              </a:path>
              <a:path w="3226434" h="922654">
                <a:moveTo>
                  <a:pt x="1310627" y="44958"/>
                </a:moveTo>
                <a:lnTo>
                  <a:pt x="1272527" y="46482"/>
                </a:lnTo>
                <a:lnTo>
                  <a:pt x="1272527" y="55626"/>
                </a:lnTo>
                <a:lnTo>
                  <a:pt x="1310627" y="54102"/>
                </a:lnTo>
                <a:lnTo>
                  <a:pt x="1310627" y="44958"/>
                </a:lnTo>
                <a:close/>
              </a:path>
              <a:path w="3226434" h="922654">
                <a:moveTo>
                  <a:pt x="1377683" y="51054"/>
                </a:moveTo>
                <a:lnTo>
                  <a:pt x="1376921" y="41910"/>
                </a:lnTo>
                <a:lnTo>
                  <a:pt x="1338821" y="43434"/>
                </a:lnTo>
                <a:lnTo>
                  <a:pt x="1339583" y="53340"/>
                </a:lnTo>
                <a:lnTo>
                  <a:pt x="1377683" y="51054"/>
                </a:lnTo>
                <a:close/>
              </a:path>
              <a:path w="3226434" h="922654">
                <a:moveTo>
                  <a:pt x="1443977" y="38862"/>
                </a:moveTo>
                <a:lnTo>
                  <a:pt x="1405877" y="40386"/>
                </a:lnTo>
                <a:lnTo>
                  <a:pt x="1405877" y="50292"/>
                </a:lnTo>
                <a:lnTo>
                  <a:pt x="1443977" y="48768"/>
                </a:lnTo>
                <a:lnTo>
                  <a:pt x="1443977" y="38862"/>
                </a:lnTo>
                <a:close/>
              </a:path>
              <a:path w="3226434" h="922654">
                <a:moveTo>
                  <a:pt x="1510271" y="36576"/>
                </a:moveTo>
                <a:lnTo>
                  <a:pt x="1472171" y="38100"/>
                </a:lnTo>
                <a:lnTo>
                  <a:pt x="1472933" y="47244"/>
                </a:lnTo>
                <a:lnTo>
                  <a:pt x="1510271" y="45720"/>
                </a:lnTo>
                <a:lnTo>
                  <a:pt x="1510271" y="36576"/>
                </a:lnTo>
                <a:close/>
              </a:path>
              <a:path w="3226434" h="922654">
                <a:moveTo>
                  <a:pt x="1577327" y="42672"/>
                </a:moveTo>
                <a:lnTo>
                  <a:pt x="1576565" y="33528"/>
                </a:lnTo>
                <a:lnTo>
                  <a:pt x="1538465" y="35052"/>
                </a:lnTo>
                <a:lnTo>
                  <a:pt x="1539227" y="44958"/>
                </a:lnTo>
                <a:lnTo>
                  <a:pt x="1577327" y="42672"/>
                </a:lnTo>
                <a:close/>
              </a:path>
              <a:path w="3226434" h="922654">
                <a:moveTo>
                  <a:pt x="1643621" y="30480"/>
                </a:moveTo>
                <a:lnTo>
                  <a:pt x="1605521" y="32004"/>
                </a:lnTo>
                <a:lnTo>
                  <a:pt x="1605521" y="41910"/>
                </a:lnTo>
                <a:lnTo>
                  <a:pt x="1643621" y="40386"/>
                </a:lnTo>
                <a:lnTo>
                  <a:pt x="1643621" y="30480"/>
                </a:lnTo>
                <a:close/>
              </a:path>
              <a:path w="3226434" h="922654">
                <a:moveTo>
                  <a:pt x="1710677" y="37338"/>
                </a:moveTo>
                <a:lnTo>
                  <a:pt x="1709915" y="28194"/>
                </a:lnTo>
                <a:lnTo>
                  <a:pt x="1671815" y="29718"/>
                </a:lnTo>
                <a:lnTo>
                  <a:pt x="1672577" y="38862"/>
                </a:lnTo>
                <a:lnTo>
                  <a:pt x="1710677" y="37338"/>
                </a:lnTo>
                <a:close/>
              </a:path>
              <a:path w="3226434" h="922654">
                <a:moveTo>
                  <a:pt x="1776971" y="25146"/>
                </a:moveTo>
                <a:lnTo>
                  <a:pt x="1738871" y="26670"/>
                </a:lnTo>
                <a:lnTo>
                  <a:pt x="1738871" y="36576"/>
                </a:lnTo>
                <a:lnTo>
                  <a:pt x="1776971" y="34290"/>
                </a:lnTo>
                <a:lnTo>
                  <a:pt x="1776971" y="25146"/>
                </a:lnTo>
                <a:close/>
              </a:path>
              <a:path w="3226434" h="922654">
                <a:moveTo>
                  <a:pt x="1844027" y="32004"/>
                </a:moveTo>
                <a:lnTo>
                  <a:pt x="1843265" y="22098"/>
                </a:lnTo>
                <a:lnTo>
                  <a:pt x="1805165" y="23622"/>
                </a:lnTo>
                <a:lnTo>
                  <a:pt x="1805927" y="33528"/>
                </a:lnTo>
                <a:lnTo>
                  <a:pt x="1844027" y="32004"/>
                </a:lnTo>
                <a:close/>
              </a:path>
              <a:path w="3226434" h="922654">
                <a:moveTo>
                  <a:pt x="1910321" y="28956"/>
                </a:moveTo>
                <a:lnTo>
                  <a:pt x="1909559" y="19812"/>
                </a:lnTo>
                <a:lnTo>
                  <a:pt x="1872221" y="21336"/>
                </a:lnTo>
                <a:lnTo>
                  <a:pt x="1872221" y="30480"/>
                </a:lnTo>
                <a:lnTo>
                  <a:pt x="1910321" y="28956"/>
                </a:lnTo>
                <a:close/>
              </a:path>
              <a:path w="3226434" h="922654">
                <a:moveTo>
                  <a:pt x="1976615" y="16764"/>
                </a:moveTo>
                <a:lnTo>
                  <a:pt x="1938515" y="18288"/>
                </a:lnTo>
                <a:lnTo>
                  <a:pt x="1938515" y="28194"/>
                </a:lnTo>
                <a:lnTo>
                  <a:pt x="1976615" y="25908"/>
                </a:lnTo>
                <a:lnTo>
                  <a:pt x="1976615" y="16764"/>
                </a:lnTo>
                <a:close/>
              </a:path>
              <a:path w="3226434" h="922654">
                <a:moveTo>
                  <a:pt x="2043671" y="23622"/>
                </a:moveTo>
                <a:lnTo>
                  <a:pt x="2042909" y="13716"/>
                </a:lnTo>
                <a:lnTo>
                  <a:pt x="2004809" y="15240"/>
                </a:lnTo>
                <a:lnTo>
                  <a:pt x="2005571" y="25146"/>
                </a:lnTo>
                <a:lnTo>
                  <a:pt x="2043671" y="23622"/>
                </a:lnTo>
                <a:close/>
              </a:path>
              <a:path w="3226434" h="922654">
                <a:moveTo>
                  <a:pt x="2109965" y="11430"/>
                </a:moveTo>
                <a:lnTo>
                  <a:pt x="2071865" y="12954"/>
                </a:lnTo>
                <a:lnTo>
                  <a:pt x="2071865" y="22098"/>
                </a:lnTo>
                <a:lnTo>
                  <a:pt x="2109965" y="20574"/>
                </a:lnTo>
                <a:lnTo>
                  <a:pt x="2109965" y="11430"/>
                </a:lnTo>
                <a:close/>
              </a:path>
              <a:path w="3226434" h="922654">
                <a:moveTo>
                  <a:pt x="2177021" y="17526"/>
                </a:moveTo>
                <a:lnTo>
                  <a:pt x="2176259" y="8382"/>
                </a:lnTo>
                <a:lnTo>
                  <a:pt x="2138159" y="9906"/>
                </a:lnTo>
                <a:lnTo>
                  <a:pt x="2138921" y="19812"/>
                </a:lnTo>
                <a:lnTo>
                  <a:pt x="2177021" y="17526"/>
                </a:lnTo>
                <a:close/>
              </a:path>
              <a:path w="3226434" h="922654">
                <a:moveTo>
                  <a:pt x="2243315" y="5334"/>
                </a:moveTo>
                <a:lnTo>
                  <a:pt x="2205215" y="6858"/>
                </a:lnTo>
                <a:lnTo>
                  <a:pt x="2205215" y="16764"/>
                </a:lnTo>
                <a:lnTo>
                  <a:pt x="2243315" y="15240"/>
                </a:lnTo>
                <a:lnTo>
                  <a:pt x="2243315" y="5334"/>
                </a:lnTo>
                <a:close/>
              </a:path>
              <a:path w="3226434" h="922654">
                <a:moveTo>
                  <a:pt x="2310371" y="12192"/>
                </a:moveTo>
                <a:lnTo>
                  <a:pt x="2309609" y="3048"/>
                </a:lnTo>
                <a:lnTo>
                  <a:pt x="2271509" y="4572"/>
                </a:lnTo>
                <a:lnTo>
                  <a:pt x="2272271" y="13716"/>
                </a:lnTo>
                <a:lnTo>
                  <a:pt x="2310371" y="12192"/>
                </a:lnTo>
                <a:close/>
              </a:path>
              <a:path w="3226434" h="922654">
                <a:moveTo>
                  <a:pt x="2376665" y="9144"/>
                </a:moveTo>
                <a:lnTo>
                  <a:pt x="2375903" y="0"/>
                </a:lnTo>
                <a:lnTo>
                  <a:pt x="2337803" y="1524"/>
                </a:lnTo>
                <a:lnTo>
                  <a:pt x="2338565" y="11430"/>
                </a:lnTo>
                <a:lnTo>
                  <a:pt x="2376665" y="9144"/>
                </a:lnTo>
                <a:close/>
              </a:path>
              <a:path w="3226434" h="922654">
                <a:moveTo>
                  <a:pt x="3124949" y="198882"/>
                </a:moveTo>
                <a:lnTo>
                  <a:pt x="3119615" y="161544"/>
                </a:lnTo>
                <a:lnTo>
                  <a:pt x="3109709" y="162306"/>
                </a:lnTo>
                <a:lnTo>
                  <a:pt x="3115805" y="200406"/>
                </a:lnTo>
                <a:lnTo>
                  <a:pt x="3124949" y="198882"/>
                </a:lnTo>
                <a:close/>
              </a:path>
              <a:path w="3226434" h="922654">
                <a:moveTo>
                  <a:pt x="3134855" y="264414"/>
                </a:moveTo>
                <a:lnTo>
                  <a:pt x="3129521" y="227076"/>
                </a:lnTo>
                <a:lnTo>
                  <a:pt x="3120377" y="228600"/>
                </a:lnTo>
                <a:lnTo>
                  <a:pt x="3125711" y="265938"/>
                </a:lnTo>
                <a:lnTo>
                  <a:pt x="3134855" y="264414"/>
                </a:lnTo>
                <a:close/>
              </a:path>
              <a:path w="3226434" h="922654">
                <a:moveTo>
                  <a:pt x="3145523" y="330708"/>
                </a:moveTo>
                <a:lnTo>
                  <a:pt x="3139427" y="292608"/>
                </a:lnTo>
                <a:lnTo>
                  <a:pt x="3130283" y="294132"/>
                </a:lnTo>
                <a:lnTo>
                  <a:pt x="3135617" y="332232"/>
                </a:lnTo>
                <a:lnTo>
                  <a:pt x="3145523" y="330708"/>
                </a:lnTo>
                <a:close/>
              </a:path>
              <a:path w="3226434" h="922654">
                <a:moveTo>
                  <a:pt x="3155429" y="396240"/>
                </a:moveTo>
                <a:lnTo>
                  <a:pt x="3149333" y="358902"/>
                </a:lnTo>
                <a:lnTo>
                  <a:pt x="3140189" y="360426"/>
                </a:lnTo>
                <a:lnTo>
                  <a:pt x="3146285" y="397764"/>
                </a:lnTo>
                <a:lnTo>
                  <a:pt x="3155429" y="396240"/>
                </a:lnTo>
                <a:close/>
              </a:path>
              <a:path w="3226434" h="922654">
                <a:moveTo>
                  <a:pt x="3165335" y="462534"/>
                </a:moveTo>
                <a:lnTo>
                  <a:pt x="3160001" y="424434"/>
                </a:lnTo>
                <a:lnTo>
                  <a:pt x="3150095" y="425958"/>
                </a:lnTo>
                <a:lnTo>
                  <a:pt x="3156191" y="464058"/>
                </a:lnTo>
                <a:lnTo>
                  <a:pt x="3165335" y="462534"/>
                </a:lnTo>
                <a:close/>
              </a:path>
              <a:path w="3226434" h="922654">
                <a:moveTo>
                  <a:pt x="3176003" y="528066"/>
                </a:moveTo>
                <a:lnTo>
                  <a:pt x="3169907" y="490728"/>
                </a:lnTo>
                <a:lnTo>
                  <a:pt x="3160763" y="492252"/>
                </a:lnTo>
                <a:lnTo>
                  <a:pt x="3166097" y="529590"/>
                </a:lnTo>
                <a:lnTo>
                  <a:pt x="3176003" y="528066"/>
                </a:lnTo>
                <a:close/>
              </a:path>
              <a:path w="3226434" h="922654">
                <a:moveTo>
                  <a:pt x="3185909" y="594360"/>
                </a:moveTo>
                <a:lnTo>
                  <a:pt x="3179813" y="556260"/>
                </a:lnTo>
                <a:lnTo>
                  <a:pt x="3170669" y="557784"/>
                </a:lnTo>
                <a:lnTo>
                  <a:pt x="3176003" y="595884"/>
                </a:lnTo>
                <a:lnTo>
                  <a:pt x="3185909" y="594360"/>
                </a:lnTo>
                <a:close/>
              </a:path>
              <a:path w="3226434" h="922654">
                <a:moveTo>
                  <a:pt x="3195815" y="659892"/>
                </a:moveTo>
                <a:lnTo>
                  <a:pt x="3189719" y="622554"/>
                </a:lnTo>
                <a:lnTo>
                  <a:pt x="3180575" y="624078"/>
                </a:lnTo>
                <a:lnTo>
                  <a:pt x="3186671" y="661416"/>
                </a:lnTo>
                <a:lnTo>
                  <a:pt x="3195815" y="659892"/>
                </a:lnTo>
                <a:close/>
              </a:path>
              <a:path w="3226434" h="922654">
                <a:moveTo>
                  <a:pt x="3205721" y="726186"/>
                </a:moveTo>
                <a:lnTo>
                  <a:pt x="3200387" y="688086"/>
                </a:lnTo>
                <a:lnTo>
                  <a:pt x="3190481" y="689610"/>
                </a:lnTo>
                <a:lnTo>
                  <a:pt x="3196577" y="727710"/>
                </a:lnTo>
                <a:lnTo>
                  <a:pt x="3205721" y="726186"/>
                </a:lnTo>
                <a:close/>
              </a:path>
              <a:path w="3226434" h="922654">
                <a:moveTo>
                  <a:pt x="3216389" y="791718"/>
                </a:moveTo>
                <a:lnTo>
                  <a:pt x="3210293" y="754380"/>
                </a:lnTo>
                <a:lnTo>
                  <a:pt x="3201149" y="755904"/>
                </a:lnTo>
                <a:lnTo>
                  <a:pt x="3206483" y="793242"/>
                </a:lnTo>
                <a:lnTo>
                  <a:pt x="3216389" y="791718"/>
                </a:lnTo>
                <a:close/>
              </a:path>
              <a:path w="3226434" h="922654">
                <a:moveTo>
                  <a:pt x="3226295" y="858012"/>
                </a:moveTo>
                <a:lnTo>
                  <a:pt x="3220199" y="819912"/>
                </a:lnTo>
                <a:lnTo>
                  <a:pt x="3211055" y="821436"/>
                </a:lnTo>
                <a:lnTo>
                  <a:pt x="3216389" y="859536"/>
                </a:lnTo>
                <a:lnTo>
                  <a:pt x="3226295" y="858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1839" y="411734"/>
            <a:ext cx="47948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Stereotypes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/>
              <a:t>Model</a:t>
            </a:r>
            <a:r>
              <a:rPr dirty="0" spc="-20"/>
              <a:t> </a:t>
            </a:r>
            <a:r>
              <a:rPr dirty="0"/>
              <a:t>Libraries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64540" y="1419860"/>
            <a:ext cx="7769859" cy="37439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Mechanisms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for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further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customizing SysML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Profiles represent extensions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language</a:t>
            </a:r>
            <a:endParaRPr sz="2400">
              <a:latin typeface="Arial MT"/>
              <a:cs typeface="Arial MT"/>
            </a:endParaRPr>
          </a:p>
          <a:p>
            <a:pPr lvl="1" marL="755015" marR="1043305" indent="-285750">
              <a:lnSpc>
                <a:spcPct val="100000"/>
              </a:lnSpc>
              <a:spcBef>
                <a:spcPts val="4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Stereotypes </a:t>
            </a:r>
            <a:r>
              <a:rPr dirty="0" sz="2000" spc="-10">
                <a:latin typeface="Arial MT"/>
                <a:cs typeface="Arial MT"/>
              </a:rPr>
              <a:t>extend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meta-classes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with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properties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and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constraints</a:t>
            </a:r>
            <a:endParaRPr sz="20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440"/>
              </a:spcBef>
              <a:buClr>
                <a:srgbClr val="010000"/>
              </a:buClr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Arial MT"/>
                <a:cs typeface="Arial MT"/>
              </a:rPr>
              <a:t>Stereotype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properties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capture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metadata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about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element</a:t>
            </a:r>
            <a:endParaRPr sz="18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7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Profile</a:t>
            </a:r>
            <a:r>
              <a:rPr dirty="0" sz="2000" spc="-5">
                <a:latin typeface="Arial MT"/>
                <a:cs typeface="Arial MT"/>
              </a:rPr>
              <a:t> is </a:t>
            </a:r>
            <a:r>
              <a:rPr dirty="0" sz="2000" spc="-10">
                <a:latin typeface="Arial MT"/>
                <a:cs typeface="Arial MT"/>
              </a:rPr>
              <a:t>applied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user </a:t>
            </a:r>
            <a:r>
              <a:rPr dirty="0" sz="2000" spc="-10">
                <a:latin typeface="Arial MT"/>
                <a:cs typeface="Arial MT"/>
              </a:rPr>
              <a:t>model</a:t>
            </a:r>
            <a:endParaRPr sz="2000">
              <a:latin typeface="Arial MT"/>
              <a:cs typeface="Arial MT"/>
            </a:endParaRPr>
          </a:p>
          <a:p>
            <a:pPr lvl="1" marL="755015" marR="467995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Arial MT"/>
                <a:cs typeface="Arial MT"/>
              </a:rPr>
              <a:t>Profile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can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also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restrict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subset of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meta-model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used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when the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profile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is</a:t>
            </a:r>
            <a:r>
              <a:rPr dirty="0" sz="2000" spc="-10">
                <a:latin typeface="Arial MT"/>
                <a:cs typeface="Arial MT"/>
              </a:rPr>
              <a:t> applied</a:t>
            </a:r>
            <a:endParaRPr sz="2000">
              <a:latin typeface="Arial MT"/>
              <a:cs typeface="Arial MT"/>
            </a:endParaRPr>
          </a:p>
          <a:p>
            <a:pPr marL="355600" marR="287655" indent="-342900">
              <a:lnSpc>
                <a:spcPct val="100000"/>
              </a:lnSpc>
              <a:spcBef>
                <a:spcPts val="57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Model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Libraries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represent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reusable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libraries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model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elements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5923" y="411734"/>
            <a:ext cx="1926589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Stereotypes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953" y="4907593"/>
            <a:ext cx="37363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A03033"/>
                </a:solidFill>
                <a:latin typeface="Tahoma"/>
                <a:cs typeface="Tahoma"/>
              </a:rPr>
              <a:t>Defining</a:t>
            </a:r>
            <a:r>
              <a:rPr dirty="0" sz="2800" spc="-5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 spc="-5">
                <a:solidFill>
                  <a:srgbClr val="A03033"/>
                </a:solidFill>
                <a:latin typeface="Tahoma"/>
                <a:cs typeface="Tahoma"/>
              </a:rPr>
              <a:t>the</a:t>
            </a:r>
            <a:r>
              <a:rPr dirty="0" sz="2800" spc="-3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A03033"/>
                </a:solidFill>
                <a:latin typeface="Tahoma"/>
                <a:cs typeface="Tahoma"/>
              </a:rPr>
              <a:t>Stereotype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7957" y="4907593"/>
            <a:ext cx="378142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Applying</a:t>
            </a:r>
            <a:r>
              <a:rPr dirty="0" sz="2800" spc="-4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 spc="-5">
                <a:solidFill>
                  <a:srgbClr val="A03033"/>
                </a:solidFill>
                <a:latin typeface="Tahoma"/>
                <a:cs typeface="Tahoma"/>
              </a:rPr>
              <a:t>the</a:t>
            </a:r>
            <a:r>
              <a:rPr dirty="0" sz="2800" spc="-30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A03033"/>
                </a:solidFill>
                <a:latin typeface="Tahoma"/>
                <a:cs typeface="Tahoma"/>
              </a:rPr>
              <a:t>Stereotype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11033" y="1818893"/>
            <a:ext cx="1549400" cy="634365"/>
          </a:xfrm>
          <a:custGeom>
            <a:avLst/>
            <a:gdLst/>
            <a:ahLst/>
            <a:cxnLst/>
            <a:rect l="l" t="t" r="r" b="b"/>
            <a:pathLst>
              <a:path w="1549400" h="634364">
                <a:moveTo>
                  <a:pt x="1549400" y="628662"/>
                </a:moveTo>
                <a:lnTo>
                  <a:pt x="1549158" y="628662"/>
                </a:lnTo>
                <a:lnTo>
                  <a:pt x="1549158" y="2286"/>
                </a:lnTo>
                <a:lnTo>
                  <a:pt x="1548396" y="762"/>
                </a:lnTo>
                <a:lnTo>
                  <a:pt x="1546872" y="0"/>
                </a:lnTo>
                <a:lnTo>
                  <a:pt x="1544586" y="0"/>
                </a:lnTo>
                <a:lnTo>
                  <a:pt x="1544586" y="4572"/>
                </a:lnTo>
                <a:lnTo>
                  <a:pt x="1544586" y="628650"/>
                </a:lnTo>
                <a:lnTo>
                  <a:pt x="4584" y="628650"/>
                </a:lnTo>
                <a:lnTo>
                  <a:pt x="4584" y="4572"/>
                </a:lnTo>
                <a:lnTo>
                  <a:pt x="1544586" y="4572"/>
                </a:lnTo>
                <a:lnTo>
                  <a:pt x="1544586" y="0"/>
                </a:lnTo>
                <a:lnTo>
                  <a:pt x="2298" y="0"/>
                </a:lnTo>
                <a:lnTo>
                  <a:pt x="774" y="762"/>
                </a:lnTo>
                <a:lnTo>
                  <a:pt x="12" y="2286"/>
                </a:lnTo>
                <a:lnTo>
                  <a:pt x="12" y="628992"/>
                </a:lnTo>
                <a:lnTo>
                  <a:pt x="0" y="632891"/>
                </a:lnTo>
                <a:lnTo>
                  <a:pt x="1638" y="632891"/>
                </a:lnTo>
                <a:lnTo>
                  <a:pt x="2298" y="633222"/>
                </a:lnTo>
                <a:lnTo>
                  <a:pt x="2540" y="633222"/>
                </a:lnTo>
                <a:lnTo>
                  <a:pt x="1544586" y="633234"/>
                </a:lnTo>
                <a:lnTo>
                  <a:pt x="1544586" y="633984"/>
                </a:lnTo>
                <a:lnTo>
                  <a:pt x="1549158" y="633984"/>
                </a:lnTo>
                <a:lnTo>
                  <a:pt x="1549158" y="633234"/>
                </a:lnTo>
                <a:lnTo>
                  <a:pt x="1549400" y="633234"/>
                </a:lnTo>
                <a:lnTo>
                  <a:pt x="1549400" y="6286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43058" y="1922780"/>
            <a:ext cx="1308100" cy="4165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0795">
              <a:lnSpc>
                <a:spcPts val="154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«metaclass»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ts val="1540"/>
              </a:lnSpc>
            </a:pPr>
            <a:r>
              <a:rPr dirty="0" sz="1400" spc="-5" b="1">
                <a:latin typeface="Arial"/>
                <a:cs typeface="Arial"/>
              </a:rPr>
              <a:t>NamedElement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17066" y="2447544"/>
            <a:ext cx="1700530" cy="1367790"/>
            <a:chOff x="1417066" y="2447544"/>
            <a:chExt cx="1700530" cy="1367790"/>
          </a:xfrm>
        </p:grpSpPr>
        <p:sp>
          <p:nvSpPr>
            <p:cNvPr id="8" name="object 8"/>
            <p:cNvSpPr/>
            <p:nvPr/>
          </p:nvSpPr>
          <p:spPr>
            <a:xfrm>
              <a:off x="1417053" y="2447556"/>
              <a:ext cx="1700530" cy="1367790"/>
            </a:xfrm>
            <a:custGeom>
              <a:avLst/>
              <a:gdLst/>
              <a:ahLst/>
              <a:cxnLst/>
              <a:rect l="l" t="t" r="r" b="b"/>
              <a:pathLst>
                <a:path w="1700530" h="1367789">
                  <a:moveTo>
                    <a:pt x="753122" y="219456"/>
                  </a:moveTo>
                  <a:lnTo>
                    <a:pt x="752360" y="221742"/>
                  </a:lnTo>
                  <a:lnTo>
                    <a:pt x="753122" y="223266"/>
                  </a:lnTo>
                  <a:lnTo>
                    <a:pt x="753122" y="222504"/>
                  </a:lnTo>
                  <a:lnTo>
                    <a:pt x="753122" y="220218"/>
                  </a:lnTo>
                  <a:lnTo>
                    <a:pt x="753122" y="219456"/>
                  </a:lnTo>
                  <a:close/>
                </a:path>
                <a:path w="1700530" h="1367789">
                  <a:moveTo>
                    <a:pt x="985532" y="217170"/>
                  </a:moveTo>
                  <a:lnTo>
                    <a:pt x="871232" y="1524"/>
                  </a:lnTo>
                  <a:lnTo>
                    <a:pt x="868946" y="0"/>
                  </a:lnTo>
                  <a:lnTo>
                    <a:pt x="867422" y="1524"/>
                  </a:lnTo>
                  <a:lnTo>
                    <a:pt x="753656" y="219176"/>
                  </a:lnTo>
                  <a:lnTo>
                    <a:pt x="753656" y="223037"/>
                  </a:lnTo>
                  <a:lnTo>
                    <a:pt x="753656" y="223443"/>
                  </a:lnTo>
                  <a:lnTo>
                    <a:pt x="755408" y="224028"/>
                  </a:lnTo>
                  <a:lnTo>
                    <a:pt x="866660" y="222542"/>
                  </a:lnTo>
                  <a:lnTo>
                    <a:pt x="870470" y="1045464"/>
                  </a:lnTo>
                  <a:lnTo>
                    <a:pt x="872756" y="1046226"/>
                  </a:lnTo>
                  <a:lnTo>
                    <a:pt x="874280" y="1045464"/>
                  </a:lnTo>
                  <a:lnTo>
                    <a:pt x="875042" y="1043940"/>
                  </a:lnTo>
                  <a:lnTo>
                    <a:pt x="871994" y="222465"/>
                  </a:lnTo>
                  <a:lnTo>
                    <a:pt x="983246" y="220980"/>
                  </a:lnTo>
                  <a:lnTo>
                    <a:pt x="984008" y="220980"/>
                  </a:lnTo>
                  <a:lnTo>
                    <a:pt x="985532" y="219456"/>
                  </a:lnTo>
                  <a:lnTo>
                    <a:pt x="985532" y="217170"/>
                  </a:lnTo>
                  <a:close/>
                </a:path>
                <a:path w="1700530" h="1367789">
                  <a:moveTo>
                    <a:pt x="1700530" y="1364729"/>
                  </a:moveTo>
                  <a:lnTo>
                    <a:pt x="1700288" y="1364729"/>
                  </a:lnTo>
                  <a:lnTo>
                    <a:pt x="1700288" y="737603"/>
                  </a:lnTo>
                  <a:lnTo>
                    <a:pt x="1699526" y="735317"/>
                  </a:lnTo>
                  <a:lnTo>
                    <a:pt x="1698002" y="734555"/>
                  </a:lnTo>
                  <a:lnTo>
                    <a:pt x="1696478" y="735317"/>
                  </a:lnTo>
                  <a:lnTo>
                    <a:pt x="1695716" y="737603"/>
                  </a:lnTo>
                  <a:lnTo>
                    <a:pt x="1695716" y="1364729"/>
                  </a:lnTo>
                  <a:lnTo>
                    <a:pt x="2540" y="1364729"/>
                  </a:lnTo>
                  <a:lnTo>
                    <a:pt x="2540" y="1362011"/>
                  </a:lnTo>
                  <a:lnTo>
                    <a:pt x="1270" y="1362011"/>
                  </a:lnTo>
                  <a:lnTo>
                    <a:pt x="1270" y="1363599"/>
                  </a:lnTo>
                  <a:lnTo>
                    <a:pt x="0" y="1363599"/>
                  </a:lnTo>
                  <a:lnTo>
                    <a:pt x="0" y="1365504"/>
                  </a:lnTo>
                  <a:lnTo>
                    <a:pt x="1270" y="1365504"/>
                  </a:lnTo>
                  <a:lnTo>
                    <a:pt x="1270" y="1366710"/>
                  </a:lnTo>
                  <a:lnTo>
                    <a:pt x="2540" y="1366710"/>
                  </a:lnTo>
                  <a:lnTo>
                    <a:pt x="2540" y="1367028"/>
                  </a:lnTo>
                  <a:lnTo>
                    <a:pt x="1695716" y="1367028"/>
                  </a:lnTo>
                  <a:lnTo>
                    <a:pt x="1695716" y="1367777"/>
                  </a:lnTo>
                  <a:lnTo>
                    <a:pt x="1700288" y="1367777"/>
                  </a:lnTo>
                  <a:lnTo>
                    <a:pt x="1700288" y="1367028"/>
                  </a:lnTo>
                  <a:lnTo>
                    <a:pt x="1700530" y="1367028"/>
                  </a:lnTo>
                  <a:lnTo>
                    <a:pt x="1700530" y="13647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19606" y="3185159"/>
              <a:ext cx="1695450" cy="627380"/>
            </a:xfrm>
            <a:custGeom>
              <a:avLst/>
              <a:gdLst/>
              <a:ahLst/>
              <a:cxnLst/>
              <a:rect l="l" t="t" r="r" b="b"/>
              <a:pathLst>
                <a:path w="1695450" h="627379">
                  <a:moveTo>
                    <a:pt x="1695449" y="627126"/>
                  </a:moveTo>
                  <a:lnTo>
                    <a:pt x="1695449" y="0"/>
                  </a:lnTo>
                  <a:lnTo>
                    <a:pt x="0" y="0"/>
                  </a:lnTo>
                  <a:lnTo>
                    <a:pt x="0" y="627126"/>
                  </a:lnTo>
                  <a:lnTo>
                    <a:pt x="1695449" y="6271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17320" y="3182873"/>
              <a:ext cx="1700530" cy="631825"/>
            </a:xfrm>
            <a:custGeom>
              <a:avLst/>
              <a:gdLst/>
              <a:ahLst/>
              <a:cxnLst/>
              <a:rect l="l" t="t" r="r" b="b"/>
              <a:pathLst>
                <a:path w="1700530" h="631825">
                  <a:moveTo>
                    <a:pt x="1696212" y="0"/>
                  </a:moveTo>
                  <a:lnTo>
                    <a:pt x="762" y="0"/>
                  </a:lnTo>
                  <a:lnTo>
                    <a:pt x="0" y="2286"/>
                  </a:lnTo>
                  <a:lnTo>
                    <a:pt x="0" y="629412"/>
                  </a:lnTo>
                  <a:lnTo>
                    <a:pt x="762" y="630936"/>
                  </a:lnTo>
                  <a:lnTo>
                    <a:pt x="2286" y="631698"/>
                  </a:lnTo>
                  <a:lnTo>
                    <a:pt x="2286" y="4572"/>
                  </a:lnTo>
                  <a:lnTo>
                    <a:pt x="4572" y="2286"/>
                  </a:lnTo>
                  <a:lnTo>
                    <a:pt x="4572" y="4572"/>
                  </a:lnTo>
                  <a:lnTo>
                    <a:pt x="1695450" y="4571"/>
                  </a:lnTo>
                  <a:lnTo>
                    <a:pt x="1695450" y="2285"/>
                  </a:lnTo>
                  <a:lnTo>
                    <a:pt x="1696212" y="0"/>
                  </a:lnTo>
                  <a:close/>
                </a:path>
                <a:path w="1700530" h="631825">
                  <a:moveTo>
                    <a:pt x="4572" y="4572"/>
                  </a:moveTo>
                  <a:lnTo>
                    <a:pt x="4572" y="2286"/>
                  </a:lnTo>
                  <a:lnTo>
                    <a:pt x="2286" y="4572"/>
                  </a:lnTo>
                  <a:lnTo>
                    <a:pt x="4572" y="4572"/>
                  </a:lnTo>
                  <a:close/>
                </a:path>
                <a:path w="1700530" h="631825">
                  <a:moveTo>
                    <a:pt x="4572" y="626364"/>
                  </a:moveTo>
                  <a:lnTo>
                    <a:pt x="4572" y="4572"/>
                  </a:lnTo>
                  <a:lnTo>
                    <a:pt x="2286" y="4572"/>
                  </a:lnTo>
                  <a:lnTo>
                    <a:pt x="2286" y="626364"/>
                  </a:lnTo>
                  <a:lnTo>
                    <a:pt x="4572" y="626364"/>
                  </a:lnTo>
                  <a:close/>
                </a:path>
                <a:path w="1700530" h="631825">
                  <a:moveTo>
                    <a:pt x="1700022" y="629412"/>
                  </a:moveTo>
                  <a:lnTo>
                    <a:pt x="1699260" y="627126"/>
                  </a:lnTo>
                  <a:lnTo>
                    <a:pt x="1697736" y="626364"/>
                  </a:lnTo>
                  <a:lnTo>
                    <a:pt x="2286" y="626364"/>
                  </a:lnTo>
                  <a:lnTo>
                    <a:pt x="4572" y="629412"/>
                  </a:lnTo>
                  <a:lnTo>
                    <a:pt x="4572" y="631698"/>
                  </a:lnTo>
                  <a:lnTo>
                    <a:pt x="1695450" y="631698"/>
                  </a:lnTo>
                  <a:lnTo>
                    <a:pt x="1695450" y="629412"/>
                  </a:lnTo>
                  <a:lnTo>
                    <a:pt x="1696212" y="630936"/>
                  </a:lnTo>
                  <a:lnTo>
                    <a:pt x="1697736" y="631698"/>
                  </a:lnTo>
                  <a:lnTo>
                    <a:pt x="1699260" y="630936"/>
                  </a:lnTo>
                  <a:lnTo>
                    <a:pt x="1700022" y="629412"/>
                  </a:lnTo>
                  <a:close/>
                </a:path>
                <a:path w="1700530" h="631825">
                  <a:moveTo>
                    <a:pt x="4572" y="631698"/>
                  </a:moveTo>
                  <a:lnTo>
                    <a:pt x="4572" y="629412"/>
                  </a:lnTo>
                  <a:lnTo>
                    <a:pt x="2286" y="626364"/>
                  </a:lnTo>
                  <a:lnTo>
                    <a:pt x="2286" y="631698"/>
                  </a:lnTo>
                  <a:lnTo>
                    <a:pt x="4572" y="631698"/>
                  </a:lnTo>
                  <a:close/>
                </a:path>
                <a:path w="1700530" h="631825">
                  <a:moveTo>
                    <a:pt x="1700022" y="629412"/>
                  </a:moveTo>
                  <a:lnTo>
                    <a:pt x="1700021" y="2285"/>
                  </a:lnTo>
                  <a:lnTo>
                    <a:pt x="1699259" y="0"/>
                  </a:lnTo>
                  <a:lnTo>
                    <a:pt x="1696212" y="0"/>
                  </a:lnTo>
                  <a:lnTo>
                    <a:pt x="1695450" y="2285"/>
                  </a:lnTo>
                  <a:lnTo>
                    <a:pt x="1697736" y="4571"/>
                  </a:lnTo>
                  <a:lnTo>
                    <a:pt x="1697736" y="626364"/>
                  </a:lnTo>
                  <a:lnTo>
                    <a:pt x="1699260" y="627126"/>
                  </a:lnTo>
                  <a:lnTo>
                    <a:pt x="1700022" y="629412"/>
                  </a:lnTo>
                  <a:close/>
                </a:path>
                <a:path w="1700530" h="631825">
                  <a:moveTo>
                    <a:pt x="1697736" y="4571"/>
                  </a:moveTo>
                  <a:lnTo>
                    <a:pt x="1695450" y="2285"/>
                  </a:lnTo>
                  <a:lnTo>
                    <a:pt x="1695450" y="4571"/>
                  </a:lnTo>
                  <a:lnTo>
                    <a:pt x="1697736" y="4571"/>
                  </a:lnTo>
                  <a:close/>
                </a:path>
                <a:path w="1700530" h="631825">
                  <a:moveTo>
                    <a:pt x="1697736" y="626364"/>
                  </a:moveTo>
                  <a:lnTo>
                    <a:pt x="1697736" y="4571"/>
                  </a:lnTo>
                  <a:lnTo>
                    <a:pt x="1695450" y="4571"/>
                  </a:lnTo>
                  <a:lnTo>
                    <a:pt x="1695450" y="626364"/>
                  </a:lnTo>
                  <a:lnTo>
                    <a:pt x="1697736" y="626364"/>
                  </a:lnTo>
                  <a:close/>
                </a:path>
                <a:path w="1700530" h="631825">
                  <a:moveTo>
                    <a:pt x="1697736" y="631698"/>
                  </a:moveTo>
                  <a:lnTo>
                    <a:pt x="1696212" y="630936"/>
                  </a:lnTo>
                  <a:lnTo>
                    <a:pt x="1695450" y="629412"/>
                  </a:lnTo>
                  <a:lnTo>
                    <a:pt x="1695450" y="631698"/>
                  </a:lnTo>
                  <a:lnTo>
                    <a:pt x="1697736" y="6316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496818" y="3273805"/>
            <a:ext cx="1541145" cy="4165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8100">
              <a:lnSpc>
                <a:spcPts val="154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«stereotype»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ts val="1540"/>
              </a:lnSpc>
            </a:pPr>
            <a:r>
              <a:rPr dirty="0" sz="1400" spc="-15" b="1">
                <a:latin typeface="Arial"/>
                <a:cs typeface="Arial"/>
              </a:rPr>
              <a:t>ConfigurationItem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17066" y="3729989"/>
            <a:ext cx="1700530" cy="661670"/>
            <a:chOff x="1417066" y="3729989"/>
            <a:chExt cx="1700530" cy="661670"/>
          </a:xfrm>
        </p:grpSpPr>
        <p:sp>
          <p:nvSpPr>
            <p:cNvPr id="13" name="object 13"/>
            <p:cNvSpPr/>
            <p:nvPr/>
          </p:nvSpPr>
          <p:spPr>
            <a:xfrm>
              <a:off x="1417053" y="3729989"/>
              <a:ext cx="1700530" cy="661670"/>
            </a:xfrm>
            <a:custGeom>
              <a:avLst/>
              <a:gdLst/>
              <a:ahLst/>
              <a:cxnLst/>
              <a:rect l="l" t="t" r="r" b="b"/>
              <a:pathLst>
                <a:path w="1700530" h="661670">
                  <a:moveTo>
                    <a:pt x="1700530" y="658368"/>
                  </a:moveTo>
                  <a:lnTo>
                    <a:pt x="1700288" y="658368"/>
                  </a:lnTo>
                  <a:lnTo>
                    <a:pt x="1700288" y="2286"/>
                  </a:lnTo>
                  <a:lnTo>
                    <a:pt x="1699526" y="762"/>
                  </a:lnTo>
                  <a:lnTo>
                    <a:pt x="1698002" y="0"/>
                  </a:lnTo>
                  <a:lnTo>
                    <a:pt x="1696478" y="762"/>
                  </a:lnTo>
                  <a:lnTo>
                    <a:pt x="1695716" y="2286"/>
                  </a:lnTo>
                  <a:lnTo>
                    <a:pt x="1695716" y="658368"/>
                  </a:lnTo>
                  <a:lnTo>
                    <a:pt x="2540" y="658368"/>
                  </a:lnTo>
                  <a:lnTo>
                    <a:pt x="2540" y="656412"/>
                  </a:lnTo>
                  <a:lnTo>
                    <a:pt x="1270" y="656412"/>
                  </a:lnTo>
                  <a:lnTo>
                    <a:pt x="1270" y="657618"/>
                  </a:lnTo>
                  <a:lnTo>
                    <a:pt x="0" y="657618"/>
                  </a:lnTo>
                  <a:lnTo>
                    <a:pt x="0" y="659142"/>
                  </a:lnTo>
                  <a:lnTo>
                    <a:pt x="1270" y="659142"/>
                  </a:lnTo>
                  <a:lnTo>
                    <a:pt x="1270" y="660349"/>
                  </a:lnTo>
                  <a:lnTo>
                    <a:pt x="2540" y="660349"/>
                  </a:lnTo>
                  <a:lnTo>
                    <a:pt x="2540" y="660666"/>
                  </a:lnTo>
                  <a:lnTo>
                    <a:pt x="1695716" y="660666"/>
                  </a:lnTo>
                  <a:lnTo>
                    <a:pt x="1695716" y="661416"/>
                  </a:lnTo>
                  <a:lnTo>
                    <a:pt x="1700288" y="661416"/>
                  </a:lnTo>
                  <a:lnTo>
                    <a:pt x="1700288" y="660666"/>
                  </a:lnTo>
                  <a:lnTo>
                    <a:pt x="1700530" y="660666"/>
                  </a:lnTo>
                  <a:lnTo>
                    <a:pt x="1700530" y="6583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19606" y="3732275"/>
              <a:ext cx="1695450" cy="656590"/>
            </a:xfrm>
            <a:custGeom>
              <a:avLst/>
              <a:gdLst/>
              <a:ahLst/>
              <a:cxnLst/>
              <a:rect l="l" t="t" r="r" b="b"/>
              <a:pathLst>
                <a:path w="1695450" h="656589">
                  <a:moveTo>
                    <a:pt x="1695449" y="656081"/>
                  </a:moveTo>
                  <a:lnTo>
                    <a:pt x="1695449" y="0"/>
                  </a:lnTo>
                  <a:lnTo>
                    <a:pt x="0" y="0"/>
                  </a:lnTo>
                  <a:lnTo>
                    <a:pt x="0" y="656081"/>
                  </a:lnTo>
                  <a:lnTo>
                    <a:pt x="1695449" y="6560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17320" y="3729989"/>
              <a:ext cx="1700530" cy="661035"/>
            </a:xfrm>
            <a:custGeom>
              <a:avLst/>
              <a:gdLst/>
              <a:ahLst/>
              <a:cxnLst/>
              <a:rect l="l" t="t" r="r" b="b"/>
              <a:pathLst>
                <a:path w="1700530" h="661035">
                  <a:moveTo>
                    <a:pt x="1697736" y="0"/>
                  </a:moveTo>
                  <a:lnTo>
                    <a:pt x="2286" y="0"/>
                  </a:lnTo>
                  <a:lnTo>
                    <a:pt x="762" y="762"/>
                  </a:lnTo>
                  <a:lnTo>
                    <a:pt x="0" y="2286"/>
                  </a:lnTo>
                  <a:lnTo>
                    <a:pt x="0" y="658368"/>
                  </a:lnTo>
                  <a:lnTo>
                    <a:pt x="762" y="659892"/>
                  </a:lnTo>
                  <a:lnTo>
                    <a:pt x="2286" y="660654"/>
                  </a:lnTo>
                  <a:lnTo>
                    <a:pt x="2286" y="5334"/>
                  </a:lnTo>
                  <a:lnTo>
                    <a:pt x="4572" y="2286"/>
                  </a:lnTo>
                  <a:lnTo>
                    <a:pt x="4572" y="5334"/>
                  </a:lnTo>
                  <a:lnTo>
                    <a:pt x="1695450" y="5334"/>
                  </a:lnTo>
                  <a:lnTo>
                    <a:pt x="1695450" y="2286"/>
                  </a:lnTo>
                  <a:lnTo>
                    <a:pt x="1696212" y="762"/>
                  </a:lnTo>
                  <a:lnTo>
                    <a:pt x="1697736" y="0"/>
                  </a:lnTo>
                  <a:close/>
                </a:path>
                <a:path w="1700530" h="661035">
                  <a:moveTo>
                    <a:pt x="4572" y="5334"/>
                  </a:moveTo>
                  <a:lnTo>
                    <a:pt x="4572" y="2286"/>
                  </a:lnTo>
                  <a:lnTo>
                    <a:pt x="2286" y="5334"/>
                  </a:lnTo>
                  <a:lnTo>
                    <a:pt x="4572" y="5334"/>
                  </a:lnTo>
                  <a:close/>
                </a:path>
                <a:path w="1700530" h="661035">
                  <a:moveTo>
                    <a:pt x="4572" y="656082"/>
                  </a:moveTo>
                  <a:lnTo>
                    <a:pt x="4572" y="5334"/>
                  </a:lnTo>
                  <a:lnTo>
                    <a:pt x="2286" y="5334"/>
                  </a:lnTo>
                  <a:lnTo>
                    <a:pt x="2286" y="656082"/>
                  </a:lnTo>
                  <a:lnTo>
                    <a:pt x="4572" y="656082"/>
                  </a:lnTo>
                  <a:close/>
                </a:path>
                <a:path w="1700530" h="661035">
                  <a:moveTo>
                    <a:pt x="1700022" y="658368"/>
                  </a:moveTo>
                  <a:lnTo>
                    <a:pt x="1699260" y="656844"/>
                  </a:lnTo>
                  <a:lnTo>
                    <a:pt x="1697736" y="656082"/>
                  </a:lnTo>
                  <a:lnTo>
                    <a:pt x="2286" y="656082"/>
                  </a:lnTo>
                  <a:lnTo>
                    <a:pt x="4572" y="658368"/>
                  </a:lnTo>
                  <a:lnTo>
                    <a:pt x="4572" y="660654"/>
                  </a:lnTo>
                  <a:lnTo>
                    <a:pt x="1695450" y="660654"/>
                  </a:lnTo>
                  <a:lnTo>
                    <a:pt x="1695450" y="658368"/>
                  </a:lnTo>
                  <a:lnTo>
                    <a:pt x="1696212" y="659892"/>
                  </a:lnTo>
                  <a:lnTo>
                    <a:pt x="1697736" y="660654"/>
                  </a:lnTo>
                  <a:lnTo>
                    <a:pt x="1699260" y="659892"/>
                  </a:lnTo>
                  <a:lnTo>
                    <a:pt x="1700022" y="658368"/>
                  </a:lnTo>
                  <a:close/>
                </a:path>
                <a:path w="1700530" h="661035">
                  <a:moveTo>
                    <a:pt x="4572" y="660654"/>
                  </a:moveTo>
                  <a:lnTo>
                    <a:pt x="4572" y="658368"/>
                  </a:lnTo>
                  <a:lnTo>
                    <a:pt x="2286" y="656082"/>
                  </a:lnTo>
                  <a:lnTo>
                    <a:pt x="2286" y="660654"/>
                  </a:lnTo>
                  <a:lnTo>
                    <a:pt x="4572" y="660654"/>
                  </a:lnTo>
                  <a:close/>
                </a:path>
                <a:path w="1700530" h="661035">
                  <a:moveTo>
                    <a:pt x="1700022" y="658368"/>
                  </a:moveTo>
                  <a:lnTo>
                    <a:pt x="1700021" y="2286"/>
                  </a:lnTo>
                  <a:lnTo>
                    <a:pt x="1699259" y="762"/>
                  </a:lnTo>
                  <a:lnTo>
                    <a:pt x="1697736" y="0"/>
                  </a:lnTo>
                  <a:lnTo>
                    <a:pt x="1696212" y="762"/>
                  </a:lnTo>
                  <a:lnTo>
                    <a:pt x="1695450" y="2286"/>
                  </a:lnTo>
                  <a:lnTo>
                    <a:pt x="1697736" y="5334"/>
                  </a:lnTo>
                  <a:lnTo>
                    <a:pt x="1697736" y="656082"/>
                  </a:lnTo>
                  <a:lnTo>
                    <a:pt x="1699260" y="656844"/>
                  </a:lnTo>
                  <a:lnTo>
                    <a:pt x="1700022" y="658368"/>
                  </a:lnTo>
                  <a:close/>
                </a:path>
                <a:path w="1700530" h="661035">
                  <a:moveTo>
                    <a:pt x="1697736" y="5334"/>
                  </a:moveTo>
                  <a:lnTo>
                    <a:pt x="1695450" y="2286"/>
                  </a:lnTo>
                  <a:lnTo>
                    <a:pt x="1695450" y="5334"/>
                  </a:lnTo>
                  <a:lnTo>
                    <a:pt x="1697736" y="5334"/>
                  </a:lnTo>
                  <a:close/>
                </a:path>
                <a:path w="1700530" h="661035">
                  <a:moveTo>
                    <a:pt x="1697736" y="656082"/>
                  </a:moveTo>
                  <a:lnTo>
                    <a:pt x="1697736" y="5334"/>
                  </a:lnTo>
                  <a:lnTo>
                    <a:pt x="1695450" y="5334"/>
                  </a:lnTo>
                  <a:lnTo>
                    <a:pt x="1695450" y="656082"/>
                  </a:lnTo>
                  <a:lnTo>
                    <a:pt x="1697736" y="656082"/>
                  </a:lnTo>
                  <a:close/>
                </a:path>
                <a:path w="1700530" h="661035">
                  <a:moveTo>
                    <a:pt x="1697736" y="660654"/>
                  </a:moveTo>
                  <a:lnTo>
                    <a:pt x="1696212" y="659892"/>
                  </a:lnTo>
                  <a:lnTo>
                    <a:pt x="1695450" y="658368"/>
                  </a:lnTo>
                  <a:lnTo>
                    <a:pt x="1695450" y="660654"/>
                  </a:lnTo>
                  <a:lnTo>
                    <a:pt x="1697736" y="6606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496822" y="3797337"/>
            <a:ext cx="970280" cy="4648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6900"/>
              </a:lnSpc>
              <a:spcBef>
                <a:spcPts val="90"/>
              </a:spcBef>
            </a:pPr>
            <a:r>
              <a:rPr dirty="0" sz="900" spc="-5">
                <a:latin typeface="Arial MT"/>
                <a:cs typeface="Arial MT"/>
              </a:rPr>
              <a:t>author: String 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version: String 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lastChanged</a:t>
            </a:r>
            <a:r>
              <a:rPr dirty="0" sz="900">
                <a:latin typeface="Arial MT"/>
                <a:cs typeface="Arial MT"/>
              </a:rPr>
              <a:t>: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5">
                <a:latin typeface="Arial MT"/>
                <a:cs typeface="Arial MT"/>
              </a:rPr>
              <a:t>Date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50358" y="2310383"/>
            <a:ext cx="2435225" cy="1413510"/>
            <a:chOff x="5150358" y="2310383"/>
            <a:chExt cx="2435225" cy="1413510"/>
          </a:xfrm>
        </p:grpSpPr>
        <p:sp>
          <p:nvSpPr>
            <p:cNvPr id="18" name="object 18"/>
            <p:cNvSpPr/>
            <p:nvPr/>
          </p:nvSpPr>
          <p:spPr>
            <a:xfrm>
              <a:off x="5150345" y="2310396"/>
              <a:ext cx="2435225" cy="1413510"/>
            </a:xfrm>
            <a:custGeom>
              <a:avLst/>
              <a:gdLst/>
              <a:ahLst/>
              <a:cxnLst/>
              <a:rect l="l" t="t" r="r" b="b"/>
              <a:pathLst>
                <a:path w="2435225" h="1413510">
                  <a:moveTo>
                    <a:pt x="2435110" y="733031"/>
                  </a:moveTo>
                  <a:lnTo>
                    <a:pt x="2433828" y="733031"/>
                  </a:lnTo>
                  <a:lnTo>
                    <a:pt x="2433828" y="644639"/>
                  </a:lnTo>
                  <a:lnTo>
                    <a:pt x="2433828" y="643686"/>
                  </a:lnTo>
                  <a:lnTo>
                    <a:pt x="2433828" y="3048"/>
                  </a:lnTo>
                  <a:lnTo>
                    <a:pt x="2433828" y="2095"/>
                  </a:lnTo>
                  <a:lnTo>
                    <a:pt x="2433193" y="2095"/>
                  </a:lnTo>
                  <a:lnTo>
                    <a:pt x="2432558" y="1143"/>
                  </a:lnTo>
                  <a:lnTo>
                    <a:pt x="2432558" y="419"/>
                  </a:lnTo>
                  <a:lnTo>
                    <a:pt x="2431275" y="419"/>
                  </a:lnTo>
                  <a:lnTo>
                    <a:pt x="2430018" y="0"/>
                  </a:lnTo>
                  <a:lnTo>
                    <a:pt x="2426970" y="0"/>
                  </a:lnTo>
                  <a:lnTo>
                    <a:pt x="2426970" y="6096"/>
                  </a:lnTo>
                  <a:lnTo>
                    <a:pt x="2426970" y="733031"/>
                  </a:lnTo>
                  <a:lnTo>
                    <a:pt x="6096" y="733031"/>
                  </a:lnTo>
                  <a:lnTo>
                    <a:pt x="6096" y="6096"/>
                  </a:lnTo>
                  <a:lnTo>
                    <a:pt x="2426970" y="6096"/>
                  </a:lnTo>
                  <a:lnTo>
                    <a:pt x="2426970" y="0"/>
                  </a:lnTo>
                  <a:lnTo>
                    <a:pt x="3048" y="0"/>
                  </a:lnTo>
                  <a:lnTo>
                    <a:pt x="762" y="762"/>
                  </a:lnTo>
                  <a:lnTo>
                    <a:pt x="0" y="3048"/>
                  </a:lnTo>
                  <a:lnTo>
                    <a:pt x="0" y="736092"/>
                  </a:lnTo>
                  <a:lnTo>
                    <a:pt x="520" y="737654"/>
                  </a:lnTo>
                  <a:lnTo>
                    <a:pt x="520" y="739051"/>
                  </a:lnTo>
                  <a:lnTo>
                    <a:pt x="1765" y="739051"/>
                  </a:lnTo>
                  <a:lnTo>
                    <a:pt x="3048" y="739902"/>
                  </a:lnTo>
                  <a:lnTo>
                    <a:pt x="6096" y="739902"/>
                  </a:lnTo>
                  <a:lnTo>
                    <a:pt x="2426970" y="739902"/>
                  </a:lnTo>
                  <a:lnTo>
                    <a:pt x="2426970" y="740664"/>
                  </a:lnTo>
                  <a:lnTo>
                    <a:pt x="2430030" y="740664"/>
                  </a:lnTo>
                  <a:lnTo>
                    <a:pt x="2430030" y="1409687"/>
                  </a:lnTo>
                  <a:lnTo>
                    <a:pt x="2426970" y="1409687"/>
                  </a:lnTo>
                  <a:lnTo>
                    <a:pt x="3060" y="1409700"/>
                  </a:lnTo>
                  <a:lnTo>
                    <a:pt x="3060" y="1407071"/>
                  </a:lnTo>
                  <a:lnTo>
                    <a:pt x="520" y="1407071"/>
                  </a:lnTo>
                  <a:lnTo>
                    <a:pt x="520" y="1412316"/>
                  </a:lnTo>
                  <a:lnTo>
                    <a:pt x="3060" y="1412316"/>
                  </a:lnTo>
                  <a:lnTo>
                    <a:pt x="3060" y="1412735"/>
                  </a:lnTo>
                  <a:lnTo>
                    <a:pt x="2426970" y="1412735"/>
                  </a:lnTo>
                  <a:lnTo>
                    <a:pt x="2426970" y="1413497"/>
                  </a:lnTo>
                  <a:lnTo>
                    <a:pt x="2433828" y="1413497"/>
                  </a:lnTo>
                  <a:lnTo>
                    <a:pt x="2433828" y="1412735"/>
                  </a:lnTo>
                  <a:lnTo>
                    <a:pt x="2435110" y="1412735"/>
                  </a:lnTo>
                  <a:lnTo>
                    <a:pt x="2435110" y="1409700"/>
                  </a:lnTo>
                  <a:lnTo>
                    <a:pt x="2433828" y="1409700"/>
                  </a:lnTo>
                  <a:lnTo>
                    <a:pt x="2433828" y="740664"/>
                  </a:lnTo>
                  <a:lnTo>
                    <a:pt x="2433828" y="739889"/>
                  </a:lnTo>
                  <a:lnTo>
                    <a:pt x="2435110" y="739889"/>
                  </a:lnTo>
                  <a:lnTo>
                    <a:pt x="2435110" y="733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153406" y="2955035"/>
              <a:ext cx="2426970" cy="765175"/>
            </a:xfrm>
            <a:custGeom>
              <a:avLst/>
              <a:gdLst/>
              <a:ahLst/>
              <a:cxnLst/>
              <a:rect l="l" t="t" r="r" b="b"/>
              <a:pathLst>
                <a:path w="2426970" h="765175">
                  <a:moveTo>
                    <a:pt x="2426970" y="765048"/>
                  </a:moveTo>
                  <a:lnTo>
                    <a:pt x="2426970" y="0"/>
                  </a:lnTo>
                  <a:lnTo>
                    <a:pt x="0" y="0"/>
                  </a:lnTo>
                  <a:lnTo>
                    <a:pt x="0" y="765048"/>
                  </a:lnTo>
                  <a:lnTo>
                    <a:pt x="2426970" y="765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150358" y="2951225"/>
              <a:ext cx="2433955" cy="772160"/>
            </a:xfrm>
            <a:custGeom>
              <a:avLst/>
              <a:gdLst/>
              <a:ahLst/>
              <a:cxnLst/>
              <a:rect l="l" t="t" r="r" b="b"/>
              <a:pathLst>
                <a:path w="2433954" h="772160">
                  <a:moveTo>
                    <a:pt x="2430018" y="0"/>
                  </a:moveTo>
                  <a:lnTo>
                    <a:pt x="3048" y="0"/>
                  </a:lnTo>
                  <a:lnTo>
                    <a:pt x="762" y="1524"/>
                  </a:lnTo>
                  <a:lnTo>
                    <a:pt x="0" y="3810"/>
                  </a:lnTo>
                  <a:lnTo>
                    <a:pt x="0" y="768858"/>
                  </a:lnTo>
                  <a:lnTo>
                    <a:pt x="762" y="771144"/>
                  </a:lnTo>
                  <a:lnTo>
                    <a:pt x="3048" y="771906"/>
                  </a:lnTo>
                  <a:lnTo>
                    <a:pt x="3048" y="6858"/>
                  </a:lnTo>
                  <a:lnTo>
                    <a:pt x="6095" y="3810"/>
                  </a:lnTo>
                  <a:lnTo>
                    <a:pt x="6095" y="6858"/>
                  </a:lnTo>
                  <a:lnTo>
                    <a:pt x="2426970" y="6858"/>
                  </a:lnTo>
                  <a:lnTo>
                    <a:pt x="2426970" y="3810"/>
                  </a:lnTo>
                  <a:lnTo>
                    <a:pt x="2427732" y="1524"/>
                  </a:lnTo>
                  <a:lnTo>
                    <a:pt x="2430018" y="0"/>
                  </a:lnTo>
                  <a:close/>
                </a:path>
                <a:path w="2433954" h="772160">
                  <a:moveTo>
                    <a:pt x="6095" y="6858"/>
                  </a:moveTo>
                  <a:lnTo>
                    <a:pt x="6095" y="3810"/>
                  </a:lnTo>
                  <a:lnTo>
                    <a:pt x="3048" y="6858"/>
                  </a:lnTo>
                  <a:lnTo>
                    <a:pt x="6095" y="6858"/>
                  </a:lnTo>
                  <a:close/>
                </a:path>
                <a:path w="2433954" h="772160">
                  <a:moveTo>
                    <a:pt x="6095" y="765810"/>
                  </a:moveTo>
                  <a:lnTo>
                    <a:pt x="6095" y="6858"/>
                  </a:lnTo>
                  <a:lnTo>
                    <a:pt x="3048" y="6858"/>
                  </a:lnTo>
                  <a:lnTo>
                    <a:pt x="3048" y="765810"/>
                  </a:lnTo>
                  <a:lnTo>
                    <a:pt x="6095" y="765810"/>
                  </a:lnTo>
                  <a:close/>
                </a:path>
                <a:path w="2433954" h="772160">
                  <a:moveTo>
                    <a:pt x="2433828" y="768858"/>
                  </a:moveTo>
                  <a:lnTo>
                    <a:pt x="2432304" y="766572"/>
                  </a:lnTo>
                  <a:lnTo>
                    <a:pt x="2430018" y="765810"/>
                  </a:lnTo>
                  <a:lnTo>
                    <a:pt x="3048" y="765810"/>
                  </a:lnTo>
                  <a:lnTo>
                    <a:pt x="6095" y="768858"/>
                  </a:lnTo>
                  <a:lnTo>
                    <a:pt x="6095" y="771906"/>
                  </a:lnTo>
                  <a:lnTo>
                    <a:pt x="2426970" y="771906"/>
                  </a:lnTo>
                  <a:lnTo>
                    <a:pt x="2426970" y="768858"/>
                  </a:lnTo>
                  <a:lnTo>
                    <a:pt x="2427732" y="771144"/>
                  </a:lnTo>
                  <a:lnTo>
                    <a:pt x="2430018" y="771906"/>
                  </a:lnTo>
                  <a:lnTo>
                    <a:pt x="2432304" y="771144"/>
                  </a:lnTo>
                  <a:lnTo>
                    <a:pt x="2433828" y="768858"/>
                  </a:lnTo>
                  <a:close/>
                </a:path>
                <a:path w="2433954" h="772160">
                  <a:moveTo>
                    <a:pt x="6095" y="771906"/>
                  </a:moveTo>
                  <a:lnTo>
                    <a:pt x="6095" y="768858"/>
                  </a:lnTo>
                  <a:lnTo>
                    <a:pt x="3048" y="765810"/>
                  </a:lnTo>
                  <a:lnTo>
                    <a:pt x="3048" y="771906"/>
                  </a:lnTo>
                  <a:lnTo>
                    <a:pt x="6095" y="771906"/>
                  </a:lnTo>
                  <a:close/>
                </a:path>
                <a:path w="2433954" h="772160">
                  <a:moveTo>
                    <a:pt x="2433828" y="768858"/>
                  </a:moveTo>
                  <a:lnTo>
                    <a:pt x="2433828" y="3810"/>
                  </a:lnTo>
                  <a:lnTo>
                    <a:pt x="2432304" y="1524"/>
                  </a:lnTo>
                  <a:lnTo>
                    <a:pt x="2430018" y="0"/>
                  </a:lnTo>
                  <a:lnTo>
                    <a:pt x="2427732" y="1524"/>
                  </a:lnTo>
                  <a:lnTo>
                    <a:pt x="2426970" y="3810"/>
                  </a:lnTo>
                  <a:lnTo>
                    <a:pt x="2430018" y="6858"/>
                  </a:lnTo>
                  <a:lnTo>
                    <a:pt x="2430018" y="765810"/>
                  </a:lnTo>
                  <a:lnTo>
                    <a:pt x="2432304" y="766572"/>
                  </a:lnTo>
                  <a:lnTo>
                    <a:pt x="2433828" y="768858"/>
                  </a:lnTo>
                  <a:close/>
                </a:path>
                <a:path w="2433954" h="772160">
                  <a:moveTo>
                    <a:pt x="2430018" y="6858"/>
                  </a:moveTo>
                  <a:lnTo>
                    <a:pt x="2426970" y="3810"/>
                  </a:lnTo>
                  <a:lnTo>
                    <a:pt x="2426970" y="6858"/>
                  </a:lnTo>
                  <a:lnTo>
                    <a:pt x="2430018" y="6858"/>
                  </a:lnTo>
                  <a:close/>
                </a:path>
                <a:path w="2433954" h="772160">
                  <a:moveTo>
                    <a:pt x="2430018" y="765810"/>
                  </a:moveTo>
                  <a:lnTo>
                    <a:pt x="2430018" y="6858"/>
                  </a:lnTo>
                  <a:lnTo>
                    <a:pt x="2426970" y="6858"/>
                  </a:lnTo>
                  <a:lnTo>
                    <a:pt x="2426970" y="765810"/>
                  </a:lnTo>
                  <a:lnTo>
                    <a:pt x="2430018" y="765810"/>
                  </a:lnTo>
                  <a:close/>
                </a:path>
                <a:path w="2433954" h="772160">
                  <a:moveTo>
                    <a:pt x="2430018" y="771906"/>
                  </a:moveTo>
                  <a:lnTo>
                    <a:pt x="2427732" y="771144"/>
                  </a:lnTo>
                  <a:lnTo>
                    <a:pt x="2426970" y="768858"/>
                  </a:lnTo>
                  <a:lnTo>
                    <a:pt x="2426970" y="771906"/>
                  </a:lnTo>
                  <a:lnTo>
                    <a:pt x="2430018" y="771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245100" y="2434081"/>
            <a:ext cx="2013585" cy="115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6375">
              <a:lnSpc>
                <a:spcPts val="1764"/>
              </a:lnSpc>
              <a:spcBef>
                <a:spcPts val="100"/>
              </a:spcBef>
            </a:pPr>
            <a:r>
              <a:rPr dirty="0" sz="1600" spc="-5">
                <a:latin typeface="Arial MT"/>
                <a:cs typeface="Arial MT"/>
              </a:rPr>
              <a:t>«configurationItem»</a:t>
            </a:r>
            <a:endParaRPr sz="1600">
              <a:latin typeface="Arial MT"/>
              <a:cs typeface="Arial MT"/>
            </a:endParaRPr>
          </a:p>
          <a:p>
            <a:pPr algn="ctr" marL="201295">
              <a:lnSpc>
                <a:spcPts val="1764"/>
              </a:lnSpc>
            </a:pPr>
            <a:r>
              <a:rPr dirty="0" sz="1600" spc="-5" b="1">
                <a:latin typeface="Arial"/>
                <a:cs typeface="Arial"/>
              </a:rPr>
              <a:t>Engine</a:t>
            </a:r>
            <a:endParaRPr sz="1600">
              <a:latin typeface="Arial"/>
              <a:cs typeface="Arial"/>
            </a:endParaRPr>
          </a:p>
          <a:p>
            <a:pPr marL="12700" marR="335280">
              <a:lnSpc>
                <a:spcPct val="102699"/>
              </a:lnSpc>
              <a:spcBef>
                <a:spcPts val="1305"/>
              </a:spcBef>
            </a:pPr>
            <a:r>
              <a:rPr dirty="0" sz="1100" spc="-5">
                <a:latin typeface="Arial MT"/>
                <a:cs typeface="Arial MT"/>
              </a:rPr>
              <a:t>author=”John Doe” 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version=”1.2" 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lastChanged=Dec12,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2005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86988" y="198374"/>
            <a:ext cx="4067175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7655">
              <a:lnSpc>
                <a:spcPct val="100000"/>
              </a:lnSpc>
              <a:spcBef>
                <a:spcPts val="100"/>
              </a:spcBef>
            </a:pPr>
            <a:r>
              <a:rPr dirty="0"/>
              <a:t>Applying a Profile and </a:t>
            </a:r>
            <a:r>
              <a:rPr dirty="0" spc="5"/>
              <a:t> </a:t>
            </a:r>
            <a:r>
              <a:rPr dirty="0"/>
              <a:t>Importing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Model</a:t>
            </a:r>
            <a:r>
              <a:rPr dirty="0" spc="-25"/>
              <a:t> </a:t>
            </a:r>
            <a:r>
              <a:rPr dirty="0"/>
              <a:t>Library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73835" y="1450085"/>
            <a:ext cx="7127875" cy="4951095"/>
            <a:chOff x="973835" y="1450085"/>
            <a:chExt cx="7127875" cy="4951095"/>
          </a:xfrm>
        </p:grpSpPr>
        <p:sp>
          <p:nvSpPr>
            <p:cNvPr id="5" name="object 5"/>
            <p:cNvSpPr/>
            <p:nvPr/>
          </p:nvSpPr>
          <p:spPr>
            <a:xfrm>
              <a:off x="973823" y="1450085"/>
              <a:ext cx="7127875" cy="4951095"/>
            </a:xfrm>
            <a:custGeom>
              <a:avLst/>
              <a:gdLst/>
              <a:ahLst/>
              <a:cxnLst/>
              <a:rect l="l" t="t" r="r" b="b"/>
              <a:pathLst>
                <a:path w="7127875" h="4951095">
                  <a:moveTo>
                    <a:pt x="7127748" y="3048"/>
                  </a:moveTo>
                  <a:lnTo>
                    <a:pt x="7126224" y="762"/>
                  </a:lnTo>
                  <a:lnTo>
                    <a:pt x="7124700" y="0"/>
                  </a:lnTo>
                  <a:lnTo>
                    <a:pt x="7120890" y="0"/>
                  </a:lnTo>
                  <a:lnTo>
                    <a:pt x="7120890" y="6096"/>
                  </a:lnTo>
                  <a:lnTo>
                    <a:pt x="7120890" y="4943094"/>
                  </a:lnTo>
                  <a:lnTo>
                    <a:pt x="6096" y="4943094"/>
                  </a:lnTo>
                  <a:lnTo>
                    <a:pt x="6096" y="6096"/>
                  </a:lnTo>
                  <a:lnTo>
                    <a:pt x="7120890" y="6096"/>
                  </a:lnTo>
                  <a:lnTo>
                    <a:pt x="7120890" y="0"/>
                  </a:lnTo>
                  <a:lnTo>
                    <a:pt x="3048" y="0"/>
                  </a:lnTo>
                  <a:lnTo>
                    <a:pt x="762" y="762"/>
                  </a:lnTo>
                  <a:lnTo>
                    <a:pt x="0" y="3048"/>
                  </a:lnTo>
                  <a:lnTo>
                    <a:pt x="0" y="4946142"/>
                  </a:lnTo>
                  <a:lnTo>
                    <a:pt x="762" y="4948428"/>
                  </a:lnTo>
                  <a:lnTo>
                    <a:pt x="3048" y="4949190"/>
                  </a:lnTo>
                  <a:lnTo>
                    <a:pt x="7124700" y="4950714"/>
                  </a:lnTo>
                  <a:lnTo>
                    <a:pt x="7126224" y="4949952"/>
                  </a:lnTo>
                  <a:lnTo>
                    <a:pt x="7127748" y="4947666"/>
                  </a:lnTo>
                  <a:lnTo>
                    <a:pt x="7127240" y="4946904"/>
                  </a:lnTo>
                  <a:lnTo>
                    <a:pt x="7127748" y="4946142"/>
                  </a:lnTo>
                  <a:lnTo>
                    <a:pt x="7127748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76883" y="1453133"/>
              <a:ext cx="4719320" cy="425450"/>
            </a:xfrm>
            <a:custGeom>
              <a:avLst/>
              <a:gdLst/>
              <a:ahLst/>
              <a:cxnLst/>
              <a:rect l="l" t="t" r="r" b="b"/>
              <a:pathLst>
                <a:path w="4719320" h="425450">
                  <a:moveTo>
                    <a:pt x="4719066" y="211073"/>
                  </a:moveTo>
                  <a:lnTo>
                    <a:pt x="4719066" y="0"/>
                  </a:lnTo>
                  <a:lnTo>
                    <a:pt x="0" y="0"/>
                  </a:lnTo>
                  <a:lnTo>
                    <a:pt x="0" y="425196"/>
                  </a:lnTo>
                  <a:lnTo>
                    <a:pt x="4494276" y="425195"/>
                  </a:lnTo>
                  <a:lnTo>
                    <a:pt x="4719066" y="2110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73836" y="1450085"/>
              <a:ext cx="4726305" cy="431800"/>
            </a:xfrm>
            <a:custGeom>
              <a:avLst/>
              <a:gdLst/>
              <a:ahLst/>
              <a:cxnLst/>
              <a:rect l="l" t="t" r="r" b="b"/>
              <a:pathLst>
                <a:path w="4726305" h="431800">
                  <a:moveTo>
                    <a:pt x="4725924" y="214122"/>
                  </a:moveTo>
                  <a:lnTo>
                    <a:pt x="4725924" y="3048"/>
                  </a:lnTo>
                  <a:lnTo>
                    <a:pt x="4724400" y="762"/>
                  </a:lnTo>
                  <a:lnTo>
                    <a:pt x="4722114" y="0"/>
                  </a:lnTo>
                  <a:lnTo>
                    <a:pt x="3048" y="0"/>
                  </a:lnTo>
                  <a:lnTo>
                    <a:pt x="762" y="762"/>
                  </a:lnTo>
                  <a:lnTo>
                    <a:pt x="0" y="3048"/>
                  </a:lnTo>
                  <a:lnTo>
                    <a:pt x="0" y="428244"/>
                  </a:lnTo>
                  <a:lnTo>
                    <a:pt x="762" y="430530"/>
                  </a:lnTo>
                  <a:lnTo>
                    <a:pt x="3048" y="431292"/>
                  </a:lnTo>
                  <a:lnTo>
                    <a:pt x="3048" y="6096"/>
                  </a:lnTo>
                  <a:lnTo>
                    <a:pt x="6096" y="3048"/>
                  </a:lnTo>
                  <a:lnTo>
                    <a:pt x="6096" y="6096"/>
                  </a:lnTo>
                  <a:lnTo>
                    <a:pt x="4719066" y="6096"/>
                  </a:lnTo>
                  <a:lnTo>
                    <a:pt x="4719066" y="3048"/>
                  </a:lnTo>
                  <a:lnTo>
                    <a:pt x="4722114" y="6096"/>
                  </a:lnTo>
                  <a:lnTo>
                    <a:pt x="4722114" y="218585"/>
                  </a:lnTo>
                  <a:lnTo>
                    <a:pt x="4724400" y="216408"/>
                  </a:lnTo>
                  <a:lnTo>
                    <a:pt x="4725924" y="214122"/>
                  </a:lnTo>
                  <a:close/>
                </a:path>
                <a:path w="4726305" h="431800">
                  <a:moveTo>
                    <a:pt x="6096" y="6096"/>
                  </a:moveTo>
                  <a:lnTo>
                    <a:pt x="6096" y="3048"/>
                  </a:lnTo>
                  <a:lnTo>
                    <a:pt x="3048" y="6096"/>
                  </a:lnTo>
                  <a:lnTo>
                    <a:pt x="6096" y="6096"/>
                  </a:lnTo>
                  <a:close/>
                </a:path>
                <a:path w="4726305" h="431800">
                  <a:moveTo>
                    <a:pt x="6096" y="425196"/>
                  </a:moveTo>
                  <a:lnTo>
                    <a:pt x="6096" y="6096"/>
                  </a:lnTo>
                  <a:lnTo>
                    <a:pt x="3048" y="6096"/>
                  </a:lnTo>
                  <a:lnTo>
                    <a:pt x="3048" y="425196"/>
                  </a:lnTo>
                  <a:lnTo>
                    <a:pt x="6096" y="425196"/>
                  </a:lnTo>
                  <a:close/>
                </a:path>
                <a:path w="4726305" h="431800">
                  <a:moveTo>
                    <a:pt x="4495840" y="425196"/>
                  </a:moveTo>
                  <a:lnTo>
                    <a:pt x="3048" y="425196"/>
                  </a:lnTo>
                  <a:lnTo>
                    <a:pt x="6096" y="428244"/>
                  </a:lnTo>
                  <a:lnTo>
                    <a:pt x="6096" y="431292"/>
                  </a:lnTo>
                  <a:lnTo>
                    <a:pt x="4495038" y="431292"/>
                  </a:lnTo>
                  <a:lnTo>
                    <a:pt x="4495038" y="425958"/>
                  </a:lnTo>
                  <a:lnTo>
                    <a:pt x="4495840" y="425196"/>
                  </a:lnTo>
                  <a:close/>
                </a:path>
                <a:path w="4726305" h="431800">
                  <a:moveTo>
                    <a:pt x="6096" y="431292"/>
                  </a:moveTo>
                  <a:lnTo>
                    <a:pt x="6096" y="428244"/>
                  </a:lnTo>
                  <a:lnTo>
                    <a:pt x="3048" y="425196"/>
                  </a:lnTo>
                  <a:lnTo>
                    <a:pt x="3047" y="431292"/>
                  </a:lnTo>
                  <a:lnTo>
                    <a:pt x="6096" y="431292"/>
                  </a:lnTo>
                  <a:close/>
                </a:path>
                <a:path w="4726305" h="431800">
                  <a:moveTo>
                    <a:pt x="4497324" y="425196"/>
                  </a:moveTo>
                  <a:lnTo>
                    <a:pt x="4495840" y="425196"/>
                  </a:lnTo>
                  <a:lnTo>
                    <a:pt x="4495038" y="425958"/>
                  </a:lnTo>
                  <a:lnTo>
                    <a:pt x="4497324" y="425196"/>
                  </a:lnTo>
                  <a:close/>
                </a:path>
                <a:path w="4726305" h="431800">
                  <a:moveTo>
                    <a:pt x="4497324" y="431292"/>
                  </a:moveTo>
                  <a:lnTo>
                    <a:pt x="4497324" y="425196"/>
                  </a:lnTo>
                  <a:lnTo>
                    <a:pt x="4495038" y="425958"/>
                  </a:lnTo>
                  <a:lnTo>
                    <a:pt x="4495038" y="431292"/>
                  </a:lnTo>
                  <a:lnTo>
                    <a:pt x="4497324" y="431292"/>
                  </a:lnTo>
                  <a:close/>
                </a:path>
                <a:path w="4726305" h="431800">
                  <a:moveTo>
                    <a:pt x="4720590" y="211836"/>
                  </a:moveTo>
                  <a:lnTo>
                    <a:pt x="4495840" y="425196"/>
                  </a:lnTo>
                  <a:lnTo>
                    <a:pt x="4497324" y="425196"/>
                  </a:lnTo>
                  <a:lnTo>
                    <a:pt x="4497324" y="431292"/>
                  </a:lnTo>
                  <a:lnTo>
                    <a:pt x="4499610" y="430530"/>
                  </a:lnTo>
                  <a:lnTo>
                    <a:pt x="4719066" y="221488"/>
                  </a:lnTo>
                  <a:lnTo>
                    <a:pt x="4719066" y="214122"/>
                  </a:lnTo>
                  <a:lnTo>
                    <a:pt x="4720590" y="211836"/>
                  </a:lnTo>
                  <a:close/>
                </a:path>
                <a:path w="4726305" h="431800">
                  <a:moveTo>
                    <a:pt x="4722114" y="6096"/>
                  </a:moveTo>
                  <a:lnTo>
                    <a:pt x="4719066" y="3048"/>
                  </a:lnTo>
                  <a:lnTo>
                    <a:pt x="4719066" y="6096"/>
                  </a:lnTo>
                  <a:lnTo>
                    <a:pt x="4722114" y="6096"/>
                  </a:lnTo>
                  <a:close/>
                </a:path>
                <a:path w="4726305" h="431800">
                  <a:moveTo>
                    <a:pt x="4722114" y="218585"/>
                  </a:moveTo>
                  <a:lnTo>
                    <a:pt x="4722114" y="6096"/>
                  </a:lnTo>
                  <a:lnTo>
                    <a:pt x="4719066" y="6096"/>
                  </a:lnTo>
                  <a:lnTo>
                    <a:pt x="4719066" y="213282"/>
                  </a:lnTo>
                  <a:lnTo>
                    <a:pt x="4720590" y="211836"/>
                  </a:lnTo>
                  <a:lnTo>
                    <a:pt x="4720590" y="220037"/>
                  </a:lnTo>
                  <a:lnTo>
                    <a:pt x="4722114" y="218585"/>
                  </a:lnTo>
                  <a:close/>
                </a:path>
                <a:path w="4726305" h="431800">
                  <a:moveTo>
                    <a:pt x="4720590" y="220037"/>
                  </a:moveTo>
                  <a:lnTo>
                    <a:pt x="4720590" y="211836"/>
                  </a:lnTo>
                  <a:lnTo>
                    <a:pt x="4719066" y="214122"/>
                  </a:lnTo>
                  <a:lnTo>
                    <a:pt x="4719066" y="221488"/>
                  </a:lnTo>
                  <a:lnTo>
                    <a:pt x="4720590" y="2200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07947" y="1535725"/>
            <a:ext cx="452374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8680" sz="2400" spc="-7" b="1">
                <a:latin typeface="Arial"/>
                <a:cs typeface="Arial"/>
              </a:rPr>
              <a:t>pkg</a:t>
            </a:r>
            <a:r>
              <a:rPr dirty="0" baseline="8680" sz="2400" spc="187" b="1">
                <a:latin typeface="Arial"/>
                <a:cs typeface="Arial"/>
              </a:rPr>
              <a:t> </a:t>
            </a:r>
            <a:r>
              <a:rPr dirty="0" sz="1600" spc="-5">
                <a:latin typeface="Arial MT"/>
                <a:cs typeface="Arial MT"/>
              </a:rPr>
              <a:t>ModelingDomain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[Establishing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HSUV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Model]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87957" y="4631435"/>
            <a:ext cx="2813050" cy="1445895"/>
            <a:chOff x="1187957" y="4631435"/>
            <a:chExt cx="2813050" cy="1445895"/>
          </a:xfrm>
        </p:grpSpPr>
        <p:sp>
          <p:nvSpPr>
            <p:cNvPr id="10" name="object 10"/>
            <p:cNvSpPr/>
            <p:nvPr/>
          </p:nvSpPr>
          <p:spPr>
            <a:xfrm>
              <a:off x="1187945" y="4845557"/>
              <a:ext cx="2813050" cy="1231900"/>
            </a:xfrm>
            <a:custGeom>
              <a:avLst/>
              <a:gdLst/>
              <a:ahLst/>
              <a:cxnLst/>
              <a:rect l="l" t="t" r="r" b="b"/>
              <a:pathLst>
                <a:path w="2813050" h="1231900">
                  <a:moveTo>
                    <a:pt x="2813050" y="1226820"/>
                  </a:moveTo>
                  <a:lnTo>
                    <a:pt x="2811030" y="1226820"/>
                  </a:lnTo>
                  <a:lnTo>
                    <a:pt x="2811030" y="3048"/>
                  </a:lnTo>
                  <a:lnTo>
                    <a:pt x="2810268" y="762"/>
                  </a:lnTo>
                  <a:lnTo>
                    <a:pt x="2807982" y="0"/>
                  </a:lnTo>
                  <a:lnTo>
                    <a:pt x="2805696" y="762"/>
                  </a:lnTo>
                  <a:lnTo>
                    <a:pt x="2804934" y="3048"/>
                  </a:lnTo>
                  <a:lnTo>
                    <a:pt x="2804934" y="1226820"/>
                  </a:lnTo>
                  <a:lnTo>
                    <a:pt x="2540" y="1226820"/>
                  </a:lnTo>
                  <a:lnTo>
                    <a:pt x="2540" y="1224153"/>
                  </a:lnTo>
                  <a:lnTo>
                    <a:pt x="1270" y="1224153"/>
                  </a:lnTo>
                  <a:lnTo>
                    <a:pt x="1270" y="1224915"/>
                  </a:lnTo>
                  <a:lnTo>
                    <a:pt x="0" y="1224915"/>
                  </a:lnTo>
                  <a:lnTo>
                    <a:pt x="0" y="1228725"/>
                  </a:lnTo>
                  <a:lnTo>
                    <a:pt x="1270" y="1228725"/>
                  </a:lnTo>
                  <a:lnTo>
                    <a:pt x="1270" y="1229487"/>
                  </a:lnTo>
                  <a:lnTo>
                    <a:pt x="2540" y="1229487"/>
                  </a:lnTo>
                  <a:lnTo>
                    <a:pt x="2540" y="1229868"/>
                  </a:lnTo>
                  <a:lnTo>
                    <a:pt x="2804934" y="1229868"/>
                  </a:lnTo>
                  <a:lnTo>
                    <a:pt x="2804934" y="1231392"/>
                  </a:lnTo>
                  <a:lnTo>
                    <a:pt x="2811030" y="1231392"/>
                  </a:lnTo>
                  <a:lnTo>
                    <a:pt x="2811030" y="1229868"/>
                  </a:lnTo>
                  <a:lnTo>
                    <a:pt x="2813050" y="1229868"/>
                  </a:lnTo>
                  <a:lnTo>
                    <a:pt x="2813050" y="1226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91005" y="4634483"/>
              <a:ext cx="1121410" cy="214629"/>
            </a:xfrm>
            <a:custGeom>
              <a:avLst/>
              <a:gdLst/>
              <a:ahLst/>
              <a:cxnLst/>
              <a:rect l="l" t="t" r="r" b="b"/>
              <a:pathLst>
                <a:path w="1121410" h="214629">
                  <a:moveTo>
                    <a:pt x="1120901" y="214121"/>
                  </a:moveTo>
                  <a:lnTo>
                    <a:pt x="1120901" y="0"/>
                  </a:lnTo>
                  <a:lnTo>
                    <a:pt x="0" y="0"/>
                  </a:lnTo>
                  <a:lnTo>
                    <a:pt x="0" y="214121"/>
                  </a:lnTo>
                  <a:lnTo>
                    <a:pt x="1120901" y="214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87957" y="4631435"/>
              <a:ext cx="2811145" cy="1443990"/>
            </a:xfrm>
            <a:custGeom>
              <a:avLst/>
              <a:gdLst/>
              <a:ahLst/>
              <a:cxnLst/>
              <a:rect l="l" t="t" r="r" b="b"/>
              <a:pathLst>
                <a:path w="2811145" h="1443989">
                  <a:moveTo>
                    <a:pt x="1126998" y="214122"/>
                  </a:moveTo>
                  <a:lnTo>
                    <a:pt x="1126998" y="3047"/>
                  </a:lnTo>
                  <a:lnTo>
                    <a:pt x="1126236" y="761"/>
                  </a:lnTo>
                  <a:lnTo>
                    <a:pt x="1123950" y="0"/>
                  </a:lnTo>
                  <a:lnTo>
                    <a:pt x="3048" y="0"/>
                  </a:lnTo>
                  <a:lnTo>
                    <a:pt x="762" y="761"/>
                  </a:lnTo>
                  <a:lnTo>
                    <a:pt x="0" y="3047"/>
                  </a:lnTo>
                  <a:lnTo>
                    <a:pt x="0" y="217169"/>
                  </a:lnTo>
                  <a:lnTo>
                    <a:pt x="762" y="214883"/>
                  </a:lnTo>
                  <a:lnTo>
                    <a:pt x="3048" y="214122"/>
                  </a:lnTo>
                  <a:lnTo>
                    <a:pt x="3048" y="6095"/>
                  </a:lnTo>
                  <a:lnTo>
                    <a:pt x="6096" y="3047"/>
                  </a:lnTo>
                  <a:lnTo>
                    <a:pt x="6096" y="6095"/>
                  </a:lnTo>
                  <a:lnTo>
                    <a:pt x="1120902" y="6095"/>
                  </a:lnTo>
                  <a:lnTo>
                    <a:pt x="1120902" y="3047"/>
                  </a:lnTo>
                  <a:lnTo>
                    <a:pt x="1123950" y="6095"/>
                  </a:lnTo>
                  <a:lnTo>
                    <a:pt x="1123950" y="214122"/>
                  </a:lnTo>
                  <a:lnTo>
                    <a:pt x="1126998" y="214122"/>
                  </a:lnTo>
                  <a:close/>
                </a:path>
                <a:path w="2811145" h="1443989">
                  <a:moveTo>
                    <a:pt x="1123950" y="214122"/>
                  </a:moveTo>
                  <a:lnTo>
                    <a:pt x="3048" y="214122"/>
                  </a:lnTo>
                  <a:lnTo>
                    <a:pt x="762" y="214883"/>
                  </a:lnTo>
                  <a:lnTo>
                    <a:pt x="0" y="217169"/>
                  </a:lnTo>
                  <a:lnTo>
                    <a:pt x="762" y="219455"/>
                  </a:lnTo>
                  <a:lnTo>
                    <a:pt x="3048" y="220217"/>
                  </a:lnTo>
                  <a:lnTo>
                    <a:pt x="6096" y="217169"/>
                  </a:lnTo>
                  <a:lnTo>
                    <a:pt x="6096" y="220217"/>
                  </a:lnTo>
                  <a:lnTo>
                    <a:pt x="1120902" y="220217"/>
                  </a:lnTo>
                  <a:lnTo>
                    <a:pt x="1120902" y="217169"/>
                  </a:lnTo>
                  <a:lnTo>
                    <a:pt x="1123950" y="214122"/>
                  </a:lnTo>
                  <a:close/>
                </a:path>
                <a:path w="2811145" h="1443989">
                  <a:moveTo>
                    <a:pt x="6096" y="1437894"/>
                  </a:moveTo>
                  <a:lnTo>
                    <a:pt x="6096" y="220217"/>
                  </a:lnTo>
                  <a:lnTo>
                    <a:pt x="3048" y="220217"/>
                  </a:lnTo>
                  <a:lnTo>
                    <a:pt x="762" y="219455"/>
                  </a:lnTo>
                  <a:lnTo>
                    <a:pt x="0" y="217169"/>
                  </a:lnTo>
                  <a:lnTo>
                    <a:pt x="0" y="1440942"/>
                  </a:lnTo>
                  <a:lnTo>
                    <a:pt x="762" y="1443227"/>
                  </a:lnTo>
                  <a:lnTo>
                    <a:pt x="3048" y="1443989"/>
                  </a:lnTo>
                  <a:lnTo>
                    <a:pt x="3048" y="1437894"/>
                  </a:lnTo>
                  <a:lnTo>
                    <a:pt x="6096" y="1437894"/>
                  </a:lnTo>
                  <a:close/>
                </a:path>
                <a:path w="2811145" h="1443989">
                  <a:moveTo>
                    <a:pt x="6096" y="6095"/>
                  </a:moveTo>
                  <a:lnTo>
                    <a:pt x="6096" y="3047"/>
                  </a:lnTo>
                  <a:lnTo>
                    <a:pt x="3048" y="6095"/>
                  </a:lnTo>
                  <a:lnTo>
                    <a:pt x="6096" y="6095"/>
                  </a:lnTo>
                  <a:close/>
                </a:path>
                <a:path w="2811145" h="1443989">
                  <a:moveTo>
                    <a:pt x="6096" y="214122"/>
                  </a:moveTo>
                  <a:lnTo>
                    <a:pt x="6096" y="6095"/>
                  </a:lnTo>
                  <a:lnTo>
                    <a:pt x="3048" y="6095"/>
                  </a:lnTo>
                  <a:lnTo>
                    <a:pt x="3048" y="214122"/>
                  </a:lnTo>
                  <a:lnTo>
                    <a:pt x="6096" y="214122"/>
                  </a:lnTo>
                  <a:close/>
                </a:path>
                <a:path w="2811145" h="1443989">
                  <a:moveTo>
                    <a:pt x="6096" y="217169"/>
                  </a:moveTo>
                  <a:lnTo>
                    <a:pt x="3048" y="220217"/>
                  </a:lnTo>
                  <a:lnTo>
                    <a:pt x="5334" y="219455"/>
                  </a:lnTo>
                  <a:lnTo>
                    <a:pt x="6096" y="217169"/>
                  </a:lnTo>
                  <a:close/>
                </a:path>
                <a:path w="2811145" h="1443989">
                  <a:moveTo>
                    <a:pt x="6096" y="220217"/>
                  </a:moveTo>
                  <a:lnTo>
                    <a:pt x="6096" y="217169"/>
                  </a:lnTo>
                  <a:lnTo>
                    <a:pt x="5334" y="219455"/>
                  </a:lnTo>
                  <a:lnTo>
                    <a:pt x="3048" y="220217"/>
                  </a:lnTo>
                  <a:lnTo>
                    <a:pt x="6096" y="220217"/>
                  </a:lnTo>
                  <a:close/>
                </a:path>
                <a:path w="2811145" h="1443989">
                  <a:moveTo>
                    <a:pt x="2811018" y="1440941"/>
                  </a:moveTo>
                  <a:lnTo>
                    <a:pt x="2810256" y="1438655"/>
                  </a:lnTo>
                  <a:lnTo>
                    <a:pt x="2807970" y="1437893"/>
                  </a:lnTo>
                  <a:lnTo>
                    <a:pt x="3048" y="1437894"/>
                  </a:lnTo>
                  <a:lnTo>
                    <a:pt x="6096" y="1440942"/>
                  </a:lnTo>
                  <a:lnTo>
                    <a:pt x="6096" y="1443989"/>
                  </a:lnTo>
                  <a:lnTo>
                    <a:pt x="2804922" y="1443989"/>
                  </a:lnTo>
                  <a:lnTo>
                    <a:pt x="2804922" y="1440941"/>
                  </a:lnTo>
                  <a:lnTo>
                    <a:pt x="2805684" y="1443227"/>
                  </a:lnTo>
                  <a:lnTo>
                    <a:pt x="2807970" y="1443989"/>
                  </a:lnTo>
                  <a:lnTo>
                    <a:pt x="2810256" y="1443227"/>
                  </a:lnTo>
                  <a:lnTo>
                    <a:pt x="2811018" y="1440941"/>
                  </a:lnTo>
                  <a:close/>
                </a:path>
                <a:path w="2811145" h="1443989">
                  <a:moveTo>
                    <a:pt x="6096" y="1443989"/>
                  </a:moveTo>
                  <a:lnTo>
                    <a:pt x="6096" y="1440942"/>
                  </a:lnTo>
                  <a:lnTo>
                    <a:pt x="3048" y="1437894"/>
                  </a:lnTo>
                  <a:lnTo>
                    <a:pt x="3048" y="1443989"/>
                  </a:lnTo>
                  <a:lnTo>
                    <a:pt x="6096" y="1443989"/>
                  </a:lnTo>
                  <a:close/>
                </a:path>
                <a:path w="2811145" h="1443989">
                  <a:moveTo>
                    <a:pt x="1123950" y="6095"/>
                  </a:moveTo>
                  <a:lnTo>
                    <a:pt x="1120902" y="3047"/>
                  </a:lnTo>
                  <a:lnTo>
                    <a:pt x="1120902" y="6095"/>
                  </a:lnTo>
                  <a:lnTo>
                    <a:pt x="1123950" y="6095"/>
                  </a:lnTo>
                  <a:close/>
                </a:path>
                <a:path w="2811145" h="1443989">
                  <a:moveTo>
                    <a:pt x="1123950" y="214122"/>
                  </a:moveTo>
                  <a:lnTo>
                    <a:pt x="1123950" y="6095"/>
                  </a:lnTo>
                  <a:lnTo>
                    <a:pt x="1120902" y="6095"/>
                  </a:lnTo>
                  <a:lnTo>
                    <a:pt x="1120902" y="214122"/>
                  </a:lnTo>
                  <a:lnTo>
                    <a:pt x="1123950" y="214122"/>
                  </a:lnTo>
                  <a:close/>
                </a:path>
                <a:path w="2811145" h="1443989">
                  <a:moveTo>
                    <a:pt x="2807970" y="214121"/>
                  </a:moveTo>
                  <a:lnTo>
                    <a:pt x="1123950" y="214122"/>
                  </a:lnTo>
                  <a:lnTo>
                    <a:pt x="1120902" y="217169"/>
                  </a:lnTo>
                  <a:lnTo>
                    <a:pt x="1120902" y="220217"/>
                  </a:lnTo>
                  <a:lnTo>
                    <a:pt x="1123950" y="220217"/>
                  </a:lnTo>
                  <a:lnTo>
                    <a:pt x="1126236" y="219455"/>
                  </a:lnTo>
                  <a:lnTo>
                    <a:pt x="1126998" y="217169"/>
                  </a:lnTo>
                  <a:lnTo>
                    <a:pt x="1126998" y="220217"/>
                  </a:lnTo>
                  <a:lnTo>
                    <a:pt x="2804922" y="220217"/>
                  </a:lnTo>
                  <a:lnTo>
                    <a:pt x="2804922" y="217169"/>
                  </a:lnTo>
                  <a:lnTo>
                    <a:pt x="2805684" y="214883"/>
                  </a:lnTo>
                  <a:lnTo>
                    <a:pt x="2807970" y="214121"/>
                  </a:lnTo>
                  <a:close/>
                </a:path>
                <a:path w="2811145" h="1443989">
                  <a:moveTo>
                    <a:pt x="1126998" y="220217"/>
                  </a:moveTo>
                  <a:lnTo>
                    <a:pt x="1126998" y="217169"/>
                  </a:lnTo>
                  <a:lnTo>
                    <a:pt x="1126236" y="219455"/>
                  </a:lnTo>
                  <a:lnTo>
                    <a:pt x="1123950" y="220217"/>
                  </a:lnTo>
                  <a:lnTo>
                    <a:pt x="1126998" y="220217"/>
                  </a:lnTo>
                  <a:close/>
                </a:path>
                <a:path w="2811145" h="1443989">
                  <a:moveTo>
                    <a:pt x="2811018" y="1440941"/>
                  </a:moveTo>
                  <a:lnTo>
                    <a:pt x="2811018" y="217169"/>
                  </a:lnTo>
                  <a:lnTo>
                    <a:pt x="2810256" y="214883"/>
                  </a:lnTo>
                  <a:lnTo>
                    <a:pt x="2807970" y="214121"/>
                  </a:lnTo>
                  <a:lnTo>
                    <a:pt x="2805684" y="214883"/>
                  </a:lnTo>
                  <a:lnTo>
                    <a:pt x="2804922" y="217169"/>
                  </a:lnTo>
                  <a:lnTo>
                    <a:pt x="2807970" y="220217"/>
                  </a:lnTo>
                  <a:lnTo>
                    <a:pt x="2807970" y="1437893"/>
                  </a:lnTo>
                  <a:lnTo>
                    <a:pt x="2810256" y="1438655"/>
                  </a:lnTo>
                  <a:lnTo>
                    <a:pt x="2811018" y="1440941"/>
                  </a:lnTo>
                  <a:close/>
                </a:path>
                <a:path w="2811145" h="1443989">
                  <a:moveTo>
                    <a:pt x="2807970" y="220217"/>
                  </a:moveTo>
                  <a:lnTo>
                    <a:pt x="2804922" y="217169"/>
                  </a:lnTo>
                  <a:lnTo>
                    <a:pt x="2804922" y="220217"/>
                  </a:lnTo>
                  <a:lnTo>
                    <a:pt x="2807970" y="220217"/>
                  </a:lnTo>
                  <a:close/>
                </a:path>
                <a:path w="2811145" h="1443989">
                  <a:moveTo>
                    <a:pt x="2807970" y="1437893"/>
                  </a:moveTo>
                  <a:lnTo>
                    <a:pt x="2807970" y="220217"/>
                  </a:lnTo>
                  <a:lnTo>
                    <a:pt x="2804922" y="220217"/>
                  </a:lnTo>
                  <a:lnTo>
                    <a:pt x="2804922" y="1437893"/>
                  </a:lnTo>
                  <a:lnTo>
                    <a:pt x="2807970" y="1437893"/>
                  </a:lnTo>
                  <a:close/>
                </a:path>
                <a:path w="2811145" h="1443989">
                  <a:moveTo>
                    <a:pt x="2807970" y="1443989"/>
                  </a:moveTo>
                  <a:lnTo>
                    <a:pt x="2805684" y="1443227"/>
                  </a:lnTo>
                  <a:lnTo>
                    <a:pt x="2804922" y="1440941"/>
                  </a:lnTo>
                  <a:lnTo>
                    <a:pt x="2804922" y="1443989"/>
                  </a:lnTo>
                  <a:lnTo>
                    <a:pt x="2807970" y="14439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191005" y="4848605"/>
            <a:ext cx="2805430" cy="12242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558165">
              <a:lnSpc>
                <a:spcPts val="2195"/>
              </a:lnSpc>
            </a:pPr>
            <a:r>
              <a:rPr dirty="0" sz="1900">
                <a:latin typeface="Arial MT"/>
                <a:cs typeface="Arial MT"/>
              </a:rPr>
              <a:t>«modelLibrary»</a:t>
            </a:r>
            <a:endParaRPr sz="1900">
              <a:latin typeface="Arial MT"/>
              <a:cs typeface="Arial MT"/>
            </a:endParaRPr>
          </a:p>
          <a:p>
            <a:pPr marL="591820">
              <a:lnSpc>
                <a:spcPts val="2195"/>
              </a:lnSpc>
            </a:pPr>
            <a:r>
              <a:rPr dirty="0" sz="1900" b="1">
                <a:latin typeface="Arial"/>
                <a:cs typeface="Arial"/>
              </a:rPr>
              <a:t>SI</a:t>
            </a:r>
            <a:r>
              <a:rPr dirty="0" sz="1900" spc="-60" b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Definitions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45108" y="2405633"/>
            <a:ext cx="2960370" cy="3122295"/>
            <a:chOff x="1245108" y="2405633"/>
            <a:chExt cx="2960370" cy="312229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92880" y="5391911"/>
              <a:ext cx="212598" cy="13563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45362" y="2619755"/>
              <a:ext cx="2691130" cy="1038225"/>
            </a:xfrm>
            <a:custGeom>
              <a:avLst/>
              <a:gdLst/>
              <a:ahLst/>
              <a:cxnLst/>
              <a:rect l="l" t="t" r="r" b="b"/>
              <a:pathLst>
                <a:path w="2691129" h="1038225">
                  <a:moveTo>
                    <a:pt x="2691130" y="1033272"/>
                  </a:moveTo>
                  <a:lnTo>
                    <a:pt x="2690355" y="1033272"/>
                  </a:lnTo>
                  <a:lnTo>
                    <a:pt x="2690355" y="3048"/>
                  </a:lnTo>
                  <a:lnTo>
                    <a:pt x="2689593" y="762"/>
                  </a:lnTo>
                  <a:lnTo>
                    <a:pt x="2687307" y="0"/>
                  </a:lnTo>
                  <a:lnTo>
                    <a:pt x="2685021" y="762"/>
                  </a:lnTo>
                  <a:lnTo>
                    <a:pt x="2684259" y="3048"/>
                  </a:lnTo>
                  <a:lnTo>
                    <a:pt x="2684259" y="1033272"/>
                  </a:lnTo>
                  <a:lnTo>
                    <a:pt x="2540" y="1033272"/>
                  </a:lnTo>
                  <a:lnTo>
                    <a:pt x="2540" y="1030732"/>
                  </a:lnTo>
                  <a:lnTo>
                    <a:pt x="0" y="1030732"/>
                  </a:lnTo>
                  <a:lnTo>
                    <a:pt x="0" y="1035812"/>
                  </a:lnTo>
                  <a:lnTo>
                    <a:pt x="2540" y="1035812"/>
                  </a:lnTo>
                  <a:lnTo>
                    <a:pt x="2540" y="1036320"/>
                  </a:lnTo>
                  <a:lnTo>
                    <a:pt x="2684259" y="1036320"/>
                  </a:lnTo>
                  <a:lnTo>
                    <a:pt x="2684259" y="1037844"/>
                  </a:lnTo>
                  <a:lnTo>
                    <a:pt x="2690355" y="1037844"/>
                  </a:lnTo>
                  <a:lnTo>
                    <a:pt x="2690355" y="1036320"/>
                  </a:lnTo>
                  <a:lnTo>
                    <a:pt x="2691130" y="1036320"/>
                  </a:lnTo>
                  <a:lnTo>
                    <a:pt x="2691130" y="1033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48156" y="2408681"/>
              <a:ext cx="1074420" cy="214629"/>
            </a:xfrm>
            <a:custGeom>
              <a:avLst/>
              <a:gdLst/>
              <a:ahLst/>
              <a:cxnLst/>
              <a:rect l="l" t="t" r="r" b="b"/>
              <a:pathLst>
                <a:path w="1074420" h="214630">
                  <a:moveTo>
                    <a:pt x="1074419" y="214121"/>
                  </a:moveTo>
                  <a:lnTo>
                    <a:pt x="1074419" y="0"/>
                  </a:lnTo>
                  <a:lnTo>
                    <a:pt x="0" y="0"/>
                  </a:lnTo>
                  <a:lnTo>
                    <a:pt x="0" y="214121"/>
                  </a:lnTo>
                  <a:lnTo>
                    <a:pt x="1074419" y="214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245108" y="2405633"/>
              <a:ext cx="2691130" cy="1250950"/>
            </a:xfrm>
            <a:custGeom>
              <a:avLst/>
              <a:gdLst/>
              <a:ahLst/>
              <a:cxnLst/>
              <a:rect l="l" t="t" r="r" b="b"/>
              <a:pathLst>
                <a:path w="2691129" h="1250950">
                  <a:moveTo>
                    <a:pt x="1081278" y="214121"/>
                  </a:moveTo>
                  <a:lnTo>
                    <a:pt x="1081278" y="3047"/>
                  </a:lnTo>
                  <a:lnTo>
                    <a:pt x="1079754" y="761"/>
                  </a:lnTo>
                  <a:lnTo>
                    <a:pt x="1077467" y="0"/>
                  </a:lnTo>
                  <a:lnTo>
                    <a:pt x="3048" y="0"/>
                  </a:lnTo>
                  <a:lnTo>
                    <a:pt x="762" y="761"/>
                  </a:lnTo>
                  <a:lnTo>
                    <a:pt x="0" y="3047"/>
                  </a:lnTo>
                  <a:lnTo>
                    <a:pt x="0" y="217169"/>
                  </a:lnTo>
                  <a:lnTo>
                    <a:pt x="762" y="214883"/>
                  </a:lnTo>
                  <a:lnTo>
                    <a:pt x="3048" y="214121"/>
                  </a:lnTo>
                  <a:lnTo>
                    <a:pt x="3048" y="6095"/>
                  </a:lnTo>
                  <a:lnTo>
                    <a:pt x="6095" y="3048"/>
                  </a:lnTo>
                  <a:lnTo>
                    <a:pt x="6095" y="6095"/>
                  </a:lnTo>
                  <a:lnTo>
                    <a:pt x="1074420" y="6095"/>
                  </a:lnTo>
                  <a:lnTo>
                    <a:pt x="1074420" y="3047"/>
                  </a:lnTo>
                  <a:lnTo>
                    <a:pt x="1077467" y="6095"/>
                  </a:lnTo>
                  <a:lnTo>
                    <a:pt x="1077467" y="214121"/>
                  </a:lnTo>
                  <a:lnTo>
                    <a:pt x="1081278" y="214121"/>
                  </a:lnTo>
                  <a:close/>
                </a:path>
                <a:path w="2691129" h="1250950">
                  <a:moveTo>
                    <a:pt x="1077467" y="214122"/>
                  </a:moveTo>
                  <a:lnTo>
                    <a:pt x="3048" y="214121"/>
                  </a:lnTo>
                  <a:lnTo>
                    <a:pt x="762" y="214883"/>
                  </a:lnTo>
                  <a:lnTo>
                    <a:pt x="0" y="217169"/>
                  </a:lnTo>
                  <a:lnTo>
                    <a:pt x="762" y="219455"/>
                  </a:lnTo>
                  <a:lnTo>
                    <a:pt x="3048" y="220217"/>
                  </a:lnTo>
                  <a:lnTo>
                    <a:pt x="6095" y="217170"/>
                  </a:lnTo>
                  <a:lnTo>
                    <a:pt x="6095" y="220217"/>
                  </a:lnTo>
                  <a:lnTo>
                    <a:pt x="1074420" y="220217"/>
                  </a:lnTo>
                  <a:lnTo>
                    <a:pt x="1074420" y="217169"/>
                  </a:lnTo>
                  <a:lnTo>
                    <a:pt x="1077467" y="214122"/>
                  </a:lnTo>
                  <a:close/>
                </a:path>
                <a:path w="2691129" h="1250950">
                  <a:moveTo>
                    <a:pt x="6095" y="1244345"/>
                  </a:moveTo>
                  <a:lnTo>
                    <a:pt x="6095" y="220217"/>
                  </a:lnTo>
                  <a:lnTo>
                    <a:pt x="3048" y="220217"/>
                  </a:lnTo>
                  <a:lnTo>
                    <a:pt x="762" y="219455"/>
                  </a:lnTo>
                  <a:lnTo>
                    <a:pt x="0" y="217169"/>
                  </a:lnTo>
                  <a:lnTo>
                    <a:pt x="0" y="1247393"/>
                  </a:lnTo>
                  <a:lnTo>
                    <a:pt x="762" y="1249679"/>
                  </a:lnTo>
                  <a:lnTo>
                    <a:pt x="3048" y="1250441"/>
                  </a:lnTo>
                  <a:lnTo>
                    <a:pt x="3048" y="1244345"/>
                  </a:lnTo>
                  <a:lnTo>
                    <a:pt x="6095" y="1244345"/>
                  </a:lnTo>
                  <a:close/>
                </a:path>
                <a:path w="2691129" h="1250950">
                  <a:moveTo>
                    <a:pt x="6095" y="6095"/>
                  </a:moveTo>
                  <a:lnTo>
                    <a:pt x="6095" y="3048"/>
                  </a:lnTo>
                  <a:lnTo>
                    <a:pt x="3048" y="6095"/>
                  </a:lnTo>
                  <a:lnTo>
                    <a:pt x="6095" y="6095"/>
                  </a:lnTo>
                  <a:close/>
                </a:path>
                <a:path w="2691129" h="1250950">
                  <a:moveTo>
                    <a:pt x="6095" y="214121"/>
                  </a:moveTo>
                  <a:lnTo>
                    <a:pt x="6095" y="6095"/>
                  </a:lnTo>
                  <a:lnTo>
                    <a:pt x="3048" y="6095"/>
                  </a:lnTo>
                  <a:lnTo>
                    <a:pt x="3048" y="214121"/>
                  </a:lnTo>
                  <a:lnTo>
                    <a:pt x="6095" y="214121"/>
                  </a:lnTo>
                  <a:close/>
                </a:path>
                <a:path w="2691129" h="1250950">
                  <a:moveTo>
                    <a:pt x="6095" y="217170"/>
                  </a:moveTo>
                  <a:lnTo>
                    <a:pt x="3048" y="220217"/>
                  </a:lnTo>
                  <a:lnTo>
                    <a:pt x="5333" y="219455"/>
                  </a:lnTo>
                  <a:lnTo>
                    <a:pt x="6095" y="217170"/>
                  </a:lnTo>
                  <a:close/>
                </a:path>
                <a:path w="2691129" h="1250950">
                  <a:moveTo>
                    <a:pt x="6095" y="220217"/>
                  </a:moveTo>
                  <a:lnTo>
                    <a:pt x="6095" y="217170"/>
                  </a:lnTo>
                  <a:lnTo>
                    <a:pt x="5333" y="219455"/>
                  </a:lnTo>
                  <a:lnTo>
                    <a:pt x="3048" y="220217"/>
                  </a:lnTo>
                  <a:lnTo>
                    <a:pt x="6095" y="220217"/>
                  </a:lnTo>
                  <a:close/>
                </a:path>
                <a:path w="2691129" h="1250950">
                  <a:moveTo>
                    <a:pt x="2690622" y="1247393"/>
                  </a:moveTo>
                  <a:lnTo>
                    <a:pt x="2689860" y="1245107"/>
                  </a:lnTo>
                  <a:lnTo>
                    <a:pt x="2687574" y="1244345"/>
                  </a:lnTo>
                  <a:lnTo>
                    <a:pt x="3048" y="1244345"/>
                  </a:lnTo>
                  <a:lnTo>
                    <a:pt x="6095" y="1247393"/>
                  </a:lnTo>
                  <a:lnTo>
                    <a:pt x="6095" y="1250441"/>
                  </a:lnTo>
                  <a:lnTo>
                    <a:pt x="2684526" y="1250441"/>
                  </a:lnTo>
                  <a:lnTo>
                    <a:pt x="2684526" y="1247393"/>
                  </a:lnTo>
                  <a:lnTo>
                    <a:pt x="2685288" y="1249679"/>
                  </a:lnTo>
                  <a:lnTo>
                    <a:pt x="2687574" y="1250441"/>
                  </a:lnTo>
                  <a:lnTo>
                    <a:pt x="2689860" y="1249679"/>
                  </a:lnTo>
                  <a:lnTo>
                    <a:pt x="2690622" y="1247393"/>
                  </a:lnTo>
                  <a:close/>
                </a:path>
                <a:path w="2691129" h="1250950">
                  <a:moveTo>
                    <a:pt x="6095" y="1250441"/>
                  </a:moveTo>
                  <a:lnTo>
                    <a:pt x="6095" y="1247393"/>
                  </a:lnTo>
                  <a:lnTo>
                    <a:pt x="3048" y="1244345"/>
                  </a:lnTo>
                  <a:lnTo>
                    <a:pt x="3048" y="1250441"/>
                  </a:lnTo>
                  <a:lnTo>
                    <a:pt x="6095" y="1250441"/>
                  </a:lnTo>
                  <a:close/>
                </a:path>
                <a:path w="2691129" h="1250950">
                  <a:moveTo>
                    <a:pt x="1077467" y="6095"/>
                  </a:moveTo>
                  <a:lnTo>
                    <a:pt x="1074420" y="3047"/>
                  </a:lnTo>
                  <a:lnTo>
                    <a:pt x="1074420" y="6095"/>
                  </a:lnTo>
                  <a:lnTo>
                    <a:pt x="1077467" y="6095"/>
                  </a:lnTo>
                  <a:close/>
                </a:path>
                <a:path w="2691129" h="1250950">
                  <a:moveTo>
                    <a:pt x="1077467" y="214121"/>
                  </a:moveTo>
                  <a:lnTo>
                    <a:pt x="1077467" y="6095"/>
                  </a:lnTo>
                  <a:lnTo>
                    <a:pt x="1074420" y="6095"/>
                  </a:lnTo>
                  <a:lnTo>
                    <a:pt x="1074420" y="214121"/>
                  </a:lnTo>
                  <a:lnTo>
                    <a:pt x="1077467" y="214121"/>
                  </a:lnTo>
                  <a:close/>
                </a:path>
                <a:path w="2691129" h="1250950">
                  <a:moveTo>
                    <a:pt x="2687574" y="214121"/>
                  </a:moveTo>
                  <a:lnTo>
                    <a:pt x="1077467" y="214122"/>
                  </a:lnTo>
                  <a:lnTo>
                    <a:pt x="1074420" y="217169"/>
                  </a:lnTo>
                  <a:lnTo>
                    <a:pt x="1074420" y="220217"/>
                  </a:lnTo>
                  <a:lnTo>
                    <a:pt x="1077467" y="220217"/>
                  </a:lnTo>
                  <a:lnTo>
                    <a:pt x="1079754" y="219455"/>
                  </a:lnTo>
                  <a:lnTo>
                    <a:pt x="1081278" y="217169"/>
                  </a:lnTo>
                  <a:lnTo>
                    <a:pt x="1081277" y="220217"/>
                  </a:lnTo>
                  <a:lnTo>
                    <a:pt x="2684526" y="220217"/>
                  </a:lnTo>
                  <a:lnTo>
                    <a:pt x="2684526" y="217169"/>
                  </a:lnTo>
                  <a:lnTo>
                    <a:pt x="2685288" y="214883"/>
                  </a:lnTo>
                  <a:lnTo>
                    <a:pt x="2687574" y="214121"/>
                  </a:lnTo>
                  <a:close/>
                </a:path>
                <a:path w="2691129" h="1250950">
                  <a:moveTo>
                    <a:pt x="1081277" y="220217"/>
                  </a:moveTo>
                  <a:lnTo>
                    <a:pt x="1081278" y="217169"/>
                  </a:lnTo>
                  <a:lnTo>
                    <a:pt x="1079754" y="219455"/>
                  </a:lnTo>
                  <a:lnTo>
                    <a:pt x="1077467" y="220217"/>
                  </a:lnTo>
                  <a:lnTo>
                    <a:pt x="1081277" y="220217"/>
                  </a:lnTo>
                  <a:close/>
                </a:path>
                <a:path w="2691129" h="1250950">
                  <a:moveTo>
                    <a:pt x="2690622" y="1247393"/>
                  </a:moveTo>
                  <a:lnTo>
                    <a:pt x="2690622" y="217169"/>
                  </a:lnTo>
                  <a:lnTo>
                    <a:pt x="2689860" y="214883"/>
                  </a:lnTo>
                  <a:lnTo>
                    <a:pt x="2687574" y="214121"/>
                  </a:lnTo>
                  <a:lnTo>
                    <a:pt x="2685288" y="214883"/>
                  </a:lnTo>
                  <a:lnTo>
                    <a:pt x="2684526" y="217169"/>
                  </a:lnTo>
                  <a:lnTo>
                    <a:pt x="2687574" y="220217"/>
                  </a:lnTo>
                  <a:lnTo>
                    <a:pt x="2687574" y="1244345"/>
                  </a:lnTo>
                  <a:lnTo>
                    <a:pt x="2689860" y="1245107"/>
                  </a:lnTo>
                  <a:lnTo>
                    <a:pt x="2690622" y="1247393"/>
                  </a:lnTo>
                  <a:close/>
                </a:path>
                <a:path w="2691129" h="1250950">
                  <a:moveTo>
                    <a:pt x="2687574" y="220217"/>
                  </a:moveTo>
                  <a:lnTo>
                    <a:pt x="2684526" y="217169"/>
                  </a:lnTo>
                  <a:lnTo>
                    <a:pt x="2684526" y="220217"/>
                  </a:lnTo>
                  <a:lnTo>
                    <a:pt x="2687574" y="220217"/>
                  </a:lnTo>
                  <a:close/>
                </a:path>
                <a:path w="2691129" h="1250950">
                  <a:moveTo>
                    <a:pt x="2687574" y="1244345"/>
                  </a:moveTo>
                  <a:lnTo>
                    <a:pt x="2687574" y="220217"/>
                  </a:lnTo>
                  <a:lnTo>
                    <a:pt x="2684526" y="220217"/>
                  </a:lnTo>
                  <a:lnTo>
                    <a:pt x="2684526" y="1244345"/>
                  </a:lnTo>
                  <a:lnTo>
                    <a:pt x="2687574" y="1244345"/>
                  </a:lnTo>
                  <a:close/>
                </a:path>
                <a:path w="2691129" h="1250950">
                  <a:moveTo>
                    <a:pt x="2687574" y="1250441"/>
                  </a:moveTo>
                  <a:lnTo>
                    <a:pt x="2685288" y="1249679"/>
                  </a:lnTo>
                  <a:lnTo>
                    <a:pt x="2684526" y="1247393"/>
                  </a:lnTo>
                  <a:lnTo>
                    <a:pt x="2684526" y="1250441"/>
                  </a:lnTo>
                  <a:lnTo>
                    <a:pt x="2687574" y="12504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80559" y="5119878"/>
            <a:ext cx="824230" cy="27559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905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50"/>
              </a:spcBef>
            </a:pPr>
            <a:r>
              <a:rPr dirty="0" sz="1600" spc="-5">
                <a:latin typeface="Arial MT"/>
                <a:cs typeface="Arial MT"/>
              </a:rPr>
              <a:t>«import»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48156" y="2622804"/>
            <a:ext cx="2684780" cy="103060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33679" rIns="0" bIns="0" rtlCol="0" vert="horz">
            <a:spAutoFit/>
          </a:bodyPr>
          <a:lstStyle/>
          <a:p>
            <a:pPr algn="ctr" marR="7620">
              <a:lnSpc>
                <a:spcPts val="2065"/>
              </a:lnSpc>
              <a:spcBef>
                <a:spcPts val="1839"/>
              </a:spcBef>
            </a:pPr>
            <a:r>
              <a:rPr dirty="0" sz="1900">
                <a:latin typeface="Arial MT"/>
                <a:cs typeface="Arial MT"/>
              </a:rPr>
              <a:t>«profile»</a:t>
            </a:r>
            <a:endParaRPr sz="1900">
              <a:latin typeface="Arial MT"/>
              <a:cs typeface="Arial MT"/>
            </a:endParaRPr>
          </a:p>
          <a:p>
            <a:pPr algn="ctr" marR="22860">
              <a:lnSpc>
                <a:spcPts val="2065"/>
              </a:lnSpc>
            </a:pPr>
            <a:r>
              <a:rPr dirty="0" sz="1900" spc="-5" b="1">
                <a:latin typeface="Arial"/>
                <a:cs typeface="Arial"/>
              </a:rPr>
              <a:t>SysML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52109" y="4631435"/>
            <a:ext cx="2367915" cy="1445895"/>
            <a:chOff x="5452109" y="4631435"/>
            <a:chExt cx="2367915" cy="1445895"/>
          </a:xfrm>
        </p:grpSpPr>
        <p:sp>
          <p:nvSpPr>
            <p:cNvPr id="22" name="object 22"/>
            <p:cNvSpPr/>
            <p:nvPr/>
          </p:nvSpPr>
          <p:spPr>
            <a:xfrm>
              <a:off x="5452351" y="4845557"/>
              <a:ext cx="2367280" cy="1231900"/>
            </a:xfrm>
            <a:custGeom>
              <a:avLst/>
              <a:gdLst/>
              <a:ahLst/>
              <a:cxnLst/>
              <a:rect l="l" t="t" r="r" b="b"/>
              <a:pathLst>
                <a:path w="2367279" h="1231900">
                  <a:moveTo>
                    <a:pt x="2367280" y="1226820"/>
                  </a:moveTo>
                  <a:lnTo>
                    <a:pt x="2366530" y="1226820"/>
                  </a:lnTo>
                  <a:lnTo>
                    <a:pt x="2366530" y="3048"/>
                  </a:lnTo>
                  <a:lnTo>
                    <a:pt x="2365768" y="762"/>
                  </a:lnTo>
                  <a:lnTo>
                    <a:pt x="2363482" y="0"/>
                  </a:lnTo>
                  <a:lnTo>
                    <a:pt x="2361196" y="762"/>
                  </a:lnTo>
                  <a:lnTo>
                    <a:pt x="2360434" y="3048"/>
                  </a:lnTo>
                  <a:lnTo>
                    <a:pt x="2360434" y="1226820"/>
                  </a:lnTo>
                  <a:lnTo>
                    <a:pt x="2540" y="1226820"/>
                  </a:lnTo>
                  <a:lnTo>
                    <a:pt x="2540" y="1224280"/>
                  </a:lnTo>
                  <a:lnTo>
                    <a:pt x="0" y="1224280"/>
                  </a:lnTo>
                  <a:lnTo>
                    <a:pt x="0" y="1229360"/>
                  </a:lnTo>
                  <a:lnTo>
                    <a:pt x="2540" y="1229360"/>
                  </a:lnTo>
                  <a:lnTo>
                    <a:pt x="2540" y="1229868"/>
                  </a:lnTo>
                  <a:lnTo>
                    <a:pt x="2360434" y="1229868"/>
                  </a:lnTo>
                  <a:lnTo>
                    <a:pt x="2360434" y="1231392"/>
                  </a:lnTo>
                  <a:lnTo>
                    <a:pt x="2366530" y="1231392"/>
                  </a:lnTo>
                  <a:lnTo>
                    <a:pt x="2366530" y="1229868"/>
                  </a:lnTo>
                  <a:lnTo>
                    <a:pt x="2367280" y="1229868"/>
                  </a:lnTo>
                  <a:lnTo>
                    <a:pt x="2367280" y="1226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455157" y="4634483"/>
              <a:ext cx="944244" cy="214629"/>
            </a:xfrm>
            <a:custGeom>
              <a:avLst/>
              <a:gdLst/>
              <a:ahLst/>
              <a:cxnLst/>
              <a:rect l="l" t="t" r="r" b="b"/>
              <a:pathLst>
                <a:path w="944245" h="214629">
                  <a:moveTo>
                    <a:pt x="944118" y="214122"/>
                  </a:moveTo>
                  <a:lnTo>
                    <a:pt x="944118" y="0"/>
                  </a:lnTo>
                  <a:lnTo>
                    <a:pt x="0" y="0"/>
                  </a:lnTo>
                  <a:lnTo>
                    <a:pt x="0" y="214122"/>
                  </a:lnTo>
                  <a:lnTo>
                    <a:pt x="944118" y="2141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452109" y="4631435"/>
              <a:ext cx="2367280" cy="1443990"/>
            </a:xfrm>
            <a:custGeom>
              <a:avLst/>
              <a:gdLst/>
              <a:ahLst/>
              <a:cxnLst/>
              <a:rect l="l" t="t" r="r" b="b"/>
              <a:pathLst>
                <a:path w="2367279" h="1443989">
                  <a:moveTo>
                    <a:pt x="950976" y="214121"/>
                  </a:moveTo>
                  <a:lnTo>
                    <a:pt x="950976" y="3047"/>
                  </a:lnTo>
                  <a:lnTo>
                    <a:pt x="949451" y="761"/>
                  </a:lnTo>
                  <a:lnTo>
                    <a:pt x="947165" y="0"/>
                  </a:lnTo>
                  <a:lnTo>
                    <a:pt x="3048" y="0"/>
                  </a:lnTo>
                  <a:lnTo>
                    <a:pt x="762" y="761"/>
                  </a:lnTo>
                  <a:lnTo>
                    <a:pt x="0" y="3047"/>
                  </a:lnTo>
                  <a:lnTo>
                    <a:pt x="0" y="217169"/>
                  </a:lnTo>
                  <a:lnTo>
                    <a:pt x="762" y="214883"/>
                  </a:lnTo>
                  <a:lnTo>
                    <a:pt x="3048" y="214122"/>
                  </a:lnTo>
                  <a:lnTo>
                    <a:pt x="3048" y="6095"/>
                  </a:lnTo>
                  <a:lnTo>
                    <a:pt x="6095" y="3047"/>
                  </a:lnTo>
                  <a:lnTo>
                    <a:pt x="6095" y="6095"/>
                  </a:lnTo>
                  <a:lnTo>
                    <a:pt x="944117" y="6095"/>
                  </a:lnTo>
                  <a:lnTo>
                    <a:pt x="944117" y="3047"/>
                  </a:lnTo>
                  <a:lnTo>
                    <a:pt x="947165" y="6095"/>
                  </a:lnTo>
                  <a:lnTo>
                    <a:pt x="947165" y="214121"/>
                  </a:lnTo>
                  <a:lnTo>
                    <a:pt x="950976" y="214121"/>
                  </a:lnTo>
                  <a:close/>
                </a:path>
                <a:path w="2367279" h="1443989">
                  <a:moveTo>
                    <a:pt x="947165" y="214122"/>
                  </a:moveTo>
                  <a:lnTo>
                    <a:pt x="3048" y="214122"/>
                  </a:lnTo>
                  <a:lnTo>
                    <a:pt x="762" y="214883"/>
                  </a:lnTo>
                  <a:lnTo>
                    <a:pt x="0" y="217169"/>
                  </a:lnTo>
                  <a:lnTo>
                    <a:pt x="762" y="219455"/>
                  </a:lnTo>
                  <a:lnTo>
                    <a:pt x="3048" y="220217"/>
                  </a:lnTo>
                  <a:lnTo>
                    <a:pt x="6095" y="217169"/>
                  </a:lnTo>
                  <a:lnTo>
                    <a:pt x="6095" y="220217"/>
                  </a:lnTo>
                  <a:lnTo>
                    <a:pt x="944117" y="220217"/>
                  </a:lnTo>
                  <a:lnTo>
                    <a:pt x="944117" y="217169"/>
                  </a:lnTo>
                  <a:lnTo>
                    <a:pt x="947165" y="214122"/>
                  </a:lnTo>
                  <a:close/>
                </a:path>
                <a:path w="2367279" h="1443989">
                  <a:moveTo>
                    <a:pt x="6095" y="1437893"/>
                  </a:moveTo>
                  <a:lnTo>
                    <a:pt x="6095" y="220217"/>
                  </a:lnTo>
                  <a:lnTo>
                    <a:pt x="3048" y="220217"/>
                  </a:lnTo>
                  <a:lnTo>
                    <a:pt x="762" y="219455"/>
                  </a:lnTo>
                  <a:lnTo>
                    <a:pt x="0" y="217169"/>
                  </a:lnTo>
                  <a:lnTo>
                    <a:pt x="0" y="1440942"/>
                  </a:lnTo>
                  <a:lnTo>
                    <a:pt x="762" y="1443227"/>
                  </a:lnTo>
                  <a:lnTo>
                    <a:pt x="3048" y="1443989"/>
                  </a:lnTo>
                  <a:lnTo>
                    <a:pt x="3048" y="1437893"/>
                  </a:lnTo>
                  <a:lnTo>
                    <a:pt x="6095" y="1437893"/>
                  </a:lnTo>
                  <a:close/>
                </a:path>
                <a:path w="2367279" h="1443989">
                  <a:moveTo>
                    <a:pt x="6095" y="6095"/>
                  </a:moveTo>
                  <a:lnTo>
                    <a:pt x="6095" y="3047"/>
                  </a:lnTo>
                  <a:lnTo>
                    <a:pt x="3048" y="6095"/>
                  </a:lnTo>
                  <a:lnTo>
                    <a:pt x="6095" y="6095"/>
                  </a:lnTo>
                  <a:close/>
                </a:path>
                <a:path w="2367279" h="1443989">
                  <a:moveTo>
                    <a:pt x="6095" y="214122"/>
                  </a:moveTo>
                  <a:lnTo>
                    <a:pt x="6095" y="6095"/>
                  </a:lnTo>
                  <a:lnTo>
                    <a:pt x="3048" y="6095"/>
                  </a:lnTo>
                  <a:lnTo>
                    <a:pt x="3048" y="214122"/>
                  </a:lnTo>
                  <a:lnTo>
                    <a:pt x="6095" y="214122"/>
                  </a:lnTo>
                  <a:close/>
                </a:path>
                <a:path w="2367279" h="1443989">
                  <a:moveTo>
                    <a:pt x="6095" y="217169"/>
                  </a:moveTo>
                  <a:lnTo>
                    <a:pt x="3048" y="220217"/>
                  </a:lnTo>
                  <a:lnTo>
                    <a:pt x="5333" y="219455"/>
                  </a:lnTo>
                  <a:lnTo>
                    <a:pt x="6095" y="217169"/>
                  </a:lnTo>
                  <a:close/>
                </a:path>
                <a:path w="2367279" h="1443989">
                  <a:moveTo>
                    <a:pt x="6095" y="220217"/>
                  </a:moveTo>
                  <a:lnTo>
                    <a:pt x="6095" y="217169"/>
                  </a:lnTo>
                  <a:lnTo>
                    <a:pt x="5333" y="219455"/>
                  </a:lnTo>
                  <a:lnTo>
                    <a:pt x="3048" y="220217"/>
                  </a:lnTo>
                  <a:lnTo>
                    <a:pt x="6095" y="220217"/>
                  </a:lnTo>
                  <a:close/>
                </a:path>
                <a:path w="2367279" h="1443989">
                  <a:moveTo>
                    <a:pt x="2366772" y="1440941"/>
                  </a:moveTo>
                  <a:lnTo>
                    <a:pt x="2366010" y="1438655"/>
                  </a:lnTo>
                  <a:lnTo>
                    <a:pt x="2363724" y="1437893"/>
                  </a:lnTo>
                  <a:lnTo>
                    <a:pt x="3048" y="1437893"/>
                  </a:lnTo>
                  <a:lnTo>
                    <a:pt x="6095" y="1440942"/>
                  </a:lnTo>
                  <a:lnTo>
                    <a:pt x="6095" y="1443989"/>
                  </a:lnTo>
                  <a:lnTo>
                    <a:pt x="2360676" y="1443989"/>
                  </a:lnTo>
                  <a:lnTo>
                    <a:pt x="2360676" y="1440941"/>
                  </a:lnTo>
                  <a:lnTo>
                    <a:pt x="2361438" y="1443227"/>
                  </a:lnTo>
                  <a:lnTo>
                    <a:pt x="2363724" y="1443989"/>
                  </a:lnTo>
                  <a:lnTo>
                    <a:pt x="2366010" y="1443227"/>
                  </a:lnTo>
                  <a:lnTo>
                    <a:pt x="2366772" y="1440941"/>
                  </a:lnTo>
                  <a:close/>
                </a:path>
                <a:path w="2367279" h="1443989">
                  <a:moveTo>
                    <a:pt x="6095" y="1443989"/>
                  </a:moveTo>
                  <a:lnTo>
                    <a:pt x="6095" y="1440942"/>
                  </a:lnTo>
                  <a:lnTo>
                    <a:pt x="3048" y="1437893"/>
                  </a:lnTo>
                  <a:lnTo>
                    <a:pt x="3048" y="1443989"/>
                  </a:lnTo>
                  <a:lnTo>
                    <a:pt x="6095" y="1443989"/>
                  </a:lnTo>
                  <a:close/>
                </a:path>
                <a:path w="2367279" h="1443989">
                  <a:moveTo>
                    <a:pt x="947165" y="6095"/>
                  </a:moveTo>
                  <a:lnTo>
                    <a:pt x="944117" y="3047"/>
                  </a:lnTo>
                  <a:lnTo>
                    <a:pt x="944117" y="6095"/>
                  </a:lnTo>
                  <a:lnTo>
                    <a:pt x="947165" y="6095"/>
                  </a:lnTo>
                  <a:close/>
                </a:path>
                <a:path w="2367279" h="1443989">
                  <a:moveTo>
                    <a:pt x="947165" y="214121"/>
                  </a:moveTo>
                  <a:lnTo>
                    <a:pt x="947165" y="6095"/>
                  </a:lnTo>
                  <a:lnTo>
                    <a:pt x="944117" y="6095"/>
                  </a:lnTo>
                  <a:lnTo>
                    <a:pt x="944117" y="214121"/>
                  </a:lnTo>
                  <a:lnTo>
                    <a:pt x="947165" y="214121"/>
                  </a:lnTo>
                  <a:close/>
                </a:path>
                <a:path w="2367279" h="1443989">
                  <a:moveTo>
                    <a:pt x="2363723" y="214121"/>
                  </a:moveTo>
                  <a:lnTo>
                    <a:pt x="947165" y="214122"/>
                  </a:lnTo>
                  <a:lnTo>
                    <a:pt x="944117" y="217169"/>
                  </a:lnTo>
                  <a:lnTo>
                    <a:pt x="944117" y="220217"/>
                  </a:lnTo>
                  <a:lnTo>
                    <a:pt x="947165" y="220217"/>
                  </a:lnTo>
                  <a:lnTo>
                    <a:pt x="949451" y="219455"/>
                  </a:lnTo>
                  <a:lnTo>
                    <a:pt x="950976" y="217169"/>
                  </a:lnTo>
                  <a:lnTo>
                    <a:pt x="950976" y="220217"/>
                  </a:lnTo>
                  <a:lnTo>
                    <a:pt x="2360676" y="220217"/>
                  </a:lnTo>
                  <a:lnTo>
                    <a:pt x="2360676" y="217169"/>
                  </a:lnTo>
                  <a:lnTo>
                    <a:pt x="2361438" y="214883"/>
                  </a:lnTo>
                  <a:lnTo>
                    <a:pt x="2363723" y="214121"/>
                  </a:lnTo>
                  <a:close/>
                </a:path>
                <a:path w="2367279" h="1443989">
                  <a:moveTo>
                    <a:pt x="950976" y="220217"/>
                  </a:moveTo>
                  <a:lnTo>
                    <a:pt x="950976" y="217169"/>
                  </a:lnTo>
                  <a:lnTo>
                    <a:pt x="949451" y="219455"/>
                  </a:lnTo>
                  <a:lnTo>
                    <a:pt x="947165" y="220217"/>
                  </a:lnTo>
                  <a:lnTo>
                    <a:pt x="950976" y="220217"/>
                  </a:lnTo>
                  <a:close/>
                </a:path>
                <a:path w="2367279" h="1443989">
                  <a:moveTo>
                    <a:pt x="2366772" y="1440941"/>
                  </a:moveTo>
                  <a:lnTo>
                    <a:pt x="2366772" y="217169"/>
                  </a:lnTo>
                  <a:lnTo>
                    <a:pt x="2366010" y="214883"/>
                  </a:lnTo>
                  <a:lnTo>
                    <a:pt x="2363723" y="214121"/>
                  </a:lnTo>
                  <a:lnTo>
                    <a:pt x="2361438" y="214883"/>
                  </a:lnTo>
                  <a:lnTo>
                    <a:pt x="2360676" y="217169"/>
                  </a:lnTo>
                  <a:lnTo>
                    <a:pt x="2363723" y="220217"/>
                  </a:lnTo>
                  <a:lnTo>
                    <a:pt x="2363724" y="1437893"/>
                  </a:lnTo>
                  <a:lnTo>
                    <a:pt x="2366010" y="1438655"/>
                  </a:lnTo>
                  <a:lnTo>
                    <a:pt x="2366772" y="1440941"/>
                  </a:lnTo>
                  <a:close/>
                </a:path>
                <a:path w="2367279" h="1443989">
                  <a:moveTo>
                    <a:pt x="2363723" y="220217"/>
                  </a:moveTo>
                  <a:lnTo>
                    <a:pt x="2360676" y="217169"/>
                  </a:lnTo>
                  <a:lnTo>
                    <a:pt x="2360676" y="220217"/>
                  </a:lnTo>
                  <a:lnTo>
                    <a:pt x="2363723" y="220217"/>
                  </a:lnTo>
                  <a:close/>
                </a:path>
                <a:path w="2367279" h="1443989">
                  <a:moveTo>
                    <a:pt x="2363724" y="1437893"/>
                  </a:moveTo>
                  <a:lnTo>
                    <a:pt x="2363723" y="220217"/>
                  </a:lnTo>
                  <a:lnTo>
                    <a:pt x="2360676" y="220217"/>
                  </a:lnTo>
                  <a:lnTo>
                    <a:pt x="2360676" y="1437893"/>
                  </a:lnTo>
                  <a:lnTo>
                    <a:pt x="2363724" y="1437893"/>
                  </a:lnTo>
                  <a:close/>
                </a:path>
                <a:path w="2367279" h="1443989">
                  <a:moveTo>
                    <a:pt x="2363724" y="1443989"/>
                  </a:moveTo>
                  <a:lnTo>
                    <a:pt x="2361438" y="1443227"/>
                  </a:lnTo>
                  <a:lnTo>
                    <a:pt x="2360676" y="1440941"/>
                  </a:lnTo>
                  <a:lnTo>
                    <a:pt x="2360676" y="1443989"/>
                  </a:lnTo>
                  <a:lnTo>
                    <a:pt x="2363724" y="14439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455158" y="4848605"/>
            <a:ext cx="2360930" cy="12242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900">
              <a:latin typeface="Times New Roman"/>
              <a:cs typeface="Times New Roman"/>
            </a:endParaRPr>
          </a:p>
          <a:p>
            <a:pPr marL="486409">
              <a:lnSpc>
                <a:spcPct val="100000"/>
              </a:lnSpc>
              <a:spcBef>
                <a:spcPts val="5"/>
              </a:spcBef>
            </a:pPr>
            <a:r>
              <a:rPr dirty="0" sz="1900" spc="-5" b="1">
                <a:latin typeface="Arial"/>
                <a:cs typeface="Arial"/>
              </a:rPr>
              <a:t>HSUVModel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18410" y="3649979"/>
            <a:ext cx="904875" cy="1028700"/>
            <a:chOff x="2518410" y="3649979"/>
            <a:chExt cx="904875" cy="102870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8410" y="3649979"/>
              <a:ext cx="144017" cy="1996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675381" y="4177283"/>
              <a:ext cx="748030" cy="501650"/>
            </a:xfrm>
            <a:custGeom>
              <a:avLst/>
              <a:gdLst/>
              <a:ahLst/>
              <a:cxnLst/>
              <a:rect l="l" t="t" r="r" b="b"/>
              <a:pathLst>
                <a:path w="748029" h="501650">
                  <a:moveTo>
                    <a:pt x="747521" y="501396"/>
                  </a:moveTo>
                  <a:lnTo>
                    <a:pt x="747521" y="0"/>
                  </a:lnTo>
                  <a:lnTo>
                    <a:pt x="0" y="0"/>
                  </a:lnTo>
                  <a:lnTo>
                    <a:pt x="0" y="501396"/>
                  </a:lnTo>
                  <a:lnTo>
                    <a:pt x="747521" y="501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675382" y="4177284"/>
            <a:ext cx="748030" cy="27241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75"/>
              </a:spcBef>
            </a:pPr>
            <a:r>
              <a:rPr dirty="0" sz="1600" spc="-5">
                <a:latin typeface="Arial MT"/>
                <a:cs typeface="Arial MT"/>
              </a:rPr>
              <a:t>«apply»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75382" y="4449695"/>
            <a:ext cx="74803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800"/>
              </a:lnSpc>
            </a:pPr>
            <a:r>
              <a:rPr dirty="0" sz="1600">
                <a:latin typeface="Arial MT"/>
                <a:cs typeface="Arial MT"/>
              </a:rPr>
              <a:t>{strict}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86227" y="3134105"/>
            <a:ext cx="2863215" cy="2329180"/>
            <a:chOff x="2586227" y="3134105"/>
            <a:chExt cx="2863215" cy="2329180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29633" y="3134105"/>
              <a:ext cx="211074" cy="17602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72293" y="5443727"/>
              <a:ext cx="1477010" cy="19050"/>
            </a:xfrm>
            <a:custGeom>
              <a:avLst/>
              <a:gdLst/>
              <a:ahLst/>
              <a:cxnLst/>
              <a:rect l="l" t="t" r="r" b="b"/>
              <a:pathLst>
                <a:path w="1477010" h="19050">
                  <a:moveTo>
                    <a:pt x="9906" y="19050"/>
                  </a:moveTo>
                  <a:lnTo>
                    <a:pt x="9144" y="9906"/>
                  </a:lnTo>
                  <a:lnTo>
                    <a:pt x="0" y="9906"/>
                  </a:lnTo>
                  <a:lnTo>
                    <a:pt x="0" y="19050"/>
                  </a:lnTo>
                  <a:lnTo>
                    <a:pt x="9906" y="19050"/>
                  </a:lnTo>
                  <a:close/>
                </a:path>
                <a:path w="1477010" h="19050">
                  <a:moveTo>
                    <a:pt x="76200" y="9144"/>
                  </a:moveTo>
                  <a:lnTo>
                    <a:pt x="38100" y="9144"/>
                  </a:lnTo>
                  <a:lnTo>
                    <a:pt x="38100" y="19050"/>
                  </a:lnTo>
                  <a:lnTo>
                    <a:pt x="76200" y="19050"/>
                  </a:lnTo>
                  <a:lnTo>
                    <a:pt x="76200" y="9144"/>
                  </a:lnTo>
                  <a:close/>
                </a:path>
                <a:path w="1477010" h="19050">
                  <a:moveTo>
                    <a:pt x="143256" y="18288"/>
                  </a:moveTo>
                  <a:lnTo>
                    <a:pt x="142494" y="9144"/>
                  </a:lnTo>
                  <a:lnTo>
                    <a:pt x="104394" y="9144"/>
                  </a:lnTo>
                  <a:lnTo>
                    <a:pt x="105156" y="18288"/>
                  </a:lnTo>
                  <a:lnTo>
                    <a:pt x="143256" y="18288"/>
                  </a:lnTo>
                  <a:close/>
                </a:path>
                <a:path w="1477010" h="19050">
                  <a:moveTo>
                    <a:pt x="209550" y="8382"/>
                  </a:moveTo>
                  <a:lnTo>
                    <a:pt x="171450" y="8382"/>
                  </a:lnTo>
                  <a:lnTo>
                    <a:pt x="171450" y="18288"/>
                  </a:lnTo>
                  <a:lnTo>
                    <a:pt x="209550" y="17526"/>
                  </a:lnTo>
                  <a:lnTo>
                    <a:pt x="209550" y="8382"/>
                  </a:lnTo>
                  <a:close/>
                </a:path>
                <a:path w="1477010" h="19050">
                  <a:moveTo>
                    <a:pt x="276606" y="17526"/>
                  </a:moveTo>
                  <a:lnTo>
                    <a:pt x="275844" y="7620"/>
                  </a:lnTo>
                  <a:lnTo>
                    <a:pt x="237744" y="8382"/>
                  </a:lnTo>
                  <a:lnTo>
                    <a:pt x="238506" y="17526"/>
                  </a:lnTo>
                  <a:lnTo>
                    <a:pt x="276606" y="17526"/>
                  </a:lnTo>
                  <a:close/>
                </a:path>
                <a:path w="1477010" h="19050">
                  <a:moveTo>
                    <a:pt x="342900" y="7620"/>
                  </a:moveTo>
                  <a:lnTo>
                    <a:pt x="304800" y="7620"/>
                  </a:lnTo>
                  <a:lnTo>
                    <a:pt x="304800" y="17526"/>
                  </a:lnTo>
                  <a:lnTo>
                    <a:pt x="342900" y="16764"/>
                  </a:lnTo>
                  <a:lnTo>
                    <a:pt x="342900" y="7620"/>
                  </a:lnTo>
                  <a:close/>
                </a:path>
                <a:path w="1477010" h="19050">
                  <a:moveTo>
                    <a:pt x="409956" y="16764"/>
                  </a:moveTo>
                  <a:lnTo>
                    <a:pt x="409194" y="6858"/>
                  </a:lnTo>
                  <a:lnTo>
                    <a:pt x="371094" y="7620"/>
                  </a:lnTo>
                  <a:lnTo>
                    <a:pt x="371856" y="16764"/>
                  </a:lnTo>
                  <a:lnTo>
                    <a:pt x="409956" y="16764"/>
                  </a:lnTo>
                  <a:close/>
                </a:path>
                <a:path w="1477010" h="19050">
                  <a:moveTo>
                    <a:pt x="476250" y="6858"/>
                  </a:moveTo>
                  <a:lnTo>
                    <a:pt x="438150" y="6858"/>
                  </a:lnTo>
                  <a:lnTo>
                    <a:pt x="438150" y="16764"/>
                  </a:lnTo>
                  <a:lnTo>
                    <a:pt x="476250" y="16002"/>
                  </a:lnTo>
                  <a:lnTo>
                    <a:pt x="476250" y="6858"/>
                  </a:lnTo>
                  <a:close/>
                </a:path>
                <a:path w="1477010" h="19050">
                  <a:moveTo>
                    <a:pt x="543306" y="16002"/>
                  </a:moveTo>
                  <a:lnTo>
                    <a:pt x="542544" y="6096"/>
                  </a:lnTo>
                  <a:lnTo>
                    <a:pt x="504444" y="6096"/>
                  </a:lnTo>
                  <a:lnTo>
                    <a:pt x="505206" y="16002"/>
                  </a:lnTo>
                  <a:lnTo>
                    <a:pt x="543306" y="16002"/>
                  </a:lnTo>
                  <a:close/>
                </a:path>
                <a:path w="1477010" h="19050">
                  <a:moveTo>
                    <a:pt x="609600" y="6096"/>
                  </a:moveTo>
                  <a:lnTo>
                    <a:pt x="571500" y="6096"/>
                  </a:lnTo>
                  <a:lnTo>
                    <a:pt x="571500" y="15240"/>
                  </a:lnTo>
                  <a:lnTo>
                    <a:pt x="609600" y="15240"/>
                  </a:lnTo>
                  <a:lnTo>
                    <a:pt x="609600" y="6096"/>
                  </a:lnTo>
                  <a:close/>
                </a:path>
                <a:path w="1477010" h="19050">
                  <a:moveTo>
                    <a:pt x="676656" y="14478"/>
                  </a:moveTo>
                  <a:lnTo>
                    <a:pt x="675894" y="5334"/>
                  </a:lnTo>
                  <a:lnTo>
                    <a:pt x="637794" y="5334"/>
                  </a:lnTo>
                  <a:lnTo>
                    <a:pt x="638556" y="15240"/>
                  </a:lnTo>
                  <a:lnTo>
                    <a:pt x="676656" y="14478"/>
                  </a:lnTo>
                  <a:close/>
                </a:path>
                <a:path w="1477010" h="19050">
                  <a:moveTo>
                    <a:pt x="742950" y="4572"/>
                  </a:moveTo>
                  <a:lnTo>
                    <a:pt x="704850" y="5334"/>
                  </a:lnTo>
                  <a:lnTo>
                    <a:pt x="704850" y="14478"/>
                  </a:lnTo>
                  <a:lnTo>
                    <a:pt x="742950" y="14478"/>
                  </a:lnTo>
                  <a:lnTo>
                    <a:pt x="742950" y="4572"/>
                  </a:lnTo>
                  <a:close/>
                </a:path>
                <a:path w="1477010" h="19050">
                  <a:moveTo>
                    <a:pt x="810006" y="13716"/>
                  </a:moveTo>
                  <a:lnTo>
                    <a:pt x="809244" y="4572"/>
                  </a:lnTo>
                  <a:lnTo>
                    <a:pt x="771144" y="4572"/>
                  </a:lnTo>
                  <a:lnTo>
                    <a:pt x="771906" y="14478"/>
                  </a:lnTo>
                  <a:lnTo>
                    <a:pt x="810006" y="13716"/>
                  </a:lnTo>
                  <a:close/>
                </a:path>
                <a:path w="1477010" h="19050">
                  <a:moveTo>
                    <a:pt x="876300" y="3810"/>
                  </a:moveTo>
                  <a:lnTo>
                    <a:pt x="838200" y="4572"/>
                  </a:lnTo>
                  <a:lnTo>
                    <a:pt x="838200" y="13716"/>
                  </a:lnTo>
                  <a:lnTo>
                    <a:pt x="876300" y="13716"/>
                  </a:lnTo>
                  <a:lnTo>
                    <a:pt x="876300" y="3810"/>
                  </a:lnTo>
                  <a:close/>
                </a:path>
                <a:path w="1477010" h="19050">
                  <a:moveTo>
                    <a:pt x="943356" y="12954"/>
                  </a:moveTo>
                  <a:lnTo>
                    <a:pt x="942594" y="3810"/>
                  </a:lnTo>
                  <a:lnTo>
                    <a:pt x="904494" y="3810"/>
                  </a:lnTo>
                  <a:lnTo>
                    <a:pt x="905256" y="13716"/>
                  </a:lnTo>
                  <a:lnTo>
                    <a:pt x="943356" y="12954"/>
                  </a:lnTo>
                  <a:close/>
                </a:path>
                <a:path w="1477010" h="19050">
                  <a:moveTo>
                    <a:pt x="1009650" y="3048"/>
                  </a:moveTo>
                  <a:lnTo>
                    <a:pt x="971550" y="3048"/>
                  </a:lnTo>
                  <a:lnTo>
                    <a:pt x="971550" y="12954"/>
                  </a:lnTo>
                  <a:lnTo>
                    <a:pt x="1009650" y="12954"/>
                  </a:lnTo>
                  <a:lnTo>
                    <a:pt x="1009650" y="3048"/>
                  </a:lnTo>
                  <a:close/>
                </a:path>
                <a:path w="1477010" h="19050">
                  <a:moveTo>
                    <a:pt x="1076706" y="12192"/>
                  </a:moveTo>
                  <a:lnTo>
                    <a:pt x="1075944" y="3048"/>
                  </a:lnTo>
                  <a:lnTo>
                    <a:pt x="1037844" y="3048"/>
                  </a:lnTo>
                  <a:lnTo>
                    <a:pt x="1038606" y="12192"/>
                  </a:lnTo>
                  <a:lnTo>
                    <a:pt x="1076706" y="12192"/>
                  </a:lnTo>
                  <a:close/>
                </a:path>
                <a:path w="1477010" h="19050">
                  <a:moveTo>
                    <a:pt x="1143000" y="2286"/>
                  </a:moveTo>
                  <a:lnTo>
                    <a:pt x="1104900" y="2286"/>
                  </a:lnTo>
                  <a:lnTo>
                    <a:pt x="1104900" y="12192"/>
                  </a:lnTo>
                  <a:lnTo>
                    <a:pt x="1143000" y="12192"/>
                  </a:lnTo>
                  <a:lnTo>
                    <a:pt x="1143000" y="2286"/>
                  </a:lnTo>
                  <a:close/>
                </a:path>
                <a:path w="1477010" h="19050">
                  <a:moveTo>
                    <a:pt x="1210056" y="11430"/>
                  </a:moveTo>
                  <a:lnTo>
                    <a:pt x="1209294" y="1524"/>
                  </a:lnTo>
                  <a:lnTo>
                    <a:pt x="1171194" y="2286"/>
                  </a:lnTo>
                  <a:lnTo>
                    <a:pt x="1171956" y="11430"/>
                  </a:lnTo>
                  <a:lnTo>
                    <a:pt x="1210056" y="11430"/>
                  </a:lnTo>
                  <a:close/>
                </a:path>
                <a:path w="1477010" h="19050">
                  <a:moveTo>
                    <a:pt x="1276350" y="1524"/>
                  </a:moveTo>
                  <a:lnTo>
                    <a:pt x="1238250" y="1524"/>
                  </a:lnTo>
                  <a:lnTo>
                    <a:pt x="1238250" y="11430"/>
                  </a:lnTo>
                  <a:lnTo>
                    <a:pt x="1276350" y="10668"/>
                  </a:lnTo>
                  <a:lnTo>
                    <a:pt x="1276350" y="1524"/>
                  </a:lnTo>
                  <a:close/>
                </a:path>
                <a:path w="1477010" h="19050">
                  <a:moveTo>
                    <a:pt x="1343406" y="10668"/>
                  </a:moveTo>
                  <a:lnTo>
                    <a:pt x="1342644" y="762"/>
                  </a:lnTo>
                  <a:lnTo>
                    <a:pt x="1304544" y="1524"/>
                  </a:lnTo>
                  <a:lnTo>
                    <a:pt x="1305306" y="10668"/>
                  </a:lnTo>
                  <a:lnTo>
                    <a:pt x="1343406" y="10668"/>
                  </a:lnTo>
                  <a:close/>
                </a:path>
                <a:path w="1477010" h="19050">
                  <a:moveTo>
                    <a:pt x="1409700" y="762"/>
                  </a:moveTo>
                  <a:lnTo>
                    <a:pt x="1371600" y="762"/>
                  </a:lnTo>
                  <a:lnTo>
                    <a:pt x="1371600" y="10668"/>
                  </a:lnTo>
                  <a:lnTo>
                    <a:pt x="1409700" y="9906"/>
                  </a:lnTo>
                  <a:lnTo>
                    <a:pt x="1409700" y="762"/>
                  </a:lnTo>
                  <a:close/>
                </a:path>
                <a:path w="1477010" h="19050">
                  <a:moveTo>
                    <a:pt x="1476756" y="9906"/>
                  </a:moveTo>
                  <a:lnTo>
                    <a:pt x="1475994" y="0"/>
                  </a:lnTo>
                  <a:lnTo>
                    <a:pt x="1437894" y="762"/>
                  </a:lnTo>
                  <a:lnTo>
                    <a:pt x="1438656" y="9906"/>
                  </a:lnTo>
                  <a:lnTo>
                    <a:pt x="1476756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91180" y="3648455"/>
              <a:ext cx="0" cy="1171575"/>
            </a:xfrm>
            <a:custGeom>
              <a:avLst/>
              <a:gdLst/>
              <a:ahLst/>
              <a:cxnLst/>
              <a:rect l="l" t="t" r="r" b="b"/>
              <a:pathLst>
                <a:path w="0" h="1171575">
                  <a:moveTo>
                    <a:pt x="0" y="0"/>
                  </a:moveTo>
                  <a:lnTo>
                    <a:pt x="0" y="1171194"/>
                  </a:lnTo>
                </a:path>
              </a:pathLst>
            </a:custGeom>
            <a:ln w="990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226558" y="3790950"/>
            <a:ext cx="1355725" cy="27559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9370" rIns="0" bIns="0" rtlCol="0" vert="horz">
            <a:spAutoFit/>
          </a:bodyPr>
          <a:lstStyle/>
          <a:p>
            <a:pPr marL="12065">
              <a:lnSpc>
                <a:spcPts val="1850"/>
              </a:lnSpc>
              <a:spcBef>
                <a:spcPts val="310"/>
              </a:spcBef>
            </a:pPr>
            <a:r>
              <a:rPr dirty="0" sz="1600" spc="-5">
                <a:latin typeface="Arial MT"/>
                <a:cs typeface="Arial MT"/>
              </a:rPr>
              <a:t>«apply»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{strict}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922014" y="3130295"/>
            <a:ext cx="2139315" cy="1512570"/>
          </a:xfrm>
          <a:custGeom>
            <a:avLst/>
            <a:gdLst/>
            <a:ahLst/>
            <a:cxnLst/>
            <a:rect l="l" t="t" r="r" b="b"/>
            <a:pathLst>
              <a:path w="2139315" h="1512570">
                <a:moveTo>
                  <a:pt x="2138934" y="1504949"/>
                </a:moveTo>
                <a:lnTo>
                  <a:pt x="2107692" y="1482851"/>
                </a:lnTo>
                <a:lnTo>
                  <a:pt x="2102358" y="1490471"/>
                </a:lnTo>
                <a:lnTo>
                  <a:pt x="2133600" y="1512569"/>
                </a:lnTo>
                <a:lnTo>
                  <a:pt x="2138934" y="1504949"/>
                </a:lnTo>
                <a:close/>
              </a:path>
              <a:path w="2139315" h="1512570">
                <a:moveTo>
                  <a:pt x="2084832" y="1466087"/>
                </a:moveTo>
                <a:lnTo>
                  <a:pt x="2053589" y="1444751"/>
                </a:lnTo>
                <a:lnTo>
                  <a:pt x="2047494" y="1452371"/>
                </a:lnTo>
                <a:lnTo>
                  <a:pt x="2078736" y="1474469"/>
                </a:lnTo>
                <a:lnTo>
                  <a:pt x="2084832" y="1466087"/>
                </a:lnTo>
                <a:close/>
              </a:path>
              <a:path w="2139315" h="1512570">
                <a:moveTo>
                  <a:pt x="2029968" y="1427987"/>
                </a:moveTo>
                <a:lnTo>
                  <a:pt x="1998726" y="1405889"/>
                </a:lnTo>
                <a:lnTo>
                  <a:pt x="1993392" y="1413509"/>
                </a:lnTo>
                <a:lnTo>
                  <a:pt x="2024633" y="1435607"/>
                </a:lnTo>
                <a:lnTo>
                  <a:pt x="2029968" y="1427987"/>
                </a:lnTo>
                <a:close/>
              </a:path>
              <a:path w="2139315" h="1512570">
                <a:moveTo>
                  <a:pt x="1975866" y="1389887"/>
                </a:moveTo>
                <a:lnTo>
                  <a:pt x="1944624" y="1367789"/>
                </a:lnTo>
                <a:lnTo>
                  <a:pt x="1938527" y="1375409"/>
                </a:lnTo>
                <a:lnTo>
                  <a:pt x="1969770" y="1397507"/>
                </a:lnTo>
                <a:lnTo>
                  <a:pt x="1975866" y="1389887"/>
                </a:lnTo>
                <a:close/>
              </a:path>
              <a:path w="2139315" h="1512570">
                <a:moveTo>
                  <a:pt x="1921002" y="1351025"/>
                </a:moveTo>
                <a:lnTo>
                  <a:pt x="1889760" y="1328927"/>
                </a:lnTo>
                <a:lnTo>
                  <a:pt x="1884426" y="1337309"/>
                </a:lnTo>
                <a:lnTo>
                  <a:pt x="1915668" y="1358645"/>
                </a:lnTo>
                <a:lnTo>
                  <a:pt x="1921002" y="1351025"/>
                </a:lnTo>
                <a:close/>
              </a:path>
              <a:path w="2139315" h="1512570">
                <a:moveTo>
                  <a:pt x="1866900" y="1312925"/>
                </a:moveTo>
                <a:lnTo>
                  <a:pt x="1835658" y="1290827"/>
                </a:lnTo>
                <a:lnTo>
                  <a:pt x="1829562" y="1298447"/>
                </a:lnTo>
                <a:lnTo>
                  <a:pt x="1860804" y="1320545"/>
                </a:lnTo>
                <a:lnTo>
                  <a:pt x="1866900" y="1312925"/>
                </a:lnTo>
                <a:close/>
              </a:path>
              <a:path w="2139315" h="1512570">
                <a:moveTo>
                  <a:pt x="1812036" y="1274063"/>
                </a:moveTo>
                <a:lnTo>
                  <a:pt x="1780794" y="1251965"/>
                </a:lnTo>
                <a:lnTo>
                  <a:pt x="1775460" y="1260347"/>
                </a:lnTo>
                <a:lnTo>
                  <a:pt x="1806702" y="1281683"/>
                </a:lnTo>
                <a:lnTo>
                  <a:pt x="1812036" y="1274063"/>
                </a:lnTo>
                <a:close/>
              </a:path>
              <a:path w="2139315" h="1512570">
                <a:moveTo>
                  <a:pt x="1757934" y="1235963"/>
                </a:moveTo>
                <a:lnTo>
                  <a:pt x="1726692" y="1213865"/>
                </a:lnTo>
                <a:lnTo>
                  <a:pt x="1720595" y="1221485"/>
                </a:lnTo>
                <a:lnTo>
                  <a:pt x="1751838" y="1243583"/>
                </a:lnTo>
                <a:lnTo>
                  <a:pt x="1757934" y="1235963"/>
                </a:lnTo>
                <a:close/>
              </a:path>
              <a:path w="2139315" h="1512570">
                <a:moveTo>
                  <a:pt x="1703070" y="1197101"/>
                </a:moveTo>
                <a:lnTo>
                  <a:pt x="1671827" y="1175765"/>
                </a:lnTo>
                <a:lnTo>
                  <a:pt x="1666494" y="1183385"/>
                </a:lnTo>
                <a:lnTo>
                  <a:pt x="1697736" y="1205483"/>
                </a:lnTo>
                <a:lnTo>
                  <a:pt x="1703070" y="1197101"/>
                </a:lnTo>
                <a:close/>
              </a:path>
              <a:path w="2139315" h="1512570">
                <a:moveTo>
                  <a:pt x="1648968" y="1159001"/>
                </a:moveTo>
                <a:lnTo>
                  <a:pt x="1617726" y="1136903"/>
                </a:lnTo>
                <a:lnTo>
                  <a:pt x="1611630" y="1144523"/>
                </a:lnTo>
                <a:lnTo>
                  <a:pt x="1642872" y="1166621"/>
                </a:lnTo>
                <a:lnTo>
                  <a:pt x="1648968" y="1159001"/>
                </a:lnTo>
                <a:close/>
              </a:path>
              <a:path w="2139315" h="1512570">
                <a:moveTo>
                  <a:pt x="1594104" y="1120901"/>
                </a:moveTo>
                <a:lnTo>
                  <a:pt x="1562862" y="1098803"/>
                </a:lnTo>
                <a:lnTo>
                  <a:pt x="1557528" y="1106423"/>
                </a:lnTo>
                <a:lnTo>
                  <a:pt x="1588770" y="1128521"/>
                </a:lnTo>
                <a:lnTo>
                  <a:pt x="1594104" y="1120901"/>
                </a:lnTo>
                <a:close/>
              </a:path>
              <a:path w="2139315" h="1512570">
                <a:moveTo>
                  <a:pt x="1540002" y="1082039"/>
                </a:moveTo>
                <a:lnTo>
                  <a:pt x="1508760" y="1059941"/>
                </a:lnTo>
                <a:lnTo>
                  <a:pt x="1502664" y="1067561"/>
                </a:lnTo>
                <a:lnTo>
                  <a:pt x="1533906" y="1089659"/>
                </a:lnTo>
                <a:lnTo>
                  <a:pt x="1540002" y="1082039"/>
                </a:lnTo>
                <a:close/>
              </a:path>
              <a:path w="2139315" h="1512570">
                <a:moveTo>
                  <a:pt x="1485138" y="1043939"/>
                </a:moveTo>
                <a:lnTo>
                  <a:pt x="1453895" y="1021841"/>
                </a:lnTo>
                <a:lnTo>
                  <a:pt x="1448562" y="1029461"/>
                </a:lnTo>
                <a:lnTo>
                  <a:pt x="1479804" y="1051559"/>
                </a:lnTo>
                <a:lnTo>
                  <a:pt x="1485138" y="1043939"/>
                </a:lnTo>
                <a:close/>
              </a:path>
              <a:path w="2139315" h="1512570">
                <a:moveTo>
                  <a:pt x="1431036" y="1005077"/>
                </a:moveTo>
                <a:lnTo>
                  <a:pt x="1399794" y="982979"/>
                </a:lnTo>
                <a:lnTo>
                  <a:pt x="1393698" y="991361"/>
                </a:lnTo>
                <a:lnTo>
                  <a:pt x="1424940" y="1012697"/>
                </a:lnTo>
                <a:lnTo>
                  <a:pt x="1431036" y="1005077"/>
                </a:lnTo>
                <a:close/>
              </a:path>
              <a:path w="2139315" h="1512570">
                <a:moveTo>
                  <a:pt x="1376172" y="966977"/>
                </a:moveTo>
                <a:lnTo>
                  <a:pt x="1344930" y="944879"/>
                </a:lnTo>
                <a:lnTo>
                  <a:pt x="1339595" y="952499"/>
                </a:lnTo>
                <a:lnTo>
                  <a:pt x="1370838" y="974597"/>
                </a:lnTo>
                <a:lnTo>
                  <a:pt x="1376172" y="966977"/>
                </a:lnTo>
                <a:close/>
              </a:path>
              <a:path w="2139315" h="1512570">
                <a:moveTo>
                  <a:pt x="1322070" y="928115"/>
                </a:moveTo>
                <a:lnTo>
                  <a:pt x="1290828" y="906779"/>
                </a:lnTo>
                <a:lnTo>
                  <a:pt x="1284732" y="914399"/>
                </a:lnTo>
                <a:lnTo>
                  <a:pt x="1315974" y="936497"/>
                </a:lnTo>
                <a:lnTo>
                  <a:pt x="1322070" y="928115"/>
                </a:lnTo>
                <a:close/>
              </a:path>
              <a:path w="2139315" h="1512570">
                <a:moveTo>
                  <a:pt x="1267206" y="890015"/>
                </a:moveTo>
                <a:lnTo>
                  <a:pt x="1235964" y="867917"/>
                </a:lnTo>
                <a:lnTo>
                  <a:pt x="1230630" y="875537"/>
                </a:lnTo>
                <a:lnTo>
                  <a:pt x="1261872" y="897635"/>
                </a:lnTo>
                <a:lnTo>
                  <a:pt x="1267206" y="890015"/>
                </a:lnTo>
                <a:close/>
              </a:path>
              <a:path w="2139315" h="1512570">
                <a:moveTo>
                  <a:pt x="1213104" y="851153"/>
                </a:moveTo>
                <a:lnTo>
                  <a:pt x="1181862" y="829817"/>
                </a:lnTo>
                <a:lnTo>
                  <a:pt x="1175766" y="837437"/>
                </a:lnTo>
                <a:lnTo>
                  <a:pt x="1207008" y="859535"/>
                </a:lnTo>
                <a:lnTo>
                  <a:pt x="1213104" y="851153"/>
                </a:lnTo>
                <a:close/>
              </a:path>
              <a:path w="2139315" h="1512570">
                <a:moveTo>
                  <a:pt x="1158240" y="813053"/>
                </a:moveTo>
                <a:lnTo>
                  <a:pt x="1126998" y="790955"/>
                </a:lnTo>
                <a:lnTo>
                  <a:pt x="1121664" y="798575"/>
                </a:lnTo>
                <a:lnTo>
                  <a:pt x="1152906" y="820673"/>
                </a:lnTo>
                <a:lnTo>
                  <a:pt x="1158240" y="813053"/>
                </a:lnTo>
                <a:close/>
              </a:path>
              <a:path w="2139315" h="1512570">
                <a:moveTo>
                  <a:pt x="1104138" y="774953"/>
                </a:moveTo>
                <a:lnTo>
                  <a:pt x="1072896" y="752855"/>
                </a:lnTo>
                <a:lnTo>
                  <a:pt x="1066800" y="760475"/>
                </a:lnTo>
                <a:lnTo>
                  <a:pt x="1098042" y="782573"/>
                </a:lnTo>
                <a:lnTo>
                  <a:pt x="1104138" y="774953"/>
                </a:lnTo>
                <a:close/>
              </a:path>
              <a:path w="2139315" h="1512570">
                <a:moveTo>
                  <a:pt x="1049274" y="736091"/>
                </a:moveTo>
                <a:lnTo>
                  <a:pt x="1018032" y="713993"/>
                </a:lnTo>
                <a:lnTo>
                  <a:pt x="1012697" y="722375"/>
                </a:lnTo>
                <a:lnTo>
                  <a:pt x="1043940" y="743711"/>
                </a:lnTo>
                <a:lnTo>
                  <a:pt x="1049274" y="736091"/>
                </a:lnTo>
                <a:close/>
              </a:path>
              <a:path w="2139315" h="1512570">
                <a:moveTo>
                  <a:pt x="995172" y="697991"/>
                </a:moveTo>
                <a:lnTo>
                  <a:pt x="963930" y="675893"/>
                </a:lnTo>
                <a:lnTo>
                  <a:pt x="957834" y="683513"/>
                </a:lnTo>
                <a:lnTo>
                  <a:pt x="989076" y="705611"/>
                </a:lnTo>
                <a:lnTo>
                  <a:pt x="995172" y="697991"/>
                </a:lnTo>
                <a:close/>
              </a:path>
              <a:path w="2139315" h="1512570">
                <a:moveTo>
                  <a:pt x="940308" y="659129"/>
                </a:moveTo>
                <a:lnTo>
                  <a:pt x="909066" y="637031"/>
                </a:lnTo>
                <a:lnTo>
                  <a:pt x="903732" y="645413"/>
                </a:lnTo>
                <a:lnTo>
                  <a:pt x="934974" y="667511"/>
                </a:lnTo>
                <a:lnTo>
                  <a:pt x="940308" y="659129"/>
                </a:lnTo>
                <a:close/>
              </a:path>
              <a:path w="2139315" h="1512570">
                <a:moveTo>
                  <a:pt x="886206" y="621029"/>
                </a:moveTo>
                <a:lnTo>
                  <a:pt x="854963" y="598931"/>
                </a:lnTo>
                <a:lnTo>
                  <a:pt x="848868" y="606551"/>
                </a:lnTo>
                <a:lnTo>
                  <a:pt x="880110" y="628649"/>
                </a:lnTo>
                <a:lnTo>
                  <a:pt x="886206" y="621029"/>
                </a:lnTo>
                <a:close/>
              </a:path>
              <a:path w="2139315" h="1512570">
                <a:moveTo>
                  <a:pt x="831341" y="582167"/>
                </a:moveTo>
                <a:lnTo>
                  <a:pt x="800100" y="560831"/>
                </a:lnTo>
                <a:lnTo>
                  <a:pt x="794766" y="568451"/>
                </a:lnTo>
                <a:lnTo>
                  <a:pt x="826008" y="590549"/>
                </a:lnTo>
                <a:lnTo>
                  <a:pt x="831341" y="582167"/>
                </a:lnTo>
                <a:close/>
              </a:path>
              <a:path w="2139315" h="1512570">
                <a:moveTo>
                  <a:pt x="777240" y="544067"/>
                </a:moveTo>
                <a:lnTo>
                  <a:pt x="745997" y="521969"/>
                </a:lnTo>
                <a:lnTo>
                  <a:pt x="739902" y="529589"/>
                </a:lnTo>
                <a:lnTo>
                  <a:pt x="771144" y="551687"/>
                </a:lnTo>
                <a:lnTo>
                  <a:pt x="777240" y="544067"/>
                </a:lnTo>
                <a:close/>
              </a:path>
              <a:path w="2139315" h="1512570">
                <a:moveTo>
                  <a:pt x="722376" y="505967"/>
                </a:moveTo>
                <a:lnTo>
                  <a:pt x="691134" y="483869"/>
                </a:lnTo>
                <a:lnTo>
                  <a:pt x="685800" y="491489"/>
                </a:lnTo>
                <a:lnTo>
                  <a:pt x="717041" y="513587"/>
                </a:lnTo>
                <a:lnTo>
                  <a:pt x="722376" y="505967"/>
                </a:lnTo>
                <a:close/>
              </a:path>
              <a:path w="2139315" h="1512570">
                <a:moveTo>
                  <a:pt x="667512" y="467105"/>
                </a:moveTo>
                <a:lnTo>
                  <a:pt x="637032" y="445007"/>
                </a:lnTo>
                <a:lnTo>
                  <a:pt x="630936" y="453389"/>
                </a:lnTo>
                <a:lnTo>
                  <a:pt x="662178" y="474725"/>
                </a:lnTo>
                <a:lnTo>
                  <a:pt x="667512" y="467105"/>
                </a:lnTo>
                <a:close/>
              </a:path>
              <a:path w="2139315" h="1512570">
                <a:moveTo>
                  <a:pt x="613410" y="429005"/>
                </a:moveTo>
                <a:lnTo>
                  <a:pt x="582168" y="406907"/>
                </a:lnTo>
                <a:lnTo>
                  <a:pt x="576834" y="414527"/>
                </a:lnTo>
                <a:lnTo>
                  <a:pt x="608076" y="436625"/>
                </a:lnTo>
                <a:lnTo>
                  <a:pt x="613410" y="429005"/>
                </a:lnTo>
                <a:close/>
              </a:path>
              <a:path w="2139315" h="1512570">
                <a:moveTo>
                  <a:pt x="558546" y="390143"/>
                </a:moveTo>
                <a:lnTo>
                  <a:pt x="528066" y="368045"/>
                </a:lnTo>
                <a:lnTo>
                  <a:pt x="521969" y="376427"/>
                </a:lnTo>
                <a:lnTo>
                  <a:pt x="553212" y="397763"/>
                </a:lnTo>
                <a:lnTo>
                  <a:pt x="558546" y="390143"/>
                </a:lnTo>
                <a:close/>
              </a:path>
              <a:path w="2139315" h="1512570">
                <a:moveTo>
                  <a:pt x="504444" y="352043"/>
                </a:moveTo>
                <a:lnTo>
                  <a:pt x="473201" y="329945"/>
                </a:lnTo>
                <a:lnTo>
                  <a:pt x="467868" y="337565"/>
                </a:lnTo>
                <a:lnTo>
                  <a:pt x="499110" y="359663"/>
                </a:lnTo>
                <a:lnTo>
                  <a:pt x="504444" y="352043"/>
                </a:lnTo>
                <a:close/>
              </a:path>
              <a:path w="2139315" h="1512570">
                <a:moveTo>
                  <a:pt x="449580" y="313181"/>
                </a:moveTo>
                <a:lnTo>
                  <a:pt x="419100" y="291845"/>
                </a:lnTo>
                <a:lnTo>
                  <a:pt x="413004" y="299465"/>
                </a:lnTo>
                <a:lnTo>
                  <a:pt x="444245" y="321563"/>
                </a:lnTo>
                <a:lnTo>
                  <a:pt x="449580" y="313181"/>
                </a:lnTo>
                <a:close/>
              </a:path>
              <a:path w="2139315" h="1512570">
                <a:moveTo>
                  <a:pt x="395477" y="275081"/>
                </a:moveTo>
                <a:lnTo>
                  <a:pt x="364236" y="252983"/>
                </a:lnTo>
                <a:lnTo>
                  <a:pt x="358901" y="260603"/>
                </a:lnTo>
                <a:lnTo>
                  <a:pt x="390144" y="282701"/>
                </a:lnTo>
                <a:lnTo>
                  <a:pt x="395477" y="275081"/>
                </a:lnTo>
                <a:close/>
              </a:path>
              <a:path w="2139315" h="1512570">
                <a:moveTo>
                  <a:pt x="340613" y="236981"/>
                </a:moveTo>
                <a:lnTo>
                  <a:pt x="310133" y="214883"/>
                </a:lnTo>
                <a:lnTo>
                  <a:pt x="304038" y="222503"/>
                </a:lnTo>
                <a:lnTo>
                  <a:pt x="335280" y="244601"/>
                </a:lnTo>
                <a:lnTo>
                  <a:pt x="340613" y="236981"/>
                </a:lnTo>
                <a:close/>
              </a:path>
              <a:path w="2139315" h="1512570">
                <a:moveTo>
                  <a:pt x="286512" y="198119"/>
                </a:moveTo>
                <a:lnTo>
                  <a:pt x="255269" y="176021"/>
                </a:lnTo>
                <a:lnTo>
                  <a:pt x="249936" y="183641"/>
                </a:lnTo>
                <a:lnTo>
                  <a:pt x="281177" y="205739"/>
                </a:lnTo>
                <a:lnTo>
                  <a:pt x="286512" y="198119"/>
                </a:lnTo>
                <a:close/>
              </a:path>
              <a:path w="2139315" h="1512570">
                <a:moveTo>
                  <a:pt x="231648" y="160019"/>
                </a:moveTo>
                <a:lnTo>
                  <a:pt x="201168" y="137921"/>
                </a:lnTo>
                <a:lnTo>
                  <a:pt x="195072" y="145541"/>
                </a:lnTo>
                <a:lnTo>
                  <a:pt x="226313" y="167639"/>
                </a:lnTo>
                <a:lnTo>
                  <a:pt x="231648" y="160019"/>
                </a:lnTo>
                <a:close/>
              </a:path>
              <a:path w="2139315" h="1512570">
                <a:moveTo>
                  <a:pt x="177545" y="121157"/>
                </a:moveTo>
                <a:lnTo>
                  <a:pt x="146304" y="99059"/>
                </a:lnTo>
                <a:lnTo>
                  <a:pt x="140969" y="107441"/>
                </a:lnTo>
                <a:lnTo>
                  <a:pt x="172212" y="128777"/>
                </a:lnTo>
                <a:lnTo>
                  <a:pt x="177545" y="121157"/>
                </a:lnTo>
                <a:close/>
              </a:path>
              <a:path w="2139315" h="1512570">
                <a:moveTo>
                  <a:pt x="122681" y="83057"/>
                </a:moveTo>
                <a:lnTo>
                  <a:pt x="92201" y="60959"/>
                </a:lnTo>
                <a:lnTo>
                  <a:pt x="86106" y="68579"/>
                </a:lnTo>
                <a:lnTo>
                  <a:pt x="117348" y="90677"/>
                </a:lnTo>
                <a:lnTo>
                  <a:pt x="122681" y="83057"/>
                </a:lnTo>
                <a:close/>
              </a:path>
              <a:path w="2139315" h="1512570">
                <a:moveTo>
                  <a:pt x="68580" y="44195"/>
                </a:moveTo>
                <a:lnTo>
                  <a:pt x="37337" y="22859"/>
                </a:lnTo>
                <a:lnTo>
                  <a:pt x="32004" y="30479"/>
                </a:lnTo>
                <a:lnTo>
                  <a:pt x="63245" y="52577"/>
                </a:lnTo>
                <a:lnTo>
                  <a:pt x="68580" y="44195"/>
                </a:lnTo>
                <a:close/>
              </a:path>
              <a:path w="2139315" h="1512570">
                <a:moveTo>
                  <a:pt x="13716" y="6095"/>
                </a:moveTo>
                <a:lnTo>
                  <a:pt x="5333" y="0"/>
                </a:lnTo>
                <a:lnTo>
                  <a:pt x="0" y="7619"/>
                </a:lnTo>
                <a:lnTo>
                  <a:pt x="8381" y="13715"/>
                </a:lnTo>
                <a:lnTo>
                  <a:pt x="13716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7795">
              <a:lnSpc>
                <a:spcPts val="1650"/>
              </a:lnSpc>
            </a:pPr>
            <a:fld id="{81D60167-4931-47E6-BA6A-407CBD079E47}" type="slidenum">
              <a:rPr dirty="0" spc="-5"/>
              <a:t>56</a:t>
            </a:fld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7240" y="6512868"/>
            <a:ext cx="593090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  <a:tabLst>
                <a:tab pos="1621790" algn="l"/>
              </a:tabLst>
            </a:pPr>
            <a:r>
              <a:rPr dirty="0" sz="1400" spc="-10">
                <a:latin typeface="Arial MT"/>
                <a:cs typeface="Arial MT"/>
              </a:rPr>
              <a:t>4/15/2008	</a:t>
            </a: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4359" y="6483350"/>
            <a:ext cx="2235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72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6354" y="1381505"/>
            <a:ext cx="7446009" cy="5321300"/>
            <a:chOff x="546354" y="1381505"/>
            <a:chExt cx="7446009" cy="5321300"/>
          </a:xfrm>
        </p:grpSpPr>
        <p:sp>
          <p:nvSpPr>
            <p:cNvPr id="6" name="object 6"/>
            <p:cNvSpPr/>
            <p:nvPr/>
          </p:nvSpPr>
          <p:spPr>
            <a:xfrm>
              <a:off x="546354" y="6485382"/>
              <a:ext cx="7258050" cy="217170"/>
            </a:xfrm>
            <a:custGeom>
              <a:avLst/>
              <a:gdLst/>
              <a:ahLst/>
              <a:cxnLst/>
              <a:rect l="l" t="t" r="r" b="b"/>
              <a:pathLst>
                <a:path w="7258050" h="217170">
                  <a:moveTo>
                    <a:pt x="7258050" y="0"/>
                  </a:moveTo>
                  <a:lnTo>
                    <a:pt x="0" y="0"/>
                  </a:lnTo>
                  <a:lnTo>
                    <a:pt x="0" y="217170"/>
                  </a:lnTo>
                  <a:lnTo>
                    <a:pt x="4572" y="217170"/>
                  </a:lnTo>
                  <a:lnTo>
                    <a:pt x="9893" y="217170"/>
                  </a:lnTo>
                  <a:lnTo>
                    <a:pt x="7248906" y="217170"/>
                  </a:lnTo>
                  <a:lnTo>
                    <a:pt x="7253478" y="217170"/>
                  </a:lnTo>
                  <a:lnTo>
                    <a:pt x="7258050" y="217170"/>
                  </a:lnTo>
                  <a:lnTo>
                    <a:pt x="7258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351" y="3761232"/>
              <a:ext cx="3229355" cy="22570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1351" y="3761232"/>
              <a:ext cx="3229355" cy="2762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8007" y="1828800"/>
              <a:ext cx="1666494" cy="12763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4805" y="1427226"/>
              <a:ext cx="2343150" cy="1828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9377" y="1427226"/>
              <a:ext cx="2338577" cy="21526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1100" y="1705355"/>
              <a:ext cx="2895600" cy="17998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76800" y="1381505"/>
              <a:ext cx="3115055" cy="2171700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059177" y="443738"/>
            <a:ext cx="47186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/>
              <a:t>Cross</a:t>
            </a:r>
            <a:r>
              <a:rPr dirty="0" sz="2400" spc="-35"/>
              <a:t> </a:t>
            </a:r>
            <a:r>
              <a:rPr dirty="0" sz="2400" spc="-5"/>
              <a:t>Connecting Model</a:t>
            </a:r>
            <a:r>
              <a:rPr dirty="0" sz="2400" spc="-10"/>
              <a:t> </a:t>
            </a:r>
            <a:r>
              <a:rPr dirty="0" sz="2400" spc="-5"/>
              <a:t>Elements</a:t>
            </a:r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1694942" y="1092962"/>
            <a:ext cx="590931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30725" algn="l"/>
              </a:tabLst>
            </a:pP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1.</a:t>
            </a:r>
            <a:r>
              <a:rPr dirty="0" sz="2000" spc="-10" b="1">
                <a:solidFill>
                  <a:srgbClr val="00339A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Structure	2.</a:t>
            </a:r>
            <a:r>
              <a:rPr dirty="0" sz="2000" spc="-70" b="1">
                <a:solidFill>
                  <a:srgbClr val="00339A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339A"/>
                </a:solidFill>
                <a:latin typeface="Arial"/>
                <a:cs typeface="Arial"/>
              </a:rPr>
              <a:t>Behavior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0954" y="6426956"/>
            <a:ext cx="199707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3.</a:t>
            </a:r>
            <a:r>
              <a:rPr dirty="0" sz="2000" spc="-60" b="1">
                <a:solidFill>
                  <a:srgbClr val="00339A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339A"/>
                </a:solidFill>
                <a:latin typeface="Arial"/>
                <a:cs typeface="Arial"/>
              </a:rPr>
              <a:t>Requirements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1970" y="6426956"/>
            <a:ext cx="17595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4.</a:t>
            </a:r>
            <a:r>
              <a:rPr dirty="0" sz="2000" spc="-60" b="1">
                <a:solidFill>
                  <a:srgbClr val="00339A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00339A"/>
                </a:solidFill>
                <a:latin typeface="Arial"/>
                <a:cs typeface="Arial"/>
              </a:rPr>
              <a:t>Parametrics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76600" y="1815084"/>
            <a:ext cx="5105400" cy="4711700"/>
            <a:chOff x="3276600" y="1815084"/>
            <a:chExt cx="5105400" cy="4711700"/>
          </a:xfrm>
        </p:grpSpPr>
        <p:sp>
          <p:nvSpPr>
            <p:cNvPr id="19" name="object 19"/>
            <p:cNvSpPr/>
            <p:nvPr/>
          </p:nvSpPr>
          <p:spPr>
            <a:xfrm>
              <a:off x="3276587" y="1815096"/>
              <a:ext cx="3282315" cy="1169670"/>
            </a:xfrm>
            <a:custGeom>
              <a:avLst/>
              <a:gdLst/>
              <a:ahLst/>
              <a:cxnLst/>
              <a:rect l="l" t="t" r="r" b="b"/>
              <a:pathLst>
                <a:path w="3282315" h="1169670">
                  <a:moveTo>
                    <a:pt x="682752" y="700278"/>
                  </a:moveTo>
                  <a:lnTo>
                    <a:pt x="678942" y="695706"/>
                  </a:lnTo>
                  <a:lnTo>
                    <a:pt x="675894" y="691896"/>
                  </a:lnTo>
                  <a:lnTo>
                    <a:pt x="671322" y="684276"/>
                  </a:lnTo>
                  <a:lnTo>
                    <a:pt x="669036" y="677418"/>
                  </a:lnTo>
                  <a:lnTo>
                    <a:pt x="665988" y="669036"/>
                  </a:lnTo>
                  <a:lnTo>
                    <a:pt x="653986" y="629932"/>
                  </a:lnTo>
                  <a:lnTo>
                    <a:pt x="640842" y="610908"/>
                  </a:lnTo>
                  <a:lnTo>
                    <a:pt x="640842" y="684276"/>
                  </a:lnTo>
                  <a:lnTo>
                    <a:pt x="639318" y="688086"/>
                  </a:lnTo>
                  <a:lnTo>
                    <a:pt x="637032" y="691134"/>
                  </a:lnTo>
                  <a:lnTo>
                    <a:pt x="633222" y="695706"/>
                  </a:lnTo>
                  <a:lnTo>
                    <a:pt x="629412" y="698754"/>
                  </a:lnTo>
                  <a:lnTo>
                    <a:pt x="620268" y="701802"/>
                  </a:lnTo>
                  <a:lnTo>
                    <a:pt x="616458" y="701802"/>
                  </a:lnTo>
                  <a:lnTo>
                    <a:pt x="612648" y="699516"/>
                  </a:lnTo>
                  <a:lnTo>
                    <a:pt x="608838" y="697992"/>
                  </a:lnTo>
                  <a:lnTo>
                    <a:pt x="606552" y="694944"/>
                  </a:lnTo>
                  <a:lnTo>
                    <a:pt x="605790" y="691134"/>
                  </a:lnTo>
                  <a:lnTo>
                    <a:pt x="604266" y="687324"/>
                  </a:lnTo>
                  <a:lnTo>
                    <a:pt x="605028" y="684276"/>
                  </a:lnTo>
                  <a:lnTo>
                    <a:pt x="608076" y="680466"/>
                  </a:lnTo>
                  <a:lnTo>
                    <a:pt x="609600" y="678180"/>
                  </a:lnTo>
                  <a:lnTo>
                    <a:pt x="614172" y="675132"/>
                  </a:lnTo>
                  <a:lnTo>
                    <a:pt x="627888" y="667512"/>
                  </a:lnTo>
                  <a:lnTo>
                    <a:pt x="630174" y="665988"/>
                  </a:lnTo>
                  <a:lnTo>
                    <a:pt x="632460" y="664464"/>
                  </a:lnTo>
                  <a:lnTo>
                    <a:pt x="635508" y="662178"/>
                  </a:lnTo>
                  <a:lnTo>
                    <a:pt x="637032" y="667512"/>
                  </a:lnTo>
                  <a:lnTo>
                    <a:pt x="639318" y="673608"/>
                  </a:lnTo>
                  <a:lnTo>
                    <a:pt x="640080" y="678180"/>
                  </a:lnTo>
                  <a:lnTo>
                    <a:pt x="640080" y="680466"/>
                  </a:lnTo>
                  <a:lnTo>
                    <a:pt x="640842" y="684276"/>
                  </a:lnTo>
                  <a:lnTo>
                    <a:pt x="640842" y="610908"/>
                  </a:lnTo>
                  <a:lnTo>
                    <a:pt x="636270" y="609600"/>
                  </a:lnTo>
                  <a:lnTo>
                    <a:pt x="630174" y="608076"/>
                  </a:lnTo>
                  <a:lnTo>
                    <a:pt x="624598" y="607923"/>
                  </a:lnTo>
                  <a:lnTo>
                    <a:pt x="618083" y="608647"/>
                  </a:lnTo>
                  <a:lnTo>
                    <a:pt x="579272" y="623785"/>
                  </a:lnTo>
                  <a:lnTo>
                    <a:pt x="567690" y="655320"/>
                  </a:lnTo>
                  <a:lnTo>
                    <a:pt x="592836" y="651510"/>
                  </a:lnTo>
                  <a:lnTo>
                    <a:pt x="593598" y="646176"/>
                  </a:lnTo>
                  <a:lnTo>
                    <a:pt x="594360" y="642366"/>
                  </a:lnTo>
                  <a:lnTo>
                    <a:pt x="596646" y="640080"/>
                  </a:lnTo>
                  <a:lnTo>
                    <a:pt x="598932" y="637032"/>
                  </a:lnTo>
                  <a:lnTo>
                    <a:pt x="601980" y="634746"/>
                  </a:lnTo>
                  <a:lnTo>
                    <a:pt x="613410" y="630936"/>
                  </a:lnTo>
                  <a:lnTo>
                    <a:pt x="618744" y="630936"/>
                  </a:lnTo>
                  <a:lnTo>
                    <a:pt x="621792" y="632460"/>
                  </a:lnTo>
                  <a:lnTo>
                    <a:pt x="625602" y="633222"/>
                  </a:lnTo>
                  <a:lnTo>
                    <a:pt x="627888" y="637032"/>
                  </a:lnTo>
                  <a:lnTo>
                    <a:pt x="629412" y="641604"/>
                  </a:lnTo>
                  <a:lnTo>
                    <a:pt x="630174" y="644652"/>
                  </a:lnTo>
                  <a:lnTo>
                    <a:pt x="626173" y="647661"/>
                  </a:lnTo>
                  <a:lnTo>
                    <a:pt x="620941" y="651027"/>
                  </a:lnTo>
                  <a:lnTo>
                    <a:pt x="614426" y="654824"/>
                  </a:lnTo>
                  <a:lnTo>
                    <a:pt x="606552" y="659130"/>
                  </a:lnTo>
                  <a:lnTo>
                    <a:pt x="597408" y="663702"/>
                  </a:lnTo>
                  <a:lnTo>
                    <a:pt x="591312" y="668274"/>
                  </a:lnTo>
                  <a:lnTo>
                    <a:pt x="587502" y="672084"/>
                  </a:lnTo>
                  <a:lnTo>
                    <a:pt x="582930" y="675894"/>
                  </a:lnTo>
                  <a:lnTo>
                    <a:pt x="580644" y="680466"/>
                  </a:lnTo>
                  <a:lnTo>
                    <a:pt x="577596" y="691134"/>
                  </a:lnTo>
                  <a:lnTo>
                    <a:pt x="578358" y="697230"/>
                  </a:lnTo>
                  <a:lnTo>
                    <a:pt x="579882" y="702564"/>
                  </a:lnTo>
                  <a:lnTo>
                    <a:pt x="582168" y="710946"/>
                  </a:lnTo>
                  <a:lnTo>
                    <a:pt x="587502" y="717042"/>
                  </a:lnTo>
                  <a:lnTo>
                    <a:pt x="595884" y="720852"/>
                  </a:lnTo>
                  <a:lnTo>
                    <a:pt x="601878" y="722998"/>
                  </a:lnTo>
                  <a:lnTo>
                    <a:pt x="604266" y="723290"/>
                  </a:lnTo>
                  <a:lnTo>
                    <a:pt x="608076" y="723760"/>
                  </a:lnTo>
                  <a:lnTo>
                    <a:pt x="640842" y="710946"/>
                  </a:lnTo>
                  <a:lnTo>
                    <a:pt x="642366" y="709422"/>
                  </a:lnTo>
                  <a:lnTo>
                    <a:pt x="649986" y="698754"/>
                  </a:lnTo>
                  <a:lnTo>
                    <a:pt x="650748" y="699516"/>
                  </a:lnTo>
                  <a:lnTo>
                    <a:pt x="651510" y="701040"/>
                  </a:lnTo>
                  <a:lnTo>
                    <a:pt x="653796" y="704850"/>
                  </a:lnTo>
                  <a:lnTo>
                    <a:pt x="655320" y="707136"/>
                  </a:lnTo>
                  <a:lnTo>
                    <a:pt x="656844" y="708660"/>
                  </a:lnTo>
                  <a:lnTo>
                    <a:pt x="682752" y="700278"/>
                  </a:lnTo>
                  <a:close/>
                </a:path>
                <a:path w="3282315" h="1169670">
                  <a:moveTo>
                    <a:pt x="729234" y="685038"/>
                  </a:moveTo>
                  <a:lnTo>
                    <a:pt x="685800" y="546354"/>
                  </a:lnTo>
                  <a:lnTo>
                    <a:pt x="659130" y="554736"/>
                  </a:lnTo>
                  <a:lnTo>
                    <a:pt x="703326" y="693420"/>
                  </a:lnTo>
                  <a:lnTo>
                    <a:pt x="729234" y="685038"/>
                  </a:lnTo>
                  <a:close/>
                </a:path>
                <a:path w="3282315" h="1169670">
                  <a:moveTo>
                    <a:pt x="783336" y="668274"/>
                  </a:moveTo>
                  <a:lnTo>
                    <a:pt x="739140" y="529590"/>
                  </a:lnTo>
                  <a:lnTo>
                    <a:pt x="712470" y="537972"/>
                  </a:lnTo>
                  <a:lnTo>
                    <a:pt x="756666" y="676656"/>
                  </a:lnTo>
                  <a:lnTo>
                    <a:pt x="783336" y="668274"/>
                  </a:lnTo>
                  <a:close/>
                </a:path>
                <a:path w="3282315" h="1169670">
                  <a:moveTo>
                    <a:pt x="895070" y="599782"/>
                  </a:moveTo>
                  <a:lnTo>
                    <a:pt x="881824" y="558063"/>
                  </a:lnTo>
                  <a:lnTo>
                    <a:pt x="867156" y="545846"/>
                  </a:lnTo>
                  <a:lnTo>
                    <a:pt x="867156" y="600456"/>
                  </a:lnTo>
                  <a:lnTo>
                    <a:pt x="866584" y="606450"/>
                  </a:lnTo>
                  <a:lnTo>
                    <a:pt x="842772" y="627888"/>
                  </a:lnTo>
                  <a:lnTo>
                    <a:pt x="836676" y="627126"/>
                  </a:lnTo>
                  <a:lnTo>
                    <a:pt x="813625" y="595147"/>
                  </a:lnTo>
                  <a:lnTo>
                    <a:pt x="813054" y="588352"/>
                  </a:lnTo>
                  <a:lnTo>
                    <a:pt x="813625" y="582269"/>
                  </a:lnTo>
                  <a:lnTo>
                    <a:pt x="815340" y="576834"/>
                  </a:lnTo>
                  <a:lnTo>
                    <a:pt x="818388" y="570738"/>
                  </a:lnTo>
                  <a:lnTo>
                    <a:pt x="823722" y="566166"/>
                  </a:lnTo>
                  <a:lnTo>
                    <a:pt x="837438" y="561594"/>
                  </a:lnTo>
                  <a:lnTo>
                    <a:pt x="844296" y="562356"/>
                  </a:lnTo>
                  <a:lnTo>
                    <a:pt x="866584" y="593877"/>
                  </a:lnTo>
                  <a:lnTo>
                    <a:pt x="867156" y="600456"/>
                  </a:lnTo>
                  <a:lnTo>
                    <a:pt x="867156" y="545846"/>
                  </a:lnTo>
                  <a:lnTo>
                    <a:pt x="865632" y="544830"/>
                  </a:lnTo>
                  <a:lnTo>
                    <a:pt x="855662" y="540816"/>
                  </a:lnTo>
                  <a:lnTo>
                    <a:pt x="845248" y="539013"/>
                  </a:lnTo>
                  <a:lnTo>
                    <a:pt x="834567" y="539356"/>
                  </a:lnTo>
                  <a:lnTo>
                    <a:pt x="798576" y="557022"/>
                  </a:lnTo>
                  <a:lnTo>
                    <a:pt x="785431" y="595884"/>
                  </a:lnTo>
                  <a:lnTo>
                    <a:pt x="786180" y="602742"/>
                  </a:lnTo>
                  <a:lnTo>
                    <a:pt x="803910" y="637032"/>
                  </a:lnTo>
                  <a:lnTo>
                    <a:pt x="834567" y="649820"/>
                  </a:lnTo>
                  <a:lnTo>
                    <a:pt x="843064" y="649795"/>
                  </a:lnTo>
                  <a:lnTo>
                    <a:pt x="850265" y="648792"/>
                  </a:lnTo>
                  <a:lnTo>
                    <a:pt x="857250" y="646938"/>
                  </a:lnTo>
                  <a:lnTo>
                    <a:pt x="867156" y="642759"/>
                  </a:lnTo>
                  <a:lnTo>
                    <a:pt x="867397" y="642658"/>
                  </a:lnTo>
                  <a:lnTo>
                    <a:pt x="876109" y="636739"/>
                  </a:lnTo>
                  <a:lnTo>
                    <a:pt x="883399" y="629246"/>
                  </a:lnTo>
                  <a:lnTo>
                    <a:pt x="889254" y="620268"/>
                  </a:lnTo>
                  <a:lnTo>
                    <a:pt x="893267" y="610273"/>
                  </a:lnTo>
                  <a:lnTo>
                    <a:pt x="895070" y="599782"/>
                  </a:lnTo>
                  <a:close/>
                </a:path>
                <a:path w="3282315" h="1169670">
                  <a:moveTo>
                    <a:pt x="1007033" y="568591"/>
                  </a:moveTo>
                  <a:lnTo>
                    <a:pt x="1006602" y="559308"/>
                  </a:lnTo>
                  <a:lnTo>
                    <a:pt x="979170" y="563118"/>
                  </a:lnTo>
                  <a:lnTo>
                    <a:pt x="979932" y="570738"/>
                  </a:lnTo>
                  <a:lnTo>
                    <a:pt x="979932" y="576072"/>
                  </a:lnTo>
                  <a:lnTo>
                    <a:pt x="975360" y="583692"/>
                  </a:lnTo>
                  <a:lnTo>
                    <a:pt x="971550" y="586740"/>
                  </a:lnTo>
                  <a:lnTo>
                    <a:pt x="966216" y="588264"/>
                  </a:lnTo>
                  <a:lnTo>
                    <a:pt x="959358" y="590550"/>
                  </a:lnTo>
                  <a:lnTo>
                    <a:pt x="931621" y="555218"/>
                  </a:lnTo>
                  <a:lnTo>
                    <a:pt x="930783" y="548538"/>
                  </a:lnTo>
                  <a:lnTo>
                    <a:pt x="931100" y="542861"/>
                  </a:lnTo>
                  <a:lnTo>
                    <a:pt x="950976" y="524256"/>
                  </a:lnTo>
                  <a:lnTo>
                    <a:pt x="955548" y="524256"/>
                  </a:lnTo>
                  <a:lnTo>
                    <a:pt x="959358" y="525780"/>
                  </a:lnTo>
                  <a:lnTo>
                    <a:pt x="963168" y="528066"/>
                  </a:lnTo>
                  <a:lnTo>
                    <a:pt x="966978" y="531114"/>
                  </a:lnTo>
                  <a:lnTo>
                    <a:pt x="969264" y="535686"/>
                  </a:lnTo>
                  <a:lnTo>
                    <a:pt x="993648" y="522732"/>
                  </a:lnTo>
                  <a:lnTo>
                    <a:pt x="961301" y="502018"/>
                  </a:lnTo>
                  <a:lnTo>
                    <a:pt x="955548" y="501916"/>
                  </a:lnTo>
                  <a:lnTo>
                    <a:pt x="947648" y="502920"/>
                  </a:lnTo>
                  <a:lnTo>
                    <a:pt x="912964" y="521919"/>
                  </a:lnTo>
                  <a:lnTo>
                    <a:pt x="903160" y="550252"/>
                  </a:lnTo>
                  <a:lnTo>
                    <a:pt x="903909" y="561314"/>
                  </a:lnTo>
                  <a:lnTo>
                    <a:pt x="924255" y="602056"/>
                  </a:lnTo>
                  <a:lnTo>
                    <a:pt x="950976" y="613194"/>
                  </a:lnTo>
                  <a:lnTo>
                    <a:pt x="961301" y="612787"/>
                  </a:lnTo>
                  <a:lnTo>
                    <a:pt x="999744" y="591312"/>
                  </a:lnTo>
                  <a:lnTo>
                    <a:pt x="1006030" y="577024"/>
                  </a:lnTo>
                  <a:lnTo>
                    <a:pt x="1007033" y="568591"/>
                  </a:lnTo>
                  <a:close/>
                </a:path>
                <a:path w="3282315" h="1169670">
                  <a:moveTo>
                    <a:pt x="1123950" y="559308"/>
                  </a:moveTo>
                  <a:lnTo>
                    <a:pt x="1120140" y="555498"/>
                  </a:lnTo>
                  <a:lnTo>
                    <a:pt x="1117092" y="551688"/>
                  </a:lnTo>
                  <a:lnTo>
                    <a:pt x="1112520" y="544068"/>
                  </a:lnTo>
                  <a:lnTo>
                    <a:pt x="1110234" y="537210"/>
                  </a:lnTo>
                  <a:lnTo>
                    <a:pt x="1107186" y="528828"/>
                  </a:lnTo>
                  <a:lnTo>
                    <a:pt x="1093470" y="486156"/>
                  </a:lnTo>
                  <a:lnTo>
                    <a:pt x="1081278" y="470268"/>
                  </a:lnTo>
                  <a:lnTo>
                    <a:pt x="1081278" y="537972"/>
                  </a:lnTo>
                  <a:lnTo>
                    <a:pt x="1081278" y="544068"/>
                  </a:lnTo>
                  <a:lnTo>
                    <a:pt x="1079754" y="547878"/>
                  </a:lnTo>
                  <a:lnTo>
                    <a:pt x="1077468" y="550926"/>
                  </a:lnTo>
                  <a:lnTo>
                    <a:pt x="1074420" y="555498"/>
                  </a:lnTo>
                  <a:lnTo>
                    <a:pt x="1069848" y="558546"/>
                  </a:lnTo>
                  <a:lnTo>
                    <a:pt x="1065276" y="560070"/>
                  </a:lnTo>
                  <a:lnTo>
                    <a:pt x="1061466" y="561594"/>
                  </a:lnTo>
                  <a:lnTo>
                    <a:pt x="1056894" y="560832"/>
                  </a:lnTo>
                  <a:lnTo>
                    <a:pt x="1053846" y="559308"/>
                  </a:lnTo>
                  <a:lnTo>
                    <a:pt x="1050036" y="557784"/>
                  </a:lnTo>
                  <a:lnTo>
                    <a:pt x="1047750" y="554736"/>
                  </a:lnTo>
                  <a:lnTo>
                    <a:pt x="1044702" y="547116"/>
                  </a:lnTo>
                  <a:lnTo>
                    <a:pt x="1045464" y="543306"/>
                  </a:lnTo>
                  <a:lnTo>
                    <a:pt x="1048512" y="540258"/>
                  </a:lnTo>
                  <a:lnTo>
                    <a:pt x="1050036" y="537972"/>
                  </a:lnTo>
                  <a:lnTo>
                    <a:pt x="1054608" y="534924"/>
                  </a:lnTo>
                  <a:lnTo>
                    <a:pt x="1061466" y="531114"/>
                  </a:lnTo>
                  <a:lnTo>
                    <a:pt x="1068324" y="526542"/>
                  </a:lnTo>
                  <a:lnTo>
                    <a:pt x="1070610" y="525233"/>
                  </a:lnTo>
                  <a:lnTo>
                    <a:pt x="1073658" y="523494"/>
                  </a:lnTo>
                  <a:lnTo>
                    <a:pt x="1076706" y="521208"/>
                  </a:lnTo>
                  <a:lnTo>
                    <a:pt x="1078230" y="526542"/>
                  </a:lnTo>
                  <a:lnTo>
                    <a:pt x="1079754" y="533400"/>
                  </a:lnTo>
                  <a:lnTo>
                    <a:pt x="1081278" y="537972"/>
                  </a:lnTo>
                  <a:lnTo>
                    <a:pt x="1081278" y="470268"/>
                  </a:lnTo>
                  <a:lnTo>
                    <a:pt x="1077468" y="468630"/>
                  </a:lnTo>
                  <a:lnTo>
                    <a:pt x="1070610" y="467868"/>
                  </a:lnTo>
                  <a:lnTo>
                    <a:pt x="1065047" y="467715"/>
                  </a:lnTo>
                  <a:lnTo>
                    <a:pt x="1058608" y="468439"/>
                  </a:lnTo>
                  <a:lnTo>
                    <a:pt x="1020038" y="483577"/>
                  </a:lnTo>
                  <a:lnTo>
                    <a:pt x="1008126" y="514350"/>
                  </a:lnTo>
                  <a:lnTo>
                    <a:pt x="1034034" y="511302"/>
                  </a:lnTo>
                  <a:lnTo>
                    <a:pt x="1034034" y="505968"/>
                  </a:lnTo>
                  <a:lnTo>
                    <a:pt x="1034796" y="502158"/>
                  </a:lnTo>
                  <a:lnTo>
                    <a:pt x="1037082" y="499110"/>
                  </a:lnTo>
                  <a:lnTo>
                    <a:pt x="1039368" y="496824"/>
                  </a:lnTo>
                  <a:lnTo>
                    <a:pt x="1042416" y="494538"/>
                  </a:lnTo>
                  <a:lnTo>
                    <a:pt x="1047750" y="493014"/>
                  </a:lnTo>
                  <a:lnTo>
                    <a:pt x="1054608" y="490728"/>
                  </a:lnTo>
                  <a:lnTo>
                    <a:pt x="1059180" y="490728"/>
                  </a:lnTo>
                  <a:lnTo>
                    <a:pt x="1062990" y="491490"/>
                  </a:lnTo>
                  <a:lnTo>
                    <a:pt x="1066038" y="493014"/>
                  </a:lnTo>
                  <a:lnTo>
                    <a:pt x="1068324" y="496062"/>
                  </a:lnTo>
                  <a:lnTo>
                    <a:pt x="1069848" y="501396"/>
                  </a:lnTo>
                  <a:lnTo>
                    <a:pt x="1070610" y="504444"/>
                  </a:lnTo>
                  <a:lnTo>
                    <a:pt x="1066927" y="507123"/>
                  </a:lnTo>
                  <a:lnTo>
                    <a:pt x="1061466" y="510641"/>
                  </a:lnTo>
                  <a:lnTo>
                    <a:pt x="1054976" y="514515"/>
                  </a:lnTo>
                  <a:lnTo>
                    <a:pt x="1046988" y="518922"/>
                  </a:lnTo>
                  <a:lnTo>
                    <a:pt x="1038606" y="523494"/>
                  </a:lnTo>
                  <a:lnTo>
                    <a:pt x="1031748" y="528066"/>
                  </a:lnTo>
                  <a:lnTo>
                    <a:pt x="1024128" y="535686"/>
                  </a:lnTo>
                  <a:lnTo>
                    <a:pt x="1021080" y="540258"/>
                  </a:lnTo>
                  <a:lnTo>
                    <a:pt x="1019556" y="545592"/>
                  </a:lnTo>
                  <a:lnTo>
                    <a:pt x="1018794" y="550926"/>
                  </a:lnTo>
                  <a:lnTo>
                    <a:pt x="1018794" y="556260"/>
                  </a:lnTo>
                  <a:lnTo>
                    <a:pt x="1048512" y="583539"/>
                  </a:lnTo>
                  <a:lnTo>
                    <a:pt x="1051331" y="583425"/>
                  </a:lnTo>
                  <a:lnTo>
                    <a:pt x="1056043" y="583107"/>
                  </a:lnTo>
                  <a:lnTo>
                    <a:pt x="1063752" y="581406"/>
                  </a:lnTo>
                  <a:lnTo>
                    <a:pt x="1074420" y="576834"/>
                  </a:lnTo>
                  <a:lnTo>
                    <a:pt x="1081278" y="571119"/>
                  </a:lnTo>
                  <a:lnTo>
                    <a:pt x="1083564" y="569214"/>
                  </a:lnTo>
                  <a:lnTo>
                    <a:pt x="1087374" y="563880"/>
                  </a:lnTo>
                  <a:lnTo>
                    <a:pt x="1090422" y="557784"/>
                  </a:lnTo>
                  <a:lnTo>
                    <a:pt x="1090422" y="558546"/>
                  </a:lnTo>
                  <a:lnTo>
                    <a:pt x="1091184" y="559308"/>
                  </a:lnTo>
                  <a:lnTo>
                    <a:pt x="1091946" y="560832"/>
                  </a:lnTo>
                  <a:lnTo>
                    <a:pt x="1094232" y="563880"/>
                  </a:lnTo>
                  <a:lnTo>
                    <a:pt x="1095756" y="566166"/>
                  </a:lnTo>
                  <a:lnTo>
                    <a:pt x="1097280" y="567690"/>
                  </a:lnTo>
                  <a:lnTo>
                    <a:pt x="1123950" y="559308"/>
                  </a:lnTo>
                  <a:close/>
                </a:path>
                <a:path w="3282315" h="1169670">
                  <a:moveTo>
                    <a:pt x="1191768" y="536448"/>
                  </a:moveTo>
                  <a:lnTo>
                    <a:pt x="1182624" y="515874"/>
                  </a:lnTo>
                  <a:lnTo>
                    <a:pt x="1178814" y="519684"/>
                  </a:lnTo>
                  <a:lnTo>
                    <a:pt x="1175004" y="521208"/>
                  </a:lnTo>
                  <a:lnTo>
                    <a:pt x="1172718" y="521970"/>
                  </a:lnTo>
                  <a:lnTo>
                    <a:pt x="1171194" y="522732"/>
                  </a:lnTo>
                  <a:lnTo>
                    <a:pt x="1169670" y="522732"/>
                  </a:lnTo>
                  <a:lnTo>
                    <a:pt x="1168146" y="521970"/>
                  </a:lnTo>
                  <a:lnTo>
                    <a:pt x="1166622" y="521970"/>
                  </a:lnTo>
                  <a:lnTo>
                    <a:pt x="1165098" y="521208"/>
                  </a:lnTo>
                  <a:lnTo>
                    <a:pt x="1163574" y="518160"/>
                  </a:lnTo>
                  <a:lnTo>
                    <a:pt x="1162050" y="513588"/>
                  </a:lnTo>
                  <a:lnTo>
                    <a:pt x="1159002" y="505206"/>
                  </a:lnTo>
                  <a:lnTo>
                    <a:pt x="1146048" y="464820"/>
                  </a:lnTo>
                  <a:lnTo>
                    <a:pt x="1164336" y="459486"/>
                  </a:lnTo>
                  <a:lnTo>
                    <a:pt x="1157478" y="438150"/>
                  </a:lnTo>
                  <a:lnTo>
                    <a:pt x="1139952" y="443484"/>
                  </a:lnTo>
                  <a:lnTo>
                    <a:pt x="1128522" y="408432"/>
                  </a:lnTo>
                  <a:lnTo>
                    <a:pt x="1106424" y="432054"/>
                  </a:lnTo>
                  <a:lnTo>
                    <a:pt x="1113282" y="452628"/>
                  </a:lnTo>
                  <a:lnTo>
                    <a:pt x="1101090" y="456438"/>
                  </a:lnTo>
                  <a:lnTo>
                    <a:pt x="1107186" y="477774"/>
                  </a:lnTo>
                  <a:lnTo>
                    <a:pt x="1113282" y="475488"/>
                  </a:lnTo>
                  <a:lnTo>
                    <a:pt x="1119378" y="473202"/>
                  </a:lnTo>
                  <a:lnTo>
                    <a:pt x="1136904" y="526542"/>
                  </a:lnTo>
                  <a:lnTo>
                    <a:pt x="1139190" y="532638"/>
                  </a:lnTo>
                  <a:lnTo>
                    <a:pt x="1140714" y="535686"/>
                  </a:lnTo>
                  <a:lnTo>
                    <a:pt x="1142238" y="540258"/>
                  </a:lnTo>
                  <a:lnTo>
                    <a:pt x="1145286" y="543306"/>
                  </a:lnTo>
                  <a:lnTo>
                    <a:pt x="1146048" y="543814"/>
                  </a:lnTo>
                  <a:lnTo>
                    <a:pt x="1147572" y="544830"/>
                  </a:lnTo>
                  <a:lnTo>
                    <a:pt x="1149858" y="547116"/>
                  </a:lnTo>
                  <a:lnTo>
                    <a:pt x="1153668" y="547878"/>
                  </a:lnTo>
                  <a:lnTo>
                    <a:pt x="1157478" y="548513"/>
                  </a:lnTo>
                  <a:lnTo>
                    <a:pt x="1166622" y="548640"/>
                  </a:lnTo>
                  <a:lnTo>
                    <a:pt x="1171956" y="547116"/>
                  </a:lnTo>
                  <a:lnTo>
                    <a:pt x="1179576" y="544068"/>
                  </a:lnTo>
                  <a:lnTo>
                    <a:pt x="1186434" y="541020"/>
                  </a:lnTo>
                  <a:lnTo>
                    <a:pt x="1191768" y="536448"/>
                  </a:lnTo>
                  <a:close/>
                </a:path>
                <a:path w="3282315" h="1169670">
                  <a:moveTo>
                    <a:pt x="1283970" y="477774"/>
                  </a:moveTo>
                  <a:lnTo>
                    <a:pt x="1256538" y="482346"/>
                  </a:lnTo>
                  <a:lnTo>
                    <a:pt x="1256538" y="487680"/>
                  </a:lnTo>
                  <a:lnTo>
                    <a:pt x="1255776" y="492252"/>
                  </a:lnTo>
                  <a:lnTo>
                    <a:pt x="1251204" y="498348"/>
                  </a:lnTo>
                  <a:lnTo>
                    <a:pt x="1248156" y="500634"/>
                  </a:lnTo>
                  <a:lnTo>
                    <a:pt x="1244346" y="502158"/>
                  </a:lnTo>
                  <a:lnTo>
                    <a:pt x="1238250" y="503682"/>
                  </a:lnTo>
                  <a:lnTo>
                    <a:pt x="1232154" y="502920"/>
                  </a:lnTo>
                  <a:lnTo>
                    <a:pt x="1226820" y="499872"/>
                  </a:lnTo>
                  <a:lnTo>
                    <a:pt x="1220724" y="496824"/>
                  </a:lnTo>
                  <a:lnTo>
                    <a:pt x="1216914" y="491490"/>
                  </a:lnTo>
                  <a:lnTo>
                    <a:pt x="1214628" y="483870"/>
                  </a:lnTo>
                  <a:lnTo>
                    <a:pt x="1249680" y="472579"/>
                  </a:lnTo>
                  <a:lnTo>
                    <a:pt x="1280922" y="462534"/>
                  </a:lnTo>
                  <a:lnTo>
                    <a:pt x="1275791" y="448386"/>
                  </a:lnTo>
                  <a:lnTo>
                    <a:pt x="1269593" y="436816"/>
                  </a:lnTo>
                  <a:lnTo>
                    <a:pt x="1262392" y="427812"/>
                  </a:lnTo>
                  <a:lnTo>
                    <a:pt x="1254252" y="421386"/>
                  </a:lnTo>
                  <a:lnTo>
                    <a:pt x="1249680" y="419201"/>
                  </a:lnTo>
                  <a:lnTo>
                    <a:pt x="1249680" y="454914"/>
                  </a:lnTo>
                  <a:lnTo>
                    <a:pt x="1209294" y="467106"/>
                  </a:lnTo>
                  <a:lnTo>
                    <a:pt x="1207008" y="460248"/>
                  </a:lnTo>
                  <a:lnTo>
                    <a:pt x="1207008" y="454152"/>
                  </a:lnTo>
                  <a:lnTo>
                    <a:pt x="1210056" y="448056"/>
                  </a:lnTo>
                  <a:lnTo>
                    <a:pt x="1212342" y="442722"/>
                  </a:lnTo>
                  <a:lnTo>
                    <a:pt x="1216152" y="439674"/>
                  </a:lnTo>
                  <a:lnTo>
                    <a:pt x="1222248" y="437388"/>
                  </a:lnTo>
                  <a:lnTo>
                    <a:pt x="1227582" y="435864"/>
                  </a:lnTo>
                  <a:lnTo>
                    <a:pt x="1232916" y="436626"/>
                  </a:lnTo>
                  <a:lnTo>
                    <a:pt x="1237488" y="438912"/>
                  </a:lnTo>
                  <a:lnTo>
                    <a:pt x="1242822" y="441960"/>
                  </a:lnTo>
                  <a:lnTo>
                    <a:pt x="1246632" y="447294"/>
                  </a:lnTo>
                  <a:lnTo>
                    <a:pt x="1249680" y="454914"/>
                  </a:lnTo>
                  <a:lnTo>
                    <a:pt x="1249680" y="419201"/>
                  </a:lnTo>
                  <a:lnTo>
                    <a:pt x="1244942" y="416928"/>
                  </a:lnTo>
                  <a:lnTo>
                    <a:pt x="1235202" y="414909"/>
                  </a:lnTo>
                  <a:lnTo>
                    <a:pt x="1224902" y="415163"/>
                  </a:lnTo>
                  <a:lnTo>
                    <a:pt x="1190510" y="433641"/>
                  </a:lnTo>
                  <a:lnTo>
                    <a:pt x="1181011" y="462241"/>
                  </a:lnTo>
                  <a:lnTo>
                    <a:pt x="1181925" y="473354"/>
                  </a:lnTo>
                  <a:lnTo>
                    <a:pt x="1199057" y="511213"/>
                  </a:lnTo>
                  <a:lnTo>
                    <a:pt x="1207008" y="518172"/>
                  </a:lnTo>
                  <a:lnTo>
                    <a:pt x="1214628" y="522109"/>
                  </a:lnTo>
                  <a:lnTo>
                    <a:pt x="1215199" y="522389"/>
                  </a:lnTo>
                  <a:lnTo>
                    <a:pt x="1225969" y="524827"/>
                  </a:lnTo>
                  <a:lnTo>
                    <a:pt x="1237742" y="524675"/>
                  </a:lnTo>
                  <a:lnTo>
                    <a:pt x="1275588" y="505206"/>
                  </a:lnTo>
                  <a:lnTo>
                    <a:pt x="1283411" y="485914"/>
                  </a:lnTo>
                  <a:lnTo>
                    <a:pt x="1283970" y="477774"/>
                  </a:lnTo>
                  <a:close/>
                </a:path>
                <a:path w="3282315" h="1169670">
                  <a:moveTo>
                    <a:pt x="1866150" y="28194"/>
                  </a:moveTo>
                  <a:lnTo>
                    <a:pt x="1859292" y="0"/>
                  </a:lnTo>
                  <a:lnTo>
                    <a:pt x="80060" y="437045"/>
                  </a:lnTo>
                  <a:lnTo>
                    <a:pt x="73164" y="409194"/>
                  </a:lnTo>
                  <a:lnTo>
                    <a:pt x="12" y="470916"/>
                  </a:lnTo>
                  <a:lnTo>
                    <a:pt x="66306" y="486003"/>
                  </a:lnTo>
                  <a:lnTo>
                    <a:pt x="93738" y="492252"/>
                  </a:lnTo>
                  <a:lnTo>
                    <a:pt x="86855" y="464502"/>
                  </a:lnTo>
                  <a:lnTo>
                    <a:pt x="1866150" y="28194"/>
                  </a:lnTo>
                  <a:close/>
                </a:path>
                <a:path w="3282315" h="1169670">
                  <a:moveTo>
                    <a:pt x="3281934" y="27419"/>
                  </a:moveTo>
                  <a:lnTo>
                    <a:pt x="3272028" y="749"/>
                  </a:lnTo>
                  <a:lnTo>
                    <a:pt x="76530" y="1115504"/>
                  </a:lnTo>
                  <a:lnTo>
                    <a:pt x="67056" y="1088123"/>
                  </a:lnTo>
                  <a:lnTo>
                    <a:pt x="0" y="1156703"/>
                  </a:lnTo>
                  <a:lnTo>
                    <a:pt x="63246" y="1165313"/>
                  </a:lnTo>
                  <a:lnTo>
                    <a:pt x="95250" y="1169657"/>
                  </a:lnTo>
                  <a:lnTo>
                    <a:pt x="85737" y="1142149"/>
                  </a:lnTo>
                  <a:lnTo>
                    <a:pt x="3281934" y="27419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13732" y="3210306"/>
              <a:ext cx="3668267" cy="331622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146045" y="3532123"/>
            <a:ext cx="66929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3365FF"/>
                </a:solidFill>
                <a:latin typeface="Arial"/>
                <a:cs typeface="Arial"/>
              </a:rPr>
              <a:t>satisfy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044237" y="1828800"/>
            <a:ext cx="6227445" cy="4641850"/>
            <a:chOff x="2044237" y="1828800"/>
            <a:chExt cx="6227445" cy="4641850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29754" y="4013839"/>
              <a:ext cx="3341755" cy="230618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305050" y="5724905"/>
              <a:ext cx="2836545" cy="746125"/>
            </a:xfrm>
            <a:custGeom>
              <a:avLst/>
              <a:gdLst/>
              <a:ahLst/>
              <a:cxnLst/>
              <a:rect l="l" t="t" r="r" b="b"/>
              <a:pathLst>
                <a:path w="2836545" h="746125">
                  <a:moveTo>
                    <a:pt x="1698498" y="523494"/>
                  </a:moveTo>
                  <a:lnTo>
                    <a:pt x="1667256" y="523494"/>
                  </a:lnTo>
                  <a:lnTo>
                    <a:pt x="1630680" y="630936"/>
                  </a:lnTo>
                  <a:lnTo>
                    <a:pt x="1594866" y="522732"/>
                  </a:lnTo>
                  <a:lnTo>
                    <a:pt x="1562862" y="521970"/>
                  </a:lnTo>
                  <a:lnTo>
                    <a:pt x="1613154" y="668274"/>
                  </a:lnTo>
                  <a:lnTo>
                    <a:pt x="1644396" y="669036"/>
                  </a:lnTo>
                  <a:lnTo>
                    <a:pt x="1698498" y="523494"/>
                  </a:lnTo>
                  <a:close/>
                </a:path>
                <a:path w="2836545" h="746125">
                  <a:moveTo>
                    <a:pt x="1790700" y="625602"/>
                  </a:moveTo>
                  <a:lnTo>
                    <a:pt x="1784375" y="587248"/>
                  </a:lnTo>
                  <a:lnTo>
                    <a:pt x="1763268" y="566813"/>
                  </a:lnTo>
                  <a:lnTo>
                    <a:pt x="1763268" y="600456"/>
                  </a:lnTo>
                  <a:lnTo>
                    <a:pt x="1763268" y="608838"/>
                  </a:lnTo>
                  <a:lnTo>
                    <a:pt x="1722120" y="608076"/>
                  </a:lnTo>
                  <a:lnTo>
                    <a:pt x="1722120" y="600456"/>
                  </a:lnTo>
                  <a:lnTo>
                    <a:pt x="1723644" y="594360"/>
                  </a:lnTo>
                  <a:lnTo>
                    <a:pt x="1728216" y="589788"/>
                  </a:lnTo>
                  <a:lnTo>
                    <a:pt x="1732026" y="585216"/>
                  </a:lnTo>
                  <a:lnTo>
                    <a:pt x="1737360" y="583692"/>
                  </a:lnTo>
                  <a:lnTo>
                    <a:pt x="1748790" y="583692"/>
                  </a:lnTo>
                  <a:lnTo>
                    <a:pt x="1753362" y="585978"/>
                  </a:lnTo>
                  <a:lnTo>
                    <a:pt x="1761744" y="594360"/>
                  </a:lnTo>
                  <a:lnTo>
                    <a:pt x="1763268" y="600456"/>
                  </a:lnTo>
                  <a:lnTo>
                    <a:pt x="1763268" y="566813"/>
                  </a:lnTo>
                  <a:lnTo>
                    <a:pt x="1762506" y="566356"/>
                  </a:lnTo>
                  <a:lnTo>
                    <a:pt x="1752790" y="563359"/>
                  </a:lnTo>
                  <a:lnTo>
                    <a:pt x="1741932" y="562356"/>
                  </a:lnTo>
                  <a:lnTo>
                    <a:pt x="1731632" y="562914"/>
                  </a:lnTo>
                  <a:lnTo>
                    <a:pt x="1696491" y="593890"/>
                  </a:lnTo>
                  <a:lnTo>
                    <a:pt x="1692402" y="617220"/>
                  </a:lnTo>
                  <a:lnTo>
                    <a:pt x="1692973" y="627659"/>
                  </a:lnTo>
                  <a:lnTo>
                    <a:pt x="1709902" y="661797"/>
                  </a:lnTo>
                  <a:lnTo>
                    <a:pt x="1741932" y="672020"/>
                  </a:lnTo>
                  <a:lnTo>
                    <a:pt x="1751291" y="671969"/>
                  </a:lnTo>
                  <a:lnTo>
                    <a:pt x="1786013" y="649033"/>
                  </a:lnTo>
                  <a:lnTo>
                    <a:pt x="1789176" y="641604"/>
                  </a:lnTo>
                  <a:lnTo>
                    <a:pt x="1761744" y="637032"/>
                  </a:lnTo>
                  <a:lnTo>
                    <a:pt x="1760220" y="642366"/>
                  </a:lnTo>
                  <a:lnTo>
                    <a:pt x="1757934" y="646176"/>
                  </a:lnTo>
                  <a:lnTo>
                    <a:pt x="1751838" y="650748"/>
                  </a:lnTo>
                  <a:lnTo>
                    <a:pt x="1748028" y="651510"/>
                  </a:lnTo>
                  <a:lnTo>
                    <a:pt x="1737360" y="651510"/>
                  </a:lnTo>
                  <a:lnTo>
                    <a:pt x="1732026" y="649224"/>
                  </a:lnTo>
                  <a:lnTo>
                    <a:pt x="1727454" y="644652"/>
                  </a:lnTo>
                  <a:lnTo>
                    <a:pt x="1723644" y="640080"/>
                  </a:lnTo>
                  <a:lnTo>
                    <a:pt x="1721358" y="633222"/>
                  </a:lnTo>
                  <a:lnTo>
                    <a:pt x="1721358" y="624840"/>
                  </a:lnTo>
                  <a:lnTo>
                    <a:pt x="1722120" y="624852"/>
                  </a:lnTo>
                  <a:lnTo>
                    <a:pt x="1763268" y="625309"/>
                  </a:lnTo>
                  <a:lnTo>
                    <a:pt x="1790700" y="625602"/>
                  </a:lnTo>
                  <a:close/>
                </a:path>
                <a:path w="2836545" h="746125">
                  <a:moveTo>
                    <a:pt x="1881378" y="569214"/>
                  </a:moveTo>
                  <a:lnTo>
                    <a:pt x="1875282" y="565404"/>
                  </a:lnTo>
                  <a:lnTo>
                    <a:pt x="1869186" y="563880"/>
                  </a:lnTo>
                  <a:lnTo>
                    <a:pt x="1858518" y="563880"/>
                  </a:lnTo>
                  <a:lnTo>
                    <a:pt x="1854708" y="564642"/>
                  </a:lnTo>
                  <a:lnTo>
                    <a:pt x="1847088" y="569214"/>
                  </a:lnTo>
                  <a:lnTo>
                    <a:pt x="1843278" y="573786"/>
                  </a:lnTo>
                  <a:lnTo>
                    <a:pt x="1838706" y="580644"/>
                  </a:lnTo>
                  <a:lnTo>
                    <a:pt x="1838706" y="566166"/>
                  </a:lnTo>
                  <a:lnTo>
                    <a:pt x="1812798" y="565404"/>
                  </a:lnTo>
                  <a:lnTo>
                    <a:pt x="1811274" y="671322"/>
                  </a:lnTo>
                  <a:lnTo>
                    <a:pt x="1839468" y="671322"/>
                  </a:lnTo>
                  <a:lnTo>
                    <a:pt x="1840230" y="638556"/>
                  </a:lnTo>
                  <a:lnTo>
                    <a:pt x="1840369" y="626440"/>
                  </a:lnTo>
                  <a:lnTo>
                    <a:pt x="1840801" y="616458"/>
                  </a:lnTo>
                  <a:lnTo>
                    <a:pt x="1849374" y="592074"/>
                  </a:lnTo>
                  <a:lnTo>
                    <a:pt x="1852422" y="589788"/>
                  </a:lnTo>
                  <a:lnTo>
                    <a:pt x="1855470" y="589026"/>
                  </a:lnTo>
                  <a:lnTo>
                    <a:pt x="1863090" y="589026"/>
                  </a:lnTo>
                  <a:lnTo>
                    <a:pt x="1867662" y="590550"/>
                  </a:lnTo>
                  <a:lnTo>
                    <a:pt x="1872234" y="593598"/>
                  </a:lnTo>
                  <a:lnTo>
                    <a:pt x="1881378" y="569214"/>
                  </a:lnTo>
                  <a:close/>
                </a:path>
                <a:path w="2836545" h="746125">
                  <a:moveTo>
                    <a:pt x="1921764" y="566928"/>
                  </a:moveTo>
                  <a:lnTo>
                    <a:pt x="1893570" y="566166"/>
                  </a:lnTo>
                  <a:lnTo>
                    <a:pt x="1892046" y="672084"/>
                  </a:lnTo>
                  <a:lnTo>
                    <a:pt x="1920240" y="672084"/>
                  </a:lnTo>
                  <a:lnTo>
                    <a:pt x="1921764" y="566928"/>
                  </a:lnTo>
                  <a:close/>
                </a:path>
                <a:path w="2836545" h="746125">
                  <a:moveTo>
                    <a:pt x="1921764" y="526542"/>
                  </a:moveTo>
                  <a:lnTo>
                    <a:pt x="1894332" y="526542"/>
                  </a:lnTo>
                  <a:lnTo>
                    <a:pt x="1893570" y="552450"/>
                  </a:lnTo>
                  <a:lnTo>
                    <a:pt x="1921764" y="552450"/>
                  </a:lnTo>
                  <a:lnTo>
                    <a:pt x="1921764" y="526542"/>
                  </a:lnTo>
                  <a:close/>
                </a:path>
                <a:path w="2836545" h="746125">
                  <a:moveTo>
                    <a:pt x="2009394" y="528828"/>
                  </a:moveTo>
                  <a:lnTo>
                    <a:pt x="2001774" y="526542"/>
                  </a:lnTo>
                  <a:lnTo>
                    <a:pt x="1994154" y="525018"/>
                  </a:lnTo>
                  <a:lnTo>
                    <a:pt x="1978152" y="525018"/>
                  </a:lnTo>
                  <a:lnTo>
                    <a:pt x="1953006" y="550164"/>
                  </a:lnTo>
                  <a:lnTo>
                    <a:pt x="1953006" y="567690"/>
                  </a:lnTo>
                  <a:lnTo>
                    <a:pt x="1937766" y="566928"/>
                  </a:lnTo>
                  <a:lnTo>
                    <a:pt x="1937004" y="589026"/>
                  </a:lnTo>
                  <a:lnTo>
                    <a:pt x="1953006" y="589026"/>
                  </a:lnTo>
                  <a:lnTo>
                    <a:pt x="1951482" y="672846"/>
                  </a:lnTo>
                  <a:lnTo>
                    <a:pt x="1979676" y="672846"/>
                  </a:lnTo>
                  <a:lnTo>
                    <a:pt x="1980438" y="589788"/>
                  </a:lnTo>
                  <a:lnTo>
                    <a:pt x="1981200" y="589788"/>
                  </a:lnTo>
                  <a:lnTo>
                    <a:pt x="2001774" y="589788"/>
                  </a:lnTo>
                  <a:lnTo>
                    <a:pt x="2001774" y="567690"/>
                  </a:lnTo>
                  <a:lnTo>
                    <a:pt x="1981200" y="567690"/>
                  </a:lnTo>
                  <a:lnTo>
                    <a:pt x="1981200" y="554736"/>
                  </a:lnTo>
                  <a:lnTo>
                    <a:pt x="1981962" y="550926"/>
                  </a:lnTo>
                  <a:lnTo>
                    <a:pt x="1984248" y="549402"/>
                  </a:lnTo>
                  <a:lnTo>
                    <a:pt x="1985772" y="547878"/>
                  </a:lnTo>
                  <a:lnTo>
                    <a:pt x="1988820" y="546354"/>
                  </a:lnTo>
                  <a:lnTo>
                    <a:pt x="1996440" y="546354"/>
                  </a:lnTo>
                  <a:lnTo>
                    <a:pt x="2001012" y="547116"/>
                  </a:lnTo>
                  <a:lnTo>
                    <a:pt x="2005584" y="548640"/>
                  </a:lnTo>
                  <a:lnTo>
                    <a:pt x="2009394" y="528828"/>
                  </a:lnTo>
                  <a:close/>
                </a:path>
                <a:path w="2836545" h="746125">
                  <a:moveTo>
                    <a:pt x="2836164" y="621030"/>
                  </a:moveTo>
                  <a:lnTo>
                    <a:pt x="2831592" y="592836"/>
                  </a:lnTo>
                  <a:lnTo>
                    <a:pt x="2619756" y="628650"/>
                  </a:lnTo>
                  <a:lnTo>
                    <a:pt x="2557564" y="638632"/>
                  </a:lnTo>
                  <a:lnTo>
                    <a:pt x="2496820" y="648093"/>
                  </a:lnTo>
                  <a:lnTo>
                    <a:pt x="2437447" y="656996"/>
                  </a:lnTo>
                  <a:lnTo>
                    <a:pt x="2379395" y="665365"/>
                  </a:lnTo>
                  <a:lnTo>
                    <a:pt x="2322639" y="673150"/>
                  </a:lnTo>
                  <a:lnTo>
                    <a:pt x="2267115" y="680351"/>
                  </a:lnTo>
                  <a:lnTo>
                    <a:pt x="2212771" y="686968"/>
                  </a:lnTo>
                  <a:lnTo>
                    <a:pt x="2159571" y="692962"/>
                  </a:lnTo>
                  <a:lnTo>
                    <a:pt x="2107463" y="698334"/>
                  </a:lnTo>
                  <a:lnTo>
                    <a:pt x="2060346" y="702703"/>
                  </a:lnTo>
                  <a:lnTo>
                    <a:pt x="2062734" y="699516"/>
                  </a:lnTo>
                  <a:lnTo>
                    <a:pt x="2065020" y="694944"/>
                  </a:lnTo>
                  <a:lnTo>
                    <a:pt x="2113026" y="569214"/>
                  </a:lnTo>
                  <a:lnTo>
                    <a:pt x="2084070" y="569214"/>
                  </a:lnTo>
                  <a:lnTo>
                    <a:pt x="2058162" y="643890"/>
                  </a:lnTo>
                  <a:lnTo>
                    <a:pt x="2033778" y="568452"/>
                  </a:lnTo>
                  <a:lnTo>
                    <a:pt x="2004822" y="567690"/>
                  </a:lnTo>
                  <a:lnTo>
                    <a:pt x="2042922" y="674370"/>
                  </a:lnTo>
                  <a:lnTo>
                    <a:pt x="2041398" y="680466"/>
                  </a:lnTo>
                  <a:lnTo>
                    <a:pt x="2039112" y="685038"/>
                  </a:lnTo>
                  <a:lnTo>
                    <a:pt x="2033016" y="692658"/>
                  </a:lnTo>
                  <a:lnTo>
                    <a:pt x="2027682" y="694182"/>
                  </a:lnTo>
                  <a:lnTo>
                    <a:pt x="2017776" y="694182"/>
                  </a:lnTo>
                  <a:lnTo>
                    <a:pt x="2013966" y="693420"/>
                  </a:lnTo>
                  <a:lnTo>
                    <a:pt x="2009394" y="692658"/>
                  </a:lnTo>
                  <a:lnTo>
                    <a:pt x="1957019" y="710552"/>
                  </a:lnTo>
                  <a:lnTo>
                    <a:pt x="1908378" y="713295"/>
                  </a:lnTo>
                  <a:lnTo>
                    <a:pt x="1861566" y="715289"/>
                  </a:lnTo>
                  <a:lnTo>
                    <a:pt x="1814982" y="716610"/>
                  </a:lnTo>
                  <a:lnTo>
                    <a:pt x="1769148" y="717194"/>
                  </a:lnTo>
                  <a:lnTo>
                    <a:pt x="1724025" y="717042"/>
                  </a:lnTo>
                  <a:lnTo>
                    <a:pt x="1679549" y="716127"/>
                  </a:lnTo>
                  <a:lnTo>
                    <a:pt x="1635696" y="714451"/>
                  </a:lnTo>
                  <a:lnTo>
                    <a:pt x="1592389" y="711987"/>
                  </a:lnTo>
                  <a:lnTo>
                    <a:pt x="1549603" y="708736"/>
                  </a:lnTo>
                  <a:lnTo>
                    <a:pt x="1507286" y="704659"/>
                  </a:lnTo>
                  <a:lnTo>
                    <a:pt x="1465376" y="699757"/>
                  </a:lnTo>
                  <a:lnTo>
                    <a:pt x="1423847" y="694029"/>
                  </a:lnTo>
                  <a:lnTo>
                    <a:pt x="1382623" y="687425"/>
                  </a:lnTo>
                  <a:lnTo>
                    <a:pt x="1341678" y="679970"/>
                  </a:lnTo>
                  <a:lnTo>
                    <a:pt x="1300949" y="671614"/>
                  </a:lnTo>
                  <a:lnTo>
                    <a:pt x="1260411" y="662381"/>
                  </a:lnTo>
                  <a:lnTo>
                    <a:pt x="1219987" y="652221"/>
                  </a:lnTo>
                  <a:lnTo>
                    <a:pt x="1179652" y="641134"/>
                  </a:lnTo>
                  <a:lnTo>
                    <a:pt x="1139342" y="629107"/>
                  </a:lnTo>
                  <a:lnTo>
                    <a:pt x="1099019" y="616127"/>
                  </a:lnTo>
                  <a:lnTo>
                    <a:pt x="1058621" y="602183"/>
                  </a:lnTo>
                  <a:lnTo>
                    <a:pt x="1018120" y="587248"/>
                  </a:lnTo>
                  <a:lnTo>
                    <a:pt x="977455" y="571309"/>
                  </a:lnTo>
                  <a:lnTo>
                    <a:pt x="936586" y="554367"/>
                  </a:lnTo>
                  <a:lnTo>
                    <a:pt x="895451" y="536397"/>
                  </a:lnTo>
                  <a:lnTo>
                    <a:pt x="854011" y="517385"/>
                  </a:lnTo>
                  <a:lnTo>
                    <a:pt x="812228" y="497319"/>
                  </a:lnTo>
                  <a:lnTo>
                    <a:pt x="770026" y="476186"/>
                  </a:lnTo>
                  <a:lnTo>
                    <a:pt x="727392" y="453961"/>
                  </a:lnTo>
                  <a:lnTo>
                    <a:pt x="684250" y="430644"/>
                  </a:lnTo>
                  <a:lnTo>
                    <a:pt x="640562" y="406209"/>
                  </a:lnTo>
                  <a:lnTo>
                    <a:pt x="596277" y="380644"/>
                  </a:lnTo>
                  <a:lnTo>
                    <a:pt x="551357" y="353949"/>
                  </a:lnTo>
                  <a:lnTo>
                    <a:pt x="505739" y="326097"/>
                  </a:lnTo>
                  <a:lnTo>
                    <a:pt x="459384" y="297065"/>
                  </a:lnTo>
                  <a:lnTo>
                    <a:pt x="412242" y="266852"/>
                  </a:lnTo>
                  <a:lnTo>
                    <a:pt x="364274" y="235445"/>
                  </a:lnTo>
                  <a:lnTo>
                    <a:pt x="315417" y="202831"/>
                  </a:lnTo>
                  <a:lnTo>
                    <a:pt x="265620" y="168973"/>
                  </a:lnTo>
                  <a:lnTo>
                    <a:pt x="214858" y="133883"/>
                  </a:lnTo>
                  <a:lnTo>
                    <a:pt x="78676" y="37934"/>
                  </a:lnTo>
                  <a:lnTo>
                    <a:pt x="95250" y="14478"/>
                  </a:lnTo>
                  <a:lnTo>
                    <a:pt x="0" y="0"/>
                  </a:lnTo>
                  <a:lnTo>
                    <a:pt x="45720" y="84582"/>
                  </a:lnTo>
                  <a:lnTo>
                    <a:pt x="50292" y="78117"/>
                  </a:lnTo>
                  <a:lnTo>
                    <a:pt x="62306" y="61099"/>
                  </a:lnTo>
                  <a:lnTo>
                    <a:pt x="147066" y="121158"/>
                  </a:lnTo>
                  <a:lnTo>
                    <a:pt x="199174" y="157746"/>
                  </a:lnTo>
                  <a:lnTo>
                    <a:pt x="250278" y="193065"/>
                  </a:lnTo>
                  <a:lnTo>
                    <a:pt x="300393" y="227139"/>
                  </a:lnTo>
                  <a:lnTo>
                    <a:pt x="349592" y="259969"/>
                  </a:lnTo>
                  <a:lnTo>
                    <a:pt x="397903" y="291592"/>
                  </a:lnTo>
                  <a:lnTo>
                    <a:pt x="445401" y="322008"/>
                  </a:lnTo>
                  <a:lnTo>
                    <a:pt x="492099" y="351231"/>
                  </a:lnTo>
                  <a:lnTo>
                    <a:pt x="538073" y="379285"/>
                  </a:lnTo>
                  <a:lnTo>
                    <a:pt x="583361" y="406184"/>
                  </a:lnTo>
                  <a:lnTo>
                    <a:pt x="628002" y="431927"/>
                  </a:lnTo>
                  <a:lnTo>
                    <a:pt x="672058" y="456526"/>
                  </a:lnTo>
                  <a:lnTo>
                    <a:pt x="715568" y="480021"/>
                  </a:lnTo>
                  <a:lnTo>
                    <a:pt x="758596" y="502412"/>
                  </a:lnTo>
                  <a:lnTo>
                    <a:pt x="801166" y="523709"/>
                  </a:lnTo>
                  <a:lnTo>
                    <a:pt x="843330" y="543941"/>
                  </a:lnTo>
                  <a:lnTo>
                    <a:pt x="885164" y="563105"/>
                  </a:lnTo>
                  <a:lnTo>
                    <a:pt x="926680" y="581215"/>
                  </a:lnTo>
                  <a:lnTo>
                    <a:pt x="967943" y="598297"/>
                  </a:lnTo>
                  <a:lnTo>
                    <a:pt x="1009002" y="614362"/>
                  </a:lnTo>
                  <a:lnTo>
                    <a:pt x="1049909" y="629424"/>
                  </a:lnTo>
                  <a:lnTo>
                    <a:pt x="1090688" y="643496"/>
                  </a:lnTo>
                  <a:lnTo>
                    <a:pt x="1131417" y="656590"/>
                  </a:lnTo>
                  <a:lnTo>
                    <a:pt x="1172133" y="668731"/>
                  </a:lnTo>
                  <a:lnTo>
                    <a:pt x="1212875" y="679919"/>
                  </a:lnTo>
                  <a:lnTo>
                    <a:pt x="1253693" y="690168"/>
                  </a:lnTo>
                  <a:lnTo>
                    <a:pt x="1294650" y="699516"/>
                  </a:lnTo>
                  <a:lnTo>
                    <a:pt x="1335786" y="707948"/>
                  </a:lnTo>
                  <a:lnTo>
                    <a:pt x="1377137" y="715492"/>
                  </a:lnTo>
                  <a:lnTo>
                    <a:pt x="1418767" y="722160"/>
                  </a:lnTo>
                  <a:lnTo>
                    <a:pt x="1460715" y="727976"/>
                  </a:lnTo>
                  <a:lnTo>
                    <a:pt x="1503032" y="732929"/>
                  </a:lnTo>
                  <a:lnTo>
                    <a:pt x="1545767" y="737057"/>
                  </a:lnTo>
                  <a:lnTo>
                    <a:pt x="1588960" y="740371"/>
                  </a:lnTo>
                  <a:lnTo>
                    <a:pt x="1632673" y="742886"/>
                  </a:lnTo>
                  <a:lnTo>
                    <a:pt x="1676946" y="744601"/>
                  </a:lnTo>
                  <a:lnTo>
                    <a:pt x="1721827" y="745540"/>
                  </a:lnTo>
                  <a:lnTo>
                    <a:pt x="1767357" y="745731"/>
                  </a:lnTo>
                  <a:lnTo>
                    <a:pt x="1813598" y="745159"/>
                  </a:lnTo>
                  <a:lnTo>
                    <a:pt x="1860588" y="743864"/>
                  </a:lnTo>
                  <a:lnTo>
                    <a:pt x="1908949" y="741819"/>
                  </a:lnTo>
                  <a:lnTo>
                    <a:pt x="1957184" y="739127"/>
                  </a:lnTo>
                  <a:lnTo>
                    <a:pt x="2006561" y="735736"/>
                  </a:lnTo>
                  <a:lnTo>
                    <a:pt x="2057044" y="731647"/>
                  </a:lnTo>
                  <a:lnTo>
                    <a:pt x="2108517" y="726909"/>
                  </a:lnTo>
                  <a:lnTo>
                    <a:pt x="2161032" y="721512"/>
                  </a:lnTo>
                  <a:lnTo>
                    <a:pt x="2214626" y="715492"/>
                  </a:lnTo>
                  <a:lnTo>
                    <a:pt x="2269363" y="708863"/>
                  </a:lnTo>
                  <a:lnTo>
                    <a:pt x="2325281" y="701611"/>
                  </a:lnTo>
                  <a:lnTo>
                    <a:pt x="2382431" y="693788"/>
                  </a:lnTo>
                  <a:lnTo>
                    <a:pt x="2440863" y="685380"/>
                  </a:lnTo>
                  <a:lnTo>
                    <a:pt x="2500630" y="676414"/>
                  </a:lnTo>
                  <a:lnTo>
                    <a:pt x="2561767" y="666902"/>
                  </a:lnTo>
                  <a:lnTo>
                    <a:pt x="2624328" y="656844"/>
                  </a:lnTo>
                  <a:lnTo>
                    <a:pt x="2836164" y="62103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044237" y="1828800"/>
              <a:ext cx="642620" cy="3754120"/>
            </a:xfrm>
            <a:custGeom>
              <a:avLst/>
              <a:gdLst/>
              <a:ahLst/>
              <a:cxnLst/>
              <a:rect l="l" t="t" r="r" b="b"/>
              <a:pathLst>
                <a:path w="642619" h="3754120">
                  <a:moveTo>
                    <a:pt x="599191" y="83844"/>
                  </a:moveTo>
                  <a:lnTo>
                    <a:pt x="498631" y="230395"/>
                  </a:lnTo>
                  <a:lnTo>
                    <a:pt x="397334" y="451414"/>
                  </a:lnTo>
                  <a:lnTo>
                    <a:pt x="328674" y="608230"/>
                  </a:lnTo>
                  <a:lnTo>
                    <a:pt x="286415" y="708905"/>
                  </a:lnTo>
                  <a:lnTo>
                    <a:pt x="246988" y="806729"/>
                  </a:lnTo>
                  <a:lnTo>
                    <a:pt x="210410" y="901913"/>
                  </a:lnTo>
                  <a:lnTo>
                    <a:pt x="193195" y="948580"/>
                  </a:lnTo>
                  <a:lnTo>
                    <a:pt x="176698" y="994666"/>
                  </a:lnTo>
                  <a:lnTo>
                    <a:pt x="160923" y="1040196"/>
                  </a:lnTo>
                  <a:lnTo>
                    <a:pt x="145871" y="1085196"/>
                  </a:lnTo>
                  <a:lnTo>
                    <a:pt x="131543" y="1129694"/>
                  </a:lnTo>
                  <a:lnTo>
                    <a:pt x="117944" y="1173715"/>
                  </a:lnTo>
                  <a:lnTo>
                    <a:pt x="105073" y="1217286"/>
                  </a:lnTo>
                  <a:lnTo>
                    <a:pt x="92935" y="1260432"/>
                  </a:lnTo>
                  <a:lnTo>
                    <a:pt x="81530" y="1303179"/>
                  </a:lnTo>
                  <a:lnTo>
                    <a:pt x="70862" y="1345555"/>
                  </a:lnTo>
                  <a:lnTo>
                    <a:pt x="60932" y="1387585"/>
                  </a:lnTo>
                  <a:lnTo>
                    <a:pt x="51742" y="1429295"/>
                  </a:lnTo>
                  <a:lnTo>
                    <a:pt x="43294" y="1470712"/>
                  </a:lnTo>
                  <a:lnTo>
                    <a:pt x="35592" y="1511862"/>
                  </a:lnTo>
                  <a:lnTo>
                    <a:pt x="28636" y="1552770"/>
                  </a:lnTo>
                  <a:lnTo>
                    <a:pt x="22429" y="1593464"/>
                  </a:lnTo>
                  <a:lnTo>
                    <a:pt x="16974" y="1633969"/>
                  </a:lnTo>
                  <a:lnTo>
                    <a:pt x="12271" y="1674312"/>
                  </a:lnTo>
                  <a:lnTo>
                    <a:pt x="8325" y="1714518"/>
                  </a:lnTo>
                  <a:lnTo>
                    <a:pt x="5136" y="1754614"/>
                  </a:lnTo>
                  <a:lnTo>
                    <a:pt x="2706" y="1794627"/>
                  </a:lnTo>
                  <a:lnTo>
                    <a:pt x="1039" y="1834582"/>
                  </a:lnTo>
                  <a:lnTo>
                    <a:pt x="136" y="1874505"/>
                  </a:lnTo>
                  <a:lnTo>
                    <a:pt x="0" y="1914423"/>
                  </a:lnTo>
                  <a:lnTo>
                    <a:pt x="631" y="1954362"/>
                  </a:lnTo>
                  <a:lnTo>
                    <a:pt x="2034" y="1994349"/>
                  </a:lnTo>
                  <a:lnTo>
                    <a:pt x="4209" y="2034408"/>
                  </a:lnTo>
                  <a:lnTo>
                    <a:pt x="7159" y="2074567"/>
                  </a:lnTo>
                  <a:lnTo>
                    <a:pt x="10886" y="2114852"/>
                  </a:lnTo>
                  <a:lnTo>
                    <a:pt x="15393" y="2155289"/>
                  </a:lnTo>
                  <a:lnTo>
                    <a:pt x="20681" y="2195904"/>
                  </a:lnTo>
                  <a:lnTo>
                    <a:pt x="26753" y="2236723"/>
                  </a:lnTo>
                  <a:lnTo>
                    <a:pt x="27640" y="2242032"/>
                  </a:lnTo>
                  <a:lnTo>
                    <a:pt x="27640" y="1905000"/>
                  </a:lnTo>
                  <a:lnTo>
                    <a:pt x="28402" y="1847088"/>
                  </a:lnTo>
                  <a:lnTo>
                    <a:pt x="30696" y="1797992"/>
                  </a:lnTo>
                  <a:lnTo>
                    <a:pt x="34121" y="1748956"/>
                  </a:lnTo>
                  <a:lnTo>
                    <a:pt x="38641" y="1699983"/>
                  </a:lnTo>
                  <a:lnTo>
                    <a:pt x="44218" y="1651081"/>
                  </a:lnTo>
                  <a:lnTo>
                    <a:pt x="50817" y="1602255"/>
                  </a:lnTo>
                  <a:lnTo>
                    <a:pt x="58401" y="1553511"/>
                  </a:lnTo>
                  <a:lnTo>
                    <a:pt x="66932" y="1504856"/>
                  </a:lnTo>
                  <a:lnTo>
                    <a:pt x="76376" y="1456296"/>
                  </a:lnTo>
                  <a:lnTo>
                    <a:pt x="86694" y="1407837"/>
                  </a:lnTo>
                  <a:lnTo>
                    <a:pt x="97851" y="1359484"/>
                  </a:lnTo>
                  <a:lnTo>
                    <a:pt x="109810" y="1311244"/>
                  </a:lnTo>
                  <a:lnTo>
                    <a:pt x="122535" y="1263124"/>
                  </a:lnTo>
                  <a:lnTo>
                    <a:pt x="135988" y="1215128"/>
                  </a:lnTo>
                  <a:lnTo>
                    <a:pt x="150134" y="1167264"/>
                  </a:lnTo>
                  <a:lnTo>
                    <a:pt x="164936" y="1119536"/>
                  </a:lnTo>
                  <a:lnTo>
                    <a:pt x="180357" y="1071952"/>
                  </a:lnTo>
                  <a:lnTo>
                    <a:pt x="196361" y="1024518"/>
                  </a:lnTo>
                  <a:lnTo>
                    <a:pt x="212911" y="977239"/>
                  </a:lnTo>
                  <a:lnTo>
                    <a:pt x="229970" y="930122"/>
                  </a:lnTo>
                  <a:lnTo>
                    <a:pt x="247503" y="883172"/>
                  </a:lnTo>
                  <a:lnTo>
                    <a:pt x="265473" y="836396"/>
                  </a:lnTo>
                  <a:lnTo>
                    <a:pt x="302575" y="743390"/>
                  </a:lnTo>
                  <a:lnTo>
                    <a:pt x="340985" y="651151"/>
                  </a:lnTo>
                  <a:lnTo>
                    <a:pt x="400413" y="514340"/>
                  </a:lnTo>
                  <a:lnTo>
                    <a:pt x="522178" y="246887"/>
                  </a:lnTo>
                  <a:lnTo>
                    <a:pt x="599191" y="83844"/>
                  </a:lnTo>
                  <a:close/>
                </a:path>
                <a:path w="642619" h="3754120">
                  <a:moveTo>
                    <a:pt x="642574" y="3740658"/>
                  </a:moveTo>
                  <a:lnTo>
                    <a:pt x="578566" y="3614928"/>
                  </a:lnTo>
                  <a:lnTo>
                    <a:pt x="455899" y="3365977"/>
                  </a:lnTo>
                  <a:lnTo>
                    <a:pt x="390507" y="3228505"/>
                  </a:lnTo>
                  <a:lnTo>
                    <a:pt x="347961" y="3135753"/>
                  </a:lnTo>
                  <a:lnTo>
                    <a:pt x="306642" y="3042146"/>
                  </a:lnTo>
                  <a:lnTo>
                    <a:pt x="286547" y="2995029"/>
                  </a:lnTo>
                  <a:lnTo>
                    <a:pt x="266883" y="2947708"/>
                  </a:lnTo>
                  <a:lnTo>
                    <a:pt x="247693" y="2900184"/>
                  </a:lnTo>
                  <a:lnTo>
                    <a:pt x="229018" y="2852462"/>
                  </a:lnTo>
                  <a:lnTo>
                    <a:pt x="210900" y="2804545"/>
                  </a:lnTo>
                  <a:lnTo>
                    <a:pt x="193379" y="2756434"/>
                  </a:lnTo>
                  <a:lnTo>
                    <a:pt x="176499" y="2708134"/>
                  </a:lnTo>
                  <a:lnTo>
                    <a:pt x="160300" y="2659648"/>
                  </a:lnTo>
                  <a:lnTo>
                    <a:pt x="144825" y="2610977"/>
                  </a:lnTo>
                  <a:lnTo>
                    <a:pt x="130114" y="2562126"/>
                  </a:lnTo>
                  <a:lnTo>
                    <a:pt x="116210" y="2513097"/>
                  </a:lnTo>
                  <a:lnTo>
                    <a:pt x="103154" y="2463893"/>
                  </a:lnTo>
                  <a:lnTo>
                    <a:pt x="90988" y="2414518"/>
                  </a:lnTo>
                  <a:lnTo>
                    <a:pt x="79753" y="2364974"/>
                  </a:lnTo>
                  <a:lnTo>
                    <a:pt x="69491" y="2315265"/>
                  </a:lnTo>
                  <a:lnTo>
                    <a:pt x="60244" y="2265392"/>
                  </a:lnTo>
                  <a:lnTo>
                    <a:pt x="52053" y="2215361"/>
                  </a:lnTo>
                  <a:lnTo>
                    <a:pt x="44960" y="2165172"/>
                  </a:lnTo>
                  <a:lnTo>
                    <a:pt x="39007" y="2114830"/>
                  </a:lnTo>
                  <a:lnTo>
                    <a:pt x="34235" y="2064337"/>
                  </a:lnTo>
                  <a:lnTo>
                    <a:pt x="30686" y="2013697"/>
                  </a:lnTo>
                  <a:lnTo>
                    <a:pt x="28402" y="1962912"/>
                  </a:lnTo>
                  <a:lnTo>
                    <a:pt x="27640" y="1905000"/>
                  </a:lnTo>
                  <a:lnTo>
                    <a:pt x="27640" y="2242032"/>
                  </a:lnTo>
                  <a:lnTo>
                    <a:pt x="41255" y="2319079"/>
                  </a:lnTo>
                  <a:lnTo>
                    <a:pt x="49691" y="2360668"/>
                  </a:lnTo>
                  <a:lnTo>
                    <a:pt x="58919" y="2402567"/>
                  </a:lnTo>
                  <a:lnTo>
                    <a:pt x="68941" y="2444801"/>
                  </a:lnTo>
                  <a:lnTo>
                    <a:pt x="79760" y="2487396"/>
                  </a:lnTo>
                  <a:lnTo>
                    <a:pt x="91377" y="2530379"/>
                  </a:lnTo>
                  <a:lnTo>
                    <a:pt x="103795" y="2573776"/>
                  </a:lnTo>
                  <a:lnTo>
                    <a:pt x="117017" y="2617613"/>
                  </a:lnTo>
                  <a:lnTo>
                    <a:pt x="131044" y="2661916"/>
                  </a:lnTo>
                  <a:lnTo>
                    <a:pt x="145878" y="2706712"/>
                  </a:lnTo>
                  <a:lnTo>
                    <a:pt x="161521" y="2752026"/>
                  </a:lnTo>
                  <a:lnTo>
                    <a:pt x="177977" y="2797886"/>
                  </a:lnTo>
                  <a:lnTo>
                    <a:pt x="195246" y="2844316"/>
                  </a:lnTo>
                  <a:lnTo>
                    <a:pt x="213331" y="2891344"/>
                  </a:lnTo>
                  <a:lnTo>
                    <a:pt x="232235" y="2938995"/>
                  </a:lnTo>
                  <a:lnTo>
                    <a:pt x="251959" y="2987296"/>
                  </a:lnTo>
                  <a:lnTo>
                    <a:pt x="272505" y="3036273"/>
                  </a:lnTo>
                  <a:lnTo>
                    <a:pt x="293876" y="3085952"/>
                  </a:lnTo>
                  <a:lnTo>
                    <a:pt x="339101" y="3187521"/>
                  </a:lnTo>
                  <a:lnTo>
                    <a:pt x="387650" y="3292213"/>
                  </a:lnTo>
                  <a:lnTo>
                    <a:pt x="439542" y="3400237"/>
                  </a:lnTo>
                  <a:lnTo>
                    <a:pt x="494792" y="3511802"/>
                  </a:lnTo>
                  <a:lnTo>
                    <a:pt x="616666" y="3753612"/>
                  </a:lnTo>
                  <a:lnTo>
                    <a:pt x="642574" y="3740658"/>
                  </a:lnTo>
                  <a:close/>
                </a:path>
                <a:path w="642619" h="3754120">
                  <a:moveTo>
                    <a:pt x="625048" y="96012"/>
                  </a:moveTo>
                  <a:lnTo>
                    <a:pt x="622762" y="0"/>
                  </a:lnTo>
                  <a:lnTo>
                    <a:pt x="547324" y="59436"/>
                  </a:lnTo>
                  <a:lnTo>
                    <a:pt x="573283" y="71652"/>
                  </a:lnTo>
                  <a:lnTo>
                    <a:pt x="579328" y="58674"/>
                  </a:lnTo>
                  <a:lnTo>
                    <a:pt x="605236" y="70865"/>
                  </a:lnTo>
                  <a:lnTo>
                    <a:pt x="605236" y="86688"/>
                  </a:lnTo>
                  <a:lnTo>
                    <a:pt x="625048" y="96012"/>
                  </a:lnTo>
                  <a:close/>
                </a:path>
                <a:path w="642619" h="3754120">
                  <a:moveTo>
                    <a:pt x="605236" y="70865"/>
                  </a:moveTo>
                  <a:lnTo>
                    <a:pt x="579328" y="58674"/>
                  </a:lnTo>
                  <a:lnTo>
                    <a:pt x="573283" y="71652"/>
                  </a:lnTo>
                  <a:lnTo>
                    <a:pt x="599191" y="83844"/>
                  </a:lnTo>
                  <a:lnTo>
                    <a:pt x="605236" y="70865"/>
                  </a:lnTo>
                  <a:close/>
                </a:path>
                <a:path w="642619" h="3754120">
                  <a:moveTo>
                    <a:pt x="605236" y="86688"/>
                  </a:moveTo>
                  <a:lnTo>
                    <a:pt x="605236" y="70865"/>
                  </a:lnTo>
                  <a:lnTo>
                    <a:pt x="599191" y="83844"/>
                  </a:lnTo>
                  <a:lnTo>
                    <a:pt x="605236" y="86688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332226" y="3069335"/>
              <a:ext cx="2562860" cy="856615"/>
            </a:xfrm>
            <a:custGeom>
              <a:avLst/>
              <a:gdLst/>
              <a:ahLst/>
              <a:cxnLst/>
              <a:rect l="l" t="t" r="r" b="b"/>
              <a:pathLst>
                <a:path w="2562860" h="856614">
                  <a:moveTo>
                    <a:pt x="458711" y="336816"/>
                  </a:moveTo>
                  <a:lnTo>
                    <a:pt x="445757" y="296430"/>
                  </a:lnTo>
                  <a:lnTo>
                    <a:pt x="429755" y="285623"/>
                  </a:lnTo>
                  <a:lnTo>
                    <a:pt x="429755" y="338340"/>
                  </a:lnTo>
                  <a:lnTo>
                    <a:pt x="429755" y="349770"/>
                  </a:lnTo>
                  <a:lnTo>
                    <a:pt x="427469" y="357390"/>
                  </a:lnTo>
                  <a:lnTo>
                    <a:pt x="423659" y="362724"/>
                  </a:lnTo>
                  <a:lnTo>
                    <a:pt x="419087" y="368058"/>
                  </a:lnTo>
                  <a:lnTo>
                    <a:pt x="413753" y="371106"/>
                  </a:lnTo>
                  <a:lnTo>
                    <a:pt x="400037" y="371106"/>
                  </a:lnTo>
                  <a:lnTo>
                    <a:pt x="393179" y="367296"/>
                  </a:lnTo>
                  <a:lnTo>
                    <a:pt x="388607" y="359676"/>
                  </a:lnTo>
                  <a:lnTo>
                    <a:pt x="384797" y="354342"/>
                  </a:lnTo>
                  <a:lnTo>
                    <a:pt x="383273" y="346722"/>
                  </a:lnTo>
                  <a:lnTo>
                    <a:pt x="383273" y="325386"/>
                  </a:lnTo>
                  <a:lnTo>
                    <a:pt x="385559" y="317004"/>
                  </a:lnTo>
                  <a:lnTo>
                    <a:pt x="389369" y="311670"/>
                  </a:lnTo>
                  <a:lnTo>
                    <a:pt x="393941" y="307098"/>
                  </a:lnTo>
                  <a:lnTo>
                    <a:pt x="400037" y="304050"/>
                  </a:lnTo>
                  <a:lnTo>
                    <a:pt x="412991" y="304050"/>
                  </a:lnTo>
                  <a:lnTo>
                    <a:pt x="429755" y="338340"/>
                  </a:lnTo>
                  <a:lnTo>
                    <a:pt x="429755" y="285623"/>
                  </a:lnTo>
                  <a:lnTo>
                    <a:pt x="423367" y="283667"/>
                  </a:lnTo>
                  <a:lnTo>
                    <a:pt x="422897" y="283552"/>
                  </a:lnTo>
                  <a:lnTo>
                    <a:pt x="414515" y="282778"/>
                  </a:lnTo>
                  <a:lnTo>
                    <a:pt x="412991" y="282790"/>
                  </a:lnTo>
                  <a:lnTo>
                    <a:pt x="405358" y="283679"/>
                  </a:lnTo>
                  <a:lnTo>
                    <a:pt x="397370" y="286524"/>
                  </a:lnTo>
                  <a:lnTo>
                    <a:pt x="389966" y="291071"/>
                  </a:lnTo>
                  <a:lnTo>
                    <a:pt x="383273" y="297192"/>
                  </a:lnTo>
                  <a:lnTo>
                    <a:pt x="383273" y="245376"/>
                  </a:lnTo>
                  <a:lnTo>
                    <a:pt x="355079" y="245376"/>
                  </a:lnTo>
                  <a:lnTo>
                    <a:pt x="355841" y="390918"/>
                  </a:lnTo>
                  <a:lnTo>
                    <a:pt x="381749" y="390918"/>
                  </a:lnTo>
                  <a:lnTo>
                    <a:pt x="381749" y="374916"/>
                  </a:lnTo>
                  <a:lnTo>
                    <a:pt x="385559" y="381012"/>
                  </a:lnTo>
                  <a:lnTo>
                    <a:pt x="390893" y="385584"/>
                  </a:lnTo>
                  <a:lnTo>
                    <a:pt x="396989" y="388632"/>
                  </a:lnTo>
                  <a:lnTo>
                    <a:pt x="402323" y="391680"/>
                  </a:lnTo>
                  <a:lnTo>
                    <a:pt x="408419" y="393204"/>
                  </a:lnTo>
                  <a:lnTo>
                    <a:pt x="414515" y="393204"/>
                  </a:lnTo>
                  <a:lnTo>
                    <a:pt x="451319" y="370141"/>
                  </a:lnTo>
                  <a:lnTo>
                    <a:pt x="457873" y="349351"/>
                  </a:lnTo>
                  <a:lnTo>
                    <a:pt x="458711" y="336816"/>
                  </a:lnTo>
                  <a:close/>
                </a:path>
                <a:path w="2562860" h="856614">
                  <a:moveTo>
                    <a:pt x="508241" y="244614"/>
                  </a:moveTo>
                  <a:lnTo>
                    <a:pt x="480809" y="244614"/>
                  </a:lnTo>
                  <a:lnTo>
                    <a:pt x="480809" y="270522"/>
                  </a:lnTo>
                  <a:lnTo>
                    <a:pt x="508241" y="270522"/>
                  </a:lnTo>
                  <a:lnTo>
                    <a:pt x="508241" y="244614"/>
                  </a:lnTo>
                  <a:close/>
                </a:path>
                <a:path w="2562860" h="856614">
                  <a:moveTo>
                    <a:pt x="509003" y="390156"/>
                  </a:moveTo>
                  <a:lnTo>
                    <a:pt x="508241" y="285000"/>
                  </a:lnTo>
                  <a:lnTo>
                    <a:pt x="480809" y="285000"/>
                  </a:lnTo>
                  <a:lnTo>
                    <a:pt x="480809" y="390156"/>
                  </a:lnTo>
                  <a:lnTo>
                    <a:pt x="509003" y="390156"/>
                  </a:lnTo>
                  <a:close/>
                </a:path>
                <a:path w="2562860" h="856614">
                  <a:moveTo>
                    <a:pt x="531101" y="41148"/>
                  </a:moveTo>
                  <a:lnTo>
                    <a:pt x="502145" y="41148"/>
                  </a:lnTo>
                  <a:lnTo>
                    <a:pt x="482333" y="95250"/>
                  </a:lnTo>
                  <a:lnTo>
                    <a:pt x="481571" y="97536"/>
                  </a:lnTo>
                  <a:lnTo>
                    <a:pt x="480047" y="100584"/>
                  </a:lnTo>
                  <a:lnTo>
                    <a:pt x="479285" y="103632"/>
                  </a:lnTo>
                  <a:lnTo>
                    <a:pt x="479285" y="105156"/>
                  </a:lnTo>
                  <a:lnTo>
                    <a:pt x="477761" y="108204"/>
                  </a:lnTo>
                  <a:lnTo>
                    <a:pt x="476999" y="112776"/>
                  </a:lnTo>
                  <a:lnTo>
                    <a:pt x="470903" y="95250"/>
                  </a:lnTo>
                  <a:lnTo>
                    <a:pt x="451091" y="41148"/>
                  </a:lnTo>
                  <a:lnTo>
                    <a:pt x="421373" y="41148"/>
                  </a:lnTo>
                  <a:lnTo>
                    <a:pt x="464045" y="146304"/>
                  </a:lnTo>
                  <a:lnTo>
                    <a:pt x="489191" y="146304"/>
                  </a:lnTo>
                  <a:lnTo>
                    <a:pt x="531101" y="41148"/>
                  </a:lnTo>
                  <a:close/>
                </a:path>
                <a:path w="2562860" h="856614">
                  <a:moveTo>
                    <a:pt x="633209" y="316242"/>
                  </a:moveTo>
                  <a:lnTo>
                    <a:pt x="614159" y="285762"/>
                  </a:lnTo>
                  <a:lnTo>
                    <a:pt x="609587" y="283476"/>
                  </a:lnTo>
                  <a:lnTo>
                    <a:pt x="603491" y="281952"/>
                  </a:lnTo>
                  <a:lnTo>
                    <a:pt x="597395" y="281952"/>
                  </a:lnTo>
                  <a:lnTo>
                    <a:pt x="587540" y="283095"/>
                  </a:lnTo>
                  <a:lnTo>
                    <a:pt x="578535" y="286524"/>
                  </a:lnTo>
                  <a:lnTo>
                    <a:pt x="570395" y="292239"/>
                  </a:lnTo>
                  <a:lnTo>
                    <a:pt x="563105" y="300240"/>
                  </a:lnTo>
                  <a:lnTo>
                    <a:pt x="563105" y="285000"/>
                  </a:lnTo>
                  <a:lnTo>
                    <a:pt x="537197" y="285000"/>
                  </a:lnTo>
                  <a:lnTo>
                    <a:pt x="537197" y="390156"/>
                  </a:lnTo>
                  <a:lnTo>
                    <a:pt x="564629" y="390156"/>
                  </a:lnTo>
                  <a:lnTo>
                    <a:pt x="565391" y="390156"/>
                  </a:lnTo>
                  <a:lnTo>
                    <a:pt x="564629" y="342150"/>
                  </a:lnTo>
                  <a:lnTo>
                    <a:pt x="564629" y="330720"/>
                  </a:lnTo>
                  <a:lnTo>
                    <a:pt x="565391" y="322338"/>
                  </a:lnTo>
                  <a:lnTo>
                    <a:pt x="566915" y="318528"/>
                  </a:lnTo>
                  <a:lnTo>
                    <a:pt x="568439" y="313956"/>
                  </a:lnTo>
                  <a:lnTo>
                    <a:pt x="570725" y="310146"/>
                  </a:lnTo>
                  <a:lnTo>
                    <a:pt x="574535" y="307860"/>
                  </a:lnTo>
                  <a:lnTo>
                    <a:pt x="578345" y="304812"/>
                  </a:lnTo>
                  <a:lnTo>
                    <a:pt x="582917" y="303288"/>
                  </a:lnTo>
                  <a:lnTo>
                    <a:pt x="591299" y="303288"/>
                  </a:lnTo>
                  <a:lnTo>
                    <a:pt x="595109" y="304812"/>
                  </a:lnTo>
                  <a:lnTo>
                    <a:pt x="597395" y="306336"/>
                  </a:lnTo>
                  <a:lnTo>
                    <a:pt x="600443" y="307860"/>
                  </a:lnTo>
                  <a:lnTo>
                    <a:pt x="603491" y="313956"/>
                  </a:lnTo>
                  <a:lnTo>
                    <a:pt x="604253" y="317766"/>
                  </a:lnTo>
                  <a:lnTo>
                    <a:pt x="605015" y="324624"/>
                  </a:lnTo>
                  <a:lnTo>
                    <a:pt x="605015" y="336054"/>
                  </a:lnTo>
                  <a:lnTo>
                    <a:pt x="605777" y="390156"/>
                  </a:lnTo>
                  <a:lnTo>
                    <a:pt x="633209" y="390156"/>
                  </a:lnTo>
                  <a:lnTo>
                    <a:pt x="633209" y="316242"/>
                  </a:lnTo>
                  <a:close/>
                </a:path>
                <a:path w="2562860" h="856614">
                  <a:moveTo>
                    <a:pt x="640067" y="146304"/>
                  </a:moveTo>
                  <a:lnTo>
                    <a:pt x="637019" y="140970"/>
                  </a:lnTo>
                  <a:lnTo>
                    <a:pt x="635495" y="136398"/>
                  </a:lnTo>
                  <a:lnTo>
                    <a:pt x="633971" y="127254"/>
                  </a:lnTo>
                  <a:lnTo>
                    <a:pt x="633209" y="120396"/>
                  </a:lnTo>
                  <a:lnTo>
                    <a:pt x="633209" y="67056"/>
                  </a:lnTo>
                  <a:lnTo>
                    <a:pt x="632447" y="58674"/>
                  </a:lnTo>
                  <a:lnTo>
                    <a:pt x="629399" y="54102"/>
                  </a:lnTo>
                  <a:lnTo>
                    <a:pt x="627113" y="49530"/>
                  </a:lnTo>
                  <a:lnTo>
                    <a:pt x="622541" y="45720"/>
                  </a:lnTo>
                  <a:lnTo>
                    <a:pt x="616445" y="42672"/>
                  </a:lnTo>
                  <a:lnTo>
                    <a:pt x="611301" y="40678"/>
                  </a:lnTo>
                  <a:lnTo>
                    <a:pt x="606539" y="39598"/>
                  </a:lnTo>
                  <a:lnTo>
                    <a:pt x="606539" y="101346"/>
                  </a:lnTo>
                  <a:lnTo>
                    <a:pt x="606539" y="107442"/>
                  </a:lnTo>
                  <a:lnTo>
                    <a:pt x="589013" y="128778"/>
                  </a:lnTo>
                  <a:lnTo>
                    <a:pt x="579869" y="128778"/>
                  </a:lnTo>
                  <a:lnTo>
                    <a:pt x="576059" y="127254"/>
                  </a:lnTo>
                  <a:lnTo>
                    <a:pt x="573011" y="124968"/>
                  </a:lnTo>
                  <a:lnTo>
                    <a:pt x="569963" y="121920"/>
                  </a:lnTo>
                  <a:lnTo>
                    <a:pt x="568439" y="118872"/>
                  </a:lnTo>
                  <a:lnTo>
                    <a:pt x="568439" y="110490"/>
                  </a:lnTo>
                  <a:lnTo>
                    <a:pt x="596633" y="98298"/>
                  </a:lnTo>
                  <a:lnTo>
                    <a:pt x="602729" y="96774"/>
                  </a:lnTo>
                  <a:lnTo>
                    <a:pt x="605777" y="95250"/>
                  </a:lnTo>
                  <a:lnTo>
                    <a:pt x="606539" y="101346"/>
                  </a:lnTo>
                  <a:lnTo>
                    <a:pt x="606539" y="39598"/>
                  </a:lnTo>
                  <a:lnTo>
                    <a:pt x="605015" y="39243"/>
                  </a:lnTo>
                  <a:lnTo>
                    <a:pt x="597585" y="38392"/>
                  </a:lnTo>
                  <a:lnTo>
                    <a:pt x="594347" y="38277"/>
                  </a:lnTo>
                  <a:lnTo>
                    <a:pt x="587489" y="38188"/>
                  </a:lnTo>
                  <a:lnTo>
                    <a:pt x="579869" y="38620"/>
                  </a:lnTo>
                  <a:lnTo>
                    <a:pt x="545884" y="61582"/>
                  </a:lnTo>
                  <a:lnTo>
                    <a:pt x="543293" y="68580"/>
                  </a:lnTo>
                  <a:lnTo>
                    <a:pt x="568439" y="73152"/>
                  </a:lnTo>
                  <a:lnTo>
                    <a:pt x="570725" y="67818"/>
                  </a:lnTo>
                  <a:lnTo>
                    <a:pt x="573011" y="64770"/>
                  </a:lnTo>
                  <a:lnTo>
                    <a:pt x="575297" y="62484"/>
                  </a:lnTo>
                  <a:lnTo>
                    <a:pt x="578345" y="60960"/>
                  </a:lnTo>
                  <a:lnTo>
                    <a:pt x="582155" y="59436"/>
                  </a:lnTo>
                  <a:lnTo>
                    <a:pt x="594347" y="59436"/>
                  </a:lnTo>
                  <a:lnTo>
                    <a:pt x="599681" y="60960"/>
                  </a:lnTo>
                  <a:lnTo>
                    <a:pt x="601967" y="63246"/>
                  </a:lnTo>
                  <a:lnTo>
                    <a:pt x="605015" y="65532"/>
                  </a:lnTo>
                  <a:lnTo>
                    <a:pt x="605777" y="69342"/>
                  </a:lnTo>
                  <a:lnTo>
                    <a:pt x="605777" y="77724"/>
                  </a:lnTo>
                  <a:lnTo>
                    <a:pt x="569201" y="86106"/>
                  </a:lnTo>
                  <a:lnTo>
                    <a:pt x="561581" y="88392"/>
                  </a:lnTo>
                  <a:lnTo>
                    <a:pt x="540245" y="111252"/>
                  </a:lnTo>
                  <a:lnTo>
                    <a:pt x="541007" y="117348"/>
                  </a:lnTo>
                  <a:lnTo>
                    <a:pt x="541007" y="126492"/>
                  </a:lnTo>
                  <a:lnTo>
                    <a:pt x="575297" y="148539"/>
                  </a:lnTo>
                  <a:lnTo>
                    <a:pt x="582155" y="148590"/>
                  </a:lnTo>
                  <a:lnTo>
                    <a:pt x="587489" y="147828"/>
                  </a:lnTo>
                  <a:lnTo>
                    <a:pt x="592823" y="144780"/>
                  </a:lnTo>
                  <a:lnTo>
                    <a:pt x="598919" y="142494"/>
                  </a:lnTo>
                  <a:lnTo>
                    <a:pt x="603491" y="139446"/>
                  </a:lnTo>
                  <a:lnTo>
                    <a:pt x="606539" y="136842"/>
                  </a:lnTo>
                  <a:lnTo>
                    <a:pt x="608825" y="134874"/>
                  </a:lnTo>
                  <a:lnTo>
                    <a:pt x="608825" y="136398"/>
                  </a:lnTo>
                  <a:lnTo>
                    <a:pt x="609587" y="137922"/>
                  </a:lnTo>
                  <a:lnTo>
                    <a:pt x="610349" y="141732"/>
                  </a:lnTo>
                  <a:lnTo>
                    <a:pt x="611873" y="146304"/>
                  </a:lnTo>
                  <a:lnTo>
                    <a:pt x="640067" y="146304"/>
                  </a:lnTo>
                  <a:close/>
                </a:path>
                <a:path w="2562860" h="856614">
                  <a:moveTo>
                    <a:pt x="688835" y="146304"/>
                  </a:moveTo>
                  <a:lnTo>
                    <a:pt x="688073" y="0"/>
                  </a:lnTo>
                  <a:lnTo>
                    <a:pt x="660641" y="762"/>
                  </a:lnTo>
                  <a:lnTo>
                    <a:pt x="660641" y="146304"/>
                  </a:lnTo>
                  <a:lnTo>
                    <a:pt x="688835" y="146304"/>
                  </a:lnTo>
                  <a:close/>
                </a:path>
                <a:path w="2562860" h="856614">
                  <a:moveTo>
                    <a:pt x="758177" y="243852"/>
                  </a:moveTo>
                  <a:lnTo>
                    <a:pt x="730745" y="243852"/>
                  </a:lnTo>
                  <a:lnTo>
                    <a:pt x="730745" y="337578"/>
                  </a:lnTo>
                  <a:lnTo>
                    <a:pt x="730745" y="348246"/>
                  </a:lnTo>
                  <a:lnTo>
                    <a:pt x="728459" y="356628"/>
                  </a:lnTo>
                  <a:lnTo>
                    <a:pt x="719315" y="367296"/>
                  </a:lnTo>
                  <a:lnTo>
                    <a:pt x="713981" y="370344"/>
                  </a:lnTo>
                  <a:lnTo>
                    <a:pt x="699503" y="370344"/>
                  </a:lnTo>
                  <a:lnTo>
                    <a:pt x="692645" y="366534"/>
                  </a:lnTo>
                  <a:lnTo>
                    <a:pt x="688073" y="358914"/>
                  </a:lnTo>
                  <a:lnTo>
                    <a:pt x="685025" y="354342"/>
                  </a:lnTo>
                  <a:lnTo>
                    <a:pt x="683501" y="345960"/>
                  </a:lnTo>
                  <a:lnTo>
                    <a:pt x="683501" y="324624"/>
                  </a:lnTo>
                  <a:lnTo>
                    <a:pt x="685787" y="316242"/>
                  </a:lnTo>
                  <a:lnTo>
                    <a:pt x="694931" y="305574"/>
                  </a:lnTo>
                  <a:lnTo>
                    <a:pt x="700265" y="303288"/>
                  </a:lnTo>
                  <a:lnTo>
                    <a:pt x="713981" y="303288"/>
                  </a:lnTo>
                  <a:lnTo>
                    <a:pt x="730745" y="337578"/>
                  </a:lnTo>
                  <a:lnTo>
                    <a:pt x="730745" y="243852"/>
                  </a:lnTo>
                  <a:lnTo>
                    <a:pt x="729983" y="243852"/>
                  </a:lnTo>
                  <a:lnTo>
                    <a:pt x="729983" y="296430"/>
                  </a:lnTo>
                  <a:lnTo>
                    <a:pt x="723303" y="289979"/>
                  </a:lnTo>
                  <a:lnTo>
                    <a:pt x="715886" y="285470"/>
                  </a:lnTo>
                  <a:lnTo>
                    <a:pt x="707910" y="282816"/>
                  </a:lnTo>
                  <a:lnTo>
                    <a:pt x="699503" y="281952"/>
                  </a:lnTo>
                  <a:lnTo>
                    <a:pt x="690219" y="282803"/>
                  </a:lnTo>
                  <a:lnTo>
                    <a:pt x="658266" y="313093"/>
                  </a:lnTo>
                  <a:lnTo>
                    <a:pt x="655307" y="336816"/>
                  </a:lnTo>
                  <a:lnTo>
                    <a:pt x="656158" y="349237"/>
                  </a:lnTo>
                  <a:lnTo>
                    <a:pt x="674966" y="384073"/>
                  </a:lnTo>
                  <a:lnTo>
                    <a:pt x="683501" y="388988"/>
                  </a:lnTo>
                  <a:lnTo>
                    <a:pt x="690664" y="391464"/>
                  </a:lnTo>
                  <a:lnTo>
                    <a:pt x="699503" y="392442"/>
                  </a:lnTo>
                  <a:lnTo>
                    <a:pt x="705599" y="392442"/>
                  </a:lnTo>
                  <a:lnTo>
                    <a:pt x="710933" y="390918"/>
                  </a:lnTo>
                  <a:lnTo>
                    <a:pt x="723125" y="384822"/>
                  </a:lnTo>
                  <a:lnTo>
                    <a:pt x="727697" y="380250"/>
                  </a:lnTo>
                  <a:lnTo>
                    <a:pt x="730745" y="376186"/>
                  </a:lnTo>
                  <a:lnTo>
                    <a:pt x="732269" y="374154"/>
                  </a:lnTo>
                  <a:lnTo>
                    <a:pt x="732269" y="389394"/>
                  </a:lnTo>
                  <a:lnTo>
                    <a:pt x="758177" y="389394"/>
                  </a:lnTo>
                  <a:lnTo>
                    <a:pt x="758177" y="243852"/>
                  </a:lnTo>
                  <a:close/>
                </a:path>
                <a:path w="2562860" h="856614">
                  <a:moveTo>
                    <a:pt x="812279" y="40386"/>
                  </a:moveTo>
                  <a:lnTo>
                    <a:pt x="784085" y="40386"/>
                  </a:lnTo>
                  <a:lnTo>
                    <a:pt x="784847" y="84582"/>
                  </a:lnTo>
                  <a:lnTo>
                    <a:pt x="784707" y="94881"/>
                  </a:lnTo>
                  <a:lnTo>
                    <a:pt x="774941" y="122682"/>
                  </a:lnTo>
                  <a:lnTo>
                    <a:pt x="771131" y="125730"/>
                  </a:lnTo>
                  <a:lnTo>
                    <a:pt x="766559" y="126492"/>
                  </a:lnTo>
                  <a:lnTo>
                    <a:pt x="761987" y="126492"/>
                  </a:lnTo>
                  <a:lnTo>
                    <a:pt x="758177" y="127254"/>
                  </a:lnTo>
                  <a:lnTo>
                    <a:pt x="744461" y="88392"/>
                  </a:lnTo>
                  <a:lnTo>
                    <a:pt x="744461" y="40386"/>
                  </a:lnTo>
                  <a:lnTo>
                    <a:pt x="716267" y="40386"/>
                  </a:lnTo>
                  <a:lnTo>
                    <a:pt x="716267" y="117348"/>
                  </a:lnTo>
                  <a:lnTo>
                    <a:pt x="717791" y="124968"/>
                  </a:lnTo>
                  <a:lnTo>
                    <a:pt x="744461" y="147828"/>
                  </a:lnTo>
                  <a:lnTo>
                    <a:pt x="758939" y="147828"/>
                  </a:lnTo>
                  <a:lnTo>
                    <a:pt x="784847" y="131978"/>
                  </a:lnTo>
                  <a:lnTo>
                    <a:pt x="786371" y="129540"/>
                  </a:lnTo>
                  <a:lnTo>
                    <a:pt x="786371" y="145542"/>
                  </a:lnTo>
                  <a:lnTo>
                    <a:pt x="812279" y="145542"/>
                  </a:lnTo>
                  <a:lnTo>
                    <a:pt x="812279" y="40386"/>
                  </a:lnTo>
                  <a:close/>
                </a:path>
                <a:path w="2562860" h="856614">
                  <a:moveTo>
                    <a:pt x="813041" y="243852"/>
                  </a:moveTo>
                  <a:lnTo>
                    <a:pt x="785609" y="243852"/>
                  </a:lnTo>
                  <a:lnTo>
                    <a:pt x="785609" y="269760"/>
                  </a:lnTo>
                  <a:lnTo>
                    <a:pt x="813041" y="269760"/>
                  </a:lnTo>
                  <a:lnTo>
                    <a:pt x="813041" y="243852"/>
                  </a:lnTo>
                  <a:close/>
                </a:path>
                <a:path w="2562860" h="856614">
                  <a:moveTo>
                    <a:pt x="813803" y="389394"/>
                  </a:moveTo>
                  <a:lnTo>
                    <a:pt x="813041" y="284238"/>
                  </a:lnTo>
                  <a:lnTo>
                    <a:pt x="785609" y="284238"/>
                  </a:lnTo>
                  <a:lnTo>
                    <a:pt x="785609" y="389394"/>
                  </a:lnTo>
                  <a:lnTo>
                    <a:pt x="813803" y="389394"/>
                  </a:lnTo>
                  <a:close/>
                </a:path>
                <a:path w="2562860" h="856614">
                  <a:moveTo>
                    <a:pt x="931913" y="100584"/>
                  </a:moveTo>
                  <a:lnTo>
                    <a:pt x="924204" y="61582"/>
                  </a:lnTo>
                  <a:lnTo>
                    <a:pt x="903719" y="41935"/>
                  </a:lnTo>
                  <a:lnTo>
                    <a:pt x="903719" y="75438"/>
                  </a:lnTo>
                  <a:lnTo>
                    <a:pt x="903719" y="83820"/>
                  </a:lnTo>
                  <a:lnTo>
                    <a:pt x="862571" y="83820"/>
                  </a:lnTo>
                  <a:lnTo>
                    <a:pt x="861809" y="76200"/>
                  </a:lnTo>
                  <a:lnTo>
                    <a:pt x="864095" y="70104"/>
                  </a:lnTo>
                  <a:lnTo>
                    <a:pt x="871715" y="60960"/>
                  </a:lnTo>
                  <a:lnTo>
                    <a:pt x="877049" y="58674"/>
                  </a:lnTo>
                  <a:lnTo>
                    <a:pt x="888479" y="58674"/>
                  </a:lnTo>
                  <a:lnTo>
                    <a:pt x="893813" y="60960"/>
                  </a:lnTo>
                  <a:lnTo>
                    <a:pt x="897623" y="64770"/>
                  </a:lnTo>
                  <a:lnTo>
                    <a:pt x="901433" y="69342"/>
                  </a:lnTo>
                  <a:lnTo>
                    <a:pt x="903719" y="75438"/>
                  </a:lnTo>
                  <a:lnTo>
                    <a:pt x="903719" y="41935"/>
                  </a:lnTo>
                  <a:lnTo>
                    <a:pt x="902487" y="41249"/>
                  </a:lnTo>
                  <a:lnTo>
                    <a:pt x="892594" y="38328"/>
                  </a:lnTo>
                  <a:lnTo>
                    <a:pt x="881621" y="37338"/>
                  </a:lnTo>
                  <a:lnTo>
                    <a:pt x="871334" y="38328"/>
                  </a:lnTo>
                  <a:lnTo>
                    <a:pt x="836282" y="70294"/>
                  </a:lnTo>
                  <a:lnTo>
                    <a:pt x="832853" y="93726"/>
                  </a:lnTo>
                  <a:lnTo>
                    <a:pt x="833564" y="104152"/>
                  </a:lnTo>
                  <a:lnTo>
                    <a:pt x="860666" y="143256"/>
                  </a:lnTo>
                  <a:lnTo>
                    <a:pt x="884669" y="147828"/>
                  </a:lnTo>
                  <a:lnTo>
                    <a:pt x="892594" y="147294"/>
                  </a:lnTo>
                  <a:lnTo>
                    <a:pt x="927239" y="123596"/>
                  </a:lnTo>
                  <a:lnTo>
                    <a:pt x="930389" y="116586"/>
                  </a:lnTo>
                  <a:lnTo>
                    <a:pt x="902195" y="112014"/>
                  </a:lnTo>
                  <a:lnTo>
                    <a:pt x="900671" y="117348"/>
                  </a:lnTo>
                  <a:lnTo>
                    <a:pt x="898385" y="121158"/>
                  </a:lnTo>
                  <a:lnTo>
                    <a:pt x="896099" y="123444"/>
                  </a:lnTo>
                  <a:lnTo>
                    <a:pt x="893051" y="125730"/>
                  </a:lnTo>
                  <a:lnTo>
                    <a:pt x="889241" y="127254"/>
                  </a:lnTo>
                  <a:lnTo>
                    <a:pt x="878573" y="127254"/>
                  </a:lnTo>
                  <a:lnTo>
                    <a:pt x="873239" y="124968"/>
                  </a:lnTo>
                  <a:lnTo>
                    <a:pt x="864095" y="115824"/>
                  </a:lnTo>
                  <a:lnTo>
                    <a:pt x="861809" y="108966"/>
                  </a:lnTo>
                  <a:lnTo>
                    <a:pt x="861809" y="100584"/>
                  </a:lnTo>
                  <a:lnTo>
                    <a:pt x="903719" y="100584"/>
                  </a:lnTo>
                  <a:lnTo>
                    <a:pt x="931913" y="100584"/>
                  </a:lnTo>
                  <a:close/>
                </a:path>
                <a:path w="2562860" h="856614">
                  <a:moveTo>
                    <a:pt x="938009" y="315480"/>
                  </a:moveTo>
                  <a:lnTo>
                    <a:pt x="914387" y="282714"/>
                  </a:lnTo>
                  <a:lnTo>
                    <a:pt x="908291" y="281190"/>
                  </a:lnTo>
                  <a:lnTo>
                    <a:pt x="902195" y="281190"/>
                  </a:lnTo>
                  <a:lnTo>
                    <a:pt x="892340" y="282333"/>
                  </a:lnTo>
                  <a:lnTo>
                    <a:pt x="883335" y="285762"/>
                  </a:lnTo>
                  <a:lnTo>
                    <a:pt x="875195" y="291477"/>
                  </a:lnTo>
                  <a:lnTo>
                    <a:pt x="867905" y="299478"/>
                  </a:lnTo>
                  <a:lnTo>
                    <a:pt x="867905" y="283476"/>
                  </a:lnTo>
                  <a:lnTo>
                    <a:pt x="841997" y="283476"/>
                  </a:lnTo>
                  <a:lnTo>
                    <a:pt x="841997" y="389394"/>
                  </a:lnTo>
                  <a:lnTo>
                    <a:pt x="869429" y="389394"/>
                  </a:lnTo>
                  <a:lnTo>
                    <a:pt x="870191" y="389394"/>
                  </a:lnTo>
                  <a:lnTo>
                    <a:pt x="869429" y="341388"/>
                  </a:lnTo>
                  <a:lnTo>
                    <a:pt x="869429" y="329958"/>
                  </a:lnTo>
                  <a:lnTo>
                    <a:pt x="887717" y="302526"/>
                  </a:lnTo>
                  <a:lnTo>
                    <a:pt x="896099" y="302526"/>
                  </a:lnTo>
                  <a:lnTo>
                    <a:pt x="899909" y="303288"/>
                  </a:lnTo>
                  <a:lnTo>
                    <a:pt x="902195" y="305574"/>
                  </a:lnTo>
                  <a:lnTo>
                    <a:pt x="905243" y="307098"/>
                  </a:lnTo>
                  <a:lnTo>
                    <a:pt x="908291" y="313194"/>
                  </a:lnTo>
                  <a:lnTo>
                    <a:pt x="909053" y="316242"/>
                  </a:lnTo>
                  <a:lnTo>
                    <a:pt x="909815" y="323862"/>
                  </a:lnTo>
                  <a:lnTo>
                    <a:pt x="909815" y="335292"/>
                  </a:lnTo>
                  <a:lnTo>
                    <a:pt x="910577" y="389394"/>
                  </a:lnTo>
                  <a:lnTo>
                    <a:pt x="938009" y="389394"/>
                  </a:lnTo>
                  <a:lnTo>
                    <a:pt x="938009" y="315480"/>
                  </a:lnTo>
                  <a:close/>
                </a:path>
                <a:path w="2562860" h="856614">
                  <a:moveTo>
                    <a:pt x="1062977" y="283476"/>
                  </a:moveTo>
                  <a:lnTo>
                    <a:pt x="1036307" y="283476"/>
                  </a:lnTo>
                  <a:lnTo>
                    <a:pt x="1036307" y="297954"/>
                  </a:lnTo>
                  <a:lnTo>
                    <a:pt x="1035545" y="297116"/>
                  </a:lnTo>
                  <a:lnTo>
                    <a:pt x="1035545" y="323862"/>
                  </a:lnTo>
                  <a:lnTo>
                    <a:pt x="1035545" y="345198"/>
                  </a:lnTo>
                  <a:lnTo>
                    <a:pt x="1033259" y="352818"/>
                  </a:lnTo>
                  <a:lnTo>
                    <a:pt x="1024115" y="363486"/>
                  </a:lnTo>
                  <a:lnTo>
                    <a:pt x="1018019" y="366534"/>
                  </a:lnTo>
                  <a:lnTo>
                    <a:pt x="1005065" y="366534"/>
                  </a:lnTo>
                  <a:lnTo>
                    <a:pt x="988301" y="333768"/>
                  </a:lnTo>
                  <a:lnTo>
                    <a:pt x="988301" y="323100"/>
                  </a:lnTo>
                  <a:lnTo>
                    <a:pt x="990587" y="315480"/>
                  </a:lnTo>
                  <a:lnTo>
                    <a:pt x="995159" y="310146"/>
                  </a:lnTo>
                  <a:lnTo>
                    <a:pt x="998969" y="304812"/>
                  </a:lnTo>
                  <a:lnTo>
                    <a:pt x="1005065" y="302526"/>
                  </a:lnTo>
                  <a:lnTo>
                    <a:pt x="1018781" y="302526"/>
                  </a:lnTo>
                  <a:lnTo>
                    <a:pt x="1024115" y="304812"/>
                  </a:lnTo>
                  <a:lnTo>
                    <a:pt x="1033259" y="315480"/>
                  </a:lnTo>
                  <a:lnTo>
                    <a:pt x="1035545" y="323862"/>
                  </a:lnTo>
                  <a:lnTo>
                    <a:pt x="1035545" y="297116"/>
                  </a:lnTo>
                  <a:lnTo>
                    <a:pt x="1003541" y="281254"/>
                  </a:lnTo>
                  <a:lnTo>
                    <a:pt x="995133" y="282041"/>
                  </a:lnTo>
                  <a:lnTo>
                    <a:pt x="963066" y="312242"/>
                  </a:lnTo>
                  <a:lnTo>
                    <a:pt x="960107" y="335292"/>
                  </a:lnTo>
                  <a:lnTo>
                    <a:pt x="960691" y="345592"/>
                  </a:lnTo>
                  <a:lnTo>
                    <a:pt x="984491" y="384441"/>
                  </a:lnTo>
                  <a:lnTo>
                    <a:pt x="988301" y="385787"/>
                  </a:lnTo>
                  <a:lnTo>
                    <a:pt x="993381" y="387604"/>
                  </a:lnTo>
                  <a:lnTo>
                    <a:pt x="1003541" y="388632"/>
                  </a:lnTo>
                  <a:lnTo>
                    <a:pt x="1012710" y="387616"/>
                  </a:lnTo>
                  <a:lnTo>
                    <a:pt x="1020876" y="384530"/>
                  </a:lnTo>
                  <a:lnTo>
                    <a:pt x="1028192" y="379298"/>
                  </a:lnTo>
                  <a:lnTo>
                    <a:pt x="1034783" y="371868"/>
                  </a:lnTo>
                  <a:lnTo>
                    <a:pt x="1034783" y="397776"/>
                  </a:lnTo>
                  <a:lnTo>
                    <a:pt x="1019543" y="409968"/>
                  </a:lnTo>
                  <a:lnTo>
                    <a:pt x="1006589" y="409968"/>
                  </a:lnTo>
                  <a:lnTo>
                    <a:pt x="1002017" y="409206"/>
                  </a:lnTo>
                  <a:lnTo>
                    <a:pt x="997445" y="406158"/>
                  </a:lnTo>
                  <a:lnTo>
                    <a:pt x="995921" y="403110"/>
                  </a:lnTo>
                  <a:lnTo>
                    <a:pt x="995921" y="400062"/>
                  </a:lnTo>
                  <a:lnTo>
                    <a:pt x="963917" y="396252"/>
                  </a:lnTo>
                  <a:lnTo>
                    <a:pt x="963917" y="399300"/>
                  </a:lnTo>
                  <a:lnTo>
                    <a:pt x="964641" y="405980"/>
                  </a:lnTo>
                  <a:lnTo>
                    <a:pt x="1000747" y="431165"/>
                  </a:lnTo>
                  <a:lnTo>
                    <a:pt x="1022591" y="431304"/>
                  </a:lnTo>
                  <a:lnTo>
                    <a:pt x="1030211" y="430542"/>
                  </a:lnTo>
                  <a:lnTo>
                    <a:pt x="1034783" y="428828"/>
                  </a:lnTo>
                  <a:lnTo>
                    <a:pt x="1035545" y="428536"/>
                  </a:lnTo>
                  <a:lnTo>
                    <a:pt x="1036307" y="428256"/>
                  </a:lnTo>
                  <a:lnTo>
                    <a:pt x="1062316" y="394055"/>
                  </a:lnTo>
                  <a:lnTo>
                    <a:pt x="1062977" y="377964"/>
                  </a:lnTo>
                  <a:lnTo>
                    <a:pt x="1062977" y="283476"/>
                  </a:lnTo>
                  <a:close/>
                </a:path>
                <a:path w="2562860" h="856614">
                  <a:moveTo>
                    <a:pt x="2562606" y="850392"/>
                  </a:moveTo>
                  <a:lnTo>
                    <a:pt x="2500884" y="777240"/>
                  </a:lnTo>
                  <a:lnTo>
                    <a:pt x="2489454" y="803656"/>
                  </a:lnTo>
                  <a:lnTo>
                    <a:pt x="2468880" y="794766"/>
                  </a:lnTo>
                  <a:lnTo>
                    <a:pt x="2430780" y="778002"/>
                  </a:lnTo>
                  <a:lnTo>
                    <a:pt x="2391156" y="759714"/>
                  </a:lnTo>
                  <a:lnTo>
                    <a:pt x="2346502" y="739609"/>
                  </a:lnTo>
                  <a:lnTo>
                    <a:pt x="2301913" y="719378"/>
                  </a:lnTo>
                  <a:lnTo>
                    <a:pt x="2257361" y="699058"/>
                  </a:lnTo>
                  <a:lnTo>
                    <a:pt x="2079332" y="617397"/>
                  </a:lnTo>
                  <a:lnTo>
                    <a:pt x="1990242" y="576757"/>
                  </a:lnTo>
                  <a:lnTo>
                    <a:pt x="1945627" y="556577"/>
                  </a:lnTo>
                  <a:lnTo>
                    <a:pt x="1900961" y="536524"/>
                  </a:lnTo>
                  <a:lnTo>
                    <a:pt x="1856232" y="516636"/>
                  </a:lnTo>
                  <a:lnTo>
                    <a:pt x="1748790" y="469392"/>
                  </a:lnTo>
                  <a:lnTo>
                    <a:pt x="1641348" y="423672"/>
                  </a:lnTo>
                  <a:lnTo>
                    <a:pt x="1593062" y="403402"/>
                  </a:lnTo>
                  <a:lnTo>
                    <a:pt x="1544624" y="383374"/>
                  </a:lnTo>
                  <a:lnTo>
                    <a:pt x="1496021" y="363651"/>
                  </a:lnTo>
                  <a:lnTo>
                    <a:pt x="1447253" y="344309"/>
                  </a:lnTo>
                  <a:lnTo>
                    <a:pt x="1398308" y="325399"/>
                  </a:lnTo>
                  <a:lnTo>
                    <a:pt x="1349171" y="306997"/>
                  </a:lnTo>
                  <a:lnTo>
                    <a:pt x="1299832" y="289153"/>
                  </a:lnTo>
                  <a:lnTo>
                    <a:pt x="1250289" y="271957"/>
                  </a:lnTo>
                  <a:lnTo>
                    <a:pt x="1200531" y="255447"/>
                  </a:lnTo>
                  <a:lnTo>
                    <a:pt x="1150543" y="239712"/>
                  </a:lnTo>
                  <a:lnTo>
                    <a:pt x="1100328" y="224790"/>
                  </a:lnTo>
                  <a:lnTo>
                    <a:pt x="1059180" y="214122"/>
                  </a:lnTo>
                  <a:lnTo>
                    <a:pt x="1018794" y="204978"/>
                  </a:lnTo>
                  <a:lnTo>
                    <a:pt x="979170" y="196596"/>
                  </a:lnTo>
                  <a:lnTo>
                    <a:pt x="938784" y="189738"/>
                  </a:lnTo>
                  <a:lnTo>
                    <a:pt x="890727" y="182651"/>
                  </a:lnTo>
                  <a:lnTo>
                    <a:pt x="842530" y="176847"/>
                  </a:lnTo>
                  <a:lnTo>
                    <a:pt x="794207" y="172262"/>
                  </a:lnTo>
                  <a:lnTo>
                    <a:pt x="745782" y="168859"/>
                  </a:lnTo>
                  <a:lnTo>
                    <a:pt x="697293" y="166560"/>
                  </a:lnTo>
                  <a:lnTo>
                    <a:pt x="648754" y="165315"/>
                  </a:lnTo>
                  <a:lnTo>
                    <a:pt x="600176" y="165087"/>
                  </a:lnTo>
                  <a:lnTo>
                    <a:pt x="551611" y="165785"/>
                  </a:lnTo>
                  <a:lnTo>
                    <a:pt x="503059" y="167373"/>
                  </a:lnTo>
                  <a:lnTo>
                    <a:pt x="454558" y="169786"/>
                  </a:lnTo>
                  <a:lnTo>
                    <a:pt x="406146" y="172974"/>
                  </a:lnTo>
                  <a:lnTo>
                    <a:pt x="339852" y="177546"/>
                  </a:lnTo>
                  <a:lnTo>
                    <a:pt x="285902" y="182664"/>
                  </a:lnTo>
                  <a:lnTo>
                    <a:pt x="231965" y="187934"/>
                  </a:lnTo>
                  <a:lnTo>
                    <a:pt x="178028" y="193167"/>
                  </a:lnTo>
                  <a:lnTo>
                    <a:pt x="124079" y="198158"/>
                  </a:lnTo>
                  <a:lnTo>
                    <a:pt x="70104" y="202692"/>
                  </a:lnTo>
                  <a:lnTo>
                    <a:pt x="50292" y="203454"/>
                  </a:lnTo>
                  <a:lnTo>
                    <a:pt x="32004" y="204190"/>
                  </a:lnTo>
                  <a:lnTo>
                    <a:pt x="0" y="204216"/>
                  </a:lnTo>
                  <a:lnTo>
                    <a:pt x="762" y="233172"/>
                  </a:lnTo>
                  <a:lnTo>
                    <a:pt x="32004" y="233172"/>
                  </a:lnTo>
                  <a:lnTo>
                    <a:pt x="51054" y="232410"/>
                  </a:lnTo>
                  <a:lnTo>
                    <a:pt x="103289" y="227914"/>
                  </a:lnTo>
                  <a:lnTo>
                    <a:pt x="155105" y="223266"/>
                  </a:lnTo>
                  <a:lnTo>
                    <a:pt x="206552" y="218554"/>
                  </a:lnTo>
                  <a:lnTo>
                    <a:pt x="257695" y="213931"/>
                  </a:lnTo>
                  <a:lnTo>
                    <a:pt x="308597" y="209511"/>
                  </a:lnTo>
                  <a:lnTo>
                    <a:pt x="359308" y="205409"/>
                  </a:lnTo>
                  <a:lnTo>
                    <a:pt x="409879" y="201739"/>
                  </a:lnTo>
                  <a:lnTo>
                    <a:pt x="460375" y="198628"/>
                  </a:lnTo>
                  <a:lnTo>
                    <a:pt x="510857" y="196202"/>
                  </a:lnTo>
                  <a:lnTo>
                    <a:pt x="561365" y="194576"/>
                  </a:lnTo>
                  <a:lnTo>
                    <a:pt x="611987" y="193865"/>
                  </a:lnTo>
                  <a:lnTo>
                    <a:pt x="662762" y="194195"/>
                  </a:lnTo>
                  <a:lnTo>
                    <a:pt x="713740" y="195694"/>
                  </a:lnTo>
                  <a:lnTo>
                    <a:pt x="764984" y="198475"/>
                  </a:lnTo>
                  <a:lnTo>
                    <a:pt x="816559" y="202653"/>
                  </a:lnTo>
                  <a:lnTo>
                    <a:pt x="868527" y="208343"/>
                  </a:lnTo>
                  <a:lnTo>
                    <a:pt x="920927" y="215696"/>
                  </a:lnTo>
                  <a:lnTo>
                    <a:pt x="973836" y="224790"/>
                  </a:lnTo>
                  <a:lnTo>
                    <a:pt x="1013460" y="233172"/>
                  </a:lnTo>
                  <a:lnTo>
                    <a:pt x="1053084" y="242316"/>
                  </a:lnTo>
                  <a:lnTo>
                    <a:pt x="1093470" y="252984"/>
                  </a:lnTo>
                  <a:lnTo>
                    <a:pt x="1143215" y="267347"/>
                  </a:lnTo>
                  <a:lnTo>
                    <a:pt x="1192809" y="282740"/>
                  </a:lnTo>
                  <a:lnTo>
                    <a:pt x="1242250" y="299059"/>
                  </a:lnTo>
                  <a:lnTo>
                    <a:pt x="1291526" y="316191"/>
                  </a:lnTo>
                  <a:lnTo>
                    <a:pt x="1340612" y="334048"/>
                  </a:lnTo>
                  <a:lnTo>
                    <a:pt x="1389507" y="352513"/>
                  </a:lnTo>
                  <a:lnTo>
                    <a:pt x="1438198" y="371487"/>
                  </a:lnTo>
                  <a:lnTo>
                    <a:pt x="1486674" y="390855"/>
                  </a:lnTo>
                  <a:lnTo>
                    <a:pt x="1534922" y="410527"/>
                  </a:lnTo>
                  <a:lnTo>
                    <a:pt x="1582928" y="430390"/>
                  </a:lnTo>
                  <a:lnTo>
                    <a:pt x="1630680" y="450342"/>
                  </a:lnTo>
                  <a:lnTo>
                    <a:pt x="1737360" y="496062"/>
                  </a:lnTo>
                  <a:lnTo>
                    <a:pt x="1844802" y="543306"/>
                  </a:lnTo>
                  <a:lnTo>
                    <a:pt x="1889531" y="563079"/>
                  </a:lnTo>
                  <a:lnTo>
                    <a:pt x="1934184" y="583006"/>
                  </a:lnTo>
                  <a:lnTo>
                    <a:pt x="1978761" y="603072"/>
                  </a:lnTo>
                  <a:lnTo>
                    <a:pt x="2023275" y="623239"/>
                  </a:lnTo>
                  <a:lnTo>
                    <a:pt x="2289911" y="745223"/>
                  </a:lnTo>
                  <a:lnTo>
                    <a:pt x="2334399" y="765467"/>
                  </a:lnTo>
                  <a:lnTo>
                    <a:pt x="2419350" y="803910"/>
                  </a:lnTo>
                  <a:lnTo>
                    <a:pt x="2456688" y="820674"/>
                  </a:lnTo>
                  <a:lnTo>
                    <a:pt x="2478163" y="829754"/>
                  </a:lnTo>
                  <a:lnTo>
                    <a:pt x="2466594" y="856488"/>
                  </a:lnTo>
                  <a:lnTo>
                    <a:pt x="2502408" y="854214"/>
                  </a:lnTo>
                  <a:lnTo>
                    <a:pt x="2562606" y="850392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wipe dir="l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236982"/>
            <a:ext cx="1433322" cy="895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7" y="300227"/>
            <a:ext cx="1334192" cy="855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23127" y="2768599"/>
            <a:ext cx="4094479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00"/>
              </a:spcBef>
            </a:pPr>
            <a:r>
              <a:rPr dirty="0"/>
              <a:t>SysML</a:t>
            </a:r>
            <a:r>
              <a:rPr dirty="0" spc="-55"/>
              <a:t> </a:t>
            </a:r>
            <a:r>
              <a:rPr dirty="0"/>
              <a:t>Modeling</a:t>
            </a:r>
          </a:p>
          <a:p>
            <a:pPr algn="ctr">
              <a:lnSpc>
                <a:spcPct val="100000"/>
              </a:lnSpc>
            </a:pPr>
            <a:r>
              <a:rPr dirty="0" spc="-5"/>
              <a:t>as</a:t>
            </a:r>
            <a:r>
              <a:rPr dirty="0" spc="-25"/>
              <a:t> </a:t>
            </a:r>
            <a:r>
              <a:rPr dirty="0" spc="-5"/>
              <a:t>Part</a:t>
            </a:r>
            <a:r>
              <a:rPr dirty="0" spc="-20"/>
              <a:t> </a:t>
            </a:r>
            <a:r>
              <a:rPr dirty="0" spc="-5"/>
              <a:t>of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5"/>
              <a:t>SE</a:t>
            </a:r>
            <a:r>
              <a:rPr dirty="0" spc="-25"/>
              <a:t> </a:t>
            </a:r>
            <a:r>
              <a:rPr dirty="0" spc="-5"/>
              <a:t>Process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236982"/>
            <a:ext cx="1433322" cy="895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7" y="300227"/>
            <a:ext cx="1334192" cy="855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10104" y="2981960"/>
            <a:ext cx="392366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45"/>
              <a:t> </a:t>
            </a:r>
            <a:r>
              <a:rPr dirty="0"/>
              <a:t>Sample</a:t>
            </a:r>
            <a:r>
              <a:rPr dirty="0" spc="-35"/>
              <a:t> </a:t>
            </a:r>
            <a:r>
              <a:rPr dirty="0"/>
              <a:t>Problem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03093" y="4190491"/>
            <a:ext cx="3936365" cy="9036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2400" spc="-5">
                <a:latin typeface="Arial MT"/>
                <a:cs typeface="Arial MT"/>
              </a:rPr>
              <a:t>Refer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to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Chapter 15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latin typeface="Arial MT"/>
                <a:cs typeface="Arial MT"/>
              </a:rPr>
              <a:t>“A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Practical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Guide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to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SysML”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9677" y="411734"/>
            <a:ext cx="433959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45"/>
              <a:t> </a:t>
            </a:r>
            <a:r>
              <a:rPr dirty="0"/>
              <a:t>Problem</a:t>
            </a:r>
            <a:r>
              <a:rPr dirty="0" spc="-35"/>
              <a:t> </a:t>
            </a:r>
            <a:r>
              <a:rPr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269360"/>
            <a:ext cx="7673975" cy="196088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29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600" spc="-5">
                <a:latin typeface="Arial MT"/>
                <a:cs typeface="Arial MT"/>
              </a:rPr>
              <a:t>The following problem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was posed to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the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SysMLteam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in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Dec ’05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by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D. Oliver:</a:t>
            </a:r>
            <a:endParaRPr sz="16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19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600" spc="-5">
                <a:latin typeface="Arial MT"/>
                <a:cs typeface="Arial MT"/>
              </a:rPr>
              <a:t>Describe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 </a:t>
            </a:r>
            <a:r>
              <a:rPr dirty="0" sz="1600" spc="-5">
                <a:latin typeface="Arial MT"/>
                <a:cs typeface="Arial MT"/>
              </a:rPr>
              <a:t>system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for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purifying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dirty</a:t>
            </a:r>
            <a:r>
              <a:rPr dirty="0" sz="160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water.</a:t>
            </a:r>
            <a:endParaRPr sz="1600">
              <a:latin typeface="Arial MT"/>
              <a:cs typeface="Arial MT"/>
            </a:endParaRPr>
          </a:p>
          <a:p>
            <a:pPr lvl="1" marL="755015" indent="-286385">
              <a:lnSpc>
                <a:spcPct val="100000"/>
              </a:lnSpc>
              <a:spcBef>
                <a:spcPts val="1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400" spc="-5">
                <a:latin typeface="Arial MT"/>
                <a:cs typeface="Arial MT"/>
              </a:rPr>
              <a:t>Heat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dirty water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and condense steam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are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performed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Counter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Flow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Heat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Exchanger</a:t>
            </a:r>
            <a:endParaRPr sz="1400">
              <a:latin typeface="Arial MT"/>
              <a:cs typeface="Arial MT"/>
            </a:endParaRPr>
          </a:p>
          <a:p>
            <a:pPr lvl="1" marL="755015" indent="-286385">
              <a:lnSpc>
                <a:spcPct val="100000"/>
              </a:lnSpc>
              <a:spcBef>
                <a:spcPts val="16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400" spc="-5">
                <a:latin typeface="Arial MT"/>
                <a:cs typeface="Arial MT"/>
              </a:rPr>
              <a:t>Boil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dirty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water is performed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a Boiler</a:t>
            </a:r>
            <a:endParaRPr sz="1400">
              <a:latin typeface="Arial MT"/>
              <a:cs typeface="Arial MT"/>
            </a:endParaRPr>
          </a:p>
          <a:p>
            <a:pPr lvl="1" marL="755015" indent="-286385">
              <a:lnSpc>
                <a:spcPct val="100000"/>
              </a:lnSpc>
              <a:spcBef>
                <a:spcPts val="17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400" spc="-5">
                <a:latin typeface="Arial MT"/>
                <a:cs typeface="Arial MT"/>
              </a:rPr>
              <a:t>Drain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residue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is performed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Drain</a:t>
            </a:r>
            <a:endParaRPr sz="1400">
              <a:latin typeface="Arial MT"/>
              <a:cs typeface="Arial MT"/>
            </a:endParaRPr>
          </a:p>
          <a:p>
            <a:pPr lvl="1" marL="755015" marR="157480" indent="-285750">
              <a:lnSpc>
                <a:spcPts val="1510"/>
              </a:lnSpc>
              <a:spcBef>
                <a:spcPts val="36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400" spc="-5">
                <a:latin typeface="Arial MT"/>
                <a:cs typeface="Arial MT"/>
              </a:rPr>
              <a:t>The water has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properties: vol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=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1 liter, density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1 gm/cm3, temp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 deg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C,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specific heat </a:t>
            </a:r>
            <a:r>
              <a:rPr dirty="0" sz="1400" spc="-37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1cal/gm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deg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C,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heat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of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vaporization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540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cal/gm.</a:t>
            </a:r>
            <a:endParaRPr sz="14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1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600">
                <a:latin typeface="Arial MT"/>
                <a:cs typeface="Arial MT"/>
              </a:rPr>
              <a:t>A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crude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behavior diagram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is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shown.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0" y="3135629"/>
            <a:ext cx="5486400" cy="243687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63930" y="5676900"/>
            <a:ext cx="6959600" cy="775335"/>
            <a:chOff x="963930" y="5676900"/>
            <a:chExt cx="6959600" cy="7753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7082" y="5750814"/>
              <a:ext cx="6813042" cy="6278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3930" y="5676900"/>
              <a:ext cx="6959346" cy="739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3930" y="6378701"/>
              <a:ext cx="6959346" cy="731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3930" y="5676900"/>
              <a:ext cx="73151" cy="77495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50123" y="5676900"/>
              <a:ext cx="73151" cy="77495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249677" y="5684010"/>
            <a:ext cx="43872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060" marR="5080" indent="-8699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Tahoma"/>
                <a:cs typeface="Tahoma"/>
              </a:rPr>
              <a:t>What </a:t>
            </a:r>
            <a:r>
              <a:rPr dirty="0" sz="2400" spc="-10">
                <a:solidFill>
                  <a:srgbClr val="FFFFFF"/>
                </a:solidFill>
                <a:latin typeface="Tahoma"/>
                <a:cs typeface="Tahoma"/>
              </a:rPr>
              <a:t>are </a:t>
            </a:r>
            <a:r>
              <a:rPr dirty="0" sz="2400" spc="-5">
                <a:solidFill>
                  <a:srgbClr val="FFFFFF"/>
                </a:solidFill>
                <a:latin typeface="Tahoma"/>
                <a:cs typeface="Tahoma"/>
              </a:rPr>
              <a:t>the real requirements? </a:t>
            </a:r>
            <a:r>
              <a:rPr dirty="0" sz="2400" spc="-7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ahoma"/>
                <a:cs typeface="Tahoma"/>
              </a:rPr>
              <a:t>How </a:t>
            </a:r>
            <a:r>
              <a:rPr dirty="0" sz="2400">
                <a:solidFill>
                  <a:srgbClr val="FFFFFF"/>
                </a:solidFill>
                <a:latin typeface="Tahoma"/>
                <a:cs typeface="Tahoma"/>
              </a:rPr>
              <a:t>do </a:t>
            </a:r>
            <a:r>
              <a:rPr dirty="0" sz="2400" spc="-5">
                <a:solidFill>
                  <a:srgbClr val="FFFFFF"/>
                </a:solidFill>
                <a:latin typeface="Tahoma"/>
                <a:cs typeface="Tahoma"/>
              </a:rPr>
              <a:t>we</a:t>
            </a:r>
            <a:r>
              <a:rPr dirty="0" sz="24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ahoma"/>
                <a:cs typeface="Tahoma"/>
              </a:rPr>
              <a:t>design</a:t>
            </a:r>
            <a:r>
              <a:rPr dirty="0" sz="24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4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ahoma"/>
                <a:cs typeface="Tahoma"/>
              </a:rPr>
              <a:t>system?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8284" y="411734"/>
            <a:ext cx="226123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85"/>
              <a:t> </a:t>
            </a:r>
            <a:r>
              <a:rPr dirty="0"/>
              <a:t>Types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6227" y="1338071"/>
            <a:ext cx="2341626" cy="20970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510027" y="1130808"/>
            <a:ext cx="5240655" cy="4695825"/>
            <a:chOff x="2510027" y="1130808"/>
            <a:chExt cx="5240655" cy="469582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0660" y="1130808"/>
              <a:ext cx="2469642" cy="25587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0027" y="3921251"/>
              <a:ext cx="2495550" cy="19050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62483" y="1967737"/>
            <a:ext cx="1186815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403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Batch </a:t>
            </a:r>
            <a:r>
              <a:rPr dirty="0" sz="2800" spc="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Distiller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4061" y="4429892"/>
            <a:ext cx="7453630" cy="1830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340" marR="5680075" indent="-295275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A03033"/>
                </a:solidFill>
                <a:latin typeface="Tahoma"/>
                <a:cs typeface="Tahoma"/>
              </a:rPr>
              <a:t>Continuous  </a:t>
            </a: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Distiller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200">
              <a:latin typeface="Tahoma"/>
              <a:cs typeface="Tahoma"/>
            </a:endParaRPr>
          </a:p>
          <a:p>
            <a:pPr marL="335280">
              <a:lnSpc>
                <a:spcPct val="100000"/>
              </a:lnSpc>
            </a:pPr>
            <a:r>
              <a:rPr dirty="0" sz="2000" spc="-5">
                <a:solidFill>
                  <a:srgbClr val="3333FF"/>
                </a:solidFill>
                <a:latin typeface="Arial MT"/>
                <a:cs typeface="Arial MT"/>
              </a:rPr>
              <a:t>Note: Not all</a:t>
            </a:r>
            <a:r>
              <a:rPr dirty="0" sz="2000" spc="1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3333FF"/>
                </a:solidFill>
                <a:latin typeface="Arial MT"/>
                <a:cs typeface="Arial MT"/>
              </a:rPr>
              <a:t>aspects</a:t>
            </a:r>
            <a:r>
              <a:rPr dirty="0" sz="2000" spc="-5">
                <a:solidFill>
                  <a:srgbClr val="3333FF"/>
                </a:solidFill>
                <a:latin typeface="Arial MT"/>
                <a:cs typeface="Arial MT"/>
              </a:rPr>
              <a:t> of</a:t>
            </a:r>
            <a:r>
              <a:rPr dirty="0" sz="2000" spc="-1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3333FF"/>
                </a:solidFill>
                <a:latin typeface="Arial MT"/>
                <a:cs typeface="Arial MT"/>
              </a:rPr>
              <a:t>the</a:t>
            </a:r>
            <a:r>
              <a:rPr dirty="0" sz="200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3333FF"/>
                </a:solidFill>
                <a:latin typeface="Arial MT"/>
                <a:cs typeface="Arial MT"/>
              </a:rPr>
              <a:t>distiller</a:t>
            </a:r>
            <a:r>
              <a:rPr dirty="0" sz="2000" spc="1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3333FF"/>
                </a:solidFill>
                <a:latin typeface="Arial MT"/>
                <a:cs typeface="Arial MT"/>
              </a:rPr>
              <a:t>are modeled</a:t>
            </a:r>
            <a:r>
              <a:rPr dirty="0" sz="2000" spc="15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3333FF"/>
                </a:solidFill>
                <a:latin typeface="Arial MT"/>
                <a:cs typeface="Arial MT"/>
              </a:rPr>
              <a:t>in</a:t>
            </a:r>
            <a:r>
              <a:rPr dirty="0" sz="200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3333FF"/>
                </a:solidFill>
                <a:latin typeface="Arial MT"/>
                <a:cs typeface="Arial MT"/>
              </a:rPr>
              <a:t>the</a:t>
            </a:r>
            <a:r>
              <a:rPr dirty="0" sz="2000">
                <a:solidFill>
                  <a:srgbClr val="3333F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3333FF"/>
                </a:solidFill>
                <a:latin typeface="Arial MT"/>
                <a:cs typeface="Arial MT"/>
              </a:rPr>
              <a:t>example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88814" y="3717035"/>
            <a:ext cx="3669791" cy="229209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4670" y="411734"/>
            <a:ext cx="522922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Problem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/>
              <a:t>Process</a:t>
            </a:r>
            <a:r>
              <a:rPr dirty="0" spc="-20"/>
              <a:t> </a:t>
            </a:r>
            <a:r>
              <a:rPr dirty="0"/>
              <a:t>Used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433352"/>
            <a:ext cx="5482590" cy="448500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34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Organize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model,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identify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libraries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needed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List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requirements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assumptions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3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Model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behavior</a:t>
            </a:r>
            <a:endParaRPr sz="20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22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similar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form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problem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statement</a:t>
            </a:r>
            <a:endParaRPr sz="18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219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Elaborate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necessary</a:t>
            </a:r>
            <a:endParaRPr sz="18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29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Model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structure</a:t>
            </a:r>
            <a:endParaRPr sz="20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22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Capture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implied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inputs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outputs</a:t>
            </a:r>
            <a:endParaRPr sz="1800">
              <a:latin typeface="Arial MT"/>
              <a:cs typeface="Arial MT"/>
            </a:endParaRPr>
          </a:p>
          <a:p>
            <a:pPr lvl="2" marL="1155700" indent="-229235">
              <a:lnSpc>
                <a:spcPct val="100000"/>
              </a:lnSpc>
              <a:spcBef>
                <a:spcPts val="195"/>
              </a:spcBef>
              <a:buClr>
                <a:srgbClr val="010000"/>
              </a:buClr>
              <a:buChar char="•"/>
              <a:tabLst>
                <a:tab pos="1155700" algn="l"/>
                <a:tab pos="1156335" algn="l"/>
              </a:tabLst>
            </a:pPr>
            <a:r>
              <a:rPr dirty="0" sz="1600" spc="-5">
                <a:latin typeface="Arial MT"/>
                <a:cs typeface="Arial MT"/>
              </a:rPr>
              <a:t>segregate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I/O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from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behavioral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flows</a:t>
            </a:r>
            <a:endParaRPr sz="1600">
              <a:latin typeface="Arial MT"/>
              <a:cs typeface="Arial MT"/>
            </a:endParaRPr>
          </a:p>
          <a:p>
            <a:pPr algn="r" lvl="1" marL="285115" marR="97790" indent="-285115">
              <a:lnSpc>
                <a:spcPct val="100000"/>
              </a:lnSpc>
              <a:spcBef>
                <a:spcPts val="210"/>
              </a:spcBef>
              <a:buClr>
                <a:srgbClr val="010000"/>
              </a:buClr>
              <a:buChar char="–"/>
              <a:tabLst>
                <a:tab pos="2851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Allocate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behavior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onto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structure,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flow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onto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I/O</a:t>
            </a:r>
            <a:endParaRPr sz="1800">
              <a:latin typeface="Arial MT"/>
              <a:cs typeface="Arial MT"/>
            </a:endParaRPr>
          </a:p>
          <a:p>
            <a:pPr algn="r" marL="342265" marR="127635" indent="-342265">
              <a:lnSpc>
                <a:spcPct val="100000"/>
              </a:lnSpc>
              <a:spcBef>
                <a:spcPts val="235"/>
              </a:spcBef>
              <a:buClr>
                <a:srgbClr val="010000"/>
              </a:buClr>
              <a:buChar char="•"/>
              <a:tabLst>
                <a:tab pos="3422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Capture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evaluate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parametric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constraints</a:t>
            </a:r>
            <a:endParaRPr sz="20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22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 spc="-5">
                <a:latin typeface="Arial MT"/>
                <a:cs typeface="Arial MT"/>
              </a:rPr>
              <a:t>Heat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balance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equation</a:t>
            </a:r>
            <a:endParaRPr sz="18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29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Modify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design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as </a:t>
            </a:r>
            <a:r>
              <a:rPr dirty="0" sz="2000" spc="-10">
                <a:latin typeface="Arial MT"/>
                <a:cs typeface="Arial MT"/>
              </a:rPr>
              <a:t>required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meet </a:t>
            </a:r>
            <a:r>
              <a:rPr dirty="0" sz="2000" spc="-10">
                <a:latin typeface="Arial MT"/>
                <a:cs typeface="Arial MT"/>
              </a:rPr>
              <a:t>constraints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Model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user</a:t>
            </a:r>
            <a:r>
              <a:rPr dirty="0" sz="2000" spc="-10">
                <a:latin typeface="Arial MT"/>
                <a:cs typeface="Arial MT"/>
              </a:rPr>
              <a:t> interaction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4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Modify design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 spc="-10">
                <a:latin typeface="Arial MT"/>
                <a:cs typeface="Arial MT"/>
              </a:rPr>
              <a:t> reflect</a:t>
            </a:r>
            <a:r>
              <a:rPr dirty="0" sz="2000" spc="-5">
                <a:latin typeface="Arial MT"/>
                <a:cs typeface="Arial MT"/>
              </a:rPr>
              <a:t> user</a:t>
            </a:r>
            <a:r>
              <a:rPr dirty="0" sz="2000" spc="-10">
                <a:latin typeface="Arial MT"/>
                <a:cs typeface="Arial MT"/>
              </a:rPr>
              <a:t> interaction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80415" marR="5080" indent="-62230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Problem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/>
              <a:t>Package</a:t>
            </a:r>
            <a:r>
              <a:rPr dirty="0" spc="-25"/>
              <a:t> </a:t>
            </a:r>
            <a:r>
              <a:rPr dirty="0"/>
              <a:t>Diagram: </a:t>
            </a:r>
            <a:r>
              <a:rPr dirty="0" spc="-765"/>
              <a:t> </a:t>
            </a:r>
            <a:r>
              <a:rPr dirty="0"/>
              <a:t>Model</a:t>
            </a:r>
            <a:r>
              <a:rPr dirty="0" spc="-10"/>
              <a:t> </a:t>
            </a:r>
            <a:r>
              <a:rPr dirty="0"/>
              <a:t>Structure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Libraries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42" y="1269377"/>
            <a:ext cx="2421939" cy="34381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4239" y="2225943"/>
            <a:ext cx="5949316" cy="33417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983" y="704850"/>
            <a:ext cx="7038593" cy="57553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60651" y="267715"/>
            <a:ext cx="55162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/>
              <a:t>Distiller</a:t>
            </a:r>
            <a:r>
              <a:rPr dirty="0" sz="2400" spc="-20"/>
              <a:t> </a:t>
            </a:r>
            <a:r>
              <a:rPr dirty="0" sz="2400" spc="-5"/>
              <a:t>Example</a:t>
            </a:r>
            <a:r>
              <a:rPr dirty="0" sz="2400" spc="-10"/>
              <a:t> </a:t>
            </a:r>
            <a:r>
              <a:rPr dirty="0" sz="2400" spc="-5"/>
              <a:t>Requirements</a:t>
            </a:r>
            <a:r>
              <a:rPr dirty="0" sz="2400" spc="-15"/>
              <a:t> </a:t>
            </a:r>
            <a:r>
              <a:rPr dirty="0" sz="2400" spc="-5"/>
              <a:t>Diagram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24305" marR="5080" indent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 Example: </a:t>
            </a:r>
            <a:r>
              <a:rPr dirty="0" spc="5"/>
              <a:t> </a:t>
            </a:r>
            <a:r>
              <a:rPr dirty="0"/>
              <a:t>Requirements</a:t>
            </a:r>
            <a:r>
              <a:rPr dirty="0" spc="-75"/>
              <a:t> </a:t>
            </a:r>
            <a:r>
              <a:rPr dirty="0"/>
              <a:t>Tables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49579" y="1584959"/>
            <a:ext cx="8177530" cy="2428875"/>
            <a:chOff x="449579" y="1584959"/>
            <a:chExt cx="8177530" cy="2428875"/>
          </a:xfrm>
        </p:grpSpPr>
        <p:sp>
          <p:nvSpPr>
            <p:cNvPr id="5" name="object 5"/>
            <p:cNvSpPr/>
            <p:nvPr/>
          </p:nvSpPr>
          <p:spPr>
            <a:xfrm>
              <a:off x="449579" y="1584959"/>
              <a:ext cx="8177530" cy="2428875"/>
            </a:xfrm>
            <a:custGeom>
              <a:avLst/>
              <a:gdLst/>
              <a:ahLst/>
              <a:cxnLst/>
              <a:rect l="l" t="t" r="r" b="b"/>
              <a:pathLst>
                <a:path w="8177530" h="2428875">
                  <a:moveTo>
                    <a:pt x="8177022" y="2426970"/>
                  </a:moveTo>
                  <a:lnTo>
                    <a:pt x="8177022" y="1524"/>
                  </a:lnTo>
                  <a:lnTo>
                    <a:pt x="8175498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2426970"/>
                  </a:lnTo>
                  <a:lnTo>
                    <a:pt x="1524" y="2428494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8173974" y="3048"/>
                  </a:lnTo>
                  <a:lnTo>
                    <a:pt x="8173974" y="1524"/>
                  </a:lnTo>
                  <a:lnTo>
                    <a:pt x="8175498" y="3048"/>
                  </a:lnTo>
                  <a:lnTo>
                    <a:pt x="8175498" y="2428494"/>
                  </a:lnTo>
                  <a:lnTo>
                    <a:pt x="8177022" y="2426970"/>
                  </a:lnTo>
                  <a:close/>
                </a:path>
                <a:path w="8177530" h="242887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8177530" h="2428875">
                  <a:moveTo>
                    <a:pt x="3048" y="2425446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425446"/>
                  </a:lnTo>
                  <a:lnTo>
                    <a:pt x="3048" y="2425446"/>
                  </a:lnTo>
                  <a:close/>
                </a:path>
                <a:path w="8177530" h="2428875">
                  <a:moveTo>
                    <a:pt x="8175498" y="2425446"/>
                  </a:moveTo>
                  <a:lnTo>
                    <a:pt x="1524" y="2425446"/>
                  </a:lnTo>
                  <a:lnTo>
                    <a:pt x="3048" y="2426970"/>
                  </a:lnTo>
                  <a:lnTo>
                    <a:pt x="3048" y="2428494"/>
                  </a:lnTo>
                  <a:lnTo>
                    <a:pt x="8173974" y="2428494"/>
                  </a:lnTo>
                  <a:lnTo>
                    <a:pt x="8173974" y="2426970"/>
                  </a:lnTo>
                  <a:lnTo>
                    <a:pt x="8175498" y="2425446"/>
                  </a:lnTo>
                  <a:close/>
                </a:path>
                <a:path w="8177530" h="2428875">
                  <a:moveTo>
                    <a:pt x="3048" y="2428494"/>
                  </a:moveTo>
                  <a:lnTo>
                    <a:pt x="3048" y="2426970"/>
                  </a:lnTo>
                  <a:lnTo>
                    <a:pt x="1524" y="2425446"/>
                  </a:lnTo>
                  <a:lnTo>
                    <a:pt x="1524" y="2428494"/>
                  </a:lnTo>
                  <a:lnTo>
                    <a:pt x="3048" y="2428494"/>
                  </a:lnTo>
                  <a:close/>
                </a:path>
                <a:path w="8177530" h="2428875">
                  <a:moveTo>
                    <a:pt x="8175498" y="3048"/>
                  </a:moveTo>
                  <a:lnTo>
                    <a:pt x="8173974" y="1524"/>
                  </a:lnTo>
                  <a:lnTo>
                    <a:pt x="8173974" y="3048"/>
                  </a:lnTo>
                  <a:lnTo>
                    <a:pt x="8175498" y="3048"/>
                  </a:lnTo>
                  <a:close/>
                </a:path>
                <a:path w="8177530" h="2428875">
                  <a:moveTo>
                    <a:pt x="8175498" y="2425446"/>
                  </a:moveTo>
                  <a:lnTo>
                    <a:pt x="8175498" y="3048"/>
                  </a:lnTo>
                  <a:lnTo>
                    <a:pt x="8173974" y="3048"/>
                  </a:lnTo>
                  <a:lnTo>
                    <a:pt x="8173974" y="2425446"/>
                  </a:lnTo>
                  <a:lnTo>
                    <a:pt x="8175498" y="2425446"/>
                  </a:lnTo>
                  <a:close/>
                </a:path>
                <a:path w="8177530" h="2428875">
                  <a:moveTo>
                    <a:pt x="8175498" y="2428494"/>
                  </a:moveTo>
                  <a:lnTo>
                    <a:pt x="8175498" y="2425446"/>
                  </a:lnTo>
                  <a:lnTo>
                    <a:pt x="8173974" y="2426970"/>
                  </a:lnTo>
                  <a:lnTo>
                    <a:pt x="8173974" y="2428494"/>
                  </a:lnTo>
                  <a:lnTo>
                    <a:pt x="8175498" y="2428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1104" y="1586484"/>
              <a:ext cx="4815205" cy="303530"/>
            </a:xfrm>
            <a:custGeom>
              <a:avLst/>
              <a:gdLst/>
              <a:ahLst/>
              <a:cxnLst/>
              <a:rect l="l" t="t" r="r" b="b"/>
              <a:pathLst>
                <a:path w="4815205" h="303530">
                  <a:moveTo>
                    <a:pt x="4815078" y="152399"/>
                  </a:moveTo>
                  <a:lnTo>
                    <a:pt x="4815078" y="0"/>
                  </a:lnTo>
                  <a:lnTo>
                    <a:pt x="0" y="0"/>
                  </a:lnTo>
                  <a:lnTo>
                    <a:pt x="0" y="303275"/>
                  </a:lnTo>
                  <a:lnTo>
                    <a:pt x="4662678" y="303275"/>
                  </a:lnTo>
                  <a:lnTo>
                    <a:pt x="4815078" y="152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49579" y="1584960"/>
              <a:ext cx="4818380" cy="306705"/>
            </a:xfrm>
            <a:custGeom>
              <a:avLst/>
              <a:gdLst/>
              <a:ahLst/>
              <a:cxnLst/>
              <a:rect l="l" t="t" r="r" b="b"/>
              <a:pathLst>
                <a:path w="4818380" h="306705">
                  <a:moveTo>
                    <a:pt x="4818126" y="153923"/>
                  </a:moveTo>
                  <a:lnTo>
                    <a:pt x="4818126" y="1523"/>
                  </a:lnTo>
                  <a:lnTo>
                    <a:pt x="4816602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304800"/>
                  </a:lnTo>
                  <a:lnTo>
                    <a:pt x="1524" y="306324"/>
                  </a:lnTo>
                  <a:lnTo>
                    <a:pt x="1524" y="3047"/>
                  </a:lnTo>
                  <a:lnTo>
                    <a:pt x="3048" y="1524"/>
                  </a:lnTo>
                  <a:lnTo>
                    <a:pt x="3048" y="3047"/>
                  </a:lnTo>
                  <a:lnTo>
                    <a:pt x="4815078" y="3047"/>
                  </a:lnTo>
                  <a:lnTo>
                    <a:pt x="4815078" y="1523"/>
                  </a:lnTo>
                  <a:lnTo>
                    <a:pt x="4816602" y="3047"/>
                  </a:lnTo>
                  <a:lnTo>
                    <a:pt x="4816602" y="155432"/>
                  </a:lnTo>
                  <a:lnTo>
                    <a:pt x="4818126" y="153923"/>
                  </a:lnTo>
                  <a:close/>
                </a:path>
                <a:path w="4818380" h="306705">
                  <a:moveTo>
                    <a:pt x="3048" y="3047"/>
                  </a:moveTo>
                  <a:lnTo>
                    <a:pt x="3048" y="1524"/>
                  </a:lnTo>
                  <a:lnTo>
                    <a:pt x="1524" y="3047"/>
                  </a:lnTo>
                  <a:lnTo>
                    <a:pt x="3048" y="3047"/>
                  </a:lnTo>
                  <a:close/>
                </a:path>
                <a:path w="4818380" h="306705">
                  <a:moveTo>
                    <a:pt x="3048" y="303276"/>
                  </a:moveTo>
                  <a:lnTo>
                    <a:pt x="3048" y="3047"/>
                  </a:lnTo>
                  <a:lnTo>
                    <a:pt x="1524" y="3047"/>
                  </a:lnTo>
                  <a:lnTo>
                    <a:pt x="1524" y="303276"/>
                  </a:lnTo>
                  <a:lnTo>
                    <a:pt x="3048" y="303276"/>
                  </a:lnTo>
                  <a:close/>
                </a:path>
                <a:path w="4818380" h="306705">
                  <a:moveTo>
                    <a:pt x="4664202" y="306323"/>
                  </a:moveTo>
                  <a:lnTo>
                    <a:pt x="4664202" y="303275"/>
                  </a:lnTo>
                  <a:lnTo>
                    <a:pt x="1524" y="303276"/>
                  </a:lnTo>
                  <a:lnTo>
                    <a:pt x="3048" y="304800"/>
                  </a:lnTo>
                  <a:lnTo>
                    <a:pt x="3048" y="306324"/>
                  </a:lnTo>
                  <a:lnTo>
                    <a:pt x="4664202" y="306323"/>
                  </a:lnTo>
                  <a:close/>
                </a:path>
                <a:path w="4818380" h="306705">
                  <a:moveTo>
                    <a:pt x="3048" y="306324"/>
                  </a:moveTo>
                  <a:lnTo>
                    <a:pt x="3048" y="304800"/>
                  </a:lnTo>
                  <a:lnTo>
                    <a:pt x="1524" y="303276"/>
                  </a:lnTo>
                  <a:lnTo>
                    <a:pt x="1523" y="306324"/>
                  </a:lnTo>
                  <a:lnTo>
                    <a:pt x="3048" y="306324"/>
                  </a:lnTo>
                  <a:close/>
                </a:path>
                <a:path w="4818380" h="306705">
                  <a:moveTo>
                    <a:pt x="4816602" y="155432"/>
                  </a:moveTo>
                  <a:lnTo>
                    <a:pt x="4816602" y="3047"/>
                  </a:lnTo>
                  <a:lnTo>
                    <a:pt x="4815078" y="3047"/>
                  </a:lnTo>
                  <a:lnTo>
                    <a:pt x="4815078" y="152399"/>
                  </a:lnTo>
                  <a:lnTo>
                    <a:pt x="4662678" y="303275"/>
                  </a:lnTo>
                  <a:lnTo>
                    <a:pt x="4664202" y="303275"/>
                  </a:lnTo>
                  <a:lnTo>
                    <a:pt x="4664202" y="306323"/>
                  </a:lnTo>
                  <a:lnTo>
                    <a:pt x="4816602" y="155432"/>
                  </a:lnTo>
                  <a:close/>
                </a:path>
                <a:path w="4818380" h="306705">
                  <a:moveTo>
                    <a:pt x="4816602" y="3047"/>
                  </a:moveTo>
                  <a:lnTo>
                    <a:pt x="4815078" y="1523"/>
                  </a:lnTo>
                  <a:lnTo>
                    <a:pt x="4815078" y="3047"/>
                  </a:lnTo>
                  <a:lnTo>
                    <a:pt x="4816602" y="3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80898" y="1636268"/>
            <a:ext cx="463613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table</a:t>
            </a:r>
            <a:r>
              <a:rPr dirty="0" sz="1100" spc="-65" b="1">
                <a:latin typeface="Arial"/>
                <a:cs typeface="Arial"/>
              </a:rPr>
              <a:t> </a:t>
            </a:r>
            <a:r>
              <a:rPr dirty="0" sz="1100" spc="-5">
                <a:latin typeface="Arial MT"/>
                <a:cs typeface="Arial MT"/>
              </a:rPr>
              <a:t>[requirement]</a:t>
            </a:r>
            <a:r>
              <a:rPr dirty="0" sz="1100" spc="-22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OriginalStatement[Decomposition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of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OriginalStatement]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20851" y="2045207"/>
          <a:ext cx="7623809" cy="17354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070"/>
                <a:gridCol w="1986914"/>
                <a:gridCol w="5163820"/>
              </a:tblGrid>
              <a:tr h="218694">
                <a:tc>
                  <a:txBody>
                    <a:bodyPr/>
                    <a:lstStyle/>
                    <a:p>
                      <a:pPr marL="35560">
                        <a:lnSpc>
                          <a:spcPts val="1555"/>
                        </a:lnSpc>
                        <a:spcBef>
                          <a:spcPts val="65"/>
                        </a:spcBef>
                      </a:pPr>
                      <a:r>
                        <a:rPr dirty="0" sz="1300" spc="-5" b="1">
                          <a:latin typeface="Arial"/>
                          <a:cs typeface="Arial"/>
                        </a:rPr>
                        <a:t>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555"/>
                        </a:lnSpc>
                        <a:spcBef>
                          <a:spcPts val="65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555"/>
                        </a:lnSpc>
                        <a:spcBef>
                          <a:spcPts val="65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text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1073">
                <a:tc>
                  <a:txBody>
                    <a:bodyPr/>
                    <a:lstStyle/>
                    <a:p>
                      <a:pPr marL="35560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S0.0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OriginalStatement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Describe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for purifying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dirty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water.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979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S1.0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 spc="-5">
                          <a:latin typeface="Arial MT"/>
                          <a:cs typeface="Arial MT"/>
                        </a:rPr>
                        <a:t>PurifyWater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shall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purify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dirty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water.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216">
                <a:tc>
                  <a:txBody>
                    <a:bodyPr/>
                    <a:lstStyle/>
                    <a:p>
                      <a:pPr marL="34925">
                        <a:lnSpc>
                          <a:spcPts val="1555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S2.0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ts val="1555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HeatExchanger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ts val="1555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Heat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dirty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water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condense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steam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performed</a:t>
                      </a:r>
                      <a:r>
                        <a:rPr dirty="0" sz="13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1836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S3.0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Boiler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Boil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dirty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water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performed</a:t>
                      </a:r>
                      <a:r>
                        <a:rPr dirty="0" sz="13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Boiler.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597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S4.0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Drain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Drain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residue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performed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3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Drain.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1074">
                <a:tc>
                  <a:txBody>
                    <a:bodyPr/>
                    <a:lstStyle/>
                    <a:p>
                      <a:pPr marL="34925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S5.0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dirty="0" sz="1300" spc="-5">
                          <a:latin typeface="Arial MT"/>
                          <a:cs typeface="Arial MT"/>
                        </a:rPr>
                        <a:t>WaterProperties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water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properties:</a:t>
                      </a:r>
                      <a:r>
                        <a:rPr dirty="0" sz="1300" spc="3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density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1 gm/cm3,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temp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20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deg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C,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S5.1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 spc="-15">
                          <a:latin typeface="Arial MT"/>
                          <a:cs typeface="Arial MT"/>
                        </a:rPr>
                        <a:t>WaterInitialTemp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ts val="1475"/>
                        </a:lnSpc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water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initial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temp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20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deg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C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373379" y="4389882"/>
            <a:ext cx="8301355" cy="1367155"/>
            <a:chOff x="373379" y="4389882"/>
            <a:chExt cx="8301355" cy="1367155"/>
          </a:xfrm>
        </p:grpSpPr>
        <p:sp>
          <p:nvSpPr>
            <p:cNvPr id="11" name="object 11"/>
            <p:cNvSpPr/>
            <p:nvPr/>
          </p:nvSpPr>
          <p:spPr>
            <a:xfrm>
              <a:off x="373379" y="4389882"/>
              <a:ext cx="8301355" cy="1367155"/>
            </a:xfrm>
            <a:custGeom>
              <a:avLst/>
              <a:gdLst/>
              <a:ahLst/>
              <a:cxnLst/>
              <a:rect l="l" t="t" r="r" b="b"/>
              <a:pathLst>
                <a:path w="8301355" h="1367154">
                  <a:moveTo>
                    <a:pt x="8301228" y="1365504"/>
                  </a:moveTo>
                  <a:lnTo>
                    <a:pt x="8301228" y="1524"/>
                  </a:lnTo>
                  <a:lnTo>
                    <a:pt x="8299704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1365504"/>
                  </a:lnTo>
                  <a:lnTo>
                    <a:pt x="1524" y="136702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8298179" y="3048"/>
                  </a:lnTo>
                  <a:lnTo>
                    <a:pt x="8298179" y="1523"/>
                  </a:lnTo>
                  <a:lnTo>
                    <a:pt x="8299704" y="3048"/>
                  </a:lnTo>
                  <a:lnTo>
                    <a:pt x="8299704" y="1367028"/>
                  </a:lnTo>
                  <a:lnTo>
                    <a:pt x="8301228" y="1365504"/>
                  </a:lnTo>
                  <a:close/>
                </a:path>
                <a:path w="8301355" h="1367154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8301355" h="1367154">
                  <a:moveTo>
                    <a:pt x="3048" y="1363218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1363218"/>
                  </a:lnTo>
                  <a:lnTo>
                    <a:pt x="3048" y="1363218"/>
                  </a:lnTo>
                  <a:close/>
                </a:path>
                <a:path w="8301355" h="1367154">
                  <a:moveTo>
                    <a:pt x="8299704" y="1363218"/>
                  </a:moveTo>
                  <a:lnTo>
                    <a:pt x="1524" y="1363218"/>
                  </a:lnTo>
                  <a:lnTo>
                    <a:pt x="3048" y="1365504"/>
                  </a:lnTo>
                  <a:lnTo>
                    <a:pt x="3048" y="1367028"/>
                  </a:lnTo>
                  <a:lnTo>
                    <a:pt x="8298179" y="1367028"/>
                  </a:lnTo>
                  <a:lnTo>
                    <a:pt x="8298179" y="1365504"/>
                  </a:lnTo>
                  <a:lnTo>
                    <a:pt x="8299704" y="1363218"/>
                  </a:lnTo>
                  <a:close/>
                </a:path>
                <a:path w="8301355" h="1367154">
                  <a:moveTo>
                    <a:pt x="3048" y="1367028"/>
                  </a:moveTo>
                  <a:lnTo>
                    <a:pt x="3048" y="1365504"/>
                  </a:lnTo>
                  <a:lnTo>
                    <a:pt x="1524" y="1363218"/>
                  </a:lnTo>
                  <a:lnTo>
                    <a:pt x="1524" y="1367028"/>
                  </a:lnTo>
                  <a:lnTo>
                    <a:pt x="3048" y="1367028"/>
                  </a:lnTo>
                  <a:close/>
                </a:path>
                <a:path w="8301355" h="1367154">
                  <a:moveTo>
                    <a:pt x="8299704" y="3048"/>
                  </a:moveTo>
                  <a:lnTo>
                    <a:pt x="8298179" y="1523"/>
                  </a:lnTo>
                  <a:lnTo>
                    <a:pt x="8298179" y="3048"/>
                  </a:lnTo>
                  <a:lnTo>
                    <a:pt x="8299704" y="3048"/>
                  </a:lnTo>
                  <a:close/>
                </a:path>
                <a:path w="8301355" h="1367154">
                  <a:moveTo>
                    <a:pt x="8299704" y="1363218"/>
                  </a:moveTo>
                  <a:lnTo>
                    <a:pt x="8299704" y="3048"/>
                  </a:lnTo>
                  <a:lnTo>
                    <a:pt x="8298179" y="3048"/>
                  </a:lnTo>
                  <a:lnTo>
                    <a:pt x="8298179" y="1363218"/>
                  </a:lnTo>
                  <a:lnTo>
                    <a:pt x="8299704" y="1363218"/>
                  </a:lnTo>
                  <a:close/>
                </a:path>
                <a:path w="8301355" h="1367154">
                  <a:moveTo>
                    <a:pt x="8299704" y="1367028"/>
                  </a:moveTo>
                  <a:lnTo>
                    <a:pt x="8299704" y="1363218"/>
                  </a:lnTo>
                  <a:lnTo>
                    <a:pt x="8298179" y="1365504"/>
                  </a:lnTo>
                  <a:lnTo>
                    <a:pt x="8298179" y="1367028"/>
                  </a:lnTo>
                  <a:lnTo>
                    <a:pt x="8299704" y="13670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74904" y="4391406"/>
              <a:ext cx="3409950" cy="303530"/>
            </a:xfrm>
            <a:custGeom>
              <a:avLst/>
              <a:gdLst/>
              <a:ahLst/>
              <a:cxnLst/>
              <a:rect l="l" t="t" r="r" b="b"/>
              <a:pathLst>
                <a:path w="3409950" h="303529">
                  <a:moveTo>
                    <a:pt x="3409950" y="150876"/>
                  </a:moveTo>
                  <a:lnTo>
                    <a:pt x="3409950" y="0"/>
                  </a:lnTo>
                  <a:lnTo>
                    <a:pt x="0" y="0"/>
                  </a:lnTo>
                  <a:lnTo>
                    <a:pt x="0" y="303276"/>
                  </a:lnTo>
                  <a:lnTo>
                    <a:pt x="3259074" y="303276"/>
                  </a:lnTo>
                  <a:lnTo>
                    <a:pt x="3409950" y="1508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73379" y="4389882"/>
              <a:ext cx="3413125" cy="306705"/>
            </a:xfrm>
            <a:custGeom>
              <a:avLst/>
              <a:gdLst/>
              <a:ahLst/>
              <a:cxnLst/>
              <a:rect l="l" t="t" r="r" b="b"/>
              <a:pathLst>
                <a:path w="3413125" h="306704">
                  <a:moveTo>
                    <a:pt x="3412998" y="153162"/>
                  </a:moveTo>
                  <a:lnTo>
                    <a:pt x="3412998" y="1524"/>
                  </a:lnTo>
                  <a:lnTo>
                    <a:pt x="3411474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304800"/>
                  </a:lnTo>
                  <a:lnTo>
                    <a:pt x="1524" y="306324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3409950" y="3048"/>
                  </a:lnTo>
                  <a:lnTo>
                    <a:pt x="3409950" y="1524"/>
                  </a:lnTo>
                  <a:lnTo>
                    <a:pt x="3411474" y="3048"/>
                  </a:lnTo>
                  <a:lnTo>
                    <a:pt x="3411474" y="154701"/>
                  </a:lnTo>
                  <a:lnTo>
                    <a:pt x="3412998" y="153162"/>
                  </a:lnTo>
                  <a:close/>
                </a:path>
                <a:path w="3413125" h="306704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3413125" h="306704">
                  <a:moveTo>
                    <a:pt x="3048" y="303276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303276"/>
                  </a:lnTo>
                  <a:lnTo>
                    <a:pt x="3048" y="303276"/>
                  </a:lnTo>
                  <a:close/>
                </a:path>
                <a:path w="3413125" h="306704">
                  <a:moveTo>
                    <a:pt x="3260598" y="306324"/>
                  </a:moveTo>
                  <a:lnTo>
                    <a:pt x="3260598" y="303276"/>
                  </a:lnTo>
                  <a:lnTo>
                    <a:pt x="1524" y="303276"/>
                  </a:lnTo>
                  <a:lnTo>
                    <a:pt x="3048" y="304800"/>
                  </a:lnTo>
                  <a:lnTo>
                    <a:pt x="3048" y="306324"/>
                  </a:lnTo>
                  <a:lnTo>
                    <a:pt x="3260598" y="306324"/>
                  </a:lnTo>
                  <a:close/>
                </a:path>
                <a:path w="3413125" h="306704">
                  <a:moveTo>
                    <a:pt x="3048" y="306324"/>
                  </a:moveTo>
                  <a:lnTo>
                    <a:pt x="3048" y="304800"/>
                  </a:lnTo>
                  <a:lnTo>
                    <a:pt x="1524" y="303276"/>
                  </a:lnTo>
                  <a:lnTo>
                    <a:pt x="1523" y="306324"/>
                  </a:lnTo>
                  <a:lnTo>
                    <a:pt x="3048" y="306324"/>
                  </a:lnTo>
                  <a:close/>
                </a:path>
                <a:path w="3413125" h="306704">
                  <a:moveTo>
                    <a:pt x="3410712" y="150876"/>
                  </a:moveTo>
                  <a:lnTo>
                    <a:pt x="3259836" y="303276"/>
                  </a:lnTo>
                  <a:lnTo>
                    <a:pt x="3260598" y="303276"/>
                  </a:lnTo>
                  <a:lnTo>
                    <a:pt x="3260598" y="306324"/>
                  </a:lnTo>
                  <a:lnTo>
                    <a:pt x="3262122" y="305562"/>
                  </a:lnTo>
                  <a:lnTo>
                    <a:pt x="3409950" y="156240"/>
                  </a:lnTo>
                  <a:lnTo>
                    <a:pt x="3409950" y="152400"/>
                  </a:lnTo>
                  <a:lnTo>
                    <a:pt x="3410712" y="150876"/>
                  </a:lnTo>
                  <a:close/>
                </a:path>
                <a:path w="3413125" h="306704">
                  <a:moveTo>
                    <a:pt x="3411474" y="3048"/>
                  </a:moveTo>
                  <a:lnTo>
                    <a:pt x="3409950" y="1524"/>
                  </a:lnTo>
                  <a:lnTo>
                    <a:pt x="3409950" y="3048"/>
                  </a:lnTo>
                  <a:lnTo>
                    <a:pt x="3411474" y="3048"/>
                  </a:lnTo>
                  <a:close/>
                </a:path>
                <a:path w="3413125" h="306704">
                  <a:moveTo>
                    <a:pt x="3411474" y="154701"/>
                  </a:moveTo>
                  <a:lnTo>
                    <a:pt x="3411474" y="3048"/>
                  </a:lnTo>
                  <a:lnTo>
                    <a:pt x="3409950" y="3048"/>
                  </a:lnTo>
                  <a:lnTo>
                    <a:pt x="3409950" y="151645"/>
                  </a:lnTo>
                  <a:lnTo>
                    <a:pt x="3410712" y="150876"/>
                  </a:lnTo>
                  <a:lnTo>
                    <a:pt x="3410712" y="155471"/>
                  </a:lnTo>
                  <a:lnTo>
                    <a:pt x="3411474" y="154701"/>
                  </a:lnTo>
                  <a:close/>
                </a:path>
                <a:path w="3413125" h="306704">
                  <a:moveTo>
                    <a:pt x="3410712" y="155471"/>
                  </a:moveTo>
                  <a:lnTo>
                    <a:pt x="3410712" y="150876"/>
                  </a:lnTo>
                  <a:lnTo>
                    <a:pt x="3409950" y="152400"/>
                  </a:lnTo>
                  <a:lnTo>
                    <a:pt x="3409950" y="156240"/>
                  </a:lnTo>
                  <a:lnTo>
                    <a:pt x="3410712" y="155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92505" y="4441189"/>
            <a:ext cx="321818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table</a:t>
            </a:r>
            <a:r>
              <a:rPr dirty="0" sz="1100" spc="-75" b="1">
                <a:latin typeface="Arial"/>
                <a:cs typeface="Arial"/>
              </a:rPr>
              <a:t> </a:t>
            </a:r>
            <a:r>
              <a:rPr dirty="0" sz="1100" spc="-20">
                <a:latin typeface="Arial MT"/>
                <a:cs typeface="Arial MT"/>
              </a:rPr>
              <a:t>[requirement]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PurifyWater[Requirements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Tree]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18159" y="4850129"/>
          <a:ext cx="8015605" cy="709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570"/>
                <a:gridCol w="1006475"/>
                <a:gridCol w="880109"/>
                <a:gridCol w="453389"/>
                <a:gridCol w="993775"/>
                <a:gridCol w="4144645"/>
              </a:tblGrid>
              <a:tr h="214122">
                <a:tc>
                  <a:txBody>
                    <a:bodyPr/>
                    <a:lstStyle/>
                    <a:p>
                      <a:pPr marL="37465">
                        <a:lnSpc>
                          <a:spcPts val="1525"/>
                        </a:lnSpc>
                        <a:spcBef>
                          <a:spcPts val="55"/>
                        </a:spcBef>
                      </a:pPr>
                      <a:r>
                        <a:rPr dirty="0" sz="1300" spc="-5" b="1">
                          <a:latin typeface="Arial"/>
                          <a:cs typeface="Arial"/>
                        </a:rPr>
                        <a:t>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525"/>
                        </a:lnSpc>
                        <a:spcBef>
                          <a:spcPts val="55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ts val="1525"/>
                        </a:lnSpc>
                        <a:spcBef>
                          <a:spcPts val="55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relation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525"/>
                        </a:lnSpc>
                        <a:spcBef>
                          <a:spcPts val="55"/>
                        </a:spcBef>
                      </a:pPr>
                      <a:r>
                        <a:rPr dirty="0" sz="1300" spc="-5" b="1">
                          <a:latin typeface="Arial"/>
                          <a:cs typeface="Arial"/>
                        </a:rPr>
                        <a:t>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ts val="1525"/>
                        </a:lnSpc>
                        <a:spcBef>
                          <a:spcPts val="55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525"/>
                        </a:lnSpc>
                        <a:spcBef>
                          <a:spcPts val="55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Rationale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16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7465">
                        <a:lnSpc>
                          <a:spcPct val="100000"/>
                        </a:lnSpc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S1.0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300" spc="-5">
                          <a:latin typeface="Arial MT"/>
                          <a:cs typeface="Arial MT"/>
                        </a:rPr>
                        <a:t>PurifyWater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deriveReqt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300" spc="-5">
                          <a:latin typeface="Arial MT"/>
                          <a:cs typeface="Arial MT"/>
                        </a:rPr>
                        <a:t>D1.0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dirty="0" sz="1300" spc="-10">
                          <a:latin typeface="Arial MT"/>
                          <a:cs typeface="Arial MT"/>
                        </a:rPr>
                        <a:t>DistillWater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marR="327025">
                        <a:lnSpc>
                          <a:spcPct val="105700"/>
                        </a:lnSpc>
                        <a:spcBef>
                          <a:spcPts val="209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The requirement for a boiling function and a boiler </a:t>
                      </a:r>
                      <a:r>
                        <a:rPr dirty="0" sz="13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implies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that the water must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purified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3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distillation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26669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26341" y="2669410"/>
            <a:ext cx="6057265" cy="2688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253865">
              <a:lnSpc>
                <a:spcPts val="1470"/>
              </a:lnSpc>
              <a:tabLst>
                <a:tab pos="5516245" algn="l"/>
              </a:tabLst>
            </a:pPr>
            <a:r>
              <a:rPr dirty="0" sz="1300" spc="20">
                <a:latin typeface="Arial MT"/>
                <a:cs typeface="Arial MT"/>
              </a:rPr>
              <a:t>Energy</a:t>
            </a:r>
            <a:r>
              <a:rPr dirty="0" sz="1300" spc="-5">
                <a:latin typeface="Arial MT"/>
                <a:cs typeface="Arial MT"/>
              </a:rPr>
              <a:t> </a:t>
            </a:r>
            <a:r>
              <a:rPr dirty="0" sz="1300" spc="15">
                <a:latin typeface="Arial MT"/>
                <a:cs typeface="Arial MT"/>
              </a:rPr>
              <a:t>to	</a:t>
            </a:r>
            <a:r>
              <a:rPr dirty="0" baseline="-10683" sz="1950" spc="30">
                <a:latin typeface="Arial MT"/>
                <a:cs typeface="Arial MT"/>
              </a:rPr>
              <a:t>Pure</a:t>
            </a:r>
            <a:endParaRPr baseline="-10683" sz="1950">
              <a:latin typeface="Arial MT"/>
              <a:cs typeface="Arial MT"/>
            </a:endParaRPr>
          </a:p>
          <a:p>
            <a:pPr marL="55880" marR="115570">
              <a:lnSpc>
                <a:spcPct val="100000"/>
              </a:lnSpc>
              <a:spcBef>
                <a:spcPts val="45"/>
              </a:spcBef>
              <a:tabLst>
                <a:tab pos="1591945" algn="l"/>
                <a:tab pos="3014345" algn="l"/>
                <a:tab pos="4253865" algn="l"/>
                <a:tab pos="5516245" algn="l"/>
              </a:tabLst>
            </a:pPr>
            <a:r>
              <a:rPr dirty="0" baseline="-17094" sz="1950" spc="22">
                <a:latin typeface="Arial MT"/>
                <a:cs typeface="Arial MT"/>
              </a:rPr>
              <a:t>Di</a:t>
            </a:r>
            <a:r>
              <a:rPr dirty="0" baseline="-17094" sz="1950" spc="7">
                <a:latin typeface="Arial MT"/>
                <a:cs typeface="Arial MT"/>
              </a:rPr>
              <a:t>r</a:t>
            </a:r>
            <a:r>
              <a:rPr dirty="0" baseline="-17094" sz="1950" spc="30">
                <a:latin typeface="Arial MT"/>
                <a:cs typeface="Arial MT"/>
              </a:rPr>
              <a:t>t</a:t>
            </a:r>
            <a:r>
              <a:rPr dirty="0" baseline="-17094" sz="1950" spc="22">
                <a:latin typeface="Arial MT"/>
                <a:cs typeface="Arial MT"/>
              </a:rPr>
              <a:t>y</a:t>
            </a:r>
            <a:r>
              <a:rPr dirty="0" baseline="-17094" sz="1950" spc="7">
                <a:latin typeface="Arial MT"/>
                <a:cs typeface="Arial MT"/>
              </a:rPr>
              <a:t> </a:t>
            </a:r>
            <a:r>
              <a:rPr dirty="0" baseline="-17094" sz="1950" spc="22">
                <a:latin typeface="Arial MT"/>
                <a:cs typeface="Arial MT"/>
              </a:rPr>
              <a:t>w</a:t>
            </a:r>
            <a:r>
              <a:rPr dirty="0" baseline="-17094" sz="1950" spc="22">
                <a:latin typeface="Arial MT"/>
                <a:cs typeface="Arial MT"/>
              </a:rPr>
              <a:t>a</a:t>
            </a:r>
            <a:r>
              <a:rPr dirty="0" baseline="-17094" sz="1950" spc="15">
                <a:latin typeface="Arial MT"/>
                <a:cs typeface="Arial MT"/>
              </a:rPr>
              <a:t>ter</a:t>
            </a:r>
            <a:r>
              <a:rPr dirty="0" baseline="-17094" sz="1950">
                <a:latin typeface="Arial MT"/>
                <a:cs typeface="Arial MT"/>
              </a:rPr>
              <a:t>	</a:t>
            </a:r>
            <a:r>
              <a:rPr dirty="0" baseline="2136" sz="1950" spc="22">
                <a:latin typeface="Arial MT"/>
                <a:cs typeface="Arial MT"/>
              </a:rPr>
              <a:t>Dir</a:t>
            </a:r>
            <a:r>
              <a:rPr dirty="0" baseline="2136" sz="1950" spc="30">
                <a:latin typeface="Arial MT"/>
                <a:cs typeface="Arial MT"/>
              </a:rPr>
              <a:t>t</a:t>
            </a:r>
            <a:r>
              <a:rPr dirty="0" baseline="2136" sz="1950" spc="22">
                <a:latin typeface="Arial MT"/>
                <a:cs typeface="Arial MT"/>
              </a:rPr>
              <a:t>y</a:t>
            </a:r>
            <a:r>
              <a:rPr dirty="0" baseline="2136" sz="1950">
                <a:latin typeface="Arial MT"/>
                <a:cs typeface="Arial MT"/>
              </a:rPr>
              <a:t> </a:t>
            </a:r>
            <a:r>
              <a:rPr dirty="0" baseline="2136" sz="1950" spc="22">
                <a:latin typeface="Arial MT"/>
                <a:cs typeface="Arial MT"/>
              </a:rPr>
              <a:t>water</a:t>
            </a:r>
            <a:r>
              <a:rPr dirty="0" baseline="2136" sz="1950">
                <a:latin typeface="Arial MT"/>
                <a:cs typeface="Arial MT"/>
              </a:rPr>
              <a:t>		</a:t>
            </a:r>
            <a:r>
              <a:rPr dirty="0" sz="1300" spc="20">
                <a:latin typeface="Arial MT"/>
                <a:cs typeface="Arial MT"/>
              </a:rPr>
              <a:t>condense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baseline="-10683" sz="1950" spc="22">
                <a:latin typeface="Arial MT"/>
                <a:cs typeface="Arial MT"/>
              </a:rPr>
              <a:t>water  </a:t>
            </a:r>
            <a:r>
              <a:rPr dirty="0" baseline="-19230" sz="1950" spc="52">
                <a:latin typeface="Arial MT"/>
                <a:cs typeface="Arial MT"/>
              </a:rPr>
              <a:t>@</a:t>
            </a:r>
            <a:r>
              <a:rPr dirty="0" baseline="-19230" sz="1950" spc="15">
                <a:latin typeface="Arial MT"/>
                <a:cs typeface="Arial MT"/>
              </a:rPr>
              <a:t> </a:t>
            </a:r>
            <a:r>
              <a:rPr dirty="0" baseline="-19230" sz="1950" spc="30">
                <a:latin typeface="Arial MT"/>
                <a:cs typeface="Arial MT"/>
              </a:rPr>
              <a:t>20</a:t>
            </a:r>
            <a:r>
              <a:rPr dirty="0" baseline="-19230" sz="1950" spc="15">
                <a:latin typeface="Arial MT"/>
                <a:cs typeface="Arial MT"/>
              </a:rPr>
              <a:t> </a:t>
            </a:r>
            <a:r>
              <a:rPr dirty="0" baseline="-19230" sz="1950" spc="30">
                <a:latin typeface="Arial MT"/>
                <a:cs typeface="Arial MT"/>
              </a:rPr>
              <a:t>deg</a:t>
            </a:r>
            <a:r>
              <a:rPr dirty="0" baseline="-19230" sz="1950" spc="15">
                <a:latin typeface="Arial MT"/>
                <a:cs typeface="Arial MT"/>
              </a:rPr>
              <a:t> </a:t>
            </a:r>
            <a:r>
              <a:rPr dirty="0" baseline="-19230" sz="1950" spc="37">
                <a:latin typeface="Arial MT"/>
                <a:cs typeface="Arial MT"/>
              </a:rPr>
              <a:t>C	</a:t>
            </a:r>
            <a:r>
              <a:rPr dirty="0" sz="1300" spc="35">
                <a:latin typeface="Arial MT"/>
                <a:cs typeface="Arial MT"/>
              </a:rPr>
              <a:t>@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20">
                <a:latin typeface="Arial MT"/>
                <a:cs typeface="Arial MT"/>
              </a:rPr>
              <a:t>100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20">
                <a:latin typeface="Arial MT"/>
                <a:cs typeface="Arial MT"/>
              </a:rPr>
              <a:t>deg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25">
                <a:latin typeface="Arial MT"/>
                <a:cs typeface="Arial MT"/>
              </a:rPr>
              <a:t>C	</a:t>
            </a:r>
            <a:r>
              <a:rPr dirty="0" baseline="29914" sz="1950" spc="30">
                <a:latin typeface="Arial MT"/>
                <a:cs typeface="Arial MT"/>
              </a:rPr>
              <a:t>Steam</a:t>
            </a:r>
            <a:endParaRPr baseline="29914" sz="1950">
              <a:latin typeface="Arial MT"/>
              <a:cs typeface="Arial MT"/>
            </a:endParaRPr>
          </a:p>
          <a:p>
            <a:pPr marL="4254500" marR="1172845" indent="-156210">
              <a:lnSpc>
                <a:spcPct val="103099"/>
              </a:lnSpc>
              <a:spcBef>
                <a:spcPts val="1280"/>
              </a:spcBef>
            </a:pPr>
            <a:r>
              <a:rPr dirty="0" sz="1300" spc="15">
                <a:latin typeface="Arial MT"/>
                <a:cs typeface="Arial MT"/>
              </a:rPr>
              <a:t>Condense  </a:t>
            </a:r>
            <a:r>
              <a:rPr dirty="0" sz="1300" spc="20">
                <a:latin typeface="Arial MT"/>
                <a:cs typeface="Arial MT"/>
              </a:rPr>
              <a:t>steam</a:t>
            </a:r>
            <a:endParaRPr sz="1300">
              <a:latin typeface="Arial MT"/>
              <a:cs typeface="Arial MT"/>
            </a:endParaRPr>
          </a:p>
          <a:p>
            <a:pPr marL="59690">
              <a:lnSpc>
                <a:spcPts val="1070"/>
              </a:lnSpc>
              <a:tabLst>
                <a:tab pos="1993900" algn="l"/>
                <a:tab pos="3457575" algn="l"/>
                <a:tab pos="5336540" algn="l"/>
              </a:tabLst>
            </a:pPr>
            <a:r>
              <a:rPr dirty="0" sz="1300" spc="15">
                <a:latin typeface="Arial MT"/>
                <a:cs typeface="Arial MT"/>
              </a:rPr>
              <a:t>Heat 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15">
                <a:latin typeface="Arial MT"/>
                <a:cs typeface="Arial MT"/>
              </a:rPr>
              <a:t>Dirty water	</a:t>
            </a:r>
            <a:r>
              <a:rPr dirty="0" baseline="-19230" sz="1950" spc="22">
                <a:latin typeface="Arial MT"/>
                <a:cs typeface="Arial MT"/>
              </a:rPr>
              <a:t>Boil Dirty</a:t>
            </a:r>
            <a:r>
              <a:rPr dirty="0" baseline="-19230" sz="1950" spc="7">
                <a:latin typeface="Arial MT"/>
                <a:cs typeface="Arial MT"/>
              </a:rPr>
              <a:t> </a:t>
            </a:r>
            <a:r>
              <a:rPr dirty="0" baseline="-19230" sz="1950" spc="22">
                <a:latin typeface="Arial MT"/>
                <a:cs typeface="Arial MT"/>
              </a:rPr>
              <a:t>water	</a:t>
            </a:r>
            <a:r>
              <a:rPr dirty="0" baseline="-8547" sz="1950" spc="22">
                <a:latin typeface="Arial MT"/>
                <a:cs typeface="Arial MT"/>
              </a:rPr>
              <a:t>and	</a:t>
            </a:r>
            <a:r>
              <a:rPr dirty="0" baseline="-40598" sz="1950" spc="-157">
                <a:latin typeface="Arial MT"/>
                <a:cs typeface="Arial MT"/>
              </a:rPr>
              <a:t>andand</a:t>
            </a:r>
            <a:endParaRPr baseline="-40598" sz="1950">
              <a:latin typeface="Arial MT"/>
              <a:cs typeface="Arial MT"/>
            </a:endParaRPr>
          </a:p>
          <a:p>
            <a:pPr marL="59690">
              <a:lnSpc>
                <a:spcPct val="100000"/>
              </a:lnSpc>
              <a:spcBef>
                <a:spcPts val="45"/>
              </a:spcBef>
            </a:pPr>
            <a:r>
              <a:rPr dirty="0" sz="1300" spc="20">
                <a:latin typeface="Arial MT"/>
                <a:cs typeface="Arial MT"/>
              </a:rPr>
              <a:t>To</a:t>
            </a:r>
            <a:r>
              <a:rPr dirty="0" sz="1300" spc="-15">
                <a:latin typeface="Arial MT"/>
                <a:cs typeface="Arial MT"/>
              </a:rPr>
              <a:t> </a:t>
            </a:r>
            <a:r>
              <a:rPr dirty="0" sz="1300" spc="20">
                <a:latin typeface="Arial MT"/>
                <a:cs typeface="Arial MT"/>
              </a:rPr>
              <a:t>100</a:t>
            </a:r>
            <a:r>
              <a:rPr dirty="0" sz="1300" spc="-10">
                <a:latin typeface="Arial MT"/>
                <a:cs typeface="Arial MT"/>
              </a:rPr>
              <a:t> </a:t>
            </a:r>
            <a:r>
              <a:rPr dirty="0" sz="1300" spc="20">
                <a:latin typeface="Arial MT"/>
                <a:cs typeface="Arial MT"/>
              </a:rPr>
              <a:t>deg</a:t>
            </a:r>
            <a:r>
              <a:rPr dirty="0" sz="1300" spc="-10">
                <a:latin typeface="Arial MT"/>
                <a:cs typeface="Arial MT"/>
              </a:rPr>
              <a:t> </a:t>
            </a:r>
            <a:r>
              <a:rPr dirty="0" sz="1300" spc="25">
                <a:latin typeface="Arial MT"/>
                <a:cs typeface="Arial MT"/>
              </a:rPr>
              <a:t>C</a:t>
            </a:r>
            <a:endParaRPr sz="1300">
              <a:latin typeface="Arial MT"/>
              <a:cs typeface="Arial MT"/>
            </a:endParaRPr>
          </a:p>
          <a:p>
            <a:pPr marL="4216400" marR="1206500" indent="109220">
              <a:lnSpc>
                <a:spcPts val="1600"/>
              </a:lnSpc>
              <a:spcBef>
                <a:spcPts val="640"/>
              </a:spcBef>
            </a:pPr>
            <a:r>
              <a:rPr dirty="0" sz="1300" spc="15">
                <a:latin typeface="Arial MT"/>
                <a:cs typeface="Arial MT"/>
              </a:rPr>
              <a:t>Drain 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20">
                <a:latin typeface="Arial MT"/>
                <a:cs typeface="Arial MT"/>
              </a:rPr>
              <a:t>Res</a:t>
            </a:r>
            <a:r>
              <a:rPr dirty="0" sz="1300">
                <a:latin typeface="Arial MT"/>
                <a:cs typeface="Arial MT"/>
              </a:rPr>
              <a:t>i</a:t>
            </a:r>
            <a:r>
              <a:rPr dirty="0" sz="1300" spc="20">
                <a:latin typeface="Arial MT"/>
                <a:cs typeface="Arial MT"/>
              </a:rPr>
              <a:t>due</a:t>
            </a:r>
            <a:endParaRPr sz="1300">
              <a:latin typeface="Arial MT"/>
              <a:cs typeface="Arial MT"/>
            </a:endParaRPr>
          </a:p>
          <a:p>
            <a:pPr marL="2831465">
              <a:lnSpc>
                <a:spcPts val="985"/>
              </a:lnSpc>
            </a:pPr>
            <a:r>
              <a:rPr dirty="0" sz="1300" spc="15">
                <a:latin typeface="Arial MT"/>
                <a:cs typeface="Arial MT"/>
              </a:rPr>
              <a:t>Residue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5346700" algn="l"/>
              </a:tabLst>
            </a:pPr>
            <a:r>
              <a:rPr dirty="0" sz="1300" spc="15">
                <a:latin typeface="Arial MT"/>
                <a:cs typeface="Arial MT"/>
              </a:rPr>
              <a:t>Heat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15">
                <a:latin typeface="Arial MT"/>
                <a:cs typeface="Arial MT"/>
              </a:rPr>
              <a:t>to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15">
                <a:latin typeface="Arial MT"/>
                <a:cs typeface="Arial MT"/>
              </a:rPr>
              <a:t>Dirty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15">
                <a:latin typeface="Arial MT"/>
                <a:cs typeface="Arial MT"/>
              </a:rPr>
              <a:t>Disposed</a:t>
            </a:r>
            <a:endParaRPr sz="1300">
              <a:latin typeface="Arial MT"/>
              <a:cs typeface="Arial MT"/>
            </a:endParaRPr>
          </a:p>
          <a:p>
            <a:pPr marL="264795">
              <a:lnSpc>
                <a:spcPts val="1450"/>
              </a:lnSpc>
              <a:spcBef>
                <a:spcPts val="50"/>
              </a:spcBef>
              <a:tabLst>
                <a:tab pos="1624965" algn="l"/>
                <a:tab pos="5422265" algn="l"/>
              </a:tabLst>
            </a:pPr>
            <a:r>
              <a:rPr dirty="0" sz="1300" spc="15">
                <a:latin typeface="Arial MT"/>
                <a:cs typeface="Arial MT"/>
              </a:rPr>
              <a:t>water	</a:t>
            </a:r>
            <a:r>
              <a:rPr dirty="0" baseline="10683" sz="1950" spc="22">
                <a:latin typeface="Arial MT"/>
                <a:cs typeface="Arial MT"/>
              </a:rPr>
              <a:t>Heat to Boil	</a:t>
            </a:r>
            <a:r>
              <a:rPr dirty="0" sz="1300" spc="15">
                <a:latin typeface="Arial MT"/>
                <a:cs typeface="Arial MT"/>
              </a:rPr>
              <a:t>residue</a:t>
            </a:r>
            <a:endParaRPr sz="1300">
              <a:latin typeface="Arial MT"/>
              <a:cs typeface="Arial MT"/>
            </a:endParaRPr>
          </a:p>
          <a:p>
            <a:pPr marL="1857375">
              <a:lnSpc>
                <a:spcPts val="1450"/>
              </a:lnSpc>
            </a:pPr>
            <a:r>
              <a:rPr dirty="0" sz="1300" spc="15">
                <a:latin typeface="Arial MT"/>
                <a:cs typeface="Arial MT"/>
              </a:rPr>
              <a:t>water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26058" y="2622042"/>
            <a:ext cx="6562090" cy="2868295"/>
            <a:chOff x="1226058" y="2622042"/>
            <a:chExt cx="6562090" cy="2868295"/>
          </a:xfrm>
        </p:grpSpPr>
        <p:sp>
          <p:nvSpPr>
            <p:cNvPr id="5" name="object 5"/>
            <p:cNvSpPr/>
            <p:nvPr/>
          </p:nvSpPr>
          <p:spPr>
            <a:xfrm>
              <a:off x="1456943" y="2823210"/>
              <a:ext cx="1139190" cy="624205"/>
            </a:xfrm>
            <a:custGeom>
              <a:avLst/>
              <a:gdLst/>
              <a:ahLst/>
              <a:cxnLst/>
              <a:rect l="l" t="t" r="r" b="b"/>
              <a:pathLst>
                <a:path w="1139189" h="624204">
                  <a:moveTo>
                    <a:pt x="1139190" y="311658"/>
                  </a:moveTo>
                  <a:lnTo>
                    <a:pt x="1126039" y="244773"/>
                  </a:lnTo>
                  <a:lnTo>
                    <a:pt x="1088445" y="182901"/>
                  </a:lnTo>
                  <a:lnTo>
                    <a:pt x="1061353" y="154319"/>
                  </a:lnTo>
                  <a:lnTo>
                    <a:pt x="1029193" y="127558"/>
                  </a:lnTo>
                  <a:lnTo>
                    <a:pt x="992316" y="102810"/>
                  </a:lnTo>
                  <a:lnTo>
                    <a:pt x="951068" y="80262"/>
                  </a:lnTo>
                  <a:lnTo>
                    <a:pt x="905798" y="60106"/>
                  </a:lnTo>
                  <a:lnTo>
                    <a:pt x="856854" y="42530"/>
                  </a:lnTo>
                  <a:lnTo>
                    <a:pt x="804585" y="27725"/>
                  </a:lnTo>
                  <a:lnTo>
                    <a:pt x="749338" y="15880"/>
                  </a:lnTo>
                  <a:lnTo>
                    <a:pt x="691462" y="7184"/>
                  </a:lnTo>
                  <a:lnTo>
                    <a:pt x="631304" y="1827"/>
                  </a:lnTo>
                  <a:lnTo>
                    <a:pt x="569214" y="0"/>
                  </a:lnTo>
                  <a:lnTo>
                    <a:pt x="507133" y="1827"/>
                  </a:lnTo>
                  <a:lnTo>
                    <a:pt x="447002" y="7184"/>
                  </a:lnTo>
                  <a:lnTo>
                    <a:pt x="389168" y="15880"/>
                  </a:lnTo>
                  <a:lnTo>
                    <a:pt x="333976" y="27725"/>
                  </a:lnTo>
                  <a:lnTo>
                    <a:pt x="281770" y="42530"/>
                  </a:lnTo>
                  <a:lnTo>
                    <a:pt x="232897" y="60106"/>
                  </a:lnTo>
                  <a:lnTo>
                    <a:pt x="187702" y="80262"/>
                  </a:lnTo>
                  <a:lnTo>
                    <a:pt x="146530" y="102810"/>
                  </a:lnTo>
                  <a:lnTo>
                    <a:pt x="109728" y="127558"/>
                  </a:lnTo>
                  <a:lnTo>
                    <a:pt x="77639" y="154319"/>
                  </a:lnTo>
                  <a:lnTo>
                    <a:pt x="50610" y="182901"/>
                  </a:lnTo>
                  <a:lnTo>
                    <a:pt x="13113" y="244773"/>
                  </a:lnTo>
                  <a:lnTo>
                    <a:pt x="0" y="311658"/>
                  </a:lnTo>
                  <a:lnTo>
                    <a:pt x="3335" y="345641"/>
                  </a:lnTo>
                  <a:lnTo>
                    <a:pt x="28986" y="410279"/>
                  </a:lnTo>
                  <a:lnTo>
                    <a:pt x="77639" y="469194"/>
                  </a:lnTo>
                  <a:lnTo>
                    <a:pt x="109728" y="496025"/>
                  </a:lnTo>
                  <a:lnTo>
                    <a:pt x="146530" y="520848"/>
                  </a:lnTo>
                  <a:lnTo>
                    <a:pt x="187702" y="543472"/>
                  </a:lnTo>
                  <a:lnTo>
                    <a:pt x="232897" y="563703"/>
                  </a:lnTo>
                  <a:lnTo>
                    <a:pt x="281770" y="581349"/>
                  </a:lnTo>
                  <a:lnTo>
                    <a:pt x="333976" y="596218"/>
                  </a:lnTo>
                  <a:lnTo>
                    <a:pt x="389168" y="608118"/>
                  </a:lnTo>
                  <a:lnTo>
                    <a:pt x="447002" y="616856"/>
                  </a:lnTo>
                  <a:lnTo>
                    <a:pt x="507133" y="622240"/>
                  </a:lnTo>
                  <a:lnTo>
                    <a:pt x="569214" y="624078"/>
                  </a:lnTo>
                  <a:lnTo>
                    <a:pt x="631304" y="622240"/>
                  </a:lnTo>
                  <a:lnTo>
                    <a:pt x="691462" y="616856"/>
                  </a:lnTo>
                  <a:lnTo>
                    <a:pt x="749338" y="608118"/>
                  </a:lnTo>
                  <a:lnTo>
                    <a:pt x="804585" y="596218"/>
                  </a:lnTo>
                  <a:lnTo>
                    <a:pt x="856854" y="581349"/>
                  </a:lnTo>
                  <a:lnTo>
                    <a:pt x="905798" y="563703"/>
                  </a:lnTo>
                  <a:lnTo>
                    <a:pt x="951068" y="543472"/>
                  </a:lnTo>
                  <a:lnTo>
                    <a:pt x="992316" y="520848"/>
                  </a:lnTo>
                  <a:lnTo>
                    <a:pt x="1029193" y="496025"/>
                  </a:lnTo>
                  <a:lnTo>
                    <a:pt x="1061353" y="469194"/>
                  </a:lnTo>
                  <a:lnTo>
                    <a:pt x="1088445" y="440548"/>
                  </a:lnTo>
                  <a:lnTo>
                    <a:pt x="1126039" y="378579"/>
                  </a:lnTo>
                  <a:lnTo>
                    <a:pt x="1139190" y="311658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55470" y="3389376"/>
              <a:ext cx="239395" cy="285750"/>
            </a:xfrm>
            <a:custGeom>
              <a:avLst/>
              <a:gdLst/>
              <a:ahLst/>
              <a:cxnLst/>
              <a:rect l="l" t="t" r="r" b="b"/>
              <a:pathLst>
                <a:path w="239394" h="285750">
                  <a:moveTo>
                    <a:pt x="0" y="0"/>
                  </a:moveTo>
                  <a:lnTo>
                    <a:pt x="239268" y="28575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14094" y="3729228"/>
              <a:ext cx="1416050" cy="485140"/>
            </a:xfrm>
            <a:custGeom>
              <a:avLst/>
              <a:gdLst/>
              <a:ahLst/>
              <a:cxnLst/>
              <a:rect l="l" t="t" r="r" b="b"/>
              <a:pathLst>
                <a:path w="1416050" h="485139">
                  <a:moveTo>
                    <a:pt x="1415795" y="484632"/>
                  </a:moveTo>
                  <a:lnTo>
                    <a:pt x="1415795" y="0"/>
                  </a:lnTo>
                  <a:lnTo>
                    <a:pt x="0" y="0"/>
                  </a:lnTo>
                  <a:lnTo>
                    <a:pt x="0" y="484632"/>
                  </a:lnTo>
                  <a:lnTo>
                    <a:pt x="1415795" y="484632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64257" y="3649218"/>
              <a:ext cx="75565" cy="80010"/>
            </a:xfrm>
            <a:custGeom>
              <a:avLst/>
              <a:gdLst/>
              <a:ahLst/>
              <a:cxnLst/>
              <a:rect l="l" t="t" r="r" b="b"/>
              <a:pathLst>
                <a:path w="75564" h="80010">
                  <a:moveTo>
                    <a:pt x="75438" y="80010"/>
                  </a:moveTo>
                  <a:lnTo>
                    <a:pt x="56388" y="0"/>
                  </a:lnTo>
                  <a:lnTo>
                    <a:pt x="0" y="47244"/>
                  </a:lnTo>
                  <a:lnTo>
                    <a:pt x="75438" y="800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29868" y="4578858"/>
              <a:ext cx="1480185" cy="737870"/>
            </a:xfrm>
            <a:custGeom>
              <a:avLst/>
              <a:gdLst/>
              <a:ahLst/>
              <a:cxnLst/>
              <a:rect l="l" t="t" r="r" b="b"/>
              <a:pathLst>
                <a:path w="1480185" h="737870">
                  <a:moveTo>
                    <a:pt x="1479804" y="368807"/>
                  </a:moveTo>
                  <a:lnTo>
                    <a:pt x="1469082" y="305781"/>
                  </a:lnTo>
                  <a:lnTo>
                    <a:pt x="1438105" y="246264"/>
                  </a:lnTo>
                  <a:lnTo>
                    <a:pt x="1388653" y="191129"/>
                  </a:lnTo>
                  <a:lnTo>
                    <a:pt x="1357555" y="165479"/>
                  </a:lnTo>
                  <a:lnTo>
                    <a:pt x="1322507" y="141253"/>
                  </a:lnTo>
                  <a:lnTo>
                    <a:pt x="1283731" y="118560"/>
                  </a:lnTo>
                  <a:lnTo>
                    <a:pt x="1241449" y="97509"/>
                  </a:lnTo>
                  <a:lnTo>
                    <a:pt x="1195885" y="78210"/>
                  </a:lnTo>
                  <a:lnTo>
                    <a:pt x="1147260" y="60772"/>
                  </a:lnTo>
                  <a:lnTo>
                    <a:pt x="1095798" y="45305"/>
                  </a:lnTo>
                  <a:lnTo>
                    <a:pt x="1041720" y="31917"/>
                  </a:lnTo>
                  <a:lnTo>
                    <a:pt x="985251" y="20718"/>
                  </a:lnTo>
                  <a:lnTo>
                    <a:pt x="926611" y="11818"/>
                  </a:lnTo>
                  <a:lnTo>
                    <a:pt x="866025" y="5325"/>
                  </a:lnTo>
                  <a:lnTo>
                    <a:pt x="803714" y="1349"/>
                  </a:lnTo>
                  <a:lnTo>
                    <a:pt x="739902" y="0"/>
                  </a:lnTo>
                  <a:lnTo>
                    <a:pt x="675981" y="1349"/>
                  </a:lnTo>
                  <a:lnTo>
                    <a:pt x="613585" y="5325"/>
                  </a:lnTo>
                  <a:lnTo>
                    <a:pt x="552936" y="11818"/>
                  </a:lnTo>
                  <a:lnTo>
                    <a:pt x="494252" y="20718"/>
                  </a:lnTo>
                  <a:lnTo>
                    <a:pt x="437756" y="31917"/>
                  </a:lnTo>
                  <a:lnTo>
                    <a:pt x="383667" y="45305"/>
                  </a:lnTo>
                  <a:lnTo>
                    <a:pt x="332207" y="60772"/>
                  </a:lnTo>
                  <a:lnTo>
                    <a:pt x="283596" y="78210"/>
                  </a:lnTo>
                  <a:lnTo>
                    <a:pt x="238054" y="97509"/>
                  </a:lnTo>
                  <a:lnTo>
                    <a:pt x="195802" y="118560"/>
                  </a:lnTo>
                  <a:lnTo>
                    <a:pt x="157061" y="141253"/>
                  </a:lnTo>
                  <a:lnTo>
                    <a:pt x="122052" y="165479"/>
                  </a:lnTo>
                  <a:lnTo>
                    <a:pt x="90994" y="191129"/>
                  </a:lnTo>
                  <a:lnTo>
                    <a:pt x="41618" y="246264"/>
                  </a:lnTo>
                  <a:lnTo>
                    <a:pt x="10698" y="305781"/>
                  </a:lnTo>
                  <a:lnTo>
                    <a:pt x="0" y="368807"/>
                  </a:lnTo>
                  <a:lnTo>
                    <a:pt x="2711" y="400597"/>
                  </a:lnTo>
                  <a:lnTo>
                    <a:pt x="23741" y="461830"/>
                  </a:lnTo>
                  <a:lnTo>
                    <a:pt x="64110" y="519194"/>
                  </a:lnTo>
                  <a:lnTo>
                    <a:pt x="122052" y="571800"/>
                  </a:lnTo>
                  <a:lnTo>
                    <a:pt x="157061" y="596039"/>
                  </a:lnTo>
                  <a:lnTo>
                    <a:pt x="195802" y="618755"/>
                  </a:lnTo>
                  <a:lnTo>
                    <a:pt x="238054" y="639836"/>
                  </a:lnTo>
                  <a:lnTo>
                    <a:pt x="283596" y="659170"/>
                  </a:lnTo>
                  <a:lnTo>
                    <a:pt x="332207" y="676647"/>
                  </a:lnTo>
                  <a:lnTo>
                    <a:pt x="383667" y="692154"/>
                  </a:lnTo>
                  <a:lnTo>
                    <a:pt x="437756" y="705581"/>
                  </a:lnTo>
                  <a:lnTo>
                    <a:pt x="494252" y="716817"/>
                  </a:lnTo>
                  <a:lnTo>
                    <a:pt x="552936" y="725749"/>
                  </a:lnTo>
                  <a:lnTo>
                    <a:pt x="613585" y="732267"/>
                  </a:lnTo>
                  <a:lnTo>
                    <a:pt x="675981" y="736260"/>
                  </a:lnTo>
                  <a:lnTo>
                    <a:pt x="739902" y="737615"/>
                  </a:lnTo>
                  <a:lnTo>
                    <a:pt x="803714" y="736260"/>
                  </a:lnTo>
                  <a:lnTo>
                    <a:pt x="866025" y="732267"/>
                  </a:lnTo>
                  <a:lnTo>
                    <a:pt x="926611" y="725749"/>
                  </a:lnTo>
                  <a:lnTo>
                    <a:pt x="985251" y="716817"/>
                  </a:lnTo>
                  <a:lnTo>
                    <a:pt x="1041720" y="705581"/>
                  </a:lnTo>
                  <a:lnTo>
                    <a:pt x="1095798" y="692154"/>
                  </a:lnTo>
                  <a:lnTo>
                    <a:pt x="1147260" y="676647"/>
                  </a:lnTo>
                  <a:lnTo>
                    <a:pt x="1195885" y="659170"/>
                  </a:lnTo>
                  <a:lnTo>
                    <a:pt x="1241449" y="639836"/>
                  </a:lnTo>
                  <a:lnTo>
                    <a:pt x="1283731" y="618755"/>
                  </a:lnTo>
                  <a:lnTo>
                    <a:pt x="1322507" y="596039"/>
                  </a:lnTo>
                  <a:lnTo>
                    <a:pt x="1357555" y="571800"/>
                  </a:lnTo>
                  <a:lnTo>
                    <a:pt x="1388653" y="546148"/>
                  </a:lnTo>
                  <a:lnTo>
                    <a:pt x="1438105" y="491051"/>
                  </a:lnTo>
                  <a:lnTo>
                    <a:pt x="1469082" y="431641"/>
                  </a:lnTo>
                  <a:lnTo>
                    <a:pt x="1479804" y="368807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082545" y="4301489"/>
              <a:ext cx="140335" cy="277495"/>
            </a:xfrm>
            <a:custGeom>
              <a:avLst/>
              <a:gdLst/>
              <a:ahLst/>
              <a:cxnLst/>
              <a:rect l="l" t="t" r="r" b="b"/>
              <a:pathLst>
                <a:path w="140335" h="277495">
                  <a:moveTo>
                    <a:pt x="0" y="277368"/>
                  </a:moveTo>
                  <a:lnTo>
                    <a:pt x="140207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86939" y="4239006"/>
              <a:ext cx="66675" cy="83820"/>
            </a:xfrm>
            <a:custGeom>
              <a:avLst/>
              <a:gdLst/>
              <a:ahLst/>
              <a:cxnLst/>
              <a:rect l="l" t="t" r="r" b="b"/>
              <a:pathLst>
                <a:path w="66675" h="83820">
                  <a:moveTo>
                    <a:pt x="66293" y="83820"/>
                  </a:moveTo>
                  <a:lnTo>
                    <a:pt x="66293" y="0"/>
                  </a:lnTo>
                  <a:lnTo>
                    <a:pt x="0" y="49530"/>
                  </a:lnTo>
                  <a:lnTo>
                    <a:pt x="66293" y="83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935986" y="3955542"/>
              <a:ext cx="441325" cy="0"/>
            </a:xfrm>
            <a:custGeom>
              <a:avLst/>
              <a:gdLst/>
              <a:ahLst/>
              <a:cxnLst/>
              <a:rect l="l" t="t" r="r" b="b"/>
              <a:pathLst>
                <a:path w="441325" h="0">
                  <a:moveTo>
                    <a:pt x="0" y="0"/>
                  </a:moveTo>
                  <a:lnTo>
                    <a:pt x="441198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74898" y="3918966"/>
              <a:ext cx="73660" cy="74930"/>
            </a:xfrm>
            <a:custGeom>
              <a:avLst/>
              <a:gdLst/>
              <a:ahLst/>
              <a:cxnLst/>
              <a:rect l="l" t="t" r="r" b="b"/>
              <a:pathLst>
                <a:path w="73660" h="74929">
                  <a:moveTo>
                    <a:pt x="73152" y="36575"/>
                  </a:moveTo>
                  <a:lnTo>
                    <a:pt x="0" y="0"/>
                  </a:lnTo>
                  <a:lnTo>
                    <a:pt x="0" y="74675"/>
                  </a:lnTo>
                  <a:lnTo>
                    <a:pt x="73152" y="36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48050" y="3785616"/>
              <a:ext cx="1293495" cy="281305"/>
            </a:xfrm>
            <a:custGeom>
              <a:avLst/>
              <a:gdLst/>
              <a:ahLst/>
              <a:cxnLst/>
              <a:rect l="l" t="t" r="r" b="b"/>
              <a:pathLst>
                <a:path w="1293495" h="281304">
                  <a:moveTo>
                    <a:pt x="1293114" y="281177"/>
                  </a:moveTo>
                  <a:lnTo>
                    <a:pt x="1293114" y="0"/>
                  </a:lnTo>
                  <a:lnTo>
                    <a:pt x="0" y="0"/>
                  </a:lnTo>
                  <a:lnTo>
                    <a:pt x="0" y="281177"/>
                  </a:lnTo>
                  <a:lnTo>
                    <a:pt x="1293114" y="281177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93136" y="2766821"/>
              <a:ext cx="1195705" cy="624205"/>
            </a:xfrm>
            <a:custGeom>
              <a:avLst/>
              <a:gdLst/>
              <a:ahLst/>
              <a:cxnLst/>
              <a:rect l="l" t="t" r="r" b="b"/>
              <a:pathLst>
                <a:path w="1195704" h="624204">
                  <a:moveTo>
                    <a:pt x="1195577" y="311658"/>
                  </a:moveTo>
                  <a:lnTo>
                    <a:pt x="1183408" y="248822"/>
                  </a:lnTo>
                  <a:lnTo>
                    <a:pt x="1148512" y="190309"/>
                  </a:lnTo>
                  <a:lnTo>
                    <a:pt x="1093310" y="137368"/>
                  </a:lnTo>
                  <a:lnTo>
                    <a:pt x="1058851" y="113378"/>
                  </a:lnTo>
                  <a:lnTo>
                    <a:pt x="1020222" y="91249"/>
                  </a:lnTo>
                  <a:lnTo>
                    <a:pt x="977727" y="71139"/>
                  </a:lnTo>
                  <a:lnTo>
                    <a:pt x="931668" y="53203"/>
                  </a:lnTo>
                  <a:lnTo>
                    <a:pt x="882347" y="37597"/>
                  </a:lnTo>
                  <a:lnTo>
                    <a:pt x="830068" y="24479"/>
                  </a:lnTo>
                  <a:lnTo>
                    <a:pt x="775131" y="14003"/>
                  </a:lnTo>
                  <a:lnTo>
                    <a:pt x="717841" y="6328"/>
                  </a:lnTo>
                  <a:lnTo>
                    <a:pt x="658499" y="1608"/>
                  </a:lnTo>
                  <a:lnTo>
                    <a:pt x="597407" y="0"/>
                  </a:lnTo>
                  <a:lnTo>
                    <a:pt x="536325" y="1608"/>
                  </a:lnTo>
                  <a:lnTo>
                    <a:pt x="477007" y="6328"/>
                  </a:lnTo>
                  <a:lnTo>
                    <a:pt x="419754" y="14003"/>
                  </a:lnTo>
                  <a:lnTo>
                    <a:pt x="364867" y="24479"/>
                  </a:lnTo>
                  <a:lnTo>
                    <a:pt x="312644" y="37597"/>
                  </a:lnTo>
                  <a:lnTo>
                    <a:pt x="263388" y="53203"/>
                  </a:lnTo>
                  <a:lnTo>
                    <a:pt x="217398" y="71139"/>
                  </a:lnTo>
                  <a:lnTo>
                    <a:pt x="174974" y="91249"/>
                  </a:lnTo>
                  <a:lnTo>
                    <a:pt x="136416" y="113378"/>
                  </a:lnTo>
                  <a:lnTo>
                    <a:pt x="102026" y="137368"/>
                  </a:lnTo>
                  <a:lnTo>
                    <a:pt x="72102" y="163064"/>
                  </a:lnTo>
                  <a:lnTo>
                    <a:pt x="26857" y="218947"/>
                  </a:lnTo>
                  <a:lnTo>
                    <a:pt x="3084" y="279778"/>
                  </a:lnTo>
                  <a:lnTo>
                    <a:pt x="0" y="311658"/>
                  </a:lnTo>
                  <a:lnTo>
                    <a:pt x="3084" y="343546"/>
                  </a:lnTo>
                  <a:lnTo>
                    <a:pt x="26857" y="404438"/>
                  </a:lnTo>
                  <a:lnTo>
                    <a:pt x="72102" y="460428"/>
                  </a:lnTo>
                  <a:lnTo>
                    <a:pt x="102026" y="486188"/>
                  </a:lnTo>
                  <a:lnTo>
                    <a:pt x="136416" y="510247"/>
                  </a:lnTo>
                  <a:lnTo>
                    <a:pt x="174974" y="532447"/>
                  </a:lnTo>
                  <a:lnTo>
                    <a:pt x="217398" y="552628"/>
                  </a:lnTo>
                  <a:lnTo>
                    <a:pt x="263388" y="570633"/>
                  </a:lnTo>
                  <a:lnTo>
                    <a:pt x="312644" y="586303"/>
                  </a:lnTo>
                  <a:lnTo>
                    <a:pt x="364867" y="599479"/>
                  </a:lnTo>
                  <a:lnTo>
                    <a:pt x="419754" y="610003"/>
                  </a:lnTo>
                  <a:lnTo>
                    <a:pt x="477007" y="617717"/>
                  </a:lnTo>
                  <a:lnTo>
                    <a:pt x="536325" y="622461"/>
                  </a:lnTo>
                  <a:lnTo>
                    <a:pt x="597407" y="624078"/>
                  </a:lnTo>
                  <a:lnTo>
                    <a:pt x="658499" y="622461"/>
                  </a:lnTo>
                  <a:lnTo>
                    <a:pt x="717841" y="617717"/>
                  </a:lnTo>
                  <a:lnTo>
                    <a:pt x="775131" y="610003"/>
                  </a:lnTo>
                  <a:lnTo>
                    <a:pt x="830068" y="599479"/>
                  </a:lnTo>
                  <a:lnTo>
                    <a:pt x="882347" y="586303"/>
                  </a:lnTo>
                  <a:lnTo>
                    <a:pt x="931668" y="570633"/>
                  </a:lnTo>
                  <a:lnTo>
                    <a:pt x="977727" y="552628"/>
                  </a:lnTo>
                  <a:lnTo>
                    <a:pt x="1020222" y="532447"/>
                  </a:lnTo>
                  <a:lnTo>
                    <a:pt x="1058851" y="510247"/>
                  </a:lnTo>
                  <a:lnTo>
                    <a:pt x="1093310" y="486188"/>
                  </a:lnTo>
                  <a:lnTo>
                    <a:pt x="1123298" y="460428"/>
                  </a:lnTo>
                  <a:lnTo>
                    <a:pt x="1168649" y="404438"/>
                  </a:lnTo>
                  <a:lnTo>
                    <a:pt x="1192485" y="343546"/>
                  </a:lnTo>
                  <a:lnTo>
                    <a:pt x="1195577" y="311658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51760" y="3372612"/>
              <a:ext cx="510540" cy="356870"/>
            </a:xfrm>
            <a:custGeom>
              <a:avLst/>
              <a:gdLst/>
              <a:ahLst/>
              <a:cxnLst/>
              <a:rect l="l" t="t" r="r" b="b"/>
              <a:pathLst>
                <a:path w="510539" h="356870">
                  <a:moveTo>
                    <a:pt x="0" y="356615"/>
                  </a:moveTo>
                  <a:lnTo>
                    <a:pt x="510540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138678" y="3332987"/>
              <a:ext cx="81915" cy="74295"/>
            </a:xfrm>
            <a:custGeom>
              <a:avLst/>
              <a:gdLst/>
              <a:ahLst/>
              <a:cxnLst/>
              <a:rect l="l" t="t" r="r" b="b"/>
              <a:pathLst>
                <a:path w="81914" h="74295">
                  <a:moveTo>
                    <a:pt x="81534" y="0"/>
                  </a:moveTo>
                  <a:lnTo>
                    <a:pt x="0" y="12953"/>
                  </a:lnTo>
                  <a:lnTo>
                    <a:pt x="42672" y="73913"/>
                  </a:lnTo>
                  <a:lnTo>
                    <a:pt x="815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46576" y="3332988"/>
              <a:ext cx="299720" cy="396240"/>
            </a:xfrm>
            <a:custGeom>
              <a:avLst/>
              <a:gdLst/>
              <a:ahLst/>
              <a:cxnLst/>
              <a:rect l="l" t="t" r="r" b="b"/>
              <a:pathLst>
                <a:path w="299720" h="396239">
                  <a:moveTo>
                    <a:pt x="0" y="0"/>
                  </a:moveTo>
                  <a:lnTo>
                    <a:pt x="299466" y="39624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114038" y="3704844"/>
              <a:ext cx="73660" cy="81280"/>
            </a:xfrm>
            <a:custGeom>
              <a:avLst/>
              <a:gdLst/>
              <a:ahLst/>
              <a:cxnLst/>
              <a:rect l="l" t="t" r="r" b="b"/>
              <a:pathLst>
                <a:path w="73660" h="81279">
                  <a:moveTo>
                    <a:pt x="73152" y="80772"/>
                  </a:moveTo>
                  <a:lnTo>
                    <a:pt x="59436" y="0"/>
                  </a:lnTo>
                  <a:lnTo>
                    <a:pt x="0" y="44196"/>
                  </a:lnTo>
                  <a:lnTo>
                    <a:pt x="73152" y="80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70069" y="2852928"/>
              <a:ext cx="911860" cy="397510"/>
            </a:xfrm>
            <a:custGeom>
              <a:avLst/>
              <a:gdLst/>
              <a:ahLst/>
              <a:cxnLst/>
              <a:rect l="l" t="t" r="r" b="b"/>
              <a:pathLst>
                <a:path w="911860" h="397510">
                  <a:moveTo>
                    <a:pt x="911351" y="198120"/>
                  </a:moveTo>
                  <a:lnTo>
                    <a:pt x="892042" y="140787"/>
                  </a:lnTo>
                  <a:lnTo>
                    <a:pt x="837888" y="90104"/>
                  </a:lnTo>
                  <a:lnTo>
                    <a:pt x="799513" y="68013"/>
                  </a:lnTo>
                  <a:lnTo>
                    <a:pt x="754550" y="48490"/>
                  </a:lnTo>
                  <a:lnTo>
                    <a:pt x="703706" y="31840"/>
                  </a:lnTo>
                  <a:lnTo>
                    <a:pt x="647689" y="18363"/>
                  </a:lnTo>
                  <a:lnTo>
                    <a:pt x="587207" y="8363"/>
                  </a:lnTo>
                  <a:lnTo>
                    <a:pt x="522966" y="2141"/>
                  </a:lnTo>
                  <a:lnTo>
                    <a:pt x="455675" y="0"/>
                  </a:lnTo>
                  <a:lnTo>
                    <a:pt x="388213" y="2141"/>
                  </a:lnTo>
                  <a:lnTo>
                    <a:pt x="323866" y="8363"/>
                  </a:lnTo>
                  <a:lnTo>
                    <a:pt x="263332" y="18363"/>
                  </a:lnTo>
                  <a:lnTo>
                    <a:pt x="207308" y="31840"/>
                  </a:lnTo>
                  <a:lnTo>
                    <a:pt x="156492" y="48490"/>
                  </a:lnTo>
                  <a:lnTo>
                    <a:pt x="111580" y="68013"/>
                  </a:lnTo>
                  <a:lnTo>
                    <a:pt x="73271" y="90104"/>
                  </a:lnTo>
                  <a:lnTo>
                    <a:pt x="42260" y="114463"/>
                  </a:lnTo>
                  <a:lnTo>
                    <a:pt x="4928" y="168773"/>
                  </a:lnTo>
                  <a:lnTo>
                    <a:pt x="0" y="198120"/>
                  </a:lnTo>
                  <a:lnTo>
                    <a:pt x="4928" y="227484"/>
                  </a:lnTo>
                  <a:lnTo>
                    <a:pt x="42260" y="281915"/>
                  </a:lnTo>
                  <a:lnTo>
                    <a:pt x="73271" y="306364"/>
                  </a:lnTo>
                  <a:lnTo>
                    <a:pt x="111580" y="328555"/>
                  </a:lnTo>
                  <a:lnTo>
                    <a:pt x="156492" y="348181"/>
                  </a:lnTo>
                  <a:lnTo>
                    <a:pt x="207308" y="364932"/>
                  </a:lnTo>
                  <a:lnTo>
                    <a:pt x="263332" y="378499"/>
                  </a:lnTo>
                  <a:lnTo>
                    <a:pt x="323866" y="388572"/>
                  </a:lnTo>
                  <a:lnTo>
                    <a:pt x="388213" y="394843"/>
                  </a:lnTo>
                  <a:lnTo>
                    <a:pt x="455675" y="397002"/>
                  </a:lnTo>
                  <a:lnTo>
                    <a:pt x="522966" y="394843"/>
                  </a:lnTo>
                  <a:lnTo>
                    <a:pt x="587207" y="388572"/>
                  </a:lnTo>
                  <a:lnTo>
                    <a:pt x="647689" y="378499"/>
                  </a:lnTo>
                  <a:lnTo>
                    <a:pt x="703706" y="364932"/>
                  </a:lnTo>
                  <a:lnTo>
                    <a:pt x="754550" y="348181"/>
                  </a:lnTo>
                  <a:lnTo>
                    <a:pt x="799513" y="328555"/>
                  </a:lnTo>
                  <a:lnTo>
                    <a:pt x="837888" y="306364"/>
                  </a:lnTo>
                  <a:lnTo>
                    <a:pt x="868967" y="281915"/>
                  </a:lnTo>
                  <a:lnTo>
                    <a:pt x="906406" y="227484"/>
                  </a:lnTo>
                  <a:lnTo>
                    <a:pt x="911351" y="198120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301490" y="3273552"/>
              <a:ext cx="410845" cy="512445"/>
            </a:xfrm>
            <a:custGeom>
              <a:avLst/>
              <a:gdLst/>
              <a:ahLst/>
              <a:cxnLst/>
              <a:rect l="l" t="t" r="r" b="b"/>
              <a:pathLst>
                <a:path w="410845" h="512445">
                  <a:moveTo>
                    <a:pt x="0" y="512063"/>
                  </a:moveTo>
                  <a:lnTo>
                    <a:pt x="410718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680204" y="3219450"/>
              <a:ext cx="76200" cy="81915"/>
            </a:xfrm>
            <a:custGeom>
              <a:avLst/>
              <a:gdLst/>
              <a:ahLst/>
              <a:cxnLst/>
              <a:rect l="l" t="t" r="r" b="b"/>
              <a:pathLst>
                <a:path w="76200" h="81914">
                  <a:moveTo>
                    <a:pt x="76200" y="0"/>
                  </a:moveTo>
                  <a:lnTo>
                    <a:pt x="0" y="35814"/>
                  </a:lnTo>
                  <a:lnTo>
                    <a:pt x="58674" y="81534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73651" y="4408932"/>
              <a:ext cx="1195705" cy="510540"/>
            </a:xfrm>
            <a:custGeom>
              <a:avLst/>
              <a:gdLst/>
              <a:ahLst/>
              <a:cxnLst/>
              <a:rect l="l" t="t" r="r" b="b"/>
              <a:pathLst>
                <a:path w="1195704" h="510539">
                  <a:moveTo>
                    <a:pt x="1195577" y="255269"/>
                  </a:moveTo>
                  <a:lnTo>
                    <a:pt x="1181762" y="200512"/>
                  </a:lnTo>
                  <a:lnTo>
                    <a:pt x="1142272" y="149845"/>
                  </a:lnTo>
                  <a:lnTo>
                    <a:pt x="1080046" y="104515"/>
                  </a:lnTo>
                  <a:lnTo>
                    <a:pt x="1041325" y="84242"/>
                  </a:lnTo>
                  <a:lnTo>
                    <a:pt x="998020" y="65770"/>
                  </a:lnTo>
                  <a:lnTo>
                    <a:pt x="950500" y="49255"/>
                  </a:lnTo>
                  <a:lnTo>
                    <a:pt x="899131" y="34854"/>
                  </a:lnTo>
                  <a:lnTo>
                    <a:pt x="844281" y="22722"/>
                  </a:lnTo>
                  <a:lnTo>
                    <a:pt x="786316" y="13014"/>
                  </a:lnTo>
                  <a:lnTo>
                    <a:pt x="725605" y="5888"/>
                  </a:lnTo>
                  <a:lnTo>
                    <a:pt x="662513" y="1498"/>
                  </a:lnTo>
                  <a:lnTo>
                    <a:pt x="597407" y="0"/>
                  </a:lnTo>
                  <a:lnTo>
                    <a:pt x="532312" y="1498"/>
                  </a:lnTo>
                  <a:lnTo>
                    <a:pt x="469247" y="5888"/>
                  </a:lnTo>
                  <a:lnTo>
                    <a:pt x="408578" y="13014"/>
                  </a:lnTo>
                  <a:lnTo>
                    <a:pt x="350668" y="22722"/>
                  </a:lnTo>
                  <a:lnTo>
                    <a:pt x="295881" y="34854"/>
                  </a:lnTo>
                  <a:lnTo>
                    <a:pt x="244583" y="49255"/>
                  </a:lnTo>
                  <a:lnTo>
                    <a:pt x="197138" y="65770"/>
                  </a:lnTo>
                  <a:lnTo>
                    <a:pt x="153910" y="84242"/>
                  </a:lnTo>
                  <a:lnTo>
                    <a:pt x="115263" y="104515"/>
                  </a:lnTo>
                  <a:lnTo>
                    <a:pt x="81562" y="126435"/>
                  </a:lnTo>
                  <a:lnTo>
                    <a:pt x="30455" y="174589"/>
                  </a:lnTo>
                  <a:lnTo>
                    <a:pt x="3505" y="227457"/>
                  </a:lnTo>
                  <a:lnTo>
                    <a:pt x="0" y="255269"/>
                  </a:lnTo>
                  <a:lnTo>
                    <a:pt x="3505" y="283082"/>
                  </a:lnTo>
                  <a:lnTo>
                    <a:pt x="30455" y="335950"/>
                  </a:lnTo>
                  <a:lnTo>
                    <a:pt x="81562" y="384104"/>
                  </a:lnTo>
                  <a:lnTo>
                    <a:pt x="115263" y="406024"/>
                  </a:lnTo>
                  <a:lnTo>
                    <a:pt x="153910" y="426297"/>
                  </a:lnTo>
                  <a:lnTo>
                    <a:pt x="197138" y="444769"/>
                  </a:lnTo>
                  <a:lnTo>
                    <a:pt x="244583" y="461284"/>
                  </a:lnTo>
                  <a:lnTo>
                    <a:pt x="295881" y="475685"/>
                  </a:lnTo>
                  <a:lnTo>
                    <a:pt x="350668" y="487817"/>
                  </a:lnTo>
                  <a:lnTo>
                    <a:pt x="408578" y="497525"/>
                  </a:lnTo>
                  <a:lnTo>
                    <a:pt x="469247" y="504651"/>
                  </a:lnTo>
                  <a:lnTo>
                    <a:pt x="532312" y="509041"/>
                  </a:lnTo>
                  <a:lnTo>
                    <a:pt x="597407" y="510539"/>
                  </a:lnTo>
                  <a:lnTo>
                    <a:pt x="662513" y="509041"/>
                  </a:lnTo>
                  <a:lnTo>
                    <a:pt x="725605" y="504651"/>
                  </a:lnTo>
                  <a:lnTo>
                    <a:pt x="786316" y="497525"/>
                  </a:lnTo>
                  <a:lnTo>
                    <a:pt x="844281" y="487817"/>
                  </a:lnTo>
                  <a:lnTo>
                    <a:pt x="899131" y="475685"/>
                  </a:lnTo>
                  <a:lnTo>
                    <a:pt x="950500" y="461284"/>
                  </a:lnTo>
                  <a:lnTo>
                    <a:pt x="998020" y="444769"/>
                  </a:lnTo>
                  <a:lnTo>
                    <a:pt x="1041325" y="426297"/>
                  </a:lnTo>
                  <a:lnTo>
                    <a:pt x="1080046" y="406024"/>
                  </a:lnTo>
                  <a:lnTo>
                    <a:pt x="1113818" y="384104"/>
                  </a:lnTo>
                  <a:lnTo>
                    <a:pt x="1165043" y="335950"/>
                  </a:lnTo>
                  <a:lnTo>
                    <a:pt x="1192062" y="283082"/>
                  </a:lnTo>
                  <a:lnTo>
                    <a:pt x="1195577" y="255269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472178" y="4069080"/>
              <a:ext cx="90170" cy="273050"/>
            </a:xfrm>
            <a:custGeom>
              <a:avLst/>
              <a:gdLst/>
              <a:ahLst/>
              <a:cxnLst/>
              <a:rect l="l" t="t" r="r" b="b"/>
              <a:pathLst>
                <a:path w="90170" h="273050">
                  <a:moveTo>
                    <a:pt x="0" y="0"/>
                  </a:moveTo>
                  <a:lnTo>
                    <a:pt x="89916" y="272796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526279" y="4327398"/>
              <a:ext cx="71755" cy="81915"/>
            </a:xfrm>
            <a:custGeom>
              <a:avLst/>
              <a:gdLst/>
              <a:ahLst/>
              <a:cxnLst/>
              <a:rect l="l" t="t" r="r" b="b"/>
              <a:pathLst>
                <a:path w="71754" h="81914">
                  <a:moveTo>
                    <a:pt x="71628" y="0"/>
                  </a:moveTo>
                  <a:lnTo>
                    <a:pt x="0" y="23622"/>
                  </a:lnTo>
                  <a:lnTo>
                    <a:pt x="59436" y="81534"/>
                  </a:lnTo>
                  <a:lnTo>
                    <a:pt x="716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927091" y="3672840"/>
              <a:ext cx="399415" cy="454659"/>
            </a:xfrm>
            <a:custGeom>
              <a:avLst/>
              <a:gdLst/>
              <a:ahLst/>
              <a:cxnLst/>
              <a:rect l="l" t="t" r="r" b="b"/>
              <a:pathLst>
                <a:path w="399414" h="454660">
                  <a:moveTo>
                    <a:pt x="399288" y="227075"/>
                  </a:moveTo>
                  <a:lnTo>
                    <a:pt x="393987" y="174908"/>
                  </a:lnTo>
                  <a:lnTo>
                    <a:pt x="378902" y="127074"/>
                  </a:lnTo>
                  <a:lnTo>
                    <a:pt x="355260" y="84917"/>
                  </a:lnTo>
                  <a:lnTo>
                    <a:pt x="324287" y="49785"/>
                  </a:lnTo>
                  <a:lnTo>
                    <a:pt x="287209" y="23024"/>
                  </a:lnTo>
                  <a:lnTo>
                    <a:pt x="245252" y="5980"/>
                  </a:lnTo>
                  <a:lnTo>
                    <a:pt x="199643" y="0"/>
                  </a:lnTo>
                  <a:lnTo>
                    <a:pt x="153795" y="5980"/>
                  </a:lnTo>
                  <a:lnTo>
                    <a:pt x="111745" y="23024"/>
                  </a:lnTo>
                  <a:lnTo>
                    <a:pt x="74680" y="49785"/>
                  </a:lnTo>
                  <a:lnTo>
                    <a:pt x="43787" y="84917"/>
                  </a:lnTo>
                  <a:lnTo>
                    <a:pt x="20251" y="127074"/>
                  </a:lnTo>
                  <a:lnTo>
                    <a:pt x="5260" y="174908"/>
                  </a:lnTo>
                  <a:lnTo>
                    <a:pt x="0" y="227076"/>
                  </a:lnTo>
                  <a:lnTo>
                    <a:pt x="5260" y="279003"/>
                  </a:lnTo>
                  <a:lnTo>
                    <a:pt x="20251" y="326744"/>
                  </a:lnTo>
                  <a:lnTo>
                    <a:pt x="43787" y="368914"/>
                  </a:lnTo>
                  <a:lnTo>
                    <a:pt x="74680" y="404126"/>
                  </a:lnTo>
                  <a:lnTo>
                    <a:pt x="111745" y="430994"/>
                  </a:lnTo>
                  <a:lnTo>
                    <a:pt x="153795" y="448131"/>
                  </a:lnTo>
                  <a:lnTo>
                    <a:pt x="199644" y="454151"/>
                  </a:lnTo>
                  <a:lnTo>
                    <a:pt x="245252" y="448131"/>
                  </a:lnTo>
                  <a:lnTo>
                    <a:pt x="287209" y="430994"/>
                  </a:lnTo>
                  <a:lnTo>
                    <a:pt x="324287" y="404126"/>
                  </a:lnTo>
                  <a:lnTo>
                    <a:pt x="355260" y="368914"/>
                  </a:lnTo>
                  <a:lnTo>
                    <a:pt x="378902" y="326744"/>
                  </a:lnTo>
                  <a:lnTo>
                    <a:pt x="393987" y="279003"/>
                  </a:lnTo>
                  <a:lnTo>
                    <a:pt x="399288" y="227075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756404" y="3955542"/>
              <a:ext cx="100330" cy="0"/>
            </a:xfrm>
            <a:custGeom>
              <a:avLst/>
              <a:gdLst/>
              <a:ahLst/>
              <a:cxnLst/>
              <a:rect l="l" t="t" r="r" b="b"/>
              <a:pathLst>
                <a:path w="100329" h="0">
                  <a:moveTo>
                    <a:pt x="0" y="0"/>
                  </a:moveTo>
                  <a:lnTo>
                    <a:pt x="99822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853178" y="3918966"/>
              <a:ext cx="74295" cy="74930"/>
            </a:xfrm>
            <a:custGeom>
              <a:avLst/>
              <a:gdLst/>
              <a:ahLst/>
              <a:cxnLst/>
              <a:rect l="l" t="t" r="r" b="b"/>
              <a:pathLst>
                <a:path w="74295" h="74929">
                  <a:moveTo>
                    <a:pt x="73914" y="36575"/>
                  </a:moveTo>
                  <a:lnTo>
                    <a:pt x="0" y="0"/>
                  </a:lnTo>
                  <a:lnTo>
                    <a:pt x="0" y="74675"/>
                  </a:lnTo>
                  <a:lnTo>
                    <a:pt x="73914" y="36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552693" y="3389376"/>
              <a:ext cx="923925" cy="485775"/>
            </a:xfrm>
            <a:custGeom>
              <a:avLst/>
              <a:gdLst/>
              <a:ahLst/>
              <a:cxnLst/>
              <a:rect l="l" t="t" r="r" b="b"/>
              <a:pathLst>
                <a:path w="923925" h="485775">
                  <a:moveTo>
                    <a:pt x="923544" y="485394"/>
                  </a:moveTo>
                  <a:lnTo>
                    <a:pt x="923544" y="0"/>
                  </a:lnTo>
                  <a:lnTo>
                    <a:pt x="0" y="0"/>
                  </a:lnTo>
                  <a:lnTo>
                    <a:pt x="0" y="485394"/>
                  </a:lnTo>
                  <a:lnTo>
                    <a:pt x="923544" y="485394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97779" y="3559302"/>
              <a:ext cx="440690" cy="113664"/>
            </a:xfrm>
            <a:custGeom>
              <a:avLst/>
              <a:gdLst/>
              <a:ahLst/>
              <a:cxnLst/>
              <a:rect l="l" t="t" r="r" b="b"/>
              <a:pathLst>
                <a:path w="440689" h="113664">
                  <a:moveTo>
                    <a:pt x="0" y="113537"/>
                  </a:moveTo>
                  <a:lnTo>
                    <a:pt x="0" y="0"/>
                  </a:lnTo>
                  <a:lnTo>
                    <a:pt x="440436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535929" y="3522725"/>
              <a:ext cx="74295" cy="74930"/>
            </a:xfrm>
            <a:custGeom>
              <a:avLst/>
              <a:gdLst/>
              <a:ahLst/>
              <a:cxnLst/>
              <a:rect l="l" t="t" r="r" b="b"/>
              <a:pathLst>
                <a:path w="74295" h="74929">
                  <a:moveTo>
                    <a:pt x="73914" y="36575"/>
                  </a:moveTo>
                  <a:lnTo>
                    <a:pt x="0" y="0"/>
                  </a:lnTo>
                  <a:lnTo>
                    <a:pt x="0" y="74675"/>
                  </a:lnTo>
                  <a:lnTo>
                    <a:pt x="73914" y="36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097779" y="4125468"/>
              <a:ext cx="440690" cy="227329"/>
            </a:xfrm>
            <a:custGeom>
              <a:avLst/>
              <a:gdLst/>
              <a:ahLst/>
              <a:cxnLst/>
              <a:rect l="l" t="t" r="r" b="b"/>
              <a:pathLst>
                <a:path w="440689" h="227329">
                  <a:moveTo>
                    <a:pt x="0" y="0"/>
                  </a:moveTo>
                  <a:lnTo>
                    <a:pt x="0" y="227076"/>
                  </a:lnTo>
                  <a:lnTo>
                    <a:pt x="440436" y="227075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593842" y="4209288"/>
              <a:ext cx="927735" cy="485775"/>
            </a:xfrm>
            <a:custGeom>
              <a:avLst/>
              <a:gdLst/>
              <a:ahLst/>
              <a:cxnLst/>
              <a:rect l="l" t="t" r="r" b="b"/>
              <a:pathLst>
                <a:path w="927734" h="485775">
                  <a:moveTo>
                    <a:pt x="927353" y="485393"/>
                  </a:moveTo>
                  <a:lnTo>
                    <a:pt x="927353" y="0"/>
                  </a:lnTo>
                  <a:lnTo>
                    <a:pt x="0" y="0"/>
                  </a:lnTo>
                  <a:lnTo>
                    <a:pt x="0" y="485393"/>
                  </a:lnTo>
                  <a:lnTo>
                    <a:pt x="927353" y="485393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535929" y="4315968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5">
                  <a:moveTo>
                    <a:pt x="73914" y="36575"/>
                  </a:moveTo>
                  <a:lnTo>
                    <a:pt x="0" y="0"/>
                  </a:lnTo>
                  <a:lnTo>
                    <a:pt x="0" y="73913"/>
                  </a:lnTo>
                  <a:lnTo>
                    <a:pt x="73914" y="36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268467" y="3049523"/>
              <a:ext cx="344805" cy="295275"/>
            </a:xfrm>
            <a:custGeom>
              <a:avLst/>
              <a:gdLst/>
              <a:ahLst/>
              <a:cxnLst/>
              <a:rect l="l" t="t" r="r" b="b"/>
              <a:pathLst>
                <a:path w="344804" h="295275">
                  <a:moveTo>
                    <a:pt x="0" y="0"/>
                  </a:moveTo>
                  <a:lnTo>
                    <a:pt x="344424" y="294894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586222" y="3313938"/>
              <a:ext cx="80010" cy="75565"/>
            </a:xfrm>
            <a:custGeom>
              <a:avLst/>
              <a:gdLst/>
              <a:ahLst/>
              <a:cxnLst/>
              <a:rect l="l" t="t" r="r" b="b"/>
              <a:pathLst>
                <a:path w="80010" h="75564">
                  <a:moveTo>
                    <a:pt x="80010" y="75437"/>
                  </a:moveTo>
                  <a:lnTo>
                    <a:pt x="48006" y="0"/>
                  </a:lnTo>
                  <a:lnTo>
                    <a:pt x="0" y="56387"/>
                  </a:lnTo>
                  <a:lnTo>
                    <a:pt x="80010" y="75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154929" y="4661154"/>
              <a:ext cx="388620" cy="144145"/>
            </a:xfrm>
            <a:custGeom>
              <a:avLst/>
              <a:gdLst/>
              <a:ahLst/>
              <a:cxnLst/>
              <a:rect l="l" t="t" r="r" b="b"/>
              <a:pathLst>
                <a:path w="388620" h="144145">
                  <a:moveTo>
                    <a:pt x="0" y="144017"/>
                  </a:moveTo>
                  <a:lnTo>
                    <a:pt x="388620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526785" y="4626864"/>
              <a:ext cx="83185" cy="70485"/>
            </a:xfrm>
            <a:custGeom>
              <a:avLst/>
              <a:gdLst/>
              <a:ahLst/>
              <a:cxnLst/>
              <a:rect l="l" t="t" r="r" b="b"/>
              <a:pathLst>
                <a:path w="83185" h="70485">
                  <a:moveTo>
                    <a:pt x="83058" y="8381"/>
                  </a:moveTo>
                  <a:lnTo>
                    <a:pt x="0" y="0"/>
                  </a:lnTo>
                  <a:lnTo>
                    <a:pt x="27432" y="70103"/>
                  </a:lnTo>
                  <a:lnTo>
                    <a:pt x="83058" y="83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816090" y="2625852"/>
              <a:ext cx="854710" cy="567690"/>
            </a:xfrm>
            <a:custGeom>
              <a:avLst/>
              <a:gdLst/>
              <a:ahLst/>
              <a:cxnLst/>
              <a:rect l="l" t="t" r="r" b="b"/>
              <a:pathLst>
                <a:path w="854709" h="567689">
                  <a:moveTo>
                    <a:pt x="854201" y="283463"/>
                  </a:moveTo>
                  <a:lnTo>
                    <a:pt x="850302" y="244911"/>
                  </a:lnTo>
                  <a:lnTo>
                    <a:pt x="838940" y="207962"/>
                  </a:lnTo>
                  <a:lnTo>
                    <a:pt x="820626" y="172950"/>
                  </a:lnTo>
                  <a:lnTo>
                    <a:pt x="795866" y="140207"/>
                  </a:lnTo>
                  <a:lnTo>
                    <a:pt x="765169" y="110069"/>
                  </a:lnTo>
                  <a:lnTo>
                    <a:pt x="729043" y="82867"/>
                  </a:lnTo>
                  <a:lnTo>
                    <a:pt x="687996" y="58935"/>
                  </a:lnTo>
                  <a:lnTo>
                    <a:pt x="642535" y="38607"/>
                  </a:lnTo>
                  <a:lnTo>
                    <a:pt x="593169" y="22217"/>
                  </a:lnTo>
                  <a:lnTo>
                    <a:pt x="540406" y="10096"/>
                  </a:lnTo>
                  <a:lnTo>
                    <a:pt x="484753" y="2579"/>
                  </a:lnTo>
                  <a:lnTo>
                    <a:pt x="426719" y="0"/>
                  </a:lnTo>
                  <a:lnTo>
                    <a:pt x="368701" y="2579"/>
                  </a:lnTo>
                  <a:lnTo>
                    <a:pt x="313090" y="10096"/>
                  </a:lnTo>
                  <a:lnTo>
                    <a:pt x="260389" y="22217"/>
                  </a:lnTo>
                  <a:lnTo>
                    <a:pt x="211102" y="38607"/>
                  </a:lnTo>
                  <a:lnTo>
                    <a:pt x="165730" y="58935"/>
                  </a:lnTo>
                  <a:lnTo>
                    <a:pt x="124777" y="82867"/>
                  </a:lnTo>
                  <a:lnTo>
                    <a:pt x="88745" y="110069"/>
                  </a:lnTo>
                  <a:lnTo>
                    <a:pt x="58137" y="140208"/>
                  </a:lnTo>
                  <a:lnTo>
                    <a:pt x="33456" y="172950"/>
                  </a:lnTo>
                  <a:lnTo>
                    <a:pt x="15204" y="207962"/>
                  </a:lnTo>
                  <a:lnTo>
                    <a:pt x="3884" y="244911"/>
                  </a:lnTo>
                  <a:lnTo>
                    <a:pt x="0" y="283463"/>
                  </a:lnTo>
                  <a:lnTo>
                    <a:pt x="3884" y="322031"/>
                  </a:lnTo>
                  <a:lnTo>
                    <a:pt x="15204" y="359021"/>
                  </a:lnTo>
                  <a:lnTo>
                    <a:pt x="33456" y="394096"/>
                  </a:lnTo>
                  <a:lnTo>
                    <a:pt x="58137" y="426917"/>
                  </a:lnTo>
                  <a:lnTo>
                    <a:pt x="88745" y="457145"/>
                  </a:lnTo>
                  <a:lnTo>
                    <a:pt x="124777" y="484441"/>
                  </a:lnTo>
                  <a:lnTo>
                    <a:pt x="165730" y="508467"/>
                  </a:lnTo>
                  <a:lnTo>
                    <a:pt x="211102" y="528884"/>
                  </a:lnTo>
                  <a:lnTo>
                    <a:pt x="260389" y="545353"/>
                  </a:lnTo>
                  <a:lnTo>
                    <a:pt x="313090" y="557537"/>
                  </a:lnTo>
                  <a:lnTo>
                    <a:pt x="368701" y="565095"/>
                  </a:lnTo>
                  <a:lnTo>
                    <a:pt x="426719" y="567690"/>
                  </a:lnTo>
                  <a:lnTo>
                    <a:pt x="484753" y="565095"/>
                  </a:lnTo>
                  <a:lnTo>
                    <a:pt x="540406" y="557537"/>
                  </a:lnTo>
                  <a:lnTo>
                    <a:pt x="593169" y="545353"/>
                  </a:lnTo>
                  <a:lnTo>
                    <a:pt x="642535" y="528884"/>
                  </a:lnTo>
                  <a:lnTo>
                    <a:pt x="687996" y="508467"/>
                  </a:lnTo>
                  <a:lnTo>
                    <a:pt x="729043" y="484441"/>
                  </a:lnTo>
                  <a:lnTo>
                    <a:pt x="765169" y="457145"/>
                  </a:lnTo>
                  <a:lnTo>
                    <a:pt x="795866" y="426917"/>
                  </a:lnTo>
                  <a:lnTo>
                    <a:pt x="820626" y="394096"/>
                  </a:lnTo>
                  <a:lnTo>
                    <a:pt x="838940" y="359021"/>
                  </a:lnTo>
                  <a:lnTo>
                    <a:pt x="850302" y="322031"/>
                  </a:lnTo>
                  <a:lnTo>
                    <a:pt x="854201" y="283463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462522" y="3094482"/>
              <a:ext cx="345440" cy="295275"/>
            </a:xfrm>
            <a:custGeom>
              <a:avLst/>
              <a:gdLst/>
              <a:ahLst/>
              <a:cxnLst/>
              <a:rect l="l" t="t" r="r" b="b"/>
              <a:pathLst>
                <a:path w="345440" h="295275">
                  <a:moveTo>
                    <a:pt x="0" y="294893"/>
                  </a:moveTo>
                  <a:lnTo>
                    <a:pt x="345186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780275" y="3049523"/>
              <a:ext cx="81280" cy="77470"/>
            </a:xfrm>
            <a:custGeom>
              <a:avLst/>
              <a:gdLst/>
              <a:ahLst/>
              <a:cxnLst/>
              <a:rect l="l" t="t" r="r" b="b"/>
              <a:pathLst>
                <a:path w="81279" h="77469">
                  <a:moveTo>
                    <a:pt x="80772" y="0"/>
                  </a:moveTo>
                  <a:lnTo>
                    <a:pt x="0" y="20574"/>
                  </a:lnTo>
                  <a:lnTo>
                    <a:pt x="48768" y="76962"/>
                  </a:lnTo>
                  <a:lnTo>
                    <a:pt x="80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645402" y="4608576"/>
              <a:ext cx="1138555" cy="680720"/>
            </a:xfrm>
            <a:custGeom>
              <a:avLst/>
              <a:gdLst/>
              <a:ahLst/>
              <a:cxnLst/>
              <a:rect l="l" t="t" r="r" b="b"/>
              <a:pathLst>
                <a:path w="1138554" h="680720">
                  <a:moveTo>
                    <a:pt x="1138427" y="339851"/>
                  </a:moveTo>
                  <a:lnTo>
                    <a:pt x="1126846" y="271210"/>
                  </a:lnTo>
                  <a:lnTo>
                    <a:pt x="1093636" y="207347"/>
                  </a:lnTo>
                  <a:lnTo>
                    <a:pt x="1069641" y="177628"/>
                  </a:lnTo>
                  <a:lnTo>
                    <a:pt x="1041103" y="149609"/>
                  </a:lnTo>
                  <a:lnTo>
                    <a:pt x="1008310" y="123459"/>
                  </a:lnTo>
                  <a:lnTo>
                    <a:pt x="971549" y="99345"/>
                  </a:lnTo>
                  <a:lnTo>
                    <a:pt x="931110" y="77438"/>
                  </a:lnTo>
                  <a:lnTo>
                    <a:pt x="887280" y="57904"/>
                  </a:lnTo>
                  <a:lnTo>
                    <a:pt x="840347" y="40913"/>
                  </a:lnTo>
                  <a:lnTo>
                    <a:pt x="790598" y="26634"/>
                  </a:lnTo>
                  <a:lnTo>
                    <a:pt x="738323" y="15234"/>
                  </a:lnTo>
                  <a:lnTo>
                    <a:pt x="683808" y="6883"/>
                  </a:lnTo>
                  <a:lnTo>
                    <a:pt x="627342" y="1748"/>
                  </a:lnTo>
                  <a:lnTo>
                    <a:pt x="569213" y="0"/>
                  </a:lnTo>
                  <a:lnTo>
                    <a:pt x="510959" y="1748"/>
                  </a:lnTo>
                  <a:lnTo>
                    <a:pt x="454400" y="6883"/>
                  </a:lnTo>
                  <a:lnTo>
                    <a:pt x="399821" y="15234"/>
                  </a:lnTo>
                  <a:lnTo>
                    <a:pt x="347507" y="26634"/>
                  </a:lnTo>
                  <a:lnTo>
                    <a:pt x="297743" y="40913"/>
                  </a:lnTo>
                  <a:lnTo>
                    <a:pt x="250812" y="57904"/>
                  </a:lnTo>
                  <a:lnTo>
                    <a:pt x="207000" y="77438"/>
                  </a:lnTo>
                  <a:lnTo>
                    <a:pt x="166592" y="99345"/>
                  </a:lnTo>
                  <a:lnTo>
                    <a:pt x="129871" y="123459"/>
                  </a:lnTo>
                  <a:lnTo>
                    <a:pt x="97123" y="149609"/>
                  </a:lnTo>
                  <a:lnTo>
                    <a:pt x="68633" y="177628"/>
                  </a:lnTo>
                  <a:lnTo>
                    <a:pt x="44684" y="207347"/>
                  </a:lnTo>
                  <a:lnTo>
                    <a:pt x="11550" y="271210"/>
                  </a:lnTo>
                  <a:lnTo>
                    <a:pt x="0" y="339852"/>
                  </a:lnTo>
                  <a:lnTo>
                    <a:pt x="2935" y="374693"/>
                  </a:lnTo>
                  <a:lnTo>
                    <a:pt x="25561" y="441176"/>
                  </a:lnTo>
                  <a:lnTo>
                    <a:pt x="68633" y="502252"/>
                  </a:lnTo>
                  <a:lnTo>
                    <a:pt x="97123" y="530335"/>
                  </a:lnTo>
                  <a:lnTo>
                    <a:pt x="129871" y="556554"/>
                  </a:lnTo>
                  <a:lnTo>
                    <a:pt x="166592" y="580739"/>
                  </a:lnTo>
                  <a:lnTo>
                    <a:pt x="207000" y="602718"/>
                  </a:lnTo>
                  <a:lnTo>
                    <a:pt x="250812" y="622320"/>
                  </a:lnTo>
                  <a:lnTo>
                    <a:pt x="297743" y="639375"/>
                  </a:lnTo>
                  <a:lnTo>
                    <a:pt x="347507" y="653712"/>
                  </a:lnTo>
                  <a:lnTo>
                    <a:pt x="399821" y="665161"/>
                  </a:lnTo>
                  <a:lnTo>
                    <a:pt x="454400" y="673549"/>
                  </a:lnTo>
                  <a:lnTo>
                    <a:pt x="510959" y="678708"/>
                  </a:lnTo>
                  <a:lnTo>
                    <a:pt x="569213" y="680466"/>
                  </a:lnTo>
                  <a:lnTo>
                    <a:pt x="627342" y="678708"/>
                  </a:lnTo>
                  <a:lnTo>
                    <a:pt x="683808" y="673549"/>
                  </a:lnTo>
                  <a:lnTo>
                    <a:pt x="738323" y="665161"/>
                  </a:lnTo>
                  <a:lnTo>
                    <a:pt x="790598" y="653712"/>
                  </a:lnTo>
                  <a:lnTo>
                    <a:pt x="840347" y="639375"/>
                  </a:lnTo>
                  <a:lnTo>
                    <a:pt x="887280" y="622320"/>
                  </a:lnTo>
                  <a:lnTo>
                    <a:pt x="931110" y="602718"/>
                  </a:lnTo>
                  <a:lnTo>
                    <a:pt x="971550" y="580739"/>
                  </a:lnTo>
                  <a:lnTo>
                    <a:pt x="1008310" y="556554"/>
                  </a:lnTo>
                  <a:lnTo>
                    <a:pt x="1041103" y="530335"/>
                  </a:lnTo>
                  <a:lnTo>
                    <a:pt x="1069641" y="502252"/>
                  </a:lnTo>
                  <a:lnTo>
                    <a:pt x="1093636" y="472475"/>
                  </a:lnTo>
                  <a:lnTo>
                    <a:pt x="1126846" y="408525"/>
                  </a:lnTo>
                  <a:lnTo>
                    <a:pt x="1138427" y="339851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291834" y="4692395"/>
              <a:ext cx="279400" cy="139065"/>
            </a:xfrm>
            <a:custGeom>
              <a:avLst/>
              <a:gdLst/>
              <a:ahLst/>
              <a:cxnLst/>
              <a:rect l="l" t="t" r="r" b="b"/>
              <a:pathLst>
                <a:path w="279400" h="139064">
                  <a:moveTo>
                    <a:pt x="0" y="0"/>
                  </a:moveTo>
                  <a:lnTo>
                    <a:pt x="278892" y="138683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550913" y="4796028"/>
              <a:ext cx="82550" cy="66040"/>
            </a:xfrm>
            <a:custGeom>
              <a:avLst/>
              <a:gdLst/>
              <a:ahLst/>
              <a:cxnLst/>
              <a:rect l="l" t="t" r="r" b="b"/>
              <a:pathLst>
                <a:path w="82550" h="66039">
                  <a:moveTo>
                    <a:pt x="82296" y="65532"/>
                  </a:moveTo>
                  <a:lnTo>
                    <a:pt x="34290" y="0"/>
                  </a:lnTo>
                  <a:lnTo>
                    <a:pt x="0" y="65532"/>
                  </a:lnTo>
                  <a:lnTo>
                    <a:pt x="82296" y="6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777990" y="3771900"/>
              <a:ext cx="440055" cy="426084"/>
            </a:xfrm>
            <a:custGeom>
              <a:avLst/>
              <a:gdLst/>
              <a:ahLst/>
              <a:cxnLst/>
              <a:rect l="l" t="t" r="r" b="b"/>
              <a:pathLst>
                <a:path w="440054" h="426085">
                  <a:moveTo>
                    <a:pt x="439674" y="212598"/>
                  </a:moveTo>
                  <a:lnTo>
                    <a:pt x="433833" y="163872"/>
                  </a:lnTo>
                  <a:lnTo>
                    <a:pt x="417209" y="119131"/>
                  </a:lnTo>
                  <a:lnTo>
                    <a:pt x="391148" y="79656"/>
                  </a:lnTo>
                  <a:lnTo>
                    <a:pt x="356995" y="46726"/>
                  </a:lnTo>
                  <a:lnTo>
                    <a:pt x="316098" y="21620"/>
                  </a:lnTo>
                  <a:lnTo>
                    <a:pt x="269803" y="5618"/>
                  </a:lnTo>
                  <a:lnTo>
                    <a:pt x="219456" y="0"/>
                  </a:lnTo>
                  <a:lnTo>
                    <a:pt x="169150" y="5618"/>
                  </a:lnTo>
                  <a:lnTo>
                    <a:pt x="122964" y="21620"/>
                  </a:lnTo>
                  <a:lnTo>
                    <a:pt x="82216" y="46726"/>
                  </a:lnTo>
                  <a:lnTo>
                    <a:pt x="48225" y="79656"/>
                  </a:lnTo>
                  <a:lnTo>
                    <a:pt x="22313" y="119131"/>
                  </a:lnTo>
                  <a:lnTo>
                    <a:pt x="5798" y="163872"/>
                  </a:lnTo>
                  <a:lnTo>
                    <a:pt x="0" y="212598"/>
                  </a:lnTo>
                  <a:lnTo>
                    <a:pt x="5798" y="261366"/>
                  </a:lnTo>
                  <a:lnTo>
                    <a:pt x="22313" y="306215"/>
                  </a:lnTo>
                  <a:lnTo>
                    <a:pt x="48225" y="345839"/>
                  </a:lnTo>
                  <a:lnTo>
                    <a:pt x="82216" y="378931"/>
                  </a:lnTo>
                  <a:lnTo>
                    <a:pt x="122964" y="404186"/>
                  </a:lnTo>
                  <a:lnTo>
                    <a:pt x="169150" y="420297"/>
                  </a:lnTo>
                  <a:lnTo>
                    <a:pt x="219456" y="425958"/>
                  </a:lnTo>
                  <a:lnTo>
                    <a:pt x="269803" y="420297"/>
                  </a:lnTo>
                  <a:lnTo>
                    <a:pt x="316098" y="404186"/>
                  </a:lnTo>
                  <a:lnTo>
                    <a:pt x="356995" y="378931"/>
                  </a:lnTo>
                  <a:lnTo>
                    <a:pt x="391148" y="345839"/>
                  </a:lnTo>
                  <a:lnTo>
                    <a:pt x="417209" y="306215"/>
                  </a:lnTo>
                  <a:lnTo>
                    <a:pt x="433833" y="261366"/>
                  </a:lnTo>
                  <a:lnTo>
                    <a:pt x="439674" y="212598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536436" y="3559302"/>
              <a:ext cx="493395" cy="212725"/>
            </a:xfrm>
            <a:custGeom>
              <a:avLst/>
              <a:gdLst/>
              <a:ahLst/>
              <a:cxnLst/>
              <a:rect l="l" t="t" r="r" b="b"/>
              <a:pathLst>
                <a:path w="493395" h="212725">
                  <a:moveTo>
                    <a:pt x="493014" y="212598"/>
                  </a:moveTo>
                  <a:lnTo>
                    <a:pt x="493014" y="0"/>
                  </a:lnTo>
                  <a:lnTo>
                    <a:pt x="0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465569" y="3522726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74675" y="74676"/>
                  </a:moveTo>
                  <a:lnTo>
                    <a:pt x="74675" y="0"/>
                  </a:lnTo>
                  <a:lnTo>
                    <a:pt x="0" y="36576"/>
                  </a:lnTo>
                  <a:lnTo>
                    <a:pt x="74675" y="74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536436" y="4196334"/>
              <a:ext cx="493395" cy="212725"/>
            </a:xfrm>
            <a:custGeom>
              <a:avLst/>
              <a:gdLst/>
              <a:ahLst/>
              <a:cxnLst/>
              <a:rect l="l" t="t" r="r" b="b"/>
              <a:pathLst>
                <a:path w="493395" h="212725">
                  <a:moveTo>
                    <a:pt x="493014" y="0"/>
                  </a:moveTo>
                  <a:lnTo>
                    <a:pt x="493014" y="212597"/>
                  </a:lnTo>
                  <a:lnTo>
                    <a:pt x="0" y="212598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465569" y="4372355"/>
              <a:ext cx="74930" cy="74295"/>
            </a:xfrm>
            <a:custGeom>
              <a:avLst/>
              <a:gdLst/>
              <a:ahLst/>
              <a:cxnLst/>
              <a:rect l="l" t="t" r="r" b="b"/>
              <a:pathLst>
                <a:path w="74929" h="74295">
                  <a:moveTo>
                    <a:pt x="74675" y="73914"/>
                  </a:moveTo>
                  <a:lnTo>
                    <a:pt x="74675" y="0"/>
                  </a:lnTo>
                  <a:lnTo>
                    <a:pt x="0" y="36576"/>
                  </a:lnTo>
                  <a:lnTo>
                    <a:pt x="74675" y="73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777990" y="3771900"/>
              <a:ext cx="440055" cy="426084"/>
            </a:xfrm>
            <a:custGeom>
              <a:avLst/>
              <a:gdLst/>
              <a:ahLst/>
              <a:cxnLst/>
              <a:rect l="l" t="t" r="r" b="b"/>
              <a:pathLst>
                <a:path w="440054" h="426085">
                  <a:moveTo>
                    <a:pt x="439674" y="212598"/>
                  </a:moveTo>
                  <a:lnTo>
                    <a:pt x="433833" y="163872"/>
                  </a:lnTo>
                  <a:lnTo>
                    <a:pt x="417209" y="119131"/>
                  </a:lnTo>
                  <a:lnTo>
                    <a:pt x="391148" y="79656"/>
                  </a:lnTo>
                  <a:lnTo>
                    <a:pt x="356995" y="46726"/>
                  </a:lnTo>
                  <a:lnTo>
                    <a:pt x="316098" y="21620"/>
                  </a:lnTo>
                  <a:lnTo>
                    <a:pt x="269803" y="5618"/>
                  </a:lnTo>
                  <a:lnTo>
                    <a:pt x="219456" y="0"/>
                  </a:lnTo>
                  <a:lnTo>
                    <a:pt x="169150" y="5618"/>
                  </a:lnTo>
                  <a:lnTo>
                    <a:pt x="122964" y="21620"/>
                  </a:lnTo>
                  <a:lnTo>
                    <a:pt x="82216" y="46726"/>
                  </a:lnTo>
                  <a:lnTo>
                    <a:pt x="48225" y="79656"/>
                  </a:lnTo>
                  <a:lnTo>
                    <a:pt x="22313" y="119131"/>
                  </a:lnTo>
                  <a:lnTo>
                    <a:pt x="5798" y="163872"/>
                  </a:lnTo>
                  <a:lnTo>
                    <a:pt x="0" y="212598"/>
                  </a:lnTo>
                  <a:lnTo>
                    <a:pt x="5798" y="261366"/>
                  </a:lnTo>
                  <a:lnTo>
                    <a:pt x="22313" y="306215"/>
                  </a:lnTo>
                  <a:lnTo>
                    <a:pt x="48225" y="345839"/>
                  </a:lnTo>
                  <a:lnTo>
                    <a:pt x="82216" y="378931"/>
                  </a:lnTo>
                  <a:lnTo>
                    <a:pt x="122964" y="404186"/>
                  </a:lnTo>
                  <a:lnTo>
                    <a:pt x="169150" y="420297"/>
                  </a:lnTo>
                  <a:lnTo>
                    <a:pt x="219456" y="425958"/>
                  </a:lnTo>
                  <a:lnTo>
                    <a:pt x="269803" y="420297"/>
                  </a:lnTo>
                  <a:lnTo>
                    <a:pt x="316098" y="404186"/>
                  </a:lnTo>
                  <a:lnTo>
                    <a:pt x="356995" y="378931"/>
                  </a:lnTo>
                  <a:lnTo>
                    <a:pt x="391148" y="345839"/>
                  </a:lnTo>
                  <a:lnTo>
                    <a:pt x="417209" y="306215"/>
                  </a:lnTo>
                  <a:lnTo>
                    <a:pt x="433833" y="261366"/>
                  </a:lnTo>
                  <a:lnTo>
                    <a:pt x="439674" y="212598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536436" y="3559302"/>
              <a:ext cx="493395" cy="212725"/>
            </a:xfrm>
            <a:custGeom>
              <a:avLst/>
              <a:gdLst/>
              <a:ahLst/>
              <a:cxnLst/>
              <a:rect l="l" t="t" r="r" b="b"/>
              <a:pathLst>
                <a:path w="493395" h="212725">
                  <a:moveTo>
                    <a:pt x="493014" y="212598"/>
                  </a:moveTo>
                  <a:lnTo>
                    <a:pt x="493014" y="0"/>
                  </a:lnTo>
                  <a:lnTo>
                    <a:pt x="0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465569" y="3522726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74675" y="74676"/>
                  </a:moveTo>
                  <a:lnTo>
                    <a:pt x="74675" y="0"/>
                  </a:lnTo>
                  <a:lnTo>
                    <a:pt x="0" y="36576"/>
                  </a:lnTo>
                  <a:lnTo>
                    <a:pt x="74675" y="74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536436" y="4196334"/>
              <a:ext cx="493395" cy="212725"/>
            </a:xfrm>
            <a:custGeom>
              <a:avLst/>
              <a:gdLst/>
              <a:ahLst/>
              <a:cxnLst/>
              <a:rect l="l" t="t" r="r" b="b"/>
              <a:pathLst>
                <a:path w="493395" h="212725">
                  <a:moveTo>
                    <a:pt x="493014" y="0"/>
                  </a:moveTo>
                  <a:lnTo>
                    <a:pt x="493014" y="212597"/>
                  </a:lnTo>
                  <a:lnTo>
                    <a:pt x="0" y="212598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465569" y="4372355"/>
              <a:ext cx="74930" cy="74295"/>
            </a:xfrm>
            <a:custGeom>
              <a:avLst/>
              <a:gdLst/>
              <a:ahLst/>
              <a:cxnLst/>
              <a:rect l="l" t="t" r="r" b="b"/>
              <a:pathLst>
                <a:path w="74929" h="74295">
                  <a:moveTo>
                    <a:pt x="74675" y="73914"/>
                  </a:moveTo>
                  <a:lnTo>
                    <a:pt x="74675" y="0"/>
                  </a:lnTo>
                  <a:lnTo>
                    <a:pt x="0" y="36576"/>
                  </a:lnTo>
                  <a:lnTo>
                    <a:pt x="74675" y="739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202423" y="3955542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09" h="0">
                  <a:moveTo>
                    <a:pt x="0" y="0"/>
                  </a:moveTo>
                  <a:lnTo>
                    <a:pt x="156210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356348" y="3918966"/>
              <a:ext cx="73660" cy="74930"/>
            </a:xfrm>
            <a:custGeom>
              <a:avLst/>
              <a:gdLst/>
              <a:ahLst/>
              <a:cxnLst/>
              <a:rect l="l" t="t" r="r" b="b"/>
              <a:pathLst>
                <a:path w="73659" h="74929">
                  <a:moveTo>
                    <a:pt x="73152" y="36575"/>
                  </a:moveTo>
                  <a:lnTo>
                    <a:pt x="0" y="0"/>
                  </a:lnTo>
                  <a:lnTo>
                    <a:pt x="0" y="74675"/>
                  </a:lnTo>
                  <a:lnTo>
                    <a:pt x="73152" y="36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286255" y="4012692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80" h="0">
                  <a:moveTo>
                    <a:pt x="0" y="0"/>
                  </a:moveTo>
                  <a:lnTo>
                    <a:pt x="156972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440942" y="3976116"/>
              <a:ext cx="73660" cy="74295"/>
            </a:xfrm>
            <a:custGeom>
              <a:avLst/>
              <a:gdLst/>
              <a:ahLst/>
              <a:cxnLst/>
              <a:rect l="l" t="t" r="r" b="b"/>
              <a:pathLst>
                <a:path w="73659" h="74295">
                  <a:moveTo>
                    <a:pt x="73152" y="36575"/>
                  </a:moveTo>
                  <a:lnTo>
                    <a:pt x="0" y="0"/>
                  </a:lnTo>
                  <a:lnTo>
                    <a:pt x="0" y="73913"/>
                  </a:lnTo>
                  <a:lnTo>
                    <a:pt x="73152" y="36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822447" y="4748784"/>
              <a:ext cx="1480185" cy="737870"/>
            </a:xfrm>
            <a:custGeom>
              <a:avLst/>
              <a:gdLst/>
              <a:ahLst/>
              <a:cxnLst/>
              <a:rect l="l" t="t" r="r" b="b"/>
              <a:pathLst>
                <a:path w="1480185" h="737870">
                  <a:moveTo>
                    <a:pt x="1479803" y="368807"/>
                  </a:moveTo>
                  <a:lnTo>
                    <a:pt x="1469082" y="305781"/>
                  </a:lnTo>
                  <a:lnTo>
                    <a:pt x="1438105" y="246264"/>
                  </a:lnTo>
                  <a:lnTo>
                    <a:pt x="1388653" y="191129"/>
                  </a:lnTo>
                  <a:lnTo>
                    <a:pt x="1357555" y="165479"/>
                  </a:lnTo>
                  <a:lnTo>
                    <a:pt x="1322507" y="141253"/>
                  </a:lnTo>
                  <a:lnTo>
                    <a:pt x="1283731" y="118560"/>
                  </a:lnTo>
                  <a:lnTo>
                    <a:pt x="1241449" y="97509"/>
                  </a:lnTo>
                  <a:lnTo>
                    <a:pt x="1195885" y="78210"/>
                  </a:lnTo>
                  <a:lnTo>
                    <a:pt x="1147260" y="60772"/>
                  </a:lnTo>
                  <a:lnTo>
                    <a:pt x="1095798" y="45305"/>
                  </a:lnTo>
                  <a:lnTo>
                    <a:pt x="1041720" y="31917"/>
                  </a:lnTo>
                  <a:lnTo>
                    <a:pt x="985251" y="20718"/>
                  </a:lnTo>
                  <a:lnTo>
                    <a:pt x="926611" y="11818"/>
                  </a:lnTo>
                  <a:lnTo>
                    <a:pt x="866025" y="5325"/>
                  </a:lnTo>
                  <a:lnTo>
                    <a:pt x="803714" y="1349"/>
                  </a:lnTo>
                  <a:lnTo>
                    <a:pt x="739901" y="0"/>
                  </a:lnTo>
                  <a:lnTo>
                    <a:pt x="675981" y="1349"/>
                  </a:lnTo>
                  <a:lnTo>
                    <a:pt x="613585" y="5325"/>
                  </a:lnTo>
                  <a:lnTo>
                    <a:pt x="552936" y="11818"/>
                  </a:lnTo>
                  <a:lnTo>
                    <a:pt x="494252" y="20718"/>
                  </a:lnTo>
                  <a:lnTo>
                    <a:pt x="437756" y="31917"/>
                  </a:lnTo>
                  <a:lnTo>
                    <a:pt x="383667" y="45305"/>
                  </a:lnTo>
                  <a:lnTo>
                    <a:pt x="332207" y="60772"/>
                  </a:lnTo>
                  <a:lnTo>
                    <a:pt x="283596" y="78210"/>
                  </a:lnTo>
                  <a:lnTo>
                    <a:pt x="238054" y="97509"/>
                  </a:lnTo>
                  <a:lnTo>
                    <a:pt x="195802" y="118560"/>
                  </a:lnTo>
                  <a:lnTo>
                    <a:pt x="157061" y="141253"/>
                  </a:lnTo>
                  <a:lnTo>
                    <a:pt x="122052" y="165479"/>
                  </a:lnTo>
                  <a:lnTo>
                    <a:pt x="90994" y="191129"/>
                  </a:lnTo>
                  <a:lnTo>
                    <a:pt x="41618" y="246264"/>
                  </a:lnTo>
                  <a:lnTo>
                    <a:pt x="10698" y="305781"/>
                  </a:lnTo>
                  <a:lnTo>
                    <a:pt x="0" y="368807"/>
                  </a:lnTo>
                  <a:lnTo>
                    <a:pt x="2711" y="400597"/>
                  </a:lnTo>
                  <a:lnTo>
                    <a:pt x="23741" y="461830"/>
                  </a:lnTo>
                  <a:lnTo>
                    <a:pt x="64110" y="519194"/>
                  </a:lnTo>
                  <a:lnTo>
                    <a:pt x="122052" y="571800"/>
                  </a:lnTo>
                  <a:lnTo>
                    <a:pt x="157061" y="596039"/>
                  </a:lnTo>
                  <a:lnTo>
                    <a:pt x="195802" y="618755"/>
                  </a:lnTo>
                  <a:lnTo>
                    <a:pt x="238054" y="639836"/>
                  </a:lnTo>
                  <a:lnTo>
                    <a:pt x="283596" y="659170"/>
                  </a:lnTo>
                  <a:lnTo>
                    <a:pt x="332207" y="676647"/>
                  </a:lnTo>
                  <a:lnTo>
                    <a:pt x="383667" y="692154"/>
                  </a:lnTo>
                  <a:lnTo>
                    <a:pt x="437756" y="705581"/>
                  </a:lnTo>
                  <a:lnTo>
                    <a:pt x="494252" y="716817"/>
                  </a:lnTo>
                  <a:lnTo>
                    <a:pt x="552936" y="725749"/>
                  </a:lnTo>
                  <a:lnTo>
                    <a:pt x="613585" y="732267"/>
                  </a:lnTo>
                  <a:lnTo>
                    <a:pt x="675981" y="736260"/>
                  </a:lnTo>
                  <a:lnTo>
                    <a:pt x="739901" y="737615"/>
                  </a:lnTo>
                  <a:lnTo>
                    <a:pt x="803714" y="736260"/>
                  </a:lnTo>
                  <a:lnTo>
                    <a:pt x="866025" y="732267"/>
                  </a:lnTo>
                  <a:lnTo>
                    <a:pt x="926611" y="725749"/>
                  </a:lnTo>
                  <a:lnTo>
                    <a:pt x="985251" y="716817"/>
                  </a:lnTo>
                  <a:lnTo>
                    <a:pt x="1041720" y="705581"/>
                  </a:lnTo>
                  <a:lnTo>
                    <a:pt x="1095798" y="692154"/>
                  </a:lnTo>
                  <a:lnTo>
                    <a:pt x="1147260" y="676647"/>
                  </a:lnTo>
                  <a:lnTo>
                    <a:pt x="1195885" y="659170"/>
                  </a:lnTo>
                  <a:lnTo>
                    <a:pt x="1241449" y="639836"/>
                  </a:lnTo>
                  <a:lnTo>
                    <a:pt x="1283731" y="618755"/>
                  </a:lnTo>
                  <a:lnTo>
                    <a:pt x="1322507" y="596039"/>
                  </a:lnTo>
                  <a:lnTo>
                    <a:pt x="1357555" y="571800"/>
                  </a:lnTo>
                  <a:lnTo>
                    <a:pt x="1388653" y="546148"/>
                  </a:lnTo>
                  <a:lnTo>
                    <a:pt x="1438105" y="491051"/>
                  </a:lnTo>
                  <a:lnTo>
                    <a:pt x="1469082" y="431641"/>
                  </a:lnTo>
                  <a:lnTo>
                    <a:pt x="1479803" y="368807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505200" y="4136136"/>
              <a:ext cx="203835" cy="612775"/>
            </a:xfrm>
            <a:custGeom>
              <a:avLst/>
              <a:gdLst/>
              <a:ahLst/>
              <a:cxnLst/>
              <a:rect l="l" t="t" r="r" b="b"/>
              <a:pathLst>
                <a:path w="203835" h="612775">
                  <a:moveTo>
                    <a:pt x="0" y="612648"/>
                  </a:moveTo>
                  <a:lnTo>
                    <a:pt x="203453" y="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673602" y="4069080"/>
              <a:ext cx="71120" cy="82550"/>
            </a:xfrm>
            <a:custGeom>
              <a:avLst/>
              <a:gdLst/>
              <a:ahLst/>
              <a:cxnLst/>
              <a:rect l="l" t="t" r="r" b="b"/>
              <a:pathLst>
                <a:path w="71120" h="82550">
                  <a:moveTo>
                    <a:pt x="70865" y="82296"/>
                  </a:moveTo>
                  <a:lnTo>
                    <a:pt x="58673" y="0"/>
                  </a:lnTo>
                  <a:lnTo>
                    <a:pt x="0" y="58674"/>
                  </a:lnTo>
                  <a:lnTo>
                    <a:pt x="70865" y="82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/>
          <p:cNvGrpSpPr/>
          <p:nvPr/>
        </p:nvGrpSpPr>
        <p:grpSpPr>
          <a:xfrm>
            <a:off x="1129283" y="2143506"/>
            <a:ext cx="7099300" cy="3849370"/>
            <a:chOff x="1129283" y="2143506"/>
            <a:chExt cx="7099300" cy="3849370"/>
          </a:xfrm>
        </p:grpSpPr>
        <p:sp>
          <p:nvSpPr>
            <p:cNvPr id="63" name="object 63"/>
            <p:cNvSpPr/>
            <p:nvPr/>
          </p:nvSpPr>
          <p:spPr>
            <a:xfrm>
              <a:off x="5609843" y="2596896"/>
              <a:ext cx="1024890" cy="567055"/>
            </a:xfrm>
            <a:custGeom>
              <a:avLst/>
              <a:gdLst/>
              <a:ahLst/>
              <a:cxnLst/>
              <a:rect l="l" t="t" r="r" b="b"/>
              <a:pathLst>
                <a:path w="1024890" h="567055">
                  <a:moveTo>
                    <a:pt x="1024889" y="283463"/>
                  </a:moveTo>
                  <a:lnTo>
                    <a:pt x="1011318" y="218336"/>
                  </a:lnTo>
                  <a:lnTo>
                    <a:pt x="972674" y="158620"/>
                  </a:lnTo>
                  <a:lnTo>
                    <a:pt x="944920" y="131316"/>
                  </a:lnTo>
                  <a:lnTo>
                    <a:pt x="912062" y="105995"/>
                  </a:lnTo>
                  <a:lnTo>
                    <a:pt x="874490" y="82867"/>
                  </a:lnTo>
                  <a:lnTo>
                    <a:pt x="832590" y="62141"/>
                  </a:lnTo>
                  <a:lnTo>
                    <a:pt x="786751" y="44028"/>
                  </a:lnTo>
                  <a:lnTo>
                    <a:pt x="737362" y="28738"/>
                  </a:lnTo>
                  <a:lnTo>
                    <a:pt x="684811" y="16480"/>
                  </a:lnTo>
                  <a:lnTo>
                    <a:pt x="629485" y="7464"/>
                  </a:lnTo>
                  <a:lnTo>
                    <a:pt x="571773" y="1901"/>
                  </a:lnTo>
                  <a:lnTo>
                    <a:pt x="512063" y="0"/>
                  </a:lnTo>
                  <a:lnTo>
                    <a:pt x="452365" y="1901"/>
                  </a:lnTo>
                  <a:lnTo>
                    <a:pt x="394684" y="7464"/>
                  </a:lnTo>
                  <a:lnTo>
                    <a:pt x="339406" y="16480"/>
                  </a:lnTo>
                  <a:lnTo>
                    <a:pt x="286916" y="28738"/>
                  </a:lnTo>
                  <a:lnTo>
                    <a:pt x="237598" y="44028"/>
                  </a:lnTo>
                  <a:lnTo>
                    <a:pt x="191837" y="62141"/>
                  </a:lnTo>
                  <a:lnTo>
                    <a:pt x="150018" y="82867"/>
                  </a:lnTo>
                  <a:lnTo>
                    <a:pt x="112527" y="105995"/>
                  </a:lnTo>
                  <a:lnTo>
                    <a:pt x="79747" y="131316"/>
                  </a:lnTo>
                  <a:lnTo>
                    <a:pt x="52064" y="158620"/>
                  </a:lnTo>
                  <a:lnTo>
                    <a:pt x="13529" y="218336"/>
                  </a:lnTo>
                  <a:lnTo>
                    <a:pt x="0" y="283463"/>
                  </a:lnTo>
                  <a:lnTo>
                    <a:pt x="3446" y="316458"/>
                  </a:lnTo>
                  <a:lnTo>
                    <a:pt x="29863" y="378928"/>
                  </a:lnTo>
                  <a:lnTo>
                    <a:pt x="79747" y="435273"/>
                  </a:lnTo>
                  <a:lnTo>
                    <a:pt x="112527" y="460612"/>
                  </a:lnTo>
                  <a:lnTo>
                    <a:pt x="150018" y="483774"/>
                  </a:lnTo>
                  <a:lnTo>
                    <a:pt x="191837" y="504546"/>
                  </a:lnTo>
                  <a:lnTo>
                    <a:pt x="237598" y="522711"/>
                  </a:lnTo>
                  <a:lnTo>
                    <a:pt x="286916" y="538056"/>
                  </a:lnTo>
                  <a:lnTo>
                    <a:pt x="339406" y="550365"/>
                  </a:lnTo>
                  <a:lnTo>
                    <a:pt x="394684" y="559423"/>
                  </a:lnTo>
                  <a:lnTo>
                    <a:pt x="452365" y="565016"/>
                  </a:lnTo>
                  <a:lnTo>
                    <a:pt x="512063" y="566928"/>
                  </a:lnTo>
                  <a:lnTo>
                    <a:pt x="571773" y="565016"/>
                  </a:lnTo>
                  <a:lnTo>
                    <a:pt x="629485" y="559423"/>
                  </a:lnTo>
                  <a:lnTo>
                    <a:pt x="684811" y="550365"/>
                  </a:lnTo>
                  <a:lnTo>
                    <a:pt x="737362" y="538056"/>
                  </a:lnTo>
                  <a:lnTo>
                    <a:pt x="786751" y="522711"/>
                  </a:lnTo>
                  <a:lnTo>
                    <a:pt x="832590" y="504546"/>
                  </a:lnTo>
                  <a:lnTo>
                    <a:pt x="874490" y="483774"/>
                  </a:lnTo>
                  <a:lnTo>
                    <a:pt x="912062" y="460612"/>
                  </a:lnTo>
                  <a:lnTo>
                    <a:pt x="944920" y="435273"/>
                  </a:lnTo>
                  <a:lnTo>
                    <a:pt x="972674" y="407974"/>
                  </a:lnTo>
                  <a:lnTo>
                    <a:pt x="1011318" y="348351"/>
                  </a:lnTo>
                  <a:lnTo>
                    <a:pt x="1024889" y="283463"/>
                  </a:lnTo>
                  <a:close/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51219" y="3163061"/>
              <a:ext cx="82550" cy="163830"/>
            </a:xfrm>
            <a:custGeom>
              <a:avLst/>
              <a:gdLst/>
              <a:ahLst/>
              <a:cxnLst/>
              <a:rect l="l" t="t" r="r" b="b"/>
              <a:pathLst>
                <a:path w="82550" h="163829">
                  <a:moveTo>
                    <a:pt x="0" y="0"/>
                  </a:moveTo>
                  <a:lnTo>
                    <a:pt x="82296" y="163830"/>
                  </a:lnTo>
                </a:path>
              </a:pathLst>
            </a:custGeom>
            <a:ln w="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998463" y="3307080"/>
              <a:ext cx="66675" cy="82550"/>
            </a:xfrm>
            <a:custGeom>
              <a:avLst/>
              <a:gdLst/>
              <a:ahLst/>
              <a:cxnLst/>
              <a:rect l="l" t="t" r="r" b="b"/>
              <a:pathLst>
                <a:path w="66675" h="82550">
                  <a:moveTo>
                    <a:pt x="66294" y="82295"/>
                  </a:moveTo>
                  <a:lnTo>
                    <a:pt x="66294" y="0"/>
                  </a:lnTo>
                  <a:lnTo>
                    <a:pt x="0" y="34289"/>
                  </a:lnTo>
                  <a:lnTo>
                    <a:pt x="66294" y="82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283" y="2143506"/>
              <a:ext cx="7098792" cy="3376421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511795" y="4221492"/>
              <a:ext cx="2188210" cy="1771014"/>
            </a:xfrm>
            <a:custGeom>
              <a:avLst/>
              <a:gdLst/>
              <a:ahLst/>
              <a:cxnLst/>
              <a:rect l="l" t="t" r="r" b="b"/>
              <a:pathLst>
                <a:path w="2188210" h="1771014">
                  <a:moveTo>
                    <a:pt x="1009650" y="39624"/>
                  </a:moveTo>
                  <a:lnTo>
                    <a:pt x="929640" y="92202"/>
                  </a:lnTo>
                  <a:lnTo>
                    <a:pt x="954506" y="106807"/>
                  </a:lnTo>
                  <a:lnTo>
                    <a:pt x="0" y="1753362"/>
                  </a:lnTo>
                  <a:lnTo>
                    <a:pt x="25146" y="1767840"/>
                  </a:lnTo>
                  <a:lnTo>
                    <a:pt x="978954" y="121170"/>
                  </a:lnTo>
                  <a:lnTo>
                    <a:pt x="986028" y="125336"/>
                  </a:lnTo>
                  <a:lnTo>
                    <a:pt x="1003554" y="135636"/>
                  </a:lnTo>
                  <a:lnTo>
                    <a:pt x="1009650" y="39624"/>
                  </a:lnTo>
                  <a:close/>
                </a:path>
                <a:path w="2188210" h="1771014">
                  <a:moveTo>
                    <a:pt x="2187714" y="0"/>
                  </a:moveTo>
                  <a:lnTo>
                    <a:pt x="2096274" y="29718"/>
                  </a:lnTo>
                  <a:lnTo>
                    <a:pt x="2116239" y="49936"/>
                  </a:lnTo>
                  <a:lnTo>
                    <a:pt x="383298" y="1750314"/>
                  </a:lnTo>
                  <a:lnTo>
                    <a:pt x="403872" y="1770888"/>
                  </a:lnTo>
                  <a:lnTo>
                    <a:pt x="2136305" y="70256"/>
                  </a:lnTo>
                  <a:lnTo>
                    <a:pt x="2146566" y="80645"/>
                  </a:lnTo>
                  <a:lnTo>
                    <a:pt x="2156472" y="90678"/>
                  </a:lnTo>
                  <a:lnTo>
                    <a:pt x="2187714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276600" y="4151388"/>
              <a:ext cx="1386205" cy="1838325"/>
            </a:xfrm>
            <a:custGeom>
              <a:avLst/>
              <a:gdLst/>
              <a:ahLst/>
              <a:cxnLst/>
              <a:rect l="l" t="t" r="r" b="b"/>
              <a:pathLst>
                <a:path w="1386204" h="1838325">
                  <a:moveTo>
                    <a:pt x="1155192" y="1823466"/>
                  </a:moveTo>
                  <a:lnTo>
                    <a:pt x="57899" y="65532"/>
                  </a:lnTo>
                  <a:lnTo>
                    <a:pt x="82296" y="50292"/>
                  </a:lnTo>
                  <a:lnTo>
                    <a:pt x="0" y="0"/>
                  </a:lnTo>
                  <a:lnTo>
                    <a:pt x="9144" y="96012"/>
                  </a:lnTo>
                  <a:lnTo>
                    <a:pt x="25908" y="85534"/>
                  </a:lnTo>
                  <a:lnTo>
                    <a:pt x="33515" y="80772"/>
                  </a:lnTo>
                  <a:lnTo>
                    <a:pt x="1131570" y="1837944"/>
                  </a:lnTo>
                  <a:lnTo>
                    <a:pt x="1155192" y="1823466"/>
                  </a:lnTo>
                  <a:close/>
                </a:path>
                <a:path w="1386204" h="1838325">
                  <a:moveTo>
                    <a:pt x="1386065" y="1828787"/>
                  </a:moveTo>
                  <a:lnTo>
                    <a:pt x="1183474" y="90119"/>
                  </a:lnTo>
                  <a:lnTo>
                    <a:pt x="1211567" y="86855"/>
                  </a:lnTo>
                  <a:lnTo>
                    <a:pt x="1158989" y="6845"/>
                  </a:lnTo>
                  <a:lnTo>
                    <a:pt x="1126223" y="96761"/>
                  </a:lnTo>
                  <a:lnTo>
                    <a:pt x="1153655" y="93586"/>
                  </a:lnTo>
                  <a:lnTo>
                    <a:pt x="1155306" y="93395"/>
                  </a:lnTo>
                  <a:lnTo>
                    <a:pt x="1357871" y="1832597"/>
                  </a:lnTo>
                  <a:lnTo>
                    <a:pt x="1386065" y="182878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269230" y="5116829"/>
              <a:ext cx="1903095" cy="870585"/>
            </a:xfrm>
            <a:custGeom>
              <a:avLst/>
              <a:gdLst/>
              <a:ahLst/>
              <a:cxnLst/>
              <a:rect l="l" t="t" r="r" b="b"/>
              <a:pathLst>
                <a:path w="1903095" h="870585">
                  <a:moveTo>
                    <a:pt x="1605534" y="845058"/>
                  </a:moveTo>
                  <a:lnTo>
                    <a:pt x="82613" y="28054"/>
                  </a:lnTo>
                  <a:lnTo>
                    <a:pt x="96012" y="3048"/>
                  </a:lnTo>
                  <a:lnTo>
                    <a:pt x="0" y="0"/>
                  </a:lnTo>
                  <a:lnTo>
                    <a:pt x="55626" y="78486"/>
                  </a:lnTo>
                  <a:lnTo>
                    <a:pt x="56388" y="77063"/>
                  </a:lnTo>
                  <a:lnTo>
                    <a:pt x="69100" y="53314"/>
                  </a:lnTo>
                  <a:lnTo>
                    <a:pt x="1591818" y="870204"/>
                  </a:lnTo>
                  <a:lnTo>
                    <a:pt x="1605534" y="845058"/>
                  </a:lnTo>
                  <a:close/>
                </a:path>
                <a:path w="1903095" h="870585">
                  <a:moveTo>
                    <a:pt x="1902701" y="860298"/>
                  </a:moveTo>
                  <a:lnTo>
                    <a:pt x="1636064" y="106070"/>
                  </a:lnTo>
                  <a:lnTo>
                    <a:pt x="1662671" y="96774"/>
                  </a:lnTo>
                  <a:lnTo>
                    <a:pt x="1594091" y="30480"/>
                  </a:lnTo>
                  <a:lnTo>
                    <a:pt x="1581899" y="124968"/>
                  </a:lnTo>
                  <a:lnTo>
                    <a:pt x="1603997" y="117259"/>
                  </a:lnTo>
                  <a:lnTo>
                    <a:pt x="1608772" y="115595"/>
                  </a:lnTo>
                  <a:lnTo>
                    <a:pt x="1876031" y="870204"/>
                  </a:lnTo>
                  <a:lnTo>
                    <a:pt x="1902701" y="860298"/>
                  </a:lnTo>
                  <a:close/>
                </a:path>
              </a:pathLst>
            </a:custGeom>
            <a:solidFill>
              <a:srgbClr val="BC6D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19785" marR="5080" indent="-56134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/>
              <a:t>Activity</a:t>
            </a:r>
            <a:r>
              <a:rPr dirty="0" spc="-45"/>
              <a:t> </a:t>
            </a:r>
            <a:r>
              <a:rPr dirty="0"/>
              <a:t>Diagram: </a:t>
            </a:r>
            <a:r>
              <a:rPr dirty="0" spc="-765"/>
              <a:t> </a:t>
            </a:r>
            <a:r>
              <a:rPr dirty="0"/>
              <a:t>Initial</a:t>
            </a:r>
            <a:r>
              <a:rPr dirty="0" spc="-15"/>
              <a:t> </a:t>
            </a:r>
            <a:r>
              <a:rPr dirty="0"/>
              <a:t>Diagram for</a:t>
            </a:r>
            <a:r>
              <a:rPr dirty="0" spc="-15"/>
              <a:t> </a:t>
            </a:r>
            <a:r>
              <a:rPr dirty="0"/>
              <a:t>DistillWater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307340" y="1306321"/>
            <a:ext cx="78695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This </a:t>
            </a:r>
            <a:r>
              <a:rPr dirty="0" sz="1800" spc="-5">
                <a:latin typeface="Arial MT"/>
                <a:cs typeface="Arial MT"/>
              </a:rPr>
              <a:t>activity diagram applies </a:t>
            </a:r>
            <a:r>
              <a:rPr dirty="0" sz="1800">
                <a:latin typeface="Arial MT"/>
                <a:cs typeface="Arial MT"/>
              </a:rPr>
              <a:t>the SysML EFFBD </a:t>
            </a:r>
            <a:r>
              <a:rPr dirty="0" sz="1800" spc="-5">
                <a:latin typeface="Arial MT"/>
                <a:cs typeface="Arial MT"/>
              </a:rPr>
              <a:t>profile, and </a:t>
            </a:r>
            <a:r>
              <a:rPr dirty="0" sz="1800">
                <a:latin typeface="Arial MT"/>
                <a:cs typeface="Arial MT"/>
              </a:rPr>
              <a:t>formalizes the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diagram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problem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statement.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20700" y="6039102"/>
            <a:ext cx="193230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Actions</a:t>
            </a:r>
            <a:r>
              <a:rPr dirty="0" sz="1600" spc="-65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(Functions)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573271" y="6039102"/>
            <a:ext cx="499999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Control</a:t>
            </a:r>
            <a:r>
              <a:rPr dirty="0" sz="1600" spc="-15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(Sequence)</a:t>
            </a:r>
            <a:r>
              <a:rPr dirty="0" sz="1600" spc="295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BC6D0A"/>
                </a:solidFill>
                <a:latin typeface="Arial"/>
                <a:cs typeface="Arial"/>
              </a:rPr>
              <a:t>Things</a:t>
            </a:r>
            <a:r>
              <a:rPr dirty="0" sz="1600" spc="-15" b="1">
                <a:solidFill>
                  <a:srgbClr val="BC6D0A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BC6D0A"/>
                </a:solidFill>
                <a:latin typeface="Arial"/>
                <a:cs typeface="Arial"/>
              </a:rPr>
              <a:t>that</a:t>
            </a:r>
            <a:r>
              <a:rPr dirty="0" sz="1600" spc="5" b="1">
                <a:solidFill>
                  <a:srgbClr val="BC6D0A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BC6D0A"/>
                </a:solidFill>
                <a:latin typeface="Arial"/>
                <a:cs typeface="Arial"/>
              </a:rPr>
              <a:t>flow</a:t>
            </a:r>
            <a:r>
              <a:rPr dirty="0" sz="1600" spc="10" b="1">
                <a:solidFill>
                  <a:srgbClr val="BC6D0A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BC6D0A"/>
                </a:solidFill>
                <a:latin typeface="Arial"/>
                <a:cs typeface="Arial"/>
              </a:rPr>
              <a:t>(ObjectNodes)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8695182" y="6469379"/>
            <a:ext cx="260985" cy="278130"/>
            <a:chOff x="8695182" y="6469379"/>
            <a:chExt cx="260985" cy="278130"/>
          </a:xfrm>
        </p:grpSpPr>
        <p:sp>
          <p:nvSpPr>
            <p:cNvPr id="75" name="object 75"/>
            <p:cNvSpPr/>
            <p:nvPr/>
          </p:nvSpPr>
          <p:spPr>
            <a:xfrm>
              <a:off x="8699754" y="6473952"/>
              <a:ext cx="250825" cy="268605"/>
            </a:xfrm>
            <a:custGeom>
              <a:avLst/>
              <a:gdLst/>
              <a:ahLst/>
              <a:cxnLst/>
              <a:rect l="l" t="t" r="r" b="b"/>
              <a:pathLst>
                <a:path w="250825" h="268604">
                  <a:moveTo>
                    <a:pt x="250697" y="195071"/>
                  </a:moveTo>
                  <a:lnTo>
                    <a:pt x="250697" y="73913"/>
                  </a:lnTo>
                  <a:lnTo>
                    <a:pt x="177546" y="0"/>
                  </a:lnTo>
                  <a:lnTo>
                    <a:pt x="73914" y="0"/>
                  </a:lnTo>
                  <a:lnTo>
                    <a:pt x="0" y="73913"/>
                  </a:lnTo>
                  <a:lnTo>
                    <a:pt x="0" y="195071"/>
                  </a:lnTo>
                  <a:lnTo>
                    <a:pt x="73914" y="268223"/>
                  </a:lnTo>
                  <a:lnTo>
                    <a:pt x="177546" y="268223"/>
                  </a:lnTo>
                  <a:lnTo>
                    <a:pt x="250697" y="195071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695182" y="6469379"/>
              <a:ext cx="260985" cy="278130"/>
            </a:xfrm>
            <a:custGeom>
              <a:avLst/>
              <a:gdLst/>
              <a:ahLst/>
              <a:cxnLst/>
              <a:rect l="l" t="t" r="r" b="b"/>
              <a:pathLst>
                <a:path w="260984" h="278129">
                  <a:moveTo>
                    <a:pt x="260604" y="201929"/>
                  </a:moveTo>
                  <a:lnTo>
                    <a:pt x="260604" y="76199"/>
                  </a:lnTo>
                  <a:lnTo>
                    <a:pt x="183642" y="0"/>
                  </a:lnTo>
                  <a:lnTo>
                    <a:pt x="76200" y="0"/>
                  </a:lnTo>
                  <a:lnTo>
                    <a:pt x="0" y="76200"/>
                  </a:lnTo>
                  <a:lnTo>
                    <a:pt x="0" y="201930"/>
                  </a:lnTo>
                  <a:lnTo>
                    <a:pt x="8382" y="210312"/>
                  </a:lnTo>
                  <a:lnTo>
                    <a:pt x="8382" y="81534"/>
                  </a:lnTo>
                  <a:lnTo>
                    <a:pt x="9143" y="78486"/>
                  </a:lnTo>
                  <a:lnTo>
                    <a:pt x="9143" y="80772"/>
                  </a:lnTo>
                  <a:lnTo>
                    <a:pt x="78486" y="11430"/>
                  </a:lnTo>
                  <a:lnTo>
                    <a:pt x="78486" y="9906"/>
                  </a:lnTo>
                  <a:lnTo>
                    <a:pt x="81534" y="8382"/>
                  </a:lnTo>
                  <a:lnTo>
                    <a:pt x="81534" y="9906"/>
                  </a:lnTo>
                  <a:lnTo>
                    <a:pt x="178308" y="9905"/>
                  </a:lnTo>
                  <a:lnTo>
                    <a:pt x="178308" y="8381"/>
                  </a:lnTo>
                  <a:lnTo>
                    <a:pt x="182118" y="9905"/>
                  </a:lnTo>
                  <a:lnTo>
                    <a:pt x="182118" y="12152"/>
                  </a:lnTo>
                  <a:lnTo>
                    <a:pt x="250697" y="80025"/>
                  </a:lnTo>
                  <a:lnTo>
                    <a:pt x="250697" y="78485"/>
                  </a:lnTo>
                  <a:lnTo>
                    <a:pt x="252222" y="81533"/>
                  </a:lnTo>
                  <a:lnTo>
                    <a:pt x="252222" y="210229"/>
                  </a:lnTo>
                  <a:lnTo>
                    <a:pt x="260604" y="201929"/>
                  </a:lnTo>
                  <a:close/>
                </a:path>
                <a:path w="260984" h="278129">
                  <a:moveTo>
                    <a:pt x="9143" y="80772"/>
                  </a:moveTo>
                  <a:lnTo>
                    <a:pt x="9143" y="78486"/>
                  </a:lnTo>
                  <a:lnTo>
                    <a:pt x="8382" y="81534"/>
                  </a:lnTo>
                  <a:lnTo>
                    <a:pt x="9143" y="80772"/>
                  </a:lnTo>
                  <a:close/>
                </a:path>
                <a:path w="260984" h="278129">
                  <a:moveTo>
                    <a:pt x="9143" y="197358"/>
                  </a:moveTo>
                  <a:lnTo>
                    <a:pt x="9143" y="80772"/>
                  </a:lnTo>
                  <a:lnTo>
                    <a:pt x="8382" y="81534"/>
                  </a:lnTo>
                  <a:lnTo>
                    <a:pt x="8382" y="196596"/>
                  </a:lnTo>
                  <a:lnTo>
                    <a:pt x="9143" y="197358"/>
                  </a:lnTo>
                  <a:close/>
                </a:path>
                <a:path w="260984" h="278129">
                  <a:moveTo>
                    <a:pt x="80009" y="268223"/>
                  </a:moveTo>
                  <a:lnTo>
                    <a:pt x="8382" y="196596"/>
                  </a:lnTo>
                  <a:lnTo>
                    <a:pt x="9143" y="199643"/>
                  </a:lnTo>
                  <a:lnTo>
                    <a:pt x="9143" y="211073"/>
                  </a:lnTo>
                  <a:lnTo>
                    <a:pt x="76200" y="278130"/>
                  </a:lnTo>
                  <a:lnTo>
                    <a:pt x="78486" y="278130"/>
                  </a:lnTo>
                  <a:lnTo>
                    <a:pt x="78486" y="268223"/>
                  </a:lnTo>
                  <a:lnTo>
                    <a:pt x="80009" y="268223"/>
                  </a:lnTo>
                  <a:close/>
                </a:path>
                <a:path w="260984" h="278129">
                  <a:moveTo>
                    <a:pt x="9143" y="211073"/>
                  </a:moveTo>
                  <a:lnTo>
                    <a:pt x="9143" y="199643"/>
                  </a:lnTo>
                  <a:lnTo>
                    <a:pt x="8382" y="196596"/>
                  </a:lnTo>
                  <a:lnTo>
                    <a:pt x="8382" y="210312"/>
                  </a:lnTo>
                  <a:lnTo>
                    <a:pt x="9143" y="211073"/>
                  </a:lnTo>
                  <a:close/>
                </a:path>
                <a:path w="260984" h="278129">
                  <a:moveTo>
                    <a:pt x="81534" y="8382"/>
                  </a:moveTo>
                  <a:lnTo>
                    <a:pt x="78486" y="9906"/>
                  </a:lnTo>
                  <a:lnTo>
                    <a:pt x="80009" y="9906"/>
                  </a:lnTo>
                  <a:lnTo>
                    <a:pt x="81534" y="8382"/>
                  </a:lnTo>
                  <a:close/>
                </a:path>
                <a:path w="260984" h="278129">
                  <a:moveTo>
                    <a:pt x="80009" y="9906"/>
                  </a:moveTo>
                  <a:lnTo>
                    <a:pt x="78486" y="9906"/>
                  </a:lnTo>
                  <a:lnTo>
                    <a:pt x="78486" y="11430"/>
                  </a:lnTo>
                  <a:lnTo>
                    <a:pt x="80009" y="9906"/>
                  </a:lnTo>
                  <a:close/>
                </a:path>
                <a:path w="260984" h="278129">
                  <a:moveTo>
                    <a:pt x="81534" y="269748"/>
                  </a:moveTo>
                  <a:lnTo>
                    <a:pt x="80009" y="268223"/>
                  </a:lnTo>
                  <a:lnTo>
                    <a:pt x="78486" y="268223"/>
                  </a:lnTo>
                  <a:lnTo>
                    <a:pt x="81534" y="269748"/>
                  </a:lnTo>
                  <a:close/>
                </a:path>
                <a:path w="260984" h="278129">
                  <a:moveTo>
                    <a:pt x="81534" y="278130"/>
                  </a:moveTo>
                  <a:lnTo>
                    <a:pt x="81534" y="269748"/>
                  </a:lnTo>
                  <a:lnTo>
                    <a:pt x="78486" y="268223"/>
                  </a:lnTo>
                  <a:lnTo>
                    <a:pt x="78486" y="278130"/>
                  </a:lnTo>
                  <a:lnTo>
                    <a:pt x="81534" y="278130"/>
                  </a:lnTo>
                  <a:close/>
                </a:path>
                <a:path w="260984" h="278129">
                  <a:moveTo>
                    <a:pt x="81534" y="9906"/>
                  </a:moveTo>
                  <a:lnTo>
                    <a:pt x="81534" y="8382"/>
                  </a:lnTo>
                  <a:lnTo>
                    <a:pt x="80009" y="9906"/>
                  </a:lnTo>
                  <a:lnTo>
                    <a:pt x="81534" y="9906"/>
                  </a:lnTo>
                  <a:close/>
                </a:path>
                <a:path w="260984" h="278129">
                  <a:moveTo>
                    <a:pt x="179847" y="268224"/>
                  </a:moveTo>
                  <a:lnTo>
                    <a:pt x="80009" y="268223"/>
                  </a:lnTo>
                  <a:lnTo>
                    <a:pt x="81534" y="269748"/>
                  </a:lnTo>
                  <a:lnTo>
                    <a:pt x="81534" y="278130"/>
                  </a:lnTo>
                  <a:lnTo>
                    <a:pt x="178308" y="278130"/>
                  </a:lnTo>
                  <a:lnTo>
                    <a:pt x="178308" y="269748"/>
                  </a:lnTo>
                  <a:lnTo>
                    <a:pt x="179847" y="268224"/>
                  </a:lnTo>
                  <a:close/>
                </a:path>
                <a:path w="260984" h="278129">
                  <a:moveTo>
                    <a:pt x="182118" y="9905"/>
                  </a:moveTo>
                  <a:lnTo>
                    <a:pt x="178308" y="8381"/>
                  </a:lnTo>
                  <a:lnTo>
                    <a:pt x="179847" y="9905"/>
                  </a:lnTo>
                  <a:lnTo>
                    <a:pt x="182118" y="9905"/>
                  </a:lnTo>
                  <a:close/>
                </a:path>
                <a:path w="260984" h="278129">
                  <a:moveTo>
                    <a:pt x="179847" y="9905"/>
                  </a:moveTo>
                  <a:lnTo>
                    <a:pt x="178308" y="8381"/>
                  </a:lnTo>
                  <a:lnTo>
                    <a:pt x="178308" y="9905"/>
                  </a:lnTo>
                  <a:lnTo>
                    <a:pt x="179847" y="9905"/>
                  </a:lnTo>
                  <a:close/>
                </a:path>
                <a:path w="260984" h="278129">
                  <a:moveTo>
                    <a:pt x="182118" y="268223"/>
                  </a:moveTo>
                  <a:lnTo>
                    <a:pt x="179847" y="268224"/>
                  </a:lnTo>
                  <a:lnTo>
                    <a:pt x="178308" y="269748"/>
                  </a:lnTo>
                  <a:lnTo>
                    <a:pt x="182118" y="268223"/>
                  </a:lnTo>
                  <a:close/>
                </a:path>
                <a:path w="260984" h="278129">
                  <a:moveTo>
                    <a:pt x="182118" y="278130"/>
                  </a:moveTo>
                  <a:lnTo>
                    <a:pt x="182118" y="268223"/>
                  </a:lnTo>
                  <a:lnTo>
                    <a:pt x="178308" y="269748"/>
                  </a:lnTo>
                  <a:lnTo>
                    <a:pt x="178308" y="278130"/>
                  </a:lnTo>
                  <a:lnTo>
                    <a:pt x="182118" y="278130"/>
                  </a:lnTo>
                  <a:close/>
                </a:path>
                <a:path w="260984" h="278129">
                  <a:moveTo>
                    <a:pt x="182118" y="12152"/>
                  </a:moveTo>
                  <a:lnTo>
                    <a:pt x="182118" y="9905"/>
                  </a:lnTo>
                  <a:lnTo>
                    <a:pt x="179847" y="9905"/>
                  </a:lnTo>
                  <a:lnTo>
                    <a:pt x="182118" y="12152"/>
                  </a:lnTo>
                  <a:close/>
                </a:path>
                <a:path w="260984" h="278129">
                  <a:moveTo>
                    <a:pt x="252222" y="196595"/>
                  </a:moveTo>
                  <a:lnTo>
                    <a:pt x="179847" y="268224"/>
                  </a:lnTo>
                  <a:lnTo>
                    <a:pt x="182118" y="268223"/>
                  </a:lnTo>
                  <a:lnTo>
                    <a:pt x="182118" y="278130"/>
                  </a:lnTo>
                  <a:lnTo>
                    <a:pt x="183642" y="278130"/>
                  </a:lnTo>
                  <a:lnTo>
                    <a:pt x="250697" y="211737"/>
                  </a:lnTo>
                  <a:lnTo>
                    <a:pt x="250697" y="199644"/>
                  </a:lnTo>
                  <a:lnTo>
                    <a:pt x="252222" y="196595"/>
                  </a:lnTo>
                  <a:close/>
                </a:path>
                <a:path w="260984" h="278129">
                  <a:moveTo>
                    <a:pt x="252222" y="81533"/>
                  </a:moveTo>
                  <a:lnTo>
                    <a:pt x="250697" y="78485"/>
                  </a:lnTo>
                  <a:lnTo>
                    <a:pt x="250697" y="80025"/>
                  </a:lnTo>
                  <a:lnTo>
                    <a:pt x="252222" y="81533"/>
                  </a:lnTo>
                  <a:close/>
                </a:path>
                <a:path w="260984" h="278129">
                  <a:moveTo>
                    <a:pt x="252222" y="196595"/>
                  </a:moveTo>
                  <a:lnTo>
                    <a:pt x="252222" y="81533"/>
                  </a:lnTo>
                  <a:lnTo>
                    <a:pt x="250697" y="80025"/>
                  </a:lnTo>
                  <a:lnTo>
                    <a:pt x="250697" y="198104"/>
                  </a:lnTo>
                  <a:lnTo>
                    <a:pt x="252222" y="196595"/>
                  </a:lnTo>
                  <a:close/>
                </a:path>
                <a:path w="260984" h="278129">
                  <a:moveTo>
                    <a:pt x="252222" y="210229"/>
                  </a:moveTo>
                  <a:lnTo>
                    <a:pt x="252222" y="196595"/>
                  </a:lnTo>
                  <a:lnTo>
                    <a:pt x="250697" y="199644"/>
                  </a:lnTo>
                  <a:lnTo>
                    <a:pt x="250697" y="211737"/>
                  </a:lnTo>
                  <a:lnTo>
                    <a:pt x="252222" y="210229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78" name="object 7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8638" y="198374"/>
            <a:ext cx="5739130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15290" marR="5080" indent="-403225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/>
              <a:t>Activity</a:t>
            </a:r>
            <a:r>
              <a:rPr dirty="0" spc="-45"/>
              <a:t> </a:t>
            </a:r>
            <a:r>
              <a:rPr dirty="0"/>
              <a:t>Diagram: </a:t>
            </a:r>
            <a:r>
              <a:rPr dirty="0" spc="-765"/>
              <a:t> </a:t>
            </a:r>
            <a:r>
              <a:rPr dirty="0"/>
              <a:t>Control-Driven:</a:t>
            </a:r>
            <a:r>
              <a:rPr dirty="0" spc="-15"/>
              <a:t> </a:t>
            </a:r>
            <a:r>
              <a:rPr dirty="0"/>
              <a:t>Serial</a:t>
            </a:r>
            <a:r>
              <a:rPr dirty="0" spc="-10"/>
              <a:t> </a:t>
            </a:r>
            <a:r>
              <a:rPr dirty="0"/>
              <a:t>Behavior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3982" y="5148834"/>
            <a:ext cx="1461477" cy="14554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98313" y="5501130"/>
            <a:ext cx="1186815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4033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Batch </a:t>
            </a:r>
            <a:r>
              <a:rPr dirty="0" sz="2800" spc="5">
                <a:solidFill>
                  <a:srgbClr val="A03033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A03033"/>
                </a:solidFill>
                <a:latin typeface="Tahoma"/>
                <a:cs typeface="Tahoma"/>
              </a:rPr>
              <a:t>Distiller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4966" y="5858508"/>
            <a:ext cx="14262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  <a:hlinkClick r:id="rId4" action="ppaction://hlinksldjump"/>
              </a:rPr>
              <a:t>Continuous</a:t>
            </a:r>
            <a:r>
              <a:rPr dirty="0" sz="1000" spc="-55"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1000" spc="-5">
                <a:latin typeface="Arial MT"/>
                <a:cs typeface="Arial MT"/>
                <a:hlinkClick r:id="rId4" action="ppaction://hlinksldjump"/>
              </a:rPr>
              <a:t>Distiller</a:t>
            </a:r>
            <a:r>
              <a:rPr dirty="0" sz="1000" spc="-25"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1000">
                <a:latin typeface="Arial MT"/>
                <a:cs typeface="Arial MT"/>
                <a:hlinkClick r:id="rId4" action="ppaction://hlinksldjump"/>
              </a:rPr>
              <a:t>Here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85850" y="1784604"/>
            <a:ext cx="6947534" cy="3289935"/>
            <a:chOff x="1085850" y="1784604"/>
            <a:chExt cx="6947534" cy="3289935"/>
          </a:xfrm>
        </p:grpSpPr>
        <p:sp>
          <p:nvSpPr>
            <p:cNvPr id="8" name="object 8"/>
            <p:cNvSpPr/>
            <p:nvPr/>
          </p:nvSpPr>
          <p:spPr>
            <a:xfrm>
              <a:off x="1085850" y="1784604"/>
              <a:ext cx="6947534" cy="3289935"/>
            </a:xfrm>
            <a:custGeom>
              <a:avLst/>
              <a:gdLst/>
              <a:ahLst/>
              <a:cxnLst/>
              <a:rect l="l" t="t" r="r" b="b"/>
              <a:pathLst>
                <a:path w="6947534" h="3289935">
                  <a:moveTo>
                    <a:pt x="6947154" y="3288029"/>
                  </a:moveTo>
                  <a:lnTo>
                    <a:pt x="6947154" y="1524"/>
                  </a:lnTo>
                  <a:lnTo>
                    <a:pt x="6945630" y="0"/>
                  </a:lnTo>
                  <a:lnTo>
                    <a:pt x="2286" y="0"/>
                  </a:lnTo>
                  <a:lnTo>
                    <a:pt x="0" y="1524"/>
                  </a:lnTo>
                  <a:lnTo>
                    <a:pt x="0" y="3288030"/>
                  </a:lnTo>
                  <a:lnTo>
                    <a:pt x="2286" y="3289554"/>
                  </a:lnTo>
                  <a:lnTo>
                    <a:pt x="2286" y="3048"/>
                  </a:lnTo>
                  <a:lnTo>
                    <a:pt x="3809" y="1524"/>
                  </a:lnTo>
                  <a:lnTo>
                    <a:pt x="3809" y="3048"/>
                  </a:lnTo>
                  <a:lnTo>
                    <a:pt x="6944106" y="3048"/>
                  </a:lnTo>
                  <a:lnTo>
                    <a:pt x="6944106" y="1524"/>
                  </a:lnTo>
                  <a:lnTo>
                    <a:pt x="6945630" y="3048"/>
                  </a:lnTo>
                  <a:lnTo>
                    <a:pt x="6945630" y="3289554"/>
                  </a:lnTo>
                  <a:lnTo>
                    <a:pt x="6947154" y="3288029"/>
                  </a:lnTo>
                  <a:close/>
                </a:path>
                <a:path w="6947534" h="3289935">
                  <a:moveTo>
                    <a:pt x="3809" y="3048"/>
                  </a:moveTo>
                  <a:lnTo>
                    <a:pt x="3809" y="1524"/>
                  </a:lnTo>
                  <a:lnTo>
                    <a:pt x="2286" y="3048"/>
                  </a:lnTo>
                  <a:lnTo>
                    <a:pt x="3809" y="3048"/>
                  </a:lnTo>
                  <a:close/>
                </a:path>
                <a:path w="6947534" h="3289935">
                  <a:moveTo>
                    <a:pt x="3809" y="3286506"/>
                  </a:moveTo>
                  <a:lnTo>
                    <a:pt x="3809" y="3048"/>
                  </a:lnTo>
                  <a:lnTo>
                    <a:pt x="2286" y="3048"/>
                  </a:lnTo>
                  <a:lnTo>
                    <a:pt x="2286" y="3286506"/>
                  </a:lnTo>
                  <a:lnTo>
                    <a:pt x="3809" y="3286506"/>
                  </a:lnTo>
                  <a:close/>
                </a:path>
                <a:path w="6947534" h="3289935">
                  <a:moveTo>
                    <a:pt x="6945630" y="3286506"/>
                  </a:moveTo>
                  <a:lnTo>
                    <a:pt x="2286" y="3286506"/>
                  </a:lnTo>
                  <a:lnTo>
                    <a:pt x="3809" y="3288029"/>
                  </a:lnTo>
                  <a:lnTo>
                    <a:pt x="3809" y="3289554"/>
                  </a:lnTo>
                  <a:lnTo>
                    <a:pt x="6944106" y="3289554"/>
                  </a:lnTo>
                  <a:lnTo>
                    <a:pt x="6944106" y="3288029"/>
                  </a:lnTo>
                  <a:lnTo>
                    <a:pt x="6945630" y="3286506"/>
                  </a:lnTo>
                  <a:close/>
                </a:path>
                <a:path w="6947534" h="3289935">
                  <a:moveTo>
                    <a:pt x="3809" y="3289554"/>
                  </a:moveTo>
                  <a:lnTo>
                    <a:pt x="3809" y="3288029"/>
                  </a:lnTo>
                  <a:lnTo>
                    <a:pt x="2286" y="3286506"/>
                  </a:lnTo>
                  <a:lnTo>
                    <a:pt x="2285" y="3289554"/>
                  </a:lnTo>
                  <a:lnTo>
                    <a:pt x="3809" y="3289554"/>
                  </a:lnTo>
                  <a:close/>
                </a:path>
                <a:path w="6947534" h="3289935">
                  <a:moveTo>
                    <a:pt x="6945630" y="3048"/>
                  </a:moveTo>
                  <a:lnTo>
                    <a:pt x="6944106" y="1524"/>
                  </a:lnTo>
                  <a:lnTo>
                    <a:pt x="6944106" y="3048"/>
                  </a:lnTo>
                  <a:lnTo>
                    <a:pt x="6945630" y="3048"/>
                  </a:lnTo>
                  <a:close/>
                </a:path>
                <a:path w="6947534" h="3289935">
                  <a:moveTo>
                    <a:pt x="6945630" y="3286506"/>
                  </a:moveTo>
                  <a:lnTo>
                    <a:pt x="6945630" y="3048"/>
                  </a:lnTo>
                  <a:lnTo>
                    <a:pt x="6944106" y="3048"/>
                  </a:lnTo>
                  <a:lnTo>
                    <a:pt x="6944106" y="3286506"/>
                  </a:lnTo>
                  <a:lnTo>
                    <a:pt x="6945630" y="3286506"/>
                  </a:lnTo>
                  <a:close/>
                </a:path>
                <a:path w="6947534" h="3289935">
                  <a:moveTo>
                    <a:pt x="6945630" y="3289554"/>
                  </a:moveTo>
                  <a:lnTo>
                    <a:pt x="6945630" y="3286506"/>
                  </a:lnTo>
                  <a:lnTo>
                    <a:pt x="6944106" y="3288029"/>
                  </a:lnTo>
                  <a:lnTo>
                    <a:pt x="6944106" y="3289554"/>
                  </a:lnTo>
                  <a:lnTo>
                    <a:pt x="6945630" y="32895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88135" y="1786128"/>
              <a:ext cx="2286000" cy="346075"/>
            </a:xfrm>
            <a:custGeom>
              <a:avLst/>
              <a:gdLst/>
              <a:ahLst/>
              <a:cxnLst/>
              <a:rect l="l" t="t" r="r" b="b"/>
              <a:pathLst>
                <a:path w="2286000" h="346075">
                  <a:moveTo>
                    <a:pt x="2286000" y="231647"/>
                  </a:moveTo>
                  <a:lnTo>
                    <a:pt x="2286000" y="0"/>
                  </a:lnTo>
                  <a:lnTo>
                    <a:pt x="0" y="0"/>
                  </a:lnTo>
                  <a:lnTo>
                    <a:pt x="0" y="345948"/>
                  </a:lnTo>
                  <a:lnTo>
                    <a:pt x="2171700" y="345948"/>
                  </a:lnTo>
                  <a:lnTo>
                    <a:pt x="2286000" y="2316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85850" y="1784604"/>
              <a:ext cx="2289810" cy="349250"/>
            </a:xfrm>
            <a:custGeom>
              <a:avLst/>
              <a:gdLst/>
              <a:ahLst/>
              <a:cxnLst/>
              <a:rect l="l" t="t" r="r" b="b"/>
              <a:pathLst>
                <a:path w="2289810" h="349250">
                  <a:moveTo>
                    <a:pt x="2289810" y="233172"/>
                  </a:moveTo>
                  <a:lnTo>
                    <a:pt x="2289810" y="1524"/>
                  </a:lnTo>
                  <a:lnTo>
                    <a:pt x="2288286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347472"/>
                  </a:lnTo>
                  <a:lnTo>
                    <a:pt x="2285" y="348996"/>
                  </a:lnTo>
                  <a:lnTo>
                    <a:pt x="2285" y="3048"/>
                  </a:lnTo>
                  <a:lnTo>
                    <a:pt x="3809" y="1524"/>
                  </a:lnTo>
                  <a:lnTo>
                    <a:pt x="3809" y="3048"/>
                  </a:lnTo>
                  <a:lnTo>
                    <a:pt x="2286000" y="3048"/>
                  </a:lnTo>
                  <a:lnTo>
                    <a:pt x="2286000" y="1524"/>
                  </a:lnTo>
                  <a:lnTo>
                    <a:pt x="2288286" y="3048"/>
                  </a:lnTo>
                  <a:lnTo>
                    <a:pt x="2288286" y="235458"/>
                  </a:lnTo>
                  <a:lnTo>
                    <a:pt x="2289048" y="234696"/>
                  </a:lnTo>
                  <a:lnTo>
                    <a:pt x="2289810" y="233172"/>
                  </a:lnTo>
                  <a:close/>
                </a:path>
                <a:path w="2289810" h="349250">
                  <a:moveTo>
                    <a:pt x="3809" y="3048"/>
                  </a:moveTo>
                  <a:lnTo>
                    <a:pt x="3809" y="1524"/>
                  </a:lnTo>
                  <a:lnTo>
                    <a:pt x="2285" y="3048"/>
                  </a:lnTo>
                  <a:lnTo>
                    <a:pt x="3809" y="3048"/>
                  </a:lnTo>
                  <a:close/>
                </a:path>
                <a:path w="2289810" h="349250">
                  <a:moveTo>
                    <a:pt x="3809" y="345948"/>
                  </a:moveTo>
                  <a:lnTo>
                    <a:pt x="3809" y="3048"/>
                  </a:lnTo>
                  <a:lnTo>
                    <a:pt x="2285" y="3048"/>
                  </a:lnTo>
                  <a:lnTo>
                    <a:pt x="2285" y="345948"/>
                  </a:lnTo>
                  <a:lnTo>
                    <a:pt x="3809" y="345948"/>
                  </a:lnTo>
                  <a:close/>
                </a:path>
                <a:path w="2289810" h="349250">
                  <a:moveTo>
                    <a:pt x="2173224" y="345948"/>
                  </a:moveTo>
                  <a:lnTo>
                    <a:pt x="2285" y="345948"/>
                  </a:lnTo>
                  <a:lnTo>
                    <a:pt x="3809" y="347471"/>
                  </a:lnTo>
                  <a:lnTo>
                    <a:pt x="3809" y="348996"/>
                  </a:lnTo>
                  <a:lnTo>
                    <a:pt x="2172462" y="348996"/>
                  </a:lnTo>
                  <a:lnTo>
                    <a:pt x="2172462" y="346710"/>
                  </a:lnTo>
                  <a:lnTo>
                    <a:pt x="2173224" y="345948"/>
                  </a:lnTo>
                  <a:close/>
                </a:path>
                <a:path w="2289810" h="349250">
                  <a:moveTo>
                    <a:pt x="3809" y="348996"/>
                  </a:moveTo>
                  <a:lnTo>
                    <a:pt x="3809" y="347471"/>
                  </a:lnTo>
                  <a:lnTo>
                    <a:pt x="2285" y="345948"/>
                  </a:lnTo>
                  <a:lnTo>
                    <a:pt x="2285" y="348996"/>
                  </a:lnTo>
                  <a:lnTo>
                    <a:pt x="3809" y="348996"/>
                  </a:lnTo>
                  <a:close/>
                </a:path>
                <a:path w="2289810" h="349250">
                  <a:moveTo>
                    <a:pt x="2173986" y="345948"/>
                  </a:moveTo>
                  <a:lnTo>
                    <a:pt x="2173224" y="345948"/>
                  </a:lnTo>
                  <a:lnTo>
                    <a:pt x="2172462" y="346710"/>
                  </a:lnTo>
                  <a:lnTo>
                    <a:pt x="2173986" y="345948"/>
                  </a:lnTo>
                  <a:close/>
                </a:path>
                <a:path w="2289810" h="349250">
                  <a:moveTo>
                    <a:pt x="2173986" y="348996"/>
                  </a:moveTo>
                  <a:lnTo>
                    <a:pt x="2173986" y="345948"/>
                  </a:lnTo>
                  <a:lnTo>
                    <a:pt x="2172462" y="346710"/>
                  </a:lnTo>
                  <a:lnTo>
                    <a:pt x="2172462" y="348996"/>
                  </a:lnTo>
                  <a:lnTo>
                    <a:pt x="2173986" y="348996"/>
                  </a:lnTo>
                  <a:close/>
                </a:path>
                <a:path w="2289810" h="349250">
                  <a:moveTo>
                    <a:pt x="2286762" y="236982"/>
                  </a:moveTo>
                  <a:lnTo>
                    <a:pt x="2286762" y="232410"/>
                  </a:lnTo>
                  <a:lnTo>
                    <a:pt x="2173224" y="345948"/>
                  </a:lnTo>
                  <a:lnTo>
                    <a:pt x="2173986" y="345948"/>
                  </a:lnTo>
                  <a:lnTo>
                    <a:pt x="2173986" y="348996"/>
                  </a:lnTo>
                  <a:lnTo>
                    <a:pt x="2174748" y="348996"/>
                  </a:lnTo>
                  <a:lnTo>
                    <a:pt x="2286762" y="236982"/>
                  </a:lnTo>
                  <a:close/>
                </a:path>
                <a:path w="2289810" h="349250">
                  <a:moveTo>
                    <a:pt x="2288286" y="3048"/>
                  </a:moveTo>
                  <a:lnTo>
                    <a:pt x="2286000" y="1524"/>
                  </a:lnTo>
                  <a:lnTo>
                    <a:pt x="2286000" y="3048"/>
                  </a:lnTo>
                  <a:lnTo>
                    <a:pt x="2288286" y="3048"/>
                  </a:lnTo>
                  <a:close/>
                </a:path>
                <a:path w="2289810" h="349250">
                  <a:moveTo>
                    <a:pt x="2288286" y="235458"/>
                  </a:moveTo>
                  <a:lnTo>
                    <a:pt x="2288286" y="3048"/>
                  </a:lnTo>
                  <a:lnTo>
                    <a:pt x="2286000" y="3048"/>
                  </a:lnTo>
                  <a:lnTo>
                    <a:pt x="2286000" y="233172"/>
                  </a:lnTo>
                  <a:lnTo>
                    <a:pt x="2286762" y="232410"/>
                  </a:lnTo>
                  <a:lnTo>
                    <a:pt x="2286762" y="236982"/>
                  </a:lnTo>
                  <a:lnTo>
                    <a:pt x="2288286" y="2354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53958" y="1802383"/>
            <a:ext cx="215519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ts val="930"/>
              </a:lnSpc>
              <a:spcBef>
                <a:spcPts val="95"/>
              </a:spcBef>
            </a:pPr>
            <a:r>
              <a:rPr dirty="0" sz="800" spc="-10" b="1">
                <a:latin typeface="Arial"/>
                <a:cs typeface="Arial"/>
              </a:rPr>
              <a:t>«effbd»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30"/>
              </a:lnSpc>
            </a:pPr>
            <a:r>
              <a:rPr dirty="0" sz="800" spc="-5" b="1">
                <a:latin typeface="Arial"/>
                <a:cs typeface="Arial"/>
              </a:rPr>
              <a:t>act</a:t>
            </a:r>
            <a:r>
              <a:rPr dirty="0" sz="800" spc="55" b="1">
                <a:latin typeface="Arial"/>
                <a:cs typeface="Arial"/>
              </a:rPr>
              <a:t> </a:t>
            </a:r>
            <a:r>
              <a:rPr dirty="0" sz="800" spc="-10">
                <a:latin typeface="Arial MT"/>
                <a:cs typeface="Arial MT"/>
              </a:rPr>
              <a:t>[activity]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DistillWater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[Simple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Starting</a:t>
            </a:r>
            <a:r>
              <a:rPr dirty="0" sz="800" spc="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Point)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2450" y="2606802"/>
            <a:ext cx="7077709" cy="1487805"/>
            <a:chOff x="552450" y="2606802"/>
            <a:chExt cx="7077709" cy="148780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9061" y="3624072"/>
              <a:ext cx="156210" cy="15544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9132" y="3664458"/>
              <a:ext cx="108204" cy="7315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83061" y="3566921"/>
              <a:ext cx="2070100" cy="268605"/>
            </a:xfrm>
            <a:custGeom>
              <a:avLst/>
              <a:gdLst/>
              <a:ahLst/>
              <a:cxnLst/>
              <a:rect l="l" t="t" r="r" b="b"/>
              <a:pathLst>
                <a:path w="2070100" h="268604">
                  <a:moveTo>
                    <a:pt x="41148" y="19812"/>
                  </a:moveTo>
                  <a:lnTo>
                    <a:pt x="39560" y="12217"/>
                  </a:lnTo>
                  <a:lnTo>
                    <a:pt x="35242" y="5905"/>
                  </a:lnTo>
                  <a:lnTo>
                    <a:pt x="28943" y="1600"/>
                  </a:lnTo>
                  <a:lnTo>
                    <a:pt x="21336" y="0"/>
                  </a:lnTo>
                  <a:lnTo>
                    <a:pt x="13423" y="1498"/>
                  </a:lnTo>
                  <a:lnTo>
                    <a:pt x="7150" y="5626"/>
                  </a:lnTo>
                  <a:lnTo>
                    <a:pt x="3022" y="11899"/>
                  </a:lnTo>
                  <a:lnTo>
                    <a:pt x="1524" y="19812"/>
                  </a:lnTo>
                  <a:lnTo>
                    <a:pt x="0" y="248412"/>
                  </a:lnTo>
                  <a:lnTo>
                    <a:pt x="1155" y="256019"/>
                  </a:lnTo>
                  <a:lnTo>
                    <a:pt x="5245" y="262318"/>
                  </a:lnTo>
                  <a:lnTo>
                    <a:pt x="11468" y="266636"/>
                  </a:lnTo>
                  <a:lnTo>
                    <a:pt x="19050" y="268224"/>
                  </a:lnTo>
                  <a:lnTo>
                    <a:pt x="26987" y="266636"/>
                  </a:lnTo>
                  <a:lnTo>
                    <a:pt x="33337" y="262318"/>
                  </a:lnTo>
                  <a:lnTo>
                    <a:pt x="37706" y="256019"/>
                  </a:lnTo>
                  <a:lnTo>
                    <a:pt x="39624" y="248412"/>
                  </a:lnTo>
                  <a:lnTo>
                    <a:pt x="41148" y="19812"/>
                  </a:lnTo>
                  <a:close/>
                </a:path>
                <a:path w="2070100" h="268604">
                  <a:moveTo>
                    <a:pt x="2069592" y="19812"/>
                  </a:moveTo>
                  <a:lnTo>
                    <a:pt x="2068106" y="12217"/>
                  </a:lnTo>
                  <a:lnTo>
                    <a:pt x="2063978" y="5905"/>
                  </a:lnTo>
                  <a:lnTo>
                    <a:pt x="2057704" y="1600"/>
                  </a:lnTo>
                  <a:lnTo>
                    <a:pt x="2049780" y="0"/>
                  </a:lnTo>
                  <a:lnTo>
                    <a:pt x="2042185" y="1498"/>
                  </a:lnTo>
                  <a:lnTo>
                    <a:pt x="2035873" y="5626"/>
                  </a:lnTo>
                  <a:lnTo>
                    <a:pt x="2031568" y="11899"/>
                  </a:lnTo>
                  <a:lnTo>
                    <a:pt x="2029968" y="19812"/>
                  </a:lnTo>
                  <a:lnTo>
                    <a:pt x="2028444" y="248412"/>
                  </a:lnTo>
                  <a:lnTo>
                    <a:pt x="2029942" y="256019"/>
                  </a:lnTo>
                  <a:lnTo>
                    <a:pt x="2034070" y="262318"/>
                  </a:lnTo>
                  <a:lnTo>
                    <a:pt x="2040343" y="266636"/>
                  </a:lnTo>
                  <a:lnTo>
                    <a:pt x="2048256" y="268224"/>
                  </a:lnTo>
                  <a:lnTo>
                    <a:pt x="2055863" y="266636"/>
                  </a:lnTo>
                  <a:lnTo>
                    <a:pt x="2062162" y="262318"/>
                  </a:lnTo>
                  <a:lnTo>
                    <a:pt x="2066480" y="256019"/>
                  </a:lnTo>
                  <a:lnTo>
                    <a:pt x="2068068" y="248412"/>
                  </a:lnTo>
                  <a:lnTo>
                    <a:pt x="2069592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407402" y="3589782"/>
              <a:ext cx="220979" cy="222885"/>
            </a:xfrm>
            <a:custGeom>
              <a:avLst/>
              <a:gdLst/>
              <a:ahLst/>
              <a:cxnLst/>
              <a:rect l="l" t="t" r="r" b="b"/>
              <a:pathLst>
                <a:path w="220979" h="222885">
                  <a:moveTo>
                    <a:pt x="220979" y="111251"/>
                  </a:moveTo>
                  <a:lnTo>
                    <a:pt x="212288" y="68151"/>
                  </a:lnTo>
                  <a:lnTo>
                    <a:pt x="188595" y="32765"/>
                  </a:lnTo>
                  <a:lnTo>
                    <a:pt x="153471" y="8810"/>
                  </a:lnTo>
                  <a:lnTo>
                    <a:pt x="110489" y="0"/>
                  </a:lnTo>
                  <a:lnTo>
                    <a:pt x="67508" y="8810"/>
                  </a:lnTo>
                  <a:lnTo>
                    <a:pt x="32384" y="32765"/>
                  </a:lnTo>
                  <a:lnTo>
                    <a:pt x="8691" y="68151"/>
                  </a:lnTo>
                  <a:lnTo>
                    <a:pt x="0" y="111251"/>
                  </a:lnTo>
                  <a:lnTo>
                    <a:pt x="8691" y="154352"/>
                  </a:lnTo>
                  <a:lnTo>
                    <a:pt x="32385" y="189737"/>
                  </a:lnTo>
                  <a:lnTo>
                    <a:pt x="67508" y="213693"/>
                  </a:lnTo>
                  <a:lnTo>
                    <a:pt x="110489" y="222503"/>
                  </a:lnTo>
                  <a:lnTo>
                    <a:pt x="153471" y="213693"/>
                  </a:lnTo>
                  <a:lnTo>
                    <a:pt x="188595" y="189737"/>
                  </a:lnTo>
                  <a:lnTo>
                    <a:pt x="212288" y="154352"/>
                  </a:lnTo>
                  <a:lnTo>
                    <a:pt x="220979" y="1112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405865" y="3589413"/>
              <a:ext cx="224154" cy="224154"/>
            </a:xfrm>
            <a:custGeom>
              <a:avLst/>
              <a:gdLst/>
              <a:ahLst/>
              <a:cxnLst/>
              <a:rect l="l" t="t" r="r" b="b"/>
              <a:pathLst>
                <a:path w="224154" h="224154">
                  <a:moveTo>
                    <a:pt x="181356" y="111620"/>
                  </a:moveTo>
                  <a:lnTo>
                    <a:pt x="180594" y="104000"/>
                  </a:lnTo>
                  <a:lnTo>
                    <a:pt x="175793" y="92595"/>
                  </a:lnTo>
                  <a:lnTo>
                    <a:pt x="174358" y="85483"/>
                  </a:lnTo>
                  <a:lnTo>
                    <a:pt x="170294" y="79489"/>
                  </a:lnTo>
                  <a:lnTo>
                    <a:pt x="164350" y="65316"/>
                  </a:lnTo>
                  <a:lnTo>
                    <a:pt x="132956" y="45059"/>
                  </a:lnTo>
                  <a:lnTo>
                    <a:pt x="117043" y="44386"/>
                  </a:lnTo>
                  <a:lnTo>
                    <a:pt x="110502" y="43040"/>
                  </a:lnTo>
                  <a:lnTo>
                    <a:pt x="106197" y="43929"/>
                  </a:lnTo>
                  <a:lnTo>
                    <a:pt x="95745" y="43472"/>
                  </a:lnTo>
                  <a:lnTo>
                    <a:pt x="87388" y="47764"/>
                  </a:lnTo>
                  <a:lnTo>
                    <a:pt x="83591" y="48526"/>
                  </a:lnTo>
                  <a:lnTo>
                    <a:pt x="76314" y="53441"/>
                  </a:lnTo>
                  <a:lnTo>
                    <a:pt x="62026" y="60769"/>
                  </a:lnTo>
                  <a:lnTo>
                    <a:pt x="54635" y="73647"/>
                  </a:lnTo>
                  <a:lnTo>
                    <a:pt x="46634" y="85483"/>
                  </a:lnTo>
                  <a:lnTo>
                    <a:pt x="45961" y="88747"/>
                  </a:lnTo>
                  <a:lnTo>
                    <a:pt x="41148" y="97142"/>
                  </a:lnTo>
                  <a:lnTo>
                    <a:pt x="40386" y="104000"/>
                  </a:lnTo>
                  <a:lnTo>
                    <a:pt x="39624" y="111620"/>
                  </a:lnTo>
                  <a:lnTo>
                    <a:pt x="40386" y="118478"/>
                  </a:lnTo>
                  <a:lnTo>
                    <a:pt x="41783" y="122085"/>
                  </a:lnTo>
                  <a:lnTo>
                    <a:pt x="42684" y="126098"/>
                  </a:lnTo>
                  <a:lnTo>
                    <a:pt x="44704" y="129781"/>
                  </a:lnTo>
                  <a:lnTo>
                    <a:pt x="46634" y="139179"/>
                  </a:lnTo>
                  <a:lnTo>
                    <a:pt x="50901" y="145427"/>
                  </a:lnTo>
                  <a:lnTo>
                    <a:pt x="54229" y="153924"/>
                  </a:lnTo>
                  <a:lnTo>
                    <a:pt x="60109" y="158889"/>
                  </a:lnTo>
                  <a:lnTo>
                    <a:pt x="61544" y="160959"/>
                  </a:lnTo>
                  <a:lnTo>
                    <a:pt x="62153" y="161378"/>
                  </a:lnTo>
                  <a:lnTo>
                    <a:pt x="62941" y="162788"/>
                  </a:lnTo>
                  <a:lnTo>
                    <a:pt x="67818" y="165366"/>
                  </a:lnTo>
                  <a:lnTo>
                    <a:pt x="79730" y="175374"/>
                  </a:lnTo>
                  <a:lnTo>
                    <a:pt x="92684" y="178409"/>
                  </a:lnTo>
                  <a:lnTo>
                    <a:pt x="95669" y="179959"/>
                  </a:lnTo>
                  <a:lnTo>
                    <a:pt x="98704" y="179806"/>
                  </a:lnTo>
                  <a:lnTo>
                    <a:pt x="111010" y="182676"/>
                  </a:lnTo>
                  <a:lnTo>
                    <a:pt x="131445" y="178130"/>
                  </a:lnTo>
                  <a:lnTo>
                    <a:pt x="131991" y="178092"/>
                  </a:lnTo>
                  <a:lnTo>
                    <a:pt x="132194" y="177965"/>
                  </a:lnTo>
                  <a:lnTo>
                    <a:pt x="142176" y="175729"/>
                  </a:lnTo>
                  <a:lnTo>
                    <a:pt x="167335" y="154368"/>
                  </a:lnTo>
                  <a:lnTo>
                    <a:pt x="171284" y="143662"/>
                  </a:lnTo>
                  <a:lnTo>
                    <a:pt x="174358" y="139179"/>
                  </a:lnTo>
                  <a:lnTo>
                    <a:pt x="176085" y="130670"/>
                  </a:lnTo>
                  <a:lnTo>
                    <a:pt x="178308" y="124675"/>
                  </a:lnTo>
                  <a:lnTo>
                    <a:pt x="180594" y="118478"/>
                  </a:lnTo>
                  <a:lnTo>
                    <a:pt x="181356" y="111620"/>
                  </a:lnTo>
                  <a:close/>
                </a:path>
                <a:path w="224154" h="224154">
                  <a:moveTo>
                    <a:pt x="224028" y="105524"/>
                  </a:moveTo>
                  <a:lnTo>
                    <a:pt x="220980" y="94018"/>
                  </a:lnTo>
                  <a:lnTo>
                    <a:pt x="220980" y="106286"/>
                  </a:lnTo>
                  <a:lnTo>
                    <a:pt x="220980" y="116954"/>
                  </a:lnTo>
                  <a:lnTo>
                    <a:pt x="210705" y="157861"/>
                  </a:lnTo>
                  <a:lnTo>
                    <a:pt x="161798" y="209080"/>
                  </a:lnTo>
                  <a:lnTo>
                    <a:pt x="95046" y="219430"/>
                  </a:lnTo>
                  <a:lnTo>
                    <a:pt x="62458" y="209232"/>
                  </a:lnTo>
                  <a:lnTo>
                    <a:pt x="34404" y="188772"/>
                  </a:lnTo>
                  <a:lnTo>
                    <a:pt x="13855" y="158013"/>
                  </a:lnTo>
                  <a:lnTo>
                    <a:pt x="3810" y="116954"/>
                  </a:lnTo>
                  <a:lnTo>
                    <a:pt x="3048" y="111620"/>
                  </a:lnTo>
                  <a:lnTo>
                    <a:pt x="3810" y="105524"/>
                  </a:lnTo>
                  <a:lnTo>
                    <a:pt x="14198" y="64579"/>
                  </a:lnTo>
                  <a:lnTo>
                    <a:pt x="34899" y="33972"/>
                  </a:lnTo>
                  <a:lnTo>
                    <a:pt x="62941" y="13652"/>
                  </a:lnTo>
                  <a:lnTo>
                    <a:pt x="95046" y="3733"/>
                  </a:lnTo>
                  <a:lnTo>
                    <a:pt x="129362" y="3810"/>
                  </a:lnTo>
                  <a:lnTo>
                    <a:pt x="161836" y="14211"/>
                  </a:lnTo>
                  <a:lnTo>
                    <a:pt x="189890" y="34772"/>
                  </a:lnTo>
                  <a:lnTo>
                    <a:pt x="210591" y="65481"/>
                  </a:lnTo>
                  <a:lnTo>
                    <a:pt x="220980" y="106286"/>
                  </a:lnTo>
                  <a:lnTo>
                    <a:pt x="220980" y="94018"/>
                  </a:lnTo>
                  <a:lnTo>
                    <a:pt x="192151" y="32931"/>
                  </a:lnTo>
                  <a:lnTo>
                    <a:pt x="131457" y="774"/>
                  </a:lnTo>
                  <a:lnTo>
                    <a:pt x="97307" y="0"/>
                  </a:lnTo>
                  <a:lnTo>
                    <a:pt x="64363" y="9499"/>
                  </a:lnTo>
                  <a:lnTo>
                    <a:pt x="35433" y="29324"/>
                  </a:lnTo>
                  <a:lnTo>
                    <a:pt x="13296" y="59537"/>
                  </a:lnTo>
                  <a:lnTo>
                    <a:pt x="762" y="100190"/>
                  </a:lnTo>
                  <a:lnTo>
                    <a:pt x="0" y="105524"/>
                  </a:lnTo>
                  <a:lnTo>
                    <a:pt x="0" y="111620"/>
                  </a:lnTo>
                  <a:lnTo>
                    <a:pt x="0" y="116954"/>
                  </a:lnTo>
                  <a:lnTo>
                    <a:pt x="9017" y="155511"/>
                  </a:lnTo>
                  <a:lnTo>
                    <a:pt x="51638" y="206870"/>
                  </a:lnTo>
                  <a:lnTo>
                    <a:pt x="112115" y="223964"/>
                  </a:lnTo>
                  <a:lnTo>
                    <a:pt x="143459" y="219671"/>
                  </a:lnTo>
                  <a:lnTo>
                    <a:pt x="172567" y="206819"/>
                  </a:lnTo>
                  <a:lnTo>
                    <a:pt x="197180" y="185420"/>
                  </a:lnTo>
                  <a:lnTo>
                    <a:pt x="215087" y="155460"/>
                  </a:lnTo>
                  <a:lnTo>
                    <a:pt x="220980" y="130073"/>
                  </a:lnTo>
                  <a:lnTo>
                    <a:pt x="224028" y="116954"/>
                  </a:lnTo>
                  <a:lnTo>
                    <a:pt x="224028" y="105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70504" y="3592829"/>
              <a:ext cx="78105" cy="217170"/>
            </a:xfrm>
            <a:custGeom>
              <a:avLst/>
              <a:gdLst/>
              <a:ahLst/>
              <a:cxnLst/>
              <a:rect l="l" t="t" r="r" b="b"/>
              <a:pathLst>
                <a:path w="78104" h="217170">
                  <a:moveTo>
                    <a:pt x="76200" y="160020"/>
                  </a:moveTo>
                  <a:lnTo>
                    <a:pt x="57150" y="160020"/>
                  </a:lnTo>
                  <a:lnTo>
                    <a:pt x="19050" y="160020"/>
                  </a:lnTo>
                  <a:lnTo>
                    <a:pt x="0" y="160020"/>
                  </a:lnTo>
                  <a:lnTo>
                    <a:pt x="0" y="217170"/>
                  </a:lnTo>
                  <a:lnTo>
                    <a:pt x="19050" y="217170"/>
                  </a:lnTo>
                  <a:lnTo>
                    <a:pt x="57150" y="217170"/>
                  </a:lnTo>
                  <a:lnTo>
                    <a:pt x="76200" y="217170"/>
                  </a:lnTo>
                  <a:lnTo>
                    <a:pt x="76200" y="160020"/>
                  </a:lnTo>
                  <a:close/>
                </a:path>
                <a:path w="78104" h="217170">
                  <a:moveTo>
                    <a:pt x="77724" y="0"/>
                  </a:moveTo>
                  <a:lnTo>
                    <a:pt x="58674" y="0"/>
                  </a:lnTo>
                  <a:lnTo>
                    <a:pt x="20574" y="0"/>
                  </a:lnTo>
                  <a:lnTo>
                    <a:pt x="1524" y="0"/>
                  </a:lnTo>
                  <a:lnTo>
                    <a:pt x="1524" y="57150"/>
                  </a:lnTo>
                  <a:lnTo>
                    <a:pt x="20574" y="57150"/>
                  </a:lnTo>
                  <a:lnTo>
                    <a:pt x="58674" y="57150"/>
                  </a:lnTo>
                  <a:lnTo>
                    <a:pt x="77724" y="57150"/>
                  </a:lnTo>
                  <a:lnTo>
                    <a:pt x="777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40430" y="3665981"/>
              <a:ext cx="108203" cy="731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416552" y="3592829"/>
              <a:ext cx="237490" cy="217170"/>
            </a:xfrm>
            <a:custGeom>
              <a:avLst/>
              <a:gdLst/>
              <a:ahLst/>
              <a:cxnLst/>
              <a:rect l="l" t="t" r="r" b="b"/>
              <a:pathLst>
                <a:path w="237489" h="217170">
                  <a:moveTo>
                    <a:pt x="57150" y="160020"/>
                  </a:moveTo>
                  <a:lnTo>
                    <a:pt x="0" y="160020"/>
                  </a:lnTo>
                  <a:lnTo>
                    <a:pt x="0" y="217170"/>
                  </a:lnTo>
                  <a:lnTo>
                    <a:pt x="57150" y="217170"/>
                  </a:lnTo>
                  <a:lnTo>
                    <a:pt x="57150" y="160020"/>
                  </a:lnTo>
                  <a:close/>
                </a:path>
                <a:path w="237489" h="217170">
                  <a:moveTo>
                    <a:pt x="571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57150" y="57150"/>
                  </a:lnTo>
                  <a:lnTo>
                    <a:pt x="57150" y="0"/>
                  </a:lnTo>
                  <a:close/>
                </a:path>
                <a:path w="237489" h="217170">
                  <a:moveTo>
                    <a:pt x="236982" y="160020"/>
                  </a:moveTo>
                  <a:lnTo>
                    <a:pt x="179832" y="160020"/>
                  </a:lnTo>
                  <a:lnTo>
                    <a:pt x="179832" y="217170"/>
                  </a:lnTo>
                  <a:lnTo>
                    <a:pt x="236982" y="217170"/>
                  </a:lnTo>
                  <a:lnTo>
                    <a:pt x="236982" y="160020"/>
                  </a:lnTo>
                  <a:close/>
                </a:path>
                <a:path w="237489" h="217170">
                  <a:moveTo>
                    <a:pt x="236982" y="0"/>
                  </a:moveTo>
                  <a:lnTo>
                    <a:pt x="179832" y="0"/>
                  </a:lnTo>
                  <a:lnTo>
                    <a:pt x="179832" y="57150"/>
                  </a:lnTo>
                  <a:lnTo>
                    <a:pt x="236982" y="57150"/>
                  </a:lnTo>
                  <a:lnTo>
                    <a:pt x="236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96205" y="3664458"/>
              <a:ext cx="108203" cy="7315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88230" y="3339083"/>
              <a:ext cx="350520" cy="292100"/>
            </a:xfrm>
            <a:custGeom>
              <a:avLst/>
              <a:gdLst/>
              <a:ahLst/>
              <a:cxnLst/>
              <a:rect l="l" t="t" r="r" b="b"/>
              <a:pathLst>
                <a:path w="350520" h="292100">
                  <a:moveTo>
                    <a:pt x="57150" y="85344"/>
                  </a:moveTo>
                  <a:lnTo>
                    <a:pt x="0" y="85344"/>
                  </a:lnTo>
                  <a:lnTo>
                    <a:pt x="0" y="142494"/>
                  </a:lnTo>
                  <a:lnTo>
                    <a:pt x="57150" y="142494"/>
                  </a:lnTo>
                  <a:lnTo>
                    <a:pt x="57150" y="85344"/>
                  </a:lnTo>
                  <a:close/>
                </a:path>
                <a:path w="350520" h="292100">
                  <a:moveTo>
                    <a:pt x="174498" y="234696"/>
                  </a:moveTo>
                  <a:lnTo>
                    <a:pt x="117348" y="234696"/>
                  </a:lnTo>
                  <a:lnTo>
                    <a:pt x="117348" y="291846"/>
                  </a:lnTo>
                  <a:lnTo>
                    <a:pt x="174498" y="291846"/>
                  </a:lnTo>
                  <a:lnTo>
                    <a:pt x="174498" y="234696"/>
                  </a:lnTo>
                  <a:close/>
                </a:path>
                <a:path w="350520" h="292100">
                  <a:moveTo>
                    <a:pt x="233172" y="0"/>
                  </a:moveTo>
                  <a:lnTo>
                    <a:pt x="176022" y="0"/>
                  </a:lnTo>
                  <a:lnTo>
                    <a:pt x="176022" y="57150"/>
                  </a:lnTo>
                  <a:lnTo>
                    <a:pt x="233172" y="57150"/>
                  </a:lnTo>
                  <a:lnTo>
                    <a:pt x="233172" y="0"/>
                  </a:lnTo>
                  <a:close/>
                </a:path>
                <a:path w="350520" h="292100">
                  <a:moveTo>
                    <a:pt x="350520" y="149352"/>
                  </a:moveTo>
                  <a:lnTo>
                    <a:pt x="293370" y="149352"/>
                  </a:lnTo>
                  <a:lnTo>
                    <a:pt x="293370" y="206502"/>
                  </a:lnTo>
                  <a:lnTo>
                    <a:pt x="350520" y="206502"/>
                  </a:lnTo>
                  <a:lnTo>
                    <a:pt x="350520" y="1493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29605" y="3375660"/>
              <a:ext cx="112775" cy="7238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885182" y="3768851"/>
              <a:ext cx="443230" cy="325755"/>
            </a:xfrm>
            <a:custGeom>
              <a:avLst/>
              <a:gdLst/>
              <a:ahLst/>
              <a:cxnLst/>
              <a:rect l="l" t="t" r="r" b="b"/>
              <a:pathLst>
                <a:path w="443229" h="325754">
                  <a:moveTo>
                    <a:pt x="57150" y="149352"/>
                  </a:moveTo>
                  <a:lnTo>
                    <a:pt x="0" y="149352"/>
                  </a:lnTo>
                  <a:lnTo>
                    <a:pt x="0" y="206502"/>
                  </a:lnTo>
                  <a:lnTo>
                    <a:pt x="57150" y="206502"/>
                  </a:lnTo>
                  <a:lnTo>
                    <a:pt x="57150" y="149352"/>
                  </a:lnTo>
                  <a:close/>
                </a:path>
                <a:path w="443229" h="325754">
                  <a:moveTo>
                    <a:pt x="172974" y="0"/>
                  </a:moveTo>
                  <a:lnTo>
                    <a:pt x="115824" y="0"/>
                  </a:lnTo>
                  <a:lnTo>
                    <a:pt x="115824" y="57150"/>
                  </a:lnTo>
                  <a:lnTo>
                    <a:pt x="172974" y="57150"/>
                  </a:lnTo>
                  <a:lnTo>
                    <a:pt x="172974" y="0"/>
                  </a:lnTo>
                  <a:close/>
                </a:path>
                <a:path w="443229" h="325754">
                  <a:moveTo>
                    <a:pt x="328422" y="268224"/>
                  </a:moveTo>
                  <a:lnTo>
                    <a:pt x="271272" y="268224"/>
                  </a:lnTo>
                  <a:lnTo>
                    <a:pt x="271272" y="325374"/>
                  </a:lnTo>
                  <a:lnTo>
                    <a:pt x="328422" y="325374"/>
                  </a:lnTo>
                  <a:lnTo>
                    <a:pt x="328422" y="268224"/>
                  </a:lnTo>
                  <a:close/>
                </a:path>
                <a:path w="443229" h="325754">
                  <a:moveTo>
                    <a:pt x="442722" y="117348"/>
                  </a:moveTo>
                  <a:lnTo>
                    <a:pt x="385572" y="117348"/>
                  </a:lnTo>
                  <a:lnTo>
                    <a:pt x="385572" y="174498"/>
                  </a:lnTo>
                  <a:lnTo>
                    <a:pt x="442722" y="174498"/>
                  </a:lnTo>
                  <a:lnTo>
                    <a:pt x="442722" y="1173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99709" y="3976115"/>
              <a:ext cx="114300" cy="7238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448806" y="3343655"/>
              <a:ext cx="302260" cy="285750"/>
            </a:xfrm>
            <a:custGeom>
              <a:avLst/>
              <a:gdLst/>
              <a:ahLst/>
              <a:cxnLst/>
              <a:rect l="l" t="t" r="r" b="b"/>
              <a:pathLst>
                <a:path w="302259" h="285750">
                  <a:moveTo>
                    <a:pt x="57150" y="144780"/>
                  </a:moveTo>
                  <a:lnTo>
                    <a:pt x="0" y="144780"/>
                  </a:lnTo>
                  <a:lnTo>
                    <a:pt x="0" y="201930"/>
                  </a:lnTo>
                  <a:lnTo>
                    <a:pt x="57150" y="201930"/>
                  </a:lnTo>
                  <a:lnTo>
                    <a:pt x="57150" y="144780"/>
                  </a:lnTo>
                  <a:close/>
                </a:path>
                <a:path w="302259" h="285750">
                  <a:moveTo>
                    <a:pt x="179070" y="228600"/>
                  </a:moveTo>
                  <a:lnTo>
                    <a:pt x="121920" y="228600"/>
                  </a:lnTo>
                  <a:lnTo>
                    <a:pt x="121920" y="285750"/>
                  </a:lnTo>
                  <a:lnTo>
                    <a:pt x="179070" y="285750"/>
                  </a:lnTo>
                  <a:lnTo>
                    <a:pt x="179070" y="228600"/>
                  </a:lnTo>
                  <a:close/>
                </a:path>
                <a:path w="302259" h="285750">
                  <a:moveTo>
                    <a:pt x="193548" y="0"/>
                  </a:moveTo>
                  <a:lnTo>
                    <a:pt x="136398" y="0"/>
                  </a:lnTo>
                  <a:lnTo>
                    <a:pt x="136398" y="57150"/>
                  </a:lnTo>
                  <a:lnTo>
                    <a:pt x="193548" y="57150"/>
                  </a:lnTo>
                  <a:lnTo>
                    <a:pt x="193548" y="0"/>
                  </a:lnTo>
                  <a:close/>
                </a:path>
                <a:path w="302259" h="285750">
                  <a:moveTo>
                    <a:pt x="301752" y="79248"/>
                  </a:moveTo>
                  <a:lnTo>
                    <a:pt x="244602" y="79248"/>
                  </a:lnTo>
                  <a:lnTo>
                    <a:pt x="244602" y="136398"/>
                  </a:lnTo>
                  <a:lnTo>
                    <a:pt x="301752" y="136398"/>
                  </a:lnTo>
                  <a:lnTo>
                    <a:pt x="301752" y="792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20078" y="3509010"/>
              <a:ext cx="112775" cy="792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377178" y="3777233"/>
              <a:ext cx="384175" cy="307975"/>
            </a:xfrm>
            <a:custGeom>
              <a:avLst/>
              <a:gdLst/>
              <a:ahLst/>
              <a:cxnLst/>
              <a:rect l="l" t="t" r="r" b="b"/>
              <a:pathLst>
                <a:path w="384175" h="307975">
                  <a:moveTo>
                    <a:pt x="57150" y="104394"/>
                  </a:moveTo>
                  <a:lnTo>
                    <a:pt x="0" y="104394"/>
                  </a:lnTo>
                  <a:lnTo>
                    <a:pt x="0" y="161544"/>
                  </a:lnTo>
                  <a:lnTo>
                    <a:pt x="57150" y="161544"/>
                  </a:lnTo>
                  <a:lnTo>
                    <a:pt x="57150" y="104394"/>
                  </a:lnTo>
                  <a:close/>
                </a:path>
                <a:path w="384175" h="307975">
                  <a:moveTo>
                    <a:pt x="187452" y="250698"/>
                  </a:moveTo>
                  <a:lnTo>
                    <a:pt x="130302" y="250698"/>
                  </a:lnTo>
                  <a:lnTo>
                    <a:pt x="130302" y="307848"/>
                  </a:lnTo>
                  <a:lnTo>
                    <a:pt x="187452" y="307848"/>
                  </a:lnTo>
                  <a:lnTo>
                    <a:pt x="187452" y="250698"/>
                  </a:lnTo>
                  <a:close/>
                </a:path>
                <a:path w="384175" h="307975">
                  <a:moveTo>
                    <a:pt x="254508" y="0"/>
                  </a:moveTo>
                  <a:lnTo>
                    <a:pt x="197358" y="0"/>
                  </a:lnTo>
                  <a:lnTo>
                    <a:pt x="197358" y="57150"/>
                  </a:lnTo>
                  <a:lnTo>
                    <a:pt x="254508" y="57150"/>
                  </a:lnTo>
                  <a:lnTo>
                    <a:pt x="254508" y="0"/>
                  </a:lnTo>
                  <a:close/>
                </a:path>
                <a:path w="384175" h="307975">
                  <a:moveTo>
                    <a:pt x="384048" y="145542"/>
                  </a:moveTo>
                  <a:lnTo>
                    <a:pt x="326898" y="145542"/>
                  </a:lnTo>
                  <a:lnTo>
                    <a:pt x="326898" y="202692"/>
                  </a:lnTo>
                  <a:lnTo>
                    <a:pt x="384048" y="202692"/>
                  </a:lnTo>
                  <a:lnTo>
                    <a:pt x="384048" y="1455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20078" y="3813809"/>
              <a:ext cx="112775" cy="7696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982206" y="3592829"/>
              <a:ext cx="274320" cy="215900"/>
            </a:xfrm>
            <a:custGeom>
              <a:avLst/>
              <a:gdLst/>
              <a:ahLst/>
              <a:cxnLst/>
              <a:rect l="l" t="t" r="r" b="b"/>
              <a:pathLst>
                <a:path w="274320" h="215900">
                  <a:moveTo>
                    <a:pt x="57150" y="158496"/>
                  </a:moveTo>
                  <a:lnTo>
                    <a:pt x="0" y="158496"/>
                  </a:lnTo>
                  <a:lnTo>
                    <a:pt x="0" y="215646"/>
                  </a:lnTo>
                  <a:lnTo>
                    <a:pt x="57150" y="215646"/>
                  </a:lnTo>
                  <a:lnTo>
                    <a:pt x="57150" y="158496"/>
                  </a:lnTo>
                  <a:close/>
                </a:path>
                <a:path w="274320" h="215900">
                  <a:moveTo>
                    <a:pt x="571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57150" y="57150"/>
                  </a:lnTo>
                  <a:lnTo>
                    <a:pt x="57150" y="0"/>
                  </a:lnTo>
                  <a:close/>
                </a:path>
                <a:path w="274320" h="215900">
                  <a:moveTo>
                    <a:pt x="274320" y="158496"/>
                  </a:moveTo>
                  <a:lnTo>
                    <a:pt x="217170" y="158496"/>
                  </a:lnTo>
                  <a:lnTo>
                    <a:pt x="217170" y="215646"/>
                  </a:lnTo>
                  <a:lnTo>
                    <a:pt x="274320" y="215646"/>
                  </a:lnTo>
                  <a:lnTo>
                    <a:pt x="274320" y="158496"/>
                  </a:lnTo>
                  <a:close/>
                </a:path>
                <a:path w="274320" h="215900">
                  <a:moveTo>
                    <a:pt x="274320" y="0"/>
                  </a:moveTo>
                  <a:lnTo>
                    <a:pt x="217170" y="0"/>
                  </a:lnTo>
                  <a:lnTo>
                    <a:pt x="217170" y="57150"/>
                  </a:lnTo>
                  <a:lnTo>
                    <a:pt x="274320" y="5715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299959" y="3664458"/>
              <a:ext cx="109220" cy="73660"/>
            </a:xfrm>
            <a:custGeom>
              <a:avLst/>
              <a:gdLst/>
              <a:ahLst/>
              <a:cxnLst/>
              <a:rect l="l" t="t" r="r" b="b"/>
              <a:pathLst>
                <a:path w="109220" h="73660">
                  <a:moveTo>
                    <a:pt x="108965" y="36576"/>
                  </a:moveTo>
                  <a:lnTo>
                    <a:pt x="108203" y="35052"/>
                  </a:lnTo>
                  <a:lnTo>
                    <a:pt x="1523" y="0"/>
                  </a:lnTo>
                  <a:lnTo>
                    <a:pt x="0" y="762"/>
                  </a:lnTo>
                  <a:lnTo>
                    <a:pt x="761" y="3048"/>
                  </a:lnTo>
                  <a:lnTo>
                    <a:pt x="102803" y="36576"/>
                  </a:lnTo>
                  <a:lnTo>
                    <a:pt x="107441" y="35052"/>
                  </a:lnTo>
                  <a:lnTo>
                    <a:pt x="107441" y="38350"/>
                  </a:lnTo>
                  <a:lnTo>
                    <a:pt x="108203" y="38100"/>
                  </a:lnTo>
                  <a:lnTo>
                    <a:pt x="108965" y="36576"/>
                  </a:lnTo>
                  <a:close/>
                </a:path>
                <a:path w="109220" h="73660">
                  <a:moveTo>
                    <a:pt x="107441" y="38350"/>
                  </a:moveTo>
                  <a:lnTo>
                    <a:pt x="107441" y="38100"/>
                  </a:lnTo>
                  <a:lnTo>
                    <a:pt x="102803" y="36576"/>
                  </a:lnTo>
                  <a:lnTo>
                    <a:pt x="761" y="70104"/>
                  </a:lnTo>
                  <a:lnTo>
                    <a:pt x="0" y="71628"/>
                  </a:lnTo>
                  <a:lnTo>
                    <a:pt x="1523" y="73152"/>
                  </a:lnTo>
                  <a:lnTo>
                    <a:pt x="107441" y="38350"/>
                  </a:lnTo>
                  <a:close/>
                </a:path>
                <a:path w="109220" h="73660">
                  <a:moveTo>
                    <a:pt x="107441" y="38100"/>
                  </a:moveTo>
                  <a:lnTo>
                    <a:pt x="107441" y="35052"/>
                  </a:lnTo>
                  <a:lnTo>
                    <a:pt x="102803" y="36576"/>
                  </a:lnTo>
                  <a:lnTo>
                    <a:pt x="10744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54736" y="2608326"/>
              <a:ext cx="1066800" cy="386715"/>
            </a:xfrm>
            <a:custGeom>
              <a:avLst/>
              <a:gdLst/>
              <a:ahLst/>
              <a:cxnLst/>
              <a:rect l="l" t="t" r="r" b="b"/>
              <a:pathLst>
                <a:path w="1066800" h="386714">
                  <a:moveTo>
                    <a:pt x="1066800" y="386334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6334"/>
                  </a:lnTo>
                  <a:lnTo>
                    <a:pt x="1066800" y="3863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52450" y="2606802"/>
              <a:ext cx="1070610" cy="389890"/>
            </a:xfrm>
            <a:custGeom>
              <a:avLst/>
              <a:gdLst/>
              <a:ahLst/>
              <a:cxnLst/>
              <a:rect l="l" t="t" r="r" b="b"/>
              <a:pathLst>
                <a:path w="1070610" h="389889">
                  <a:moveTo>
                    <a:pt x="1070610" y="387858"/>
                  </a:moveTo>
                  <a:lnTo>
                    <a:pt x="1070610" y="1523"/>
                  </a:lnTo>
                  <a:lnTo>
                    <a:pt x="1069086" y="0"/>
                  </a:lnTo>
                  <a:lnTo>
                    <a:pt x="2286" y="0"/>
                  </a:lnTo>
                  <a:lnTo>
                    <a:pt x="0" y="1524"/>
                  </a:lnTo>
                  <a:lnTo>
                    <a:pt x="0" y="387858"/>
                  </a:lnTo>
                  <a:lnTo>
                    <a:pt x="2286" y="389382"/>
                  </a:lnTo>
                  <a:lnTo>
                    <a:pt x="2286" y="3048"/>
                  </a:lnTo>
                  <a:lnTo>
                    <a:pt x="3809" y="1524"/>
                  </a:lnTo>
                  <a:lnTo>
                    <a:pt x="3809" y="3048"/>
                  </a:lnTo>
                  <a:lnTo>
                    <a:pt x="1066800" y="3047"/>
                  </a:lnTo>
                  <a:lnTo>
                    <a:pt x="1066800" y="1523"/>
                  </a:lnTo>
                  <a:lnTo>
                    <a:pt x="1069086" y="3047"/>
                  </a:lnTo>
                  <a:lnTo>
                    <a:pt x="1069086" y="389382"/>
                  </a:lnTo>
                  <a:lnTo>
                    <a:pt x="1070610" y="387858"/>
                  </a:lnTo>
                  <a:close/>
                </a:path>
                <a:path w="1070610" h="389889">
                  <a:moveTo>
                    <a:pt x="3809" y="3048"/>
                  </a:moveTo>
                  <a:lnTo>
                    <a:pt x="3809" y="1524"/>
                  </a:lnTo>
                  <a:lnTo>
                    <a:pt x="2286" y="3048"/>
                  </a:lnTo>
                  <a:lnTo>
                    <a:pt x="3809" y="3048"/>
                  </a:lnTo>
                  <a:close/>
                </a:path>
                <a:path w="1070610" h="389889">
                  <a:moveTo>
                    <a:pt x="3809" y="386334"/>
                  </a:moveTo>
                  <a:lnTo>
                    <a:pt x="3809" y="3048"/>
                  </a:lnTo>
                  <a:lnTo>
                    <a:pt x="2286" y="3048"/>
                  </a:lnTo>
                  <a:lnTo>
                    <a:pt x="2286" y="386334"/>
                  </a:lnTo>
                  <a:lnTo>
                    <a:pt x="3809" y="386334"/>
                  </a:lnTo>
                  <a:close/>
                </a:path>
                <a:path w="1070610" h="389889">
                  <a:moveTo>
                    <a:pt x="1069086" y="386334"/>
                  </a:moveTo>
                  <a:lnTo>
                    <a:pt x="2286" y="386334"/>
                  </a:lnTo>
                  <a:lnTo>
                    <a:pt x="3809" y="387857"/>
                  </a:lnTo>
                  <a:lnTo>
                    <a:pt x="3809" y="389382"/>
                  </a:lnTo>
                  <a:lnTo>
                    <a:pt x="1066800" y="389382"/>
                  </a:lnTo>
                  <a:lnTo>
                    <a:pt x="1066800" y="387858"/>
                  </a:lnTo>
                  <a:lnTo>
                    <a:pt x="1069086" y="386334"/>
                  </a:lnTo>
                  <a:close/>
                </a:path>
                <a:path w="1070610" h="389889">
                  <a:moveTo>
                    <a:pt x="3809" y="389382"/>
                  </a:moveTo>
                  <a:lnTo>
                    <a:pt x="3809" y="387857"/>
                  </a:lnTo>
                  <a:lnTo>
                    <a:pt x="2286" y="386334"/>
                  </a:lnTo>
                  <a:lnTo>
                    <a:pt x="2286" y="389382"/>
                  </a:lnTo>
                  <a:lnTo>
                    <a:pt x="3809" y="389382"/>
                  </a:lnTo>
                  <a:close/>
                </a:path>
                <a:path w="1070610" h="389889">
                  <a:moveTo>
                    <a:pt x="1069086" y="3047"/>
                  </a:moveTo>
                  <a:lnTo>
                    <a:pt x="1066800" y="1523"/>
                  </a:lnTo>
                  <a:lnTo>
                    <a:pt x="1066800" y="3047"/>
                  </a:lnTo>
                  <a:lnTo>
                    <a:pt x="1069086" y="3047"/>
                  </a:lnTo>
                  <a:close/>
                </a:path>
                <a:path w="1070610" h="389889">
                  <a:moveTo>
                    <a:pt x="1069086" y="386334"/>
                  </a:moveTo>
                  <a:lnTo>
                    <a:pt x="1069086" y="3047"/>
                  </a:lnTo>
                  <a:lnTo>
                    <a:pt x="1066800" y="3047"/>
                  </a:lnTo>
                  <a:lnTo>
                    <a:pt x="1066800" y="386334"/>
                  </a:lnTo>
                  <a:lnTo>
                    <a:pt x="1069086" y="386334"/>
                  </a:lnTo>
                  <a:close/>
                </a:path>
                <a:path w="1070610" h="389889">
                  <a:moveTo>
                    <a:pt x="1069086" y="389382"/>
                  </a:moveTo>
                  <a:lnTo>
                    <a:pt x="1069086" y="386334"/>
                  </a:lnTo>
                  <a:lnTo>
                    <a:pt x="1066800" y="387858"/>
                  </a:lnTo>
                  <a:lnTo>
                    <a:pt x="1066800" y="389382"/>
                  </a:lnTo>
                  <a:lnTo>
                    <a:pt x="1069086" y="389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67333" y="2678429"/>
            <a:ext cx="644525" cy="24511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910"/>
              </a:lnSpc>
            </a:pPr>
            <a:r>
              <a:rPr dirty="0" sz="800" spc="-5">
                <a:latin typeface="Arial MT"/>
                <a:cs typeface="Arial MT"/>
              </a:rPr>
              <a:t>coldDi</a:t>
            </a:r>
            <a:r>
              <a:rPr dirty="0" sz="800" spc="-10">
                <a:latin typeface="Arial MT"/>
                <a:cs typeface="Arial MT"/>
              </a:rPr>
              <a:t>r</a:t>
            </a:r>
            <a:r>
              <a:rPr dirty="0" sz="800" spc="-5">
                <a:latin typeface="Arial MT"/>
                <a:cs typeface="Arial MT"/>
              </a:rPr>
              <a:t>t</a:t>
            </a:r>
            <a:r>
              <a:rPr dirty="0" sz="800" spc="30">
                <a:latin typeface="Arial MT"/>
                <a:cs typeface="Arial MT"/>
              </a:rPr>
              <a:t>y</a:t>
            </a:r>
            <a:r>
              <a:rPr dirty="0" sz="800">
                <a:latin typeface="Arial MT"/>
                <a:cs typeface="Arial MT"/>
              </a:rPr>
              <a:t>:</a:t>
            </a:r>
            <a:r>
              <a:rPr dirty="0" sz="800" spc="15">
                <a:latin typeface="Arial MT"/>
                <a:cs typeface="Arial MT"/>
              </a:rPr>
              <a:t>H</a:t>
            </a:r>
            <a:r>
              <a:rPr dirty="0" sz="800">
                <a:latin typeface="Arial MT"/>
                <a:cs typeface="Arial MT"/>
              </a:rPr>
              <a:t>2</a:t>
            </a:r>
            <a:r>
              <a:rPr dirty="0" sz="800" spc="-5">
                <a:latin typeface="Arial MT"/>
                <a:cs typeface="Arial MT"/>
              </a:rPr>
              <a:t>O</a:t>
            </a:r>
            <a:endParaRPr sz="800">
              <a:latin typeface="Arial MT"/>
              <a:cs typeface="Arial MT"/>
            </a:endParaRPr>
          </a:p>
          <a:p>
            <a:pPr algn="ctr" marL="4445" marR="3175">
              <a:lnSpc>
                <a:spcPct val="100000"/>
              </a:lnSpc>
              <a:spcBef>
                <a:spcPts val="15"/>
              </a:spcBef>
            </a:pPr>
            <a:r>
              <a:rPr dirty="0" sz="800" spc="-5">
                <a:latin typeface="Arial MT"/>
                <a:cs typeface="Arial MT"/>
              </a:rPr>
              <a:t>[liquid]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753105" y="2840736"/>
            <a:ext cx="1069975" cy="347980"/>
            <a:chOff x="2753105" y="2840736"/>
            <a:chExt cx="1069975" cy="347980"/>
          </a:xfrm>
        </p:grpSpPr>
        <p:sp>
          <p:nvSpPr>
            <p:cNvPr id="36" name="object 36"/>
            <p:cNvSpPr/>
            <p:nvPr/>
          </p:nvSpPr>
          <p:spPr>
            <a:xfrm>
              <a:off x="2754629" y="2842260"/>
              <a:ext cx="1066800" cy="344805"/>
            </a:xfrm>
            <a:custGeom>
              <a:avLst/>
              <a:gdLst/>
              <a:ahLst/>
              <a:cxnLst/>
              <a:rect l="l" t="t" r="r" b="b"/>
              <a:pathLst>
                <a:path w="1066800" h="344805">
                  <a:moveTo>
                    <a:pt x="1066799" y="344424"/>
                  </a:moveTo>
                  <a:lnTo>
                    <a:pt x="1066799" y="0"/>
                  </a:lnTo>
                  <a:lnTo>
                    <a:pt x="0" y="0"/>
                  </a:lnTo>
                  <a:lnTo>
                    <a:pt x="0" y="344424"/>
                  </a:lnTo>
                  <a:lnTo>
                    <a:pt x="1066799" y="344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753105" y="2840736"/>
              <a:ext cx="1069975" cy="347980"/>
            </a:xfrm>
            <a:custGeom>
              <a:avLst/>
              <a:gdLst/>
              <a:ahLst/>
              <a:cxnLst/>
              <a:rect l="l" t="t" r="r" b="b"/>
              <a:pathLst>
                <a:path w="1069975" h="347980">
                  <a:moveTo>
                    <a:pt x="1069848" y="345948"/>
                  </a:moveTo>
                  <a:lnTo>
                    <a:pt x="1069848" y="1523"/>
                  </a:lnTo>
                  <a:lnTo>
                    <a:pt x="1068324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45948"/>
                  </a:lnTo>
                  <a:lnTo>
                    <a:pt x="1524" y="347472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1066800" y="3047"/>
                  </a:lnTo>
                  <a:lnTo>
                    <a:pt x="1066800" y="1523"/>
                  </a:lnTo>
                  <a:lnTo>
                    <a:pt x="1068324" y="3047"/>
                  </a:lnTo>
                  <a:lnTo>
                    <a:pt x="1068324" y="347472"/>
                  </a:lnTo>
                  <a:lnTo>
                    <a:pt x="1069848" y="345948"/>
                  </a:lnTo>
                  <a:close/>
                </a:path>
                <a:path w="1069975" h="347980">
                  <a:moveTo>
                    <a:pt x="3047" y="3048"/>
                  </a:moveTo>
                  <a:lnTo>
                    <a:pt x="3047" y="1524"/>
                  </a:lnTo>
                  <a:lnTo>
                    <a:pt x="1524" y="3048"/>
                  </a:lnTo>
                  <a:lnTo>
                    <a:pt x="3047" y="3048"/>
                  </a:lnTo>
                  <a:close/>
                </a:path>
                <a:path w="1069975" h="347980">
                  <a:moveTo>
                    <a:pt x="3047" y="344424"/>
                  </a:moveTo>
                  <a:lnTo>
                    <a:pt x="3047" y="3048"/>
                  </a:lnTo>
                  <a:lnTo>
                    <a:pt x="1524" y="3048"/>
                  </a:lnTo>
                  <a:lnTo>
                    <a:pt x="1524" y="344424"/>
                  </a:lnTo>
                  <a:lnTo>
                    <a:pt x="3047" y="344424"/>
                  </a:lnTo>
                  <a:close/>
                </a:path>
                <a:path w="1069975" h="347980">
                  <a:moveTo>
                    <a:pt x="1068324" y="344424"/>
                  </a:moveTo>
                  <a:lnTo>
                    <a:pt x="1524" y="344424"/>
                  </a:lnTo>
                  <a:lnTo>
                    <a:pt x="3047" y="345948"/>
                  </a:lnTo>
                  <a:lnTo>
                    <a:pt x="3047" y="347472"/>
                  </a:lnTo>
                  <a:lnTo>
                    <a:pt x="1066800" y="347472"/>
                  </a:lnTo>
                  <a:lnTo>
                    <a:pt x="1066800" y="345948"/>
                  </a:lnTo>
                  <a:lnTo>
                    <a:pt x="1068324" y="344424"/>
                  </a:lnTo>
                  <a:close/>
                </a:path>
                <a:path w="1069975" h="347980">
                  <a:moveTo>
                    <a:pt x="3047" y="347472"/>
                  </a:moveTo>
                  <a:lnTo>
                    <a:pt x="3047" y="345948"/>
                  </a:lnTo>
                  <a:lnTo>
                    <a:pt x="1524" y="344424"/>
                  </a:lnTo>
                  <a:lnTo>
                    <a:pt x="1524" y="347472"/>
                  </a:lnTo>
                  <a:lnTo>
                    <a:pt x="3047" y="347472"/>
                  </a:lnTo>
                  <a:close/>
                </a:path>
                <a:path w="1069975" h="347980">
                  <a:moveTo>
                    <a:pt x="1068324" y="3047"/>
                  </a:moveTo>
                  <a:lnTo>
                    <a:pt x="1066800" y="1523"/>
                  </a:lnTo>
                  <a:lnTo>
                    <a:pt x="1066800" y="3047"/>
                  </a:lnTo>
                  <a:lnTo>
                    <a:pt x="1068324" y="3047"/>
                  </a:lnTo>
                  <a:close/>
                </a:path>
                <a:path w="1069975" h="347980">
                  <a:moveTo>
                    <a:pt x="1068324" y="344424"/>
                  </a:moveTo>
                  <a:lnTo>
                    <a:pt x="1068324" y="3047"/>
                  </a:lnTo>
                  <a:lnTo>
                    <a:pt x="1066800" y="3047"/>
                  </a:lnTo>
                  <a:lnTo>
                    <a:pt x="1066800" y="344424"/>
                  </a:lnTo>
                  <a:lnTo>
                    <a:pt x="1068324" y="344424"/>
                  </a:lnTo>
                  <a:close/>
                </a:path>
                <a:path w="1069975" h="347980">
                  <a:moveTo>
                    <a:pt x="1068324" y="347472"/>
                  </a:moveTo>
                  <a:lnTo>
                    <a:pt x="1068324" y="344424"/>
                  </a:lnTo>
                  <a:lnTo>
                    <a:pt x="1066800" y="345948"/>
                  </a:lnTo>
                  <a:lnTo>
                    <a:pt x="1066800" y="347472"/>
                  </a:lnTo>
                  <a:lnTo>
                    <a:pt x="1068324" y="347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989325" y="2892552"/>
              <a:ext cx="588010" cy="243204"/>
            </a:xfrm>
            <a:custGeom>
              <a:avLst/>
              <a:gdLst/>
              <a:ahLst/>
              <a:cxnLst/>
              <a:rect l="l" t="t" r="r" b="b"/>
              <a:pathLst>
                <a:path w="588010" h="243205">
                  <a:moveTo>
                    <a:pt x="587501" y="243077"/>
                  </a:moveTo>
                  <a:lnTo>
                    <a:pt x="587501" y="0"/>
                  </a:lnTo>
                  <a:lnTo>
                    <a:pt x="0" y="0"/>
                  </a:lnTo>
                  <a:lnTo>
                    <a:pt x="0" y="243077"/>
                  </a:lnTo>
                  <a:lnTo>
                    <a:pt x="587501" y="243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2754629" y="2842260"/>
            <a:ext cx="1066800" cy="34480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383540" marR="234315" indent="-143510">
              <a:lnSpc>
                <a:spcPct val="101899"/>
              </a:lnSpc>
              <a:spcBef>
                <a:spcPts val="290"/>
              </a:spcBef>
            </a:pPr>
            <a:r>
              <a:rPr dirty="0" sz="800" spc="-5">
                <a:latin typeface="Arial MT"/>
                <a:cs typeface="Arial MT"/>
              </a:rPr>
              <a:t>hotDirt</a:t>
            </a:r>
            <a:r>
              <a:rPr dirty="0" sz="800" spc="20">
                <a:latin typeface="Arial MT"/>
                <a:cs typeface="Arial MT"/>
              </a:rPr>
              <a:t>y</a:t>
            </a: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55">
                <a:latin typeface="Arial MT"/>
                <a:cs typeface="Arial MT"/>
              </a:rPr>
              <a:t>H</a:t>
            </a:r>
            <a:r>
              <a:rPr dirty="0" sz="800">
                <a:latin typeface="Arial MT"/>
                <a:cs typeface="Arial MT"/>
              </a:rPr>
              <a:t>2</a:t>
            </a:r>
            <a:r>
              <a:rPr dirty="0" sz="800" spc="-5">
                <a:latin typeface="Arial MT"/>
                <a:cs typeface="Arial MT"/>
              </a:rPr>
              <a:t>O  </a:t>
            </a:r>
            <a:r>
              <a:rPr dirty="0" sz="800" spc="-5">
                <a:latin typeface="Arial MT"/>
                <a:cs typeface="Arial MT"/>
              </a:rPr>
              <a:t>[liquid]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038600" y="2440686"/>
            <a:ext cx="1070610" cy="347980"/>
            <a:chOff x="4038600" y="2440686"/>
            <a:chExt cx="1070610" cy="347980"/>
          </a:xfrm>
        </p:grpSpPr>
        <p:sp>
          <p:nvSpPr>
            <p:cNvPr id="41" name="object 41"/>
            <p:cNvSpPr/>
            <p:nvPr/>
          </p:nvSpPr>
          <p:spPr>
            <a:xfrm>
              <a:off x="4040886" y="2442210"/>
              <a:ext cx="1066800" cy="344805"/>
            </a:xfrm>
            <a:custGeom>
              <a:avLst/>
              <a:gdLst/>
              <a:ahLst/>
              <a:cxnLst/>
              <a:rect l="l" t="t" r="r" b="b"/>
              <a:pathLst>
                <a:path w="1066800" h="344805">
                  <a:moveTo>
                    <a:pt x="1066800" y="344424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44424"/>
                  </a:lnTo>
                  <a:lnTo>
                    <a:pt x="1066800" y="344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038600" y="2440686"/>
              <a:ext cx="1070610" cy="347980"/>
            </a:xfrm>
            <a:custGeom>
              <a:avLst/>
              <a:gdLst/>
              <a:ahLst/>
              <a:cxnLst/>
              <a:rect l="l" t="t" r="r" b="b"/>
              <a:pathLst>
                <a:path w="1070610" h="347980">
                  <a:moveTo>
                    <a:pt x="1070610" y="345948"/>
                  </a:moveTo>
                  <a:lnTo>
                    <a:pt x="1070610" y="1523"/>
                  </a:lnTo>
                  <a:lnTo>
                    <a:pt x="1069086" y="0"/>
                  </a:lnTo>
                  <a:lnTo>
                    <a:pt x="2286" y="0"/>
                  </a:lnTo>
                  <a:lnTo>
                    <a:pt x="0" y="1524"/>
                  </a:lnTo>
                  <a:lnTo>
                    <a:pt x="0" y="345948"/>
                  </a:lnTo>
                  <a:lnTo>
                    <a:pt x="2286" y="347472"/>
                  </a:lnTo>
                  <a:lnTo>
                    <a:pt x="2286" y="3048"/>
                  </a:lnTo>
                  <a:lnTo>
                    <a:pt x="3809" y="1524"/>
                  </a:lnTo>
                  <a:lnTo>
                    <a:pt x="3809" y="3048"/>
                  </a:lnTo>
                  <a:lnTo>
                    <a:pt x="1066800" y="3047"/>
                  </a:lnTo>
                  <a:lnTo>
                    <a:pt x="1066800" y="1523"/>
                  </a:lnTo>
                  <a:lnTo>
                    <a:pt x="1069086" y="3047"/>
                  </a:lnTo>
                  <a:lnTo>
                    <a:pt x="1069086" y="347472"/>
                  </a:lnTo>
                  <a:lnTo>
                    <a:pt x="1070610" y="345948"/>
                  </a:lnTo>
                  <a:close/>
                </a:path>
                <a:path w="1070610" h="347980">
                  <a:moveTo>
                    <a:pt x="3809" y="3048"/>
                  </a:moveTo>
                  <a:lnTo>
                    <a:pt x="3809" y="1524"/>
                  </a:lnTo>
                  <a:lnTo>
                    <a:pt x="2286" y="3048"/>
                  </a:lnTo>
                  <a:lnTo>
                    <a:pt x="3809" y="3048"/>
                  </a:lnTo>
                  <a:close/>
                </a:path>
                <a:path w="1070610" h="347980">
                  <a:moveTo>
                    <a:pt x="3809" y="344424"/>
                  </a:moveTo>
                  <a:lnTo>
                    <a:pt x="3809" y="3048"/>
                  </a:lnTo>
                  <a:lnTo>
                    <a:pt x="2286" y="3048"/>
                  </a:lnTo>
                  <a:lnTo>
                    <a:pt x="2286" y="344424"/>
                  </a:lnTo>
                  <a:lnTo>
                    <a:pt x="3809" y="344424"/>
                  </a:lnTo>
                  <a:close/>
                </a:path>
                <a:path w="1070610" h="347980">
                  <a:moveTo>
                    <a:pt x="1069086" y="344424"/>
                  </a:moveTo>
                  <a:lnTo>
                    <a:pt x="2286" y="344424"/>
                  </a:lnTo>
                  <a:lnTo>
                    <a:pt x="3809" y="345948"/>
                  </a:lnTo>
                  <a:lnTo>
                    <a:pt x="3809" y="347472"/>
                  </a:lnTo>
                  <a:lnTo>
                    <a:pt x="1066800" y="347472"/>
                  </a:lnTo>
                  <a:lnTo>
                    <a:pt x="1066800" y="345948"/>
                  </a:lnTo>
                  <a:lnTo>
                    <a:pt x="1069086" y="344424"/>
                  </a:lnTo>
                  <a:close/>
                </a:path>
                <a:path w="1070610" h="347980">
                  <a:moveTo>
                    <a:pt x="3809" y="347472"/>
                  </a:moveTo>
                  <a:lnTo>
                    <a:pt x="3809" y="345948"/>
                  </a:lnTo>
                  <a:lnTo>
                    <a:pt x="2286" y="344424"/>
                  </a:lnTo>
                  <a:lnTo>
                    <a:pt x="2286" y="347472"/>
                  </a:lnTo>
                  <a:lnTo>
                    <a:pt x="3809" y="347472"/>
                  </a:lnTo>
                  <a:close/>
                </a:path>
                <a:path w="1070610" h="347980">
                  <a:moveTo>
                    <a:pt x="1069086" y="3047"/>
                  </a:moveTo>
                  <a:lnTo>
                    <a:pt x="1066800" y="1523"/>
                  </a:lnTo>
                  <a:lnTo>
                    <a:pt x="1066800" y="3047"/>
                  </a:lnTo>
                  <a:lnTo>
                    <a:pt x="1069086" y="3047"/>
                  </a:lnTo>
                  <a:close/>
                </a:path>
                <a:path w="1070610" h="347980">
                  <a:moveTo>
                    <a:pt x="1069086" y="344424"/>
                  </a:moveTo>
                  <a:lnTo>
                    <a:pt x="1069086" y="3047"/>
                  </a:lnTo>
                  <a:lnTo>
                    <a:pt x="1066800" y="3047"/>
                  </a:lnTo>
                  <a:lnTo>
                    <a:pt x="1066800" y="344424"/>
                  </a:lnTo>
                  <a:lnTo>
                    <a:pt x="1069086" y="344424"/>
                  </a:lnTo>
                  <a:close/>
                </a:path>
                <a:path w="1070610" h="347980">
                  <a:moveTo>
                    <a:pt x="1069086" y="347472"/>
                  </a:moveTo>
                  <a:lnTo>
                    <a:pt x="1069086" y="344424"/>
                  </a:lnTo>
                  <a:lnTo>
                    <a:pt x="1066800" y="345948"/>
                  </a:lnTo>
                  <a:lnTo>
                    <a:pt x="1066800" y="347472"/>
                  </a:lnTo>
                  <a:lnTo>
                    <a:pt x="1069086" y="347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312158" y="2492502"/>
              <a:ext cx="514350" cy="243204"/>
            </a:xfrm>
            <a:custGeom>
              <a:avLst/>
              <a:gdLst/>
              <a:ahLst/>
              <a:cxnLst/>
              <a:rect l="l" t="t" r="r" b="b"/>
              <a:pathLst>
                <a:path w="514350" h="243205">
                  <a:moveTo>
                    <a:pt x="514350" y="243077"/>
                  </a:moveTo>
                  <a:lnTo>
                    <a:pt x="514350" y="0"/>
                  </a:lnTo>
                  <a:lnTo>
                    <a:pt x="0" y="0"/>
                  </a:lnTo>
                  <a:lnTo>
                    <a:pt x="0" y="243077"/>
                  </a:lnTo>
                  <a:lnTo>
                    <a:pt x="514350" y="243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4307078" y="2469133"/>
            <a:ext cx="532765" cy="27178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54940" marR="5080" indent="-142875">
              <a:lnSpc>
                <a:spcPct val="101899"/>
              </a:lnSpc>
              <a:spcBef>
                <a:spcPts val="80"/>
              </a:spcBef>
            </a:pPr>
            <a:r>
              <a:rPr dirty="0" sz="800" spc="-5">
                <a:latin typeface="Arial MT"/>
                <a:cs typeface="Arial MT"/>
              </a:rPr>
              <a:t>stea</a:t>
            </a:r>
            <a:r>
              <a:rPr dirty="0" sz="800" spc="-10">
                <a:latin typeface="Arial MT"/>
                <a:cs typeface="Arial MT"/>
              </a:rPr>
              <a:t>m</a:t>
            </a:r>
            <a:r>
              <a:rPr dirty="0" sz="800">
                <a:latin typeface="Arial MT"/>
                <a:cs typeface="Arial MT"/>
              </a:rPr>
              <a:t>:</a:t>
            </a:r>
            <a:r>
              <a:rPr dirty="0" sz="800" spc="-60">
                <a:latin typeface="Arial MT"/>
                <a:cs typeface="Arial MT"/>
              </a:rPr>
              <a:t>H</a:t>
            </a:r>
            <a:r>
              <a:rPr dirty="0" sz="800">
                <a:latin typeface="Arial MT"/>
                <a:cs typeface="Arial MT"/>
              </a:rPr>
              <a:t>2</a:t>
            </a:r>
            <a:r>
              <a:rPr dirty="0" sz="800" spc="-5">
                <a:latin typeface="Arial MT"/>
                <a:cs typeface="Arial MT"/>
              </a:rPr>
              <a:t>O  </a:t>
            </a:r>
            <a:r>
              <a:rPr dirty="0" sz="800" spc="-5">
                <a:latin typeface="Arial MT"/>
                <a:cs typeface="Arial MT"/>
              </a:rPr>
              <a:t>[gas]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496556" y="2260854"/>
            <a:ext cx="1069975" cy="349250"/>
            <a:chOff x="7496556" y="2260854"/>
            <a:chExt cx="1069975" cy="349250"/>
          </a:xfrm>
        </p:grpSpPr>
        <p:sp>
          <p:nvSpPr>
            <p:cNvPr id="46" name="object 46"/>
            <p:cNvSpPr/>
            <p:nvPr/>
          </p:nvSpPr>
          <p:spPr>
            <a:xfrm>
              <a:off x="7498080" y="2262378"/>
              <a:ext cx="1066800" cy="346075"/>
            </a:xfrm>
            <a:custGeom>
              <a:avLst/>
              <a:gdLst/>
              <a:ahLst/>
              <a:cxnLst/>
              <a:rect l="l" t="t" r="r" b="b"/>
              <a:pathLst>
                <a:path w="1066800" h="346075">
                  <a:moveTo>
                    <a:pt x="1066800" y="345948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45948"/>
                  </a:lnTo>
                  <a:lnTo>
                    <a:pt x="1066800" y="345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496556" y="2260854"/>
              <a:ext cx="1069975" cy="349250"/>
            </a:xfrm>
            <a:custGeom>
              <a:avLst/>
              <a:gdLst/>
              <a:ahLst/>
              <a:cxnLst/>
              <a:rect l="l" t="t" r="r" b="b"/>
              <a:pathLst>
                <a:path w="1069975" h="349250">
                  <a:moveTo>
                    <a:pt x="1069848" y="347472"/>
                  </a:moveTo>
                  <a:lnTo>
                    <a:pt x="1069848" y="1523"/>
                  </a:lnTo>
                  <a:lnTo>
                    <a:pt x="1068324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47472"/>
                  </a:lnTo>
                  <a:lnTo>
                    <a:pt x="1524" y="348996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1066800" y="3047"/>
                  </a:lnTo>
                  <a:lnTo>
                    <a:pt x="1066800" y="1523"/>
                  </a:lnTo>
                  <a:lnTo>
                    <a:pt x="1068324" y="3047"/>
                  </a:lnTo>
                  <a:lnTo>
                    <a:pt x="1068324" y="348996"/>
                  </a:lnTo>
                  <a:lnTo>
                    <a:pt x="1069848" y="347472"/>
                  </a:lnTo>
                  <a:close/>
                </a:path>
                <a:path w="1069975" h="349250">
                  <a:moveTo>
                    <a:pt x="3047" y="3048"/>
                  </a:moveTo>
                  <a:lnTo>
                    <a:pt x="3047" y="1524"/>
                  </a:lnTo>
                  <a:lnTo>
                    <a:pt x="1524" y="3048"/>
                  </a:lnTo>
                  <a:lnTo>
                    <a:pt x="3047" y="3048"/>
                  </a:lnTo>
                  <a:close/>
                </a:path>
                <a:path w="1069975" h="349250">
                  <a:moveTo>
                    <a:pt x="3047" y="345948"/>
                  </a:moveTo>
                  <a:lnTo>
                    <a:pt x="3047" y="3048"/>
                  </a:lnTo>
                  <a:lnTo>
                    <a:pt x="1524" y="3048"/>
                  </a:lnTo>
                  <a:lnTo>
                    <a:pt x="1524" y="345948"/>
                  </a:lnTo>
                  <a:lnTo>
                    <a:pt x="3047" y="345948"/>
                  </a:lnTo>
                  <a:close/>
                </a:path>
                <a:path w="1069975" h="349250">
                  <a:moveTo>
                    <a:pt x="1068324" y="345948"/>
                  </a:moveTo>
                  <a:lnTo>
                    <a:pt x="1524" y="345948"/>
                  </a:lnTo>
                  <a:lnTo>
                    <a:pt x="3047" y="347472"/>
                  </a:lnTo>
                  <a:lnTo>
                    <a:pt x="3047" y="348996"/>
                  </a:lnTo>
                  <a:lnTo>
                    <a:pt x="1066800" y="348996"/>
                  </a:lnTo>
                  <a:lnTo>
                    <a:pt x="1066800" y="347472"/>
                  </a:lnTo>
                  <a:lnTo>
                    <a:pt x="1068324" y="345948"/>
                  </a:lnTo>
                  <a:close/>
                </a:path>
                <a:path w="1069975" h="349250">
                  <a:moveTo>
                    <a:pt x="3047" y="348996"/>
                  </a:moveTo>
                  <a:lnTo>
                    <a:pt x="3047" y="347472"/>
                  </a:lnTo>
                  <a:lnTo>
                    <a:pt x="1524" y="345948"/>
                  </a:lnTo>
                  <a:lnTo>
                    <a:pt x="1524" y="348996"/>
                  </a:lnTo>
                  <a:lnTo>
                    <a:pt x="3047" y="348996"/>
                  </a:lnTo>
                  <a:close/>
                </a:path>
                <a:path w="1069975" h="349250">
                  <a:moveTo>
                    <a:pt x="1068324" y="3047"/>
                  </a:moveTo>
                  <a:lnTo>
                    <a:pt x="1066800" y="1523"/>
                  </a:lnTo>
                  <a:lnTo>
                    <a:pt x="1066800" y="3047"/>
                  </a:lnTo>
                  <a:lnTo>
                    <a:pt x="1068324" y="3047"/>
                  </a:lnTo>
                  <a:close/>
                </a:path>
                <a:path w="1069975" h="349250">
                  <a:moveTo>
                    <a:pt x="1068324" y="345948"/>
                  </a:moveTo>
                  <a:lnTo>
                    <a:pt x="1068324" y="3047"/>
                  </a:lnTo>
                  <a:lnTo>
                    <a:pt x="1066800" y="3047"/>
                  </a:lnTo>
                  <a:lnTo>
                    <a:pt x="1066800" y="345948"/>
                  </a:lnTo>
                  <a:lnTo>
                    <a:pt x="1068324" y="345948"/>
                  </a:lnTo>
                  <a:close/>
                </a:path>
                <a:path w="1069975" h="349250">
                  <a:moveTo>
                    <a:pt x="1068324" y="348996"/>
                  </a:moveTo>
                  <a:lnTo>
                    <a:pt x="1068324" y="345948"/>
                  </a:lnTo>
                  <a:lnTo>
                    <a:pt x="1066800" y="347472"/>
                  </a:lnTo>
                  <a:lnTo>
                    <a:pt x="1066800" y="348996"/>
                  </a:lnTo>
                  <a:lnTo>
                    <a:pt x="1068324" y="3489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805928" y="2313432"/>
              <a:ext cx="441325" cy="245110"/>
            </a:xfrm>
            <a:custGeom>
              <a:avLst/>
              <a:gdLst/>
              <a:ahLst/>
              <a:cxnLst/>
              <a:rect l="l" t="t" r="r" b="b"/>
              <a:pathLst>
                <a:path w="441325" h="245110">
                  <a:moveTo>
                    <a:pt x="441198" y="244601"/>
                  </a:moveTo>
                  <a:lnTo>
                    <a:pt x="441198" y="0"/>
                  </a:lnTo>
                  <a:lnTo>
                    <a:pt x="0" y="0"/>
                  </a:lnTo>
                  <a:lnTo>
                    <a:pt x="0" y="244601"/>
                  </a:lnTo>
                  <a:lnTo>
                    <a:pt x="441198" y="244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7805928" y="2313432"/>
            <a:ext cx="441325" cy="120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890">
              <a:lnSpc>
                <a:spcPts val="935"/>
              </a:lnSpc>
            </a:pPr>
            <a:r>
              <a:rPr dirty="0" sz="800" spc="-10">
                <a:latin typeface="Arial MT"/>
                <a:cs typeface="Arial MT"/>
              </a:rPr>
              <a:t>pur</a:t>
            </a:r>
            <a:r>
              <a:rPr dirty="0" sz="800" spc="-25">
                <a:latin typeface="Arial MT"/>
                <a:cs typeface="Arial MT"/>
              </a:rPr>
              <a:t>e</a:t>
            </a: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15">
                <a:latin typeface="Arial MT"/>
                <a:cs typeface="Arial MT"/>
              </a:rPr>
              <a:t>H</a:t>
            </a:r>
            <a:r>
              <a:rPr dirty="0" sz="800" spc="-75">
                <a:latin typeface="Arial MT"/>
                <a:cs typeface="Arial MT"/>
              </a:rPr>
              <a:t>2</a:t>
            </a:r>
            <a:r>
              <a:rPr dirty="0" sz="800" spc="-5">
                <a:latin typeface="Arial MT"/>
                <a:cs typeface="Arial MT"/>
              </a:rPr>
              <a:t>O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05928" y="2433754"/>
            <a:ext cx="441325" cy="1244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5565">
              <a:lnSpc>
                <a:spcPts val="885"/>
              </a:lnSpc>
            </a:pPr>
            <a:r>
              <a:rPr dirty="0" sz="800" spc="-5">
                <a:latin typeface="Arial MT"/>
                <a:cs typeface="Arial MT"/>
              </a:rPr>
              <a:t>[liquid]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271010" y="4498085"/>
            <a:ext cx="1120140" cy="347980"/>
            <a:chOff x="4271010" y="4498085"/>
            <a:chExt cx="1120140" cy="347980"/>
          </a:xfrm>
        </p:grpSpPr>
        <p:sp>
          <p:nvSpPr>
            <p:cNvPr id="52" name="object 52"/>
            <p:cNvSpPr/>
            <p:nvPr/>
          </p:nvSpPr>
          <p:spPr>
            <a:xfrm>
              <a:off x="4272534" y="4499609"/>
              <a:ext cx="1117600" cy="344805"/>
            </a:xfrm>
            <a:custGeom>
              <a:avLst/>
              <a:gdLst/>
              <a:ahLst/>
              <a:cxnLst/>
              <a:rect l="l" t="t" r="r" b="b"/>
              <a:pathLst>
                <a:path w="1117600" h="344804">
                  <a:moveTo>
                    <a:pt x="1117091" y="344424"/>
                  </a:moveTo>
                  <a:lnTo>
                    <a:pt x="1117091" y="0"/>
                  </a:lnTo>
                  <a:lnTo>
                    <a:pt x="0" y="0"/>
                  </a:lnTo>
                  <a:lnTo>
                    <a:pt x="0" y="344424"/>
                  </a:lnTo>
                  <a:lnTo>
                    <a:pt x="1117091" y="344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271010" y="4498085"/>
              <a:ext cx="1120140" cy="347980"/>
            </a:xfrm>
            <a:custGeom>
              <a:avLst/>
              <a:gdLst/>
              <a:ahLst/>
              <a:cxnLst/>
              <a:rect l="l" t="t" r="r" b="b"/>
              <a:pathLst>
                <a:path w="1120139" h="347979">
                  <a:moveTo>
                    <a:pt x="1120140" y="345948"/>
                  </a:moveTo>
                  <a:lnTo>
                    <a:pt x="1120140" y="1523"/>
                  </a:lnTo>
                  <a:lnTo>
                    <a:pt x="1118616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45948"/>
                  </a:lnTo>
                  <a:lnTo>
                    <a:pt x="1524" y="347472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1117091" y="3047"/>
                  </a:lnTo>
                  <a:lnTo>
                    <a:pt x="1117091" y="1523"/>
                  </a:lnTo>
                  <a:lnTo>
                    <a:pt x="1118616" y="3047"/>
                  </a:lnTo>
                  <a:lnTo>
                    <a:pt x="1118616" y="347471"/>
                  </a:lnTo>
                  <a:lnTo>
                    <a:pt x="1120140" y="345948"/>
                  </a:lnTo>
                  <a:close/>
                </a:path>
                <a:path w="1120139" h="347979">
                  <a:moveTo>
                    <a:pt x="3047" y="3048"/>
                  </a:moveTo>
                  <a:lnTo>
                    <a:pt x="3047" y="1524"/>
                  </a:lnTo>
                  <a:lnTo>
                    <a:pt x="1524" y="3048"/>
                  </a:lnTo>
                  <a:lnTo>
                    <a:pt x="3047" y="3048"/>
                  </a:lnTo>
                  <a:close/>
                </a:path>
                <a:path w="1120139" h="347979">
                  <a:moveTo>
                    <a:pt x="3047" y="344424"/>
                  </a:moveTo>
                  <a:lnTo>
                    <a:pt x="3047" y="3048"/>
                  </a:lnTo>
                  <a:lnTo>
                    <a:pt x="1524" y="3048"/>
                  </a:lnTo>
                  <a:lnTo>
                    <a:pt x="1524" y="344424"/>
                  </a:lnTo>
                  <a:lnTo>
                    <a:pt x="3047" y="344424"/>
                  </a:lnTo>
                  <a:close/>
                </a:path>
                <a:path w="1120139" h="347979">
                  <a:moveTo>
                    <a:pt x="1118616" y="344423"/>
                  </a:moveTo>
                  <a:lnTo>
                    <a:pt x="1524" y="344424"/>
                  </a:lnTo>
                  <a:lnTo>
                    <a:pt x="3047" y="345948"/>
                  </a:lnTo>
                  <a:lnTo>
                    <a:pt x="3047" y="347472"/>
                  </a:lnTo>
                  <a:lnTo>
                    <a:pt x="1117091" y="347471"/>
                  </a:lnTo>
                  <a:lnTo>
                    <a:pt x="1117091" y="345948"/>
                  </a:lnTo>
                  <a:lnTo>
                    <a:pt x="1118616" y="344423"/>
                  </a:lnTo>
                  <a:close/>
                </a:path>
                <a:path w="1120139" h="347979">
                  <a:moveTo>
                    <a:pt x="3047" y="347472"/>
                  </a:moveTo>
                  <a:lnTo>
                    <a:pt x="3047" y="345948"/>
                  </a:lnTo>
                  <a:lnTo>
                    <a:pt x="1524" y="344424"/>
                  </a:lnTo>
                  <a:lnTo>
                    <a:pt x="1524" y="347472"/>
                  </a:lnTo>
                  <a:lnTo>
                    <a:pt x="3047" y="347472"/>
                  </a:lnTo>
                  <a:close/>
                </a:path>
                <a:path w="1120139" h="347979">
                  <a:moveTo>
                    <a:pt x="1118616" y="3047"/>
                  </a:moveTo>
                  <a:lnTo>
                    <a:pt x="1117091" y="1523"/>
                  </a:lnTo>
                  <a:lnTo>
                    <a:pt x="1117091" y="3047"/>
                  </a:lnTo>
                  <a:lnTo>
                    <a:pt x="1118616" y="3047"/>
                  </a:lnTo>
                  <a:close/>
                </a:path>
                <a:path w="1120139" h="347979">
                  <a:moveTo>
                    <a:pt x="1118616" y="344423"/>
                  </a:moveTo>
                  <a:lnTo>
                    <a:pt x="1118616" y="3047"/>
                  </a:lnTo>
                  <a:lnTo>
                    <a:pt x="1117091" y="3047"/>
                  </a:lnTo>
                  <a:lnTo>
                    <a:pt x="1117091" y="344423"/>
                  </a:lnTo>
                  <a:lnTo>
                    <a:pt x="1118616" y="344423"/>
                  </a:lnTo>
                  <a:close/>
                </a:path>
                <a:path w="1120139" h="347979">
                  <a:moveTo>
                    <a:pt x="1118616" y="347471"/>
                  </a:moveTo>
                  <a:lnTo>
                    <a:pt x="1118616" y="344423"/>
                  </a:lnTo>
                  <a:lnTo>
                    <a:pt x="1117091" y="345948"/>
                  </a:lnTo>
                  <a:lnTo>
                    <a:pt x="1117091" y="347471"/>
                  </a:lnTo>
                  <a:lnTo>
                    <a:pt x="1118616" y="347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599432" y="4610099"/>
              <a:ext cx="740410" cy="123189"/>
            </a:xfrm>
            <a:custGeom>
              <a:avLst/>
              <a:gdLst/>
              <a:ahLst/>
              <a:cxnLst/>
              <a:rect l="l" t="t" r="r" b="b"/>
              <a:pathLst>
                <a:path w="740410" h="123189">
                  <a:moveTo>
                    <a:pt x="739901" y="122682"/>
                  </a:moveTo>
                  <a:lnTo>
                    <a:pt x="739901" y="0"/>
                  </a:lnTo>
                  <a:lnTo>
                    <a:pt x="0" y="0"/>
                  </a:lnTo>
                  <a:lnTo>
                    <a:pt x="0" y="122682"/>
                  </a:lnTo>
                  <a:lnTo>
                    <a:pt x="739901" y="1226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4272534" y="4499609"/>
            <a:ext cx="1117600" cy="34480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7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</a:pPr>
            <a:r>
              <a:rPr dirty="0" sz="800" spc="-5">
                <a:latin typeface="Arial MT"/>
                <a:cs typeface="Arial MT"/>
              </a:rPr>
              <a:t>predischarge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:Residue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471409" y="4250435"/>
            <a:ext cx="1120140" cy="347980"/>
            <a:chOff x="7471409" y="4250435"/>
            <a:chExt cx="1120140" cy="347980"/>
          </a:xfrm>
        </p:grpSpPr>
        <p:sp>
          <p:nvSpPr>
            <p:cNvPr id="57" name="object 57"/>
            <p:cNvSpPr/>
            <p:nvPr/>
          </p:nvSpPr>
          <p:spPr>
            <a:xfrm>
              <a:off x="7472933" y="4251959"/>
              <a:ext cx="1117600" cy="344805"/>
            </a:xfrm>
            <a:custGeom>
              <a:avLst/>
              <a:gdLst/>
              <a:ahLst/>
              <a:cxnLst/>
              <a:rect l="l" t="t" r="r" b="b"/>
              <a:pathLst>
                <a:path w="1117600" h="344804">
                  <a:moveTo>
                    <a:pt x="1117092" y="344424"/>
                  </a:moveTo>
                  <a:lnTo>
                    <a:pt x="1117092" y="0"/>
                  </a:lnTo>
                  <a:lnTo>
                    <a:pt x="0" y="0"/>
                  </a:lnTo>
                  <a:lnTo>
                    <a:pt x="0" y="344424"/>
                  </a:lnTo>
                  <a:lnTo>
                    <a:pt x="1117092" y="344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471409" y="4250435"/>
              <a:ext cx="1120140" cy="347980"/>
            </a:xfrm>
            <a:custGeom>
              <a:avLst/>
              <a:gdLst/>
              <a:ahLst/>
              <a:cxnLst/>
              <a:rect l="l" t="t" r="r" b="b"/>
              <a:pathLst>
                <a:path w="1120140" h="347979">
                  <a:moveTo>
                    <a:pt x="1120140" y="345948"/>
                  </a:moveTo>
                  <a:lnTo>
                    <a:pt x="1120140" y="1523"/>
                  </a:lnTo>
                  <a:lnTo>
                    <a:pt x="1118616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345948"/>
                  </a:lnTo>
                  <a:lnTo>
                    <a:pt x="1524" y="347472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1117091" y="3047"/>
                  </a:lnTo>
                  <a:lnTo>
                    <a:pt x="1117091" y="1523"/>
                  </a:lnTo>
                  <a:lnTo>
                    <a:pt x="1118616" y="3047"/>
                  </a:lnTo>
                  <a:lnTo>
                    <a:pt x="1118616" y="347471"/>
                  </a:lnTo>
                  <a:lnTo>
                    <a:pt x="1120140" y="345948"/>
                  </a:lnTo>
                  <a:close/>
                </a:path>
                <a:path w="1120140" h="347979">
                  <a:moveTo>
                    <a:pt x="3047" y="3048"/>
                  </a:moveTo>
                  <a:lnTo>
                    <a:pt x="3047" y="1524"/>
                  </a:lnTo>
                  <a:lnTo>
                    <a:pt x="1524" y="3048"/>
                  </a:lnTo>
                  <a:lnTo>
                    <a:pt x="3047" y="3048"/>
                  </a:lnTo>
                  <a:close/>
                </a:path>
                <a:path w="1120140" h="347979">
                  <a:moveTo>
                    <a:pt x="3047" y="344424"/>
                  </a:moveTo>
                  <a:lnTo>
                    <a:pt x="3047" y="3048"/>
                  </a:lnTo>
                  <a:lnTo>
                    <a:pt x="1524" y="3048"/>
                  </a:lnTo>
                  <a:lnTo>
                    <a:pt x="1524" y="344424"/>
                  </a:lnTo>
                  <a:lnTo>
                    <a:pt x="3047" y="344424"/>
                  </a:lnTo>
                  <a:close/>
                </a:path>
                <a:path w="1120140" h="347979">
                  <a:moveTo>
                    <a:pt x="1118616" y="344423"/>
                  </a:moveTo>
                  <a:lnTo>
                    <a:pt x="1524" y="344424"/>
                  </a:lnTo>
                  <a:lnTo>
                    <a:pt x="3047" y="345948"/>
                  </a:lnTo>
                  <a:lnTo>
                    <a:pt x="3047" y="347472"/>
                  </a:lnTo>
                  <a:lnTo>
                    <a:pt x="1117091" y="347471"/>
                  </a:lnTo>
                  <a:lnTo>
                    <a:pt x="1117091" y="345948"/>
                  </a:lnTo>
                  <a:lnTo>
                    <a:pt x="1118616" y="344423"/>
                  </a:lnTo>
                  <a:close/>
                </a:path>
                <a:path w="1120140" h="347979">
                  <a:moveTo>
                    <a:pt x="3047" y="347472"/>
                  </a:moveTo>
                  <a:lnTo>
                    <a:pt x="3047" y="345948"/>
                  </a:lnTo>
                  <a:lnTo>
                    <a:pt x="1524" y="344424"/>
                  </a:lnTo>
                  <a:lnTo>
                    <a:pt x="1524" y="347472"/>
                  </a:lnTo>
                  <a:lnTo>
                    <a:pt x="3047" y="347472"/>
                  </a:lnTo>
                  <a:close/>
                </a:path>
                <a:path w="1120140" h="347979">
                  <a:moveTo>
                    <a:pt x="1118616" y="3047"/>
                  </a:moveTo>
                  <a:lnTo>
                    <a:pt x="1117091" y="1523"/>
                  </a:lnTo>
                  <a:lnTo>
                    <a:pt x="1117091" y="3047"/>
                  </a:lnTo>
                  <a:lnTo>
                    <a:pt x="1118616" y="3047"/>
                  </a:lnTo>
                  <a:close/>
                </a:path>
                <a:path w="1120140" h="347979">
                  <a:moveTo>
                    <a:pt x="1118616" y="344423"/>
                  </a:moveTo>
                  <a:lnTo>
                    <a:pt x="1118616" y="3047"/>
                  </a:lnTo>
                  <a:lnTo>
                    <a:pt x="1117091" y="3047"/>
                  </a:lnTo>
                  <a:lnTo>
                    <a:pt x="1117091" y="344423"/>
                  </a:lnTo>
                  <a:lnTo>
                    <a:pt x="1118616" y="344423"/>
                  </a:lnTo>
                  <a:close/>
                </a:path>
                <a:path w="1120140" h="347979">
                  <a:moveTo>
                    <a:pt x="1118616" y="347471"/>
                  </a:moveTo>
                  <a:lnTo>
                    <a:pt x="1118616" y="344423"/>
                  </a:lnTo>
                  <a:lnTo>
                    <a:pt x="1117091" y="345948"/>
                  </a:lnTo>
                  <a:lnTo>
                    <a:pt x="1117091" y="347471"/>
                  </a:lnTo>
                  <a:lnTo>
                    <a:pt x="1118616" y="347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656575" y="4362449"/>
              <a:ext cx="740410" cy="123189"/>
            </a:xfrm>
            <a:custGeom>
              <a:avLst/>
              <a:gdLst/>
              <a:ahLst/>
              <a:cxnLst/>
              <a:rect l="l" t="t" r="r" b="b"/>
              <a:pathLst>
                <a:path w="740409" h="123189">
                  <a:moveTo>
                    <a:pt x="739901" y="122682"/>
                  </a:moveTo>
                  <a:lnTo>
                    <a:pt x="739901" y="0"/>
                  </a:lnTo>
                  <a:lnTo>
                    <a:pt x="0" y="0"/>
                  </a:lnTo>
                  <a:lnTo>
                    <a:pt x="0" y="122682"/>
                  </a:lnTo>
                  <a:lnTo>
                    <a:pt x="739901" y="1226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7526528" y="4345939"/>
            <a:ext cx="883919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discharge</a:t>
            </a:r>
            <a:r>
              <a:rPr dirty="0" sz="800" spc="-9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:Residue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52450" y="2499360"/>
            <a:ext cx="6947534" cy="2098675"/>
            <a:chOff x="552450" y="2499360"/>
            <a:chExt cx="6947534" cy="2098675"/>
          </a:xfrm>
        </p:grpSpPr>
        <p:sp>
          <p:nvSpPr>
            <p:cNvPr id="62" name="object 62"/>
            <p:cNvSpPr/>
            <p:nvPr/>
          </p:nvSpPr>
          <p:spPr>
            <a:xfrm>
              <a:off x="1450086" y="2955035"/>
              <a:ext cx="904875" cy="509270"/>
            </a:xfrm>
            <a:custGeom>
              <a:avLst/>
              <a:gdLst/>
              <a:ahLst/>
              <a:cxnLst/>
              <a:rect l="l" t="t" r="r" b="b"/>
              <a:pathLst>
                <a:path w="904875" h="509270">
                  <a:moveTo>
                    <a:pt x="57150" y="148590"/>
                  </a:moveTo>
                  <a:lnTo>
                    <a:pt x="0" y="148590"/>
                  </a:lnTo>
                  <a:lnTo>
                    <a:pt x="0" y="205740"/>
                  </a:lnTo>
                  <a:lnTo>
                    <a:pt x="57150" y="205740"/>
                  </a:lnTo>
                  <a:lnTo>
                    <a:pt x="57150" y="148590"/>
                  </a:lnTo>
                  <a:close/>
                </a:path>
                <a:path w="904875" h="509270">
                  <a:moveTo>
                    <a:pt x="176022" y="0"/>
                  </a:moveTo>
                  <a:lnTo>
                    <a:pt x="118872" y="0"/>
                  </a:lnTo>
                  <a:lnTo>
                    <a:pt x="118872" y="57150"/>
                  </a:lnTo>
                  <a:lnTo>
                    <a:pt x="176022" y="57150"/>
                  </a:lnTo>
                  <a:lnTo>
                    <a:pt x="176022" y="0"/>
                  </a:lnTo>
                  <a:close/>
                </a:path>
                <a:path w="904875" h="509270">
                  <a:moveTo>
                    <a:pt x="785622" y="451866"/>
                  </a:moveTo>
                  <a:lnTo>
                    <a:pt x="728472" y="451866"/>
                  </a:lnTo>
                  <a:lnTo>
                    <a:pt x="728472" y="509016"/>
                  </a:lnTo>
                  <a:lnTo>
                    <a:pt x="785622" y="509016"/>
                  </a:lnTo>
                  <a:lnTo>
                    <a:pt x="785622" y="451866"/>
                  </a:lnTo>
                  <a:close/>
                </a:path>
                <a:path w="904875" h="509270">
                  <a:moveTo>
                    <a:pt x="904494" y="304800"/>
                  </a:moveTo>
                  <a:lnTo>
                    <a:pt x="847344" y="304800"/>
                  </a:lnTo>
                  <a:lnTo>
                    <a:pt x="847344" y="361950"/>
                  </a:lnTo>
                  <a:lnTo>
                    <a:pt x="904494" y="361950"/>
                  </a:lnTo>
                  <a:lnTo>
                    <a:pt x="904494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353311" y="2993135"/>
              <a:ext cx="1144270" cy="452120"/>
            </a:xfrm>
            <a:custGeom>
              <a:avLst/>
              <a:gdLst/>
              <a:ahLst/>
              <a:cxnLst/>
              <a:rect l="l" t="t" r="r" b="b"/>
              <a:pathLst>
                <a:path w="1144270" h="452120">
                  <a:moveTo>
                    <a:pt x="1143762" y="451103"/>
                  </a:moveTo>
                  <a:lnTo>
                    <a:pt x="1143000" y="448817"/>
                  </a:lnTo>
                  <a:lnTo>
                    <a:pt x="1524" y="0"/>
                  </a:lnTo>
                  <a:lnTo>
                    <a:pt x="0" y="762"/>
                  </a:lnTo>
                  <a:lnTo>
                    <a:pt x="762" y="3048"/>
                  </a:lnTo>
                  <a:lnTo>
                    <a:pt x="1142238" y="451865"/>
                  </a:lnTo>
                  <a:lnTo>
                    <a:pt x="1143762" y="4511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85060" y="3371087"/>
              <a:ext cx="112013" cy="7391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2769108" y="3267455"/>
              <a:ext cx="363855" cy="180975"/>
            </a:xfrm>
            <a:custGeom>
              <a:avLst/>
              <a:gdLst/>
              <a:ahLst/>
              <a:cxnLst/>
              <a:rect l="l" t="t" r="r" b="b"/>
              <a:pathLst>
                <a:path w="363855" h="180975">
                  <a:moveTo>
                    <a:pt x="57150" y="63246"/>
                  </a:moveTo>
                  <a:lnTo>
                    <a:pt x="0" y="63246"/>
                  </a:lnTo>
                  <a:lnTo>
                    <a:pt x="0" y="120396"/>
                  </a:lnTo>
                  <a:lnTo>
                    <a:pt x="57150" y="120396"/>
                  </a:lnTo>
                  <a:lnTo>
                    <a:pt x="57150" y="63246"/>
                  </a:lnTo>
                  <a:close/>
                </a:path>
                <a:path w="363855" h="180975">
                  <a:moveTo>
                    <a:pt x="64770" y="0"/>
                  </a:moveTo>
                  <a:lnTo>
                    <a:pt x="7620" y="0"/>
                  </a:lnTo>
                  <a:lnTo>
                    <a:pt x="7620" y="57150"/>
                  </a:lnTo>
                  <a:lnTo>
                    <a:pt x="64770" y="57150"/>
                  </a:lnTo>
                  <a:lnTo>
                    <a:pt x="64770" y="0"/>
                  </a:lnTo>
                  <a:close/>
                </a:path>
                <a:path w="363855" h="180975">
                  <a:moveTo>
                    <a:pt x="355092" y="123444"/>
                  </a:moveTo>
                  <a:lnTo>
                    <a:pt x="297942" y="123444"/>
                  </a:lnTo>
                  <a:lnTo>
                    <a:pt x="297942" y="180594"/>
                  </a:lnTo>
                  <a:lnTo>
                    <a:pt x="355092" y="180594"/>
                  </a:lnTo>
                  <a:lnTo>
                    <a:pt x="355092" y="123444"/>
                  </a:lnTo>
                  <a:close/>
                </a:path>
                <a:path w="363855" h="180975">
                  <a:moveTo>
                    <a:pt x="363474" y="61722"/>
                  </a:moveTo>
                  <a:lnTo>
                    <a:pt x="306324" y="61722"/>
                  </a:lnTo>
                  <a:lnTo>
                    <a:pt x="306324" y="118872"/>
                  </a:lnTo>
                  <a:lnTo>
                    <a:pt x="363474" y="118872"/>
                  </a:lnTo>
                  <a:lnTo>
                    <a:pt x="363474" y="617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878835" y="3185160"/>
              <a:ext cx="144145" cy="346075"/>
            </a:xfrm>
            <a:custGeom>
              <a:avLst/>
              <a:gdLst/>
              <a:ahLst/>
              <a:cxnLst/>
              <a:rect l="l" t="t" r="r" b="b"/>
              <a:pathLst>
                <a:path w="144144" h="346075">
                  <a:moveTo>
                    <a:pt x="144017" y="2286"/>
                  </a:moveTo>
                  <a:lnTo>
                    <a:pt x="143255" y="0"/>
                  </a:lnTo>
                  <a:lnTo>
                    <a:pt x="140969" y="762"/>
                  </a:lnTo>
                  <a:lnTo>
                    <a:pt x="0" y="343662"/>
                  </a:lnTo>
                  <a:lnTo>
                    <a:pt x="762" y="345948"/>
                  </a:lnTo>
                  <a:lnTo>
                    <a:pt x="3048" y="345186"/>
                  </a:lnTo>
                  <a:lnTo>
                    <a:pt x="144017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47415" y="3185159"/>
              <a:ext cx="75437" cy="1143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3459480" y="3256025"/>
              <a:ext cx="363855" cy="205104"/>
            </a:xfrm>
            <a:custGeom>
              <a:avLst/>
              <a:gdLst/>
              <a:ahLst/>
              <a:cxnLst/>
              <a:rect l="l" t="t" r="r" b="b"/>
              <a:pathLst>
                <a:path w="363854" h="205104">
                  <a:moveTo>
                    <a:pt x="57150" y="71628"/>
                  </a:moveTo>
                  <a:lnTo>
                    <a:pt x="0" y="71628"/>
                  </a:lnTo>
                  <a:lnTo>
                    <a:pt x="0" y="128778"/>
                  </a:lnTo>
                  <a:lnTo>
                    <a:pt x="57150" y="128778"/>
                  </a:lnTo>
                  <a:lnTo>
                    <a:pt x="57150" y="71628"/>
                  </a:lnTo>
                  <a:close/>
                </a:path>
                <a:path w="363854" h="205104">
                  <a:moveTo>
                    <a:pt x="74676" y="147828"/>
                  </a:moveTo>
                  <a:lnTo>
                    <a:pt x="17526" y="147828"/>
                  </a:lnTo>
                  <a:lnTo>
                    <a:pt x="17526" y="204978"/>
                  </a:lnTo>
                  <a:lnTo>
                    <a:pt x="74676" y="204978"/>
                  </a:lnTo>
                  <a:lnTo>
                    <a:pt x="74676" y="147828"/>
                  </a:lnTo>
                  <a:close/>
                </a:path>
                <a:path w="363854" h="205104">
                  <a:moveTo>
                    <a:pt x="345948" y="0"/>
                  </a:moveTo>
                  <a:lnTo>
                    <a:pt x="288798" y="0"/>
                  </a:lnTo>
                  <a:lnTo>
                    <a:pt x="288798" y="57150"/>
                  </a:lnTo>
                  <a:lnTo>
                    <a:pt x="345948" y="57150"/>
                  </a:lnTo>
                  <a:lnTo>
                    <a:pt x="345948" y="0"/>
                  </a:lnTo>
                  <a:close/>
                </a:path>
                <a:path w="363854" h="205104">
                  <a:moveTo>
                    <a:pt x="363474" y="76200"/>
                  </a:moveTo>
                  <a:lnTo>
                    <a:pt x="306324" y="76200"/>
                  </a:lnTo>
                  <a:lnTo>
                    <a:pt x="306324" y="133350"/>
                  </a:lnTo>
                  <a:lnTo>
                    <a:pt x="363474" y="133350"/>
                  </a:lnTo>
                  <a:lnTo>
                    <a:pt x="363474" y="76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553205" y="3185160"/>
              <a:ext cx="176530" cy="347980"/>
            </a:xfrm>
            <a:custGeom>
              <a:avLst/>
              <a:gdLst/>
              <a:ahLst/>
              <a:cxnLst/>
              <a:rect l="l" t="t" r="r" b="b"/>
              <a:pathLst>
                <a:path w="176529" h="347979">
                  <a:moveTo>
                    <a:pt x="176022" y="345186"/>
                  </a:moveTo>
                  <a:lnTo>
                    <a:pt x="3048" y="762"/>
                  </a:lnTo>
                  <a:lnTo>
                    <a:pt x="762" y="0"/>
                  </a:lnTo>
                  <a:lnTo>
                    <a:pt x="0" y="2286"/>
                  </a:lnTo>
                  <a:lnTo>
                    <a:pt x="172974" y="346710"/>
                  </a:lnTo>
                  <a:lnTo>
                    <a:pt x="175260" y="347472"/>
                  </a:lnTo>
                  <a:lnTo>
                    <a:pt x="176022" y="3451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47694" y="3419856"/>
              <a:ext cx="81534" cy="11277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956304" y="2891027"/>
              <a:ext cx="482600" cy="535305"/>
            </a:xfrm>
            <a:custGeom>
              <a:avLst/>
              <a:gdLst/>
              <a:ahLst/>
              <a:cxnLst/>
              <a:rect l="l" t="t" r="r" b="b"/>
              <a:pathLst>
                <a:path w="482600" h="535304">
                  <a:moveTo>
                    <a:pt x="57150" y="433578"/>
                  </a:moveTo>
                  <a:lnTo>
                    <a:pt x="0" y="433578"/>
                  </a:lnTo>
                  <a:lnTo>
                    <a:pt x="0" y="490728"/>
                  </a:lnTo>
                  <a:lnTo>
                    <a:pt x="57150" y="490728"/>
                  </a:lnTo>
                  <a:lnTo>
                    <a:pt x="57150" y="433578"/>
                  </a:lnTo>
                  <a:close/>
                </a:path>
                <a:path w="482600" h="535304">
                  <a:moveTo>
                    <a:pt x="172974" y="0"/>
                  </a:moveTo>
                  <a:lnTo>
                    <a:pt x="115824" y="0"/>
                  </a:lnTo>
                  <a:lnTo>
                    <a:pt x="115824" y="57150"/>
                  </a:lnTo>
                  <a:lnTo>
                    <a:pt x="172974" y="57150"/>
                  </a:lnTo>
                  <a:lnTo>
                    <a:pt x="172974" y="0"/>
                  </a:lnTo>
                  <a:close/>
                </a:path>
                <a:path w="482600" h="535304">
                  <a:moveTo>
                    <a:pt x="368046" y="477774"/>
                  </a:moveTo>
                  <a:lnTo>
                    <a:pt x="310896" y="477774"/>
                  </a:lnTo>
                  <a:lnTo>
                    <a:pt x="310896" y="534924"/>
                  </a:lnTo>
                  <a:lnTo>
                    <a:pt x="368046" y="534924"/>
                  </a:lnTo>
                  <a:lnTo>
                    <a:pt x="368046" y="477774"/>
                  </a:lnTo>
                  <a:close/>
                </a:path>
                <a:path w="482600" h="535304">
                  <a:moveTo>
                    <a:pt x="482346" y="44958"/>
                  </a:moveTo>
                  <a:lnTo>
                    <a:pt x="425196" y="44958"/>
                  </a:lnTo>
                  <a:lnTo>
                    <a:pt x="425196" y="102108"/>
                  </a:lnTo>
                  <a:lnTo>
                    <a:pt x="482346" y="102108"/>
                  </a:lnTo>
                  <a:lnTo>
                    <a:pt x="482346" y="449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086605" y="2785109"/>
              <a:ext cx="222885" cy="748030"/>
            </a:xfrm>
            <a:custGeom>
              <a:avLst/>
              <a:gdLst/>
              <a:ahLst/>
              <a:cxnLst/>
              <a:rect l="l" t="t" r="r" b="b"/>
              <a:pathLst>
                <a:path w="222885" h="748029">
                  <a:moveTo>
                    <a:pt x="222503" y="1524"/>
                  </a:moveTo>
                  <a:lnTo>
                    <a:pt x="220979" y="0"/>
                  </a:lnTo>
                  <a:lnTo>
                    <a:pt x="219455" y="762"/>
                  </a:lnTo>
                  <a:lnTo>
                    <a:pt x="0" y="745236"/>
                  </a:lnTo>
                  <a:lnTo>
                    <a:pt x="762" y="747522"/>
                  </a:lnTo>
                  <a:lnTo>
                    <a:pt x="3048" y="745998"/>
                  </a:lnTo>
                  <a:lnTo>
                    <a:pt x="222503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42815" y="2785109"/>
              <a:ext cx="70865" cy="1143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898136" y="2907029"/>
              <a:ext cx="633730" cy="311150"/>
            </a:xfrm>
            <a:custGeom>
              <a:avLst/>
              <a:gdLst/>
              <a:ahLst/>
              <a:cxnLst/>
              <a:rect l="l" t="t" r="r" b="b"/>
              <a:pathLst>
                <a:path w="633729" h="311150">
                  <a:moveTo>
                    <a:pt x="571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57150" y="57150"/>
                  </a:lnTo>
                  <a:lnTo>
                    <a:pt x="57150" y="0"/>
                  </a:lnTo>
                  <a:close/>
                </a:path>
                <a:path w="633729" h="311150">
                  <a:moveTo>
                    <a:pt x="477774" y="253746"/>
                  </a:moveTo>
                  <a:lnTo>
                    <a:pt x="420624" y="253746"/>
                  </a:lnTo>
                  <a:lnTo>
                    <a:pt x="420624" y="310896"/>
                  </a:lnTo>
                  <a:lnTo>
                    <a:pt x="477774" y="310896"/>
                  </a:lnTo>
                  <a:lnTo>
                    <a:pt x="477774" y="253746"/>
                  </a:lnTo>
                  <a:close/>
                </a:path>
                <a:path w="633729" h="311150">
                  <a:moveTo>
                    <a:pt x="633222" y="114300"/>
                  </a:moveTo>
                  <a:lnTo>
                    <a:pt x="576072" y="114300"/>
                  </a:lnTo>
                  <a:lnTo>
                    <a:pt x="576072" y="171450"/>
                  </a:lnTo>
                  <a:lnTo>
                    <a:pt x="633222" y="171450"/>
                  </a:lnTo>
                  <a:lnTo>
                    <a:pt x="633222" y="114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839461" y="2785110"/>
              <a:ext cx="761365" cy="422275"/>
            </a:xfrm>
            <a:custGeom>
              <a:avLst/>
              <a:gdLst/>
              <a:ahLst/>
              <a:cxnLst/>
              <a:rect l="l" t="t" r="r" b="b"/>
              <a:pathLst>
                <a:path w="761364" h="422275">
                  <a:moveTo>
                    <a:pt x="761238" y="421385"/>
                  </a:moveTo>
                  <a:lnTo>
                    <a:pt x="761238" y="419861"/>
                  </a:lnTo>
                  <a:lnTo>
                    <a:pt x="760476" y="419099"/>
                  </a:lnTo>
                  <a:lnTo>
                    <a:pt x="2286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3048"/>
                  </a:lnTo>
                  <a:lnTo>
                    <a:pt x="758952" y="422147"/>
                  </a:lnTo>
                  <a:lnTo>
                    <a:pt x="761238" y="421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90209" y="3121913"/>
              <a:ext cx="110489" cy="85344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215634" y="2499359"/>
              <a:ext cx="1172845" cy="649605"/>
            </a:xfrm>
            <a:custGeom>
              <a:avLst/>
              <a:gdLst/>
              <a:ahLst/>
              <a:cxnLst/>
              <a:rect l="l" t="t" r="r" b="b"/>
              <a:pathLst>
                <a:path w="1172845" h="649605">
                  <a:moveTo>
                    <a:pt x="57150" y="445770"/>
                  </a:moveTo>
                  <a:lnTo>
                    <a:pt x="0" y="445770"/>
                  </a:lnTo>
                  <a:lnTo>
                    <a:pt x="0" y="502920"/>
                  </a:lnTo>
                  <a:lnTo>
                    <a:pt x="57150" y="502920"/>
                  </a:lnTo>
                  <a:lnTo>
                    <a:pt x="57150" y="445770"/>
                  </a:lnTo>
                  <a:close/>
                </a:path>
                <a:path w="1172845" h="649605">
                  <a:moveTo>
                    <a:pt x="185166" y="592074"/>
                  </a:moveTo>
                  <a:lnTo>
                    <a:pt x="128016" y="592074"/>
                  </a:lnTo>
                  <a:lnTo>
                    <a:pt x="128016" y="649224"/>
                  </a:lnTo>
                  <a:lnTo>
                    <a:pt x="185166" y="649224"/>
                  </a:lnTo>
                  <a:lnTo>
                    <a:pt x="185166" y="592074"/>
                  </a:lnTo>
                  <a:close/>
                </a:path>
                <a:path w="1172845" h="649605">
                  <a:moveTo>
                    <a:pt x="1044702" y="0"/>
                  </a:moveTo>
                  <a:lnTo>
                    <a:pt x="987552" y="0"/>
                  </a:lnTo>
                  <a:lnTo>
                    <a:pt x="987552" y="57150"/>
                  </a:lnTo>
                  <a:lnTo>
                    <a:pt x="1044702" y="57150"/>
                  </a:lnTo>
                  <a:lnTo>
                    <a:pt x="1044702" y="0"/>
                  </a:lnTo>
                  <a:close/>
                </a:path>
                <a:path w="1172845" h="649605">
                  <a:moveTo>
                    <a:pt x="1172718" y="145542"/>
                  </a:moveTo>
                  <a:lnTo>
                    <a:pt x="1115568" y="145542"/>
                  </a:lnTo>
                  <a:lnTo>
                    <a:pt x="1115568" y="202692"/>
                  </a:lnTo>
                  <a:lnTo>
                    <a:pt x="1172718" y="202692"/>
                  </a:lnTo>
                  <a:lnTo>
                    <a:pt x="1172718" y="1455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117335" y="2519934"/>
              <a:ext cx="1382395" cy="601345"/>
            </a:xfrm>
            <a:custGeom>
              <a:avLst/>
              <a:gdLst/>
              <a:ahLst/>
              <a:cxnLst/>
              <a:rect l="l" t="t" r="r" b="b"/>
              <a:pathLst>
                <a:path w="1382395" h="601344">
                  <a:moveTo>
                    <a:pt x="1382268" y="762"/>
                  </a:moveTo>
                  <a:lnTo>
                    <a:pt x="1379982" y="0"/>
                  </a:lnTo>
                  <a:lnTo>
                    <a:pt x="762" y="598170"/>
                  </a:lnTo>
                  <a:lnTo>
                    <a:pt x="0" y="600456"/>
                  </a:lnTo>
                  <a:lnTo>
                    <a:pt x="1524" y="601218"/>
                  </a:lnTo>
                  <a:lnTo>
                    <a:pt x="1381506" y="3048"/>
                  </a:lnTo>
                  <a:lnTo>
                    <a:pt x="1382268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86828" y="2519934"/>
              <a:ext cx="112775" cy="76962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050030" y="3931157"/>
              <a:ext cx="552450" cy="511809"/>
            </a:xfrm>
            <a:custGeom>
              <a:avLst/>
              <a:gdLst/>
              <a:ahLst/>
              <a:cxnLst/>
              <a:rect l="l" t="t" r="r" b="b"/>
              <a:pathLst>
                <a:path w="552450" h="511810">
                  <a:moveTo>
                    <a:pt x="57150" y="93726"/>
                  </a:moveTo>
                  <a:lnTo>
                    <a:pt x="0" y="93726"/>
                  </a:lnTo>
                  <a:lnTo>
                    <a:pt x="0" y="150876"/>
                  </a:lnTo>
                  <a:lnTo>
                    <a:pt x="57150" y="150876"/>
                  </a:lnTo>
                  <a:lnTo>
                    <a:pt x="57150" y="93726"/>
                  </a:lnTo>
                  <a:close/>
                </a:path>
                <a:path w="552450" h="511810">
                  <a:moveTo>
                    <a:pt x="290322" y="454152"/>
                  </a:moveTo>
                  <a:lnTo>
                    <a:pt x="233172" y="454152"/>
                  </a:lnTo>
                  <a:lnTo>
                    <a:pt x="233172" y="511302"/>
                  </a:lnTo>
                  <a:lnTo>
                    <a:pt x="290322" y="511302"/>
                  </a:lnTo>
                  <a:lnTo>
                    <a:pt x="290322" y="454152"/>
                  </a:lnTo>
                  <a:close/>
                </a:path>
                <a:path w="552450" h="511810">
                  <a:moveTo>
                    <a:pt x="319278" y="0"/>
                  </a:moveTo>
                  <a:lnTo>
                    <a:pt x="262128" y="0"/>
                  </a:lnTo>
                  <a:lnTo>
                    <a:pt x="262128" y="57150"/>
                  </a:lnTo>
                  <a:lnTo>
                    <a:pt x="319278" y="57150"/>
                  </a:lnTo>
                  <a:lnTo>
                    <a:pt x="319278" y="0"/>
                  </a:lnTo>
                  <a:close/>
                </a:path>
                <a:path w="552450" h="511810">
                  <a:moveTo>
                    <a:pt x="552450" y="361950"/>
                  </a:moveTo>
                  <a:lnTo>
                    <a:pt x="495300" y="361950"/>
                  </a:lnTo>
                  <a:lnTo>
                    <a:pt x="495300" y="419100"/>
                  </a:lnTo>
                  <a:lnTo>
                    <a:pt x="552450" y="419100"/>
                  </a:lnTo>
                  <a:lnTo>
                    <a:pt x="552450" y="3619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101084" y="3874008"/>
              <a:ext cx="452120" cy="626745"/>
            </a:xfrm>
            <a:custGeom>
              <a:avLst/>
              <a:gdLst/>
              <a:ahLst/>
              <a:cxnLst/>
              <a:rect l="l" t="t" r="r" b="b"/>
              <a:pathLst>
                <a:path w="452120" h="626745">
                  <a:moveTo>
                    <a:pt x="451866" y="626364"/>
                  </a:moveTo>
                  <a:lnTo>
                    <a:pt x="451866" y="624078"/>
                  </a:lnTo>
                  <a:lnTo>
                    <a:pt x="3048" y="762"/>
                  </a:lnTo>
                  <a:lnTo>
                    <a:pt x="762" y="0"/>
                  </a:lnTo>
                  <a:lnTo>
                    <a:pt x="0" y="2286"/>
                  </a:lnTo>
                  <a:lnTo>
                    <a:pt x="449580" y="626364"/>
                  </a:lnTo>
                  <a:lnTo>
                    <a:pt x="451866" y="6263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59985" y="4391405"/>
              <a:ext cx="92963" cy="108966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5164836" y="4193285"/>
              <a:ext cx="417195" cy="198120"/>
            </a:xfrm>
            <a:custGeom>
              <a:avLst/>
              <a:gdLst/>
              <a:ahLst/>
              <a:cxnLst/>
              <a:rect l="l" t="t" r="r" b="b"/>
              <a:pathLst>
                <a:path w="417195" h="198120">
                  <a:moveTo>
                    <a:pt x="57150" y="133350"/>
                  </a:moveTo>
                  <a:lnTo>
                    <a:pt x="0" y="133350"/>
                  </a:lnTo>
                  <a:lnTo>
                    <a:pt x="0" y="190500"/>
                  </a:lnTo>
                  <a:lnTo>
                    <a:pt x="57150" y="190500"/>
                  </a:lnTo>
                  <a:lnTo>
                    <a:pt x="57150" y="133350"/>
                  </a:lnTo>
                  <a:close/>
                </a:path>
                <a:path w="417195" h="198120">
                  <a:moveTo>
                    <a:pt x="264414" y="0"/>
                  </a:moveTo>
                  <a:lnTo>
                    <a:pt x="207264" y="0"/>
                  </a:lnTo>
                  <a:lnTo>
                    <a:pt x="207264" y="57150"/>
                  </a:lnTo>
                  <a:lnTo>
                    <a:pt x="264414" y="57150"/>
                  </a:lnTo>
                  <a:lnTo>
                    <a:pt x="264414" y="0"/>
                  </a:lnTo>
                  <a:close/>
                </a:path>
                <a:path w="417195" h="198120">
                  <a:moveTo>
                    <a:pt x="416814" y="140970"/>
                  </a:moveTo>
                  <a:lnTo>
                    <a:pt x="359664" y="140970"/>
                  </a:lnTo>
                  <a:lnTo>
                    <a:pt x="359664" y="198120"/>
                  </a:lnTo>
                  <a:lnTo>
                    <a:pt x="416814" y="198120"/>
                  </a:lnTo>
                  <a:lnTo>
                    <a:pt x="416814" y="1409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5109209" y="4216907"/>
              <a:ext cx="528320" cy="284480"/>
            </a:xfrm>
            <a:custGeom>
              <a:avLst/>
              <a:gdLst/>
              <a:ahLst/>
              <a:cxnLst/>
              <a:rect l="l" t="t" r="r" b="b"/>
              <a:pathLst>
                <a:path w="528320" h="284479">
                  <a:moveTo>
                    <a:pt x="528066" y="762"/>
                  </a:moveTo>
                  <a:lnTo>
                    <a:pt x="525780" y="0"/>
                  </a:lnTo>
                  <a:lnTo>
                    <a:pt x="762" y="281178"/>
                  </a:lnTo>
                  <a:lnTo>
                    <a:pt x="0" y="283464"/>
                  </a:lnTo>
                  <a:lnTo>
                    <a:pt x="762" y="284226"/>
                  </a:lnTo>
                  <a:lnTo>
                    <a:pt x="527304" y="3048"/>
                  </a:lnTo>
                  <a:lnTo>
                    <a:pt x="528066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25261" y="4216907"/>
              <a:ext cx="112013" cy="82296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6243828" y="4212335"/>
              <a:ext cx="1050925" cy="302895"/>
            </a:xfrm>
            <a:custGeom>
              <a:avLst/>
              <a:gdLst/>
              <a:ahLst/>
              <a:cxnLst/>
              <a:rect l="l" t="t" r="r" b="b"/>
              <a:pathLst>
                <a:path w="1050925" h="302895">
                  <a:moveTo>
                    <a:pt x="57150" y="158496"/>
                  </a:moveTo>
                  <a:lnTo>
                    <a:pt x="0" y="158496"/>
                  </a:lnTo>
                  <a:lnTo>
                    <a:pt x="0" y="215646"/>
                  </a:lnTo>
                  <a:lnTo>
                    <a:pt x="57150" y="215646"/>
                  </a:lnTo>
                  <a:lnTo>
                    <a:pt x="57150" y="158496"/>
                  </a:lnTo>
                  <a:close/>
                </a:path>
                <a:path w="1050925" h="302895">
                  <a:moveTo>
                    <a:pt x="84582" y="0"/>
                  </a:moveTo>
                  <a:lnTo>
                    <a:pt x="27432" y="0"/>
                  </a:lnTo>
                  <a:lnTo>
                    <a:pt x="27432" y="57150"/>
                  </a:lnTo>
                  <a:lnTo>
                    <a:pt x="84582" y="57150"/>
                  </a:lnTo>
                  <a:lnTo>
                    <a:pt x="84582" y="0"/>
                  </a:lnTo>
                  <a:close/>
                </a:path>
                <a:path w="1050925" h="302895">
                  <a:moveTo>
                    <a:pt x="1022604" y="245364"/>
                  </a:moveTo>
                  <a:lnTo>
                    <a:pt x="965454" y="245364"/>
                  </a:lnTo>
                  <a:lnTo>
                    <a:pt x="965454" y="302514"/>
                  </a:lnTo>
                  <a:lnTo>
                    <a:pt x="1022604" y="302514"/>
                  </a:lnTo>
                  <a:lnTo>
                    <a:pt x="1022604" y="245364"/>
                  </a:lnTo>
                  <a:close/>
                </a:path>
                <a:path w="1050925" h="302895">
                  <a:moveTo>
                    <a:pt x="1050798" y="86868"/>
                  </a:moveTo>
                  <a:lnTo>
                    <a:pt x="993648" y="86868"/>
                  </a:lnTo>
                  <a:lnTo>
                    <a:pt x="993648" y="144018"/>
                  </a:lnTo>
                  <a:lnTo>
                    <a:pt x="1050798" y="144018"/>
                  </a:lnTo>
                  <a:lnTo>
                    <a:pt x="1050798" y="868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082283" y="4302251"/>
              <a:ext cx="1392555" cy="123189"/>
            </a:xfrm>
            <a:custGeom>
              <a:avLst/>
              <a:gdLst/>
              <a:ahLst/>
              <a:cxnLst/>
              <a:rect l="l" t="t" r="r" b="b"/>
              <a:pathLst>
                <a:path w="1392554" h="123189">
                  <a:moveTo>
                    <a:pt x="1392174" y="121157"/>
                  </a:moveTo>
                  <a:lnTo>
                    <a:pt x="1390650" y="119633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1524" y="3048"/>
                  </a:lnTo>
                  <a:lnTo>
                    <a:pt x="1390650" y="122681"/>
                  </a:lnTo>
                  <a:lnTo>
                    <a:pt x="1392174" y="121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63205" y="4378451"/>
              <a:ext cx="111251" cy="7315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54736" y="4251960"/>
              <a:ext cx="1066800" cy="344805"/>
            </a:xfrm>
            <a:custGeom>
              <a:avLst/>
              <a:gdLst/>
              <a:ahLst/>
              <a:cxnLst/>
              <a:rect l="l" t="t" r="r" b="b"/>
              <a:pathLst>
                <a:path w="1066800" h="344804">
                  <a:moveTo>
                    <a:pt x="1066800" y="344424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44424"/>
                  </a:lnTo>
                  <a:lnTo>
                    <a:pt x="1066800" y="344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552450" y="4250436"/>
              <a:ext cx="1070610" cy="347980"/>
            </a:xfrm>
            <a:custGeom>
              <a:avLst/>
              <a:gdLst/>
              <a:ahLst/>
              <a:cxnLst/>
              <a:rect l="l" t="t" r="r" b="b"/>
              <a:pathLst>
                <a:path w="1070610" h="347979">
                  <a:moveTo>
                    <a:pt x="1070610" y="345948"/>
                  </a:moveTo>
                  <a:lnTo>
                    <a:pt x="1070610" y="1523"/>
                  </a:lnTo>
                  <a:lnTo>
                    <a:pt x="1069086" y="0"/>
                  </a:lnTo>
                  <a:lnTo>
                    <a:pt x="2286" y="0"/>
                  </a:lnTo>
                  <a:lnTo>
                    <a:pt x="0" y="1524"/>
                  </a:lnTo>
                  <a:lnTo>
                    <a:pt x="0" y="345948"/>
                  </a:lnTo>
                  <a:lnTo>
                    <a:pt x="2286" y="347472"/>
                  </a:lnTo>
                  <a:lnTo>
                    <a:pt x="2286" y="3048"/>
                  </a:lnTo>
                  <a:lnTo>
                    <a:pt x="3809" y="1524"/>
                  </a:lnTo>
                  <a:lnTo>
                    <a:pt x="3809" y="3048"/>
                  </a:lnTo>
                  <a:lnTo>
                    <a:pt x="1066800" y="3047"/>
                  </a:lnTo>
                  <a:lnTo>
                    <a:pt x="1066800" y="1523"/>
                  </a:lnTo>
                  <a:lnTo>
                    <a:pt x="1069086" y="3047"/>
                  </a:lnTo>
                  <a:lnTo>
                    <a:pt x="1069086" y="347472"/>
                  </a:lnTo>
                  <a:lnTo>
                    <a:pt x="1070610" y="345948"/>
                  </a:lnTo>
                  <a:close/>
                </a:path>
                <a:path w="1070610" h="347979">
                  <a:moveTo>
                    <a:pt x="3809" y="3048"/>
                  </a:moveTo>
                  <a:lnTo>
                    <a:pt x="3809" y="1524"/>
                  </a:lnTo>
                  <a:lnTo>
                    <a:pt x="2286" y="3048"/>
                  </a:lnTo>
                  <a:lnTo>
                    <a:pt x="3809" y="3048"/>
                  </a:lnTo>
                  <a:close/>
                </a:path>
                <a:path w="1070610" h="347979">
                  <a:moveTo>
                    <a:pt x="3809" y="344424"/>
                  </a:moveTo>
                  <a:lnTo>
                    <a:pt x="3809" y="3048"/>
                  </a:lnTo>
                  <a:lnTo>
                    <a:pt x="2286" y="3048"/>
                  </a:lnTo>
                  <a:lnTo>
                    <a:pt x="2286" y="344424"/>
                  </a:lnTo>
                  <a:lnTo>
                    <a:pt x="3809" y="344424"/>
                  </a:lnTo>
                  <a:close/>
                </a:path>
                <a:path w="1070610" h="347979">
                  <a:moveTo>
                    <a:pt x="1069086" y="344424"/>
                  </a:moveTo>
                  <a:lnTo>
                    <a:pt x="2286" y="344424"/>
                  </a:lnTo>
                  <a:lnTo>
                    <a:pt x="3809" y="345948"/>
                  </a:lnTo>
                  <a:lnTo>
                    <a:pt x="3809" y="347472"/>
                  </a:lnTo>
                  <a:lnTo>
                    <a:pt x="1066800" y="347472"/>
                  </a:lnTo>
                  <a:lnTo>
                    <a:pt x="1066800" y="345948"/>
                  </a:lnTo>
                  <a:lnTo>
                    <a:pt x="1069086" y="344424"/>
                  </a:lnTo>
                  <a:close/>
                </a:path>
                <a:path w="1070610" h="347979">
                  <a:moveTo>
                    <a:pt x="3809" y="347472"/>
                  </a:moveTo>
                  <a:lnTo>
                    <a:pt x="3809" y="345948"/>
                  </a:lnTo>
                  <a:lnTo>
                    <a:pt x="2286" y="344424"/>
                  </a:lnTo>
                  <a:lnTo>
                    <a:pt x="2286" y="347472"/>
                  </a:lnTo>
                  <a:lnTo>
                    <a:pt x="3809" y="347472"/>
                  </a:lnTo>
                  <a:close/>
                </a:path>
                <a:path w="1070610" h="347979">
                  <a:moveTo>
                    <a:pt x="1069086" y="3047"/>
                  </a:moveTo>
                  <a:lnTo>
                    <a:pt x="1066800" y="1523"/>
                  </a:lnTo>
                  <a:lnTo>
                    <a:pt x="1066800" y="3047"/>
                  </a:lnTo>
                  <a:lnTo>
                    <a:pt x="1069086" y="3047"/>
                  </a:lnTo>
                  <a:close/>
                </a:path>
                <a:path w="1070610" h="347979">
                  <a:moveTo>
                    <a:pt x="1069086" y="344424"/>
                  </a:moveTo>
                  <a:lnTo>
                    <a:pt x="1069086" y="3047"/>
                  </a:lnTo>
                  <a:lnTo>
                    <a:pt x="1066800" y="3047"/>
                  </a:lnTo>
                  <a:lnTo>
                    <a:pt x="1066800" y="344424"/>
                  </a:lnTo>
                  <a:lnTo>
                    <a:pt x="1069086" y="344424"/>
                  </a:lnTo>
                  <a:close/>
                </a:path>
                <a:path w="1070610" h="347979">
                  <a:moveTo>
                    <a:pt x="1069086" y="347472"/>
                  </a:moveTo>
                  <a:lnTo>
                    <a:pt x="1069086" y="344424"/>
                  </a:lnTo>
                  <a:lnTo>
                    <a:pt x="1066800" y="345948"/>
                  </a:lnTo>
                  <a:lnTo>
                    <a:pt x="1066800" y="347472"/>
                  </a:lnTo>
                  <a:lnTo>
                    <a:pt x="1069086" y="347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781050" y="4362450"/>
            <a:ext cx="617855" cy="12318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4445">
              <a:lnSpc>
                <a:spcPts val="930"/>
              </a:lnSpc>
            </a:pPr>
            <a:r>
              <a:rPr dirty="0" sz="800" spc="-10">
                <a:latin typeface="Arial MT"/>
                <a:cs typeface="Arial MT"/>
              </a:rPr>
              <a:t>externa</a:t>
            </a:r>
            <a:r>
              <a:rPr dirty="0" sz="800" spc="5">
                <a:latin typeface="Arial MT"/>
                <a:cs typeface="Arial MT"/>
              </a:rPr>
              <a:t>l</a:t>
            </a:r>
            <a:r>
              <a:rPr dirty="0" sz="800">
                <a:latin typeface="Arial MT"/>
                <a:cs typeface="Arial MT"/>
              </a:rPr>
              <a:t>:</a:t>
            </a:r>
            <a:r>
              <a:rPr dirty="0" sz="800" spc="-10">
                <a:latin typeface="Arial MT"/>
                <a:cs typeface="Arial MT"/>
              </a:rPr>
              <a:t>Heat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1924050" y="2326386"/>
            <a:ext cx="1070610" cy="347980"/>
            <a:chOff x="1924050" y="2326386"/>
            <a:chExt cx="1070610" cy="347980"/>
          </a:xfrm>
        </p:grpSpPr>
        <p:sp>
          <p:nvSpPr>
            <p:cNvPr id="93" name="object 93"/>
            <p:cNvSpPr/>
            <p:nvPr/>
          </p:nvSpPr>
          <p:spPr>
            <a:xfrm>
              <a:off x="1926336" y="2327910"/>
              <a:ext cx="1066800" cy="344805"/>
            </a:xfrm>
            <a:custGeom>
              <a:avLst/>
              <a:gdLst/>
              <a:ahLst/>
              <a:cxnLst/>
              <a:rect l="l" t="t" r="r" b="b"/>
              <a:pathLst>
                <a:path w="1066800" h="344805">
                  <a:moveTo>
                    <a:pt x="1066800" y="344424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44424"/>
                  </a:lnTo>
                  <a:lnTo>
                    <a:pt x="1066800" y="344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924050" y="2326386"/>
              <a:ext cx="1070610" cy="347980"/>
            </a:xfrm>
            <a:custGeom>
              <a:avLst/>
              <a:gdLst/>
              <a:ahLst/>
              <a:cxnLst/>
              <a:rect l="l" t="t" r="r" b="b"/>
              <a:pathLst>
                <a:path w="1070610" h="347980">
                  <a:moveTo>
                    <a:pt x="1070610" y="345948"/>
                  </a:moveTo>
                  <a:lnTo>
                    <a:pt x="1070610" y="1523"/>
                  </a:lnTo>
                  <a:lnTo>
                    <a:pt x="1069086" y="0"/>
                  </a:lnTo>
                  <a:lnTo>
                    <a:pt x="2286" y="0"/>
                  </a:lnTo>
                  <a:lnTo>
                    <a:pt x="0" y="1524"/>
                  </a:lnTo>
                  <a:lnTo>
                    <a:pt x="0" y="345948"/>
                  </a:lnTo>
                  <a:lnTo>
                    <a:pt x="2286" y="347472"/>
                  </a:lnTo>
                  <a:lnTo>
                    <a:pt x="2286" y="3048"/>
                  </a:lnTo>
                  <a:lnTo>
                    <a:pt x="3809" y="1524"/>
                  </a:lnTo>
                  <a:lnTo>
                    <a:pt x="3809" y="3048"/>
                  </a:lnTo>
                  <a:lnTo>
                    <a:pt x="1066800" y="3047"/>
                  </a:lnTo>
                  <a:lnTo>
                    <a:pt x="1066800" y="1523"/>
                  </a:lnTo>
                  <a:lnTo>
                    <a:pt x="1069086" y="3047"/>
                  </a:lnTo>
                  <a:lnTo>
                    <a:pt x="1069086" y="347472"/>
                  </a:lnTo>
                  <a:lnTo>
                    <a:pt x="1070610" y="345948"/>
                  </a:lnTo>
                  <a:close/>
                </a:path>
                <a:path w="1070610" h="347980">
                  <a:moveTo>
                    <a:pt x="3809" y="3048"/>
                  </a:moveTo>
                  <a:lnTo>
                    <a:pt x="3809" y="1524"/>
                  </a:lnTo>
                  <a:lnTo>
                    <a:pt x="2286" y="3048"/>
                  </a:lnTo>
                  <a:lnTo>
                    <a:pt x="3809" y="3048"/>
                  </a:lnTo>
                  <a:close/>
                </a:path>
                <a:path w="1070610" h="347980">
                  <a:moveTo>
                    <a:pt x="3809" y="344424"/>
                  </a:moveTo>
                  <a:lnTo>
                    <a:pt x="3809" y="3048"/>
                  </a:lnTo>
                  <a:lnTo>
                    <a:pt x="2286" y="3048"/>
                  </a:lnTo>
                  <a:lnTo>
                    <a:pt x="2286" y="344424"/>
                  </a:lnTo>
                  <a:lnTo>
                    <a:pt x="3809" y="344424"/>
                  </a:lnTo>
                  <a:close/>
                </a:path>
                <a:path w="1070610" h="347980">
                  <a:moveTo>
                    <a:pt x="1069086" y="344424"/>
                  </a:moveTo>
                  <a:lnTo>
                    <a:pt x="2286" y="344424"/>
                  </a:lnTo>
                  <a:lnTo>
                    <a:pt x="3809" y="345948"/>
                  </a:lnTo>
                  <a:lnTo>
                    <a:pt x="3809" y="347472"/>
                  </a:lnTo>
                  <a:lnTo>
                    <a:pt x="1066800" y="347472"/>
                  </a:lnTo>
                  <a:lnTo>
                    <a:pt x="1066800" y="345948"/>
                  </a:lnTo>
                  <a:lnTo>
                    <a:pt x="1069086" y="344424"/>
                  </a:lnTo>
                  <a:close/>
                </a:path>
                <a:path w="1070610" h="347980">
                  <a:moveTo>
                    <a:pt x="3809" y="347472"/>
                  </a:moveTo>
                  <a:lnTo>
                    <a:pt x="3809" y="345948"/>
                  </a:lnTo>
                  <a:lnTo>
                    <a:pt x="2286" y="344424"/>
                  </a:lnTo>
                  <a:lnTo>
                    <a:pt x="2286" y="347472"/>
                  </a:lnTo>
                  <a:lnTo>
                    <a:pt x="3809" y="347472"/>
                  </a:lnTo>
                  <a:close/>
                </a:path>
                <a:path w="1070610" h="347980">
                  <a:moveTo>
                    <a:pt x="1069086" y="3047"/>
                  </a:moveTo>
                  <a:lnTo>
                    <a:pt x="1066800" y="1523"/>
                  </a:lnTo>
                  <a:lnTo>
                    <a:pt x="1066800" y="3047"/>
                  </a:lnTo>
                  <a:lnTo>
                    <a:pt x="1069086" y="3047"/>
                  </a:lnTo>
                  <a:close/>
                </a:path>
                <a:path w="1070610" h="347980">
                  <a:moveTo>
                    <a:pt x="1069086" y="344424"/>
                  </a:moveTo>
                  <a:lnTo>
                    <a:pt x="1069086" y="3047"/>
                  </a:lnTo>
                  <a:lnTo>
                    <a:pt x="1066800" y="3047"/>
                  </a:lnTo>
                  <a:lnTo>
                    <a:pt x="1066800" y="344424"/>
                  </a:lnTo>
                  <a:lnTo>
                    <a:pt x="1069086" y="344424"/>
                  </a:lnTo>
                  <a:close/>
                </a:path>
                <a:path w="1070610" h="347980">
                  <a:moveTo>
                    <a:pt x="1069086" y="347472"/>
                  </a:moveTo>
                  <a:lnTo>
                    <a:pt x="1069086" y="344424"/>
                  </a:lnTo>
                  <a:lnTo>
                    <a:pt x="1066800" y="345948"/>
                  </a:lnTo>
                  <a:lnTo>
                    <a:pt x="1066800" y="347472"/>
                  </a:lnTo>
                  <a:lnTo>
                    <a:pt x="1069086" y="347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2106929" y="2438400"/>
              <a:ext cx="695960" cy="123189"/>
            </a:xfrm>
            <a:custGeom>
              <a:avLst/>
              <a:gdLst/>
              <a:ahLst/>
              <a:cxnLst/>
              <a:rect l="l" t="t" r="r" b="b"/>
              <a:pathLst>
                <a:path w="695960" h="123189">
                  <a:moveTo>
                    <a:pt x="695706" y="122681"/>
                  </a:moveTo>
                  <a:lnTo>
                    <a:pt x="695706" y="0"/>
                  </a:lnTo>
                  <a:lnTo>
                    <a:pt x="0" y="0"/>
                  </a:lnTo>
                  <a:lnTo>
                    <a:pt x="0" y="122681"/>
                  </a:lnTo>
                  <a:lnTo>
                    <a:pt x="695706" y="1226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1926335" y="2327910"/>
            <a:ext cx="1066800" cy="34480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7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</a:pPr>
            <a:r>
              <a:rPr dirty="0" sz="800" spc="-5">
                <a:latin typeface="Arial MT"/>
                <a:cs typeface="Arial MT"/>
              </a:rPr>
              <a:t>recovered:Heat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620011" y="2102357"/>
            <a:ext cx="4760595" cy="2386330"/>
            <a:chOff x="1620011" y="2102357"/>
            <a:chExt cx="4760595" cy="2386330"/>
          </a:xfrm>
        </p:grpSpPr>
        <p:sp>
          <p:nvSpPr>
            <p:cNvPr id="98" name="object 98"/>
            <p:cNvSpPr/>
            <p:nvPr/>
          </p:nvSpPr>
          <p:spPr>
            <a:xfrm>
              <a:off x="2322576" y="2783585"/>
              <a:ext cx="502284" cy="633730"/>
            </a:xfrm>
            <a:custGeom>
              <a:avLst/>
              <a:gdLst/>
              <a:ahLst/>
              <a:cxnLst/>
              <a:rect l="l" t="t" r="r" b="b"/>
              <a:pathLst>
                <a:path w="502285" h="633729">
                  <a:moveTo>
                    <a:pt x="57150" y="41148"/>
                  </a:moveTo>
                  <a:lnTo>
                    <a:pt x="0" y="41148"/>
                  </a:lnTo>
                  <a:lnTo>
                    <a:pt x="0" y="98298"/>
                  </a:lnTo>
                  <a:lnTo>
                    <a:pt x="57150" y="98298"/>
                  </a:lnTo>
                  <a:lnTo>
                    <a:pt x="57150" y="41148"/>
                  </a:lnTo>
                  <a:close/>
                </a:path>
                <a:path w="502285" h="633729">
                  <a:moveTo>
                    <a:pt x="188976" y="576072"/>
                  </a:moveTo>
                  <a:lnTo>
                    <a:pt x="131826" y="576072"/>
                  </a:lnTo>
                  <a:lnTo>
                    <a:pt x="131826" y="633222"/>
                  </a:lnTo>
                  <a:lnTo>
                    <a:pt x="188976" y="633222"/>
                  </a:lnTo>
                  <a:lnTo>
                    <a:pt x="188976" y="576072"/>
                  </a:lnTo>
                  <a:close/>
                </a:path>
                <a:path w="502285" h="633729">
                  <a:moveTo>
                    <a:pt x="370332" y="0"/>
                  </a:moveTo>
                  <a:lnTo>
                    <a:pt x="313182" y="0"/>
                  </a:lnTo>
                  <a:lnTo>
                    <a:pt x="313182" y="57150"/>
                  </a:lnTo>
                  <a:lnTo>
                    <a:pt x="370332" y="57150"/>
                  </a:lnTo>
                  <a:lnTo>
                    <a:pt x="370332" y="0"/>
                  </a:lnTo>
                  <a:close/>
                </a:path>
                <a:path w="502285" h="633729">
                  <a:moveTo>
                    <a:pt x="502158" y="534924"/>
                  </a:moveTo>
                  <a:lnTo>
                    <a:pt x="445008" y="534924"/>
                  </a:lnTo>
                  <a:lnTo>
                    <a:pt x="445008" y="592074"/>
                  </a:lnTo>
                  <a:lnTo>
                    <a:pt x="502158" y="592074"/>
                  </a:lnTo>
                  <a:lnTo>
                    <a:pt x="502158" y="534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2458212" y="2670809"/>
              <a:ext cx="231775" cy="860425"/>
            </a:xfrm>
            <a:custGeom>
              <a:avLst/>
              <a:gdLst/>
              <a:ahLst/>
              <a:cxnLst/>
              <a:rect l="l" t="t" r="r" b="b"/>
              <a:pathLst>
                <a:path w="231775" h="860425">
                  <a:moveTo>
                    <a:pt x="231648" y="858012"/>
                  </a:moveTo>
                  <a:lnTo>
                    <a:pt x="3048" y="762"/>
                  </a:lnTo>
                  <a:lnTo>
                    <a:pt x="762" y="0"/>
                  </a:lnTo>
                  <a:lnTo>
                    <a:pt x="0" y="1524"/>
                  </a:lnTo>
                  <a:lnTo>
                    <a:pt x="228600" y="858774"/>
                  </a:lnTo>
                  <a:lnTo>
                    <a:pt x="230124" y="860298"/>
                  </a:lnTo>
                  <a:lnTo>
                    <a:pt x="231648" y="85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26613" y="3416808"/>
              <a:ext cx="70866" cy="11430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1776984" y="3910583"/>
              <a:ext cx="1732280" cy="577850"/>
            </a:xfrm>
            <a:custGeom>
              <a:avLst/>
              <a:gdLst/>
              <a:ahLst/>
              <a:cxnLst/>
              <a:rect l="l" t="t" r="r" b="b"/>
              <a:pathLst>
                <a:path w="1732279" h="577850">
                  <a:moveTo>
                    <a:pt x="57150" y="363474"/>
                  </a:moveTo>
                  <a:lnTo>
                    <a:pt x="0" y="363474"/>
                  </a:lnTo>
                  <a:lnTo>
                    <a:pt x="0" y="420624"/>
                  </a:lnTo>
                  <a:lnTo>
                    <a:pt x="57150" y="420624"/>
                  </a:lnTo>
                  <a:lnTo>
                    <a:pt x="57150" y="363474"/>
                  </a:lnTo>
                  <a:close/>
                </a:path>
                <a:path w="1732279" h="577850">
                  <a:moveTo>
                    <a:pt x="126492" y="520446"/>
                  </a:moveTo>
                  <a:lnTo>
                    <a:pt x="69342" y="520446"/>
                  </a:lnTo>
                  <a:lnTo>
                    <a:pt x="69342" y="577596"/>
                  </a:lnTo>
                  <a:lnTo>
                    <a:pt x="126492" y="577596"/>
                  </a:lnTo>
                  <a:lnTo>
                    <a:pt x="126492" y="520446"/>
                  </a:lnTo>
                  <a:close/>
                </a:path>
                <a:path w="1732279" h="577850">
                  <a:moveTo>
                    <a:pt x="1661922" y="0"/>
                  </a:moveTo>
                  <a:lnTo>
                    <a:pt x="1604772" y="0"/>
                  </a:lnTo>
                  <a:lnTo>
                    <a:pt x="1604772" y="57150"/>
                  </a:lnTo>
                  <a:lnTo>
                    <a:pt x="1661922" y="57150"/>
                  </a:lnTo>
                  <a:lnTo>
                    <a:pt x="1661922" y="0"/>
                  </a:lnTo>
                  <a:close/>
                </a:path>
                <a:path w="1732279" h="577850">
                  <a:moveTo>
                    <a:pt x="1732026" y="155448"/>
                  </a:moveTo>
                  <a:lnTo>
                    <a:pt x="1674876" y="155448"/>
                  </a:lnTo>
                  <a:lnTo>
                    <a:pt x="1674876" y="212598"/>
                  </a:lnTo>
                  <a:lnTo>
                    <a:pt x="1732026" y="212598"/>
                  </a:lnTo>
                  <a:lnTo>
                    <a:pt x="1732026" y="155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620011" y="3957827"/>
              <a:ext cx="2109470" cy="467359"/>
            </a:xfrm>
            <a:custGeom>
              <a:avLst/>
              <a:gdLst/>
              <a:ahLst/>
              <a:cxnLst/>
              <a:rect l="l" t="t" r="r" b="b"/>
              <a:pathLst>
                <a:path w="2109470" h="467360">
                  <a:moveTo>
                    <a:pt x="2109216" y="1524"/>
                  </a:moveTo>
                  <a:lnTo>
                    <a:pt x="2107692" y="0"/>
                  </a:lnTo>
                  <a:lnTo>
                    <a:pt x="762" y="464058"/>
                  </a:lnTo>
                  <a:lnTo>
                    <a:pt x="0" y="465582"/>
                  </a:lnTo>
                  <a:lnTo>
                    <a:pt x="1524" y="467106"/>
                  </a:lnTo>
                  <a:lnTo>
                    <a:pt x="2108454" y="3048"/>
                  </a:lnTo>
                  <a:lnTo>
                    <a:pt x="210921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614928" y="3947159"/>
              <a:ext cx="114300" cy="70866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134106" y="2102357"/>
              <a:ext cx="1233805" cy="464820"/>
            </a:xfrm>
            <a:custGeom>
              <a:avLst/>
              <a:gdLst/>
              <a:ahLst/>
              <a:cxnLst/>
              <a:rect l="l" t="t" r="r" b="b"/>
              <a:pathLst>
                <a:path w="1233804" h="464819">
                  <a:moveTo>
                    <a:pt x="57150" y="250698"/>
                  </a:moveTo>
                  <a:lnTo>
                    <a:pt x="0" y="250698"/>
                  </a:lnTo>
                  <a:lnTo>
                    <a:pt x="0" y="307848"/>
                  </a:lnTo>
                  <a:lnTo>
                    <a:pt x="57150" y="307848"/>
                  </a:lnTo>
                  <a:lnTo>
                    <a:pt x="57150" y="250698"/>
                  </a:lnTo>
                  <a:close/>
                </a:path>
                <a:path w="1233804" h="464819">
                  <a:moveTo>
                    <a:pt x="125730" y="407670"/>
                  </a:moveTo>
                  <a:lnTo>
                    <a:pt x="68580" y="407670"/>
                  </a:lnTo>
                  <a:lnTo>
                    <a:pt x="68580" y="464820"/>
                  </a:lnTo>
                  <a:lnTo>
                    <a:pt x="125730" y="464820"/>
                  </a:lnTo>
                  <a:lnTo>
                    <a:pt x="125730" y="407670"/>
                  </a:lnTo>
                  <a:close/>
                </a:path>
                <a:path w="1233804" h="464819">
                  <a:moveTo>
                    <a:pt x="1163574" y="0"/>
                  </a:moveTo>
                  <a:lnTo>
                    <a:pt x="1106424" y="0"/>
                  </a:lnTo>
                  <a:lnTo>
                    <a:pt x="1106424" y="57150"/>
                  </a:lnTo>
                  <a:lnTo>
                    <a:pt x="1163574" y="57150"/>
                  </a:lnTo>
                  <a:lnTo>
                    <a:pt x="1163574" y="0"/>
                  </a:lnTo>
                  <a:close/>
                </a:path>
                <a:path w="1233804" h="464819">
                  <a:moveTo>
                    <a:pt x="1233678" y="156972"/>
                  </a:moveTo>
                  <a:lnTo>
                    <a:pt x="1176528" y="156972"/>
                  </a:lnTo>
                  <a:lnTo>
                    <a:pt x="1176528" y="214122"/>
                  </a:lnTo>
                  <a:lnTo>
                    <a:pt x="1233678" y="214122"/>
                  </a:lnTo>
                  <a:lnTo>
                    <a:pt x="1233678" y="156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2991612" y="2167127"/>
              <a:ext cx="1517650" cy="334010"/>
            </a:xfrm>
            <a:custGeom>
              <a:avLst/>
              <a:gdLst/>
              <a:ahLst/>
              <a:cxnLst/>
              <a:rect l="l" t="t" r="r" b="b"/>
              <a:pathLst>
                <a:path w="1517650" h="334010">
                  <a:moveTo>
                    <a:pt x="1517142" y="1524"/>
                  </a:moveTo>
                  <a:lnTo>
                    <a:pt x="1515618" y="0"/>
                  </a:lnTo>
                  <a:lnTo>
                    <a:pt x="762" y="330708"/>
                  </a:lnTo>
                  <a:lnTo>
                    <a:pt x="0" y="332232"/>
                  </a:lnTo>
                  <a:lnTo>
                    <a:pt x="1524" y="333756"/>
                  </a:lnTo>
                  <a:lnTo>
                    <a:pt x="1516380" y="3048"/>
                  </a:lnTo>
                  <a:lnTo>
                    <a:pt x="151714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91612" y="2442209"/>
              <a:ext cx="112013" cy="70865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4489691" y="2167127"/>
              <a:ext cx="1372235" cy="1039494"/>
            </a:xfrm>
            <a:custGeom>
              <a:avLst/>
              <a:gdLst/>
              <a:ahLst/>
              <a:cxnLst/>
              <a:rect l="l" t="t" r="r" b="b"/>
              <a:pathLst>
                <a:path w="1372235" h="1039494">
                  <a:moveTo>
                    <a:pt x="1371612" y="1037082"/>
                  </a:moveTo>
                  <a:lnTo>
                    <a:pt x="528116" y="4546"/>
                  </a:lnTo>
                  <a:lnTo>
                    <a:pt x="539496" y="4572"/>
                  </a:lnTo>
                  <a:lnTo>
                    <a:pt x="541782" y="3048"/>
                  </a:lnTo>
                  <a:lnTo>
                    <a:pt x="539496" y="1524"/>
                  </a:lnTo>
                  <a:lnTo>
                    <a:pt x="525614" y="1485"/>
                  </a:lnTo>
                  <a:lnTo>
                    <a:pt x="525030" y="762"/>
                  </a:lnTo>
                  <a:lnTo>
                    <a:pt x="522744" y="762"/>
                  </a:lnTo>
                  <a:lnTo>
                    <a:pt x="522744" y="1485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1524" y="3048"/>
                  </a:lnTo>
                  <a:lnTo>
                    <a:pt x="523951" y="4533"/>
                  </a:lnTo>
                  <a:lnTo>
                    <a:pt x="1368564" y="1039368"/>
                  </a:lnTo>
                  <a:lnTo>
                    <a:pt x="1370850" y="1039368"/>
                  </a:lnTo>
                  <a:lnTo>
                    <a:pt x="1371612" y="10370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3685032" y="387400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4" y="85344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85344"/>
                  </a:lnTo>
                  <a:lnTo>
                    <a:pt x="85344" y="85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3683507" y="3872483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392" y="86868"/>
                  </a:moveTo>
                  <a:lnTo>
                    <a:pt x="88392" y="1524"/>
                  </a:lnTo>
                  <a:lnTo>
                    <a:pt x="86868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86868"/>
                  </a:lnTo>
                  <a:lnTo>
                    <a:pt x="1524" y="88392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85344" y="3048"/>
                  </a:lnTo>
                  <a:lnTo>
                    <a:pt x="85344" y="1524"/>
                  </a:lnTo>
                  <a:lnTo>
                    <a:pt x="86868" y="3048"/>
                  </a:lnTo>
                  <a:lnTo>
                    <a:pt x="86868" y="88392"/>
                  </a:lnTo>
                  <a:lnTo>
                    <a:pt x="88392" y="86868"/>
                  </a:lnTo>
                  <a:close/>
                </a:path>
                <a:path w="88900" h="88900">
                  <a:moveTo>
                    <a:pt x="3047" y="3048"/>
                  </a:moveTo>
                  <a:lnTo>
                    <a:pt x="3047" y="1524"/>
                  </a:lnTo>
                  <a:lnTo>
                    <a:pt x="1524" y="3048"/>
                  </a:lnTo>
                  <a:lnTo>
                    <a:pt x="3047" y="3048"/>
                  </a:lnTo>
                  <a:close/>
                </a:path>
                <a:path w="88900" h="88900">
                  <a:moveTo>
                    <a:pt x="3047" y="85344"/>
                  </a:moveTo>
                  <a:lnTo>
                    <a:pt x="3047" y="3048"/>
                  </a:lnTo>
                  <a:lnTo>
                    <a:pt x="1524" y="3048"/>
                  </a:lnTo>
                  <a:lnTo>
                    <a:pt x="1524" y="85344"/>
                  </a:lnTo>
                  <a:lnTo>
                    <a:pt x="3047" y="85344"/>
                  </a:lnTo>
                  <a:close/>
                </a:path>
                <a:path w="88900" h="88900">
                  <a:moveTo>
                    <a:pt x="86868" y="85344"/>
                  </a:moveTo>
                  <a:lnTo>
                    <a:pt x="1524" y="85344"/>
                  </a:lnTo>
                  <a:lnTo>
                    <a:pt x="3047" y="86868"/>
                  </a:lnTo>
                  <a:lnTo>
                    <a:pt x="3047" y="88392"/>
                  </a:lnTo>
                  <a:lnTo>
                    <a:pt x="85344" y="88392"/>
                  </a:lnTo>
                  <a:lnTo>
                    <a:pt x="85344" y="86868"/>
                  </a:lnTo>
                  <a:lnTo>
                    <a:pt x="86868" y="85344"/>
                  </a:lnTo>
                  <a:close/>
                </a:path>
                <a:path w="88900" h="88900">
                  <a:moveTo>
                    <a:pt x="3047" y="88392"/>
                  </a:moveTo>
                  <a:lnTo>
                    <a:pt x="3047" y="86868"/>
                  </a:lnTo>
                  <a:lnTo>
                    <a:pt x="1524" y="85344"/>
                  </a:lnTo>
                  <a:lnTo>
                    <a:pt x="1524" y="88392"/>
                  </a:lnTo>
                  <a:lnTo>
                    <a:pt x="3047" y="88392"/>
                  </a:lnTo>
                  <a:close/>
                </a:path>
                <a:path w="88900" h="88900">
                  <a:moveTo>
                    <a:pt x="86868" y="3048"/>
                  </a:moveTo>
                  <a:lnTo>
                    <a:pt x="85344" y="1524"/>
                  </a:lnTo>
                  <a:lnTo>
                    <a:pt x="85344" y="3048"/>
                  </a:lnTo>
                  <a:lnTo>
                    <a:pt x="86868" y="3048"/>
                  </a:lnTo>
                  <a:close/>
                </a:path>
                <a:path w="88900" h="88900">
                  <a:moveTo>
                    <a:pt x="86868" y="85344"/>
                  </a:moveTo>
                  <a:lnTo>
                    <a:pt x="86868" y="3048"/>
                  </a:lnTo>
                  <a:lnTo>
                    <a:pt x="85344" y="3048"/>
                  </a:lnTo>
                  <a:lnTo>
                    <a:pt x="85344" y="85344"/>
                  </a:lnTo>
                  <a:lnTo>
                    <a:pt x="86868" y="85344"/>
                  </a:lnTo>
                  <a:close/>
                </a:path>
                <a:path w="88900" h="88900">
                  <a:moveTo>
                    <a:pt x="86868" y="88392"/>
                  </a:moveTo>
                  <a:lnTo>
                    <a:pt x="86868" y="85344"/>
                  </a:lnTo>
                  <a:lnTo>
                    <a:pt x="85344" y="86868"/>
                  </a:lnTo>
                  <a:lnTo>
                    <a:pt x="85344" y="88392"/>
                  </a:lnTo>
                  <a:lnTo>
                    <a:pt x="86868" y="883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5340858" y="3205733"/>
              <a:ext cx="1038225" cy="342900"/>
            </a:xfrm>
            <a:custGeom>
              <a:avLst/>
              <a:gdLst/>
              <a:ahLst/>
              <a:cxnLst/>
              <a:rect l="l" t="t" r="r" b="b"/>
              <a:pathLst>
                <a:path w="1038225" h="342900">
                  <a:moveTo>
                    <a:pt x="1037844" y="256794"/>
                  </a:moveTo>
                  <a:lnTo>
                    <a:pt x="1037844" y="85344"/>
                  </a:lnTo>
                  <a:lnTo>
                    <a:pt x="1031045" y="52077"/>
                  </a:lnTo>
                  <a:lnTo>
                    <a:pt x="1012602" y="24955"/>
                  </a:lnTo>
                  <a:lnTo>
                    <a:pt x="985444" y="6691"/>
                  </a:lnTo>
                  <a:lnTo>
                    <a:pt x="952500" y="0"/>
                  </a:lnTo>
                  <a:lnTo>
                    <a:pt x="85343" y="0"/>
                  </a:lnTo>
                  <a:lnTo>
                    <a:pt x="52077" y="6691"/>
                  </a:lnTo>
                  <a:lnTo>
                    <a:pt x="24955" y="24955"/>
                  </a:lnTo>
                  <a:lnTo>
                    <a:pt x="6691" y="52077"/>
                  </a:lnTo>
                  <a:lnTo>
                    <a:pt x="0" y="85344"/>
                  </a:lnTo>
                  <a:lnTo>
                    <a:pt x="0" y="256794"/>
                  </a:lnTo>
                  <a:lnTo>
                    <a:pt x="6691" y="290179"/>
                  </a:lnTo>
                  <a:lnTo>
                    <a:pt x="24955" y="317563"/>
                  </a:lnTo>
                  <a:lnTo>
                    <a:pt x="52077" y="336089"/>
                  </a:lnTo>
                  <a:lnTo>
                    <a:pt x="85344" y="342900"/>
                  </a:lnTo>
                  <a:lnTo>
                    <a:pt x="952500" y="342900"/>
                  </a:lnTo>
                  <a:lnTo>
                    <a:pt x="985444" y="336089"/>
                  </a:lnTo>
                  <a:lnTo>
                    <a:pt x="1012602" y="317563"/>
                  </a:lnTo>
                  <a:lnTo>
                    <a:pt x="1031045" y="290179"/>
                  </a:lnTo>
                  <a:lnTo>
                    <a:pt x="1037844" y="256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5339334" y="3204209"/>
              <a:ext cx="1041400" cy="346075"/>
            </a:xfrm>
            <a:custGeom>
              <a:avLst/>
              <a:gdLst/>
              <a:ahLst/>
              <a:cxnLst/>
              <a:rect l="l" t="t" r="r" b="b"/>
              <a:pathLst>
                <a:path w="1041400" h="346075">
                  <a:moveTo>
                    <a:pt x="1040892" y="78486"/>
                  </a:moveTo>
                  <a:lnTo>
                    <a:pt x="1039368" y="69342"/>
                  </a:lnTo>
                  <a:lnTo>
                    <a:pt x="1037844" y="65303"/>
                  </a:lnTo>
                  <a:lnTo>
                    <a:pt x="1037844" y="78486"/>
                  </a:lnTo>
                  <a:lnTo>
                    <a:pt x="1037844" y="266700"/>
                  </a:lnTo>
                  <a:lnTo>
                    <a:pt x="1010272" y="320662"/>
                  </a:lnTo>
                  <a:lnTo>
                    <a:pt x="962406" y="342138"/>
                  </a:lnTo>
                  <a:lnTo>
                    <a:pt x="954024" y="342900"/>
                  </a:lnTo>
                  <a:lnTo>
                    <a:pt x="86868" y="342785"/>
                  </a:lnTo>
                  <a:lnTo>
                    <a:pt x="37515" y="326313"/>
                  </a:lnTo>
                  <a:lnTo>
                    <a:pt x="6858" y="283464"/>
                  </a:lnTo>
                  <a:lnTo>
                    <a:pt x="3048" y="267462"/>
                  </a:lnTo>
                  <a:lnTo>
                    <a:pt x="3048" y="78486"/>
                  </a:lnTo>
                  <a:lnTo>
                    <a:pt x="17526" y="39624"/>
                  </a:lnTo>
                  <a:lnTo>
                    <a:pt x="46482" y="12954"/>
                  </a:lnTo>
                  <a:lnTo>
                    <a:pt x="78486" y="3048"/>
                  </a:lnTo>
                  <a:lnTo>
                    <a:pt x="962406" y="3048"/>
                  </a:lnTo>
                  <a:lnTo>
                    <a:pt x="1016266" y="30670"/>
                  </a:lnTo>
                  <a:lnTo>
                    <a:pt x="1037844" y="78486"/>
                  </a:lnTo>
                  <a:lnTo>
                    <a:pt x="1037844" y="65303"/>
                  </a:lnTo>
                  <a:lnTo>
                    <a:pt x="1029462" y="43091"/>
                  </a:lnTo>
                  <a:lnTo>
                    <a:pt x="1012647" y="22288"/>
                  </a:lnTo>
                  <a:lnTo>
                    <a:pt x="990130" y="7683"/>
                  </a:lnTo>
                  <a:lnTo>
                    <a:pt x="963168" y="0"/>
                  </a:lnTo>
                  <a:lnTo>
                    <a:pt x="86868" y="0"/>
                  </a:lnTo>
                  <a:lnTo>
                    <a:pt x="35255" y="16713"/>
                  </a:lnTo>
                  <a:lnTo>
                    <a:pt x="3810" y="60960"/>
                  </a:lnTo>
                  <a:lnTo>
                    <a:pt x="0" y="77724"/>
                  </a:lnTo>
                  <a:lnTo>
                    <a:pt x="0" y="267462"/>
                  </a:lnTo>
                  <a:lnTo>
                    <a:pt x="1524" y="275844"/>
                  </a:lnTo>
                  <a:lnTo>
                    <a:pt x="3048" y="281432"/>
                  </a:lnTo>
                  <a:lnTo>
                    <a:pt x="3810" y="284226"/>
                  </a:lnTo>
                  <a:lnTo>
                    <a:pt x="25146" y="320040"/>
                  </a:lnTo>
                  <a:lnTo>
                    <a:pt x="65455" y="343090"/>
                  </a:lnTo>
                  <a:lnTo>
                    <a:pt x="86868" y="345948"/>
                  </a:lnTo>
                  <a:lnTo>
                    <a:pt x="954024" y="345948"/>
                  </a:lnTo>
                  <a:lnTo>
                    <a:pt x="997331" y="334302"/>
                  </a:lnTo>
                  <a:lnTo>
                    <a:pt x="1033462" y="293916"/>
                  </a:lnTo>
                  <a:lnTo>
                    <a:pt x="1040892" y="267462"/>
                  </a:lnTo>
                  <a:lnTo>
                    <a:pt x="1040892" y="784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>
            <a:off x="5405628" y="3314700"/>
            <a:ext cx="911225" cy="12318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8890">
              <a:lnSpc>
                <a:spcPts val="930"/>
              </a:lnSpc>
            </a:pPr>
            <a:r>
              <a:rPr dirty="0" sz="800" spc="-10">
                <a:latin typeface="Arial MT"/>
                <a:cs typeface="Arial MT"/>
              </a:rPr>
              <a:t>a3:CondenseSteam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2303525" y="3118104"/>
            <a:ext cx="3859529" cy="756285"/>
            <a:chOff x="2303525" y="3118104"/>
            <a:chExt cx="3859529" cy="756285"/>
          </a:xfrm>
        </p:grpSpPr>
        <p:sp>
          <p:nvSpPr>
            <p:cNvPr id="114" name="object 114"/>
            <p:cNvSpPr/>
            <p:nvPr/>
          </p:nvSpPr>
          <p:spPr>
            <a:xfrm>
              <a:off x="6075425" y="3119628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60">
                  <a:moveTo>
                    <a:pt x="86105" y="86105"/>
                  </a:moveTo>
                  <a:lnTo>
                    <a:pt x="86105" y="0"/>
                  </a:lnTo>
                  <a:lnTo>
                    <a:pt x="0" y="0"/>
                  </a:lnTo>
                  <a:lnTo>
                    <a:pt x="0" y="86105"/>
                  </a:lnTo>
                  <a:lnTo>
                    <a:pt x="86105" y="861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073901" y="3118104"/>
              <a:ext cx="89535" cy="89535"/>
            </a:xfrm>
            <a:custGeom>
              <a:avLst/>
              <a:gdLst/>
              <a:ahLst/>
              <a:cxnLst/>
              <a:rect l="l" t="t" r="r" b="b"/>
              <a:pathLst>
                <a:path w="89535" h="89535">
                  <a:moveTo>
                    <a:pt x="89154" y="87630"/>
                  </a:moveTo>
                  <a:lnTo>
                    <a:pt x="89154" y="1524"/>
                  </a:lnTo>
                  <a:lnTo>
                    <a:pt x="87630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87630"/>
                  </a:lnTo>
                  <a:lnTo>
                    <a:pt x="1524" y="89154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86106" y="3048"/>
                  </a:lnTo>
                  <a:lnTo>
                    <a:pt x="86106" y="1524"/>
                  </a:lnTo>
                  <a:lnTo>
                    <a:pt x="87630" y="3048"/>
                  </a:lnTo>
                  <a:lnTo>
                    <a:pt x="87630" y="89154"/>
                  </a:lnTo>
                  <a:lnTo>
                    <a:pt x="89154" y="87630"/>
                  </a:lnTo>
                  <a:close/>
                </a:path>
                <a:path w="89535" h="8953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89535" h="89535">
                  <a:moveTo>
                    <a:pt x="3048" y="86106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86106"/>
                  </a:lnTo>
                  <a:lnTo>
                    <a:pt x="3048" y="86106"/>
                  </a:lnTo>
                  <a:close/>
                </a:path>
                <a:path w="89535" h="89535">
                  <a:moveTo>
                    <a:pt x="87630" y="86106"/>
                  </a:moveTo>
                  <a:lnTo>
                    <a:pt x="1524" y="86106"/>
                  </a:lnTo>
                  <a:lnTo>
                    <a:pt x="3048" y="87630"/>
                  </a:lnTo>
                  <a:lnTo>
                    <a:pt x="3047" y="89154"/>
                  </a:lnTo>
                  <a:lnTo>
                    <a:pt x="86106" y="89154"/>
                  </a:lnTo>
                  <a:lnTo>
                    <a:pt x="86106" y="87630"/>
                  </a:lnTo>
                  <a:lnTo>
                    <a:pt x="87630" y="86106"/>
                  </a:lnTo>
                  <a:close/>
                </a:path>
                <a:path w="89535" h="89535">
                  <a:moveTo>
                    <a:pt x="3047" y="89154"/>
                  </a:moveTo>
                  <a:lnTo>
                    <a:pt x="3048" y="87630"/>
                  </a:lnTo>
                  <a:lnTo>
                    <a:pt x="1524" y="86106"/>
                  </a:lnTo>
                  <a:lnTo>
                    <a:pt x="1524" y="89154"/>
                  </a:lnTo>
                  <a:lnTo>
                    <a:pt x="3047" y="89154"/>
                  </a:lnTo>
                  <a:close/>
                </a:path>
                <a:path w="89535" h="89535">
                  <a:moveTo>
                    <a:pt x="87630" y="3048"/>
                  </a:moveTo>
                  <a:lnTo>
                    <a:pt x="86106" y="1524"/>
                  </a:lnTo>
                  <a:lnTo>
                    <a:pt x="86106" y="3048"/>
                  </a:lnTo>
                  <a:lnTo>
                    <a:pt x="87630" y="3048"/>
                  </a:lnTo>
                  <a:close/>
                </a:path>
                <a:path w="89535" h="89535">
                  <a:moveTo>
                    <a:pt x="87630" y="86106"/>
                  </a:moveTo>
                  <a:lnTo>
                    <a:pt x="87630" y="3048"/>
                  </a:lnTo>
                  <a:lnTo>
                    <a:pt x="86106" y="3048"/>
                  </a:lnTo>
                  <a:lnTo>
                    <a:pt x="86106" y="86106"/>
                  </a:lnTo>
                  <a:lnTo>
                    <a:pt x="87630" y="86106"/>
                  </a:lnTo>
                  <a:close/>
                </a:path>
                <a:path w="89535" h="89535">
                  <a:moveTo>
                    <a:pt x="87630" y="89154"/>
                  </a:moveTo>
                  <a:lnTo>
                    <a:pt x="87630" y="86106"/>
                  </a:lnTo>
                  <a:lnTo>
                    <a:pt x="86106" y="87630"/>
                  </a:lnTo>
                  <a:lnTo>
                    <a:pt x="86106" y="89154"/>
                  </a:lnTo>
                  <a:lnTo>
                    <a:pt x="87630" y="891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2305049" y="3529584"/>
              <a:ext cx="767715" cy="342900"/>
            </a:xfrm>
            <a:custGeom>
              <a:avLst/>
              <a:gdLst/>
              <a:ahLst/>
              <a:cxnLst/>
              <a:rect l="l" t="t" r="r" b="b"/>
              <a:pathLst>
                <a:path w="767714" h="342900">
                  <a:moveTo>
                    <a:pt x="767334" y="256794"/>
                  </a:moveTo>
                  <a:lnTo>
                    <a:pt x="767334" y="85344"/>
                  </a:lnTo>
                  <a:lnTo>
                    <a:pt x="760523" y="52077"/>
                  </a:lnTo>
                  <a:lnTo>
                    <a:pt x="741997" y="24955"/>
                  </a:lnTo>
                  <a:lnTo>
                    <a:pt x="714613" y="6691"/>
                  </a:lnTo>
                  <a:lnTo>
                    <a:pt x="681228" y="0"/>
                  </a:lnTo>
                  <a:lnTo>
                    <a:pt x="86105" y="0"/>
                  </a:lnTo>
                  <a:lnTo>
                    <a:pt x="52720" y="6691"/>
                  </a:lnTo>
                  <a:lnTo>
                    <a:pt x="25336" y="24955"/>
                  </a:lnTo>
                  <a:lnTo>
                    <a:pt x="6810" y="52077"/>
                  </a:lnTo>
                  <a:lnTo>
                    <a:pt x="0" y="85344"/>
                  </a:lnTo>
                  <a:lnTo>
                    <a:pt x="0" y="256794"/>
                  </a:lnTo>
                  <a:lnTo>
                    <a:pt x="6810" y="290500"/>
                  </a:lnTo>
                  <a:lnTo>
                    <a:pt x="25336" y="317849"/>
                  </a:lnTo>
                  <a:lnTo>
                    <a:pt x="52720" y="336196"/>
                  </a:lnTo>
                  <a:lnTo>
                    <a:pt x="86106" y="342900"/>
                  </a:lnTo>
                  <a:lnTo>
                    <a:pt x="681228" y="342900"/>
                  </a:lnTo>
                  <a:lnTo>
                    <a:pt x="714613" y="336196"/>
                  </a:lnTo>
                  <a:lnTo>
                    <a:pt x="741997" y="317849"/>
                  </a:lnTo>
                  <a:lnTo>
                    <a:pt x="760523" y="290500"/>
                  </a:lnTo>
                  <a:lnTo>
                    <a:pt x="767334" y="256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2303513" y="3528059"/>
              <a:ext cx="770890" cy="346075"/>
            </a:xfrm>
            <a:custGeom>
              <a:avLst/>
              <a:gdLst/>
              <a:ahLst/>
              <a:cxnLst/>
              <a:rect l="l" t="t" r="r" b="b"/>
              <a:pathLst>
                <a:path w="770889" h="346075">
                  <a:moveTo>
                    <a:pt x="770382" y="86868"/>
                  </a:moveTo>
                  <a:lnTo>
                    <a:pt x="769620" y="78486"/>
                  </a:lnTo>
                  <a:lnTo>
                    <a:pt x="768096" y="69342"/>
                  </a:lnTo>
                  <a:lnTo>
                    <a:pt x="767334" y="67208"/>
                  </a:lnTo>
                  <a:lnTo>
                    <a:pt x="767334" y="86868"/>
                  </a:lnTo>
                  <a:lnTo>
                    <a:pt x="767334" y="258318"/>
                  </a:lnTo>
                  <a:lnTo>
                    <a:pt x="756069" y="299974"/>
                  </a:lnTo>
                  <a:lnTo>
                    <a:pt x="716788" y="335445"/>
                  </a:lnTo>
                  <a:lnTo>
                    <a:pt x="682752" y="342900"/>
                  </a:lnTo>
                  <a:lnTo>
                    <a:pt x="87630" y="342900"/>
                  </a:lnTo>
                  <a:lnTo>
                    <a:pt x="37604" y="326364"/>
                  </a:lnTo>
                  <a:lnTo>
                    <a:pt x="7620" y="283464"/>
                  </a:lnTo>
                  <a:lnTo>
                    <a:pt x="3810" y="267462"/>
                  </a:lnTo>
                  <a:lnTo>
                    <a:pt x="3810" y="78486"/>
                  </a:lnTo>
                  <a:lnTo>
                    <a:pt x="20078" y="36576"/>
                  </a:lnTo>
                  <a:lnTo>
                    <a:pt x="54864" y="9144"/>
                  </a:lnTo>
                  <a:lnTo>
                    <a:pt x="79248" y="3048"/>
                  </a:lnTo>
                  <a:lnTo>
                    <a:pt x="691134" y="3048"/>
                  </a:lnTo>
                  <a:lnTo>
                    <a:pt x="745197" y="30556"/>
                  </a:lnTo>
                  <a:lnTo>
                    <a:pt x="766572" y="78486"/>
                  </a:lnTo>
                  <a:lnTo>
                    <a:pt x="767334" y="86868"/>
                  </a:lnTo>
                  <a:lnTo>
                    <a:pt x="767334" y="67208"/>
                  </a:lnTo>
                  <a:lnTo>
                    <a:pt x="758863" y="43472"/>
                  </a:lnTo>
                  <a:lnTo>
                    <a:pt x="741527" y="22301"/>
                  </a:lnTo>
                  <a:lnTo>
                    <a:pt x="718413" y="7315"/>
                  </a:lnTo>
                  <a:lnTo>
                    <a:pt x="691896" y="0"/>
                  </a:lnTo>
                  <a:lnTo>
                    <a:pt x="87630" y="0"/>
                  </a:lnTo>
                  <a:lnTo>
                    <a:pt x="35877" y="16675"/>
                  </a:lnTo>
                  <a:lnTo>
                    <a:pt x="4572" y="60960"/>
                  </a:lnTo>
                  <a:lnTo>
                    <a:pt x="0" y="86868"/>
                  </a:lnTo>
                  <a:lnTo>
                    <a:pt x="0" y="258318"/>
                  </a:lnTo>
                  <a:lnTo>
                    <a:pt x="762" y="267462"/>
                  </a:lnTo>
                  <a:lnTo>
                    <a:pt x="2286" y="275844"/>
                  </a:lnTo>
                  <a:lnTo>
                    <a:pt x="3810" y="281432"/>
                  </a:lnTo>
                  <a:lnTo>
                    <a:pt x="6858" y="292608"/>
                  </a:lnTo>
                  <a:lnTo>
                    <a:pt x="32004" y="326136"/>
                  </a:lnTo>
                  <a:lnTo>
                    <a:pt x="76860" y="344881"/>
                  </a:lnTo>
                  <a:lnTo>
                    <a:pt x="87630" y="345948"/>
                  </a:lnTo>
                  <a:lnTo>
                    <a:pt x="682752" y="345948"/>
                  </a:lnTo>
                  <a:lnTo>
                    <a:pt x="725982" y="334454"/>
                  </a:lnTo>
                  <a:lnTo>
                    <a:pt x="762711" y="294170"/>
                  </a:lnTo>
                  <a:lnTo>
                    <a:pt x="767334" y="276288"/>
                  </a:lnTo>
                  <a:lnTo>
                    <a:pt x="769620" y="267462"/>
                  </a:lnTo>
                  <a:lnTo>
                    <a:pt x="770382" y="258318"/>
                  </a:lnTo>
                  <a:lnTo>
                    <a:pt x="770382" y="86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2370582" y="3640835"/>
            <a:ext cx="640080" cy="1206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5715">
              <a:lnSpc>
                <a:spcPts val="910"/>
              </a:lnSpc>
            </a:pPr>
            <a:r>
              <a:rPr dirty="0" sz="800">
                <a:latin typeface="Arial MT"/>
                <a:cs typeface="Arial MT"/>
              </a:rPr>
              <a:t>a1</a:t>
            </a:r>
            <a:r>
              <a:rPr dirty="0" sz="800" spc="-5">
                <a:latin typeface="Arial MT"/>
                <a:cs typeface="Arial MT"/>
              </a:rPr>
              <a:t>:HeatWater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3545585" y="3529583"/>
            <a:ext cx="723900" cy="346075"/>
            <a:chOff x="3545585" y="3529583"/>
            <a:chExt cx="723900" cy="346075"/>
          </a:xfrm>
        </p:grpSpPr>
        <p:sp>
          <p:nvSpPr>
            <p:cNvPr id="120" name="object 120"/>
            <p:cNvSpPr/>
            <p:nvPr/>
          </p:nvSpPr>
          <p:spPr>
            <a:xfrm>
              <a:off x="3547109" y="3531107"/>
              <a:ext cx="720090" cy="342900"/>
            </a:xfrm>
            <a:custGeom>
              <a:avLst/>
              <a:gdLst/>
              <a:ahLst/>
              <a:cxnLst/>
              <a:rect l="l" t="t" r="r" b="b"/>
              <a:pathLst>
                <a:path w="720089" h="342900">
                  <a:moveTo>
                    <a:pt x="720090" y="256794"/>
                  </a:moveTo>
                  <a:lnTo>
                    <a:pt x="720090" y="85344"/>
                  </a:lnTo>
                  <a:lnTo>
                    <a:pt x="713398" y="52399"/>
                  </a:lnTo>
                  <a:lnTo>
                    <a:pt x="695134" y="25241"/>
                  </a:lnTo>
                  <a:lnTo>
                    <a:pt x="668012" y="6798"/>
                  </a:lnTo>
                  <a:lnTo>
                    <a:pt x="634746" y="0"/>
                  </a:lnTo>
                  <a:lnTo>
                    <a:pt x="85343" y="0"/>
                  </a:lnTo>
                  <a:lnTo>
                    <a:pt x="52077" y="6798"/>
                  </a:lnTo>
                  <a:lnTo>
                    <a:pt x="24955" y="25241"/>
                  </a:lnTo>
                  <a:lnTo>
                    <a:pt x="6691" y="52399"/>
                  </a:lnTo>
                  <a:lnTo>
                    <a:pt x="0" y="85344"/>
                  </a:lnTo>
                  <a:lnTo>
                    <a:pt x="0" y="256794"/>
                  </a:lnTo>
                  <a:lnTo>
                    <a:pt x="6691" y="290500"/>
                  </a:lnTo>
                  <a:lnTo>
                    <a:pt x="24955" y="317849"/>
                  </a:lnTo>
                  <a:lnTo>
                    <a:pt x="52077" y="336196"/>
                  </a:lnTo>
                  <a:lnTo>
                    <a:pt x="85344" y="342900"/>
                  </a:lnTo>
                  <a:lnTo>
                    <a:pt x="634746" y="342900"/>
                  </a:lnTo>
                  <a:lnTo>
                    <a:pt x="668012" y="336196"/>
                  </a:lnTo>
                  <a:lnTo>
                    <a:pt x="695134" y="317849"/>
                  </a:lnTo>
                  <a:lnTo>
                    <a:pt x="713398" y="290500"/>
                  </a:lnTo>
                  <a:lnTo>
                    <a:pt x="720090" y="256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3545573" y="3529583"/>
              <a:ext cx="723900" cy="346075"/>
            </a:xfrm>
            <a:custGeom>
              <a:avLst/>
              <a:gdLst/>
              <a:ahLst/>
              <a:cxnLst/>
              <a:rect l="l" t="t" r="r" b="b"/>
              <a:pathLst>
                <a:path w="723900" h="346075">
                  <a:moveTo>
                    <a:pt x="723900" y="86868"/>
                  </a:moveTo>
                  <a:lnTo>
                    <a:pt x="723138" y="78486"/>
                  </a:lnTo>
                  <a:lnTo>
                    <a:pt x="721614" y="69342"/>
                  </a:lnTo>
                  <a:lnTo>
                    <a:pt x="720090" y="65328"/>
                  </a:lnTo>
                  <a:lnTo>
                    <a:pt x="720090" y="78486"/>
                  </a:lnTo>
                  <a:lnTo>
                    <a:pt x="720090" y="267462"/>
                  </a:lnTo>
                  <a:lnTo>
                    <a:pt x="692454" y="321144"/>
                  </a:lnTo>
                  <a:lnTo>
                    <a:pt x="644652" y="342138"/>
                  </a:lnTo>
                  <a:lnTo>
                    <a:pt x="636270" y="342900"/>
                  </a:lnTo>
                  <a:lnTo>
                    <a:pt x="86868" y="342900"/>
                  </a:lnTo>
                  <a:lnTo>
                    <a:pt x="36906" y="326440"/>
                  </a:lnTo>
                  <a:lnTo>
                    <a:pt x="6858" y="283464"/>
                  </a:lnTo>
                  <a:lnTo>
                    <a:pt x="3048" y="267462"/>
                  </a:lnTo>
                  <a:lnTo>
                    <a:pt x="3048" y="78486"/>
                  </a:lnTo>
                  <a:lnTo>
                    <a:pt x="19380" y="36868"/>
                  </a:lnTo>
                  <a:lnTo>
                    <a:pt x="56197" y="9017"/>
                  </a:lnTo>
                  <a:lnTo>
                    <a:pt x="86868" y="3048"/>
                  </a:lnTo>
                  <a:lnTo>
                    <a:pt x="644652" y="3048"/>
                  </a:lnTo>
                  <a:lnTo>
                    <a:pt x="698614" y="30581"/>
                  </a:lnTo>
                  <a:lnTo>
                    <a:pt x="720090" y="78486"/>
                  </a:lnTo>
                  <a:lnTo>
                    <a:pt x="720090" y="65328"/>
                  </a:lnTo>
                  <a:lnTo>
                    <a:pt x="711758" y="43370"/>
                  </a:lnTo>
                  <a:lnTo>
                    <a:pt x="694817" y="22440"/>
                  </a:lnTo>
                  <a:lnTo>
                    <a:pt x="672223" y="7620"/>
                  </a:lnTo>
                  <a:lnTo>
                    <a:pt x="645414" y="0"/>
                  </a:lnTo>
                  <a:lnTo>
                    <a:pt x="86868" y="0"/>
                  </a:lnTo>
                  <a:lnTo>
                    <a:pt x="35318" y="16700"/>
                  </a:lnTo>
                  <a:lnTo>
                    <a:pt x="3810" y="60960"/>
                  </a:lnTo>
                  <a:lnTo>
                    <a:pt x="0" y="78486"/>
                  </a:lnTo>
                  <a:lnTo>
                    <a:pt x="0" y="267462"/>
                  </a:lnTo>
                  <a:lnTo>
                    <a:pt x="1524" y="275844"/>
                  </a:lnTo>
                  <a:lnTo>
                    <a:pt x="3048" y="281432"/>
                  </a:lnTo>
                  <a:lnTo>
                    <a:pt x="3810" y="284226"/>
                  </a:lnTo>
                  <a:lnTo>
                    <a:pt x="24460" y="319227"/>
                  </a:lnTo>
                  <a:lnTo>
                    <a:pt x="65290" y="343433"/>
                  </a:lnTo>
                  <a:lnTo>
                    <a:pt x="86868" y="345948"/>
                  </a:lnTo>
                  <a:lnTo>
                    <a:pt x="636270" y="345948"/>
                  </a:lnTo>
                  <a:lnTo>
                    <a:pt x="679691" y="334619"/>
                  </a:lnTo>
                  <a:lnTo>
                    <a:pt x="716114" y="294233"/>
                  </a:lnTo>
                  <a:lnTo>
                    <a:pt x="720090" y="279069"/>
                  </a:lnTo>
                  <a:lnTo>
                    <a:pt x="723138" y="267462"/>
                  </a:lnTo>
                  <a:lnTo>
                    <a:pt x="723900" y="258318"/>
                  </a:lnTo>
                  <a:lnTo>
                    <a:pt x="723900" y="86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/>
          <p:cNvSpPr txBox="1"/>
          <p:nvPr/>
        </p:nvSpPr>
        <p:spPr>
          <a:xfrm>
            <a:off x="3611879" y="3642359"/>
            <a:ext cx="594360" cy="12192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2540">
              <a:lnSpc>
                <a:spcPts val="900"/>
              </a:lnSpc>
            </a:pPr>
            <a:r>
              <a:rPr dirty="0" sz="800">
                <a:latin typeface="Arial MT"/>
                <a:cs typeface="Arial MT"/>
              </a:rPr>
              <a:t>a2</a:t>
            </a:r>
            <a:r>
              <a:rPr dirty="0" sz="800" spc="-5">
                <a:latin typeface="Arial MT"/>
                <a:cs typeface="Arial MT"/>
              </a:rPr>
              <a:t>:BoilWater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5410961" y="3874008"/>
            <a:ext cx="898525" cy="346075"/>
            <a:chOff x="5410961" y="3874008"/>
            <a:chExt cx="898525" cy="346075"/>
          </a:xfrm>
        </p:grpSpPr>
        <p:sp>
          <p:nvSpPr>
            <p:cNvPr id="124" name="object 124"/>
            <p:cNvSpPr/>
            <p:nvPr/>
          </p:nvSpPr>
          <p:spPr>
            <a:xfrm>
              <a:off x="5412485" y="3875532"/>
              <a:ext cx="895350" cy="342900"/>
            </a:xfrm>
            <a:custGeom>
              <a:avLst/>
              <a:gdLst/>
              <a:ahLst/>
              <a:cxnLst/>
              <a:rect l="l" t="t" r="r" b="b"/>
              <a:pathLst>
                <a:path w="895350" h="342900">
                  <a:moveTo>
                    <a:pt x="895350" y="256794"/>
                  </a:moveTo>
                  <a:lnTo>
                    <a:pt x="895350" y="85344"/>
                  </a:lnTo>
                  <a:lnTo>
                    <a:pt x="888539" y="52399"/>
                  </a:lnTo>
                  <a:lnTo>
                    <a:pt x="870013" y="25241"/>
                  </a:lnTo>
                  <a:lnTo>
                    <a:pt x="842629" y="6798"/>
                  </a:lnTo>
                  <a:lnTo>
                    <a:pt x="809244" y="0"/>
                  </a:lnTo>
                  <a:lnTo>
                    <a:pt x="85343" y="0"/>
                  </a:lnTo>
                  <a:lnTo>
                    <a:pt x="52077" y="6798"/>
                  </a:lnTo>
                  <a:lnTo>
                    <a:pt x="24955" y="25241"/>
                  </a:lnTo>
                  <a:lnTo>
                    <a:pt x="6691" y="52399"/>
                  </a:lnTo>
                  <a:lnTo>
                    <a:pt x="0" y="85344"/>
                  </a:lnTo>
                  <a:lnTo>
                    <a:pt x="0" y="256794"/>
                  </a:lnTo>
                  <a:lnTo>
                    <a:pt x="6691" y="290500"/>
                  </a:lnTo>
                  <a:lnTo>
                    <a:pt x="24955" y="317849"/>
                  </a:lnTo>
                  <a:lnTo>
                    <a:pt x="52077" y="336196"/>
                  </a:lnTo>
                  <a:lnTo>
                    <a:pt x="85344" y="342900"/>
                  </a:lnTo>
                  <a:lnTo>
                    <a:pt x="809244" y="342900"/>
                  </a:lnTo>
                  <a:lnTo>
                    <a:pt x="842629" y="336196"/>
                  </a:lnTo>
                  <a:lnTo>
                    <a:pt x="870013" y="317849"/>
                  </a:lnTo>
                  <a:lnTo>
                    <a:pt x="888539" y="290500"/>
                  </a:lnTo>
                  <a:lnTo>
                    <a:pt x="895350" y="256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5410962" y="3874020"/>
              <a:ext cx="898525" cy="346075"/>
            </a:xfrm>
            <a:custGeom>
              <a:avLst/>
              <a:gdLst/>
              <a:ahLst/>
              <a:cxnLst/>
              <a:rect l="l" t="t" r="r" b="b"/>
              <a:pathLst>
                <a:path w="898525" h="346075">
                  <a:moveTo>
                    <a:pt x="898398" y="86868"/>
                  </a:moveTo>
                  <a:lnTo>
                    <a:pt x="897636" y="78486"/>
                  </a:lnTo>
                  <a:lnTo>
                    <a:pt x="896112" y="70104"/>
                  </a:lnTo>
                  <a:lnTo>
                    <a:pt x="895350" y="67983"/>
                  </a:lnTo>
                  <a:lnTo>
                    <a:pt x="895350" y="86868"/>
                  </a:lnTo>
                  <a:lnTo>
                    <a:pt x="895350" y="258318"/>
                  </a:lnTo>
                  <a:lnTo>
                    <a:pt x="883907" y="300494"/>
                  </a:lnTo>
                  <a:lnTo>
                    <a:pt x="845375" y="335559"/>
                  </a:lnTo>
                  <a:lnTo>
                    <a:pt x="810768" y="342900"/>
                  </a:lnTo>
                  <a:lnTo>
                    <a:pt x="86868" y="342900"/>
                  </a:lnTo>
                  <a:lnTo>
                    <a:pt x="36957" y="326313"/>
                  </a:lnTo>
                  <a:lnTo>
                    <a:pt x="6858" y="283464"/>
                  </a:lnTo>
                  <a:lnTo>
                    <a:pt x="3048" y="267462"/>
                  </a:lnTo>
                  <a:lnTo>
                    <a:pt x="3048" y="78486"/>
                  </a:lnTo>
                  <a:lnTo>
                    <a:pt x="19583" y="37172"/>
                  </a:lnTo>
                  <a:lnTo>
                    <a:pt x="57772" y="8331"/>
                  </a:lnTo>
                  <a:lnTo>
                    <a:pt x="86868" y="3048"/>
                  </a:lnTo>
                  <a:lnTo>
                    <a:pt x="810768" y="3048"/>
                  </a:lnTo>
                  <a:lnTo>
                    <a:pt x="852652" y="14135"/>
                  </a:lnTo>
                  <a:lnTo>
                    <a:pt x="887514" y="52539"/>
                  </a:lnTo>
                  <a:lnTo>
                    <a:pt x="895350" y="86868"/>
                  </a:lnTo>
                  <a:lnTo>
                    <a:pt x="895350" y="67983"/>
                  </a:lnTo>
                  <a:lnTo>
                    <a:pt x="886841" y="44297"/>
                  </a:lnTo>
                  <a:lnTo>
                    <a:pt x="869442" y="22872"/>
                  </a:lnTo>
                  <a:lnTo>
                    <a:pt x="846315" y="7543"/>
                  </a:lnTo>
                  <a:lnTo>
                    <a:pt x="819912" y="0"/>
                  </a:lnTo>
                  <a:lnTo>
                    <a:pt x="86868" y="0"/>
                  </a:lnTo>
                  <a:lnTo>
                    <a:pt x="35331" y="16814"/>
                  </a:lnTo>
                  <a:lnTo>
                    <a:pt x="3810" y="60960"/>
                  </a:lnTo>
                  <a:lnTo>
                    <a:pt x="0" y="78486"/>
                  </a:lnTo>
                  <a:lnTo>
                    <a:pt x="0" y="267462"/>
                  </a:lnTo>
                  <a:lnTo>
                    <a:pt x="1524" y="275844"/>
                  </a:lnTo>
                  <a:lnTo>
                    <a:pt x="3048" y="281432"/>
                  </a:lnTo>
                  <a:lnTo>
                    <a:pt x="3810" y="284226"/>
                  </a:lnTo>
                  <a:lnTo>
                    <a:pt x="23914" y="318617"/>
                  </a:lnTo>
                  <a:lnTo>
                    <a:pt x="55664" y="340372"/>
                  </a:lnTo>
                  <a:lnTo>
                    <a:pt x="86868" y="345948"/>
                  </a:lnTo>
                  <a:lnTo>
                    <a:pt x="810768" y="345948"/>
                  </a:lnTo>
                  <a:lnTo>
                    <a:pt x="854240" y="334454"/>
                  </a:lnTo>
                  <a:lnTo>
                    <a:pt x="890549" y="294360"/>
                  </a:lnTo>
                  <a:lnTo>
                    <a:pt x="895350" y="276136"/>
                  </a:lnTo>
                  <a:lnTo>
                    <a:pt x="897636" y="267462"/>
                  </a:lnTo>
                  <a:lnTo>
                    <a:pt x="898398" y="259080"/>
                  </a:lnTo>
                  <a:lnTo>
                    <a:pt x="898398" y="86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/>
          <p:cNvSpPr txBox="1"/>
          <p:nvPr/>
        </p:nvSpPr>
        <p:spPr>
          <a:xfrm>
            <a:off x="5475732" y="3985259"/>
            <a:ext cx="770255" cy="12192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5715">
              <a:lnSpc>
                <a:spcPts val="900"/>
              </a:lnSpc>
            </a:pPr>
            <a:r>
              <a:rPr dirty="0" sz="800">
                <a:latin typeface="Arial MT"/>
                <a:cs typeface="Arial MT"/>
              </a:rPr>
              <a:t>a4</a:t>
            </a:r>
            <a:r>
              <a:rPr dirty="0" sz="800" spc="-5">
                <a:latin typeface="Arial MT"/>
                <a:cs typeface="Arial MT"/>
              </a:rPr>
              <a:t>:DrainResidue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1733550" y="3372611"/>
            <a:ext cx="5682615" cy="932815"/>
            <a:chOff x="1733550" y="3372611"/>
            <a:chExt cx="5682615" cy="932815"/>
          </a:xfrm>
        </p:grpSpPr>
        <p:sp>
          <p:nvSpPr>
            <p:cNvPr id="128" name="object 128"/>
            <p:cNvSpPr/>
            <p:nvPr/>
          </p:nvSpPr>
          <p:spPr>
            <a:xfrm>
              <a:off x="6041135" y="421843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43" y="85344"/>
                  </a:moveTo>
                  <a:lnTo>
                    <a:pt x="85343" y="0"/>
                  </a:lnTo>
                  <a:lnTo>
                    <a:pt x="0" y="0"/>
                  </a:lnTo>
                  <a:lnTo>
                    <a:pt x="0" y="85344"/>
                  </a:lnTo>
                  <a:lnTo>
                    <a:pt x="85343" y="85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6038850" y="4216908"/>
              <a:ext cx="89535" cy="88900"/>
            </a:xfrm>
            <a:custGeom>
              <a:avLst/>
              <a:gdLst/>
              <a:ahLst/>
              <a:cxnLst/>
              <a:rect l="l" t="t" r="r" b="b"/>
              <a:pathLst>
                <a:path w="89535" h="88900">
                  <a:moveTo>
                    <a:pt x="89154" y="86868"/>
                  </a:moveTo>
                  <a:lnTo>
                    <a:pt x="89154" y="1524"/>
                  </a:lnTo>
                  <a:lnTo>
                    <a:pt x="87630" y="0"/>
                  </a:lnTo>
                  <a:lnTo>
                    <a:pt x="2286" y="0"/>
                  </a:lnTo>
                  <a:lnTo>
                    <a:pt x="0" y="1524"/>
                  </a:lnTo>
                  <a:lnTo>
                    <a:pt x="0" y="86868"/>
                  </a:lnTo>
                  <a:lnTo>
                    <a:pt x="2286" y="88392"/>
                  </a:lnTo>
                  <a:lnTo>
                    <a:pt x="2286" y="3048"/>
                  </a:lnTo>
                  <a:lnTo>
                    <a:pt x="3809" y="1524"/>
                  </a:lnTo>
                  <a:lnTo>
                    <a:pt x="3809" y="3048"/>
                  </a:lnTo>
                  <a:lnTo>
                    <a:pt x="86106" y="3048"/>
                  </a:lnTo>
                  <a:lnTo>
                    <a:pt x="86106" y="1524"/>
                  </a:lnTo>
                  <a:lnTo>
                    <a:pt x="87630" y="3048"/>
                  </a:lnTo>
                  <a:lnTo>
                    <a:pt x="87630" y="88392"/>
                  </a:lnTo>
                  <a:lnTo>
                    <a:pt x="89154" y="86868"/>
                  </a:lnTo>
                  <a:close/>
                </a:path>
                <a:path w="89535" h="88900">
                  <a:moveTo>
                    <a:pt x="3809" y="3048"/>
                  </a:moveTo>
                  <a:lnTo>
                    <a:pt x="3809" y="1524"/>
                  </a:lnTo>
                  <a:lnTo>
                    <a:pt x="2286" y="3048"/>
                  </a:lnTo>
                  <a:lnTo>
                    <a:pt x="3809" y="3048"/>
                  </a:lnTo>
                  <a:close/>
                </a:path>
                <a:path w="89535" h="88900">
                  <a:moveTo>
                    <a:pt x="3809" y="85344"/>
                  </a:moveTo>
                  <a:lnTo>
                    <a:pt x="3809" y="3048"/>
                  </a:lnTo>
                  <a:lnTo>
                    <a:pt x="2286" y="3048"/>
                  </a:lnTo>
                  <a:lnTo>
                    <a:pt x="2286" y="85344"/>
                  </a:lnTo>
                  <a:lnTo>
                    <a:pt x="3809" y="85344"/>
                  </a:lnTo>
                  <a:close/>
                </a:path>
                <a:path w="89535" h="88900">
                  <a:moveTo>
                    <a:pt x="87630" y="85344"/>
                  </a:moveTo>
                  <a:lnTo>
                    <a:pt x="2286" y="85344"/>
                  </a:lnTo>
                  <a:lnTo>
                    <a:pt x="3809" y="86868"/>
                  </a:lnTo>
                  <a:lnTo>
                    <a:pt x="3809" y="88392"/>
                  </a:lnTo>
                  <a:lnTo>
                    <a:pt x="86106" y="88392"/>
                  </a:lnTo>
                  <a:lnTo>
                    <a:pt x="86106" y="86868"/>
                  </a:lnTo>
                  <a:lnTo>
                    <a:pt x="87630" y="85344"/>
                  </a:lnTo>
                  <a:close/>
                </a:path>
                <a:path w="89535" h="88900">
                  <a:moveTo>
                    <a:pt x="3809" y="88392"/>
                  </a:moveTo>
                  <a:lnTo>
                    <a:pt x="3809" y="86868"/>
                  </a:lnTo>
                  <a:lnTo>
                    <a:pt x="2286" y="85344"/>
                  </a:lnTo>
                  <a:lnTo>
                    <a:pt x="2286" y="88392"/>
                  </a:lnTo>
                  <a:lnTo>
                    <a:pt x="3809" y="88392"/>
                  </a:lnTo>
                  <a:close/>
                </a:path>
                <a:path w="89535" h="88900">
                  <a:moveTo>
                    <a:pt x="87630" y="3048"/>
                  </a:moveTo>
                  <a:lnTo>
                    <a:pt x="86106" y="1524"/>
                  </a:lnTo>
                  <a:lnTo>
                    <a:pt x="86106" y="3048"/>
                  </a:lnTo>
                  <a:lnTo>
                    <a:pt x="87630" y="3048"/>
                  </a:lnTo>
                  <a:close/>
                </a:path>
                <a:path w="89535" h="88900">
                  <a:moveTo>
                    <a:pt x="87630" y="85344"/>
                  </a:moveTo>
                  <a:lnTo>
                    <a:pt x="87630" y="3048"/>
                  </a:lnTo>
                  <a:lnTo>
                    <a:pt x="86106" y="3048"/>
                  </a:lnTo>
                  <a:lnTo>
                    <a:pt x="86106" y="85344"/>
                  </a:lnTo>
                  <a:lnTo>
                    <a:pt x="87630" y="85344"/>
                  </a:lnTo>
                  <a:close/>
                </a:path>
                <a:path w="89535" h="88900">
                  <a:moveTo>
                    <a:pt x="87630" y="88392"/>
                  </a:moveTo>
                  <a:lnTo>
                    <a:pt x="87630" y="85344"/>
                  </a:lnTo>
                  <a:lnTo>
                    <a:pt x="86106" y="86868"/>
                  </a:lnTo>
                  <a:lnTo>
                    <a:pt x="86106" y="88392"/>
                  </a:lnTo>
                  <a:lnTo>
                    <a:pt x="87630" y="883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2452877" y="3443477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60">
                  <a:moveTo>
                    <a:pt x="86106" y="86105"/>
                  </a:moveTo>
                  <a:lnTo>
                    <a:pt x="86106" y="0"/>
                  </a:lnTo>
                  <a:lnTo>
                    <a:pt x="0" y="0"/>
                  </a:lnTo>
                  <a:lnTo>
                    <a:pt x="0" y="86105"/>
                  </a:lnTo>
                  <a:lnTo>
                    <a:pt x="86106" y="861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733550" y="3372611"/>
              <a:ext cx="5682615" cy="685165"/>
            </a:xfrm>
            <a:custGeom>
              <a:avLst/>
              <a:gdLst/>
              <a:ahLst/>
              <a:cxnLst/>
              <a:rect l="l" t="t" r="r" b="b"/>
              <a:pathLst>
                <a:path w="5682615" h="685164">
                  <a:moveTo>
                    <a:pt x="38100" y="318528"/>
                  </a:moveTo>
                  <a:lnTo>
                    <a:pt x="0" y="318528"/>
                  </a:lnTo>
                  <a:lnTo>
                    <a:pt x="0" y="328422"/>
                  </a:lnTo>
                  <a:lnTo>
                    <a:pt x="38100" y="328422"/>
                  </a:lnTo>
                  <a:lnTo>
                    <a:pt x="38100" y="318528"/>
                  </a:lnTo>
                  <a:close/>
                </a:path>
                <a:path w="5682615" h="685164">
                  <a:moveTo>
                    <a:pt x="105156" y="318528"/>
                  </a:moveTo>
                  <a:lnTo>
                    <a:pt x="67056" y="318528"/>
                  </a:lnTo>
                  <a:lnTo>
                    <a:pt x="67056" y="328422"/>
                  </a:lnTo>
                  <a:lnTo>
                    <a:pt x="105156" y="328422"/>
                  </a:lnTo>
                  <a:lnTo>
                    <a:pt x="105156" y="318528"/>
                  </a:lnTo>
                  <a:close/>
                </a:path>
                <a:path w="5682615" h="685164">
                  <a:moveTo>
                    <a:pt x="171450" y="318528"/>
                  </a:moveTo>
                  <a:lnTo>
                    <a:pt x="133350" y="318528"/>
                  </a:lnTo>
                  <a:lnTo>
                    <a:pt x="133350" y="328422"/>
                  </a:lnTo>
                  <a:lnTo>
                    <a:pt x="171450" y="328422"/>
                  </a:lnTo>
                  <a:lnTo>
                    <a:pt x="171450" y="318528"/>
                  </a:lnTo>
                  <a:close/>
                </a:path>
                <a:path w="5682615" h="685164">
                  <a:moveTo>
                    <a:pt x="238506" y="318528"/>
                  </a:moveTo>
                  <a:lnTo>
                    <a:pt x="200406" y="318528"/>
                  </a:lnTo>
                  <a:lnTo>
                    <a:pt x="200406" y="328422"/>
                  </a:lnTo>
                  <a:lnTo>
                    <a:pt x="238506" y="328422"/>
                  </a:lnTo>
                  <a:lnTo>
                    <a:pt x="238506" y="318528"/>
                  </a:lnTo>
                  <a:close/>
                </a:path>
                <a:path w="5682615" h="685164">
                  <a:moveTo>
                    <a:pt x="304800" y="318528"/>
                  </a:moveTo>
                  <a:lnTo>
                    <a:pt x="266700" y="318528"/>
                  </a:lnTo>
                  <a:lnTo>
                    <a:pt x="266700" y="328422"/>
                  </a:lnTo>
                  <a:lnTo>
                    <a:pt x="304800" y="328422"/>
                  </a:lnTo>
                  <a:lnTo>
                    <a:pt x="304800" y="318528"/>
                  </a:lnTo>
                  <a:close/>
                </a:path>
                <a:path w="5682615" h="685164">
                  <a:moveTo>
                    <a:pt x="371856" y="318528"/>
                  </a:moveTo>
                  <a:lnTo>
                    <a:pt x="333756" y="318528"/>
                  </a:lnTo>
                  <a:lnTo>
                    <a:pt x="333756" y="328422"/>
                  </a:lnTo>
                  <a:lnTo>
                    <a:pt x="371856" y="328422"/>
                  </a:lnTo>
                  <a:lnTo>
                    <a:pt x="371856" y="318528"/>
                  </a:lnTo>
                  <a:close/>
                </a:path>
                <a:path w="5682615" h="685164">
                  <a:moveTo>
                    <a:pt x="438150" y="318528"/>
                  </a:moveTo>
                  <a:lnTo>
                    <a:pt x="400050" y="318528"/>
                  </a:lnTo>
                  <a:lnTo>
                    <a:pt x="400050" y="328422"/>
                  </a:lnTo>
                  <a:lnTo>
                    <a:pt x="438150" y="328422"/>
                  </a:lnTo>
                  <a:lnTo>
                    <a:pt x="438150" y="318528"/>
                  </a:lnTo>
                  <a:close/>
                </a:path>
                <a:path w="5682615" h="685164">
                  <a:moveTo>
                    <a:pt x="505206" y="318528"/>
                  </a:moveTo>
                  <a:lnTo>
                    <a:pt x="467106" y="318528"/>
                  </a:lnTo>
                  <a:lnTo>
                    <a:pt x="467106" y="328422"/>
                  </a:lnTo>
                  <a:lnTo>
                    <a:pt x="505206" y="328422"/>
                  </a:lnTo>
                  <a:lnTo>
                    <a:pt x="505206" y="318528"/>
                  </a:lnTo>
                  <a:close/>
                </a:path>
                <a:path w="5682615" h="685164">
                  <a:moveTo>
                    <a:pt x="571500" y="318528"/>
                  </a:moveTo>
                  <a:lnTo>
                    <a:pt x="533400" y="318528"/>
                  </a:lnTo>
                  <a:lnTo>
                    <a:pt x="533400" y="328422"/>
                  </a:lnTo>
                  <a:lnTo>
                    <a:pt x="571500" y="328422"/>
                  </a:lnTo>
                  <a:lnTo>
                    <a:pt x="571500" y="318528"/>
                  </a:lnTo>
                  <a:close/>
                </a:path>
                <a:path w="5682615" h="685164">
                  <a:moveTo>
                    <a:pt x="806958" y="70866"/>
                  </a:moveTo>
                  <a:lnTo>
                    <a:pt x="805434" y="69342"/>
                  </a:lnTo>
                  <a:lnTo>
                    <a:pt x="803910" y="69342"/>
                  </a:lnTo>
                  <a:lnTo>
                    <a:pt x="803910" y="72390"/>
                  </a:lnTo>
                  <a:lnTo>
                    <a:pt x="803910" y="155448"/>
                  </a:lnTo>
                  <a:lnTo>
                    <a:pt x="720852" y="155448"/>
                  </a:lnTo>
                  <a:lnTo>
                    <a:pt x="720852" y="72390"/>
                  </a:lnTo>
                  <a:lnTo>
                    <a:pt x="803910" y="72390"/>
                  </a:lnTo>
                  <a:lnTo>
                    <a:pt x="803910" y="69342"/>
                  </a:lnTo>
                  <a:lnTo>
                    <a:pt x="719328" y="69342"/>
                  </a:lnTo>
                  <a:lnTo>
                    <a:pt x="717804" y="70866"/>
                  </a:lnTo>
                  <a:lnTo>
                    <a:pt x="717804" y="156972"/>
                  </a:lnTo>
                  <a:lnTo>
                    <a:pt x="719328" y="158496"/>
                  </a:lnTo>
                  <a:lnTo>
                    <a:pt x="720852" y="158496"/>
                  </a:lnTo>
                  <a:lnTo>
                    <a:pt x="803910" y="158496"/>
                  </a:lnTo>
                  <a:lnTo>
                    <a:pt x="805434" y="158496"/>
                  </a:lnTo>
                  <a:lnTo>
                    <a:pt x="806958" y="156972"/>
                  </a:lnTo>
                  <a:lnTo>
                    <a:pt x="806958" y="70866"/>
                  </a:lnTo>
                  <a:close/>
                </a:path>
                <a:path w="5682615" h="685164">
                  <a:moveTo>
                    <a:pt x="1371600" y="328422"/>
                  </a:moveTo>
                  <a:lnTo>
                    <a:pt x="1333500" y="328422"/>
                  </a:lnTo>
                  <a:lnTo>
                    <a:pt x="1333500" y="337566"/>
                  </a:lnTo>
                  <a:lnTo>
                    <a:pt x="1371600" y="337566"/>
                  </a:lnTo>
                  <a:lnTo>
                    <a:pt x="1371600" y="328422"/>
                  </a:lnTo>
                  <a:close/>
                </a:path>
                <a:path w="5682615" h="685164">
                  <a:moveTo>
                    <a:pt x="1438656" y="328422"/>
                  </a:moveTo>
                  <a:lnTo>
                    <a:pt x="1400556" y="328422"/>
                  </a:lnTo>
                  <a:lnTo>
                    <a:pt x="1400556" y="337566"/>
                  </a:lnTo>
                  <a:lnTo>
                    <a:pt x="1438656" y="337566"/>
                  </a:lnTo>
                  <a:lnTo>
                    <a:pt x="1438656" y="328422"/>
                  </a:lnTo>
                  <a:close/>
                </a:path>
                <a:path w="5682615" h="685164">
                  <a:moveTo>
                    <a:pt x="1504950" y="328422"/>
                  </a:moveTo>
                  <a:lnTo>
                    <a:pt x="1466850" y="328422"/>
                  </a:lnTo>
                  <a:lnTo>
                    <a:pt x="1466850" y="337566"/>
                  </a:lnTo>
                  <a:lnTo>
                    <a:pt x="1504950" y="337566"/>
                  </a:lnTo>
                  <a:lnTo>
                    <a:pt x="1504950" y="328422"/>
                  </a:lnTo>
                  <a:close/>
                </a:path>
                <a:path w="5682615" h="685164">
                  <a:moveTo>
                    <a:pt x="1572006" y="328422"/>
                  </a:moveTo>
                  <a:lnTo>
                    <a:pt x="1533906" y="328422"/>
                  </a:lnTo>
                  <a:lnTo>
                    <a:pt x="1533906" y="337566"/>
                  </a:lnTo>
                  <a:lnTo>
                    <a:pt x="1572006" y="337566"/>
                  </a:lnTo>
                  <a:lnTo>
                    <a:pt x="1572006" y="328422"/>
                  </a:lnTo>
                  <a:close/>
                </a:path>
                <a:path w="5682615" h="685164">
                  <a:moveTo>
                    <a:pt x="1638300" y="328422"/>
                  </a:moveTo>
                  <a:lnTo>
                    <a:pt x="1600200" y="328422"/>
                  </a:lnTo>
                  <a:lnTo>
                    <a:pt x="1600200" y="337566"/>
                  </a:lnTo>
                  <a:lnTo>
                    <a:pt x="1638300" y="337566"/>
                  </a:lnTo>
                  <a:lnTo>
                    <a:pt x="1638300" y="328422"/>
                  </a:lnTo>
                  <a:close/>
                </a:path>
                <a:path w="5682615" h="685164">
                  <a:moveTo>
                    <a:pt x="1705356" y="328422"/>
                  </a:moveTo>
                  <a:lnTo>
                    <a:pt x="1667256" y="328422"/>
                  </a:lnTo>
                  <a:lnTo>
                    <a:pt x="1667256" y="337566"/>
                  </a:lnTo>
                  <a:lnTo>
                    <a:pt x="1705356" y="337566"/>
                  </a:lnTo>
                  <a:lnTo>
                    <a:pt x="1705356" y="328422"/>
                  </a:lnTo>
                  <a:close/>
                </a:path>
                <a:path w="5682615" h="685164">
                  <a:moveTo>
                    <a:pt x="1771650" y="328422"/>
                  </a:moveTo>
                  <a:lnTo>
                    <a:pt x="1733550" y="328422"/>
                  </a:lnTo>
                  <a:lnTo>
                    <a:pt x="1733550" y="337566"/>
                  </a:lnTo>
                  <a:lnTo>
                    <a:pt x="1771650" y="337566"/>
                  </a:lnTo>
                  <a:lnTo>
                    <a:pt x="1771650" y="328422"/>
                  </a:lnTo>
                  <a:close/>
                </a:path>
                <a:path w="5682615" h="685164">
                  <a:moveTo>
                    <a:pt x="1815071" y="328422"/>
                  </a:moveTo>
                  <a:lnTo>
                    <a:pt x="1800606" y="328422"/>
                  </a:lnTo>
                  <a:lnTo>
                    <a:pt x="1800606" y="337566"/>
                  </a:lnTo>
                  <a:lnTo>
                    <a:pt x="1815071" y="337566"/>
                  </a:lnTo>
                  <a:lnTo>
                    <a:pt x="1815071" y="328422"/>
                  </a:lnTo>
                  <a:close/>
                </a:path>
                <a:path w="5682615" h="685164">
                  <a:moveTo>
                    <a:pt x="2571750" y="323088"/>
                  </a:moveTo>
                  <a:lnTo>
                    <a:pt x="2533650" y="323088"/>
                  </a:lnTo>
                  <a:lnTo>
                    <a:pt x="2533650" y="332994"/>
                  </a:lnTo>
                  <a:lnTo>
                    <a:pt x="2571750" y="332994"/>
                  </a:lnTo>
                  <a:lnTo>
                    <a:pt x="2571750" y="323088"/>
                  </a:lnTo>
                  <a:close/>
                </a:path>
                <a:path w="5682615" h="685164">
                  <a:moveTo>
                    <a:pt x="2638806" y="323088"/>
                  </a:moveTo>
                  <a:lnTo>
                    <a:pt x="2600706" y="323088"/>
                  </a:lnTo>
                  <a:lnTo>
                    <a:pt x="2600706" y="332994"/>
                  </a:lnTo>
                  <a:lnTo>
                    <a:pt x="2638806" y="332994"/>
                  </a:lnTo>
                  <a:lnTo>
                    <a:pt x="2638806" y="323088"/>
                  </a:lnTo>
                  <a:close/>
                </a:path>
                <a:path w="5682615" h="685164">
                  <a:moveTo>
                    <a:pt x="2705100" y="323088"/>
                  </a:moveTo>
                  <a:lnTo>
                    <a:pt x="2667000" y="323088"/>
                  </a:lnTo>
                  <a:lnTo>
                    <a:pt x="2667000" y="332994"/>
                  </a:lnTo>
                  <a:lnTo>
                    <a:pt x="2705100" y="332994"/>
                  </a:lnTo>
                  <a:lnTo>
                    <a:pt x="2705100" y="323088"/>
                  </a:lnTo>
                  <a:close/>
                </a:path>
                <a:path w="5682615" h="685164">
                  <a:moveTo>
                    <a:pt x="2772156" y="323088"/>
                  </a:moveTo>
                  <a:lnTo>
                    <a:pt x="2734056" y="323088"/>
                  </a:lnTo>
                  <a:lnTo>
                    <a:pt x="2734056" y="332994"/>
                  </a:lnTo>
                  <a:lnTo>
                    <a:pt x="2772156" y="332994"/>
                  </a:lnTo>
                  <a:lnTo>
                    <a:pt x="2772156" y="323088"/>
                  </a:lnTo>
                  <a:close/>
                </a:path>
                <a:path w="5682615" h="685164">
                  <a:moveTo>
                    <a:pt x="2838450" y="323088"/>
                  </a:moveTo>
                  <a:lnTo>
                    <a:pt x="2800350" y="323088"/>
                  </a:lnTo>
                  <a:lnTo>
                    <a:pt x="2800350" y="332994"/>
                  </a:lnTo>
                  <a:lnTo>
                    <a:pt x="2838450" y="332994"/>
                  </a:lnTo>
                  <a:lnTo>
                    <a:pt x="2838450" y="323088"/>
                  </a:lnTo>
                  <a:close/>
                </a:path>
                <a:path w="5682615" h="685164">
                  <a:moveTo>
                    <a:pt x="2905506" y="323088"/>
                  </a:moveTo>
                  <a:lnTo>
                    <a:pt x="2867406" y="323088"/>
                  </a:lnTo>
                  <a:lnTo>
                    <a:pt x="2867406" y="332994"/>
                  </a:lnTo>
                  <a:lnTo>
                    <a:pt x="2905506" y="332994"/>
                  </a:lnTo>
                  <a:lnTo>
                    <a:pt x="2905506" y="323088"/>
                  </a:lnTo>
                  <a:close/>
                </a:path>
                <a:path w="5682615" h="685164">
                  <a:moveTo>
                    <a:pt x="2971800" y="323088"/>
                  </a:moveTo>
                  <a:lnTo>
                    <a:pt x="2933700" y="323088"/>
                  </a:lnTo>
                  <a:lnTo>
                    <a:pt x="2933700" y="332994"/>
                  </a:lnTo>
                  <a:lnTo>
                    <a:pt x="2971800" y="332994"/>
                  </a:lnTo>
                  <a:lnTo>
                    <a:pt x="2971800" y="323088"/>
                  </a:lnTo>
                  <a:close/>
                </a:path>
                <a:path w="5682615" h="685164">
                  <a:moveTo>
                    <a:pt x="3038856" y="323088"/>
                  </a:moveTo>
                  <a:lnTo>
                    <a:pt x="3000756" y="323088"/>
                  </a:lnTo>
                  <a:lnTo>
                    <a:pt x="3000756" y="332994"/>
                  </a:lnTo>
                  <a:lnTo>
                    <a:pt x="3038856" y="332994"/>
                  </a:lnTo>
                  <a:lnTo>
                    <a:pt x="3038856" y="323088"/>
                  </a:lnTo>
                  <a:close/>
                </a:path>
                <a:path w="5682615" h="685164">
                  <a:moveTo>
                    <a:pt x="3114294" y="204216"/>
                  </a:moveTo>
                  <a:lnTo>
                    <a:pt x="3110484" y="195072"/>
                  </a:lnTo>
                  <a:lnTo>
                    <a:pt x="3075432" y="209550"/>
                  </a:lnTo>
                  <a:lnTo>
                    <a:pt x="3078480" y="218694"/>
                  </a:lnTo>
                  <a:lnTo>
                    <a:pt x="3114294" y="204216"/>
                  </a:lnTo>
                  <a:close/>
                </a:path>
                <a:path w="5682615" h="685164">
                  <a:moveTo>
                    <a:pt x="3132569" y="438912"/>
                  </a:moveTo>
                  <a:lnTo>
                    <a:pt x="3097517" y="423672"/>
                  </a:lnTo>
                  <a:lnTo>
                    <a:pt x="3094469" y="432816"/>
                  </a:lnTo>
                  <a:lnTo>
                    <a:pt x="3129521" y="447294"/>
                  </a:lnTo>
                  <a:lnTo>
                    <a:pt x="3132569" y="438912"/>
                  </a:lnTo>
                  <a:close/>
                </a:path>
                <a:path w="5682615" h="685164">
                  <a:moveTo>
                    <a:pt x="3176016" y="179832"/>
                  </a:moveTo>
                  <a:lnTo>
                    <a:pt x="3172206" y="170688"/>
                  </a:lnTo>
                  <a:lnTo>
                    <a:pt x="3137154" y="185166"/>
                  </a:lnTo>
                  <a:lnTo>
                    <a:pt x="3140964" y="193548"/>
                  </a:lnTo>
                  <a:lnTo>
                    <a:pt x="3176016" y="179832"/>
                  </a:lnTo>
                  <a:close/>
                </a:path>
                <a:path w="5682615" h="685164">
                  <a:moveTo>
                    <a:pt x="3194291" y="464820"/>
                  </a:moveTo>
                  <a:lnTo>
                    <a:pt x="3159239" y="449580"/>
                  </a:lnTo>
                  <a:lnTo>
                    <a:pt x="3155429" y="458724"/>
                  </a:lnTo>
                  <a:lnTo>
                    <a:pt x="3190481" y="473202"/>
                  </a:lnTo>
                  <a:lnTo>
                    <a:pt x="3194291" y="464820"/>
                  </a:lnTo>
                  <a:close/>
                </a:path>
                <a:path w="5682615" h="685164">
                  <a:moveTo>
                    <a:pt x="3237738" y="155448"/>
                  </a:moveTo>
                  <a:lnTo>
                    <a:pt x="3234690" y="146304"/>
                  </a:lnTo>
                  <a:lnTo>
                    <a:pt x="3198876" y="160020"/>
                  </a:lnTo>
                  <a:lnTo>
                    <a:pt x="3202686" y="169164"/>
                  </a:lnTo>
                  <a:lnTo>
                    <a:pt x="3237738" y="155448"/>
                  </a:lnTo>
                  <a:close/>
                </a:path>
                <a:path w="5682615" h="685164">
                  <a:moveTo>
                    <a:pt x="3256013" y="490728"/>
                  </a:moveTo>
                  <a:lnTo>
                    <a:pt x="3220961" y="475488"/>
                  </a:lnTo>
                  <a:lnTo>
                    <a:pt x="3217151" y="484632"/>
                  </a:lnTo>
                  <a:lnTo>
                    <a:pt x="3252203" y="499110"/>
                  </a:lnTo>
                  <a:lnTo>
                    <a:pt x="3256013" y="490728"/>
                  </a:lnTo>
                  <a:close/>
                </a:path>
                <a:path w="5682615" h="685164">
                  <a:moveTo>
                    <a:pt x="3300222" y="130302"/>
                  </a:moveTo>
                  <a:lnTo>
                    <a:pt x="3296412" y="121920"/>
                  </a:lnTo>
                  <a:lnTo>
                    <a:pt x="3261360" y="135636"/>
                  </a:lnTo>
                  <a:lnTo>
                    <a:pt x="3264408" y="144780"/>
                  </a:lnTo>
                  <a:lnTo>
                    <a:pt x="3300222" y="130302"/>
                  </a:lnTo>
                  <a:close/>
                </a:path>
                <a:path w="5682615" h="685164">
                  <a:moveTo>
                    <a:pt x="3316973" y="516636"/>
                  </a:moveTo>
                  <a:lnTo>
                    <a:pt x="3281921" y="501396"/>
                  </a:lnTo>
                  <a:lnTo>
                    <a:pt x="3278111" y="510540"/>
                  </a:lnTo>
                  <a:lnTo>
                    <a:pt x="3313163" y="525018"/>
                  </a:lnTo>
                  <a:lnTo>
                    <a:pt x="3316973" y="516636"/>
                  </a:lnTo>
                  <a:close/>
                </a:path>
                <a:path w="5682615" h="685164">
                  <a:moveTo>
                    <a:pt x="3361944" y="105918"/>
                  </a:moveTo>
                  <a:lnTo>
                    <a:pt x="3358896" y="97536"/>
                  </a:lnTo>
                  <a:lnTo>
                    <a:pt x="3323082" y="111252"/>
                  </a:lnTo>
                  <a:lnTo>
                    <a:pt x="3326892" y="120396"/>
                  </a:lnTo>
                  <a:lnTo>
                    <a:pt x="3361944" y="105918"/>
                  </a:lnTo>
                  <a:close/>
                </a:path>
                <a:path w="5682615" h="685164">
                  <a:moveTo>
                    <a:pt x="3378695" y="542544"/>
                  </a:moveTo>
                  <a:lnTo>
                    <a:pt x="3343643" y="527304"/>
                  </a:lnTo>
                  <a:lnTo>
                    <a:pt x="3339833" y="536448"/>
                  </a:lnTo>
                  <a:lnTo>
                    <a:pt x="3374885" y="550926"/>
                  </a:lnTo>
                  <a:lnTo>
                    <a:pt x="3378695" y="542544"/>
                  </a:lnTo>
                  <a:close/>
                </a:path>
                <a:path w="5682615" h="685164">
                  <a:moveTo>
                    <a:pt x="3423666" y="81534"/>
                  </a:moveTo>
                  <a:lnTo>
                    <a:pt x="3420618" y="72390"/>
                  </a:lnTo>
                  <a:lnTo>
                    <a:pt x="3384804" y="86868"/>
                  </a:lnTo>
                  <a:lnTo>
                    <a:pt x="3388614" y="95250"/>
                  </a:lnTo>
                  <a:lnTo>
                    <a:pt x="3423666" y="81534"/>
                  </a:lnTo>
                  <a:close/>
                </a:path>
                <a:path w="5682615" h="685164">
                  <a:moveTo>
                    <a:pt x="3439655" y="568452"/>
                  </a:moveTo>
                  <a:lnTo>
                    <a:pt x="3404603" y="553974"/>
                  </a:lnTo>
                  <a:lnTo>
                    <a:pt x="3400793" y="562356"/>
                  </a:lnTo>
                  <a:lnTo>
                    <a:pt x="3436607" y="577596"/>
                  </a:lnTo>
                  <a:lnTo>
                    <a:pt x="3439655" y="568452"/>
                  </a:lnTo>
                  <a:close/>
                </a:path>
                <a:path w="5682615" h="685164">
                  <a:moveTo>
                    <a:pt x="3486150" y="57150"/>
                  </a:moveTo>
                  <a:lnTo>
                    <a:pt x="3482340" y="48006"/>
                  </a:lnTo>
                  <a:lnTo>
                    <a:pt x="3447288" y="61722"/>
                  </a:lnTo>
                  <a:lnTo>
                    <a:pt x="3450336" y="70866"/>
                  </a:lnTo>
                  <a:lnTo>
                    <a:pt x="3486150" y="57150"/>
                  </a:lnTo>
                  <a:close/>
                </a:path>
                <a:path w="5682615" h="685164">
                  <a:moveTo>
                    <a:pt x="3501377" y="594360"/>
                  </a:moveTo>
                  <a:lnTo>
                    <a:pt x="3466325" y="579882"/>
                  </a:lnTo>
                  <a:lnTo>
                    <a:pt x="3462515" y="588264"/>
                  </a:lnTo>
                  <a:lnTo>
                    <a:pt x="3497567" y="603504"/>
                  </a:lnTo>
                  <a:lnTo>
                    <a:pt x="3501377" y="594360"/>
                  </a:lnTo>
                  <a:close/>
                </a:path>
                <a:path w="5682615" h="685164">
                  <a:moveTo>
                    <a:pt x="3547872" y="32004"/>
                  </a:moveTo>
                  <a:lnTo>
                    <a:pt x="3544824" y="23622"/>
                  </a:lnTo>
                  <a:lnTo>
                    <a:pt x="3509010" y="37338"/>
                  </a:lnTo>
                  <a:lnTo>
                    <a:pt x="3512820" y="46482"/>
                  </a:lnTo>
                  <a:lnTo>
                    <a:pt x="3547872" y="32004"/>
                  </a:lnTo>
                  <a:close/>
                </a:path>
                <a:path w="5682615" h="685164">
                  <a:moveTo>
                    <a:pt x="3563099" y="620268"/>
                  </a:moveTo>
                  <a:lnTo>
                    <a:pt x="3528047" y="605790"/>
                  </a:lnTo>
                  <a:lnTo>
                    <a:pt x="3524237" y="614172"/>
                  </a:lnTo>
                  <a:lnTo>
                    <a:pt x="3559289" y="629412"/>
                  </a:lnTo>
                  <a:lnTo>
                    <a:pt x="3563099" y="620268"/>
                  </a:lnTo>
                  <a:close/>
                </a:path>
                <a:path w="5682615" h="685164">
                  <a:moveTo>
                    <a:pt x="3607308" y="9144"/>
                  </a:moveTo>
                  <a:lnTo>
                    <a:pt x="3603498" y="0"/>
                  </a:lnTo>
                  <a:lnTo>
                    <a:pt x="3570732" y="12954"/>
                  </a:lnTo>
                  <a:lnTo>
                    <a:pt x="3574542" y="22098"/>
                  </a:lnTo>
                  <a:lnTo>
                    <a:pt x="3607308" y="9144"/>
                  </a:lnTo>
                  <a:close/>
                </a:path>
                <a:path w="5682615" h="685164">
                  <a:moveTo>
                    <a:pt x="3624059" y="646176"/>
                  </a:moveTo>
                  <a:lnTo>
                    <a:pt x="3589007" y="631698"/>
                  </a:lnTo>
                  <a:lnTo>
                    <a:pt x="3585197" y="640080"/>
                  </a:lnTo>
                  <a:lnTo>
                    <a:pt x="3620249" y="655320"/>
                  </a:lnTo>
                  <a:lnTo>
                    <a:pt x="3624059" y="646176"/>
                  </a:lnTo>
                  <a:close/>
                </a:path>
                <a:path w="5682615" h="685164">
                  <a:moveTo>
                    <a:pt x="3683495" y="671322"/>
                  </a:moveTo>
                  <a:lnTo>
                    <a:pt x="3650729" y="657606"/>
                  </a:lnTo>
                  <a:lnTo>
                    <a:pt x="3646919" y="665988"/>
                  </a:lnTo>
                  <a:lnTo>
                    <a:pt x="3679685" y="680466"/>
                  </a:lnTo>
                  <a:lnTo>
                    <a:pt x="3683495" y="671322"/>
                  </a:lnTo>
                  <a:close/>
                </a:path>
                <a:path w="5682615" h="685164">
                  <a:moveTo>
                    <a:pt x="4609338" y="669036"/>
                  </a:moveTo>
                  <a:lnTo>
                    <a:pt x="4604766" y="660654"/>
                  </a:lnTo>
                  <a:lnTo>
                    <a:pt x="4570476" y="676656"/>
                  </a:lnTo>
                  <a:lnTo>
                    <a:pt x="4574286" y="685038"/>
                  </a:lnTo>
                  <a:lnTo>
                    <a:pt x="4609338" y="669036"/>
                  </a:lnTo>
                  <a:close/>
                </a:path>
                <a:path w="5682615" h="685164">
                  <a:moveTo>
                    <a:pt x="4669536" y="641604"/>
                  </a:moveTo>
                  <a:lnTo>
                    <a:pt x="4665726" y="633222"/>
                  </a:lnTo>
                  <a:lnTo>
                    <a:pt x="4631436" y="648462"/>
                  </a:lnTo>
                  <a:lnTo>
                    <a:pt x="4635246" y="657606"/>
                  </a:lnTo>
                  <a:lnTo>
                    <a:pt x="4669536" y="641604"/>
                  </a:lnTo>
                  <a:close/>
                </a:path>
                <a:path w="5682615" h="685164">
                  <a:moveTo>
                    <a:pt x="4680204" y="19812"/>
                  </a:moveTo>
                  <a:lnTo>
                    <a:pt x="4645914" y="4572"/>
                  </a:lnTo>
                  <a:lnTo>
                    <a:pt x="4642104" y="13716"/>
                  </a:lnTo>
                  <a:lnTo>
                    <a:pt x="4676394" y="28956"/>
                  </a:lnTo>
                  <a:lnTo>
                    <a:pt x="4680204" y="19812"/>
                  </a:lnTo>
                  <a:close/>
                </a:path>
                <a:path w="5682615" h="685164">
                  <a:moveTo>
                    <a:pt x="4730496" y="614172"/>
                  </a:moveTo>
                  <a:lnTo>
                    <a:pt x="4726686" y="605790"/>
                  </a:lnTo>
                  <a:lnTo>
                    <a:pt x="4691634" y="621030"/>
                  </a:lnTo>
                  <a:lnTo>
                    <a:pt x="4695444" y="630174"/>
                  </a:lnTo>
                  <a:lnTo>
                    <a:pt x="4730496" y="614172"/>
                  </a:lnTo>
                  <a:close/>
                </a:path>
                <a:path w="5682615" h="685164">
                  <a:moveTo>
                    <a:pt x="4741926" y="47244"/>
                  </a:moveTo>
                  <a:lnTo>
                    <a:pt x="4706874" y="32004"/>
                  </a:lnTo>
                  <a:lnTo>
                    <a:pt x="4703064" y="40386"/>
                  </a:lnTo>
                  <a:lnTo>
                    <a:pt x="4738116" y="55626"/>
                  </a:lnTo>
                  <a:lnTo>
                    <a:pt x="4741926" y="47244"/>
                  </a:lnTo>
                  <a:close/>
                </a:path>
                <a:path w="5682615" h="685164">
                  <a:moveTo>
                    <a:pt x="4791456" y="586740"/>
                  </a:moveTo>
                  <a:lnTo>
                    <a:pt x="4786884" y="577596"/>
                  </a:lnTo>
                  <a:lnTo>
                    <a:pt x="4752594" y="593598"/>
                  </a:lnTo>
                  <a:lnTo>
                    <a:pt x="4756404" y="601980"/>
                  </a:lnTo>
                  <a:lnTo>
                    <a:pt x="4791456" y="586740"/>
                  </a:lnTo>
                  <a:close/>
                </a:path>
                <a:path w="5682615" h="685164">
                  <a:moveTo>
                    <a:pt x="4802886" y="73914"/>
                  </a:moveTo>
                  <a:lnTo>
                    <a:pt x="4767834" y="58674"/>
                  </a:lnTo>
                  <a:lnTo>
                    <a:pt x="4764024" y="67056"/>
                  </a:lnTo>
                  <a:lnTo>
                    <a:pt x="4799076" y="82296"/>
                  </a:lnTo>
                  <a:lnTo>
                    <a:pt x="4802886" y="73914"/>
                  </a:lnTo>
                  <a:close/>
                </a:path>
                <a:path w="5682615" h="685164">
                  <a:moveTo>
                    <a:pt x="4851654" y="559308"/>
                  </a:moveTo>
                  <a:lnTo>
                    <a:pt x="4847844" y="550164"/>
                  </a:lnTo>
                  <a:lnTo>
                    <a:pt x="4813554" y="566166"/>
                  </a:lnTo>
                  <a:lnTo>
                    <a:pt x="4817364" y="574548"/>
                  </a:lnTo>
                  <a:lnTo>
                    <a:pt x="4851654" y="559308"/>
                  </a:lnTo>
                  <a:close/>
                </a:path>
                <a:path w="5682615" h="685164">
                  <a:moveTo>
                    <a:pt x="4863846" y="100584"/>
                  </a:moveTo>
                  <a:lnTo>
                    <a:pt x="4828794" y="85344"/>
                  </a:lnTo>
                  <a:lnTo>
                    <a:pt x="4824984" y="94488"/>
                  </a:lnTo>
                  <a:lnTo>
                    <a:pt x="4860036" y="109728"/>
                  </a:lnTo>
                  <a:lnTo>
                    <a:pt x="4863846" y="100584"/>
                  </a:lnTo>
                  <a:close/>
                </a:path>
                <a:path w="5682615" h="685164">
                  <a:moveTo>
                    <a:pt x="4912614" y="531114"/>
                  </a:moveTo>
                  <a:lnTo>
                    <a:pt x="4908804" y="522732"/>
                  </a:lnTo>
                  <a:lnTo>
                    <a:pt x="4873752" y="538734"/>
                  </a:lnTo>
                  <a:lnTo>
                    <a:pt x="4877562" y="547116"/>
                  </a:lnTo>
                  <a:lnTo>
                    <a:pt x="4912614" y="531114"/>
                  </a:lnTo>
                  <a:close/>
                </a:path>
                <a:path w="5682615" h="685164">
                  <a:moveTo>
                    <a:pt x="4924806" y="128016"/>
                  </a:moveTo>
                  <a:lnTo>
                    <a:pt x="4889754" y="112014"/>
                  </a:lnTo>
                  <a:lnTo>
                    <a:pt x="4885944" y="121158"/>
                  </a:lnTo>
                  <a:lnTo>
                    <a:pt x="4920996" y="136398"/>
                  </a:lnTo>
                  <a:lnTo>
                    <a:pt x="4924806" y="128016"/>
                  </a:lnTo>
                  <a:close/>
                </a:path>
                <a:path w="5682615" h="685164">
                  <a:moveTo>
                    <a:pt x="4973574" y="503682"/>
                  </a:moveTo>
                  <a:lnTo>
                    <a:pt x="4969764" y="495300"/>
                  </a:lnTo>
                  <a:lnTo>
                    <a:pt x="4934712" y="511302"/>
                  </a:lnTo>
                  <a:lnTo>
                    <a:pt x="4938522" y="519684"/>
                  </a:lnTo>
                  <a:lnTo>
                    <a:pt x="4973574" y="503682"/>
                  </a:lnTo>
                  <a:close/>
                </a:path>
                <a:path w="5682615" h="685164">
                  <a:moveTo>
                    <a:pt x="4985766" y="154686"/>
                  </a:moveTo>
                  <a:lnTo>
                    <a:pt x="4950714" y="139446"/>
                  </a:lnTo>
                  <a:lnTo>
                    <a:pt x="4946904" y="147828"/>
                  </a:lnTo>
                  <a:lnTo>
                    <a:pt x="4981956" y="163068"/>
                  </a:lnTo>
                  <a:lnTo>
                    <a:pt x="4985766" y="154686"/>
                  </a:lnTo>
                  <a:close/>
                </a:path>
                <a:path w="5682615" h="685164">
                  <a:moveTo>
                    <a:pt x="5033772" y="476250"/>
                  </a:moveTo>
                  <a:lnTo>
                    <a:pt x="5029962" y="467868"/>
                  </a:lnTo>
                  <a:lnTo>
                    <a:pt x="4995672" y="483108"/>
                  </a:lnTo>
                  <a:lnTo>
                    <a:pt x="4999482" y="492252"/>
                  </a:lnTo>
                  <a:lnTo>
                    <a:pt x="5033772" y="476250"/>
                  </a:lnTo>
                  <a:close/>
                </a:path>
                <a:path w="5682615" h="685164">
                  <a:moveTo>
                    <a:pt x="5046726" y="181356"/>
                  </a:moveTo>
                  <a:lnTo>
                    <a:pt x="5011674" y="166116"/>
                  </a:lnTo>
                  <a:lnTo>
                    <a:pt x="5007864" y="174498"/>
                  </a:lnTo>
                  <a:lnTo>
                    <a:pt x="5042916" y="190500"/>
                  </a:lnTo>
                  <a:lnTo>
                    <a:pt x="5046726" y="181356"/>
                  </a:lnTo>
                  <a:close/>
                </a:path>
                <a:path w="5682615" h="685164">
                  <a:moveTo>
                    <a:pt x="5088636" y="451866"/>
                  </a:moveTo>
                  <a:lnTo>
                    <a:pt x="5084826" y="442722"/>
                  </a:lnTo>
                  <a:lnTo>
                    <a:pt x="5055870" y="455676"/>
                  </a:lnTo>
                  <a:lnTo>
                    <a:pt x="5060442" y="464820"/>
                  </a:lnTo>
                  <a:lnTo>
                    <a:pt x="5088636" y="451866"/>
                  </a:lnTo>
                  <a:close/>
                </a:path>
                <a:path w="5682615" h="685164">
                  <a:moveTo>
                    <a:pt x="5088636" y="199644"/>
                  </a:moveTo>
                  <a:lnTo>
                    <a:pt x="5072634" y="192786"/>
                  </a:lnTo>
                  <a:lnTo>
                    <a:pt x="5068824" y="201930"/>
                  </a:lnTo>
                  <a:lnTo>
                    <a:pt x="5084826" y="208788"/>
                  </a:lnTo>
                  <a:lnTo>
                    <a:pt x="5088636" y="199644"/>
                  </a:lnTo>
                  <a:close/>
                </a:path>
                <a:path w="5682615" h="685164">
                  <a:moveTo>
                    <a:pt x="5153406" y="323088"/>
                  </a:moveTo>
                  <a:lnTo>
                    <a:pt x="5115306" y="323088"/>
                  </a:lnTo>
                  <a:lnTo>
                    <a:pt x="5115306" y="332994"/>
                  </a:lnTo>
                  <a:lnTo>
                    <a:pt x="5153406" y="332994"/>
                  </a:lnTo>
                  <a:lnTo>
                    <a:pt x="5153406" y="323088"/>
                  </a:lnTo>
                  <a:close/>
                </a:path>
                <a:path w="5682615" h="685164">
                  <a:moveTo>
                    <a:pt x="5220462" y="332232"/>
                  </a:moveTo>
                  <a:lnTo>
                    <a:pt x="5219700" y="322326"/>
                  </a:lnTo>
                  <a:lnTo>
                    <a:pt x="5181600" y="323088"/>
                  </a:lnTo>
                  <a:lnTo>
                    <a:pt x="5182362" y="332232"/>
                  </a:lnTo>
                  <a:lnTo>
                    <a:pt x="5220462" y="332232"/>
                  </a:lnTo>
                  <a:close/>
                </a:path>
                <a:path w="5682615" h="685164">
                  <a:moveTo>
                    <a:pt x="5286756" y="322326"/>
                  </a:moveTo>
                  <a:lnTo>
                    <a:pt x="5248656" y="322326"/>
                  </a:lnTo>
                  <a:lnTo>
                    <a:pt x="5248656" y="331470"/>
                  </a:lnTo>
                  <a:lnTo>
                    <a:pt x="5286756" y="331470"/>
                  </a:lnTo>
                  <a:lnTo>
                    <a:pt x="5286756" y="322326"/>
                  </a:lnTo>
                  <a:close/>
                </a:path>
                <a:path w="5682615" h="685164">
                  <a:moveTo>
                    <a:pt x="5353812" y="330708"/>
                  </a:moveTo>
                  <a:lnTo>
                    <a:pt x="5353050" y="321564"/>
                  </a:lnTo>
                  <a:lnTo>
                    <a:pt x="5314950" y="321564"/>
                  </a:lnTo>
                  <a:lnTo>
                    <a:pt x="5315712" y="331470"/>
                  </a:lnTo>
                  <a:lnTo>
                    <a:pt x="5353812" y="330708"/>
                  </a:lnTo>
                  <a:close/>
                </a:path>
                <a:path w="5682615" h="685164">
                  <a:moveTo>
                    <a:pt x="5420106" y="320802"/>
                  </a:moveTo>
                  <a:lnTo>
                    <a:pt x="5382006" y="321564"/>
                  </a:lnTo>
                  <a:lnTo>
                    <a:pt x="5382006" y="330708"/>
                  </a:lnTo>
                  <a:lnTo>
                    <a:pt x="5420106" y="330708"/>
                  </a:lnTo>
                  <a:lnTo>
                    <a:pt x="5420106" y="320802"/>
                  </a:lnTo>
                  <a:close/>
                </a:path>
                <a:path w="5682615" h="685164">
                  <a:moveTo>
                    <a:pt x="5486400" y="320040"/>
                  </a:moveTo>
                  <a:lnTo>
                    <a:pt x="5448300" y="320802"/>
                  </a:lnTo>
                  <a:lnTo>
                    <a:pt x="5449062" y="329946"/>
                  </a:lnTo>
                  <a:lnTo>
                    <a:pt x="5486400" y="329946"/>
                  </a:lnTo>
                  <a:lnTo>
                    <a:pt x="5486400" y="320040"/>
                  </a:lnTo>
                  <a:close/>
                </a:path>
                <a:path w="5682615" h="685164">
                  <a:moveTo>
                    <a:pt x="5553456" y="320040"/>
                  </a:moveTo>
                  <a:lnTo>
                    <a:pt x="5515356" y="320040"/>
                  </a:lnTo>
                  <a:lnTo>
                    <a:pt x="5515356" y="329946"/>
                  </a:lnTo>
                  <a:lnTo>
                    <a:pt x="5553456" y="329184"/>
                  </a:lnTo>
                  <a:lnTo>
                    <a:pt x="5553456" y="320040"/>
                  </a:lnTo>
                  <a:close/>
                </a:path>
                <a:path w="5682615" h="685164">
                  <a:moveTo>
                    <a:pt x="5619750" y="319278"/>
                  </a:moveTo>
                  <a:lnTo>
                    <a:pt x="5581650" y="319278"/>
                  </a:lnTo>
                  <a:lnTo>
                    <a:pt x="5581650" y="329184"/>
                  </a:lnTo>
                  <a:lnTo>
                    <a:pt x="5619750" y="328422"/>
                  </a:lnTo>
                  <a:lnTo>
                    <a:pt x="5619750" y="319278"/>
                  </a:lnTo>
                  <a:close/>
                </a:path>
                <a:path w="5682615" h="685164">
                  <a:moveTo>
                    <a:pt x="5682234" y="318516"/>
                  </a:moveTo>
                  <a:lnTo>
                    <a:pt x="5648706" y="319278"/>
                  </a:lnTo>
                  <a:lnTo>
                    <a:pt x="5648706" y="328422"/>
                  </a:lnTo>
                  <a:lnTo>
                    <a:pt x="5682234" y="328422"/>
                  </a:lnTo>
                  <a:lnTo>
                    <a:pt x="5682234" y="3185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33" name="object 1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34" name="object 134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680" y="1053082"/>
            <a:ext cx="8172450" cy="51431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57910" marR="5080" indent="-69215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/>
              <a:t>Block</a:t>
            </a:r>
            <a:r>
              <a:rPr dirty="0" spc="-25"/>
              <a:t> </a:t>
            </a:r>
            <a:r>
              <a:rPr dirty="0"/>
              <a:t>Definition </a:t>
            </a:r>
            <a:r>
              <a:rPr dirty="0" spc="-760"/>
              <a:t> </a:t>
            </a:r>
            <a:r>
              <a:rPr dirty="0"/>
              <a:t>Diagram:</a:t>
            </a:r>
            <a:r>
              <a:rPr dirty="0" spc="-10"/>
              <a:t> </a:t>
            </a:r>
            <a:r>
              <a:rPr dirty="0"/>
              <a:t>DistillerBehavior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15727" y="1196177"/>
            <a:ext cx="1109980" cy="90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54610">
              <a:lnSpc>
                <a:spcPct val="120000"/>
              </a:lnSpc>
              <a:spcBef>
                <a:spcPts val="100"/>
              </a:spcBef>
            </a:pPr>
            <a:r>
              <a:rPr dirty="0" sz="1600" b="1">
                <a:solidFill>
                  <a:srgbClr val="FF3300"/>
                </a:solidFill>
                <a:latin typeface="Arial"/>
                <a:cs typeface="Arial"/>
              </a:rPr>
              <a:t>Control </a:t>
            </a:r>
            <a:r>
              <a:rPr dirty="0" sz="1600" spc="5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(not</a:t>
            </a:r>
            <a:r>
              <a:rPr dirty="0" sz="1600" spc="-80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3300"/>
                </a:solidFill>
                <a:latin typeface="Arial"/>
                <a:cs typeface="Arial"/>
              </a:rPr>
              <a:t>shown </a:t>
            </a:r>
            <a:r>
              <a:rPr dirty="0" sz="1600" spc="-430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3300"/>
                </a:solidFill>
                <a:latin typeface="Arial"/>
                <a:cs typeface="Arial"/>
              </a:rPr>
              <a:t>on</a:t>
            </a:r>
            <a:r>
              <a:rPr dirty="0" sz="1600" spc="-30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3300"/>
                </a:solidFill>
                <a:latin typeface="Arial"/>
                <a:cs typeface="Arial"/>
              </a:rPr>
              <a:t>BDD)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83758" y="4734305"/>
            <a:ext cx="1487805" cy="952500"/>
            <a:chOff x="5683758" y="4734305"/>
            <a:chExt cx="1487805" cy="952500"/>
          </a:xfrm>
        </p:grpSpPr>
        <p:sp>
          <p:nvSpPr>
            <p:cNvPr id="7" name="object 7"/>
            <p:cNvSpPr/>
            <p:nvPr/>
          </p:nvSpPr>
          <p:spPr>
            <a:xfrm>
              <a:off x="5705856" y="4738877"/>
              <a:ext cx="1461135" cy="943610"/>
            </a:xfrm>
            <a:custGeom>
              <a:avLst/>
              <a:gdLst/>
              <a:ahLst/>
              <a:cxnLst/>
              <a:rect l="l" t="t" r="r" b="b"/>
              <a:pathLst>
                <a:path w="1461134" h="943610">
                  <a:moveTo>
                    <a:pt x="1460753" y="787146"/>
                  </a:moveTo>
                  <a:lnTo>
                    <a:pt x="1460753" y="156210"/>
                  </a:lnTo>
                  <a:lnTo>
                    <a:pt x="1452774" y="106899"/>
                  </a:lnTo>
                  <a:lnTo>
                    <a:pt x="1430566" y="64026"/>
                  </a:lnTo>
                  <a:lnTo>
                    <a:pt x="1396727" y="30187"/>
                  </a:lnTo>
                  <a:lnTo>
                    <a:pt x="1353854" y="7979"/>
                  </a:lnTo>
                  <a:lnTo>
                    <a:pt x="1304543" y="0"/>
                  </a:lnTo>
                  <a:lnTo>
                    <a:pt x="681227" y="0"/>
                  </a:lnTo>
                  <a:lnTo>
                    <a:pt x="631996" y="7979"/>
                  </a:lnTo>
                  <a:lnTo>
                    <a:pt x="589312" y="30187"/>
                  </a:lnTo>
                  <a:lnTo>
                    <a:pt x="555699" y="64026"/>
                  </a:lnTo>
                  <a:lnTo>
                    <a:pt x="533680" y="106899"/>
                  </a:lnTo>
                  <a:lnTo>
                    <a:pt x="525779" y="156210"/>
                  </a:lnTo>
                  <a:lnTo>
                    <a:pt x="525779" y="156972"/>
                  </a:lnTo>
                  <a:lnTo>
                    <a:pt x="0" y="176022"/>
                  </a:lnTo>
                  <a:lnTo>
                    <a:pt x="525779" y="393192"/>
                  </a:lnTo>
                  <a:lnTo>
                    <a:pt x="525779" y="787146"/>
                  </a:lnTo>
                  <a:lnTo>
                    <a:pt x="533680" y="836456"/>
                  </a:lnTo>
                  <a:lnTo>
                    <a:pt x="555699" y="879329"/>
                  </a:lnTo>
                  <a:lnTo>
                    <a:pt x="589312" y="913168"/>
                  </a:lnTo>
                  <a:lnTo>
                    <a:pt x="631996" y="935376"/>
                  </a:lnTo>
                  <a:lnTo>
                    <a:pt x="681227" y="943356"/>
                  </a:lnTo>
                  <a:lnTo>
                    <a:pt x="1304543" y="943356"/>
                  </a:lnTo>
                  <a:lnTo>
                    <a:pt x="1353854" y="935376"/>
                  </a:lnTo>
                  <a:lnTo>
                    <a:pt x="1396727" y="913168"/>
                  </a:lnTo>
                  <a:lnTo>
                    <a:pt x="1430566" y="879329"/>
                  </a:lnTo>
                  <a:lnTo>
                    <a:pt x="1452774" y="836456"/>
                  </a:lnTo>
                  <a:lnTo>
                    <a:pt x="1460753" y="78714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83758" y="4734305"/>
              <a:ext cx="1487805" cy="952500"/>
            </a:xfrm>
            <a:custGeom>
              <a:avLst/>
              <a:gdLst/>
              <a:ahLst/>
              <a:cxnLst/>
              <a:rect l="l" t="t" r="r" b="b"/>
              <a:pathLst>
                <a:path w="1487804" h="952500">
                  <a:moveTo>
                    <a:pt x="547116" y="166315"/>
                  </a:moveTo>
                  <a:lnTo>
                    <a:pt x="547116" y="156972"/>
                  </a:lnTo>
                  <a:lnTo>
                    <a:pt x="542544" y="161544"/>
                  </a:lnTo>
                  <a:lnTo>
                    <a:pt x="542544" y="157137"/>
                  </a:lnTo>
                  <a:lnTo>
                    <a:pt x="0" y="176784"/>
                  </a:lnTo>
                  <a:lnTo>
                    <a:pt x="22098" y="185919"/>
                  </a:lnTo>
                  <a:lnTo>
                    <a:pt x="23622" y="176784"/>
                  </a:lnTo>
                  <a:lnTo>
                    <a:pt x="43839" y="185115"/>
                  </a:lnTo>
                  <a:lnTo>
                    <a:pt x="542544" y="166486"/>
                  </a:lnTo>
                  <a:lnTo>
                    <a:pt x="542544" y="160782"/>
                  </a:lnTo>
                  <a:lnTo>
                    <a:pt x="542876" y="157125"/>
                  </a:lnTo>
                  <a:lnTo>
                    <a:pt x="542876" y="166473"/>
                  </a:lnTo>
                  <a:lnTo>
                    <a:pt x="547116" y="166315"/>
                  </a:lnTo>
                  <a:close/>
                </a:path>
                <a:path w="1487804" h="952500">
                  <a:moveTo>
                    <a:pt x="43839" y="185115"/>
                  </a:moveTo>
                  <a:lnTo>
                    <a:pt x="23622" y="176784"/>
                  </a:lnTo>
                  <a:lnTo>
                    <a:pt x="22099" y="185920"/>
                  </a:lnTo>
                  <a:lnTo>
                    <a:pt x="43839" y="185115"/>
                  </a:lnTo>
                  <a:close/>
                </a:path>
                <a:path w="1487804" h="952500">
                  <a:moveTo>
                    <a:pt x="574548" y="870204"/>
                  </a:moveTo>
                  <a:lnTo>
                    <a:pt x="570738" y="864108"/>
                  </a:lnTo>
                  <a:lnTo>
                    <a:pt x="566928" y="857250"/>
                  </a:lnTo>
                  <a:lnTo>
                    <a:pt x="563880" y="850392"/>
                  </a:lnTo>
                  <a:lnTo>
                    <a:pt x="561594" y="843534"/>
                  </a:lnTo>
                  <a:lnTo>
                    <a:pt x="561594" y="844296"/>
                  </a:lnTo>
                  <a:lnTo>
                    <a:pt x="559308" y="836676"/>
                  </a:lnTo>
                  <a:lnTo>
                    <a:pt x="557022" y="829818"/>
                  </a:lnTo>
                  <a:lnTo>
                    <a:pt x="553974" y="814578"/>
                  </a:lnTo>
                  <a:lnTo>
                    <a:pt x="553974" y="815340"/>
                  </a:lnTo>
                  <a:lnTo>
                    <a:pt x="553212" y="806958"/>
                  </a:lnTo>
                  <a:lnTo>
                    <a:pt x="553212" y="807720"/>
                  </a:lnTo>
                  <a:lnTo>
                    <a:pt x="552450" y="799338"/>
                  </a:lnTo>
                  <a:lnTo>
                    <a:pt x="552450" y="394716"/>
                  </a:lnTo>
                  <a:lnTo>
                    <a:pt x="43839" y="185115"/>
                  </a:lnTo>
                  <a:lnTo>
                    <a:pt x="22116" y="185927"/>
                  </a:lnTo>
                  <a:lnTo>
                    <a:pt x="542544" y="401075"/>
                  </a:lnTo>
                  <a:lnTo>
                    <a:pt x="542544" y="397764"/>
                  </a:lnTo>
                  <a:lnTo>
                    <a:pt x="545592" y="402336"/>
                  </a:lnTo>
                  <a:lnTo>
                    <a:pt x="545592" y="819262"/>
                  </a:lnTo>
                  <a:lnTo>
                    <a:pt x="551861" y="845265"/>
                  </a:lnTo>
                  <a:lnTo>
                    <a:pt x="563622" y="871185"/>
                  </a:lnTo>
                  <a:lnTo>
                    <a:pt x="573786" y="885591"/>
                  </a:lnTo>
                  <a:lnTo>
                    <a:pt x="573786" y="870204"/>
                  </a:lnTo>
                  <a:lnTo>
                    <a:pt x="574548" y="870204"/>
                  </a:lnTo>
                  <a:close/>
                </a:path>
                <a:path w="1487804" h="952500">
                  <a:moveTo>
                    <a:pt x="547116" y="156972"/>
                  </a:moveTo>
                  <a:lnTo>
                    <a:pt x="542876" y="157125"/>
                  </a:lnTo>
                  <a:lnTo>
                    <a:pt x="542544" y="160782"/>
                  </a:lnTo>
                  <a:lnTo>
                    <a:pt x="542544" y="161544"/>
                  </a:lnTo>
                  <a:lnTo>
                    <a:pt x="547116" y="156972"/>
                  </a:lnTo>
                  <a:close/>
                </a:path>
                <a:path w="1487804" h="952500">
                  <a:moveTo>
                    <a:pt x="545592" y="402336"/>
                  </a:moveTo>
                  <a:lnTo>
                    <a:pt x="542544" y="397764"/>
                  </a:lnTo>
                  <a:lnTo>
                    <a:pt x="542544" y="401075"/>
                  </a:lnTo>
                  <a:lnTo>
                    <a:pt x="545592" y="402336"/>
                  </a:lnTo>
                  <a:close/>
                </a:path>
                <a:path w="1487804" h="952500">
                  <a:moveTo>
                    <a:pt x="545592" y="819262"/>
                  </a:moveTo>
                  <a:lnTo>
                    <a:pt x="545592" y="402336"/>
                  </a:lnTo>
                  <a:lnTo>
                    <a:pt x="542544" y="401075"/>
                  </a:lnTo>
                  <a:lnTo>
                    <a:pt x="542544" y="791718"/>
                  </a:lnTo>
                  <a:lnTo>
                    <a:pt x="543306" y="800100"/>
                  </a:lnTo>
                  <a:lnTo>
                    <a:pt x="543306" y="808482"/>
                  </a:lnTo>
                  <a:lnTo>
                    <a:pt x="544830" y="816102"/>
                  </a:lnTo>
                  <a:lnTo>
                    <a:pt x="545592" y="819262"/>
                  </a:lnTo>
                  <a:close/>
                </a:path>
                <a:path w="1487804" h="952500">
                  <a:moveTo>
                    <a:pt x="1487424" y="800100"/>
                  </a:moveTo>
                  <a:lnTo>
                    <a:pt x="1487424" y="160782"/>
                  </a:lnTo>
                  <a:lnTo>
                    <a:pt x="1479814" y="111900"/>
                  </a:lnTo>
                  <a:lnTo>
                    <a:pt x="1458290" y="68770"/>
                  </a:lnTo>
                  <a:lnTo>
                    <a:pt x="1425330" y="34002"/>
                  </a:lnTo>
                  <a:lnTo>
                    <a:pt x="1383415" y="10208"/>
                  </a:lnTo>
                  <a:lnTo>
                    <a:pt x="1335024" y="0"/>
                  </a:lnTo>
                  <a:lnTo>
                    <a:pt x="703326" y="0"/>
                  </a:lnTo>
                  <a:lnTo>
                    <a:pt x="656348" y="6991"/>
                  </a:lnTo>
                  <a:lnTo>
                    <a:pt x="613410" y="27432"/>
                  </a:lnTo>
                  <a:lnTo>
                    <a:pt x="581635" y="56174"/>
                  </a:lnTo>
                  <a:lnTo>
                    <a:pt x="553971" y="101444"/>
                  </a:lnTo>
                  <a:lnTo>
                    <a:pt x="544830" y="136398"/>
                  </a:lnTo>
                  <a:lnTo>
                    <a:pt x="543306" y="144018"/>
                  </a:lnTo>
                  <a:lnTo>
                    <a:pt x="543306" y="152400"/>
                  </a:lnTo>
                  <a:lnTo>
                    <a:pt x="542876" y="157125"/>
                  </a:lnTo>
                  <a:lnTo>
                    <a:pt x="547116" y="156972"/>
                  </a:lnTo>
                  <a:lnTo>
                    <a:pt x="547116" y="166315"/>
                  </a:lnTo>
                  <a:lnTo>
                    <a:pt x="552450" y="166116"/>
                  </a:lnTo>
                  <a:lnTo>
                    <a:pt x="552450" y="153162"/>
                  </a:lnTo>
                  <a:lnTo>
                    <a:pt x="553212" y="144780"/>
                  </a:lnTo>
                  <a:lnTo>
                    <a:pt x="553212" y="145542"/>
                  </a:lnTo>
                  <a:lnTo>
                    <a:pt x="553974" y="137160"/>
                  </a:lnTo>
                  <a:lnTo>
                    <a:pt x="553974" y="137922"/>
                  </a:lnTo>
                  <a:lnTo>
                    <a:pt x="557022" y="122682"/>
                  </a:lnTo>
                  <a:lnTo>
                    <a:pt x="559308" y="115824"/>
                  </a:lnTo>
                  <a:lnTo>
                    <a:pt x="561594" y="108204"/>
                  </a:lnTo>
                  <a:lnTo>
                    <a:pt x="561594" y="108966"/>
                  </a:lnTo>
                  <a:lnTo>
                    <a:pt x="563880" y="101346"/>
                  </a:lnTo>
                  <a:lnTo>
                    <a:pt x="563880" y="102108"/>
                  </a:lnTo>
                  <a:lnTo>
                    <a:pt x="566928" y="95250"/>
                  </a:lnTo>
                  <a:lnTo>
                    <a:pt x="570738" y="88392"/>
                  </a:lnTo>
                  <a:lnTo>
                    <a:pt x="573786" y="83515"/>
                  </a:lnTo>
                  <a:lnTo>
                    <a:pt x="573786" y="82296"/>
                  </a:lnTo>
                  <a:lnTo>
                    <a:pt x="578358" y="76200"/>
                  </a:lnTo>
                  <a:lnTo>
                    <a:pt x="582168" y="70104"/>
                  </a:lnTo>
                  <a:lnTo>
                    <a:pt x="596646" y="53340"/>
                  </a:lnTo>
                  <a:lnTo>
                    <a:pt x="596646" y="54102"/>
                  </a:lnTo>
                  <a:lnTo>
                    <a:pt x="607314" y="44196"/>
                  </a:lnTo>
                  <a:lnTo>
                    <a:pt x="612648" y="40195"/>
                  </a:lnTo>
                  <a:lnTo>
                    <a:pt x="612648" y="39624"/>
                  </a:lnTo>
                  <a:lnTo>
                    <a:pt x="618744" y="35052"/>
                  </a:lnTo>
                  <a:lnTo>
                    <a:pt x="624840" y="31242"/>
                  </a:lnTo>
                  <a:lnTo>
                    <a:pt x="630936" y="27855"/>
                  </a:lnTo>
                  <a:lnTo>
                    <a:pt x="630936" y="27432"/>
                  </a:lnTo>
                  <a:lnTo>
                    <a:pt x="651510" y="18288"/>
                  </a:lnTo>
                  <a:lnTo>
                    <a:pt x="651510" y="19050"/>
                  </a:lnTo>
                  <a:lnTo>
                    <a:pt x="658368" y="16002"/>
                  </a:lnTo>
                  <a:lnTo>
                    <a:pt x="665226" y="14630"/>
                  </a:lnTo>
                  <a:lnTo>
                    <a:pt x="665226" y="14478"/>
                  </a:lnTo>
                  <a:lnTo>
                    <a:pt x="672846" y="12192"/>
                  </a:lnTo>
                  <a:lnTo>
                    <a:pt x="680466" y="11430"/>
                  </a:lnTo>
                  <a:lnTo>
                    <a:pt x="688086" y="9906"/>
                  </a:lnTo>
                  <a:lnTo>
                    <a:pt x="688086" y="10668"/>
                  </a:lnTo>
                  <a:lnTo>
                    <a:pt x="703326" y="9144"/>
                  </a:lnTo>
                  <a:lnTo>
                    <a:pt x="1326642" y="9144"/>
                  </a:lnTo>
                  <a:lnTo>
                    <a:pt x="1335024" y="9906"/>
                  </a:lnTo>
                  <a:lnTo>
                    <a:pt x="1341882" y="10598"/>
                  </a:lnTo>
                  <a:lnTo>
                    <a:pt x="1341882" y="9906"/>
                  </a:lnTo>
                  <a:lnTo>
                    <a:pt x="1364742" y="14478"/>
                  </a:lnTo>
                  <a:lnTo>
                    <a:pt x="1371600" y="16002"/>
                  </a:lnTo>
                  <a:lnTo>
                    <a:pt x="1378458" y="19050"/>
                  </a:lnTo>
                  <a:lnTo>
                    <a:pt x="1378458" y="18288"/>
                  </a:lnTo>
                  <a:lnTo>
                    <a:pt x="1386078" y="21336"/>
                  </a:lnTo>
                  <a:lnTo>
                    <a:pt x="1386078" y="21674"/>
                  </a:lnTo>
                  <a:lnTo>
                    <a:pt x="1392174" y="24384"/>
                  </a:lnTo>
                  <a:lnTo>
                    <a:pt x="1433322" y="53441"/>
                  </a:lnTo>
                  <a:lnTo>
                    <a:pt x="1434084" y="54102"/>
                  </a:lnTo>
                  <a:lnTo>
                    <a:pt x="1447800" y="70104"/>
                  </a:lnTo>
                  <a:lnTo>
                    <a:pt x="1452372" y="76200"/>
                  </a:lnTo>
                  <a:lnTo>
                    <a:pt x="1452372" y="77216"/>
                  </a:lnTo>
                  <a:lnTo>
                    <a:pt x="1456182" y="82296"/>
                  </a:lnTo>
                  <a:lnTo>
                    <a:pt x="1459992" y="88392"/>
                  </a:lnTo>
                  <a:lnTo>
                    <a:pt x="1459992" y="89763"/>
                  </a:lnTo>
                  <a:lnTo>
                    <a:pt x="1463040" y="95250"/>
                  </a:lnTo>
                  <a:lnTo>
                    <a:pt x="1466088" y="102108"/>
                  </a:lnTo>
                  <a:lnTo>
                    <a:pt x="1466088" y="101346"/>
                  </a:lnTo>
                  <a:lnTo>
                    <a:pt x="1468374" y="108966"/>
                  </a:lnTo>
                  <a:lnTo>
                    <a:pt x="1468374" y="108204"/>
                  </a:lnTo>
                  <a:lnTo>
                    <a:pt x="1471422" y="115824"/>
                  </a:lnTo>
                  <a:lnTo>
                    <a:pt x="1471422" y="118110"/>
                  </a:lnTo>
                  <a:lnTo>
                    <a:pt x="1472946" y="122682"/>
                  </a:lnTo>
                  <a:lnTo>
                    <a:pt x="1475994" y="137922"/>
                  </a:lnTo>
                  <a:lnTo>
                    <a:pt x="1475994" y="137160"/>
                  </a:lnTo>
                  <a:lnTo>
                    <a:pt x="1476756" y="145542"/>
                  </a:lnTo>
                  <a:lnTo>
                    <a:pt x="1476756" y="144780"/>
                  </a:lnTo>
                  <a:lnTo>
                    <a:pt x="1477518" y="153162"/>
                  </a:lnTo>
                  <a:lnTo>
                    <a:pt x="1477518" y="846681"/>
                  </a:lnTo>
                  <a:lnTo>
                    <a:pt x="1487424" y="800100"/>
                  </a:lnTo>
                  <a:close/>
                </a:path>
                <a:path w="1487804" h="952500">
                  <a:moveTo>
                    <a:pt x="574548" y="82296"/>
                  </a:moveTo>
                  <a:lnTo>
                    <a:pt x="573786" y="82296"/>
                  </a:lnTo>
                  <a:lnTo>
                    <a:pt x="573786" y="83515"/>
                  </a:lnTo>
                  <a:lnTo>
                    <a:pt x="574548" y="82296"/>
                  </a:lnTo>
                  <a:close/>
                </a:path>
                <a:path w="1487804" h="952500">
                  <a:moveTo>
                    <a:pt x="613410" y="912876"/>
                  </a:moveTo>
                  <a:lnTo>
                    <a:pt x="607314" y="908304"/>
                  </a:lnTo>
                  <a:lnTo>
                    <a:pt x="596646" y="898398"/>
                  </a:lnTo>
                  <a:lnTo>
                    <a:pt x="596646" y="899160"/>
                  </a:lnTo>
                  <a:lnTo>
                    <a:pt x="582168" y="882396"/>
                  </a:lnTo>
                  <a:lnTo>
                    <a:pt x="578358" y="876300"/>
                  </a:lnTo>
                  <a:lnTo>
                    <a:pt x="573786" y="870204"/>
                  </a:lnTo>
                  <a:lnTo>
                    <a:pt x="573786" y="885591"/>
                  </a:lnTo>
                  <a:lnTo>
                    <a:pt x="580084" y="894518"/>
                  </a:lnTo>
                  <a:lnTo>
                    <a:pt x="601218" y="915924"/>
                  </a:lnTo>
                  <a:lnTo>
                    <a:pt x="612648" y="924496"/>
                  </a:lnTo>
                  <a:lnTo>
                    <a:pt x="612648" y="912876"/>
                  </a:lnTo>
                  <a:lnTo>
                    <a:pt x="613410" y="912876"/>
                  </a:lnTo>
                  <a:close/>
                </a:path>
                <a:path w="1487804" h="952500">
                  <a:moveTo>
                    <a:pt x="613410" y="39624"/>
                  </a:moveTo>
                  <a:lnTo>
                    <a:pt x="612648" y="39624"/>
                  </a:lnTo>
                  <a:lnTo>
                    <a:pt x="612648" y="40195"/>
                  </a:lnTo>
                  <a:lnTo>
                    <a:pt x="613410" y="39624"/>
                  </a:lnTo>
                  <a:close/>
                </a:path>
                <a:path w="1487804" h="952500">
                  <a:moveTo>
                    <a:pt x="631698" y="935189"/>
                  </a:moveTo>
                  <a:lnTo>
                    <a:pt x="631698" y="925068"/>
                  </a:lnTo>
                  <a:lnTo>
                    <a:pt x="624840" y="921258"/>
                  </a:lnTo>
                  <a:lnTo>
                    <a:pt x="618744" y="917448"/>
                  </a:lnTo>
                  <a:lnTo>
                    <a:pt x="612648" y="912876"/>
                  </a:lnTo>
                  <a:lnTo>
                    <a:pt x="612648" y="924496"/>
                  </a:lnTo>
                  <a:lnTo>
                    <a:pt x="613410" y="925068"/>
                  </a:lnTo>
                  <a:lnTo>
                    <a:pt x="631698" y="935189"/>
                  </a:lnTo>
                  <a:close/>
                </a:path>
                <a:path w="1487804" h="952500">
                  <a:moveTo>
                    <a:pt x="631698" y="27432"/>
                  </a:moveTo>
                  <a:lnTo>
                    <a:pt x="630936" y="27432"/>
                  </a:lnTo>
                  <a:lnTo>
                    <a:pt x="630936" y="27855"/>
                  </a:lnTo>
                  <a:lnTo>
                    <a:pt x="631698" y="27432"/>
                  </a:lnTo>
                  <a:close/>
                </a:path>
                <a:path w="1487804" h="952500">
                  <a:moveTo>
                    <a:pt x="665988" y="938022"/>
                  </a:moveTo>
                  <a:lnTo>
                    <a:pt x="658368" y="936498"/>
                  </a:lnTo>
                  <a:lnTo>
                    <a:pt x="651510" y="933450"/>
                  </a:lnTo>
                  <a:lnTo>
                    <a:pt x="644652" y="931164"/>
                  </a:lnTo>
                  <a:lnTo>
                    <a:pt x="637794" y="928116"/>
                  </a:lnTo>
                  <a:lnTo>
                    <a:pt x="630936" y="924306"/>
                  </a:lnTo>
                  <a:lnTo>
                    <a:pt x="631698" y="925068"/>
                  </a:lnTo>
                  <a:lnTo>
                    <a:pt x="631698" y="935189"/>
                  </a:lnTo>
                  <a:lnTo>
                    <a:pt x="634213" y="936581"/>
                  </a:lnTo>
                  <a:lnTo>
                    <a:pt x="656405" y="945380"/>
                  </a:lnTo>
                  <a:lnTo>
                    <a:pt x="665226" y="947473"/>
                  </a:lnTo>
                  <a:lnTo>
                    <a:pt x="665226" y="938022"/>
                  </a:lnTo>
                  <a:lnTo>
                    <a:pt x="665988" y="938022"/>
                  </a:lnTo>
                  <a:close/>
                </a:path>
                <a:path w="1487804" h="952500">
                  <a:moveTo>
                    <a:pt x="665988" y="14478"/>
                  </a:moveTo>
                  <a:lnTo>
                    <a:pt x="665226" y="14478"/>
                  </a:lnTo>
                  <a:lnTo>
                    <a:pt x="665226" y="14630"/>
                  </a:lnTo>
                  <a:lnTo>
                    <a:pt x="665988" y="14478"/>
                  </a:lnTo>
                  <a:close/>
                </a:path>
                <a:path w="1487804" h="952500">
                  <a:moveTo>
                    <a:pt x="1342644" y="950887"/>
                  </a:moveTo>
                  <a:lnTo>
                    <a:pt x="1342644" y="941832"/>
                  </a:lnTo>
                  <a:lnTo>
                    <a:pt x="1335024" y="942524"/>
                  </a:lnTo>
                  <a:lnTo>
                    <a:pt x="695706" y="942594"/>
                  </a:lnTo>
                  <a:lnTo>
                    <a:pt x="680466" y="941070"/>
                  </a:lnTo>
                  <a:lnTo>
                    <a:pt x="672846" y="939546"/>
                  </a:lnTo>
                  <a:lnTo>
                    <a:pt x="672846" y="940308"/>
                  </a:lnTo>
                  <a:lnTo>
                    <a:pt x="665226" y="938022"/>
                  </a:lnTo>
                  <a:lnTo>
                    <a:pt x="665226" y="947473"/>
                  </a:lnTo>
                  <a:lnTo>
                    <a:pt x="679578" y="950880"/>
                  </a:lnTo>
                  <a:lnTo>
                    <a:pt x="703326" y="952500"/>
                  </a:lnTo>
                  <a:lnTo>
                    <a:pt x="1335024" y="952500"/>
                  </a:lnTo>
                  <a:lnTo>
                    <a:pt x="1342644" y="950887"/>
                  </a:lnTo>
                  <a:close/>
                </a:path>
                <a:path w="1487804" h="952500">
                  <a:moveTo>
                    <a:pt x="1335024" y="9975"/>
                  </a:moveTo>
                  <a:lnTo>
                    <a:pt x="1334262" y="9906"/>
                  </a:lnTo>
                  <a:lnTo>
                    <a:pt x="1335024" y="9975"/>
                  </a:lnTo>
                  <a:close/>
                </a:path>
                <a:path w="1487804" h="952500">
                  <a:moveTo>
                    <a:pt x="1342644" y="10668"/>
                  </a:moveTo>
                  <a:lnTo>
                    <a:pt x="1341882" y="9906"/>
                  </a:lnTo>
                  <a:lnTo>
                    <a:pt x="1341882" y="10598"/>
                  </a:lnTo>
                  <a:lnTo>
                    <a:pt x="1342644" y="10668"/>
                  </a:lnTo>
                  <a:close/>
                </a:path>
                <a:path w="1487804" h="952500">
                  <a:moveTo>
                    <a:pt x="1399032" y="924306"/>
                  </a:moveTo>
                  <a:lnTo>
                    <a:pt x="1361414" y="938824"/>
                  </a:lnTo>
                  <a:lnTo>
                    <a:pt x="1341882" y="941832"/>
                  </a:lnTo>
                  <a:lnTo>
                    <a:pt x="1342644" y="941832"/>
                  </a:lnTo>
                  <a:lnTo>
                    <a:pt x="1342644" y="950887"/>
                  </a:lnTo>
                  <a:lnTo>
                    <a:pt x="1382207" y="942518"/>
                  </a:lnTo>
                  <a:lnTo>
                    <a:pt x="1398270" y="933795"/>
                  </a:lnTo>
                  <a:lnTo>
                    <a:pt x="1398270" y="925068"/>
                  </a:lnTo>
                  <a:lnTo>
                    <a:pt x="1399032" y="924306"/>
                  </a:lnTo>
                  <a:close/>
                </a:path>
                <a:path w="1487804" h="952500">
                  <a:moveTo>
                    <a:pt x="1386078" y="21674"/>
                  </a:moveTo>
                  <a:lnTo>
                    <a:pt x="1386078" y="21336"/>
                  </a:lnTo>
                  <a:lnTo>
                    <a:pt x="1385316" y="21336"/>
                  </a:lnTo>
                  <a:lnTo>
                    <a:pt x="1386078" y="21674"/>
                  </a:lnTo>
                  <a:close/>
                </a:path>
                <a:path w="1487804" h="952500">
                  <a:moveTo>
                    <a:pt x="1434084" y="909237"/>
                  </a:moveTo>
                  <a:lnTo>
                    <a:pt x="1434084" y="898398"/>
                  </a:lnTo>
                  <a:lnTo>
                    <a:pt x="1433322" y="899160"/>
                  </a:lnTo>
                  <a:lnTo>
                    <a:pt x="1398270" y="925068"/>
                  </a:lnTo>
                  <a:lnTo>
                    <a:pt x="1398270" y="933795"/>
                  </a:lnTo>
                  <a:lnTo>
                    <a:pt x="1422903" y="920418"/>
                  </a:lnTo>
                  <a:lnTo>
                    <a:pt x="1434084" y="909237"/>
                  </a:lnTo>
                  <a:close/>
                </a:path>
                <a:path w="1487804" h="952500">
                  <a:moveTo>
                    <a:pt x="1434084" y="54102"/>
                  </a:moveTo>
                  <a:lnTo>
                    <a:pt x="1433322" y="53340"/>
                  </a:lnTo>
                  <a:lnTo>
                    <a:pt x="1433675" y="53748"/>
                  </a:lnTo>
                  <a:lnTo>
                    <a:pt x="1434084" y="54102"/>
                  </a:lnTo>
                  <a:close/>
                </a:path>
                <a:path w="1487804" h="952500">
                  <a:moveTo>
                    <a:pt x="1433675" y="53748"/>
                  </a:moveTo>
                  <a:lnTo>
                    <a:pt x="1433322" y="53340"/>
                  </a:lnTo>
                  <a:lnTo>
                    <a:pt x="1433675" y="53748"/>
                  </a:lnTo>
                  <a:close/>
                </a:path>
                <a:path w="1487804" h="952500">
                  <a:moveTo>
                    <a:pt x="1433675" y="898751"/>
                  </a:moveTo>
                  <a:lnTo>
                    <a:pt x="1433322" y="899058"/>
                  </a:lnTo>
                  <a:lnTo>
                    <a:pt x="1433675" y="898751"/>
                  </a:lnTo>
                  <a:close/>
                </a:path>
                <a:path w="1487804" h="952500">
                  <a:moveTo>
                    <a:pt x="1434084" y="898398"/>
                  </a:moveTo>
                  <a:lnTo>
                    <a:pt x="1433675" y="898751"/>
                  </a:lnTo>
                  <a:lnTo>
                    <a:pt x="1433322" y="899160"/>
                  </a:lnTo>
                  <a:lnTo>
                    <a:pt x="1434084" y="898398"/>
                  </a:lnTo>
                  <a:close/>
                </a:path>
                <a:path w="1487804" h="952500">
                  <a:moveTo>
                    <a:pt x="1434084" y="54219"/>
                  </a:moveTo>
                  <a:lnTo>
                    <a:pt x="1433675" y="53748"/>
                  </a:lnTo>
                  <a:lnTo>
                    <a:pt x="1434084" y="54219"/>
                  </a:lnTo>
                  <a:close/>
                </a:path>
                <a:path w="1487804" h="952500">
                  <a:moveTo>
                    <a:pt x="1452372" y="890947"/>
                  </a:moveTo>
                  <a:lnTo>
                    <a:pt x="1452372" y="876300"/>
                  </a:lnTo>
                  <a:lnTo>
                    <a:pt x="1447800" y="882396"/>
                  </a:lnTo>
                  <a:lnTo>
                    <a:pt x="1433675" y="898751"/>
                  </a:lnTo>
                  <a:lnTo>
                    <a:pt x="1434084" y="898398"/>
                  </a:lnTo>
                  <a:lnTo>
                    <a:pt x="1434084" y="909237"/>
                  </a:lnTo>
                  <a:lnTo>
                    <a:pt x="1452372" y="890947"/>
                  </a:lnTo>
                  <a:close/>
                </a:path>
                <a:path w="1487804" h="952500">
                  <a:moveTo>
                    <a:pt x="1452372" y="77216"/>
                  </a:moveTo>
                  <a:lnTo>
                    <a:pt x="1452372" y="76200"/>
                  </a:lnTo>
                  <a:lnTo>
                    <a:pt x="1451610" y="76200"/>
                  </a:lnTo>
                  <a:lnTo>
                    <a:pt x="1452372" y="77216"/>
                  </a:lnTo>
                  <a:close/>
                </a:path>
                <a:path w="1487804" h="952500">
                  <a:moveTo>
                    <a:pt x="1459992" y="879340"/>
                  </a:moveTo>
                  <a:lnTo>
                    <a:pt x="1459992" y="864108"/>
                  </a:lnTo>
                  <a:lnTo>
                    <a:pt x="1456182" y="870204"/>
                  </a:lnTo>
                  <a:lnTo>
                    <a:pt x="1451610" y="876300"/>
                  </a:lnTo>
                  <a:lnTo>
                    <a:pt x="1452372" y="876300"/>
                  </a:lnTo>
                  <a:lnTo>
                    <a:pt x="1452372" y="890947"/>
                  </a:lnTo>
                  <a:lnTo>
                    <a:pt x="1455249" y="888069"/>
                  </a:lnTo>
                  <a:lnTo>
                    <a:pt x="1459992" y="879340"/>
                  </a:lnTo>
                  <a:close/>
                </a:path>
                <a:path w="1487804" h="952500">
                  <a:moveTo>
                    <a:pt x="1459992" y="89763"/>
                  </a:moveTo>
                  <a:lnTo>
                    <a:pt x="1459992" y="88392"/>
                  </a:lnTo>
                  <a:lnTo>
                    <a:pt x="1459230" y="88392"/>
                  </a:lnTo>
                  <a:lnTo>
                    <a:pt x="1459992" y="89763"/>
                  </a:lnTo>
                  <a:close/>
                </a:path>
                <a:path w="1487804" h="952500">
                  <a:moveTo>
                    <a:pt x="1471422" y="858302"/>
                  </a:moveTo>
                  <a:lnTo>
                    <a:pt x="1471422" y="836676"/>
                  </a:lnTo>
                  <a:lnTo>
                    <a:pt x="1468374" y="844296"/>
                  </a:lnTo>
                  <a:lnTo>
                    <a:pt x="1468374" y="843534"/>
                  </a:lnTo>
                  <a:lnTo>
                    <a:pt x="1466088" y="851154"/>
                  </a:lnTo>
                  <a:lnTo>
                    <a:pt x="1466088" y="850392"/>
                  </a:lnTo>
                  <a:lnTo>
                    <a:pt x="1463040" y="857250"/>
                  </a:lnTo>
                  <a:lnTo>
                    <a:pt x="1459230" y="864108"/>
                  </a:lnTo>
                  <a:lnTo>
                    <a:pt x="1459992" y="864108"/>
                  </a:lnTo>
                  <a:lnTo>
                    <a:pt x="1459992" y="879340"/>
                  </a:lnTo>
                  <a:lnTo>
                    <a:pt x="1471422" y="858302"/>
                  </a:lnTo>
                  <a:close/>
                </a:path>
                <a:path w="1487804" h="952500">
                  <a:moveTo>
                    <a:pt x="1471422" y="118110"/>
                  </a:moveTo>
                  <a:lnTo>
                    <a:pt x="1471422" y="115824"/>
                  </a:lnTo>
                  <a:lnTo>
                    <a:pt x="1470660" y="115824"/>
                  </a:lnTo>
                  <a:lnTo>
                    <a:pt x="1471422" y="118110"/>
                  </a:lnTo>
                  <a:close/>
                </a:path>
                <a:path w="1487804" h="952500">
                  <a:moveTo>
                    <a:pt x="1477518" y="846681"/>
                  </a:moveTo>
                  <a:lnTo>
                    <a:pt x="1477518" y="799338"/>
                  </a:lnTo>
                  <a:lnTo>
                    <a:pt x="1476756" y="807720"/>
                  </a:lnTo>
                  <a:lnTo>
                    <a:pt x="1476756" y="806958"/>
                  </a:lnTo>
                  <a:lnTo>
                    <a:pt x="1475994" y="815340"/>
                  </a:lnTo>
                  <a:lnTo>
                    <a:pt x="1475994" y="814578"/>
                  </a:lnTo>
                  <a:lnTo>
                    <a:pt x="1472946" y="829818"/>
                  </a:lnTo>
                  <a:lnTo>
                    <a:pt x="1470660" y="836676"/>
                  </a:lnTo>
                  <a:lnTo>
                    <a:pt x="1471422" y="836676"/>
                  </a:lnTo>
                  <a:lnTo>
                    <a:pt x="1471422" y="858302"/>
                  </a:lnTo>
                  <a:lnTo>
                    <a:pt x="1477377" y="847340"/>
                  </a:lnTo>
                  <a:lnTo>
                    <a:pt x="1477518" y="8466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333034" y="4770373"/>
            <a:ext cx="73025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7465" marR="30480" indent="-127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latin typeface="Tahoma"/>
                <a:cs typeface="Tahoma"/>
              </a:rPr>
              <a:t>Need to </a:t>
            </a:r>
            <a:r>
              <a:rPr dirty="0" sz="1400" spc="-425">
                <a:latin typeface="Tahoma"/>
                <a:cs typeface="Tahoma"/>
              </a:rPr>
              <a:t> </a:t>
            </a:r>
            <a:r>
              <a:rPr dirty="0" sz="1400" spc="-5">
                <a:latin typeface="Tahoma"/>
                <a:cs typeface="Tahoma"/>
              </a:rPr>
              <a:t>consider  </a:t>
            </a:r>
            <a:r>
              <a:rPr dirty="0" sz="1400" spc="-5">
                <a:latin typeface="Tahoma"/>
                <a:cs typeface="Tahoma"/>
              </a:rPr>
              <a:t>phases </a:t>
            </a:r>
            <a:r>
              <a:rPr dirty="0" sz="1400">
                <a:latin typeface="Tahoma"/>
                <a:cs typeface="Tahoma"/>
              </a:rPr>
              <a:t> </a:t>
            </a:r>
            <a:r>
              <a:rPr dirty="0" sz="1400" spc="-5">
                <a:latin typeface="Tahoma"/>
                <a:cs typeface="Tahoma"/>
              </a:rPr>
              <a:t>of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H</a:t>
            </a:r>
            <a:r>
              <a:rPr dirty="0" baseline="-21604" sz="1350">
                <a:latin typeface="Tahoma"/>
                <a:cs typeface="Tahoma"/>
              </a:rPr>
              <a:t>2</a:t>
            </a:r>
            <a:r>
              <a:rPr dirty="0" sz="1400">
                <a:latin typeface="Tahoma"/>
                <a:cs typeface="Tahoma"/>
              </a:rPr>
              <a:t>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705" y="1324956"/>
            <a:ext cx="1132205" cy="610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Activities </a:t>
            </a:r>
            <a:r>
              <a:rPr dirty="0" sz="1600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(Functions)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7813" y="1764029"/>
            <a:ext cx="1355090" cy="443230"/>
            <a:chOff x="797813" y="1764029"/>
            <a:chExt cx="1355090" cy="44323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7813" y="1937004"/>
              <a:ext cx="179070" cy="25374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09878" y="1764029"/>
              <a:ext cx="843280" cy="443230"/>
            </a:xfrm>
            <a:custGeom>
              <a:avLst/>
              <a:gdLst/>
              <a:ahLst/>
              <a:cxnLst/>
              <a:rect l="l" t="t" r="r" b="b"/>
              <a:pathLst>
                <a:path w="843280" h="443230">
                  <a:moveTo>
                    <a:pt x="773453" y="391114"/>
                  </a:moveTo>
                  <a:lnTo>
                    <a:pt x="12953" y="0"/>
                  </a:lnTo>
                  <a:lnTo>
                    <a:pt x="0" y="25146"/>
                  </a:lnTo>
                  <a:lnTo>
                    <a:pt x="760602" y="416312"/>
                  </a:lnTo>
                  <a:lnTo>
                    <a:pt x="773453" y="391114"/>
                  </a:lnTo>
                  <a:close/>
                </a:path>
                <a:path w="843280" h="443230">
                  <a:moveTo>
                    <a:pt x="786383" y="442270"/>
                  </a:moveTo>
                  <a:lnTo>
                    <a:pt x="786383" y="397763"/>
                  </a:lnTo>
                  <a:lnTo>
                    <a:pt x="773430" y="422909"/>
                  </a:lnTo>
                  <a:lnTo>
                    <a:pt x="760602" y="416312"/>
                  </a:lnTo>
                  <a:lnTo>
                    <a:pt x="747522" y="441959"/>
                  </a:lnTo>
                  <a:lnTo>
                    <a:pt x="786383" y="442270"/>
                  </a:lnTo>
                  <a:close/>
                </a:path>
                <a:path w="843280" h="443230">
                  <a:moveTo>
                    <a:pt x="786383" y="397763"/>
                  </a:moveTo>
                  <a:lnTo>
                    <a:pt x="773453" y="391114"/>
                  </a:lnTo>
                  <a:lnTo>
                    <a:pt x="760602" y="416312"/>
                  </a:lnTo>
                  <a:lnTo>
                    <a:pt x="773430" y="422909"/>
                  </a:lnTo>
                  <a:lnTo>
                    <a:pt x="786383" y="397763"/>
                  </a:lnTo>
                  <a:close/>
                </a:path>
                <a:path w="843280" h="443230">
                  <a:moveTo>
                    <a:pt x="842772" y="442721"/>
                  </a:moveTo>
                  <a:lnTo>
                    <a:pt x="786383" y="365759"/>
                  </a:lnTo>
                  <a:lnTo>
                    <a:pt x="773453" y="391114"/>
                  </a:lnTo>
                  <a:lnTo>
                    <a:pt x="786383" y="397763"/>
                  </a:lnTo>
                  <a:lnTo>
                    <a:pt x="786383" y="442270"/>
                  </a:lnTo>
                  <a:lnTo>
                    <a:pt x="842772" y="442721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124447" y="6134352"/>
            <a:ext cx="303149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BC6D0A"/>
                </a:solidFill>
                <a:latin typeface="Arial"/>
                <a:cs typeface="Arial"/>
              </a:rPr>
              <a:t>Things</a:t>
            </a:r>
            <a:r>
              <a:rPr dirty="0" sz="1600" spc="-30" b="1">
                <a:solidFill>
                  <a:srgbClr val="BC6D0A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BC6D0A"/>
                </a:solidFill>
                <a:latin typeface="Arial"/>
                <a:cs typeface="Arial"/>
              </a:rPr>
              <a:t>that flow (ObjectNodes)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72505" y="5490210"/>
            <a:ext cx="962025" cy="647065"/>
          </a:xfrm>
          <a:custGeom>
            <a:avLst/>
            <a:gdLst/>
            <a:ahLst/>
            <a:cxnLst/>
            <a:rect l="l" t="t" r="r" b="b"/>
            <a:pathLst>
              <a:path w="962025" h="647064">
                <a:moveTo>
                  <a:pt x="95249" y="11430"/>
                </a:moveTo>
                <a:lnTo>
                  <a:pt x="0" y="0"/>
                </a:lnTo>
                <a:lnTo>
                  <a:pt x="47243" y="83058"/>
                </a:lnTo>
                <a:lnTo>
                  <a:pt x="51815" y="76236"/>
                </a:lnTo>
                <a:lnTo>
                  <a:pt x="51815" y="51054"/>
                </a:lnTo>
                <a:lnTo>
                  <a:pt x="67055" y="27432"/>
                </a:lnTo>
                <a:lnTo>
                  <a:pt x="79138" y="35469"/>
                </a:lnTo>
                <a:lnTo>
                  <a:pt x="95249" y="11430"/>
                </a:lnTo>
                <a:close/>
              </a:path>
              <a:path w="962025" h="647064">
                <a:moveTo>
                  <a:pt x="79138" y="35469"/>
                </a:moveTo>
                <a:lnTo>
                  <a:pt x="67055" y="27432"/>
                </a:lnTo>
                <a:lnTo>
                  <a:pt x="51815" y="51054"/>
                </a:lnTo>
                <a:lnTo>
                  <a:pt x="63484" y="58826"/>
                </a:lnTo>
                <a:lnTo>
                  <a:pt x="79138" y="35469"/>
                </a:lnTo>
                <a:close/>
              </a:path>
              <a:path w="962025" h="647064">
                <a:moveTo>
                  <a:pt x="63484" y="58826"/>
                </a:moveTo>
                <a:lnTo>
                  <a:pt x="51815" y="51054"/>
                </a:lnTo>
                <a:lnTo>
                  <a:pt x="51815" y="76236"/>
                </a:lnTo>
                <a:lnTo>
                  <a:pt x="63484" y="58826"/>
                </a:lnTo>
                <a:close/>
              </a:path>
              <a:path w="962025" h="647064">
                <a:moveTo>
                  <a:pt x="961643" y="622554"/>
                </a:moveTo>
                <a:lnTo>
                  <a:pt x="79138" y="35469"/>
                </a:lnTo>
                <a:lnTo>
                  <a:pt x="63484" y="58826"/>
                </a:lnTo>
                <a:lnTo>
                  <a:pt x="946403" y="646938"/>
                </a:lnTo>
                <a:lnTo>
                  <a:pt x="961643" y="622554"/>
                </a:lnTo>
                <a:close/>
              </a:path>
            </a:pathLst>
          </a:custGeom>
          <a:solidFill>
            <a:srgbClr val="BC6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429500" y="4740402"/>
            <a:ext cx="199390" cy="1430655"/>
          </a:xfrm>
          <a:custGeom>
            <a:avLst/>
            <a:gdLst/>
            <a:ahLst/>
            <a:cxnLst/>
            <a:rect l="l" t="t" r="r" b="b"/>
            <a:pathLst>
              <a:path w="199390" h="1430654">
                <a:moveTo>
                  <a:pt x="85343" y="80772"/>
                </a:moveTo>
                <a:lnTo>
                  <a:pt x="33527" y="0"/>
                </a:lnTo>
                <a:lnTo>
                  <a:pt x="0" y="89915"/>
                </a:lnTo>
                <a:lnTo>
                  <a:pt x="26669" y="87058"/>
                </a:lnTo>
                <a:lnTo>
                  <a:pt x="26669" y="72390"/>
                </a:lnTo>
                <a:lnTo>
                  <a:pt x="55625" y="70104"/>
                </a:lnTo>
                <a:lnTo>
                  <a:pt x="57071" y="83801"/>
                </a:lnTo>
                <a:lnTo>
                  <a:pt x="85343" y="80772"/>
                </a:lnTo>
                <a:close/>
              </a:path>
              <a:path w="199390" h="1430654">
                <a:moveTo>
                  <a:pt x="57071" y="83801"/>
                </a:moveTo>
                <a:lnTo>
                  <a:pt x="55625" y="70104"/>
                </a:lnTo>
                <a:lnTo>
                  <a:pt x="26669" y="72390"/>
                </a:lnTo>
                <a:lnTo>
                  <a:pt x="28200" y="86894"/>
                </a:lnTo>
                <a:lnTo>
                  <a:pt x="57071" y="83801"/>
                </a:lnTo>
                <a:close/>
              </a:path>
              <a:path w="199390" h="1430654">
                <a:moveTo>
                  <a:pt x="28200" y="86894"/>
                </a:moveTo>
                <a:lnTo>
                  <a:pt x="26669" y="72390"/>
                </a:lnTo>
                <a:lnTo>
                  <a:pt x="26669" y="87058"/>
                </a:lnTo>
                <a:lnTo>
                  <a:pt x="28200" y="86894"/>
                </a:lnTo>
                <a:close/>
              </a:path>
              <a:path w="199390" h="1430654">
                <a:moveTo>
                  <a:pt x="198881" y="1427226"/>
                </a:moveTo>
                <a:lnTo>
                  <a:pt x="57071" y="83801"/>
                </a:lnTo>
                <a:lnTo>
                  <a:pt x="28200" y="86894"/>
                </a:lnTo>
                <a:lnTo>
                  <a:pt x="169925" y="1430274"/>
                </a:lnTo>
                <a:lnTo>
                  <a:pt x="198881" y="1427226"/>
                </a:lnTo>
                <a:close/>
              </a:path>
            </a:pathLst>
          </a:custGeom>
          <a:solidFill>
            <a:srgbClr val="BC6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690" y="1900427"/>
            <a:ext cx="7584581" cy="30822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28090" marR="5080" indent="-772795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10"/>
              <a:t> </a:t>
            </a:r>
            <a:r>
              <a:rPr dirty="0" spc="-5"/>
              <a:t>State</a:t>
            </a:r>
            <a:r>
              <a:rPr dirty="0" spc="-20"/>
              <a:t> </a:t>
            </a:r>
            <a:r>
              <a:rPr dirty="0"/>
              <a:t>Machine </a:t>
            </a:r>
            <a:r>
              <a:rPr dirty="0" spc="-760"/>
              <a:t> </a:t>
            </a:r>
            <a:r>
              <a:rPr dirty="0"/>
              <a:t>Diagram:</a:t>
            </a:r>
            <a:r>
              <a:rPr dirty="0" spc="-10"/>
              <a:t> </a:t>
            </a:r>
            <a:r>
              <a:rPr dirty="0"/>
              <a:t>States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H2O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62826" y="1449577"/>
            <a:ext cx="110934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 b="1">
                <a:solidFill>
                  <a:srgbClr val="FF3300"/>
                </a:solidFill>
                <a:latin typeface="Arial"/>
                <a:cs typeface="Arial"/>
              </a:rPr>
              <a:t>Transitions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30880" y="1685556"/>
            <a:ext cx="3695700" cy="2292985"/>
          </a:xfrm>
          <a:custGeom>
            <a:avLst/>
            <a:gdLst/>
            <a:ahLst/>
            <a:cxnLst/>
            <a:rect l="l" t="t" r="r" b="b"/>
            <a:pathLst>
              <a:path w="3695700" h="2292985">
                <a:moveTo>
                  <a:pt x="3573780" y="26670"/>
                </a:moveTo>
                <a:lnTo>
                  <a:pt x="3563874" y="0"/>
                </a:lnTo>
                <a:lnTo>
                  <a:pt x="663016" y="1076909"/>
                </a:lnTo>
                <a:lnTo>
                  <a:pt x="653034" y="1050036"/>
                </a:lnTo>
                <a:lnTo>
                  <a:pt x="587502" y="1120140"/>
                </a:lnTo>
                <a:lnTo>
                  <a:pt x="649224" y="1126553"/>
                </a:lnTo>
                <a:lnTo>
                  <a:pt x="682752" y="1130046"/>
                </a:lnTo>
                <a:lnTo>
                  <a:pt x="672922" y="1103579"/>
                </a:lnTo>
                <a:lnTo>
                  <a:pt x="3573780" y="26670"/>
                </a:lnTo>
                <a:close/>
              </a:path>
              <a:path w="3695700" h="2292985">
                <a:moveTo>
                  <a:pt x="3615690" y="55626"/>
                </a:moveTo>
                <a:lnTo>
                  <a:pt x="3601212" y="31242"/>
                </a:lnTo>
                <a:lnTo>
                  <a:pt x="65430" y="2200846"/>
                </a:lnTo>
                <a:lnTo>
                  <a:pt x="51054" y="2177034"/>
                </a:lnTo>
                <a:lnTo>
                  <a:pt x="0" y="2257806"/>
                </a:lnTo>
                <a:lnTo>
                  <a:pt x="53340" y="2253538"/>
                </a:lnTo>
                <a:lnTo>
                  <a:pt x="95250" y="2250186"/>
                </a:lnTo>
                <a:lnTo>
                  <a:pt x="80302" y="2225459"/>
                </a:lnTo>
                <a:lnTo>
                  <a:pt x="3615690" y="55626"/>
                </a:lnTo>
                <a:close/>
              </a:path>
              <a:path w="3695700" h="2292985">
                <a:moveTo>
                  <a:pt x="3630168" y="118110"/>
                </a:moveTo>
                <a:lnTo>
                  <a:pt x="3608832" y="99060"/>
                </a:lnTo>
                <a:lnTo>
                  <a:pt x="2753588" y="1046962"/>
                </a:lnTo>
                <a:lnTo>
                  <a:pt x="2732532" y="1027938"/>
                </a:lnTo>
                <a:lnTo>
                  <a:pt x="2706624" y="1120140"/>
                </a:lnTo>
                <a:lnTo>
                  <a:pt x="2743962" y="1105458"/>
                </a:lnTo>
                <a:lnTo>
                  <a:pt x="2795778" y="1085088"/>
                </a:lnTo>
                <a:lnTo>
                  <a:pt x="2774810" y="1066139"/>
                </a:lnTo>
                <a:lnTo>
                  <a:pt x="3630168" y="118110"/>
                </a:lnTo>
                <a:close/>
              </a:path>
              <a:path w="3695700" h="2292985">
                <a:moveTo>
                  <a:pt x="3695687" y="138671"/>
                </a:moveTo>
                <a:lnTo>
                  <a:pt x="3667493" y="132575"/>
                </a:lnTo>
                <a:lnTo>
                  <a:pt x="3174758" y="2206498"/>
                </a:lnTo>
                <a:lnTo>
                  <a:pt x="3147047" y="2199881"/>
                </a:lnTo>
                <a:lnTo>
                  <a:pt x="3168383" y="2292845"/>
                </a:lnTo>
                <a:lnTo>
                  <a:pt x="3171431" y="2289238"/>
                </a:lnTo>
                <a:lnTo>
                  <a:pt x="3230105" y="2219693"/>
                </a:lnTo>
                <a:lnTo>
                  <a:pt x="3202089" y="2213013"/>
                </a:lnTo>
                <a:lnTo>
                  <a:pt x="3695687" y="138671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94179" y="1408430"/>
            <a:ext cx="63500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States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93798" y="1642884"/>
            <a:ext cx="1845310" cy="2832735"/>
          </a:xfrm>
          <a:custGeom>
            <a:avLst/>
            <a:gdLst/>
            <a:ahLst/>
            <a:cxnLst/>
            <a:rect l="l" t="t" r="r" b="b"/>
            <a:pathLst>
              <a:path w="1845310" h="2832735">
                <a:moveTo>
                  <a:pt x="1841754" y="730758"/>
                </a:moveTo>
                <a:lnTo>
                  <a:pt x="1780032" y="657606"/>
                </a:lnTo>
                <a:lnTo>
                  <a:pt x="1768779" y="684174"/>
                </a:lnTo>
                <a:lnTo>
                  <a:pt x="161544" y="0"/>
                </a:lnTo>
                <a:lnTo>
                  <a:pt x="150114" y="26670"/>
                </a:lnTo>
                <a:lnTo>
                  <a:pt x="1757591" y="710615"/>
                </a:lnTo>
                <a:lnTo>
                  <a:pt x="1746504" y="736854"/>
                </a:lnTo>
                <a:lnTo>
                  <a:pt x="1781556" y="734606"/>
                </a:lnTo>
                <a:lnTo>
                  <a:pt x="1841754" y="730758"/>
                </a:lnTo>
                <a:close/>
              </a:path>
              <a:path w="1845310" h="2832735">
                <a:moveTo>
                  <a:pt x="1843278" y="2832341"/>
                </a:moveTo>
                <a:lnTo>
                  <a:pt x="1831086" y="2737853"/>
                </a:lnTo>
                <a:lnTo>
                  <a:pt x="1807375" y="2753918"/>
                </a:lnTo>
                <a:lnTo>
                  <a:pt x="23622" y="119621"/>
                </a:lnTo>
                <a:lnTo>
                  <a:pt x="0" y="135623"/>
                </a:lnTo>
                <a:lnTo>
                  <a:pt x="1783753" y="2769920"/>
                </a:lnTo>
                <a:lnTo>
                  <a:pt x="1760220" y="2785859"/>
                </a:lnTo>
                <a:lnTo>
                  <a:pt x="1815084" y="2816568"/>
                </a:lnTo>
                <a:lnTo>
                  <a:pt x="1843278" y="2832341"/>
                </a:lnTo>
                <a:close/>
              </a:path>
              <a:path w="1845310" h="2832735">
                <a:moveTo>
                  <a:pt x="1844789" y="1831086"/>
                </a:moveTo>
                <a:lnTo>
                  <a:pt x="1814309" y="1740408"/>
                </a:lnTo>
                <a:lnTo>
                  <a:pt x="1794484" y="1760232"/>
                </a:lnTo>
                <a:lnTo>
                  <a:pt x="78473" y="51054"/>
                </a:lnTo>
                <a:lnTo>
                  <a:pt x="58661" y="70866"/>
                </a:lnTo>
                <a:lnTo>
                  <a:pt x="1774291" y="1780425"/>
                </a:lnTo>
                <a:lnTo>
                  <a:pt x="1754111" y="1800606"/>
                </a:lnTo>
                <a:lnTo>
                  <a:pt x="1804403" y="1817509"/>
                </a:lnTo>
                <a:lnTo>
                  <a:pt x="1844789" y="1831086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305" y="957833"/>
            <a:ext cx="8782423" cy="48764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69643" y="260858"/>
            <a:ext cx="549783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8925">
              <a:lnSpc>
                <a:spcPct val="100000"/>
              </a:lnSpc>
              <a:spcBef>
                <a:spcPts val="100"/>
              </a:spcBef>
            </a:pPr>
            <a:r>
              <a:rPr dirty="0" sz="2400" spc="-5"/>
              <a:t>Distiller Example </a:t>
            </a:r>
            <a:r>
              <a:rPr dirty="0" sz="2400"/>
              <a:t>– </a:t>
            </a:r>
            <a:r>
              <a:rPr dirty="0" sz="2400" spc="-5"/>
              <a:t>Activity Diagram: </a:t>
            </a:r>
            <a:r>
              <a:rPr dirty="0" sz="2400"/>
              <a:t> I/O</a:t>
            </a:r>
            <a:r>
              <a:rPr dirty="0" sz="2400" spc="-40"/>
              <a:t> </a:t>
            </a:r>
            <a:r>
              <a:rPr dirty="0" sz="2400" spc="-5"/>
              <a:t>Driven:</a:t>
            </a:r>
            <a:r>
              <a:rPr dirty="0" sz="2400" spc="-10"/>
              <a:t> </a:t>
            </a:r>
            <a:r>
              <a:rPr dirty="0" sz="2400" spc="-5"/>
              <a:t>Continuous</a:t>
            </a:r>
            <a:r>
              <a:rPr dirty="0" sz="2400" spc="-15"/>
              <a:t> </a:t>
            </a:r>
            <a:r>
              <a:rPr dirty="0" sz="2400" spc="-5"/>
              <a:t>Parallel Behavior</a:t>
            </a:r>
            <a:endParaRPr sz="24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80859" y="5162550"/>
            <a:ext cx="1722120" cy="13144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57697" y="5799834"/>
            <a:ext cx="127698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3520" marR="5080" indent="-211454">
              <a:lnSpc>
                <a:spcPct val="100000"/>
              </a:lnSpc>
              <a:spcBef>
                <a:spcPts val="95"/>
              </a:spcBef>
            </a:pPr>
            <a:r>
              <a:rPr dirty="0" sz="2000" spc="-5">
                <a:solidFill>
                  <a:srgbClr val="A03033"/>
                </a:solidFill>
                <a:latin typeface="Tahoma"/>
                <a:cs typeface="Tahoma"/>
              </a:rPr>
              <a:t>Continuous  </a:t>
            </a:r>
            <a:r>
              <a:rPr dirty="0" sz="2000">
                <a:solidFill>
                  <a:srgbClr val="A03033"/>
                </a:solidFill>
                <a:latin typeface="Tahoma"/>
                <a:cs typeface="Tahoma"/>
              </a:rPr>
              <a:t>Distiller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0938" y="6093204"/>
            <a:ext cx="11112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  <a:hlinkClick r:id="rId5" action="ppaction://hlinksldjump"/>
              </a:rPr>
              <a:t>Batch</a:t>
            </a:r>
            <a:r>
              <a:rPr dirty="0" sz="1000" spc="-6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1000" spc="-5">
                <a:latin typeface="Arial MT"/>
                <a:cs typeface="Arial MT"/>
                <a:hlinkClick r:id="rId5" action="ppaction://hlinksldjump"/>
              </a:rPr>
              <a:t>Distiller</a:t>
            </a:r>
            <a:r>
              <a:rPr dirty="0" sz="1000" spc="-35"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1000" spc="-5">
                <a:latin typeface="Arial MT"/>
                <a:cs typeface="Arial MT"/>
                <a:hlinkClick r:id="rId5" action="ppaction://hlinksldjump"/>
              </a:rPr>
              <a:t>Here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3295" y="77978"/>
            <a:ext cx="497141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270">
              <a:lnSpc>
                <a:spcPct val="100000"/>
              </a:lnSpc>
              <a:spcBef>
                <a:spcPts val="100"/>
              </a:spcBef>
            </a:pPr>
            <a:r>
              <a:rPr dirty="0" sz="2400" spc="-5"/>
              <a:t>Distiller Example </a:t>
            </a:r>
            <a:r>
              <a:rPr dirty="0" sz="2400"/>
              <a:t>– </a:t>
            </a:r>
            <a:r>
              <a:rPr dirty="0" sz="2400" spc="-5"/>
              <a:t>Activity Diagram: </a:t>
            </a:r>
            <a:r>
              <a:rPr dirty="0" sz="2400" spc="-655"/>
              <a:t> </a:t>
            </a:r>
            <a:r>
              <a:rPr dirty="0" sz="2400" spc="-5"/>
              <a:t>No Control Flow, ActionPin Notation, </a:t>
            </a:r>
            <a:r>
              <a:rPr dirty="0" sz="2400" spc="-655"/>
              <a:t> </a:t>
            </a:r>
            <a:r>
              <a:rPr dirty="0" sz="2400" spc="-5"/>
              <a:t>Simultaneous</a:t>
            </a:r>
            <a:r>
              <a:rPr dirty="0" sz="2400" spc="15"/>
              <a:t> </a:t>
            </a:r>
            <a:r>
              <a:rPr dirty="0" sz="2400" spc="-5"/>
              <a:t>Behavior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05" y="1376933"/>
            <a:ext cx="8791949" cy="48002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75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50" y="1005077"/>
            <a:ext cx="8610600" cy="55504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71525" marR="5080" indent="-46355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/>
              <a:t>Activity</a:t>
            </a:r>
            <a:r>
              <a:rPr dirty="0" spc="-45"/>
              <a:t> </a:t>
            </a:r>
            <a:r>
              <a:rPr dirty="0"/>
              <a:t>Diagram </a:t>
            </a:r>
            <a:r>
              <a:rPr dirty="0" spc="-765"/>
              <a:t> </a:t>
            </a:r>
            <a:r>
              <a:rPr dirty="0"/>
              <a:t>(with</a:t>
            </a:r>
            <a:r>
              <a:rPr dirty="0" spc="-15"/>
              <a:t> </a:t>
            </a:r>
            <a:r>
              <a:rPr dirty="0"/>
              <a:t>Swimlanes):</a:t>
            </a:r>
            <a:r>
              <a:rPr dirty="0" spc="-10"/>
              <a:t> </a:t>
            </a:r>
            <a:r>
              <a:rPr dirty="0"/>
              <a:t>DistillWater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54500" y="2098801"/>
            <a:ext cx="53403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Parts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24643" y="1690128"/>
            <a:ext cx="2238375" cy="479425"/>
          </a:xfrm>
          <a:custGeom>
            <a:avLst/>
            <a:gdLst/>
            <a:ahLst/>
            <a:cxnLst/>
            <a:rect l="l" t="t" r="r" b="b"/>
            <a:pathLst>
              <a:path w="2238375" h="479425">
                <a:moveTo>
                  <a:pt x="627126" y="416039"/>
                </a:moveTo>
                <a:lnTo>
                  <a:pt x="78968" y="45377"/>
                </a:lnTo>
                <a:lnTo>
                  <a:pt x="95250" y="21323"/>
                </a:lnTo>
                <a:lnTo>
                  <a:pt x="0" y="9131"/>
                </a:lnTo>
                <a:lnTo>
                  <a:pt x="47244" y="92189"/>
                </a:lnTo>
                <a:lnTo>
                  <a:pt x="51054" y="86575"/>
                </a:lnTo>
                <a:lnTo>
                  <a:pt x="62966" y="68999"/>
                </a:lnTo>
                <a:lnTo>
                  <a:pt x="611124" y="439661"/>
                </a:lnTo>
                <a:lnTo>
                  <a:pt x="627126" y="416039"/>
                </a:lnTo>
                <a:close/>
              </a:path>
              <a:path w="2238375" h="479425">
                <a:moveTo>
                  <a:pt x="956310" y="140195"/>
                </a:moveTo>
                <a:lnTo>
                  <a:pt x="933450" y="47231"/>
                </a:lnTo>
                <a:lnTo>
                  <a:pt x="872490" y="121145"/>
                </a:lnTo>
                <a:lnTo>
                  <a:pt x="900582" y="127533"/>
                </a:lnTo>
                <a:lnTo>
                  <a:pt x="833628" y="425183"/>
                </a:lnTo>
                <a:lnTo>
                  <a:pt x="861822" y="431279"/>
                </a:lnTo>
                <a:lnTo>
                  <a:pt x="928712" y="133934"/>
                </a:lnTo>
                <a:lnTo>
                  <a:pt x="931926" y="134658"/>
                </a:lnTo>
                <a:lnTo>
                  <a:pt x="956310" y="140195"/>
                </a:lnTo>
                <a:close/>
              </a:path>
              <a:path w="2238375" h="479425">
                <a:moveTo>
                  <a:pt x="2237994" y="9144"/>
                </a:moveTo>
                <a:lnTo>
                  <a:pt x="2142744" y="0"/>
                </a:lnTo>
                <a:lnTo>
                  <a:pt x="2153094" y="26466"/>
                </a:lnTo>
                <a:lnTo>
                  <a:pt x="1052322" y="452628"/>
                </a:lnTo>
                <a:lnTo>
                  <a:pt x="1062228" y="479298"/>
                </a:lnTo>
                <a:lnTo>
                  <a:pt x="2163534" y="53225"/>
                </a:lnTo>
                <a:lnTo>
                  <a:pt x="2173986" y="80010"/>
                </a:lnTo>
                <a:lnTo>
                  <a:pt x="2177034" y="76631"/>
                </a:lnTo>
                <a:lnTo>
                  <a:pt x="2237994" y="9144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64540" y="6424536"/>
            <a:ext cx="5956300" cy="29972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400" spc="-10">
                <a:latin typeface="Arial MT"/>
                <a:cs typeface="Arial MT"/>
              </a:rPr>
              <a:t>4/15/2008</a:t>
            </a:r>
            <a:r>
              <a:rPr dirty="0" sz="1400" spc="165">
                <a:latin typeface="Arial MT"/>
                <a:cs typeface="Arial MT"/>
              </a:rPr>
              <a:t> </a:t>
            </a:r>
            <a:r>
              <a:rPr dirty="0" baseline="52777" sz="1500" spc="-7">
                <a:latin typeface="Arial MT"/>
                <a:cs typeface="Arial MT"/>
                <a:hlinkClick r:id="rId4" action="ppaction://hlinksldjump"/>
              </a:rPr>
              <a:t>Allocated</a:t>
            </a:r>
            <a:r>
              <a:rPr dirty="0" baseline="52777" sz="1500" spc="-44"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baseline="52777" sz="1500" spc="-7" b="1">
                <a:latin typeface="Arial"/>
                <a:cs typeface="Arial"/>
                <a:hlinkClick r:id="rId4" action="ppaction://hlinksldjump"/>
              </a:rPr>
              <a:t>ibd</a:t>
            </a:r>
            <a:r>
              <a:rPr dirty="0" baseline="52777" sz="1500" spc="-165" b="1"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87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38225" marR="5080" indent="-672465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/>
              <a:t>Block</a:t>
            </a:r>
            <a:r>
              <a:rPr dirty="0" spc="-25"/>
              <a:t> </a:t>
            </a:r>
            <a:r>
              <a:rPr dirty="0"/>
              <a:t>Definition </a:t>
            </a:r>
            <a:r>
              <a:rPr dirty="0" spc="-760"/>
              <a:t> </a:t>
            </a:r>
            <a:r>
              <a:rPr dirty="0"/>
              <a:t>Diagram:</a:t>
            </a:r>
            <a:r>
              <a:rPr dirty="0" spc="-10"/>
              <a:t> </a:t>
            </a:r>
            <a:r>
              <a:rPr dirty="0"/>
              <a:t>DistillerStructure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474" y="1757916"/>
            <a:ext cx="6542688" cy="29970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88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839" y="1613154"/>
            <a:ext cx="7983220" cy="2750820"/>
          </a:xfrm>
          <a:custGeom>
            <a:avLst/>
            <a:gdLst/>
            <a:ahLst/>
            <a:cxnLst/>
            <a:rect l="l" t="t" r="r" b="b"/>
            <a:pathLst>
              <a:path w="7983220" h="2750820">
                <a:moveTo>
                  <a:pt x="0" y="2750820"/>
                </a:moveTo>
                <a:lnTo>
                  <a:pt x="0" y="0"/>
                </a:lnTo>
                <a:lnTo>
                  <a:pt x="7982711" y="0"/>
                </a:lnTo>
                <a:lnTo>
                  <a:pt x="7982711" y="2750820"/>
                </a:lnTo>
                <a:lnTo>
                  <a:pt x="0" y="2750820"/>
                </a:lnTo>
                <a:close/>
              </a:path>
            </a:pathLst>
          </a:custGeom>
          <a:ln w="118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8089" y="1645678"/>
            <a:ext cx="211454" cy="1320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19"/>
              </a:lnSpc>
            </a:pPr>
            <a:r>
              <a:rPr dirty="0" sz="900" spc="15" b="1">
                <a:latin typeface="Arial"/>
                <a:cs typeface="Arial"/>
              </a:rPr>
              <a:t>pkg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8807" y="1607121"/>
            <a:ext cx="3099435" cy="2025014"/>
            <a:chOff x="618807" y="1607121"/>
            <a:chExt cx="3099435" cy="2025014"/>
          </a:xfrm>
        </p:grpSpPr>
        <p:sp>
          <p:nvSpPr>
            <p:cNvPr id="5" name="object 5"/>
            <p:cNvSpPr/>
            <p:nvPr/>
          </p:nvSpPr>
          <p:spPr>
            <a:xfrm>
              <a:off x="624839" y="1802129"/>
              <a:ext cx="3043555" cy="0"/>
            </a:xfrm>
            <a:custGeom>
              <a:avLst/>
              <a:gdLst/>
              <a:ahLst/>
              <a:cxnLst/>
              <a:rect l="l" t="t" r="r" b="b"/>
              <a:pathLst>
                <a:path w="3043554" h="0">
                  <a:moveTo>
                    <a:pt x="0" y="0"/>
                  </a:moveTo>
                  <a:lnTo>
                    <a:pt x="3043428" y="0"/>
                  </a:lnTo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711702" y="1613154"/>
              <a:ext cx="0" cy="127635"/>
            </a:xfrm>
            <a:custGeom>
              <a:avLst/>
              <a:gdLst/>
              <a:ahLst/>
              <a:cxnLst/>
              <a:rect l="l" t="t" r="r" b="b"/>
              <a:pathLst>
                <a:path w="0" h="127635">
                  <a:moveTo>
                    <a:pt x="0" y="0"/>
                  </a:moveTo>
                  <a:lnTo>
                    <a:pt x="0" y="127254"/>
                  </a:lnTo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668268" y="1740407"/>
              <a:ext cx="43815" cy="62230"/>
            </a:xfrm>
            <a:custGeom>
              <a:avLst/>
              <a:gdLst/>
              <a:ahLst/>
              <a:cxnLst/>
              <a:rect l="l" t="t" r="r" b="b"/>
              <a:pathLst>
                <a:path w="43814" h="62230">
                  <a:moveTo>
                    <a:pt x="0" y="61722"/>
                  </a:moveTo>
                  <a:lnTo>
                    <a:pt x="43433" y="0"/>
                  </a:lnTo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8441" y="3463461"/>
              <a:ext cx="173393" cy="16805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54455" y="3308858"/>
            <a:ext cx="56451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5">
                <a:latin typeface="Arial MT"/>
                <a:cs typeface="Arial MT"/>
              </a:rPr>
              <a:t>c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Fluid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8441" y="3833031"/>
            <a:ext cx="173393" cy="16805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96544" y="3677666"/>
            <a:ext cx="63690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5">
                <a:latin typeface="Arial MT"/>
                <a:cs typeface="Arial MT"/>
              </a:rPr>
              <a:t>c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out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Fluid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28715" y="3463461"/>
            <a:ext cx="173393" cy="16805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985007" y="3317240"/>
            <a:ext cx="57150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5">
                <a:latin typeface="Arial MT"/>
                <a:cs typeface="Arial MT"/>
              </a:rPr>
              <a:t>h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Fluid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28715" y="3872655"/>
            <a:ext cx="173393" cy="17034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447794" y="3036570"/>
            <a:ext cx="813435" cy="1074420"/>
          </a:xfrm>
          <a:custGeom>
            <a:avLst/>
            <a:gdLst/>
            <a:ahLst/>
            <a:cxnLst/>
            <a:rect l="l" t="t" r="r" b="b"/>
            <a:pathLst>
              <a:path w="813435" h="1074420">
                <a:moveTo>
                  <a:pt x="0" y="1074420"/>
                </a:moveTo>
                <a:lnTo>
                  <a:pt x="0" y="0"/>
                </a:lnTo>
                <a:lnTo>
                  <a:pt x="813054" y="0"/>
                </a:lnTo>
                <a:lnTo>
                  <a:pt x="813054" y="1074420"/>
                </a:lnTo>
                <a:lnTo>
                  <a:pt x="0" y="1074420"/>
                </a:lnTo>
                <a:close/>
              </a:path>
            </a:pathLst>
          </a:custGeom>
          <a:ln w="118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79873" y="3043681"/>
            <a:ext cx="57848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5">
                <a:latin typeface="Arial MT"/>
                <a:cs typeface="Arial MT"/>
              </a:rPr>
              <a:t>&lt;&lt;block</a:t>
            </a:r>
            <a:r>
              <a:rPr dirty="0" sz="900" spc="10">
                <a:latin typeface="Arial MT"/>
                <a:cs typeface="Arial MT"/>
              </a:rPr>
              <a:t>&gt;</a:t>
            </a:r>
            <a:r>
              <a:rPr dirty="0" sz="900" spc="15">
                <a:latin typeface="Arial MT"/>
                <a:cs typeface="Arial MT"/>
              </a:rPr>
              <a:t>&gt;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73535" y="3202185"/>
            <a:ext cx="36131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0" b="1">
                <a:latin typeface="Arial"/>
                <a:cs typeface="Arial"/>
              </a:rPr>
              <a:t>Boile</a:t>
            </a:r>
            <a:r>
              <a:rPr dirty="0" sz="900" spc="10" b="1"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66431" y="3820839"/>
            <a:ext cx="173393" cy="17034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983483" y="3686810"/>
            <a:ext cx="144653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5">
                <a:latin typeface="Arial MT"/>
                <a:cs typeface="Arial MT"/>
              </a:rPr>
              <a:t>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out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Fluid </a:t>
            </a:r>
            <a:r>
              <a:rPr dirty="0" sz="900" spc="150">
                <a:latin typeface="Arial MT"/>
                <a:cs typeface="Arial MT"/>
              </a:rPr>
              <a:t> </a:t>
            </a:r>
            <a:r>
              <a:rPr dirty="0" baseline="3086" sz="1350" spc="15">
                <a:latin typeface="Arial MT"/>
                <a:cs typeface="Arial MT"/>
              </a:rPr>
              <a:t>bottom</a:t>
            </a:r>
            <a:r>
              <a:rPr dirty="0" baseline="3086" sz="1350">
                <a:latin typeface="Arial MT"/>
                <a:cs typeface="Arial MT"/>
              </a:rPr>
              <a:t> </a:t>
            </a:r>
            <a:r>
              <a:rPr dirty="0" baseline="3086" sz="1350" spc="7">
                <a:latin typeface="Arial MT"/>
                <a:cs typeface="Arial MT"/>
              </a:rPr>
              <a:t>:</a:t>
            </a:r>
            <a:r>
              <a:rPr dirty="0" baseline="3086" sz="1350">
                <a:latin typeface="Arial MT"/>
                <a:cs typeface="Arial MT"/>
              </a:rPr>
              <a:t> </a:t>
            </a:r>
            <a:r>
              <a:rPr dirty="0" baseline="3086" sz="1350" spc="15">
                <a:latin typeface="Arial MT"/>
                <a:cs typeface="Arial MT"/>
              </a:rPr>
              <a:t>Fluid</a:t>
            </a:r>
            <a:endParaRPr baseline="3086" sz="135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8055" y="3863511"/>
            <a:ext cx="174155" cy="17034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354828" y="3677666"/>
            <a:ext cx="73596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0">
                <a:latin typeface="Arial MT"/>
                <a:cs typeface="Arial MT"/>
              </a:rPr>
              <a:t>bottom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Heat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66431" y="3473367"/>
            <a:ext cx="173393" cy="17034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687571" y="3308858"/>
            <a:ext cx="72898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0">
                <a:latin typeface="Arial MT"/>
                <a:cs typeface="Arial MT"/>
              </a:rPr>
              <a:t>middle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Fluid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68055" y="3494703"/>
            <a:ext cx="174155" cy="17034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377688" y="3318002"/>
            <a:ext cx="54546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0">
                <a:latin typeface="Arial MT"/>
                <a:cs typeface="Arial MT"/>
              </a:rPr>
              <a:t>top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Fluid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36364" y="2003298"/>
            <a:ext cx="813435" cy="390525"/>
          </a:xfrm>
          <a:prstGeom prst="rect">
            <a:avLst/>
          </a:prstGeom>
          <a:ln w="11849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95"/>
              </a:spcBef>
            </a:pPr>
            <a:r>
              <a:rPr dirty="0" sz="900" spc="15">
                <a:latin typeface="Arial MT"/>
                <a:cs typeface="Arial MT"/>
              </a:rPr>
              <a:t>&lt;&lt;block&gt;&gt;</a:t>
            </a:r>
            <a:endParaRPr sz="900">
              <a:latin typeface="Arial MT"/>
              <a:cs typeface="Arial MT"/>
            </a:endParaRPr>
          </a:p>
          <a:p>
            <a:pPr marL="183515">
              <a:lnSpc>
                <a:spcPct val="100000"/>
              </a:lnSpc>
              <a:spcBef>
                <a:spcPts val="150"/>
              </a:spcBef>
            </a:pPr>
            <a:r>
              <a:rPr dirty="0" sz="900" spc="5" b="1">
                <a:latin typeface="Arial"/>
                <a:cs typeface="Arial"/>
              </a:rPr>
              <a:t>Distiller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948678" y="3036570"/>
            <a:ext cx="813435" cy="549910"/>
          </a:xfrm>
          <a:custGeom>
            <a:avLst/>
            <a:gdLst/>
            <a:ahLst/>
            <a:cxnLst/>
            <a:rect l="l" t="t" r="r" b="b"/>
            <a:pathLst>
              <a:path w="813434" h="549910">
                <a:moveTo>
                  <a:pt x="0" y="549402"/>
                </a:moveTo>
                <a:lnTo>
                  <a:pt x="0" y="0"/>
                </a:lnTo>
                <a:lnTo>
                  <a:pt x="813054" y="0"/>
                </a:lnTo>
                <a:lnTo>
                  <a:pt x="813054" y="549401"/>
                </a:lnTo>
                <a:lnTo>
                  <a:pt x="0" y="549402"/>
                </a:lnTo>
                <a:close/>
              </a:path>
            </a:pathLst>
          </a:custGeom>
          <a:ln w="118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081519" y="3026910"/>
            <a:ext cx="579120" cy="34290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dirty="0" sz="900" spc="10">
                <a:latin typeface="Arial MT"/>
                <a:cs typeface="Arial MT"/>
              </a:rPr>
              <a:t>&lt;&lt;block&gt;&gt;</a:t>
            </a:r>
            <a:endParaRPr sz="900">
              <a:latin typeface="Arial MT"/>
              <a:cs typeface="Arial MT"/>
            </a:endParaRPr>
          </a:p>
          <a:p>
            <a:pPr algn="ctr" marR="26670">
              <a:lnSpc>
                <a:spcPct val="100000"/>
              </a:lnSpc>
              <a:spcBef>
                <a:spcPts val="170"/>
              </a:spcBef>
            </a:pPr>
            <a:r>
              <a:rPr dirty="0" sz="900" spc="10" b="1">
                <a:latin typeface="Arial"/>
                <a:cs typeface="Arial"/>
              </a:rPr>
              <a:t>Valve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68077" y="3272199"/>
            <a:ext cx="173393" cy="17034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427723" y="3097783"/>
            <a:ext cx="47307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0">
                <a:latin typeface="Arial MT"/>
                <a:cs typeface="Arial MT"/>
              </a:rPr>
              <a:t>in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Fluid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603305" y="2387409"/>
            <a:ext cx="3240405" cy="1097915"/>
            <a:chOff x="4603305" y="2387409"/>
            <a:chExt cx="3240405" cy="1097915"/>
          </a:xfrm>
        </p:grpSpPr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69701" y="3314871"/>
              <a:ext cx="173393" cy="1703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609337" y="2393442"/>
              <a:ext cx="43815" cy="128270"/>
            </a:xfrm>
            <a:custGeom>
              <a:avLst/>
              <a:gdLst/>
              <a:ahLst/>
              <a:cxnLst/>
              <a:rect l="l" t="t" r="r" b="b"/>
              <a:pathLst>
                <a:path w="43814" h="128269">
                  <a:moveTo>
                    <a:pt x="22860" y="0"/>
                  </a:moveTo>
                  <a:lnTo>
                    <a:pt x="0" y="51816"/>
                  </a:lnTo>
                  <a:lnTo>
                    <a:pt x="22860" y="128016"/>
                  </a:lnTo>
                  <a:lnTo>
                    <a:pt x="43434" y="51816"/>
                  </a:lnTo>
                  <a:lnTo>
                    <a:pt x="22860" y="0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609337" y="2393442"/>
              <a:ext cx="43815" cy="128270"/>
            </a:xfrm>
            <a:custGeom>
              <a:avLst/>
              <a:gdLst/>
              <a:ahLst/>
              <a:cxnLst/>
              <a:rect l="l" t="t" r="r" b="b"/>
              <a:pathLst>
                <a:path w="43814" h="128269">
                  <a:moveTo>
                    <a:pt x="43434" y="51816"/>
                  </a:moveTo>
                  <a:lnTo>
                    <a:pt x="22860" y="0"/>
                  </a:lnTo>
                  <a:lnTo>
                    <a:pt x="0" y="51816"/>
                  </a:lnTo>
                  <a:lnTo>
                    <a:pt x="22860" y="128016"/>
                  </a:lnTo>
                  <a:lnTo>
                    <a:pt x="43434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609337" y="2393442"/>
              <a:ext cx="43815" cy="128270"/>
            </a:xfrm>
            <a:custGeom>
              <a:avLst/>
              <a:gdLst/>
              <a:ahLst/>
              <a:cxnLst/>
              <a:rect l="l" t="t" r="r" b="b"/>
              <a:pathLst>
                <a:path w="43814" h="128269">
                  <a:moveTo>
                    <a:pt x="22860" y="0"/>
                  </a:moveTo>
                  <a:lnTo>
                    <a:pt x="0" y="51816"/>
                  </a:lnTo>
                  <a:lnTo>
                    <a:pt x="22860" y="128016"/>
                  </a:lnTo>
                  <a:lnTo>
                    <a:pt x="43434" y="51816"/>
                  </a:lnTo>
                  <a:lnTo>
                    <a:pt x="22860" y="0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065013" y="2393442"/>
              <a:ext cx="43815" cy="128270"/>
            </a:xfrm>
            <a:custGeom>
              <a:avLst/>
              <a:gdLst/>
              <a:ahLst/>
              <a:cxnLst/>
              <a:rect l="l" t="t" r="r" b="b"/>
              <a:pathLst>
                <a:path w="43814" h="128269">
                  <a:moveTo>
                    <a:pt x="22860" y="0"/>
                  </a:moveTo>
                  <a:lnTo>
                    <a:pt x="0" y="51816"/>
                  </a:lnTo>
                  <a:lnTo>
                    <a:pt x="22860" y="128016"/>
                  </a:lnTo>
                  <a:lnTo>
                    <a:pt x="43434" y="51816"/>
                  </a:lnTo>
                  <a:lnTo>
                    <a:pt x="22860" y="0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065013" y="2393442"/>
              <a:ext cx="43815" cy="128270"/>
            </a:xfrm>
            <a:custGeom>
              <a:avLst/>
              <a:gdLst/>
              <a:ahLst/>
              <a:cxnLst/>
              <a:rect l="l" t="t" r="r" b="b"/>
              <a:pathLst>
                <a:path w="43814" h="128269">
                  <a:moveTo>
                    <a:pt x="43434" y="51816"/>
                  </a:moveTo>
                  <a:lnTo>
                    <a:pt x="22860" y="0"/>
                  </a:lnTo>
                  <a:lnTo>
                    <a:pt x="0" y="51816"/>
                  </a:lnTo>
                  <a:lnTo>
                    <a:pt x="22860" y="128016"/>
                  </a:lnTo>
                  <a:lnTo>
                    <a:pt x="43434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065013" y="2393442"/>
              <a:ext cx="43815" cy="128270"/>
            </a:xfrm>
            <a:custGeom>
              <a:avLst/>
              <a:gdLst/>
              <a:ahLst/>
              <a:cxnLst/>
              <a:rect l="l" t="t" r="r" b="b"/>
              <a:pathLst>
                <a:path w="43814" h="128269">
                  <a:moveTo>
                    <a:pt x="22860" y="0"/>
                  </a:moveTo>
                  <a:lnTo>
                    <a:pt x="0" y="51816"/>
                  </a:lnTo>
                  <a:lnTo>
                    <a:pt x="22860" y="128016"/>
                  </a:lnTo>
                  <a:lnTo>
                    <a:pt x="43434" y="51816"/>
                  </a:lnTo>
                  <a:lnTo>
                    <a:pt x="22860" y="0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295388" y="2984753"/>
              <a:ext cx="66040" cy="52069"/>
            </a:xfrm>
            <a:custGeom>
              <a:avLst/>
              <a:gdLst/>
              <a:ahLst/>
              <a:cxnLst/>
              <a:rect l="l" t="t" r="r" b="b"/>
              <a:pathLst>
                <a:path w="66040" h="52069">
                  <a:moveTo>
                    <a:pt x="65531" y="0"/>
                  </a:moveTo>
                  <a:lnTo>
                    <a:pt x="33527" y="51816"/>
                  </a:lnTo>
                  <a:lnTo>
                    <a:pt x="0" y="0"/>
                  </a:lnTo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087873" y="2521457"/>
              <a:ext cx="2241550" cy="515620"/>
            </a:xfrm>
            <a:custGeom>
              <a:avLst/>
              <a:gdLst/>
              <a:ahLst/>
              <a:cxnLst/>
              <a:rect l="l" t="t" r="r" b="b"/>
              <a:pathLst>
                <a:path w="2241550" h="515619">
                  <a:moveTo>
                    <a:pt x="2241042" y="515112"/>
                  </a:moveTo>
                  <a:lnTo>
                    <a:pt x="2241042" y="146304"/>
                  </a:lnTo>
                  <a:lnTo>
                    <a:pt x="0" y="146304"/>
                  </a:lnTo>
                  <a:lnTo>
                    <a:pt x="0" y="0"/>
                  </a:lnTo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7890002" y="3086354"/>
            <a:ext cx="54546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0">
                <a:latin typeface="Arial MT"/>
                <a:cs typeface="Arial MT"/>
              </a:rPr>
              <a:t>out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Fluid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249424" y="2984754"/>
            <a:ext cx="63500" cy="52069"/>
          </a:xfrm>
          <a:custGeom>
            <a:avLst/>
            <a:gdLst/>
            <a:ahLst/>
            <a:cxnLst/>
            <a:rect l="l" t="t" r="r" b="b"/>
            <a:pathLst>
              <a:path w="63500" h="52069">
                <a:moveTo>
                  <a:pt x="63245" y="0"/>
                </a:moveTo>
                <a:lnTo>
                  <a:pt x="32003" y="51816"/>
                </a:lnTo>
                <a:lnTo>
                  <a:pt x="0" y="0"/>
                </a:lnTo>
              </a:path>
            </a:pathLst>
          </a:custGeom>
          <a:ln w="118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935978" y="2790698"/>
            <a:ext cx="28892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0">
                <a:latin typeface="Arial MT"/>
                <a:cs typeface="Arial MT"/>
              </a:rPr>
              <a:t>drain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819713" y="2387409"/>
            <a:ext cx="78740" cy="655320"/>
            <a:chOff x="4819713" y="2387409"/>
            <a:chExt cx="78740" cy="655320"/>
          </a:xfrm>
        </p:grpSpPr>
        <p:sp>
          <p:nvSpPr>
            <p:cNvPr id="45" name="object 45"/>
            <p:cNvSpPr/>
            <p:nvPr/>
          </p:nvSpPr>
          <p:spPr>
            <a:xfrm>
              <a:off x="4837176" y="2393442"/>
              <a:ext cx="43815" cy="128270"/>
            </a:xfrm>
            <a:custGeom>
              <a:avLst/>
              <a:gdLst/>
              <a:ahLst/>
              <a:cxnLst/>
              <a:rect l="l" t="t" r="r" b="b"/>
              <a:pathLst>
                <a:path w="43814" h="128269">
                  <a:moveTo>
                    <a:pt x="22860" y="0"/>
                  </a:moveTo>
                  <a:lnTo>
                    <a:pt x="0" y="51816"/>
                  </a:lnTo>
                  <a:lnTo>
                    <a:pt x="22860" y="128016"/>
                  </a:lnTo>
                  <a:lnTo>
                    <a:pt x="43434" y="51816"/>
                  </a:lnTo>
                  <a:lnTo>
                    <a:pt x="22860" y="0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837176" y="2393442"/>
              <a:ext cx="43815" cy="128270"/>
            </a:xfrm>
            <a:custGeom>
              <a:avLst/>
              <a:gdLst/>
              <a:ahLst/>
              <a:cxnLst/>
              <a:rect l="l" t="t" r="r" b="b"/>
              <a:pathLst>
                <a:path w="43814" h="128269">
                  <a:moveTo>
                    <a:pt x="43434" y="51816"/>
                  </a:moveTo>
                  <a:lnTo>
                    <a:pt x="22860" y="0"/>
                  </a:lnTo>
                  <a:lnTo>
                    <a:pt x="0" y="51816"/>
                  </a:lnTo>
                  <a:lnTo>
                    <a:pt x="22860" y="128016"/>
                  </a:lnTo>
                  <a:lnTo>
                    <a:pt x="43434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837176" y="2393442"/>
              <a:ext cx="43815" cy="128270"/>
            </a:xfrm>
            <a:custGeom>
              <a:avLst/>
              <a:gdLst/>
              <a:ahLst/>
              <a:cxnLst/>
              <a:rect l="l" t="t" r="r" b="b"/>
              <a:pathLst>
                <a:path w="43814" h="128269">
                  <a:moveTo>
                    <a:pt x="22860" y="0"/>
                  </a:moveTo>
                  <a:lnTo>
                    <a:pt x="0" y="51816"/>
                  </a:lnTo>
                  <a:lnTo>
                    <a:pt x="22860" y="128016"/>
                  </a:lnTo>
                  <a:lnTo>
                    <a:pt x="43434" y="51816"/>
                  </a:lnTo>
                  <a:lnTo>
                    <a:pt x="22860" y="0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825746" y="2984753"/>
              <a:ext cx="66675" cy="52069"/>
            </a:xfrm>
            <a:custGeom>
              <a:avLst/>
              <a:gdLst/>
              <a:ahLst/>
              <a:cxnLst/>
              <a:rect l="l" t="t" r="r" b="b"/>
              <a:pathLst>
                <a:path w="66675" h="52069">
                  <a:moveTo>
                    <a:pt x="66294" y="0"/>
                  </a:moveTo>
                  <a:lnTo>
                    <a:pt x="34290" y="51816"/>
                  </a:lnTo>
                  <a:lnTo>
                    <a:pt x="0" y="0"/>
                  </a:lnTo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860036" y="2521457"/>
              <a:ext cx="0" cy="515620"/>
            </a:xfrm>
            <a:custGeom>
              <a:avLst/>
              <a:gdLst/>
              <a:ahLst/>
              <a:cxnLst/>
              <a:rect l="l" t="t" r="r" b="b"/>
              <a:pathLst>
                <a:path w="0" h="515619">
                  <a:moveTo>
                    <a:pt x="0" y="515112"/>
                  </a:moveTo>
                  <a:lnTo>
                    <a:pt x="0" y="0"/>
                  </a:lnTo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4678827" y="2812033"/>
            <a:ext cx="13081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0">
                <a:latin typeface="Arial MT"/>
                <a:cs typeface="Arial MT"/>
              </a:rPr>
              <a:t>o</a:t>
            </a:r>
            <a:r>
              <a:rPr dirty="0" sz="900" spc="10">
                <a:latin typeface="Arial MT"/>
                <a:cs typeface="Arial MT"/>
              </a:rPr>
              <a:t>r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473117" y="2521458"/>
          <a:ext cx="3235325" cy="1628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2640"/>
                <a:gridCol w="640079"/>
                <a:gridCol w="1774825"/>
              </a:tblGrid>
              <a:tr h="146303">
                <a:tc gridSpan="3"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5100">
                        <a:lnSpc>
                          <a:spcPct val="100000"/>
                        </a:lnSpc>
                      </a:pPr>
                      <a:r>
                        <a:rPr dirty="0" sz="900" spc="15">
                          <a:latin typeface="Arial MT"/>
                          <a:cs typeface="Arial MT"/>
                        </a:rPr>
                        <a:t>condenser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Arial MT"/>
                          <a:cs typeface="Arial MT"/>
                        </a:rPr>
                        <a:t>evaporat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6227">
                <a:tc gridSpan="2">
                  <a:txBody>
                    <a:bodyPr/>
                    <a:lstStyle/>
                    <a:p>
                      <a:pPr marL="4597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15">
                          <a:latin typeface="Arial MT"/>
                          <a:cs typeface="Arial MT"/>
                        </a:rPr>
                        <a:t>&lt;&lt;block&gt;&gt;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155242">
                <a:tc gridSpan="2">
                  <a:txBody>
                    <a:bodyPr/>
                    <a:lstStyle/>
                    <a:p>
                      <a:pPr marL="269875">
                        <a:lnSpc>
                          <a:spcPts val="1075"/>
                        </a:lnSpc>
                        <a:spcBef>
                          <a:spcPts val="45"/>
                        </a:spcBef>
                      </a:pPr>
                      <a:r>
                        <a:rPr dirty="0" sz="900" spc="15" b="1">
                          <a:latin typeface="Arial"/>
                          <a:cs typeface="Arial"/>
                        </a:rPr>
                        <a:t>Heat</a:t>
                      </a:r>
                      <a:r>
                        <a:rPr dirty="0" sz="9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15" b="1">
                          <a:latin typeface="Arial"/>
                          <a:cs typeface="Arial"/>
                        </a:rPr>
                        <a:t>Exchanger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161016">
                <a:tc gridSpan="2">
                  <a:txBody>
                    <a:bodyPr/>
                    <a:lstStyle/>
                    <a:p>
                      <a:pPr marL="42862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900" spc="10" i="1">
                          <a:latin typeface="Arial"/>
                          <a:cs typeface="Arial"/>
                        </a:rPr>
                        <a:t>constraints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614700">
                <a:tc gridSpan="2">
                  <a:txBody>
                    <a:bodyPr/>
                    <a:lstStyle/>
                    <a:p>
                      <a:pPr marL="155575" marR="311785">
                        <a:lnSpc>
                          <a:spcPts val="1040"/>
                        </a:lnSpc>
                        <a:spcBef>
                          <a:spcPts val="100"/>
                        </a:spcBef>
                      </a:pPr>
                      <a:r>
                        <a:rPr dirty="0" sz="900" spc="10">
                          <a:latin typeface="Arial MT"/>
                          <a:cs typeface="Arial MT"/>
                        </a:rPr>
                        <a:t>{h</a:t>
                      </a:r>
                      <a:r>
                        <a:rPr dirty="0" sz="9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out.temp&lt;=120, </a:t>
                      </a:r>
                      <a:r>
                        <a:rPr dirty="0" sz="900" spc="-2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5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9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in.temp&lt;=60,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55575" marR="417830">
                        <a:lnSpc>
                          <a:spcPts val="1040"/>
                        </a:lnSpc>
                        <a:spcBef>
                          <a:spcPts val="20"/>
                        </a:spcBef>
                      </a:pPr>
                      <a:r>
                        <a:rPr dirty="0" sz="900" spc="15">
                          <a:latin typeface="Arial MT"/>
                          <a:cs typeface="Arial MT"/>
                        </a:rPr>
                        <a:t>h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in.temp&lt;=120, </a:t>
                      </a:r>
                      <a:r>
                        <a:rPr dirty="0" sz="900" spc="-2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5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9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out.temp&lt;=90}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7800" marR="5080" indent="188595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 Example – Block Definition </a:t>
            </a:r>
            <a:r>
              <a:rPr dirty="0" spc="5"/>
              <a:t> </a:t>
            </a:r>
            <a:r>
              <a:rPr dirty="0"/>
              <a:t>Diagram:</a:t>
            </a:r>
            <a:r>
              <a:rPr dirty="0" spc="-20"/>
              <a:t> </a:t>
            </a:r>
            <a:r>
              <a:rPr dirty="0"/>
              <a:t>Heat</a:t>
            </a:r>
            <a:r>
              <a:rPr dirty="0" spc="-15"/>
              <a:t> </a:t>
            </a:r>
            <a:r>
              <a:rPr dirty="0"/>
              <a:t>Exchanger</a:t>
            </a:r>
            <a:r>
              <a:rPr dirty="0" spc="-20"/>
              <a:t> </a:t>
            </a:r>
            <a:r>
              <a:rPr dirty="0"/>
              <a:t>Flow</a:t>
            </a:r>
            <a:r>
              <a:rPr dirty="0" spc="-15"/>
              <a:t> </a:t>
            </a:r>
            <a:r>
              <a:rPr dirty="0"/>
              <a:t>Ports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4803072" y="5338064"/>
            <a:ext cx="25577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Flow</a:t>
            </a:r>
            <a:r>
              <a:rPr dirty="0" sz="1600" spc="-45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Ports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(typed</a:t>
            </a:r>
            <a:r>
              <a:rPr dirty="0" sz="1600" spc="-15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by</a:t>
            </a:r>
            <a:r>
              <a:rPr dirty="0" sz="1600" spc="-10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things</a:t>
            </a:r>
            <a:r>
              <a:rPr dirty="0" sz="1600" spc="-15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that</a:t>
            </a:r>
            <a:r>
              <a:rPr dirty="0" sz="1600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flow)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010156" y="3443477"/>
            <a:ext cx="4872990" cy="1948814"/>
          </a:xfrm>
          <a:custGeom>
            <a:avLst/>
            <a:gdLst/>
            <a:ahLst/>
            <a:cxnLst/>
            <a:rect l="l" t="t" r="r" b="b"/>
            <a:pathLst>
              <a:path w="4872990" h="1948814">
                <a:moveTo>
                  <a:pt x="359664" y="1941576"/>
                </a:moveTo>
                <a:lnTo>
                  <a:pt x="55372" y="746252"/>
                </a:lnTo>
                <a:lnTo>
                  <a:pt x="83058" y="739140"/>
                </a:lnTo>
                <a:lnTo>
                  <a:pt x="20574" y="666750"/>
                </a:lnTo>
                <a:lnTo>
                  <a:pt x="0" y="760476"/>
                </a:lnTo>
                <a:lnTo>
                  <a:pt x="24384" y="754214"/>
                </a:lnTo>
                <a:lnTo>
                  <a:pt x="27800" y="753338"/>
                </a:lnTo>
                <a:lnTo>
                  <a:pt x="332232" y="1948434"/>
                </a:lnTo>
                <a:lnTo>
                  <a:pt x="359664" y="1941576"/>
                </a:lnTo>
                <a:close/>
              </a:path>
              <a:path w="4872990" h="1948814">
                <a:moveTo>
                  <a:pt x="3638537" y="1921764"/>
                </a:moveTo>
                <a:lnTo>
                  <a:pt x="2596692" y="632879"/>
                </a:lnTo>
                <a:lnTo>
                  <a:pt x="2618981" y="614934"/>
                </a:lnTo>
                <a:lnTo>
                  <a:pt x="2532113" y="574548"/>
                </a:lnTo>
                <a:lnTo>
                  <a:pt x="2552687" y="668274"/>
                </a:lnTo>
                <a:lnTo>
                  <a:pt x="2565641" y="657860"/>
                </a:lnTo>
                <a:lnTo>
                  <a:pt x="2574721" y="650557"/>
                </a:lnTo>
                <a:lnTo>
                  <a:pt x="3616439" y="1939290"/>
                </a:lnTo>
                <a:lnTo>
                  <a:pt x="3638537" y="1921764"/>
                </a:lnTo>
                <a:close/>
              </a:path>
              <a:path w="4872990" h="1948814">
                <a:moveTo>
                  <a:pt x="3932669" y="1923288"/>
                </a:moveTo>
                <a:lnTo>
                  <a:pt x="3393668" y="674890"/>
                </a:lnTo>
                <a:lnTo>
                  <a:pt x="3419843" y="663702"/>
                </a:lnTo>
                <a:lnTo>
                  <a:pt x="3346691" y="601980"/>
                </a:lnTo>
                <a:lnTo>
                  <a:pt x="3341357" y="697230"/>
                </a:lnTo>
                <a:lnTo>
                  <a:pt x="3361931" y="688441"/>
                </a:lnTo>
                <a:lnTo>
                  <a:pt x="3367621" y="686015"/>
                </a:lnTo>
                <a:lnTo>
                  <a:pt x="3906761" y="1934718"/>
                </a:lnTo>
                <a:lnTo>
                  <a:pt x="3932669" y="1923288"/>
                </a:lnTo>
                <a:close/>
              </a:path>
              <a:path w="4872990" h="1948814">
                <a:moveTo>
                  <a:pt x="4872977" y="95250"/>
                </a:moveTo>
                <a:lnTo>
                  <a:pt x="4859261" y="0"/>
                </a:lnTo>
                <a:lnTo>
                  <a:pt x="4791443" y="67818"/>
                </a:lnTo>
                <a:lnTo>
                  <a:pt x="4818888" y="77050"/>
                </a:lnTo>
                <a:lnTo>
                  <a:pt x="4221467" y="1882902"/>
                </a:lnTo>
                <a:lnTo>
                  <a:pt x="4248899" y="1892046"/>
                </a:lnTo>
                <a:lnTo>
                  <a:pt x="4845609" y="86042"/>
                </a:lnTo>
                <a:lnTo>
                  <a:pt x="4850117" y="87566"/>
                </a:lnTo>
                <a:lnTo>
                  <a:pt x="4872977" y="9525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781048" y="5317490"/>
            <a:ext cx="115570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155" marR="5080" indent="-8509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Constraints  </a:t>
            </a: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(on</a:t>
            </a:r>
            <a:r>
              <a:rPr dirty="0" sz="1600" spc="-40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3333FF"/>
                </a:solidFill>
                <a:latin typeface="Arial"/>
                <a:cs typeface="Arial"/>
              </a:rPr>
              <a:t>Ports)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78180" y="1657350"/>
            <a:ext cx="227329" cy="121285"/>
          </a:xfrm>
          <a:custGeom>
            <a:avLst/>
            <a:gdLst/>
            <a:ahLst/>
            <a:cxnLst/>
            <a:rect l="l" t="t" r="r" b="b"/>
            <a:pathLst>
              <a:path w="227330" h="121285">
                <a:moveTo>
                  <a:pt x="227075" y="121157"/>
                </a:moveTo>
                <a:lnTo>
                  <a:pt x="227075" y="0"/>
                </a:lnTo>
                <a:lnTo>
                  <a:pt x="0" y="0"/>
                </a:lnTo>
                <a:lnTo>
                  <a:pt x="0" y="121157"/>
                </a:lnTo>
                <a:lnTo>
                  <a:pt x="227075" y="121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673862" y="1629410"/>
            <a:ext cx="300228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b="1">
                <a:latin typeface="Arial"/>
                <a:cs typeface="Arial"/>
              </a:rPr>
              <a:t>bdd</a:t>
            </a:r>
            <a:r>
              <a:rPr dirty="0" sz="900" spc="445" b="1">
                <a:latin typeface="Arial"/>
                <a:cs typeface="Arial"/>
              </a:rPr>
              <a:t> </a:t>
            </a:r>
            <a:r>
              <a:rPr dirty="0" baseline="3086" sz="1350" spc="7">
                <a:latin typeface="Arial MT"/>
                <a:cs typeface="Arial MT"/>
              </a:rPr>
              <a:t>Initial</a:t>
            </a:r>
            <a:r>
              <a:rPr dirty="0" baseline="3086" sz="1350" spc="22">
                <a:latin typeface="Arial MT"/>
                <a:cs typeface="Arial MT"/>
              </a:rPr>
              <a:t> </a:t>
            </a:r>
            <a:r>
              <a:rPr dirty="0" baseline="3086" sz="1350" spc="7">
                <a:latin typeface="Arial MT"/>
                <a:cs typeface="Arial MT"/>
              </a:rPr>
              <a:t>Distiller</a:t>
            </a:r>
            <a:r>
              <a:rPr dirty="0" baseline="3086" sz="1350" spc="30">
                <a:latin typeface="Arial MT"/>
                <a:cs typeface="Arial MT"/>
              </a:rPr>
              <a:t> </a:t>
            </a:r>
            <a:r>
              <a:rPr dirty="0" baseline="3086" sz="1350" spc="15">
                <a:latin typeface="Arial MT"/>
                <a:cs typeface="Arial MT"/>
              </a:rPr>
              <a:t>Structure</a:t>
            </a:r>
            <a:r>
              <a:rPr dirty="0" baseline="3086" sz="1350" spc="-22">
                <a:latin typeface="Arial MT"/>
                <a:cs typeface="Arial MT"/>
              </a:rPr>
              <a:t> </a:t>
            </a:r>
            <a:r>
              <a:rPr dirty="0" baseline="3086" sz="1350" spc="7">
                <a:latin typeface="Arial MT"/>
                <a:cs typeface="Arial MT"/>
              </a:rPr>
              <a:t>[</a:t>
            </a:r>
            <a:r>
              <a:rPr dirty="0" baseline="3086" sz="1350" spc="-277">
                <a:latin typeface="Arial MT"/>
                <a:cs typeface="Arial MT"/>
              </a:rPr>
              <a:t> </a:t>
            </a:r>
            <a:r>
              <a:rPr dirty="0" baseline="3086" sz="1350" spc="7">
                <a:latin typeface="Arial MT"/>
                <a:cs typeface="Arial MT"/>
              </a:rPr>
              <a:t>distiller</a:t>
            </a:r>
            <a:r>
              <a:rPr dirty="0" baseline="3086" sz="1350" spc="22">
                <a:latin typeface="Arial MT"/>
                <a:cs typeface="Arial MT"/>
              </a:rPr>
              <a:t> </a:t>
            </a:r>
            <a:r>
              <a:rPr dirty="0" baseline="3086" sz="1350" spc="15">
                <a:latin typeface="Arial MT"/>
                <a:cs typeface="Arial MT"/>
              </a:rPr>
              <a:t>breakdown</a:t>
            </a:r>
            <a:r>
              <a:rPr dirty="0" baseline="3086" sz="1350" spc="37">
                <a:latin typeface="Arial MT"/>
                <a:cs typeface="Arial MT"/>
              </a:rPr>
              <a:t> </a:t>
            </a:r>
            <a:r>
              <a:rPr dirty="0" baseline="3086" sz="1350" spc="15">
                <a:latin typeface="Arial MT"/>
                <a:cs typeface="Arial MT"/>
              </a:rPr>
              <a:t>(ports)</a:t>
            </a:r>
            <a:r>
              <a:rPr dirty="0" baseline="3086" sz="1350" spc="-225">
                <a:latin typeface="Arial MT"/>
                <a:cs typeface="Arial MT"/>
              </a:rPr>
              <a:t> </a:t>
            </a:r>
            <a:r>
              <a:rPr dirty="0" baseline="3086" sz="1350" spc="7">
                <a:latin typeface="Arial MT"/>
                <a:cs typeface="Arial MT"/>
              </a:rPr>
              <a:t>]</a:t>
            </a:r>
            <a:endParaRPr baseline="3086" sz="1350">
              <a:latin typeface="Arial MT"/>
              <a:cs typeface="Arial MT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88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92150" marR="5080" indent="-178435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/>
              <a:t>Internal</a:t>
            </a:r>
            <a:r>
              <a:rPr dirty="0" spc="-20"/>
              <a:t> </a:t>
            </a:r>
            <a:r>
              <a:rPr dirty="0"/>
              <a:t>Block </a:t>
            </a:r>
            <a:r>
              <a:rPr dirty="0" spc="-760"/>
              <a:t> </a:t>
            </a:r>
            <a:r>
              <a:rPr dirty="0"/>
              <a:t>Diagram:</a:t>
            </a:r>
            <a:r>
              <a:rPr dirty="0" spc="-25"/>
              <a:t> </a:t>
            </a:r>
            <a:r>
              <a:rPr dirty="0"/>
              <a:t>Distiller</a:t>
            </a:r>
            <a:r>
              <a:rPr dirty="0" spc="-20"/>
              <a:t> </a:t>
            </a:r>
            <a:r>
              <a:rPr dirty="0"/>
              <a:t>Initial</a:t>
            </a:r>
            <a:r>
              <a:rPr dirty="0" spc="-15"/>
              <a:t> </a:t>
            </a:r>
            <a:r>
              <a:rPr dirty="0"/>
              <a:t>Design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4780" y="1666875"/>
            <a:ext cx="7267575" cy="3409950"/>
            <a:chOff x="914780" y="1666875"/>
            <a:chExt cx="7267575" cy="3409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780" y="1666875"/>
              <a:ext cx="7267575" cy="34099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7176" y="1727453"/>
              <a:ext cx="306705" cy="120650"/>
            </a:xfrm>
            <a:custGeom>
              <a:avLst/>
              <a:gdLst/>
              <a:ahLst/>
              <a:cxnLst/>
              <a:rect l="l" t="t" r="r" b="b"/>
              <a:pathLst>
                <a:path w="306705" h="120650">
                  <a:moveTo>
                    <a:pt x="306323" y="120396"/>
                  </a:moveTo>
                  <a:lnTo>
                    <a:pt x="306323" y="0"/>
                  </a:lnTo>
                  <a:lnTo>
                    <a:pt x="0" y="0"/>
                  </a:lnTo>
                  <a:lnTo>
                    <a:pt x="0" y="120396"/>
                  </a:lnTo>
                  <a:lnTo>
                    <a:pt x="306323" y="120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82294" y="1703323"/>
            <a:ext cx="198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ibd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88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73835" marR="5080" indent="-325755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45"/>
              <a:t> </a:t>
            </a:r>
            <a:r>
              <a:rPr dirty="0"/>
              <a:t>Example</a:t>
            </a:r>
            <a:r>
              <a:rPr dirty="0" spc="-45"/>
              <a:t> </a:t>
            </a:r>
            <a:r>
              <a:rPr dirty="0"/>
              <a:t>–Table: </a:t>
            </a:r>
            <a:r>
              <a:rPr dirty="0" spc="-765"/>
              <a:t> </a:t>
            </a:r>
            <a:r>
              <a:rPr dirty="0"/>
              <a:t>Functional</a:t>
            </a:r>
            <a:r>
              <a:rPr dirty="0" spc="-20"/>
              <a:t> </a:t>
            </a:r>
            <a:r>
              <a:rPr dirty="0"/>
              <a:t>Allocation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49544" y="5510276"/>
            <a:ext cx="31991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FF"/>
                </a:solidFill>
                <a:latin typeface="Arial"/>
                <a:cs typeface="Arial"/>
              </a:rPr>
              <a:t>Exercise</a:t>
            </a:r>
            <a:r>
              <a:rPr dirty="0" sz="1800" spc="-35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333FF"/>
                </a:solidFill>
                <a:latin typeface="Arial"/>
                <a:cs typeface="Arial"/>
              </a:rPr>
              <a:t>for</a:t>
            </a:r>
            <a:r>
              <a:rPr dirty="0" sz="1800" spc="-25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333FF"/>
                </a:solidFill>
                <a:latin typeface="Arial"/>
                <a:cs typeface="Arial"/>
              </a:rPr>
              <a:t>student: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spc="-5" b="1">
                <a:solidFill>
                  <a:srgbClr val="3333FF"/>
                </a:solidFill>
                <a:latin typeface="Arial"/>
                <a:cs typeface="Arial"/>
              </a:rPr>
              <a:t>Is allocation complete? </a:t>
            </a:r>
            <a:r>
              <a:rPr dirty="0" sz="1800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3333FF"/>
                </a:solidFill>
                <a:latin typeface="Arial"/>
                <a:cs typeface="Arial"/>
              </a:rPr>
              <a:t>Where</a:t>
            </a:r>
            <a:r>
              <a:rPr dirty="0" sz="1800" spc="-50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3333FF"/>
                </a:solidFill>
                <a:latin typeface="Arial"/>
                <a:cs typeface="Arial"/>
              </a:rPr>
              <a:t>is</a:t>
            </a:r>
            <a:r>
              <a:rPr dirty="0" sz="1800" spc="-50" b="1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3333FF"/>
                </a:solidFill>
                <a:latin typeface="Arial"/>
                <a:cs typeface="Arial"/>
              </a:rPr>
              <a:t>“«objectFlow»of8”?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6147306"/>
            <a:ext cx="10909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  <a:hlinkClick r:id="rId3" action="ppaction://hlinksldjump"/>
              </a:rPr>
              <a:t>Swimlane</a:t>
            </a:r>
            <a:r>
              <a:rPr dirty="0" sz="1000" spc="-3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000">
                <a:latin typeface="Arial MT"/>
                <a:cs typeface="Arial MT"/>
                <a:hlinkClick r:id="rId3" action="ppaction://hlinksldjump"/>
              </a:rPr>
              <a:t>Diagram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4950" y="1352550"/>
            <a:ext cx="5939028" cy="39212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88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317" y="411734"/>
            <a:ext cx="552577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Parametric</a:t>
            </a:r>
            <a:r>
              <a:rPr dirty="0" spc="-25"/>
              <a:t> </a:t>
            </a:r>
            <a:r>
              <a:rPr dirty="0" spc="-5"/>
              <a:t>Diagram:</a:t>
            </a:r>
            <a:r>
              <a:rPr dirty="0" spc="-20"/>
              <a:t> </a:t>
            </a:r>
            <a:r>
              <a:rPr dirty="0" spc="-5"/>
              <a:t>Heat</a:t>
            </a:r>
            <a:r>
              <a:rPr dirty="0" spc="-20"/>
              <a:t> </a:t>
            </a:r>
            <a:r>
              <a:rPr dirty="0"/>
              <a:t>Balance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577" y="852677"/>
            <a:ext cx="7515606" cy="56296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88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22855" marR="5080" indent="-199898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0"/>
              <a:t> </a:t>
            </a:r>
            <a:r>
              <a:rPr dirty="0"/>
              <a:t>Example</a:t>
            </a:r>
            <a:r>
              <a:rPr dirty="0" spc="-15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 spc="-5"/>
              <a:t>Heat</a:t>
            </a:r>
            <a:r>
              <a:rPr dirty="0" spc="-20"/>
              <a:t> </a:t>
            </a:r>
            <a:r>
              <a:rPr dirty="0"/>
              <a:t>Balance </a:t>
            </a:r>
            <a:r>
              <a:rPr dirty="0" spc="-765"/>
              <a:t> </a:t>
            </a:r>
            <a:r>
              <a:rPr dirty="0"/>
              <a:t>Results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55598" y="1150619"/>
            <a:ext cx="5387340" cy="5038725"/>
            <a:chOff x="1355598" y="1150619"/>
            <a:chExt cx="5387340" cy="5038725"/>
          </a:xfrm>
        </p:grpSpPr>
        <p:sp>
          <p:nvSpPr>
            <p:cNvPr id="5" name="object 5"/>
            <p:cNvSpPr/>
            <p:nvPr/>
          </p:nvSpPr>
          <p:spPr>
            <a:xfrm>
              <a:off x="1355598" y="1150619"/>
              <a:ext cx="5387340" cy="5038725"/>
            </a:xfrm>
            <a:custGeom>
              <a:avLst/>
              <a:gdLst/>
              <a:ahLst/>
              <a:cxnLst/>
              <a:rect l="l" t="t" r="r" b="b"/>
              <a:pathLst>
                <a:path w="5387340" h="5038725">
                  <a:moveTo>
                    <a:pt x="5387340" y="5037582"/>
                  </a:moveTo>
                  <a:lnTo>
                    <a:pt x="5387340" y="761"/>
                  </a:lnTo>
                  <a:lnTo>
                    <a:pt x="5385054" y="0"/>
                  </a:lnTo>
                  <a:lnTo>
                    <a:pt x="2286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5036058"/>
                  </a:lnTo>
                  <a:lnTo>
                    <a:pt x="762" y="5037582"/>
                  </a:lnTo>
                  <a:lnTo>
                    <a:pt x="2286" y="5038344"/>
                  </a:lnTo>
                  <a:lnTo>
                    <a:pt x="2286" y="4572"/>
                  </a:lnTo>
                  <a:lnTo>
                    <a:pt x="4572" y="2286"/>
                  </a:lnTo>
                  <a:lnTo>
                    <a:pt x="4572" y="4572"/>
                  </a:lnTo>
                  <a:lnTo>
                    <a:pt x="5382768" y="4571"/>
                  </a:lnTo>
                  <a:lnTo>
                    <a:pt x="5382768" y="2285"/>
                  </a:lnTo>
                  <a:lnTo>
                    <a:pt x="5385054" y="4571"/>
                  </a:lnTo>
                  <a:lnTo>
                    <a:pt x="5385054" y="5038344"/>
                  </a:lnTo>
                  <a:lnTo>
                    <a:pt x="5387340" y="5037582"/>
                  </a:lnTo>
                  <a:close/>
                </a:path>
                <a:path w="5387340" h="5038725">
                  <a:moveTo>
                    <a:pt x="4572" y="4572"/>
                  </a:moveTo>
                  <a:lnTo>
                    <a:pt x="4572" y="2286"/>
                  </a:lnTo>
                  <a:lnTo>
                    <a:pt x="2286" y="4572"/>
                  </a:lnTo>
                  <a:lnTo>
                    <a:pt x="4572" y="4572"/>
                  </a:lnTo>
                  <a:close/>
                </a:path>
                <a:path w="5387340" h="5038725">
                  <a:moveTo>
                    <a:pt x="4572" y="5033772"/>
                  </a:moveTo>
                  <a:lnTo>
                    <a:pt x="4572" y="4572"/>
                  </a:lnTo>
                  <a:lnTo>
                    <a:pt x="2286" y="4572"/>
                  </a:lnTo>
                  <a:lnTo>
                    <a:pt x="2286" y="5033772"/>
                  </a:lnTo>
                  <a:lnTo>
                    <a:pt x="4572" y="5033772"/>
                  </a:lnTo>
                  <a:close/>
                </a:path>
                <a:path w="5387340" h="5038725">
                  <a:moveTo>
                    <a:pt x="5385054" y="5033772"/>
                  </a:moveTo>
                  <a:lnTo>
                    <a:pt x="2286" y="5033772"/>
                  </a:lnTo>
                  <a:lnTo>
                    <a:pt x="4572" y="5036058"/>
                  </a:lnTo>
                  <a:lnTo>
                    <a:pt x="4572" y="5038344"/>
                  </a:lnTo>
                  <a:lnTo>
                    <a:pt x="5382768" y="5038344"/>
                  </a:lnTo>
                  <a:lnTo>
                    <a:pt x="5382768" y="5036058"/>
                  </a:lnTo>
                  <a:lnTo>
                    <a:pt x="5385054" y="5033772"/>
                  </a:lnTo>
                  <a:close/>
                </a:path>
                <a:path w="5387340" h="5038725">
                  <a:moveTo>
                    <a:pt x="4572" y="5038344"/>
                  </a:moveTo>
                  <a:lnTo>
                    <a:pt x="4572" y="5036058"/>
                  </a:lnTo>
                  <a:lnTo>
                    <a:pt x="2286" y="5033772"/>
                  </a:lnTo>
                  <a:lnTo>
                    <a:pt x="2286" y="5038344"/>
                  </a:lnTo>
                  <a:lnTo>
                    <a:pt x="4572" y="5038344"/>
                  </a:lnTo>
                  <a:close/>
                </a:path>
                <a:path w="5387340" h="5038725">
                  <a:moveTo>
                    <a:pt x="5385054" y="4571"/>
                  </a:moveTo>
                  <a:lnTo>
                    <a:pt x="5382768" y="2285"/>
                  </a:lnTo>
                  <a:lnTo>
                    <a:pt x="5382768" y="4571"/>
                  </a:lnTo>
                  <a:lnTo>
                    <a:pt x="5385054" y="4571"/>
                  </a:lnTo>
                  <a:close/>
                </a:path>
                <a:path w="5387340" h="5038725">
                  <a:moveTo>
                    <a:pt x="5385054" y="5033772"/>
                  </a:moveTo>
                  <a:lnTo>
                    <a:pt x="5385054" y="4571"/>
                  </a:lnTo>
                  <a:lnTo>
                    <a:pt x="5382768" y="4571"/>
                  </a:lnTo>
                  <a:lnTo>
                    <a:pt x="5382768" y="5033772"/>
                  </a:lnTo>
                  <a:lnTo>
                    <a:pt x="5385054" y="5033772"/>
                  </a:lnTo>
                  <a:close/>
                </a:path>
                <a:path w="5387340" h="5038725">
                  <a:moveTo>
                    <a:pt x="5385054" y="5038344"/>
                  </a:moveTo>
                  <a:lnTo>
                    <a:pt x="5385054" y="5033772"/>
                  </a:lnTo>
                  <a:lnTo>
                    <a:pt x="5382768" y="5036058"/>
                  </a:lnTo>
                  <a:lnTo>
                    <a:pt x="5382768" y="5038344"/>
                  </a:lnTo>
                  <a:lnTo>
                    <a:pt x="5385054" y="5038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57883" y="1152905"/>
              <a:ext cx="3950970" cy="304800"/>
            </a:xfrm>
            <a:custGeom>
              <a:avLst/>
              <a:gdLst/>
              <a:ahLst/>
              <a:cxnLst/>
              <a:rect l="l" t="t" r="r" b="b"/>
              <a:pathLst>
                <a:path w="3950970" h="304800">
                  <a:moveTo>
                    <a:pt x="3950970" y="152399"/>
                  </a:moveTo>
                  <a:lnTo>
                    <a:pt x="395097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3797046" y="304799"/>
                  </a:lnTo>
                  <a:lnTo>
                    <a:pt x="3950970" y="152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55598" y="1150619"/>
              <a:ext cx="3956050" cy="309880"/>
            </a:xfrm>
            <a:custGeom>
              <a:avLst/>
              <a:gdLst/>
              <a:ahLst/>
              <a:cxnLst/>
              <a:rect l="l" t="t" r="r" b="b"/>
              <a:pathLst>
                <a:path w="3956050" h="309880">
                  <a:moveTo>
                    <a:pt x="3955542" y="154685"/>
                  </a:moveTo>
                  <a:lnTo>
                    <a:pt x="3955542" y="2285"/>
                  </a:lnTo>
                  <a:lnTo>
                    <a:pt x="3954780" y="761"/>
                  </a:lnTo>
                  <a:lnTo>
                    <a:pt x="3953256" y="0"/>
                  </a:lnTo>
                  <a:lnTo>
                    <a:pt x="2285" y="0"/>
                  </a:lnTo>
                  <a:lnTo>
                    <a:pt x="761" y="762"/>
                  </a:lnTo>
                  <a:lnTo>
                    <a:pt x="0" y="2286"/>
                  </a:lnTo>
                  <a:lnTo>
                    <a:pt x="0" y="307086"/>
                  </a:lnTo>
                  <a:lnTo>
                    <a:pt x="761" y="308610"/>
                  </a:lnTo>
                  <a:lnTo>
                    <a:pt x="2285" y="309372"/>
                  </a:lnTo>
                  <a:lnTo>
                    <a:pt x="2285" y="4572"/>
                  </a:lnTo>
                  <a:lnTo>
                    <a:pt x="4571" y="2286"/>
                  </a:lnTo>
                  <a:lnTo>
                    <a:pt x="4571" y="4572"/>
                  </a:lnTo>
                  <a:lnTo>
                    <a:pt x="3950970" y="4571"/>
                  </a:lnTo>
                  <a:lnTo>
                    <a:pt x="3950970" y="2285"/>
                  </a:lnTo>
                  <a:lnTo>
                    <a:pt x="3953256" y="4571"/>
                  </a:lnTo>
                  <a:lnTo>
                    <a:pt x="3953256" y="157718"/>
                  </a:lnTo>
                  <a:lnTo>
                    <a:pt x="3954780" y="156209"/>
                  </a:lnTo>
                  <a:lnTo>
                    <a:pt x="3955542" y="154685"/>
                  </a:lnTo>
                  <a:close/>
                </a:path>
                <a:path w="3956050" h="309880">
                  <a:moveTo>
                    <a:pt x="4571" y="4572"/>
                  </a:moveTo>
                  <a:lnTo>
                    <a:pt x="4571" y="2286"/>
                  </a:lnTo>
                  <a:lnTo>
                    <a:pt x="2285" y="4572"/>
                  </a:lnTo>
                  <a:lnTo>
                    <a:pt x="4571" y="4572"/>
                  </a:lnTo>
                  <a:close/>
                </a:path>
                <a:path w="3956050" h="309880">
                  <a:moveTo>
                    <a:pt x="4571" y="304800"/>
                  </a:moveTo>
                  <a:lnTo>
                    <a:pt x="4571" y="4572"/>
                  </a:lnTo>
                  <a:lnTo>
                    <a:pt x="2285" y="4572"/>
                  </a:lnTo>
                  <a:lnTo>
                    <a:pt x="2285" y="304800"/>
                  </a:lnTo>
                  <a:lnTo>
                    <a:pt x="4571" y="304800"/>
                  </a:lnTo>
                  <a:close/>
                </a:path>
                <a:path w="3956050" h="309880">
                  <a:moveTo>
                    <a:pt x="3798577" y="304800"/>
                  </a:moveTo>
                  <a:lnTo>
                    <a:pt x="2285" y="304800"/>
                  </a:lnTo>
                  <a:lnTo>
                    <a:pt x="4571" y="307086"/>
                  </a:lnTo>
                  <a:lnTo>
                    <a:pt x="4571" y="309372"/>
                  </a:lnTo>
                  <a:lnTo>
                    <a:pt x="3797808" y="309371"/>
                  </a:lnTo>
                  <a:lnTo>
                    <a:pt x="3797808" y="305561"/>
                  </a:lnTo>
                  <a:lnTo>
                    <a:pt x="3798577" y="304800"/>
                  </a:lnTo>
                  <a:close/>
                </a:path>
                <a:path w="3956050" h="309880">
                  <a:moveTo>
                    <a:pt x="4571" y="309372"/>
                  </a:moveTo>
                  <a:lnTo>
                    <a:pt x="4571" y="307086"/>
                  </a:lnTo>
                  <a:lnTo>
                    <a:pt x="2285" y="304800"/>
                  </a:lnTo>
                  <a:lnTo>
                    <a:pt x="2285" y="309372"/>
                  </a:lnTo>
                  <a:lnTo>
                    <a:pt x="4571" y="309372"/>
                  </a:lnTo>
                  <a:close/>
                </a:path>
                <a:path w="3956050" h="309880">
                  <a:moveTo>
                    <a:pt x="3799332" y="304799"/>
                  </a:moveTo>
                  <a:lnTo>
                    <a:pt x="3798577" y="304800"/>
                  </a:lnTo>
                  <a:lnTo>
                    <a:pt x="3797808" y="305561"/>
                  </a:lnTo>
                  <a:lnTo>
                    <a:pt x="3799332" y="304799"/>
                  </a:lnTo>
                  <a:close/>
                </a:path>
                <a:path w="3956050" h="309880">
                  <a:moveTo>
                    <a:pt x="3799332" y="309371"/>
                  </a:moveTo>
                  <a:lnTo>
                    <a:pt x="3799332" y="304799"/>
                  </a:lnTo>
                  <a:lnTo>
                    <a:pt x="3797808" y="305561"/>
                  </a:lnTo>
                  <a:lnTo>
                    <a:pt x="3797808" y="309371"/>
                  </a:lnTo>
                  <a:lnTo>
                    <a:pt x="3799332" y="309371"/>
                  </a:lnTo>
                  <a:close/>
                </a:path>
                <a:path w="3956050" h="309880">
                  <a:moveTo>
                    <a:pt x="3951732" y="153161"/>
                  </a:moveTo>
                  <a:lnTo>
                    <a:pt x="3798577" y="304800"/>
                  </a:lnTo>
                  <a:lnTo>
                    <a:pt x="3799332" y="304799"/>
                  </a:lnTo>
                  <a:lnTo>
                    <a:pt x="3799332" y="309371"/>
                  </a:lnTo>
                  <a:lnTo>
                    <a:pt x="3800856" y="308609"/>
                  </a:lnTo>
                  <a:lnTo>
                    <a:pt x="3950970" y="159982"/>
                  </a:lnTo>
                  <a:lnTo>
                    <a:pt x="3950970" y="154685"/>
                  </a:lnTo>
                  <a:lnTo>
                    <a:pt x="3951732" y="153161"/>
                  </a:lnTo>
                  <a:close/>
                </a:path>
                <a:path w="3956050" h="309880">
                  <a:moveTo>
                    <a:pt x="3953256" y="4571"/>
                  </a:moveTo>
                  <a:lnTo>
                    <a:pt x="3950970" y="2285"/>
                  </a:lnTo>
                  <a:lnTo>
                    <a:pt x="3950970" y="4571"/>
                  </a:lnTo>
                  <a:lnTo>
                    <a:pt x="3953256" y="4571"/>
                  </a:lnTo>
                  <a:close/>
                </a:path>
                <a:path w="3956050" h="309880">
                  <a:moveTo>
                    <a:pt x="3953256" y="157718"/>
                  </a:moveTo>
                  <a:lnTo>
                    <a:pt x="3953256" y="4571"/>
                  </a:lnTo>
                  <a:lnTo>
                    <a:pt x="3950970" y="4571"/>
                  </a:lnTo>
                  <a:lnTo>
                    <a:pt x="3950970" y="153916"/>
                  </a:lnTo>
                  <a:lnTo>
                    <a:pt x="3951732" y="153161"/>
                  </a:lnTo>
                  <a:lnTo>
                    <a:pt x="3951732" y="159227"/>
                  </a:lnTo>
                  <a:lnTo>
                    <a:pt x="3953256" y="157718"/>
                  </a:lnTo>
                  <a:close/>
                </a:path>
                <a:path w="3956050" h="309880">
                  <a:moveTo>
                    <a:pt x="3951732" y="159227"/>
                  </a:moveTo>
                  <a:lnTo>
                    <a:pt x="3951732" y="153161"/>
                  </a:lnTo>
                  <a:lnTo>
                    <a:pt x="3950970" y="154685"/>
                  </a:lnTo>
                  <a:lnTo>
                    <a:pt x="3950970" y="159982"/>
                  </a:lnTo>
                  <a:lnTo>
                    <a:pt x="3951732" y="1592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435100" y="1201166"/>
            <a:ext cx="379349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table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spc="-20">
                <a:latin typeface="Arial MT"/>
                <a:cs typeface="Arial MT"/>
              </a:rPr>
              <a:t>IsobaricHeatBalance1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[Results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of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Isobaric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Heat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Balance]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80032" y="1560575"/>
            <a:ext cx="4528185" cy="4516755"/>
          </a:xfrm>
          <a:custGeom>
            <a:avLst/>
            <a:gdLst/>
            <a:ahLst/>
            <a:cxnLst/>
            <a:rect l="l" t="t" r="r" b="b"/>
            <a:pathLst>
              <a:path w="4528185" h="4516755">
                <a:moveTo>
                  <a:pt x="4527804" y="4516374"/>
                </a:moveTo>
                <a:lnTo>
                  <a:pt x="4527804" y="0"/>
                </a:lnTo>
                <a:lnTo>
                  <a:pt x="0" y="0"/>
                </a:lnTo>
                <a:lnTo>
                  <a:pt x="0" y="4516374"/>
                </a:lnTo>
                <a:lnTo>
                  <a:pt x="4527804" y="4516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786127" y="1567052"/>
            <a:ext cx="2491105" cy="2159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9209">
              <a:lnSpc>
                <a:spcPct val="100000"/>
              </a:lnSpc>
            </a:pPr>
            <a:r>
              <a:rPr dirty="0" sz="1300">
                <a:latin typeface="Arial MT"/>
                <a:cs typeface="Arial MT"/>
              </a:rPr>
              <a:t>specific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heat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cal/gm-°C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6725" y="1567052"/>
            <a:ext cx="405130" cy="215900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algn="r" marR="21590">
              <a:lnSpc>
                <a:spcPct val="100000"/>
              </a:lnSpc>
              <a:spcBef>
                <a:spcPts val="15"/>
              </a:spcBef>
            </a:pPr>
            <a:r>
              <a:rPr dirty="0" sz="1300" b="1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6127" y="1782698"/>
            <a:ext cx="2491105" cy="214629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5"/>
              </a:spcBef>
            </a:pPr>
            <a:r>
              <a:rPr dirty="0" sz="1300">
                <a:latin typeface="Arial MT"/>
                <a:cs typeface="Arial MT"/>
              </a:rPr>
              <a:t>latent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heat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cal/cm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76725" y="1782698"/>
            <a:ext cx="405130" cy="214629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5"/>
              </a:spcBef>
            </a:pPr>
            <a:r>
              <a:rPr dirty="0" sz="1300" b="1">
                <a:latin typeface="Arial"/>
                <a:cs typeface="Arial"/>
              </a:rPr>
              <a:t>540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47857" y="2726963"/>
            <a:ext cx="210185" cy="95440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540"/>
              </a:lnSpc>
            </a:pPr>
            <a:r>
              <a:rPr dirty="0" sz="1300">
                <a:latin typeface="Arial MT"/>
                <a:cs typeface="Arial MT"/>
              </a:rPr>
              <a:t>main3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: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H2O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52478" y="2726963"/>
            <a:ext cx="210185" cy="95440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540"/>
              </a:lnSpc>
            </a:pPr>
            <a:r>
              <a:rPr dirty="0" sz="1300">
                <a:latin typeface="Arial MT"/>
                <a:cs typeface="Arial MT"/>
              </a:rPr>
              <a:t>main4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: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H2O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86127" y="3705225"/>
            <a:ext cx="2491105" cy="216535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5"/>
              </a:spcBef>
            </a:pPr>
            <a:r>
              <a:rPr dirty="0" sz="1300">
                <a:latin typeface="Arial MT"/>
                <a:cs typeface="Arial MT"/>
              </a:rPr>
              <a:t>mass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flow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rate</a:t>
            </a:r>
            <a:r>
              <a:rPr dirty="0" sz="1300" spc="-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gm/sec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6725" y="3705225"/>
            <a:ext cx="405130" cy="21653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5"/>
              </a:spcBef>
            </a:pPr>
            <a:r>
              <a:rPr dirty="0" sz="1300" spc="-5">
                <a:solidFill>
                  <a:srgbClr val="FF3300"/>
                </a:solidFill>
                <a:latin typeface="Arial MT"/>
                <a:cs typeface="Arial MT"/>
              </a:rPr>
              <a:t>6.8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81728" y="3705225"/>
            <a:ext cx="405130" cy="216535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5"/>
              </a:spcBef>
            </a:pPr>
            <a:r>
              <a:rPr dirty="0" sz="1300" b="1">
                <a:solidFill>
                  <a:srgbClr val="FF3300"/>
                </a:solidFill>
                <a:latin typeface="Arial"/>
                <a:cs typeface="Arial"/>
              </a:rPr>
              <a:t>6.8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7926" y="3694429"/>
            <a:ext cx="9271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195" algn="l"/>
                <a:tab pos="821690" algn="l"/>
              </a:tabLst>
            </a:pP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1</a:t>
            </a: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	</a:t>
            </a: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1</a:t>
            </a: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	</a:t>
            </a: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86127" y="3921252"/>
            <a:ext cx="2491105" cy="214629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9209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temp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°C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76725" y="3921252"/>
            <a:ext cx="405130" cy="214629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196850">
              <a:lnSpc>
                <a:spcPct val="100000"/>
              </a:lnSpc>
              <a:spcBef>
                <a:spcPts val="10"/>
              </a:spcBef>
            </a:pP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20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81728" y="3921252"/>
            <a:ext cx="405130" cy="214629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"/>
              </a:spcBef>
            </a:pP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100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81989" y="3910051"/>
            <a:ext cx="11112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195" algn="l"/>
                <a:tab pos="821690" algn="l"/>
              </a:tabLst>
            </a:pP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100</a:t>
            </a: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	</a:t>
            </a: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100</a:t>
            </a: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	</a:t>
            </a:r>
            <a:r>
              <a:rPr dirty="0" sz="1300">
                <a:solidFill>
                  <a:srgbClr val="9ACC00"/>
                </a:solidFill>
                <a:latin typeface="Arial MT"/>
                <a:cs typeface="Arial MT"/>
              </a:rPr>
              <a:t>100</a:t>
            </a:r>
            <a:endParaRPr sz="1300">
              <a:latin typeface="Arial MT"/>
              <a:cs typeface="Arial MT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779270" y="4344923"/>
          <a:ext cx="2916555" cy="871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0470"/>
                <a:gridCol w="405130"/>
              </a:tblGrid>
              <a:tr h="214122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dQ/dt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cooling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water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cal/sec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540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646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dQ/dt</a:t>
                      </a:r>
                      <a:r>
                        <a:rPr dirty="0" sz="13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steam-condensate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cal/sec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540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condenser</a:t>
                      </a:r>
                      <a:r>
                        <a:rPr dirty="0" sz="13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efficency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09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122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heat</a:t>
                      </a:r>
                      <a:r>
                        <a:rPr dirty="0" sz="13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deficit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09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1779270" y="5419344"/>
          <a:ext cx="2916555" cy="657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0470"/>
                <a:gridCol w="405130"/>
              </a:tblGrid>
              <a:tr h="214502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dQ/dt</a:t>
                      </a:r>
                      <a:r>
                        <a:rPr dirty="0" sz="13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condensate-steam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cal/sec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540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645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boiler</a:t>
                      </a:r>
                      <a:r>
                        <a:rPr dirty="0" sz="13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efficiency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09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122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 spc="-5">
                          <a:latin typeface="Arial MT"/>
                          <a:cs typeface="Arial MT"/>
                        </a:rPr>
                        <a:t>dQ/dt</a:t>
                      </a:r>
                      <a:r>
                        <a:rPr dirty="0" sz="13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">
                          <a:latin typeface="Arial MT"/>
                          <a:cs typeface="Arial MT"/>
                        </a:rPr>
                        <a:t>boiler</a:t>
                      </a:r>
                      <a:r>
                        <a:rPr dirty="0" sz="13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cal/sec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540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4433993" y="1610724"/>
            <a:ext cx="550545" cy="20713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540"/>
              </a:lnSpc>
            </a:pPr>
            <a:r>
              <a:rPr dirty="0" sz="1300">
                <a:latin typeface="Arial MT"/>
                <a:cs typeface="Arial MT"/>
              </a:rPr>
              <a:t>main1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: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H2O</a:t>
            </a:r>
            <a:endParaRPr sz="1300">
              <a:latin typeface="Arial MT"/>
              <a:cs typeface="Arial MT"/>
            </a:endParaRPr>
          </a:p>
          <a:p>
            <a:pPr marL="23495">
              <a:lnSpc>
                <a:spcPct val="100000"/>
              </a:lnSpc>
              <a:spcBef>
                <a:spcPts val="1115"/>
              </a:spcBef>
            </a:pPr>
            <a:r>
              <a:rPr dirty="0" sz="1300">
                <a:latin typeface="Arial MT"/>
                <a:cs typeface="Arial MT"/>
              </a:rPr>
              <a:t>main2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:</a:t>
            </a:r>
            <a:r>
              <a:rPr dirty="0" sz="1300" spc="-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H2O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frm</a:t>
            </a:r>
            <a:r>
              <a:rPr dirty="0" sz="1300" spc="-1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condenser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78466" y="1996919"/>
            <a:ext cx="210185" cy="16719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540"/>
              </a:lnSpc>
            </a:pPr>
            <a:r>
              <a:rPr dirty="0" sz="1300">
                <a:latin typeface="Arial MT"/>
                <a:cs typeface="Arial MT"/>
              </a:rPr>
              <a:t>main2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:</a:t>
            </a:r>
            <a:r>
              <a:rPr dirty="0" sz="1300" spc="-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H2O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into</a:t>
            </a:r>
            <a:r>
              <a:rPr dirty="0" sz="1300" spc="-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evap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779270" y="1560575"/>
            <a:ext cx="4619625" cy="4529455"/>
            <a:chOff x="1779270" y="1560575"/>
            <a:chExt cx="4619625" cy="4529455"/>
          </a:xfrm>
        </p:grpSpPr>
        <p:sp>
          <p:nvSpPr>
            <p:cNvPr id="29" name="object 29"/>
            <p:cNvSpPr/>
            <p:nvPr/>
          </p:nvSpPr>
          <p:spPr>
            <a:xfrm>
              <a:off x="1780032" y="1560575"/>
              <a:ext cx="3313429" cy="1905"/>
            </a:xfrm>
            <a:custGeom>
              <a:avLst/>
              <a:gdLst/>
              <a:ahLst/>
              <a:cxnLst/>
              <a:rect l="l" t="t" r="r" b="b"/>
              <a:pathLst>
                <a:path w="3313429" h="1905">
                  <a:moveTo>
                    <a:pt x="12954" y="0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12954" y="1524"/>
                  </a:lnTo>
                  <a:lnTo>
                    <a:pt x="12954" y="0"/>
                  </a:lnTo>
                  <a:close/>
                </a:path>
                <a:path w="3313429" h="1905">
                  <a:moveTo>
                    <a:pt x="2908554" y="0"/>
                  </a:moveTo>
                  <a:lnTo>
                    <a:pt x="2895600" y="0"/>
                  </a:lnTo>
                  <a:lnTo>
                    <a:pt x="2895600" y="1524"/>
                  </a:lnTo>
                  <a:lnTo>
                    <a:pt x="2908554" y="1524"/>
                  </a:lnTo>
                  <a:lnTo>
                    <a:pt x="2908554" y="0"/>
                  </a:lnTo>
                  <a:close/>
                </a:path>
                <a:path w="3313429" h="1905">
                  <a:moveTo>
                    <a:pt x="3313163" y="0"/>
                  </a:moveTo>
                  <a:lnTo>
                    <a:pt x="3300222" y="0"/>
                  </a:lnTo>
                  <a:lnTo>
                    <a:pt x="3300222" y="1524"/>
                  </a:lnTo>
                  <a:lnTo>
                    <a:pt x="3313163" y="1524"/>
                  </a:lnTo>
                  <a:lnTo>
                    <a:pt x="331316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792973" y="1560575"/>
              <a:ext cx="3705225" cy="13335"/>
            </a:xfrm>
            <a:custGeom>
              <a:avLst/>
              <a:gdLst/>
              <a:ahLst/>
              <a:cxnLst/>
              <a:rect l="l" t="t" r="r" b="b"/>
              <a:pathLst>
                <a:path w="3705225" h="13334">
                  <a:moveTo>
                    <a:pt x="3704856" y="0"/>
                  </a:moveTo>
                  <a:lnTo>
                    <a:pt x="12" y="0"/>
                  </a:lnTo>
                  <a:lnTo>
                    <a:pt x="0" y="774"/>
                  </a:lnTo>
                  <a:lnTo>
                    <a:pt x="12" y="12954"/>
                  </a:lnTo>
                  <a:lnTo>
                    <a:pt x="3704856" y="12954"/>
                  </a:lnTo>
                  <a:lnTo>
                    <a:pt x="37048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484876" y="1560575"/>
              <a:ext cx="822960" cy="1905"/>
            </a:xfrm>
            <a:custGeom>
              <a:avLst/>
              <a:gdLst/>
              <a:ahLst/>
              <a:cxnLst/>
              <a:rect l="l" t="t" r="r" b="b"/>
              <a:pathLst>
                <a:path w="822960" h="1905">
                  <a:moveTo>
                    <a:pt x="12954" y="0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12954" y="1524"/>
                  </a:lnTo>
                  <a:lnTo>
                    <a:pt x="12954" y="0"/>
                  </a:lnTo>
                  <a:close/>
                </a:path>
                <a:path w="822960" h="1905">
                  <a:moveTo>
                    <a:pt x="417576" y="0"/>
                  </a:moveTo>
                  <a:lnTo>
                    <a:pt x="405384" y="0"/>
                  </a:lnTo>
                  <a:lnTo>
                    <a:pt x="405384" y="1524"/>
                  </a:lnTo>
                  <a:lnTo>
                    <a:pt x="417576" y="1524"/>
                  </a:lnTo>
                  <a:lnTo>
                    <a:pt x="417576" y="0"/>
                  </a:lnTo>
                  <a:close/>
                </a:path>
                <a:path w="822960" h="1905">
                  <a:moveTo>
                    <a:pt x="822960" y="0"/>
                  </a:moveTo>
                  <a:lnTo>
                    <a:pt x="810006" y="0"/>
                  </a:lnTo>
                  <a:lnTo>
                    <a:pt x="810006" y="1524"/>
                  </a:lnTo>
                  <a:lnTo>
                    <a:pt x="822960" y="1524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779270" y="1560575"/>
              <a:ext cx="4528820" cy="2581910"/>
            </a:xfrm>
            <a:custGeom>
              <a:avLst/>
              <a:gdLst/>
              <a:ahLst/>
              <a:cxnLst/>
              <a:rect l="l" t="t" r="r" b="b"/>
              <a:pathLst>
                <a:path w="4528820" h="2581910">
                  <a:moveTo>
                    <a:pt x="4528566" y="646176"/>
                  </a:moveTo>
                  <a:lnTo>
                    <a:pt x="4515612" y="646176"/>
                  </a:lnTo>
                  <a:lnTo>
                    <a:pt x="4515612" y="1624228"/>
                  </a:lnTo>
                  <a:lnTo>
                    <a:pt x="4515612" y="2138934"/>
                  </a:lnTo>
                  <a:lnTo>
                    <a:pt x="4515612" y="2151126"/>
                  </a:lnTo>
                  <a:lnTo>
                    <a:pt x="4515612" y="2354580"/>
                  </a:lnTo>
                  <a:lnTo>
                    <a:pt x="4515612" y="2367534"/>
                  </a:lnTo>
                  <a:lnTo>
                    <a:pt x="4515612" y="2568702"/>
                  </a:lnTo>
                  <a:lnTo>
                    <a:pt x="4123182" y="2568702"/>
                  </a:lnTo>
                  <a:lnTo>
                    <a:pt x="4123182" y="2367534"/>
                  </a:lnTo>
                  <a:lnTo>
                    <a:pt x="4515612" y="2367534"/>
                  </a:lnTo>
                  <a:lnTo>
                    <a:pt x="4515612" y="2354580"/>
                  </a:lnTo>
                  <a:lnTo>
                    <a:pt x="4123182" y="2354580"/>
                  </a:lnTo>
                  <a:lnTo>
                    <a:pt x="4123182" y="2151126"/>
                  </a:lnTo>
                  <a:lnTo>
                    <a:pt x="4515612" y="2151126"/>
                  </a:lnTo>
                  <a:lnTo>
                    <a:pt x="4515612" y="2138934"/>
                  </a:lnTo>
                  <a:lnTo>
                    <a:pt x="4123182" y="2138934"/>
                  </a:lnTo>
                  <a:lnTo>
                    <a:pt x="4123182" y="659130"/>
                  </a:lnTo>
                  <a:lnTo>
                    <a:pt x="4514850" y="659130"/>
                  </a:lnTo>
                  <a:lnTo>
                    <a:pt x="4515612" y="1624228"/>
                  </a:lnTo>
                  <a:lnTo>
                    <a:pt x="4515612" y="646176"/>
                  </a:lnTo>
                  <a:lnTo>
                    <a:pt x="4110990" y="646176"/>
                  </a:lnTo>
                  <a:lnTo>
                    <a:pt x="4110990" y="1624228"/>
                  </a:lnTo>
                  <a:lnTo>
                    <a:pt x="4110990" y="2138934"/>
                  </a:lnTo>
                  <a:lnTo>
                    <a:pt x="4110990" y="2151126"/>
                  </a:lnTo>
                  <a:lnTo>
                    <a:pt x="4110990" y="2354580"/>
                  </a:lnTo>
                  <a:lnTo>
                    <a:pt x="4110990" y="2367534"/>
                  </a:lnTo>
                  <a:lnTo>
                    <a:pt x="4110990" y="2568702"/>
                  </a:lnTo>
                  <a:lnTo>
                    <a:pt x="3718560" y="2568702"/>
                  </a:lnTo>
                  <a:lnTo>
                    <a:pt x="3718560" y="2367534"/>
                  </a:lnTo>
                  <a:lnTo>
                    <a:pt x="4110990" y="2367534"/>
                  </a:lnTo>
                  <a:lnTo>
                    <a:pt x="4110990" y="2354580"/>
                  </a:lnTo>
                  <a:lnTo>
                    <a:pt x="3718560" y="2354580"/>
                  </a:lnTo>
                  <a:lnTo>
                    <a:pt x="3718560" y="2151126"/>
                  </a:lnTo>
                  <a:lnTo>
                    <a:pt x="4110990" y="2151126"/>
                  </a:lnTo>
                  <a:lnTo>
                    <a:pt x="4110990" y="2138934"/>
                  </a:lnTo>
                  <a:lnTo>
                    <a:pt x="3718560" y="2138934"/>
                  </a:lnTo>
                  <a:lnTo>
                    <a:pt x="3718560" y="659130"/>
                  </a:lnTo>
                  <a:lnTo>
                    <a:pt x="4110228" y="659130"/>
                  </a:lnTo>
                  <a:lnTo>
                    <a:pt x="4110990" y="1624228"/>
                  </a:lnTo>
                  <a:lnTo>
                    <a:pt x="4110990" y="646176"/>
                  </a:lnTo>
                  <a:lnTo>
                    <a:pt x="3718560" y="646176"/>
                  </a:lnTo>
                  <a:lnTo>
                    <a:pt x="3718560" y="12954"/>
                  </a:lnTo>
                  <a:lnTo>
                    <a:pt x="3706368" y="12954"/>
                  </a:lnTo>
                  <a:lnTo>
                    <a:pt x="3705606" y="12954"/>
                  </a:lnTo>
                  <a:lnTo>
                    <a:pt x="3705606" y="2138934"/>
                  </a:lnTo>
                  <a:lnTo>
                    <a:pt x="3705606" y="2151126"/>
                  </a:lnTo>
                  <a:lnTo>
                    <a:pt x="3705606" y="2354580"/>
                  </a:lnTo>
                  <a:lnTo>
                    <a:pt x="3705606" y="2367534"/>
                  </a:lnTo>
                  <a:lnTo>
                    <a:pt x="3705606" y="2568702"/>
                  </a:lnTo>
                  <a:lnTo>
                    <a:pt x="3313925" y="2568702"/>
                  </a:lnTo>
                  <a:lnTo>
                    <a:pt x="3313925" y="2367534"/>
                  </a:lnTo>
                  <a:lnTo>
                    <a:pt x="3705606" y="2367534"/>
                  </a:lnTo>
                  <a:lnTo>
                    <a:pt x="3705606" y="2354580"/>
                  </a:lnTo>
                  <a:lnTo>
                    <a:pt x="3313925" y="2354580"/>
                  </a:lnTo>
                  <a:lnTo>
                    <a:pt x="3313925" y="2151126"/>
                  </a:lnTo>
                  <a:lnTo>
                    <a:pt x="3705606" y="2151126"/>
                  </a:lnTo>
                  <a:lnTo>
                    <a:pt x="3705606" y="2138934"/>
                  </a:lnTo>
                  <a:lnTo>
                    <a:pt x="3313925" y="2138934"/>
                  </a:lnTo>
                  <a:lnTo>
                    <a:pt x="3313925" y="12954"/>
                  </a:lnTo>
                  <a:lnTo>
                    <a:pt x="3301746" y="12954"/>
                  </a:lnTo>
                  <a:lnTo>
                    <a:pt x="3300984" y="12954"/>
                  </a:lnTo>
                  <a:lnTo>
                    <a:pt x="3300984" y="2138934"/>
                  </a:lnTo>
                  <a:lnTo>
                    <a:pt x="3300984" y="2151126"/>
                  </a:lnTo>
                  <a:lnTo>
                    <a:pt x="3300984" y="2354580"/>
                  </a:lnTo>
                  <a:lnTo>
                    <a:pt x="3300984" y="2367534"/>
                  </a:lnTo>
                  <a:lnTo>
                    <a:pt x="3300984" y="2568702"/>
                  </a:lnTo>
                  <a:lnTo>
                    <a:pt x="2909316" y="2568702"/>
                  </a:lnTo>
                  <a:lnTo>
                    <a:pt x="2909316" y="2367534"/>
                  </a:lnTo>
                  <a:lnTo>
                    <a:pt x="3300984" y="2367534"/>
                  </a:lnTo>
                  <a:lnTo>
                    <a:pt x="3300984" y="2354580"/>
                  </a:lnTo>
                  <a:lnTo>
                    <a:pt x="2909316" y="2354580"/>
                  </a:lnTo>
                  <a:lnTo>
                    <a:pt x="2909316" y="2151126"/>
                  </a:lnTo>
                  <a:lnTo>
                    <a:pt x="3300984" y="2151126"/>
                  </a:lnTo>
                  <a:lnTo>
                    <a:pt x="3300984" y="2138934"/>
                  </a:lnTo>
                  <a:lnTo>
                    <a:pt x="2909316" y="2138934"/>
                  </a:lnTo>
                  <a:lnTo>
                    <a:pt x="2909316" y="659130"/>
                  </a:lnTo>
                  <a:lnTo>
                    <a:pt x="2909316" y="646176"/>
                  </a:lnTo>
                  <a:lnTo>
                    <a:pt x="2909316" y="12954"/>
                  </a:lnTo>
                  <a:lnTo>
                    <a:pt x="2896362" y="12954"/>
                  </a:lnTo>
                  <a:lnTo>
                    <a:pt x="2896362" y="2568702"/>
                  </a:lnTo>
                  <a:lnTo>
                    <a:pt x="2503932" y="2568702"/>
                  </a:lnTo>
                  <a:lnTo>
                    <a:pt x="2503932" y="2367534"/>
                  </a:lnTo>
                  <a:lnTo>
                    <a:pt x="2896362" y="2367534"/>
                  </a:lnTo>
                  <a:lnTo>
                    <a:pt x="2896362" y="2354580"/>
                  </a:lnTo>
                  <a:lnTo>
                    <a:pt x="2503932" y="2354580"/>
                  </a:lnTo>
                  <a:lnTo>
                    <a:pt x="2503932" y="2151126"/>
                  </a:lnTo>
                  <a:lnTo>
                    <a:pt x="2896362" y="2151126"/>
                  </a:lnTo>
                  <a:lnTo>
                    <a:pt x="2896362" y="2138934"/>
                  </a:lnTo>
                  <a:lnTo>
                    <a:pt x="2503932" y="2138934"/>
                  </a:lnTo>
                  <a:lnTo>
                    <a:pt x="2503932" y="659130"/>
                  </a:lnTo>
                  <a:lnTo>
                    <a:pt x="2895981" y="659130"/>
                  </a:lnTo>
                  <a:lnTo>
                    <a:pt x="2896362" y="1302524"/>
                  </a:lnTo>
                  <a:lnTo>
                    <a:pt x="2896362" y="12954"/>
                  </a:lnTo>
                  <a:lnTo>
                    <a:pt x="2895841" y="12954"/>
                  </a:lnTo>
                  <a:lnTo>
                    <a:pt x="2895841" y="430530"/>
                  </a:lnTo>
                  <a:lnTo>
                    <a:pt x="2503932" y="430530"/>
                  </a:lnTo>
                  <a:lnTo>
                    <a:pt x="2503932" y="228600"/>
                  </a:lnTo>
                  <a:lnTo>
                    <a:pt x="2895727" y="228600"/>
                  </a:lnTo>
                  <a:lnTo>
                    <a:pt x="2895841" y="430530"/>
                  </a:lnTo>
                  <a:lnTo>
                    <a:pt x="2895841" y="12954"/>
                  </a:lnTo>
                  <a:lnTo>
                    <a:pt x="2895600" y="12954"/>
                  </a:lnTo>
                  <a:lnTo>
                    <a:pt x="2895714" y="216408"/>
                  </a:lnTo>
                  <a:lnTo>
                    <a:pt x="2503932" y="216408"/>
                  </a:lnTo>
                  <a:lnTo>
                    <a:pt x="2503932" y="12954"/>
                  </a:lnTo>
                  <a:lnTo>
                    <a:pt x="2491740" y="12954"/>
                  </a:lnTo>
                  <a:lnTo>
                    <a:pt x="2491740" y="228600"/>
                  </a:lnTo>
                  <a:lnTo>
                    <a:pt x="2491740" y="430530"/>
                  </a:lnTo>
                  <a:lnTo>
                    <a:pt x="946988" y="430530"/>
                  </a:lnTo>
                  <a:lnTo>
                    <a:pt x="13716" y="429793"/>
                  </a:lnTo>
                  <a:lnTo>
                    <a:pt x="13716" y="228600"/>
                  </a:lnTo>
                  <a:lnTo>
                    <a:pt x="2491740" y="228600"/>
                  </a:lnTo>
                  <a:lnTo>
                    <a:pt x="2491740" y="12954"/>
                  </a:lnTo>
                  <a:lnTo>
                    <a:pt x="2490978" y="12954"/>
                  </a:lnTo>
                  <a:lnTo>
                    <a:pt x="2491689" y="216408"/>
                  </a:lnTo>
                  <a:lnTo>
                    <a:pt x="1437373" y="216408"/>
                  </a:lnTo>
                  <a:lnTo>
                    <a:pt x="13716" y="215671"/>
                  </a:lnTo>
                  <a:lnTo>
                    <a:pt x="13716" y="0"/>
                  </a:lnTo>
                  <a:lnTo>
                    <a:pt x="762" y="0"/>
                  </a:lnTo>
                  <a:lnTo>
                    <a:pt x="0" y="12"/>
                  </a:lnTo>
                  <a:lnTo>
                    <a:pt x="762" y="221754"/>
                  </a:lnTo>
                  <a:lnTo>
                    <a:pt x="762" y="443484"/>
                  </a:lnTo>
                  <a:lnTo>
                    <a:pt x="1511" y="443484"/>
                  </a:lnTo>
                  <a:lnTo>
                    <a:pt x="2286" y="443496"/>
                  </a:lnTo>
                  <a:lnTo>
                    <a:pt x="13716" y="443484"/>
                  </a:lnTo>
                  <a:lnTo>
                    <a:pt x="2895854" y="443484"/>
                  </a:lnTo>
                  <a:lnTo>
                    <a:pt x="2895968" y="646176"/>
                  </a:lnTo>
                  <a:lnTo>
                    <a:pt x="2503932" y="646176"/>
                  </a:lnTo>
                  <a:lnTo>
                    <a:pt x="2491740" y="646176"/>
                  </a:lnTo>
                  <a:lnTo>
                    <a:pt x="2490978" y="646176"/>
                  </a:lnTo>
                  <a:lnTo>
                    <a:pt x="2491740" y="1619719"/>
                  </a:lnTo>
                  <a:lnTo>
                    <a:pt x="2491740" y="2568702"/>
                  </a:lnTo>
                  <a:lnTo>
                    <a:pt x="13716" y="2568702"/>
                  </a:lnTo>
                  <a:lnTo>
                    <a:pt x="13716" y="2367534"/>
                  </a:lnTo>
                  <a:lnTo>
                    <a:pt x="2491740" y="2367534"/>
                  </a:lnTo>
                  <a:lnTo>
                    <a:pt x="2491740" y="2354580"/>
                  </a:lnTo>
                  <a:lnTo>
                    <a:pt x="1493570" y="2354580"/>
                  </a:lnTo>
                  <a:lnTo>
                    <a:pt x="13716" y="2353843"/>
                  </a:lnTo>
                  <a:lnTo>
                    <a:pt x="13716" y="2151126"/>
                  </a:lnTo>
                  <a:lnTo>
                    <a:pt x="2491740" y="2151126"/>
                  </a:lnTo>
                  <a:lnTo>
                    <a:pt x="2491740" y="2138934"/>
                  </a:lnTo>
                  <a:lnTo>
                    <a:pt x="2233498" y="2138934"/>
                  </a:lnTo>
                  <a:lnTo>
                    <a:pt x="13703" y="2138184"/>
                  </a:lnTo>
                  <a:lnTo>
                    <a:pt x="13703" y="2138934"/>
                  </a:lnTo>
                  <a:lnTo>
                    <a:pt x="762" y="2138934"/>
                  </a:lnTo>
                  <a:lnTo>
                    <a:pt x="0" y="2138946"/>
                  </a:lnTo>
                  <a:lnTo>
                    <a:pt x="762" y="2360307"/>
                  </a:lnTo>
                  <a:lnTo>
                    <a:pt x="762" y="2581656"/>
                  </a:lnTo>
                  <a:lnTo>
                    <a:pt x="1511" y="2581656"/>
                  </a:lnTo>
                  <a:lnTo>
                    <a:pt x="2286" y="2581668"/>
                  </a:lnTo>
                  <a:lnTo>
                    <a:pt x="13716" y="2581656"/>
                  </a:lnTo>
                  <a:lnTo>
                    <a:pt x="4528566" y="2581656"/>
                  </a:lnTo>
                  <a:lnTo>
                    <a:pt x="4528566" y="2568702"/>
                  </a:lnTo>
                  <a:lnTo>
                    <a:pt x="4528566" y="659130"/>
                  </a:lnTo>
                  <a:lnTo>
                    <a:pt x="4528566" y="646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080254" y="1560575"/>
              <a:ext cx="1240155" cy="4529455"/>
            </a:xfrm>
            <a:custGeom>
              <a:avLst/>
              <a:gdLst/>
              <a:ahLst/>
              <a:cxnLst/>
              <a:rect l="l" t="t" r="r" b="b"/>
              <a:pathLst>
                <a:path w="1240154" h="4529455">
                  <a:moveTo>
                    <a:pt x="12954" y="4516374"/>
                  </a:moveTo>
                  <a:lnTo>
                    <a:pt x="0" y="4516374"/>
                  </a:lnTo>
                  <a:lnTo>
                    <a:pt x="0" y="4517136"/>
                  </a:lnTo>
                  <a:lnTo>
                    <a:pt x="0" y="4529328"/>
                  </a:lnTo>
                  <a:lnTo>
                    <a:pt x="12954" y="4529328"/>
                  </a:lnTo>
                  <a:lnTo>
                    <a:pt x="12954" y="4516374"/>
                  </a:lnTo>
                  <a:close/>
                </a:path>
                <a:path w="1240154" h="4529455">
                  <a:moveTo>
                    <a:pt x="417576" y="4516374"/>
                  </a:moveTo>
                  <a:lnTo>
                    <a:pt x="405384" y="4516374"/>
                  </a:lnTo>
                  <a:lnTo>
                    <a:pt x="404622" y="4516374"/>
                  </a:lnTo>
                  <a:lnTo>
                    <a:pt x="404622" y="4517136"/>
                  </a:lnTo>
                  <a:lnTo>
                    <a:pt x="404622" y="4529328"/>
                  </a:lnTo>
                  <a:lnTo>
                    <a:pt x="417576" y="4529328"/>
                  </a:lnTo>
                  <a:lnTo>
                    <a:pt x="417576" y="4516374"/>
                  </a:lnTo>
                  <a:close/>
                </a:path>
                <a:path w="1240154" h="4529455">
                  <a:moveTo>
                    <a:pt x="822198" y="4516374"/>
                  </a:moveTo>
                  <a:lnTo>
                    <a:pt x="810006" y="4516374"/>
                  </a:lnTo>
                  <a:lnTo>
                    <a:pt x="809244" y="4517136"/>
                  </a:lnTo>
                  <a:lnTo>
                    <a:pt x="810006" y="4517898"/>
                  </a:lnTo>
                  <a:lnTo>
                    <a:pt x="810006" y="4529328"/>
                  </a:lnTo>
                  <a:lnTo>
                    <a:pt x="822198" y="4529328"/>
                  </a:lnTo>
                  <a:lnTo>
                    <a:pt x="822198" y="4516374"/>
                  </a:lnTo>
                  <a:close/>
                </a:path>
                <a:path w="1240154" h="4529455">
                  <a:moveTo>
                    <a:pt x="1227582" y="4516374"/>
                  </a:moveTo>
                  <a:lnTo>
                    <a:pt x="1214628" y="4516374"/>
                  </a:lnTo>
                  <a:lnTo>
                    <a:pt x="1214628" y="4517136"/>
                  </a:lnTo>
                  <a:lnTo>
                    <a:pt x="1214628" y="4529328"/>
                  </a:lnTo>
                  <a:lnTo>
                    <a:pt x="1227582" y="4529328"/>
                  </a:lnTo>
                  <a:lnTo>
                    <a:pt x="1227582" y="4516374"/>
                  </a:lnTo>
                  <a:close/>
                </a:path>
                <a:path w="1240154" h="4529455">
                  <a:moveTo>
                    <a:pt x="1239774" y="4504182"/>
                  </a:moveTo>
                  <a:lnTo>
                    <a:pt x="1228077" y="4504182"/>
                  </a:lnTo>
                  <a:lnTo>
                    <a:pt x="1227569" y="4503420"/>
                  </a:lnTo>
                  <a:lnTo>
                    <a:pt x="1226807" y="4504182"/>
                  </a:lnTo>
                  <a:lnTo>
                    <a:pt x="1227582" y="4504956"/>
                  </a:lnTo>
                  <a:lnTo>
                    <a:pt x="1227582" y="4516374"/>
                  </a:lnTo>
                  <a:lnTo>
                    <a:pt x="1239774" y="4516374"/>
                  </a:lnTo>
                  <a:lnTo>
                    <a:pt x="1239774" y="4504182"/>
                  </a:lnTo>
                  <a:close/>
                </a:path>
                <a:path w="1240154" h="4529455">
                  <a:moveTo>
                    <a:pt x="1239774" y="4290060"/>
                  </a:moveTo>
                  <a:lnTo>
                    <a:pt x="1228331" y="4290060"/>
                  </a:lnTo>
                  <a:lnTo>
                    <a:pt x="1227569" y="4289298"/>
                  </a:lnTo>
                  <a:lnTo>
                    <a:pt x="1226807" y="4290060"/>
                  </a:lnTo>
                  <a:lnTo>
                    <a:pt x="1227582" y="4290834"/>
                  </a:lnTo>
                  <a:lnTo>
                    <a:pt x="1227582" y="4302252"/>
                  </a:lnTo>
                  <a:lnTo>
                    <a:pt x="1239774" y="4302252"/>
                  </a:lnTo>
                  <a:lnTo>
                    <a:pt x="1239774" y="4290060"/>
                  </a:lnTo>
                  <a:close/>
                </a:path>
                <a:path w="1240154" h="4529455">
                  <a:moveTo>
                    <a:pt x="1239774" y="4073652"/>
                  </a:moveTo>
                  <a:lnTo>
                    <a:pt x="1227582" y="4073652"/>
                  </a:lnTo>
                  <a:lnTo>
                    <a:pt x="1226807" y="4074414"/>
                  </a:lnTo>
                  <a:lnTo>
                    <a:pt x="1227582" y="4075188"/>
                  </a:lnTo>
                  <a:lnTo>
                    <a:pt x="1227582" y="4086606"/>
                  </a:lnTo>
                  <a:lnTo>
                    <a:pt x="1239774" y="4086606"/>
                  </a:lnTo>
                  <a:lnTo>
                    <a:pt x="1239774" y="4073652"/>
                  </a:lnTo>
                  <a:close/>
                </a:path>
                <a:path w="1240154" h="4529455">
                  <a:moveTo>
                    <a:pt x="1239774" y="3859530"/>
                  </a:moveTo>
                  <a:lnTo>
                    <a:pt x="1227582" y="3859530"/>
                  </a:lnTo>
                  <a:lnTo>
                    <a:pt x="1226807" y="3859530"/>
                  </a:lnTo>
                  <a:lnTo>
                    <a:pt x="1227582" y="3860304"/>
                  </a:lnTo>
                  <a:lnTo>
                    <a:pt x="1227582" y="3872484"/>
                  </a:lnTo>
                  <a:lnTo>
                    <a:pt x="1239774" y="3872484"/>
                  </a:lnTo>
                  <a:lnTo>
                    <a:pt x="1239774" y="3859530"/>
                  </a:lnTo>
                  <a:close/>
                </a:path>
                <a:path w="1240154" h="4529455">
                  <a:moveTo>
                    <a:pt x="1239774" y="3643884"/>
                  </a:moveTo>
                  <a:lnTo>
                    <a:pt x="1228318" y="3643884"/>
                  </a:lnTo>
                  <a:lnTo>
                    <a:pt x="1227569" y="3643134"/>
                  </a:lnTo>
                  <a:lnTo>
                    <a:pt x="1226807" y="3643896"/>
                  </a:lnTo>
                  <a:lnTo>
                    <a:pt x="1227582" y="3644671"/>
                  </a:lnTo>
                  <a:lnTo>
                    <a:pt x="1227582" y="3656076"/>
                  </a:lnTo>
                  <a:lnTo>
                    <a:pt x="1239774" y="3656076"/>
                  </a:lnTo>
                  <a:lnTo>
                    <a:pt x="1239774" y="3643884"/>
                  </a:lnTo>
                  <a:close/>
                </a:path>
                <a:path w="1240154" h="4529455">
                  <a:moveTo>
                    <a:pt x="1239774" y="3429000"/>
                  </a:moveTo>
                  <a:lnTo>
                    <a:pt x="1227582" y="3429000"/>
                  </a:lnTo>
                  <a:lnTo>
                    <a:pt x="1226807" y="3429774"/>
                  </a:lnTo>
                  <a:lnTo>
                    <a:pt x="1227582" y="3430549"/>
                  </a:lnTo>
                  <a:lnTo>
                    <a:pt x="1227582" y="3441954"/>
                  </a:lnTo>
                  <a:lnTo>
                    <a:pt x="1239774" y="3441954"/>
                  </a:lnTo>
                  <a:lnTo>
                    <a:pt x="1239774" y="3429000"/>
                  </a:lnTo>
                  <a:close/>
                </a:path>
                <a:path w="1240154" h="4529455">
                  <a:moveTo>
                    <a:pt x="1239774" y="3214878"/>
                  </a:moveTo>
                  <a:lnTo>
                    <a:pt x="1227582" y="3214878"/>
                  </a:lnTo>
                  <a:lnTo>
                    <a:pt x="1226807" y="3214890"/>
                  </a:lnTo>
                  <a:lnTo>
                    <a:pt x="1227582" y="3216059"/>
                  </a:lnTo>
                  <a:lnTo>
                    <a:pt x="1227582" y="3226308"/>
                  </a:lnTo>
                  <a:lnTo>
                    <a:pt x="1239774" y="3226308"/>
                  </a:lnTo>
                  <a:lnTo>
                    <a:pt x="1239774" y="3214878"/>
                  </a:lnTo>
                  <a:close/>
                </a:path>
                <a:path w="1240154" h="4529455">
                  <a:moveTo>
                    <a:pt x="1239774" y="2999232"/>
                  </a:moveTo>
                  <a:lnTo>
                    <a:pt x="1228077" y="2999232"/>
                  </a:lnTo>
                  <a:lnTo>
                    <a:pt x="1227569" y="2998470"/>
                  </a:lnTo>
                  <a:lnTo>
                    <a:pt x="1226807" y="2999232"/>
                  </a:lnTo>
                  <a:lnTo>
                    <a:pt x="1227582" y="3000006"/>
                  </a:lnTo>
                  <a:lnTo>
                    <a:pt x="1227582" y="3011424"/>
                  </a:lnTo>
                  <a:lnTo>
                    <a:pt x="1239774" y="3011424"/>
                  </a:lnTo>
                  <a:lnTo>
                    <a:pt x="1239774" y="2999232"/>
                  </a:lnTo>
                  <a:close/>
                </a:path>
                <a:path w="1240154" h="4529455">
                  <a:moveTo>
                    <a:pt x="1239774" y="2785110"/>
                  </a:moveTo>
                  <a:lnTo>
                    <a:pt x="1228331" y="2785110"/>
                  </a:lnTo>
                  <a:lnTo>
                    <a:pt x="1227569" y="2784348"/>
                  </a:lnTo>
                  <a:lnTo>
                    <a:pt x="1226807" y="2785110"/>
                  </a:lnTo>
                  <a:lnTo>
                    <a:pt x="1227582" y="2785884"/>
                  </a:lnTo>
                  <a:lnTo>
                    <a:pt x="1227582" y="2797302"/>
                  </a:lnTo>
                  <a:lnTo>
                    <a:pt x="1239774" y="2797302"/>
                  </a:lnTo>
                  <a:lnTo>
                    <a:pt x="1239774" y="2785110"/>
                  </a:lnTo>
                  <a:close/>
                </a:path>
                <a:path w="1240154" h="4529455">
                  <a:moveTo>
                    <a:pt x="1239774" y="2568702"/>
                  </a:moveTo>
                  <a:lnTo>
                    <a:pt x="1227582" y="2568702"/>
                  </a:lnTo>
                  <a:lnTo>
                    <a:pt x="1226807" y="2569464"/>
                  </a:lnTo>
                  <a:lnTo>
                    <a:pt x="1227582" y="2570238"/>
                  </a:lnTo>
                  <a:lnTo>
                    <a:pt x="1227582" y="2581656"/>
                  </a:lnTo>
                  <a:lnTo>
                    <a:pt x="1239774" y="2581656"/>
                  </a:lnTo>
                  <a:lnTo>
                    <a:pt x="1239774" y="2568702"/>
                  </a:lnTo>
                  <a:close/>
                </a:path>
                <a:path w="1240154" h="4529455">
                  <a:moveTo>
                    <a:pt x="1239774" y="2354580"/>
                  </a:moveTo>
                  <a:lnTo>
                    <a:pt x="1227582" y="2354580"/>
                  </a:lnTo>
                  <a:lnTo>
                    <a:pt x="1226807" y="2354580"/>
                  </a:lnTo>
                  <a:lnTo>
                    <a:pt x="1227582" y="2355354"/>
                  </a:lnTo>
                  <a:lnTo>
                    <a:pt x="1227582" y="2367534"/>
                  </a:lnTo>
                  <a:lnTo>
                    <a:pt x="1239774" y="2367534"/>
                  </a:lnTo>
                  <a:lnTo>
                    <a:pt x="1239774" y="2354580"/>
                  </a:lnTo>
                  <a:close/>
                </a:path>
                <a:path w="1240154" h="4529455">
                  <a:moveTo>
                    <a:pt x="1239774" y="2138934"/>
                  </a:moveTo>
                  <a:lnTo>
                    <a:pt x="1228318" y="2138934"/>
                  </a:lnTo>
                  <a:lnTo>
                    <a:pt x="1227569" y="2138184"/>
                  </a:lnTo>
                  <a:lnTo>
                    <a:pt x="1226807" y="2138946"/>
                  </a:lnTo>
                  <a:lnTo>
                    <a:pt x="1227582" y="2139721"/>
                  </a:lnTo>
                  <a:lnTo>
                    <a:pt x="1227582" y="2151126"/>
                  </a:lnTo>
                  <a:lnTo>
                    <a:pt x="1239774" y="2151126"/>
                  </a:lnTo>
                  <a:lnTo>
                    <a:pt x="1239774" y="2138934"/>
                  </a:lnTo>
                  <a:close/>
                </a:path>
                <a:path w="1240154" h="4529455">
                  <a:moveTo>
                    <a:pt x="1239774" y="646176"/>
                  </a:moveTo>
                  <a:lnTo>
                    <a:pt x="1227582" y="646176"/>
                  </a:lnTo>
                  <a:lnTo>
                    <a:pt x="1226807" y="646938"/>
                  </a:lnTo>
                  <a:lnTo>
                    <a:pt x="1227582" y="647712"/>
                  </a:lnTo>
                  <a:lnTo>
                    <a:pt x="1227582" y="659130"/>
                  </a:lnTo>
                  <a:lnTo>
                    <a:pt x="1239774" y="659130"/>
                  </a:lnTo>
                  <a:lnTo>
                    <a:pt x="1239774" y="646176"/>
                  </a:lnTo>
                  <a:close/>
                </a:path>
                <a:path w="1240154" h="4529455">
                  <a:moveTo>
                    <a:pt x="1239774" y="430530"/>
                  </a:moveTo>
                  <a:lnTo>
                    <a:pt x="1227582" y="430530"/>
                  </a:lnTo>
                  <a:lnTo>
                    <a:pt x="1226807" y="430530"/>
                  </a:lnTo>
                  <a:lnTo>
                    <a:pt x="1227582" y="431304"/>
                  </a:lnTo>
                  <a:lnTo>
                    <a:pt x="1227582" y="443484"/>
                  </a:lnTo>
                  <a:lnTo>
                    <a:pt x="1239774" y="443484"/>
                  </a:lnTo>
                  <a:lnTo>
                    <a:pt x="1239774" y="430530"/>
                  </a:lnTo>
                  <a:close/>
                </a:path>
                <a:path w="1240154" h="4529455">
                  <a:moveTo>
                    <a:pt x="1239774" y="216408"/>
                  </a:moveTo>
                  <a:lnTo>
                    <a:pt x="1228318" y="216408"/>
                  </a:lnTo>
                  <a:lnTo>
                    <a:pt x="1227569" y="215658"/>
                  </a:lnTo>
                  <a:lnTo>
                    <a:pt x="1226807" y="216420"/>
                  </a:lnTo>
                  <a:lnTo>
                    <a:pt x="1227582" y="217195"/>
                  </a:lnTo>
                  <a:lnTo>
                    <a:pt x="1227582" y="228600"/>
                  </a:lnTo>
                  <a:lnTo>
                    <a:pt x="1239774" y="228600"/>
                  </a:lnTo>
                  <a:lnTo>
                    <a:pt x="1239774" y="216408"/>
                  </a:lnTo>
                  <a:close/>
                </a:path>
                <a:path w="1240154" h="4529455">
                  <a:moveTo>
                    <a:pt x="1239774" y="0"/>
                  </a:moveTo>
                  <a:lnTo>
                    <a:pt x="1227582" y="0"/>
                  </a:lnTo>
                  <a:lnTo>
                    <a:pt x="1226807" y="774"/>
                  </a:lnTo>
                  <a:lnTo>
                    <a:pt x="1227582" y="1549"/>
                  </a:lnTo>
                  <a:lnTo>
                    <a:pt x="1227582" y="12954"/>
                  </a:lnTo>
                  <a:lnTo>
                    <a:pt x="1239774" y="12954"/>
                  </a:lnTo>
                  <a:lnTo>
                    <a:pt x="123977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095811" y="3836022"/>
              <a:ext cx="551180" cy="1144270"/>
            </a:xfrm>
            <a:custGeom>
              <a:avLst/>
              <a:gdLst/>
              <a:ahLst/>
              <a:cxnLst/>
              <a:rect l="l" t="t" r="r" b="b"/>
              <a:pathLst>
                <a:path w="551179" h="1144270">
                  <a:moveTo>
                    <a:pt x="31673" y="21983"/>
                  </a:moveTo>
                  <a:lnTo>
                    <a:pt x="30911" y="20459"/>
                  </a:lnTo>
                  <a:lnTo>
                    <a:pt x="30911" y="19697"/>
                  </a:lnTo>
                  <a:lnTo>
                    <a:pt x="24815" y="9791"/>
                  </a:lnTo>
                  <a:lnTo>
                    <a:pt x="13614" y="0"/>
                  </a:lnTo>
                  <a:lnTo>
                    <a:pt x="9575" y="3695"/>
                  </a:lnTo>
                  <a:lnTo>
                    <a:pt x="8051" y="4457"/>
                  </a:lnTo>
                  <a:lnTo>
                    <a:pt x="5765" y="5981"/>
                  </a:lnTo>
                  <a:lnTo>
                    <a:pt x="1358" y="10172"/>
                  </a:lnTo>
                  <a:lnTo>
                    <a:pt x="0" y="15214"/>
                  </a:lnTo>
                  <a:lnTo>
                    <a:pt x="2717" y="20459"/>
                  </a:lnTo>
                  <a:lnTo>
                    <a:pt x="7289" y="31127"/>
                  </a:lnTo>
                  <a:lnTo>
                    <a:pt x="8051" y="32651"/>
                  </a:lnTo>
                  <a:lnTo>
                    <a:pt x="11099" y="35699"/>
                  </a:lnTo>
                  <a:lnTo>
                    <a:pt x="12623" y="36715"/>
                  </a:lnTo>
                  <a:lnTo>
                    <a:pt x="13385" y="37223"/>
                  </a:lnTo>
                  <a:lnTo>
                    <a:pt x="17957" y="39598"/>
                  </a:lnTo>
                  <a:lnTo>
                    <a:pt x="18719" y="39471"/>
                  </a:lnTo>
                  <a:lnTo>
                    <a:pt x="18719" y="33413"/>
                  </a:lnTo>
                  <a:lnTo>
                    <a:pt x="18872" y="33312"/>
                  </a:lnTo>
                  <a:lnTo>
                    <a:pt x="18872" y="39433"/>
                  </a:lnTo>
                  <a:lnTo>
                    <a:pt x="19481" y="39293"/>
                  </a:lnTo>
                  <a:lnTo>
                    <a:pt x="31673" y="28841"/>
                  </a:lnTo>
                  <a:lnTo>
                    <a:pt x="31673" y="21983"/>
                  </a:lnTo>
                  <a:close/>
                </a:path>
                <a:path w="551179" h="1144270">
                  <a:moveTo>
                    <a:pt x="161213" y="297827"/>
                  </a:moveTo>
                  <a:lnTo>
                    <a:pt x="160451" y="297065"/>
                  </a:lnTo>
                  <a:lnTo>
                    <a:pt x="160451" y="296303"/>
                  </a:lnTo>
                  <a:lnTo>
                    <a:pt x="79679" y="124091"/>
                  </a:lnTo>
                  <a:lnTo>
                    <a:pt x="78917" y="122567"/>
                  </a:lnTo>
                  <a:lnTo>
                    <a:pt x="76631" y="121043"/>
                  </a:lnTo>
                  <a:lnTo>
                    <a:pt x="69011" y="116827"/>
                  </a:lnTo>
                  <a:lnTo>
                    <a:pt x="68249" y="116751"/>
                  </a:lnTo>
                  <a:lnTo>
                    <a:pt x="60807" y="118960"/>
                  </a:lnTo>
                  <a:lnTo>
                    <a:pt x="55727" y="125768"/>
                  </a:lnTo>
                  <a:lnTo>
                    <a:pt x="56057" y="134759"/>
                  </a:lnTo>
                  <a:lnTo>
                    <a:pt x="65963" y="155981"/>
                  </a:lnTo>
                  <a:lnTo>
                    <a:pt x="66725" y="157607"/>
                  </a:lnTo>
                  <a:lnTo>
                    <a:pt x="67487" y="159245"/>
                  </a:lnTo>
                  <a:lnTo>
                    <a:pt x="68249" y="160870"/>
                  </a:lnTo>
                  <a:lnTo>
                    <a:pt x="136829" y="307733"/>
                  </a:lnTo>
                  <a:lnTo>
                    <a:pt x="137591" y="308495"/>
                  </a:lnTo>
                  <a:lnTo>
                    <a:pt x="139115" y="310781"/>
                  </a:lnTo>
                  <a:lnTo>
                    <a:pt x="140639" y="312305"/>
                  </a:lnTo>
                  <a:lnTo>
                    <a:pt x="142925" y="313829"/>
                  </a:lnTo>
                  <a:lnTo>
                    <a:pt x="145211" y="314591"/>
                  </a:lnTo>
                  <a:lnTo>
                    <a:pt x="148259" y="314464"/>
                  </a:lnTo>
                  <a:lnTo>
                    <a:pt x="149021" y="314439"/>
                  </a:lnTo>
                  <a:lnTo>
                    <a:pt x="149783" y="314401"/>
                  </a:lnTo>
                  <a:lnTo>
                    <a:pt x="152692" y="314274"/>
                  </a:lnTo>
                  <a:lnTo>
                    <a:pt x="150736" y="315937"/>
                  </a:lnTo>
                  <a:lnTo>
                    <a:pt x="152692" y="314655"/>
                  </a:lnTo>
                  <a:lnTo>
                    <a:pt x="157403" y="311543"/>
                  </a:lnTo>
                  <a:lnTo>
                    <a:pt x="158927" y="310019"/>
                  </a:lnTo>
                  <a:lnTo>
                    <a:pt x="160451" y="307733"/>
                  </a:lnTo>
                  <a:lnTo>
                    <a:pt x="161213" y="305447"/>
                  </a:lnTo>
                  <a:lnTo>
                    <a:pt x="161213" y="297827"/>
                  </a:lnTo>
                  <a:close/>
                </a:path>
                <a:path w="551179" h="1144270">
                  <a:moveTo>
                    <a:pt x="290753" y="574433"/>
                  </a:moveTo>
                  <a:lnTo>
                    <a:pt x="289991" y="573671"/>
                  </a:lnTo>
                  <a:lnTo>
                    <a:pt x="289991" y="572909"/>
                  </a:lnTo>
                  <a:lnTo>
                    <a:pt x="209219" y="400697"/>
                  </a:lnTo>
                  <a:lnTo>
                    <a:pt x="208457" y="399173"/>
                  </a:lnTo>
                  <a:lnTo>
                    <a:pt x="204647" y="395363"/>
                  </a:lnTo>
                  <a:lnTo>
                    <a:pt x="197789" y="393077"/>
                  </a:lnTo>
                  <a:lnTo>
                    <a:pt x="194741" y="393077"/>
                  </a:lnTo>
                  <a:lnTo>
                    <a:pt x="193217" y="393839"/>
                  </a:lnTo>
                  <a:lnTo>
                    <a:pt x="192455" y="393839"/>
                  </a:lnTo>
                  <a:lnTo>
                    <a:pt x="190931" y="395363"/>
                  </a:lnTo>
                  <a:lnTo>
                    <a:pt x="188645" y="396887"/>
                  </a:lnTo>
                  <a:lnTo>
                    <a:pt x="183134" y="401726"/>
                  </a:lnTo>
                  <a:lnTo>
                    <a:pt x="185229" y="401853"/>
                  </a:lnTo>
                  <a:lnTo>
                    <a:pt x="184835" y="409079"/>
                  </a:lnTo>
                  <a:lnTo>
                    <a:pt x="185229" y="409867"/>
                  </a:lnTo>
                  <a:lnTo>
                    <a:pt x="185597" y="410603"/>
                  </a:lnTo>
                  <a:lnTo>
                    <a:pt x="195503" y="431825"/>
                  </a:lnTo>
                  <a:lnTo>
                    <a:pt x="196265" y="433451"/>
                  </a:lnTo>
                  <a:lnTo>
                    <a:pt x="266369" y="583577"/>
                  </a:lnTo>
                  <a:lnTo>
                    <a:pt x="276275" y="590473"/>
                  </a:lnTo>
                  <a:lnTo>
                    <a:pt x="277037" y="590511"/>
                  </a:lnTo>
                  <a:lnTo>
                    <a:pt x="277799" y="590550"/>
                  </a:lnTo>
                  <a:lnTo>
                    <a:pt x="277799" y="585101"/>
                  </a:lnTo>
                  <a:lnTo>
                    <a:pt x="277939" y="585038"/>
                  </a:lnTo>
                  <a:lnTo>
                    <a:pt x="277939" y="590550"/>
                  </a:lnTo>
                  <a:lnTo>
                    <a:pt x="278561" y="590575"/>
                  </a:lnTo>
                  <a:lnTo>
                    <a:pt x="280085" y="590651"/>
                  </a:lnTo>
                  <a:lnTo>
                    <a:pt x="281990" y="590727"/>
                  </a:lnTo>
                  <a:lnTo>
                    <a:pt x="283781" y="590080"/>
                  </a:lnTo>
                  <a:lnTo>
                    <a:pt x="288467" y="585863"/>
                  </a:lnTo>
                  <a:lnTo>
                    <a:pt x="289991" y="584339"/>
                  </a:lnTo>
                  <a:lnTo>
                    <a:pt x="290753" y="581291"/>
                  </a:lnTo>
                  <a:lnTo>
                    <a:pt x="290753" y="574433"/>
                  </a:lnTo>
                  <a:close/>
                </a:path>
                <a:path w="551179" h="1144270">
                  <a:moveTo>
                    <a:pt x="421055" y="853325"/>
                  </a:moveTo>
                  <a:lnTo>
                    <a:pt x="420293" y="852563"/>
                  </a:lnTo>
                  <a:lnTo>
                    <a:pt x="420293" y="851039"/>
                  </a:lnTo>
                  <a:lnTo>
                    <a:pt x="419531" y="850277"/>
                  </a:lnTo>
                  <a:lnTo>
                    <a:pt x="419531" y="849515"/>
                  </a:lnTo>
                  <a:lnTo>
                    <a:pt x="338759" y="676541"/>
                  </a:lnTo>
                  <a:lnTo>
                    <a:pt x="337997" y="675017"/>
                  </a:lnTo>
                  <a:lnTo>
                    <a:pt x="336473" y="672731"/>
                  </a:lnTo>
                  <a:lnTo>
                    <a:pt x="334187" y="671207"/>
                  </a:lnTo>
                  <a:lnTo>
                    <a:pt x="331901" y="670445"/>
                  </a:lnTo>
                  <a:lnTo>
                    <a:pt x="330377" y="668921"/>
                  </a:lnTo>
                  <a:lnTo>
                    <a:pt x="324281" y="668921"/>
                  </a:lnTo>
                  <a:lnTo>
                    <a:pt x="322757" y="669683"/>
                  </a:lnTo>
                  <a:lnTo>
                    <a:pt x="315874" y="669975"/>
                  </a:lnTo>
                  <a:lnTo>
                    <a:pt x="312420" y="681570"/>
                  </a:lnTo>
                  <a:lnTo>
                    <a:pt x="315137" y="687209"/>
                  </a:lnTo>
                  <a:lnTo>
                    <a:pt x="325043" y="708342"/>
                  </a:lnTo>
                  <a:lnTo>
                    <a:pt x="325805" y="709955"/>
                  </a:lnTo>
                  <a:lnTo>
                    <a:pt x="325805" y="695452"/>
                  </a:lnTo>
                  <a:lnTo>
                    <a:pt x="326263" y="696429"/>
                  </a:lnTo>
                  <a:lnTo>
                    <a:pt x="326263" y="710933"/>
                  </a:lnTo>
                  <a:lnTo>
                    <a:pt x="326567" y="711581"/>
                  </a:lnTo>
                  <a:lnTo>
                    <a:pt x="395909" y="859421"/>
                  </a:lnTo>
                  <a:lnTo>
                    <a:pt x="396671" y="860945"/>
                  </a:lnTo>
                  <a:lnTo>
                    <a:pt x="398195" y="862469"/>
                  </a:lnTo>
                  <a:lnTo>
                    <a:pt x="400481" y="863993"/>
                  </a:lnTo>
                  <a:lnTo>
                    <a:pt x="402005" y="865517"/>
                  </a:lnTo>
                  <a:lnTo>
                    <a:pt x="405193" y="865949"/>
                  </a:lnTo>
                  <a:lnTo>
                    <a:pt x="407339" y="867435"/>
                  </a:lnTo>
                  <a:lnTo>
                    <a:pt x="408609" y="868299"/>
                  </a:lnTo>
                  <a:lnTo>
                    <a:pt x="408863" y="868413"/>
                  </a:lnTo>
                  <a:lnTo>
                    <a:pt x="411911" y="866279"/>
                  </a:lnTo>
                  <a:lnTo>
                    <a:pt x="412673" y="865517"/>
                  </a:lnTo>
                  <a:lnTo>
                    <a:pt x="414197" y="864755"/>
                  </a:lnTo>
                  <a:lnTo>
                    <a:pt x="416483" y="863993"/>
                  </a:lnTo>
                  <a:lnTo>
                    <a:pt x="418007" y="862469"/>
                  </a:lnTo>
                  <a:lnTo>
                    <a:pt x="419531" y="860183"/>
                  </a:lnTo>
                  <a:lnTo>
                    <a:pt x="420293" y="857897"/>
                  </a:lnTo>
                  <a:lnTo>
                    <a:pt x="420293" y="855611"/>
                  </a:lnTo>
                  <a:lnTo>
                    <a:pt x="421055" y="853325"/>
                  </a:lnTo>
                  <a:close/>
                </a:path>
                <a:path w="551179" h="1144270">
                  <a:moveTo>
                    <a:pt x="444004" y="953084"/>
                  </a:moveTo>
                  <a:lnTo>
                    <a:pt x="442772" y="955890"/>
                  </a:lnTo>
                  <a:lnTo>
                    <a:pt x="444004" y="954087"/>
                  </a:lnTo>
                  <a:lnTo>
                    <a:pt x="444004" y="953084"/>
                  </a:lnTo>
                  <a:close/>
                </a:path>
                <a:path w="551179" h="1144270">
                  <a:moveTo>
                    <a:pt x="550595" y="1129169"/>
                  </a:moveTo>
                  <a:lnTo>
                    <a:pt x="549833" y="1128407"/>
                  </a:lnTo>
                  <a:lnTo>
                    <a:pt x="549833" y="1126883"/>
                  </a:lnTo>
                  <a:lnTo>
                    <a:pt x="549071" y="1125359"/>
                  </a:lnTo>
                  <a:lnTo>
                    <a:pt x="549071" y="1124597"/>
                  </a:lnTo>
                  <a:lnTo>
                    <a:pt x="468299" y="952385"/>
                  </a:lnTo>
                  <a:lnTo>
                    <a:pt x="467537" y="951623"/>
                  </a:lnTo>
                  <a:lnTo>
                    <a:pt x="466013" y="949337"/>
                  </a:lnTo>
                  <a:lnTo>
                    <a:pt x="461441" y="946289"/>
                  </a:lnTo>
                  <a:lnTo>
                    <a:pt x="459917" y="945527"/>
                  </a:lnTo>
                  <a:lnTo>
                    <a:pt x="452297" y="945527"/>
                  </a:lnTo>
                  <a:lnTo>
                    <a:pt x="451535" y="946289"/>
                  </a:lnTo>
                  <a:lnTo>
                    <a:pt x="449249" y="947051"/>
                  </a:lnTo>
                  <a:lnTo>
                    <a:pt x="447725" y="948575"/>
                  </a:lnTo>
                  <a:lnTo>
                    <a:pt x="444004" y="954087"/>
                  </a:lnTo>
                  <a:lnTo>
                    <a:pt x="443915" y="961529"/>
                  </a:lnTo>
                  <a:lnTo>
                    <a:pt x="444677" y="963815"/>
                  </a:lnTo>
                  <a:lnTo>
                    <a:pt x="454583" y="984948"/>
                  </a:lnTo>
                  <a:lnTo>
                    <a:pt x="455345" y="986561"/>
                  </a:lnTo>
                  <a:lnTo>
                    <a:pt x="455345" y="972007"/>
                  </a:lnTo>
                  <a:lnTo>
                    <a:pt x="455676" y="972705"/>
                  </a:lnTo>
                  <a:lnTo>
                    <a:pt x="455676" y="987259"/>
                  </a:lnTo>
                  <a:lnTo>
                    <a:pt x="456107" y="988187"/>
                  </a:lnTo>
                  <a:lnTo>
                    <a:pt x="525449" y="1136027"/>
                  </a:lnTo>
                  <a:lnTo>
                    <a:pt x="526211" y="1136789"/>
                  </a:lnTo>
                  <a:lnTo>
                    <a:pt x="527735" y="1139075"/>
                  </a:lnTo>
                  <a:lnTo>
                    <a:pt x="530021" y="1140599"/>
                  </a:lnTo>
                  <a:lnTo>
                    <a:pt x="531545" y="1142123"/>
                  </a:lnTo>
                  <a:lnTo>
                    <a:pt x="534593" y="1142885"/>
                  </a:lnTo>
                  <a:lnTo>
                    <a:pt x="536879" y="1143647"/>
                  </a:lnTo>
                  <a:lnTo>
                    <a:pt x="537641" y="1143647"/>
                  </a:lnTo>
                  <a:lnTo>
                    <a:pt x="538403" y="1143647"/>
                  </a:lnTo>
                  <a:lnTo>
                    <a:pt x="539927" y="1142885"/>
                  </a:lnTo>
                  <a:lnTo>
                    <a:pt x="541451" y="1142885"/>
                  </a:lnTo>
                  <a:lnTo>
                    <a:pt x="542213" y="1142123"/>
                  </a:lnTo>
                  <a:lnTo>
                    <a:pt x="550595" y="1131455"/>
                  </a:lnTo>
                  <a:lnTo>
                    <a:pt x="550595" y="11291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869675" y="4479035"/>
              <a:ext cx="1374140" cy="976630"/>
            </a:xfrm>
            <a:custGeom>
              <a:avLst/>
              <a:gdLst/>
              <a:ahLst/>
              <a:cxnLst/>
              <a:rect l="l" t="t" r="r" b="b"/>
              <a:pathLst>
                <a:path w="1374139" h="976629">
                  <a:moveTo>
                    <a:pt x="1374140" y="0"/>
                  </a:moveTo>
                  <a:lnTo>
                    <a:pt x="0" y="0"/>
                  </a:lnTo>
                  <a:lnTo>
                    <a:pt x="0" y="976122"/>
                  </a:lnTo>
                  <a:lnTo>
                    <a:pt x="1374140" y="976122"/>
                  </a:lnTo>
                  <a:lnTo>
                    <a:pt x="1374140" y="152400"/>
                  </a:lnTo>
                  <a:lnTo>
                    <a:pt x="137414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866881" y="4476000"/>
              <a:ext cx="1531620" cy="981710"/>
            </a:xfrm>
            <a:custGeom>
              <a:avLst/>
              <a:gdLst/>
              <a:ahLst/>
              <a:cxnLst/>
              <a:rect l="l" t="t" r="r" b="b"/>
              <a:pathLst>
                <a:path w="1531620" h="981710">
                  <a:moveTo>
                    <a:pt x="1531620" y="155448"/>
                  </a:moveTo>
                  <a:lnTo>
                    <a:pt x="1530858" y="153162"/>
                  </a:lnTo>
                  <a:lnTo>
                    <a:pt x="1527048" y="149352"/>
                  </a:lnTo>
                  <a:lnTo>
                    <a:pt x="1527048" y="157734"/>
                  </a:lnTo>
                  <a:lnTo>
                    <a:pt x="1527048" y="976884"/>
                  </a:lnTo>
                  <a:lnTo>
                    <a:pt x="4572" y="976884"/>
                  </a:lnTo>
                  <a:lnTo>
                    <a:pt x="4572" y="5334"/>
                  </a:lnTo>
                  <a:lnTo>
                    <a:pt x="1374648" y="5334"/>
                  </a:lnTo>
                  <a:lnTo>
                    <a:pt x="1374648" y="155448"/>
                  </a:lnTo>
                  <a:lnTo>
                    <a:pt x="1375410" y="156972"/>
                  </a:lnTo>
                  <a:lnTo>
                    <a:pt x="1376934" y="157734"/>
                  </a:lnTo>
                  <a:lnTo>
                    <a:pt x="1379220" y="157734"/>
                  </a:lnTo>
                  <a:lnTo>
                    <a:pt x="1527048" y="157734"/>
                  </a:lnTo>
                  <a:lnTo>
                    <a:pt x="1527048" y="149352"/>
                  </a:lnTo>
                  <a:lnTo>
                    <a:pt x="1523238" y="145542"/>
                  </a:lnTo>
                  <a:lnTo>
                    <a:pt x="1523238" y="152400"/>
                  </a:lnTo>
                  <a:lnTo>
                    <a:pt x="1379220" y="152400"/>
                  </a:lnTo>
                  <a:lnTo>
                    <a:pt x="1379220" y="8382"/>
                  </a:lnTo>
                  <a:lnTo>
                    <a:pt x="1523238" y="152400"/>
                  </a:lnTo>
                  <a:lnTo>
                    <a:pt x="1523238" y="145542"/>
                  </a:lnTo>
                  <a:lnTo>
                    <a:pt x="1378458" y="762"/>
                  </a:lnTo>
                  <a:lnTo>
                    <a:pt x="1376934" y="0"/>
                  </a:lnTo>
                  <a:lnTo>
                    <a:pt x="2286" y="0"/>
                  </a:lnTo>
                  <a:lnTo>
                    <a:pt x="762" y="762"/>
                  </a:lnTo>
                  <a:lnTo>
                    <a:pt x="0" y="3048"/>
                  </a:lnTo>
                  <a:lnTo>
                    <a:pt x="0" y="979170"/>
                  </a:lnTo>
                  <a:lnTo>
                    <a:pt x="762" y="980694"/>
                  </a:lnTo>
                  <a:lnTo>
                    <a:pt x="2286" y="981456"/>
                  </a:lnTo>
                  <a:lnTo>
                    <a:pt x="4572" y="981456"/>
                  </a:lnTo>
                  <a:lnTo>
                    <a:pt x="1527048" y="981456"/>
                  </a:lnTo>
                  <a:lnTo>
                    <a:pt x="1529334" y="981456"/>
                  </a:lnTo>
                  <a:lnTo>
                    <a:pt x="1530858" y="980694"/>
                  </a:lnTo>
                  <a:lnTo>
                    <a:pt x="1531620" y="979170"/>
                  </a:lnTo>
                  <a:lnTo>
                    <a:pt x="1531620" y="156210"/>
                  </a:lnTo>
                  <a:lnTo>
                    <a:pt x="1531620" y="1554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4922773" y="4455667"/>
            <a:ext cx="1252855" cy="35750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55"/>
              </a:spcBef>
            </a:pPr>
            <a:r>
              <a:rPr dirty="0" sz="1100" spc="-10">
                <a:latin typeface="Arial MT"/>
                <a:cs typeface="Arial MT"/>
              </a:rPr>
              <a:t>Note: </a:t>
            </a:r>
            <a:r>
              <a:rPr dirty="0" sz="1100" spc="-5">
                <a:latin typeface="Arial MT"/>
                <a:cs typeface="Arial MT"/>
              </a:rPr>
              <a:t>Cooling water </a:t>
            </a:r>
            <a:r>
              <a:rPr dirty="0" sz="1100" spc="-29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needs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to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have</a:t>
            </a:r>
            <a:r>
              <a:rPr dirty="0" sz="1100" spc="-18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6</a:t>
            </a:r>
            <a:r>
              <a:rPr dirty="0" sz="1100" spc="-15">
                <a:latin typeface="Arial MT"/>
                <a:cs typeface="Arial MT"/>
              </a:rPr>
              <a:t>.</a:t>
            </a:r>
            <a:r>
              <a:rPr dirty="0" sz="1100" spc="-5">
                <a:latin typeface="Arial MT"/>
                <a:cs typeface="Arial MT"/>
              </a:rPr>
              <a:t>7</a:t>
            </a:r>
            <a:r>
              <a:rPr dirty="0" sz="1100" spc="-30">
                <a:latin typeface="Arial MT"/>
                <a:cs typeface="Arial MT"/>
              </a:rPr>
              <a:t>5</a:t>
            </a:r>
            <a:r>
              <a:rPr dirty="0" sz="1100" spc="-5">
                <a:latin typeface="Arial MT"/>
                <a:cs typeface="Arial MT"/>
              </a:rPr>
              <a:t>x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22634" y="4787131"/>
            <a:ext cx="86614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flow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of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steam!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22634" y="4939545"/>
            <a:ext cx="1406525" cy="52387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55"/>
              </a:spcBef>
            </a:pPr>
            <a:r>
              <a:rPr dirty="0" sz="1100" spc="-5">
                <a:latin typeface="Arial MT"/>
                <a:cs typeface="Arial MT"/>
              </a:rPr>
              <a:t>Need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bypass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between </a:t>
            </a:r>
            <a:r>
              <a:rPr dirty="0" sz="1100" spc="-29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hx_water_out </a:t>
            </a:r>
            <a:r>
              <a:rPr dirty="0" sz="1100" spc="-5">
                <a:latin typeface="Arial MT"/>
                <a:cs typeface="Arial MT"/>
              </a:rPr>
              <a:t>and 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5">
                <a:latin typeface="Arial MT"/>
                <a:cs typeface="Arial MT"/>
              </a:rPr>
              <a:t>bx_water_in!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0763" y="1607615"/>
            <a:ext cx="2686812" cy="1232358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1600453" y="2027936"/>
            <a:ext cx="1924050" cy="81534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436880">
              <a:lnSpc>
                <a:spcPts val="1300"/>
              </a:lnSpc>
              <a:spcBef>
                <a:spcPts val="155"/>
              </a:spcBef>
            </a:pPr>
            <a:r>
              <a:rPr dirty="0" sz="1100" spc="-5">
                <a:latin typeface="Arial MT"/>
                <a:cs typeface="Arial MT"/>
              </a:rPr>
              <a:t>Satisfies «requirement» </a:t>
            </a:r>
            <a:r>
              <a:rPr dirty="0" sz="1100" spc="-29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WaterSpecificHeat</a:t>
            </a:r>
            <a:endParaRPr sz="1100">
              <a:latin typeface="Arial MT"/>
              <a:cs typeface="Arial MT"/>
            </a:endParaRPr>
          </a:p>
          <a:p>
            <a:pPr marL="318770" marR="5080">
              <a:lnSpc>
                <a:spcPts val="1300"/>
              </a:lnSpc>
              <a:spcBef>
                <a:spcPts val="1000"/>
              </a:spcBef>
            </a:pPr>
            <a:r>
              <a:rPr dirty="0" sz="1100" spc="-5">
                <a:latin typeface="Arial MT"/>
                <a:cs typeface="Arial MT"/>
              </a:rPr>
              <a:t>Satisfies «requirement» 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WaterHeatOfVaporization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0398" y="3123438"/>
            <a:ext cx="2548890" cy="911352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1714754" y="3107689"/>
            <a:ext cx="149225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Satisfies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«requirement»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14754" y="3261638"/>
            <a:ext cx="108204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WaterInitialTemp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29981" y="3055111"/>
            <a:ext cx="176847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dirty="0" sz="2400" spc="-5">
                <a:solidFill>
                  <a:srgbClr val="9ACC00"/>
                </a:solidFill>
                <a:latin typeface="Arial MT"/>
                <a:cs typeface="Arial MT"/>
              </a:rPr>
              <a:t>Set</a:t>
            </a:r>
            <a:r>
              <a:rPr dirty="0" sz="2400" spc="-105">
                <a:solidFill>
                  <a:srgbClr val="9ACC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9ACC00"/>
                </a:solidFill>
                <a:latin typeface="Arial MT"/>
                <a:cs typeface="Arial MT"/>
              </a:rPr>
              <a:t>these </a:t>
            </a:r>
            <a:r>
              <a:rPr dirty="0" sz="2400" spc="-655">
                <a:solidFill>
                  <a:srgbClr val="9ACC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9ACC00"/>
                </a:solidFill>
                <a:latin typeface="Arial MT"/>
                <a:cs typeface="Arial MT"/>
              </a:rPr>
              <a:t>(steady </a:t>
            </a:r>
            <a:r>
              <a:rPr dirty="0" sz="2400">
                <a:solidFill>
                  <a:srgbClr val="9ACC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9ACC00"/>
                </a:solidFill>
                <a:latin typeface="Arial MT"/>
                <a:cs typeface="Arial MT"/>
              </a:rPr>
              <a:t>state)</a:t>
            </a:r>
            <a:endParaRPr sz="2400">
              <a:latin typeface="Arial MT"/>
              <a:cs typeface="Arial MT"/>
            </a:endParaRPr>
          </a:p>
          <a:p>
            <a:pPr marL="469900" marR="88265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>
                <a:solidFill>
                  <a:srgbClr val="FF3300"/>
                </a:solidFill>
                <a:latin typeface="Arial MT"/>
                <a:cs typeface="Arial MT"/>
              </a:rPr>
              <a:t>Solve</a:t>
            </a:r>
            <a:r>
              <a:rPr dirty="0" sz="2400" spc="-9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3300"/>
                </a:solidFill>
                <a:latin typeface="Arial MT"/>
                <a:cs typeface="Arial MT"/>
              </a:rPr>
              <a:t>for </a:t>
            </a:r>
            <a:r>
              <a:rPr dirty="0" sz="2400" spc="-655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3300"/>
                </a:solidFill>
                <a:latin typeface="Arial MT"/>
                <a:cs typeface="Arial MT"/>
              </a:rPr>
              <a:t>these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324600" y="3321558"/>
            <a:ext cx="788035" cy="441325"/>
          </a:xfrm>
          <a:custGeom>
            <a:avLst/>
            <a:gdLst/>
            <a:ahLst/>
            <a:cxnLst/>
            <a:rect l="l" t="t" r="r" b="b"/>
            <a:pathLst>
              <a:path w="788034" h="441325">
                <a:moveTo>
                  <a:pt x="68435" y="387341"/>
                </a:moveTo>
                <a:lnTo>
                  <a:pt x="54864" y="362712"/>
                </a:lnTo>
                <a:lnTo>
                  <a:pt x="0" y="441198"/>
                </a:lnTo>
                <a:lnTo>
                  <a:pt x="56388" y="438960"/>
                </a:lnTo>
                <a:lnTo>
                  <a:pt x="56388" y="393954"/>
                </a:lnTo>
                <a:lnTo>
                  <a:pt x="68435" y="387341"/>
                </a:lnTo>
                <a:close/>
              </a:path>
              <a:path w="788034" h="441325">
                <a:moveTo>
                  <a:pt x="82259" y="412428"/>
                </a:moveTo>
                <a:lnTo>
                  <a:pt x="68435" y="387341"/>
                </a:lnTo>
                <a:lnTo>
                  <a:pt x="56388" y="393954"/>
                </a:lnTo>
                <a:lnTo>
                  <a:pt x="70104" y="419100"/>
                </a:lnTo>
                <a:lnTo>
                  <a:pt x="82259" y="412428"/>
                </a:lnTo>
                <a:close/>
              </a:path>
              <a:path w="788034" h="441325">
                <a:moveTo>
                  <a:pt x="96012" y="437388"/>
                </a:moveTo>
                <a:lnTo>
                  <a:pt x="82259" y="412428"/>
                </a:lnTo>
                <a:lnTo>
                  <a:pt x="70104" y="419100"/>
                </a:lnTo>
                <a:lnTo>
                  <a:pt x="56388" y="393954"/>
                </a:lnTo>
                <a:lnTo>
                  <a:pt x="56388" y="438960"/>
                </a:lnTo>
                <a:lnTo>
                  <a:pt x="96012" y="437388"/>
                </a:lnTo>
                <a:close/>
              </a:path>
              <a:path w="788034" h="441325">
                <a:moveTo>
                  <a:pt x="787908" y="25146"/>
                </a:moveTo>
                <a:lnTo>
                  <a:pt x="774192" y="0"/>
                </a:lnTo>
                <a:lnTo>
                  <a:pt x="68435" y="387341"/>
                </a:lnTo>
                <a:lnTo>
                  <a:pt x="82259" y="412428"/>
                </a:lnTo>
                <a:lnTo>
                  <a:pt x="787908" y="25146"/>
                </a:lnTo>
                <a:close/>
              </a:path>
            </a:pathLst>
          </a:custGeom>
          <a:solidFill>
            <a:srgbClr val="99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105400" y="3812285"/>
            <a:ext cx="1910080" cy="593090"/>
          </a:xfrm>
          <a:custGeom>
            <a:avLst/>
            <a:gdLst/>
            <a:ahLst/>
            <a:cxnLst/>
            <a:rect l="l" t="t" r="r" b="b"/>
            <a:pathLst>
              <a:path w="1910079" h="593089">
                <a:moveTo>
                  <a:pt x="94487" y="0"/>
                </a:moveTo>
                <a:lnTo>
                  <a:pt x="0" y="16764"/>
                </a:lnTo>
                <a:lnTo>
                  <a:pt x="64769" y="77309"/>
                </a:lnTo>
                <a:lnTo>
                  <a:pt x="64769" y="51054"/>
                </a:lnTo>
                <a:lnTo>
                  <a:pt x="73151" y="23622"/>
                </a:lnTo>
                <a:lnTo>
                  <a:pt x="86336" y="27511"/>
                </a:lnTo>
                <a:lnTo>
                  <a:pt x="94487" y="0"/>
                </a:lnTo>
                <a:close/>
              </a:path>
              <a:path w="1910079" h="593089">
                <a:moveTo>
                  <a:pt x="86336" y="27511"/>
                </a:moveTo>
                <a:lnTo>
                  <a:pt x="73151" y="23622"/>
                </a:lnTo>
                <a:lnTo>
                  <a:pt x="64769" y="51054"/>
                </a:lnTo>
                <a:lnTo>
                  <a:pt x="78187" y="55012"/>
                </a:lnTo>
                <a:lnTo>
                  <a:pt x="86336" y="27511"/>
                </a:lnTo>
                <a:close/>
              </a:path>
              <a:path w="1910079" h="593089">
                <a:moveTo>
                  <a:pt x="78187" y="55012"/>
                </a:moveTo>
                <a:lnTo>
                  <a:pt x="64769" y="51054"/>
                </a:lnTo>
                <a:lnTo>
                  <a:pt x="64769" y="77309"/>
                </a:lnTo>
                <a:lnTo>
                  <a:pt x="70103" y="82296"/>
                </a:lnTo>
                <a:lnTo>
                  <a:pt x="78187" y="55012"/>
                </a:lnTo>
                <a:close/>
              </a:path>
              <a:path w="1910079" h="593089">
                <a:moveTo>
                  <a:pt x="1909571" y="565404"/>
                </a:moveTo>
                <a:lnTo>
                  <a:pt x="86336" y="27511"/>
                </a:lnTo>
                <a:lnTo>
                  <a:pt x="78187" y="55012"/>
                </a:lnTo>
                <a:lnTo>
                  <a:pt x="1901189" y="592836"/>
                </a:lnTo>
                <a:lnTo>
                  <a:pt x="1909571" y="565404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88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93520" marR="5080" indent="-1235075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/>
              <a:t>Activity</a:t>
            </a:r>
            <a:r>
              <a:rPr dirty="0" spc="-45"/>
              <a:t> </a:t>
            </a:r>
            <a:r>
              <a:rPr dirty="0"/>
              <a:t>Diagram: </a:t>
            </a:r>
            <a:r>
              <a:rPr dirty="0" spc="-765"/>
              <a:t> </a:t>
            </a:r>
            <a:r>
              <a:rPr dirty="0"/>
              <a:t>Updated</a:t>
            </a:r>
            <a:r>
              <a:rPr dirty="0" spc="-10"/>
              <a:t> </a:t>
            </a:r>
            <a:r>
              <a:rPr dirty="0"/>
              <a:t>DistillWater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46" y="1357884"/>
            <a:ext cx="8745549" cy="40268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88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7240" y="6512868"/>
            <a:ext cx="758825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  <a:tabLst>
                <a:tab pos="1621790" algn="l"/>
                <a:tab pos="7389495" algn="l"/>
              </a:tabLst>
            </a:pPr>
            <a:r>
              <a:rPr dirty="0" sz="1400" spc="-10">
                <a:latin typeface="Arial MT"/>
                <a:cs typeface="Arial MT"/>
              </a:rPr>
              <a:t>4/15/200</a:t>
            </a:r>
            <a:r>
              <a:rPr dirty="0" sz="1400" spc="-5">
                <a:latin typeface="Arial MT"/>
                <a:cs typeface="Arial MT"/>
              </a:rPr>
              <a:t>8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5">
                <a:latin typeface="Arial MT"/>
                <a:cs typeface="Arial MT"/>
              </a:rPr>
              <a:t>95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37590" marR="5080" indent="-523875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/>
              <a:t>Internal</a:t>
            </a:r>
            <a:r>
              <a:rPr dirty="0" spc="-20"/>
              <a:t> </a:t>
            </a:r>
            <a:r>
              <a:rPr dirty="0"/>
              <a:t>Block </a:t>
            </a:r>
            <a:r>
              <a:rPr dirty="0" spc="-760"/>
              <a:t> </a:t>
            </a:r>
            <a:r>
              <a:rPr dirty="0"/>
              <a:t>Diagram:</a:t>
            </a:r>
            <a:r>
              <a:rPr dirty="0" spc="-10"/>
              <a:t> </a:t>
            </a:r>
            <a:r>
              <a:rPr dirty="0"/>
              <a:t>Updated</a:t>
            </a:r>
            <a:r>
              <a:rPr dirty="0" spc="-5"/>
              <a:t> </a:t>
            </a:r>
            <a:r>
              <a:rPr dirty="0"/>
              <a:t>Distiller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90754" y="1081658"/>
            <a:ext cx="7725409" cy="5610225"/>
            <a:chOff x="690754" y="1081658"/>
            <a:chExt cx="7725409" cy="5610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754" y="1081658"/>
              <a:ext cx="7725151" cy="56098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7532" y="1149857"/>
              <a:ext cx="296545" cy="114300"/>
            </a:xfrm>
            <a:custGeom>
              <a:avLst/>
              <a:gdLst/>
              <a:ahLst/>
              <a:cxnLst/>
              <a:rect l="l" t="t" r="r" b="b"/>
              <a:pathLst>
                <a:path w="296544" h="114300">
                  <a:moveTo>
                    <a:pt x="296418" y="114300"/>
                  </a:moveTo>
                  <a:lnTo>
                    <a:pt x="296418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296418" y="114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76553" y="1121917"/>
            <a:ext cx="198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ibd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03680" marR="5080" indent="-103886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0"/>
              <a:t> </a:t>
            </a:r>
            <a:r>
              <a:rPr dirty="0"/>
              <a:t>Example</a:t>
            </a:r>
            <a:r>
              <a:rPr dirty="0" spc="-15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 spc="-5"/>
              <a:t>Use</a:t>
            </a:r>
            <a:r>
              <a:rPr dirty="0" spc="-15"/>
              <a:t> </a:t>
            </a:r>
            <a:r>
              <a:rPr dirty="0"/>
              <a:t>Case</a:t>
            </a:r>
            <a:r>
              <a:rPr dirty="0" spc="-20"/>
              <a:t> </a:t>
            </a:r>
            <a:r>
              <a:rPr dirty="0"/>
              <a:t>and </a:t>
            </a:r>
            <a:r>
              <a:rPr dirty="0" spc="-765"/>
              <a:t> </a:t>
            </a:r>
            <a:r>
              <a:rPr dirty="0"/>
              <a:t>Sequence</a:t>
            </a:r>
            <a:r>
              <a:rPr dirty="0" spc="-15"/>
              <a:t> </a:t>
            </a:r>
            <a:r>
              <a:rPr dirty="0"/>
              <a:t>Diagrams</a:t>
            </a:r>
          </a:p>
        </p:txBody>
      </p:sp>
      <p:sp>
        <p:nvSpPr>
          <p:cNvPr id="4" name="object 4"/>
          <p:cNvSpPr/>
          <p:nvPr/>
        </p:nvSpPr>
        <p:spPr>
          <a:xfrm>
            <a:off x="451866" y="1106423"/>
            <a:ext cx="4421505" cy="5062220"/>
          </a:xfrm>
          <a:custGeom>
            <a:avLst/>
            <a:gdLst/>
            <a:ahLst/>
            <a:cxnLst/>
            <a:rect l="l" t="t" r="r" b="b"/>
            <a:pathLst>
              <a:path w="4421505" h="5062220">
                <a:moveTo>
                  <a:pt x="0" y="5061966"/>
                </a:moveTo>
                <a:lnTo>
                  <a:pt x="0" y="0"/>
                </a:lnTo>
                <a:lnTo>
                  <a:pt x="4421124" y="0"/>
                </a:lnTo>
                <a:lnTo>
                  <a:pt x="4421124" y="5061966"/>
                </a:lnTo>
                <a:lnTo>
                  <a:pt x="0" y="506196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1259" y="1111250"/>
            <a:ext cx="271145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5" b="1">
                <a:latin typeface="Arial"/>
                <a:cs typeface="Arial"/>
              </a:rPr>
              <a:t>sd </a:t>
            </a:r>
            <a:r>
              <a:rPr dirty="0" sz="800" spc="175" b="1">
                <a:latin typeface="Arial"/>
                <a:cs typeface="Arial"/>
              </a:rPr>
              <a:t> </a:t>
            </a:r>
            <a:r>
              <a:rPr dirty="0" sz="800">
                <a:latin typeface="Arial MT"/>
                <a:cs typeface="Arial MT"/>
              </a:rPr>
              <a:t>[Interaction]</a:t>
            </a:r>
            <a:r>
              <a:rPr dirty="0" sz="800" spc="3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Operational Sequence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[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simple seqence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2535" y="2911512"/>
            <a:ext cx="149860" cy="1761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00"/>
              </a:lnSpc>
            </a:pPr>
            <a:r>
              <a:rPr dirty="0" sz="800" spc="5">
                <a:latin typeface="Arial MT"/>
                <a:cs typeface="Arial MT"/>
              </a:rPr>
              <a:t>p</a:t>
            </a:r>
            <a:r>
              <a:rPr dirty="0" sz="800">
                <a:latin typeface="Arial MT"/>
                <a:cs typeface="Arial MT"/>
              </a:rPr>
              <a:t>e</a:t>
            </a:r>
            <a:r>
              <a:rPr dirty="0" sz="800" spc="5">
                <a:latin typeface="Arial MT"/>
                <a:cs typeface="Arial MT"/>
              </a:rPr>
              <a:t>r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610"/>
              </a:spcBef>
            </a:pPr>
            <a:r>
              <a:rPr dirty="0" sz="800">
                <a:latin typeface="Arial MT"/>
                <a:cs typeface="Arial MT"/>
              </a:rPr>
              <a:t>ini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516" y="1100073"/>
            <a:ext cx="4224655" cy="4065904"/>
            <a:chOff x="445516" y="1100073"/>
            <a:chExt cx="4224655" cy="4065904"/>
          </a:xfrm>
        </p:grpSpPr>
        <p:sp>
          <p:nvSpPr>
            <p:cNvPr id="8" name="object 8"/>
            <p:cNvSpPr/>
            <p:nvPr/>
          </p:nvSpPr>
          <p:spPr>
            <a:xfrm>
              <a:off x="451866" y="1272539"/>
              <a:ext cx="2795270" cy="0"/>
            </a:xfrm>
            <a:custGeom>
              <a:avLst/>
              <a:gdLst/>
              <a:ahLst/>
              <a:cxnLst/>
              <a:rect l="l" t="t" r="r" b="b"/>
              <a:pathLst>
                <a:path w="2795270" h="0">
                  <a:moveTo>
                    <a:pt x="0" y="0"/>
                  </a:moveTo>
                  <a:lnTo>
                    <a:pt x="279501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87267" y="1106423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w="0" h="111759">
                  <a:moveTo>
                    <a:pt x="0" y="0"/>
                  </a:moveTo>
                  <a:lnTo>
                    <a:pt x="0" y="11125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46882" y="1217675"/>
              <a:ext cx="40640" cy="55244"/>
            </a:xfrm>
            <a:custGeom>
              <a:avLst/>
              <a:gdLst/>
              <a:ahLst/>
              <a:cxnLst/>
              <a:rect l="l" t="t" r="r" b="b"/>
              <a:pathLst>
                <a:path w="40639" h="55244">
                  <a:moveTo>
                    <a:pt x="0" y="54863"/>
                  </a:moveTo>
                  <a:lnTo>
                    <a:pt x="4038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79704" y="2698242"/>
              <a:ext cx="3983990" cy="2461260"/>
            </a:xfrm>
            <a:custGeom>
              <a:avLst/>
              <a:gdLst/>
              <a:ahLst/>
              <a:cxnLst/>
              <a:rect l="l" t="t" r="r" b="b"/>
              <a:pathLst>
                <a:path w="3983990" h="2461260">
                  <a:moveTo>
                    <a:pt x="0" y="2461260"/>
                  </a:moveTo>
                  <a:lnTo>
                    <a:pt x="0" y="0"/>
                  </a:lnTo>
                  <a:lnTo>
                    <a:pt x="3983736" y="0"/>
                  </a:lnTo>
                  <a:lnTo>
                    <a:pt x="3983736" y="2461260"/>
                  </a:lnTo>
                  <a:lnTo>
                    <a:pt x="0" y="246126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79704" y="2698242"/>
              <a:ext cx="391160" cy="139700"/>
            </a:xfrm>
            <a:custGeom>
              <a:avLst/>
              <a:gdLst/>
              <a:ahLst/>
              <a:cxnLst/>
              <a:rect l="l" t="t" r="r" b="b"/>
              <a:pathLst>
                <a:path w="391159" h="139700">
                  <a:moveTo>
                    <a:pt x="390906" y="0"/>
                  </a:moveTo>
                  <a:lnTo>
                    <a:pt x="390906" y="110489"/>
                  </a:lnTo>
                  <a:lnTo>
                    <a:pt x="360426" y="139446"/>
                  </a:lnTo>
                  <a:lnTo>
                    <a:pt x="0" y="139446"/>
                  </a:lnTo>
                  <a:lnTo>
                    <a:pt x="0" y="0"/>
                  </a:lnTo>
                  <a:lnTo>
                    <a:pt x="390906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89254" y="3153155"/>
              <a:ext cx="3664585" cy="1896110"/>
            </a:xfrm>
            <a:custGeom>
              <a:avLst/>
              <a:gdLst/>
              <a:ahLst/>
              <a:cxnLst/>
              <a:rect l="l" t="t" r="r" b="b"/>
              <a:pathLst>
                <a:path w="3664585" h="1896110">
                  <a:moveTo>
                    <a:pt x="0" y="1895856"/>
                  </a:moveTo>
                  <a:lnTo>
                    <a:pt x="0" y="0"/>
                  </a:lnTo>
                  <a:lnTo>
                    <a:pt x="3664458" y="0"/>
                  </a:lnTo>
                  <a:lnTo>
                    <a:pt x="3664458" y="1895855"/>
                  </a:lnTo>
                  <a:lnTo>
                    <a:pt x="0" y="18958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89254" y="3153155"/>
              <a:ext cx="281305" cy="139700"/>
            </a:xfrm>
            <a:custGeom>
              <a:avLst/>
              <a:gdLst/>
              <a:ahLst/>
              <a:cxnLst/>
              <a:rect l="l" t="t" r="r" b="b"/>
              <a:pathLst>
                <a:path w="281305" h="139700">
                  <a:moveTo>
                    <a:pt x="281178" y="0"/>
                  </a:moveTo>
                  <a:lnTo>
                    <a:pt x="281178" y="111252"/>
                  </a:lnTo>
                  <a:lnTo>
                    <a:pt x="250698" y="139446"/>
                  </a:lnTo>
                  <a:lnTo>
                    <a:pt x="0" y="139446"/>
                  </a:lnTo>
                  <a:lnTo>
                    <a:pt x="0" y="0"/>
                  </a:lnTo>
                  <a:lnTo>
                    <a:pt x="28117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96873" y="3813048"/>
              <a:ext cx="652780" cy="0"/>
            </a:xfrm>
            <a:custGeom>
              <a:avLst/>
              <a:gdLst/>
              <a:ahLst/>
              <a:cxnLst/>
              <a:rect l="l" t="t" r="r" b="b"/>
              <a:pathLst>
                <a:path w="652780" h="0">
                  <a:moveTo>
                    <a:pt x="0" y="0"/>
                  </a:moveTo>
                  <a:lnTo>
                    <a:pt x="652272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648967" y="3813048"/>
              <a:ext cx="2897505" cy="0"/>
            </a:xfrm>
            <a:custGeom>
              <a:avLst/>
              <a:gdLst/>
              <a:ahLst/>
              <a:cxnLst/>
              <a:rect l="l" t="t" r="r" b="b"/>
              <a:pathLst>
                <a:path w="2897504" h="0">
                  <a:moveTo>
                    <a:pt x="0" y="0"/>
                  </a:moveTo>
                  <a:lnTo>
                    <a:pt x="2466593" y="0"/>
                  </a:lnTo>
                </a:path>
                <a:path w="2897504" h="0">
                  <a:moveTo>
                    <a:pt x="2566416" y="0"/>
                  </a:moveTo>
                  <a:lnTo>
                    <a:pt x="2897123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96873" y="4499610"/>
              <a:ext cx="652780" cy="0"/>
            </a:xfrm>
            <a:custGeom>
              <a:avLst/>
              <a:gdLst/>
              <a:ahLst/>
              <a:cxnLst/>
              <a:rect l="l" t="t" r="r" b="b"/>
              <a:pathLst>
                <a:path w="652780" h="0">
                  <a:moveTo>
                    <a:pt x="0" y="0"/>
                  </a:moveTo>
                  <a:lnTo>
                    <a:pt x="652272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48967" y="4499610"/>
              <a:ext cx="2897505" cy="0"/>
            </a:xfrm>
            <a:custGeom>
              <a:avLst/>
              <a:gdLst/>
              <a:ahLst/>
              <a:cxnLst/>
              <a:rect l="l" t="t" r="r" b="b"/>
              <a:pathLst>
                <a:path w="2897504" h="0">
                  <a:moveTo>
                    <a:pt x="0" y="0"/>
                  </a:moveTo>
                  <a:lnTo>
                    <a:pt x="2466593" y="0"/>
                  </a:lnTo>
                </a:path>
                <a:path w="2897504" h="0">
                  <a:moveTo>
                    <a:pt x="2566416" y="0"/>
                  </a:moveTo>
                  <a:lnTo>
                    <a:pt x="2897123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170432" y="1507998"/>
            <a:ext cx="859155" cy="19431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165"/>
              </a:spcBef>
            </a:pPr>
            <a:r>
              <a:rPr dirty="0" sz="800" spc="5" b="1">
                <a:latin typeface="Arial"/>
                <a:cs typeface="Arial"/>
              </a:rPr>
              <a:t>: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 spc="5" b="1">
                <a:latin typeface="Arial"/>
                <a:cs typeface="Arial"/>
              </a:rPr>
              <a:t>Operator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42795" y="1548891"/>
            <a:ext cx="431800" cy="4455160"/>
            <a:chOff x="1542795" y="1548891"/>
            <a:chExt cx="431800" cy="445516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1500" y="1548891"/>
              <a:ext cx="133095" cy="12319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599438" y="1702307"/>
              <a:ext cx="0" cy="4295775"/>
            </a:xfrm>
            <a:custGeom>
              <a:avLst/>
              <a:gdLst/>
              <a:ahLst/>
              <a:cxnLst/>
              <a:rect l="l" t="t" r="r" b="b"/>
              <a:pathLst>
                <a:path w="0" h="4295775">
                  <a:moveTo>
                    <a:pt x="0" y="4139946"/>
                  </a:moveTo>
                  <a:lnTo>
                    <a:pt x="0" y="4295394"/>
                  </a:lnTo>
                </a:path>
                <a:path w="0" h="4295775">
                  <a:moveTo>
                    <a:pt x="0" y="0"/>
                  </a:moveTo>
                  <a:lnTo>
                    <a:pt x="0" y="362712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49146" y="2065019"/>
              <a:ext cx="100330" cy="3777615"/>
            </a:xfrm>
            <a:custGeom>
              <a:avLst/>
              <a:gdLst/>
              <a:ahLst/>
              <a:cxnLst/>
              <a:rect l="l" t="t" r="r" b="b"/>
              <a:pathLst>
                <a:path w="100330" h="3777615">
                  <a:moveTo>
                    <a:pt x="99822" y="3777233"/>
                  </a:moveTo>
                  <a:lnTo>
                    <a:pt x="99822" y="0"/>
                  </a:lnTo>
                  <a:lnTo>
                    <a:pt x="0" y="0"/>
                  </a:lnTo>
                  <a:lnTo>
                    <a:pt x="0" y="3777233"/>
                  </a:lnTo>
                  <a:lnTo>
                    <a:pt x="99822" y="37772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49145" y="2065020"/>
              <a:ext cx="100330" cy="3777615"/>
            </a:xfrm>
            <a:custGeom>
              <a:avLst/>
              <a:gdLst/>
              <a:ahLst/>
              <a:cxnLst/>
              <a:rect l="l" t="t" r="r" b="b"/>
              <a:pathLst>
                <a:path w="100330" h="3777615">
                  <a:moveTo>
                    <a:pt x="0" y="3777234"/>
                  </a:moveTo>
                  <a:lnTo>
                    <a:pt x="0" y="0"/>
                  </a:lnTo>
                  <a:lnTo>
                    <a:pt x="99822" y="0"/>
                  </a:lnTo>
                  <a:lnTo>
                    <a:pt x="99822" y="3777234"/>
                  </a:lnTo>
                  <a:lnTo>
                    <a:pt x="0" y="377723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755898" y="1507998"/>
            <a:ext cx="813435" cy="33401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218440">
              <a:lnSpc>
                <a:spcPct val="100000"/>
              </a:lnSpc>
              <a:spcBef>
                <a:spcPts val="165"/>
              </a:spcBef>
            </a:pPr>
            <a:r>
              <a:rPr dirty="0" sz="800" spc="5">
                <a:latin typeface="Arial MT"/>
                <a:cs typeface="Arial MT"/>
              </a:rPr>
              <a:t>&lt;&lt;block&gt;&gt;</a:t>
            </a:r>
            <a:endParaRPr sz="800">
              <a:latin typeface="Arial MT"/>
              <a:cs typeface="Arial MT"/>
            </a:endParaRPr>
          </a:p>
          <a:p>
            <a:pPr marL="238125">
              <a:lnSpc>
                <a:spcPct val="100000"/>
              </a:lnSpc>
              <a:spcBef>
                <a:spcPts val="140"/>
              </a:spcBef>
            </a:pPr>
            <a:r>
              <a:rPr dirty="0" sz="800" spc="5" b="1">
                <a:latin typeface="Arial"/>
                <a:cs typeface="Arial"/>
              </a:rPr>
              <a:t>:</a:t>
            </a:r>
            <a:r>
              <a:rPr dirty="0" sz="800" spc="5" b="1">
                <a:latin typeface="Arial"/>
                <a:cs typeface="Arial"/>
              </a:rPr>
              <a:t> </a:t>
            </a:r>
            <a:r>
              <a:rPr dirty="0" sz="800" spc="5" b="1">
                <a:latin typeface="Arial"/>
                <a:cs typeface="Arial"/>
              </a:rPr>
              <a:t>Distil</a:t>
            </a:r>
            <a:r>
              <a:rPr dirty="0" sz="800" spc="-5" b="1">
                <a:latin typeface="Arial"/>
                <a:cs typeface="Arial"/>
              </a:rPr>
              <a:t>l</a:t>
            </a:r>
            <a:r>
              <a:rPr dirty="0" sz="800" spc="5" b="1">
                <a:latin typeface="Arial"/>
                <a:cs typeface="Arial"/>
              </a:rPr>
              <a:t>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642617" y="1831594"/>
            <a:ext cx="2579370" cy="4172585"/>
            <a:chOff x="1642617" y="1831594"/>
            <a:chExt cx="2579370" cy="4172585"/>
          </a:xfrm>
        </p:grpSpPr>
        <p:sp>
          <p:nvSpPr>
            <p:cNvPr id="27" name="object 27"/>
            <p:cNvSpPr/>
            <p:nvPr/>
          </p:nvSpPr>
          <p:spPr>
            <a:xfrm>
              <a:off x="4165092" y="1837944"/>
              <a:ext cx="0" cy="4159885"/>
            </a:xfrm>
            <a:custGeom>
              <a:avLst/>
              <a:gdLst/>
              <a:ahLst/>
              <a:cxnLst/>
              <a:rect l="l" t="t" r="r" b="b"/>
              <a:pathLst>
                <a:path w="0" h="4159885">
                  <a:moveTo>
                    <a:pt x="0" y="3925823"/>
                  </a:moveTo>
                  <a:lnTo>
                    <a:pt x="0" y="4159758"/>
                  </a:lnTo>
                </a:path>
                <a:path w="0" h="4159885">
                  <a:moveTo>
                    <a:pt x="0" y="0"/>
                  </a:moveTo>
                  <a:lnTo>
                    <a:pt x="0" y="227075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115561" y="2065020"/>
              <a:ext cx="100330" cy="3698875"/>
            </a:xfrm>
            <a:custGeom>
              <a:avLst/>
              <a:gdLst/>
              <a:ahLst/>
              <a:cxnLst/>
              <a:rect l="l" t="t" r="r" b="b"/>
              <a:pathLst>
                <a:path w="100329" h="3698875">
                  <a:moveTo>
                    <a:pt x="99822" y="3698748"/>
                  </a:moveTo>
                  <a:lnTo>
                    <a:pt x="99822" y="0"/>
                  </a:lnTo>
                  <a:lnTo>
                    <a:pt x="0" y="0"/>
                  </a:lnTo>
                  <a:lnTo>
                    <a:pt x="0" y="3698748"/>
                  </a:lnTo>
                  <a:lnTo>
                    <a:pt x="99822" y="36987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115561" y="2065020"/>
              <a:ext cx="100330" cy="3698875"/>
            </a:xfrm>
            <a:custGeom>
              <a:avLst/>
              <a:gdLst/>
              <a:ahLst/>
              <a:cxnLst/>
              <a:rect l="l" t="t" r="r" b="b"/>
              <a:pathLst>
                <a:path w="100329" h="3698875">
                  <a:moveTo>
                    <a:pt x="0" y="3698748"/>
                  </a:moveTo>
                  <a:lnTo>
                    <a:pt x="0" y="0"/>
                  </a:lnTo>
                  <a:lnTo>
                    <a:pt x="99822" y="0"/>
                  </a:lnTo>
                  <a:lnTo>
                    <a:pt x="99822" y="3698748"/>
                  </a:lnTo>
                  <a:lnTo>
                    <a:pt x="0" y="369874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115561" y="5763767"/>
              <a:ext cx="100330" cy="10795"/>
            </a:xfrm>
            <a:custGeom>
              <a:avLst/>
              <a:gdLst/>
              <a:ahLst/>
              <a:cxnLst/>
              <a:rect l="l" t="t" r="r" b="b"/>
              <a:pathLst>
                <a:path w="100329" h="10795">
                  <a:moveTo>
                    <a:pt x="0" y="10668"/>
                  </a:moveTo>
                  <a:lnTo>
                    <a:pt x="0" y="0"/>
                  </a:lnTo>
                  <a:lnTo>
                    <a:pt x="99822" y="0"/>
                  </a:lnTo>
                  <a:lnTo>
                    <a:pt x="99822" y="10667"/>
                  </a:lnTo>
                  <a:lnTo>
                    <a:pt x="0" y="1066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8345" y="2022094"/>
              <a:ext cx="83565" cy="8661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648967" y="2065020"/>
              <a:ext cx="2466975" cy="0"/>
            </a:xfrm>
            <a:custGeom>
              <a:avLst/>
              <a:gdLst/>
              <a:ahLst/>
              <a:cxnLst/>
              <a:rect l="l" t="t" r="r" b="b"/>
              <a:pathLst>
                <a:path w="2466975" h="0">
                  <a:moveTo>
                    <a:pt x="2466594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2677117" y="1930400"/>
            <a:ext cx="53213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latin typeface="Arial MT"/>
                <a:cs typeface="Arial MT"/>
              </a:rPr>
              <a:t>1: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Turn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642617" y="2263647"/>
            <a:ext cx="2479675" cy="3238500"/>
            <a:chOff x="1642617" y="2263647"/>
            <a:chExt cx="2479675" cy="3238500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8345" y="5413755"/>
              <a:ext cx="83565" cy="8813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648967" y="5458205"/>
              <a:ext cx="2466975" cy="0"/>
            </a:xfrm>
            <a:custGeom>
              <a:avLst/>
              <a:gdLst/>
              <a:ahLst/>
              <a:cxnLst/>
              <a:rect l="l" t="t" r="r" b="b"/>
              <a:pathLst>
                <a:path w="2466975" h="0">
                  <a:moveTo>
                    <a:pt x="2466594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648968" y="2269997"/>
              <a:ext cx="69850" cy="74295"/>
            </a:xfrm>
            <a:custGeom>
              <a:avLst/>
              <a:gdLst/>
              <a:ahLst/>
              <a:cxnLst/>
              <a:rect l="l" t="t" r="r" b="b"/>
              <a:pathLst>
                <a:path w="69850" h="74294">
                  <a:moveTo>
                    <a:pt x="69342" y="73913"/>
                  </a:moveTo>
                  <a:lnTo>
                    <a:pt x="0" y="37337"/>
                  </a:lnTo>
                  <a:lnTo>
                    <a:pt x="6934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648967" y="2307335"/>
              <a:ext cx="2466975" cy="0"/>
            </a:xfrm>
            <a:custGeom>
              <a:avLst/>
              <a:gdLst/>
              <a:ahLst/>
              <a:cxnLst/>
              <a:rect l="l" t="t" r="r" b="b"/>
              <a:pathLst>
                <a:path w="2466975" h="0">
                  <a:moveTo>
                    <a:pt x="0" y="0"/>
                  </a:moveTo>
                  <a:lnTo>
                    <a:pt x="2466594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2646655" y="2173477"/>
            <a:ext cx="91948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latin typeface="Arial MT"/>
                <a:cs typeface="Arial MT"/>
              </a:rPr>
              <a:t>2:</a:t>
            </a:r>
            <a:r>
              <a:rPr dirty="0" sz="800" spc="2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Power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Lamp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642617" y="3517900"/>
            <a:ext cx="2479675" cy="88265"/>
            <a:chOff x="1642617" y="3517900"/>
            <a:chExt cx="2479675" cy="88265"/>
          </a:xfrm>
        </p:grpSpPr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2618" y="3517900"/>
              <a:ext cx="82042" cy="8813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648967" y="3561588"/>
              <a:ext cx="2466975" cy="0"/>
            </a:xfrm>
            <a:custGeom>
              <a:avLst/>
              <a:gdLst/>
              <a:ahLst/>
              <a:cxnLst/>
              <a:rect l="l" t="t" r="r" b="b"/>
              <a:pathLst>
                <a:path w="2466975" h="0">
                  <a:moveTo>
                    <a:pt x="0" y="0"/>
                  </a:moveTo>
                  <a:lnTo>
                    <a:pt x="246659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2635981" y="3425444"/>
            <a:ext cx="112649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5">
                <a:latin typeface="Arial MT"/>
                <a:cs typeface="Arial MT"/>
              </a:rPr>
              <a:t>4: </a:t>
            </a:r>
            <a:r>
              <a:rPr dirty="0" sz="800" spc="6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High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Level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Lamp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642617" y="4103878"/>
            <a:ext cx="2479675" cy="86995"/>
            <a:chOff x="1642617" y="4103878"/>
            <a:chExt cx="2479675" cy="86995"/>
          </a:xfrm>
        </p:grpSpPr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2618" y="4103878"/>
              <a:ext cx="82042" cy="8661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648967" y="4147566"/>
              <a:ext cx="2466975" cy="0"/>
            </a:xfrm>
            <a:custGeom>
              <a:avLst/>
              <a:gdLst/>
              <a:ahLst/>
              <a:cxnLst/>
              <a:rect l="l" t="t" r="r" b="b"/>
              <a:pathLst>
                <a:path w="2466975" h="0">
                  <a:moveTo>
                    <a:pt x="0" y="0"/>
                  </a:moveTo>
                  <a:lnTo>
                    <a:pt x="246659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2626105" y="4011422"/>
            <a:ext cx="110109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5">
                <a:latin typeface="Arial MT"/>
                <a:cs typeface="Arial MT"/>
              </a:rPr>
              <a:t>5: </a:t>
            </a:r>
            <a:r>
              <a:rPr dirty="0" sz="800" spc="6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Low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Level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Lamp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642617" y="4773676"/>
            <a:ext cx="2479675" cy="86995"/>
            <a:chOff x="1642617" y="4773676"/>
            <a:chExt cx="2479675" cy="86995"/>
          </a:xfrm>
        </p:grpSpPr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42618" y="4773676"/>
              <a:ext cx="82042" cy="8661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648967" y="4817364"/>
              <a:ext cx="2466975" cy="0"/>
            </a:xfrm>
            <a:custGeom>
              <a:avLst/>
              <a:gdLst/>
              <a:ahLst/>
              <a:cxnLst/>
              <a:rect l="l" t="t" r="r" b="b"/>
              <a:pathLst>
                <a:path w="2466975" h="0">
                  <a:moveTo>
                    <a:pt x="0" y="0"/>
                  </a:moveTo>
                  <a:lnTo>
                    <a:pt x="246659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2648736" y="4681982"/>
            <a:ext cx="100520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800" spc="5">
                <a:latin typeface="Arial MT"/>
                <a:cs typeface="Arial MT"/>
              </a:rPr>
              <a:t>6: 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Draining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Lamp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642617" y="2486913"/>
            <a:ext cx="2479675" cy="86995"/>
            <a:chOff x="1642617" y="2486913"/>
            <a:chExt cx="2479675" cy="86995"/>
          </a:xfrm>
        </p:grpSpPr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2618" y="2486913"/>
              <a:ext cx="82042" cy="8661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648967" y="2530601"/>
              <a:ext cx="2466975" cy="0"/>
            </a:xfrm>
            <a:custGeom>
              <a:avLst/>
              <a:gdLst/>
              <a:ahLst/>
              <a:cxnLst/>
              <a:rect l="l" t="t" r="r" b="b"/>
              <a:pathLst>
                <a:path w="2466975" h="0">
                  <a:moveTo>
                    <a:pt x="0" y="0"/>
                  </a:moveTo>
                  <a:lnTo>
                    <a:pt x="246659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2635975" y="2389885"/>
            <a:ext cx="108966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5">
                <a:latin typeface="Arial MT"/>
                <a:cs typeface="Arial MT"/>
              </a:rPr>
              <a:t>3: 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Operating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Lamp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642617" y="5712459"/>
            <a:ext cx="2479675" cy="86995"/>
            <a:chOff x="1642617" y="5712459"/>
            <a:chExt cx="2479675" cy="86995"/>
          </a:xfrm>
        </p:grpSpPr>
        <p:sp>
          <p:nvSpPr>
            <p:cNvPr id="57" name="object 57"/>
            <p:cNvSpPr/>
            <p:nvPr/>
          </p:nvSpPr>
          <p:spPr>
            <a:xfrm>
              <a:off x="1648968" y="5718809"/>
              <a:ext cx="69850" cy="74295"/>
            </a:xfrm>
            <a:custGeom>
              <a:avLst/>
              <a:gdLst/>
              <a:ahLst/>
              <a:cxnLst/>
              <a:rect l="l" t="t" r="r" b="b"/>
              <a:pathLst>
                <a:path w="69850" h="74295">
                  <a:moveTo>
                    <a:pt x="69342" y="73913"/>
                  </a:moveTo>
                  <a:lnTo>
                    <a:pt x="0" y="36575"/>
                  </a:lnTo>
                  <a:lnTo>
                    <a:pt x="6934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648967" y="5755385"/>
              <a:ext cx="2466975" cy="0"/>
            </a:xfrm>
            <a:custGeom>
              <a:avLst/>
              <a:gdLst/>
              <a:ahLst/>
              <a:cxnLst/>
              <a:rect l="l" t="t" r="r" b="b"/>
              <a:pathLst>
                <a:path w="2466975" h="0">
                  <a:moveTo>
                    <a:pt x="0" y="0"/>
                  </a:moveTo>
                  <a:lnTo>
                    <a:pt x="2466594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2636024" y="5323585"/>
            <a:ext cx="921385" cy="4432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14"/>
              </a:spcBef>
            </a:pPr>
            <a:r>
              <a:rPr dirty="0" sz="800" spc="5">
                <a:latin typeface="Arial MT"/>
                <a:cs typeface="Arial MT"/>
              </a:rPr>
              <a:t>7:</a:t>
            </a:r>
            <a:r>
              <a:rPr dirty="0" sz="800" spc="6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Turn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Off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800" spc="5">
                <a:latin typeface="Arial MT"/>
                <a:cs typeface="Arial MT"/>
              </a:rPr>
              <a:t>8:</a:t>
            </a:r>
            <a:r>
              <a:rPr dirty="0" sz="800" spc="2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Power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Lamp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Off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79704" y="2698242"/>
            <a:ext cx="391160" cy="139700"/>
          </a:xfrm>
          <a:custGeom>
            <a:avLst/>
            <a:gdLst/>
            <a:ahLst/>
            <a:cxnLst/>
            <a:rect l="l" t="t" r="r" b="b"/>
            <a:pathLst>
              <a:path w="391159" h="139700">
                <a:moveTo>
                  <a:pt x="390906" y="0"/>
                </a:moveTo>
                <a:lnTo>
                  <a:pt x="390906" y="110489"/>
                </a:lnTo>
                <a:lnTo>
                  <a:pt x="360426" y="139446"/>
                </a:lnTo>
                <a:lnTo>
                  <a:pt x="0" y="139446"/>
                </a:lnTo>
                <a:lnTo>
                  <a:pt x="0" y="0"/>
                </a:lnTo>
                <a:lnTo>
                  <a:pt x="390906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30072" y="2888996"/>
            <a:ext cx="80073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5">
                <a:latin typeface="Arial MT"/>
                <a:cs typeface="Arial MT"/>
              </a:rPr>
              <a:t>[while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state=Ope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599183" y="2698242"/>
            <a:ext cx="2549525" cy="45529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580"/>
              </a:spcBef>
            </a:pPr>
            <a:r>
              <a:rPr dirty="0" sz="800">
                <a:latin typeface="Arial MT"/>
                <a:cs typeface="Arial MT"/>
              </a:rPr>
              <a:t>rating]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82904" y="3146805"/>
            <a:ext cx="3677285" cy="1908810"/>
            <a:chOff x="882904" y="3146805"/>
            <a:chExt cx="3677285" cy="1908810"/>
          </a:xfrm>
        </p:grpSpPr>
        <p:sp>
          <p:nvSpPr>
            <p:cNvPr id="64" name="object 64"/>
            <p:cNvSpPr/>
            <p:nvPr/>
          </p:nvSpPr>
          <p:spPr>
            <a:xfrm>
              <a:off x="889254" y="3153155"/>
              <a:ext cx="3664585" cy="1896110"/>
            </a:xfrm>
            <a:custGeom>
              <a:avLst/>
              <a:gdLst/>
              <a:ahLst/>
              <a:cxnLst/>
              <a:rect l="l" t="t" r="r" b="b"/>
              <a:pathLst>
                <a:path w="3664585" h="1896110">
                  <a:moveTo>
                    <a:pt x="0" y="1895856"/>
                  </a:moveTo>
                  <a:lnTo>
                    <a:pt x="0" y="0"/>
                  </a:lnTo>
                  <a:lnTo>
                    <a:pt x="3664458" y="0"/>
                  </a:lnTo>
                  <a:lnTo>
                    <a:pt x="3664458" y="1895855"/>
                  </a:lnTo>
                  <a:lnTo>
                    <a:pt x="0" y="18958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889254" y="3153155"/>
              <a:ext cx="281305" cy="139700"/>
            </a:xfrm>
            <a:custGeom>
              <a:avLst/>
              <a:gdLst/>
              <a:ahLst/>
              <a:cxnLst/>
              <a:rect l="l" t="t" r="r" b="b"/>
              <a:pathLst>
                <a:path w="281305" h="139700">
                  <a:moveTo>
                    <a:pt x="281178" y="0"/>
                  </a:moveTo>
                  <a:lnTo>
                    <a:pt x="281178" y="111252"/>
                  </a:lnTo>
                  <a:lnTo>
                    <a:pt x="250698" y="139446"/>
                  </a:lnTo>
                  <a:lnTo>
                    <a:pt x="0" y="139446"/>
                  </a:lnTo>
                  <a:lnTo>
                    <a:pt x="0" y="0"/>
                  </a:lnTo>
                  <a:lnTo>
                    <a:pt x="28117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895604" y="4534153"/>
            <a:ext cx="70294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14"/>
              </a:spcBef>
            </a:pPr>
            <a:r>
              <a:rPr dirty="0" sz="800" spc="5">
                <a:latin typeface="Arial MT"/>
                <a:cs typeface="Arial MT"/>
              </a:rPr>
              <a:t>[st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5">
                <a:latin typeface="Arial MT"/>
                <a:cs typeface="Arial MT"/>
              </a:rPr>
              <a:t>te</a:t>
            </a:r>
            <a:r>
              <a:rPr dirty="0" sz="800">
                <a:latin typeface="Arial MT"/>
                <a:cs typeface="Arial MT"/>
              </a:rPr>
              <a:t>=</a:t>
            </a:r>
            <a:r>
              <a:rPr dirty="0" sz="800" spc="5">
                <a:latin typeface="Arial MT"/>
                <a:cs typeface="Arial MT"/>
              </a:rPr>
              <a:t>drain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97816" y="4534153"/>
            <a:ext cx="54864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800" spc="5">
                <a:latin typeface="Arial MT"/>
                <a:cs typeface="Arial MT"/>
              </a:rPr>
              <a:t>ing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r</a:t>
            </a:r>
            <a:r>
              <a:rPr dirty="0" sz="800">
                <a:latin typeface="Arial MT"/>
                <a:cs typeface="Arial MT"/>
              </a:rPr>
              <a:t>e</a:t>
            </a:r>
            <a:r>
              <a:rPr dirty="0" sz="800" spc="5">
                <a:latin typeface="Arial MT"/>
                <a:cs typeface="Arial MT"/>
              </a:rPr>
              <a:t>sid</a:t>
            </a:r>
            <a:r>
              <a:rPr dirty="0" sz="800">
                <a:latin typeface="Arial MT"/>
                <a:cs typeface="Arial MT"/>
              </a:rPr>
              <a:t>u</a:t>
            </a:r>
            <a:r>
              <a:rPr dirty="0" sz="800" spc="5">
                <a:latin typeface="Arial MT"/>
                <a:cs typeface="Arial MT"/>
              </a:rPr>
              <a:t>e]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11470" y="3846141"/>
            <a:ext cx="51117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latin typeface="Arial MT"/>
                <a:cs typeface="Arial MT"/>
              </a:rPr>
              <a:t>[level=low]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93956" y="3096467"/>
            <a:ext cx="572135" cy="39751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800" b="1">
                <a:latin typeface="Arial"/>
                <a:cs typeface="Arial"/>
              </a:rPr>
              <a:t>alt</a:t>
            </a:r>
            <a:endParaRPr sz="800">
              <a:latin typeface="Arial"/>
              <a:cs typeface="Arial"/>
            </a:endParaRPr>
          </a:p>
          <a:p>
            <a:pPr marL="32384">
              <a:lnSpc>
                <a:spcPct val="100000"/>
              </a:lnSpc>
              <a:spcBef>
                <a:spcPts val="505"/>
              </a:spcBef>
            </a:pPr>
            <a:r>
              <a:rPr dirty="0" sz="800" spc="5">
                <a:latin typeface="Arial MT"/>
                <a:cs typeface="Arial MT"/>
              </a:rPr>
              <a:t>[le</a:t>
            </a:r>
            <a:r>
              <a:rPr dirty="0" sz="800" spc="-5">
                <a:latin typeface="Arial MT"/>
                <a:cs typeface="Arial MT"/>
              </a:rPr>
              <a:t>v</a:t>
            </a:r>
            <a:r>
              <a:rPr dirty="0" sz="800" spc="5">
                <a:latin typeface="Arial MT"/>
                <a:cs typeface="Arial MT"/>
              </a:rPr>
              <a:t>el=</a:t>
            </a:r>
            <a:r>
              <a:rPr dirty="0" sz="800">
                <a:latin typeface="Arial MT"/>
                <a:cs typeface="Arial MT"/>
              </a:rPr>
              <a:t>h</a:t>
            </a:r>
            <a:r>
              <a:rPr dirty="0" sz="800" spc="5">
                <a:latin typeface="Arial MT"/>
                <a:cs typeface="Arial MT"/>
              </a:rPr>
              <a:t>ig</a:t>
            </a:r>
            <a:r>
              <a:rPr dirty="0" sz="800">
                <a:latin typeface="Arial MT"/>
                <a:cs typeface="Arial MT"/>
              </a:rPr>
              <a:t>h</a:t>
            </a:r>
            <a:r>
              <a:rPr dirty="0" sz="800">
                <a:latin typeface="Arial MT"/>
                <a:cs typeface="Arial MT"/>
              </a:rPr>
              <a:t>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88972" y="2703079"/>
            <a:ext cx="24384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-5" b="1">
                <a:latin typeface="Arial"/>
                <a:cs typeface="Arial"/>
              </a:rPr>
              <a:t>l</a:t>
            </a:r>
            <a:r>
              <a:rPr dirty="0" sz="800" b="1">
                <a:latin typeface="Arial"/>
                <a:cs typeface="Arial"/>
              </a:rPr>
              <a:t>oop</a:t>
            </a:r>
            <a:endParaRPr sz="8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180076" y="1398270"/>
            <a:ext cx="3305810" cy="1560830"/>
          </a:xfrm>
          <a:custGeom>
            <a:avLst/>
            <a:gdLst/>
            <a:ahLst/>
            <a:cxnLst/>
            <a:rect l="l" t="t" r="r" b="b"/>
            <a:pathLst>
              <a:path w="3305809" h="1560830">
                <a:moveTo>
                  <a:pt x="0" y="1560576"/>
                </a:moveTo>
                <a:lnTo>
                  <a:pt x="0" y="0"/>
                </a:lnTo>
                <a:lnTo>
                  <a:pt x="3305555" y="0"/>
                </a:lnTo>
                <a:lnTo>
                  <a:pt x="3305555" y="1560575"/>
                </a:lnTo>
                <a:lnTo>
                  <a:pt x="0" y="1560576"/>
                </a:lnTo>
                <a:close/>
              </a:path>
            </a:pathLst>
          </a:custGeom>
          <a:ln w="127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5278566" y="1420621"/>
            <a:ext cx="257429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5" b="1">
                <a:latin typeface="Arial"/>
                <a:cs typeface="Arial"/>
              </a:rPr>
              <a:t>uc </a:t>
            </a:r>
            <a:r>
              <a:rPr dirty="0" sz="800" spc="45" b="1">
                <a:latin typeface="Arial"/>
                <a:cs typeface="Arial"/>
              </a:rPr>
              <a:t> </a:t>
            </a:r>
            <a:r>
              <a:rPr dirty="0" sz="800" spc="5">
                <a:latin typeface="Arial MT"/>
                <a:cs typeface="Arial MT"/>
              </a:rPr>
              <a:t>[Package]</a:t>
            </a:r>
            <a:r>
              <a:rPr dirty="0" sz="800" spc="1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Distiller</a:t>
            </a:r>
            <a:r>
              <a:rPr dirty="0" sz="800" spc="5">
                <a:latin typeface="Arial MT"/>
                <a:cs typeface="Arial MT"/>
              </a:rPr>
              <a:t> Use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Cases</a:t>
            </a:r>
            <a:r>
              <a:rPr dirty="0" sz="800" spc="-114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[</a:t>
            </a:r>
            <a:r>
              <a:rPr dirty="0" sz="800" spc="9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use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case example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5173408" y="1391602"/>
            <a:ext cx="2806065" cy="1353185"/>
            <a:chOff x="5173408" y="1391602"/>
            <a:chExt cx="2806065" cy="1353185"/>
          </a:xfrm>
        </p:grpSpPr>
        <p:sp>
          <p:nvSpPr>
            <p:cNvPr id="74" name="object 74"/>
            <p:cNvSpPr/>
            <p:nvPr/>
          </p:nvSpPr>
          <p:spPr>
            <a:xfrm>
              <a:off x="5180076" y="1596389"/>
              <a:ext cx="2632710" cy="0"/>
            </a:xfrm>
            <a:custGeom>
              <a:avLst/>
              <a:gdLst/>
              <a:ahLst/>
              <a:cxnLst/>
              <a:rect l="l" t="t" r="r" b="b"/>
              <a:pathLst>
                <a:path w="2632709" h="0">
                  <a:moveTo>
                    <a:pt x="0" y="0"/>
                  </a:moveTo>
                  <a:lnTo>
                    <a:pt x="2632710" y="0"/>
                  </a:lnTo>
                </a:path>
              </a:pathLst>
            </a:custGeom>
            <a:ln w="127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853172" y="1398270"/>
              <a:ext cx="0" cy="132715"/>
            </a:xfrm>
            <a:custGeom>
              <a:avLst/>
              <a:gdLst/>
              <a:ahLst/>
              <a:cxnLst/>
              <a:rect l="l" t="t" r="r" b="b"/>
              <a:pathLst>
                <a:path w="0" h="132715">
                  <a:moveTo>
                    <a:pt x="0" y="0"/>
                  </a:moveTo>
                  <a:lnTo>
                    <a:pt x="0" y="132588"/>
                  </a:lnTo>
                </a:path>
              </a:pathLst>
            </a:custGeom>
            <a:ln w="127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7812785" y="1530857"/>
              <a:ext cx="40640" cy="66040"/>
            </a:xfrm>
            <a:custGeom>
              <a:avLst/>
              <a:gdLst/>
              <a:ahLst/>
              <a:cxnLst/>
              <a:rect l="l" t="t" r="r" b="b"/>
              <a:pathLst>
                <a:path w="40640" h="66040">
                  <a:moveTo>
                    <a:pt x="0" y="65532"/>
                  </a:moveTo>
                  <a:lnTo>
                    <a:pt x="40386" y="0"/>
                  </a:lnTo>
                </a:path>
              </a:pathLst>
            </a:custGeom>
            <a:ln w="127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584442" y="1730501"/>
              <a:ext cx="1388745" cy="1007744"/>
            </a:xfrm>
            <a:custGeom>
              <a:avLst/>
              <a:gdLst/>
              <a:ahLst/>
              <a:cxnLst/>
              <a:rect l="l" t="t" r="r" b="b"/>
              <a:pathLst>
                <a:path w="1388745" h="1007744">
                  <a:moveTo>
                    <a:pt x="0" y="1007363"/>
                  </a:moveTo>
                  <a:lnTo>
                    <a:pt x="0" y="0"/>
                  </a:lnTo>
                  <a:lnTo>
                    <a:pt x="1388364" y="0"/>
                  </a:lnTo>
                  <a:lnTo>
                    <a:pt x="1388364" y="1007363"/>
                  </a:lnTo>
                  <a:lnTo>
                    <a:pt x="0" y="1007363"/>
                  </a:lnTo>
                  <a:close/>
                </a:path>
              </a:pathLst>
            </a:custGeom>
            <a:ln w="127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7130286" y="1752853"/>
            <a:ext cx="40576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5" b="1">
                <a:latin typeface="Arial"/>
                <a:cs typeface="Arial"/>
              </a:rPr>
              <a:t>Distill</a:t>
            </a:r>
            <a:r>
              <a:rPr dirty="0" sz="800" b="1">
                <a:latin typeface="Arial"/>
                <a:cs typeface="Arial"/>
              </a:rPr>
              <a:t>e</a:t>
            </a:r>
            <a:r>
              <a:rPr dirty="0" sz="800" spc="5" b="1"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744461" y="2095500"/>
            <a:ext cx="1108710" cy="288290"/>
          </a:xfrm>
          <a:custGeom>
            <a:avLst/>
            <a:gdLst/>
            <a:ahLst/>
            <a:cxnLst/>
            <a:rect l="l" t="t" r="r" b="b"/>
            <a:pathLst>
              <a:path w="1108709" h="288289">
                <a:moveTo>
                  <a:pt x="1108709" y="144017"/>
                </a:moveTo>
                <a:lnTo>
                  <a:pt x="1072344" y="195072"/>
                </a:lnTo>
                <a:lnTo>
                  <a:pt x="1036224" y="214841"/>
                </a:lnTo>
                <a:lnTo>
                  <a:pt x="997485" y="230249"/>
                </a:lnTo>
                <a:lnTo>
                  <a:pt x="964691" y="240029"/>
                </a:lnTo>
                <a:lnTo>
                  <a:pt x="946403" y="246125"/>
                </a:lnTo>
                <a:lnTo>
                  <a:pt x="927353" y="249935"/>
                </a:lnTo>
                <a:lnTo>
                  <a:pt x="907541" y="253745"/>
                </a:lnTo>
                <a:lnTo>
                  <a:pt x="885443" y="258317"/>
                </a:lnTo>
                <a:lnTo>
                  <a:pt x="864107" y="262127"/>
                </a:lnTo>
                <a:lnTo>
                  <a:pt x="842009" y="265937"/>
                </a:lnTo>
                <a:lnTo>
                  <a:pt x="818387" y="270509"/>
                </a:lnTo>
                <a:lnTo>
                  <a:pt x="794765" y="274319"/>
                </a:lnTo>
                <a:lnTo>
                  <a:pt x="769619" y="275843"/>
                </a:lnTo>
                <a:lnTo>
                  <a:pt x="719327" y="280415"/>
                </a:lnTo>
                <a:lnTo>
                  <a:pt x="692657" y="281939"/>
                </a:lnTo>
                <a:lnTo>
                  <a:pt x="665987" y="284225"/>
                </a:lnTo>
                <a:lnTo>
                  <a:pt x="639317" y="286511"/>
                </a:lnTo>
                <a:lnTo>
                  <a:pt x="610361" y="286511"/>
                </a:lnTo>
                <a:lnTo>
                  <a:pt x="553211" y="288035"/>
                </a:lnTo>
                <a:lnTo>
                  <a:pt x="498347" y="286511"/>
                </a:lnTo>
                <a:lnTo>
                  <a:pt x="469391" y="286511"/>
                </a:lnTo>
                <a:lnTo>
                  <a:pt x="442721" y="284225"/>
                </a:lnTo>
                <a:lnTo>
                  <a:pt x="416051" y="281939"/>
                </a:lnTo>
                <a:lnTo>
                  <a:pt x="389381" y="280415"/>
                </a:lnTo>
                <a:lnTo>
                  <a:pt x="364235" y="278129"/>
                </a:lnTo>
                <a:lnTo>
                  <a:pt x="338327" y="275843"/>
                </a:lnTo>
                <a:lnTo>
                  <a:pt x="313181" y="274319"/>
                </a:lnTo>
                <a:lnTo>
                  <a:pt x="290321" y="270509"/>
                </a:lnTo>
                <a:lnTo>
                  <a:pt x="266699" y="265937"/>
                </a:lnTo>
                <a:lnTo>
                  <a:pt x="244601" y="262127"/>
                </a:lnTo>
                <a:lnTo>
                  <a:pt x="223265" y="258317"/>
                </a:lnTo>
                <a:lnTo>
                  <a:pt x="201167" y="253745"/>
                </a:lnTo>
                <a:lnTo>
                  <a:pt x="180593" y="249935"/>
                </a:lnTo>
                <a:lnTo>
                  <a:pt x="162305" y="246125"/>
                </a:lnTo>
                <a:lnTo>
                  <a:pt x="144017" y="240029"/>
                </a:lnTo>
                <a:lnTo>
                  <a:pt x="125729" y="236219"/>
                </a:lnTo>
                <a:lnTo>
                  <a:pt x="110489" y="230123"/>
                </a:lnTo>
                <a:lnTo>
                  <a:pt x="93725" y="224027"/>
                </a:lnTo>
                <a:lnTo>
                  <a:pt x="80009" y="217931"/>
                </a:lnTo>
                <a:lnTo>
                  <a:pt x="67055" y="211835"/>
                </a:lnTo>
                <a:lnTo>
                  <a:pt x="53339" y="205739"/>
                </a:lnTo>
                <a:lnTo>
                  <a:pt x="43433" y="200405"/>
                </a:lnTo>
                <a:lnTo>
                  <a:pt x="33527" y="194309"/>
                </a:lnTo>
                <a:lnTo>
                  <a:pt x="25145" y="185927"/>
                </a:lnTo>
                <a:lnTo>
                  <a:pt x="16763" y="179831"/>
                </a:lnTo>
                <a:lnTo>
                  <a:pt x="11429" y="172211"/>
                </a:lnTo>
                <a:lnTo>
                  <a:pt x="6095" y="166115"/>
                </a:lnTo>
                <a:lnTo>
                  <a:pt x="3047" y="157733"/>
                </a:lnTo>
                <a:lnTo>
                  <a:pt x="0" y="151637"/>
                </a:lnTo>
                <a:lnTo>
                  <a:pt x="0" y="135635"/>
                </a:lnTo>
                <a:lnTo>
                  <a:pt x="25559" y="100932"/>
                </a:lnTo>
                <a:lnTo>
                  <a:pt x="61503" y="77705"/>
                </a:lnTo>
                <a:lnTo>
                  <a:pt x="107853" y="58092"/>
                </a:lnTo>
                <a:lnTo>
                  <a:pt x="161581" y="41849"/>
                </a:lnTo>
                <a:lnTo>
                  <a:pt x="219660" y="28732"/>
                </a:lnTo>
                <a:lnTo>
                  <a:pt x="279065" y="18498"/>
                </a:lnTo>
                <a:lnTo>
                  <a:pt x="336767" y="10904"/>
                </a:lnTo>
                <a:lnTo>
                  <a:pt x="389740" y="5705"/>
                </a:lnTo>
                <a:lnTo>
                  <a:pt x="434957" y="2660"/>
                </a:lnTo>
                <a:lnTo>
                  <a:pt x="469391" y="1523"/>
                </a:lnTo>
                <a:lnTo>
                  <a:pt x="498347" y="0"/>
                </a:lnTo>
                <a:lnTo>
                  <a:pt x="610361" y="0"/>
                </a:lnTo>
                <a:lnTo>
                  <a:pt x="659446" y="1869"/>
                </a:lnTo>
                <a:lnTo>
                  <a:pt x="709368" y="5085"/>
                </a:lnTo>
                <a:lnTo>
                  <a:pt x="759633" y="9677"/>
                </a:lnTo>
                <a:lnTo>
                  <a:pt x="809746" y="15674"/>
                </a:lnTo>
                <a:lnTo>
                  <a:pt x="859214" y="23106"/>
                </a:lnTo>
                <a:lnTo>
                  <a:pt x="907541" y="32003"/>
                </a:lnTo>
                <a:lnTo>
                  <a:pt x="927353" y="38099"/>
                </a:lnTo>
                <a:lnTo>
                  <a:pt x="946403" y="41909"/>
                </a:lnTo>
                <a:lnTo>
                  <a:pt x="964691" y="45719"/>
                </a:lnTo>
                <a:lnTo>
                  <a:pt x="998219" y="57911"/>
                </a:lnTo>
                <a:lnTo>
                  <a:pt x="1028699" y="70103"/>
                </a:lnTo>
                <a:lnTo>
                  <a:pt x="1041653" y="76199"/>
                </a:lnTo>
                <a:lnTo>
                  <a:pt x="1053845" y="81533"/>
                </a:lnTo>
                <a:lnTo>
                  <a:pt x="1065275" y="87629"/>
                </a:lnTo>
                <a:lnTo>
                  <a:pt x="1075181" y="93725"/>
                </a:lnTo>
                <a:lnTo>
                  <a:pt x="1083563" y="99821"/>
                </a:lnTo>
                <a:lnTo>
                  <a:pt x="1090421" y="108203"/>
                </a:lnTo>
                <a:lnTo>
                  <a:pt x="1097279" y="114299"/>
                </a:lnTo>
                <a:lnTo>
                  <a:pt x="1101851" y="121919"/>
                </a:lnTo>
                <a:lnTo>
                  <a:pt x="1105661" y="128015"/>
                </a:lnTo>
                <a:lnTo>
                  <a:pt x="1107185" y="135635"/>
                </a:lnTo>
                <a:lnTo>
                  <a:pt x="1108709" y="144017"/>
                </a:lnTo>
                <a:close/>
              </a:path>
            </a:pathLst>
          </a:custGeom>
          <a:ln w="127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6906259" y="2151379"/>
            <a:ext cx="828040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5" b="1">
                <a:latin typeface="Arial"/>
                <a:cs typeface="Arial"/>
              </a:rPr>
              <a:t>Operate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 spc="5" b="1">
                <a:latin typeface="Arial"/>
                <a:cs typeface="Arial"/>
              </a:rPr>
              <a:t>Distiller</a:t>
            </a:r>
            <a:endParaRPr sz="8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495544" y="1994916"/>
            <a:ext cx="703580" cy="499109"/>
          </a:xfrm>
          <a:prstGeom prst="rect">
            <a:avLst/>
          </a:prstGeom>
          <a:ln w="127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00"/>
              </a:spcBef>
            </a:pPr>
            <a:r>
              <a:rPr dirty="0" sz="800" spc="5" b="1">
                <a:latin typeface="Arial"/>
                <a:cs typeface="Arial"/>
              </a:rPr>
              <a:t>Operator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044679" y="2044941"/>
            <a:ext cx="700405" cy="201295"/>
            <a:chOff x="6044679" y="2044941"/>
            <a:chExt cx="700405" cy="201295"/>
          </a:xfrm>
        </p:grpSpPr>
        <p:pic>
          <p:nvPicPr>
            <p:cNvPr id="83" name="object 8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44679" y="2044941"/>
              <a:ext cx="132359" cy="144551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6198870" y="2239517"/>
              <a:ext cx="546100" cy="0"/>
            </a:xfrm>
            <a:custGeom>
              <a:avLst/>
              <a:gdLst/>
              <a:ahLst/>
              <a:cxnLst/>
              <a:rect l="l" t="t" r="r" b="b"/>
              <a:pathLst>
                <a:path w="546100" h="0">
                  <a:moveTo>
                    <a:pt x="545591" y="0"/>
                  </a:moveTo>
                  <a:lnTo>
                    <a:pt x="0" y="0"/>
                  </a:lnTo>
                </a:path>
              </a:pathLst>
            </a:custGeom>
            <a:ln w="127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86" name="object 8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87" name="object 87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96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39165" marR="5080" indent="-425450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/>
              <a:t>Internal</a:t>
            </a:r>
            <a:r>
              <a:rPr dirty="0" spc="-20"/>
              <a:t> </a:t>
            </a:r>
            <a:r>
              <a:rPr dirty="0"/>
              <a:t>Block </a:t>
            </a:r>
            <a:r>
              <a:rPr dirty="0" spc="-760"/>
              <a:t> </a:t>
            </a:r>
            <a:r>
              <a:rPr dirty="0"/>
              <a:t>Diagram:</a:t>
            </a:r>
            <a:r>
              <a:rPr dirty="0" spc="-15"/>
              <a:t> </a:t>
            </a:r>
            <a:r>
              <a:rPr dirty="0"/>
              <a:t>Distiller</a:t>
            </a:r>
            <a:r>
              <a:rPr dirty="0" spc="-10"/>
              <a:t> </a:t>
            </a:r>
            <a:r>
              <a:rPr dirty="0"/>
              <a:t>Controller</a:t>
            </a:r>
          </a:p>
        </p:txBody>
      </p:sp>
      <p:sp>
        <p:nvSpPr>
          <p:cNvPr id="4" name="object 4"/>
          <p:cNvSpPr/>
          <p:nvPr/>
        </p:nvSpPr>
        <p:spPr>
          <a:xfrm>
            <a:off x="1043177" y="1214627"/>
            <a:ext cx="6581140" cy="5019675"/>
          </a:xfrm>
          <a:custGeom>
            <a:avLst/>
            <a:gdLst/>
            <a:ahLst/>
            <a:cxnLst/>
            <a:rect l="l" t="t" r="r" b="b"/>
            <a:pathLst>
              <a:path w="6581140" h="5019675">
                <a:moveTo>
                  <a:pt x="0" y="5019294"/>
                </a:moveTo>
                <a:lnTo>
                  <a:pt x="0" y="0"/>
                </a:lnTo>
                <a:lnTo>
                  <a:pt x="6580632" y="0"/>
                </a:lnTo>
                <a:lnTo>
                  <a:pt x="6580632" y="5019294"/>
                </a:lnTo>
                <a:lnTo>
                  <a:pt x="0" y="5019294"/>
                </a:lnTo>
                <a:close/>
              </a:path>
            </a:pathLst>
          </a:custGeom>
          <a:ln w="98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5407" y="1233845"/>
            <a:ext cx="247015" cy="109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0"/>
              </a:lnSpc>
            </a:pPr>
            <a:r>
              <a:rPr dirty="0" sz="750" spc="10" b="1">
                <a:latin typeface="Arial"/>
                <a:cs typeface="Arial"/>
              </a:rPr>
              <a:t>class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77277" y="1209547"/>
            <a:ext cx="2501265" cy="3761740"/>
            <a:chOff x="977277" y="1209547"/>
            <a:chExt cx="2501265" cy="3761740"/>
          </a:xfrm>
        </p:grpSpPr>
        <p:sp>
          <p:nvSpPr>
            <p:cNvPr id="7" name="object 7"/>
            <p:cNvSpPr/>
            <p:nvPr/>
          </p:nvSpPr>
          <p:spPr>
            <a:xfrm>
              <a:off x="1043177" y="1358645"/>
              <a:ext cx="2392680" cy="0"/>
            </a:xfrm>
            <a:custGeom>
              <a:avLst/>
              <a:gdLst/>
              <a:ahLst/>
              <a:cxnLst/>
              <a:rect l="l" t="t" r="r" b="b"/>
              <a:pathLst>
                <a:path w="2392679" h="0">
                  <a:moveTo>
                    <a:pt x="0" y="0"/>
                  </a:moveTo>
                  <a:lnTo>
                    <a:pt x="2392680" y="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473196" y="1214627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w="0" h="96519">
                  <a:moveTo>
                    <a:pt x="0" y="0"/>
                  </a:moveTo>
                  <a:lnTo>
                    <a:pt x="0" y="96012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438906" y="1310639"/>
              <a:ext cx="34290" cy="48260"/>
            </a:xfrm>
            <a:custGeom>
              <a:avLst/>
              <a:gdLst/>
              <a:ahLst/>
              <a:cxnLst/>
              <a:rect l="l" t="t" r="r" b="b"/>
              <a:pathLst>
                <a:path w="34289" h="48259">
                  <a:moveTo>
                    <a:pt x="0" y="48005"/>
                  </a:moveTo>
                  <a:lnTo>
                    <a:pt x="34290" y="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277" y="2619387"/>
              <a:ext cx="141706" cy="1279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277" y="4843665"/>
              <a:ext cx="141706" cy="12722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75258" y="4773422"/>
            <a:ext cx="86931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pwr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in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Elec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Power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17251" y="1733181"/>
            <a:ext cx="3873500" cy="3990340"/>
            <a:chOff x="3817251" y="1733181"/>
            <a:chExt cx="3873500" cy="399034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50289" y="4495431"/>
              <a:ext cx="140182" cy="12722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50289" y="2602623"/>
              <a:ext cx="140182" cy="12951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50289" y="1733181"/>
              <a:ext cx="140182" cy="12799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83152" y="5164835"/>
              <a:ext cx="3065780" cy="553720"/>
            </a:xfrm>
            <a:custGeom>
              <a:avLst/>
              <a:gdLst/>
              <a:ahLst/>
              <a:cxnLst/>
              <a:rect l="l" t="t" r="r" b="b"/>
              <a:pathLst>
                <a:path w="3065779" h="553720">
                  <a:moveTo>
                    <a:pt x="0" y="553212"/>
                  </a:moveTo>
                  <a:lnTo>
                    <a:pt x="0" y="0"/>
                  </a:lnTo>
                  <a:lnTo>
                    <a:pt x="3065526" y="0"/>
                  </a:lnTo>
                  <a:lnTo>
                    <a:pt x="3065526" y="553212"/>
                  </a:lnTo>
                  <a:lnTo>
                    <a:pt x="0" y="553212"/>
                  </a:lnTo>
                  <a:close/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7251" y="5246763"/>
              <a:ext cx="139420" cy="12799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072638" y="5136896"/>
            <a:ext cx="7645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pwr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Elec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Power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17111" y="5105031"/>
            <a:ext cx="3023870" cy="555625"/>
            <a:chOff x="3817111" y="5105031"/>
            <a:chExt cx="3023870" cy="555625"/>
          </a:xfrm>
        </p:grpSpPr>
        <p:sp>
          <p:nvSpPr>
            <p:cNvPr id="21" name="object 21"/>
            <p:cNvSpPr/>
            <p:nvPr/>
          </p:nvSpPr>
          <p:spPr>
            <a:xfrm>
              <a:off x="3822191" y="5537454"/>
              <a:ext cx="129539" cy="118110"/>
            </a:xfrm>
            <a:custGeom>
              <a:avLst/>
              <a:gdLst/>
              <a:ahLst/>
              <a:cxnLst/>
              <a:rect l="l" t="t" r="r" b="b"/>
              <a:pathLst>
                <a:path w="129539" h="118110">
                  <a:moveTo>
                    <a:pt x="129539" y="118110"/>
                  </a:moveTo>
                  <a:lnTo>
                    <a:pt x="129539" y="0"/>
                  </a:lnTo>
                  <a:lnTo>
                    <a:pt x="0" y="0"/>
                  </a:lnTo>
                  <a:lnTo>
                    <a:pt x="0" y="118110"/>
                  </a:lnTo>
                  <a:lnTo>
                    <a:pt x="129539" y="1181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822191" y="5537454"/>
              <a:ext cx="129539" cy="118110"/>
            </a:xfrm>
            <a:custGeom>
              <a:avLst/>
              <a:gdLst/>
              <a:ahLst/>
              <a:cxnLst/>
              <a:rect l="l" t="t" r="r" b="b"/>
              <a:pathLst>
                <a:path w="129539" h="118110">
                  <a:moveTo>
                    <a:pt x="0" y="118110"/>
                  </a:moveTo>
                  <a:lnTo>
                    <a:pt x="0" y="0"/>
                  </a:lnTo>
                  <a:lnTo>
                    <a:pt x="129539" y="0"/>
                  </a:lnTo>
                  <a:lnTo>
                    <a:pt x="129539" y="118110"/>
                  </a:lnTo>
                  <a:lnTo>
                    <a:pt x="0" y="118110"/>
                  </a:lnTo>
                  <a:close/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18569" y="5105031"/>
              <a:ext cx="140182" cy="12799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99135" y="5105031"/>
              <a:ext cx="141706" cy="12799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785862" y="4954016"/>
            <a:ext cx="45910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v1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V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Ctrl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51947" y="5105031"/>
            <a:ext cx="142468" cy="12799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643376" y="4970779"/>
            <a:ext cx="45910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v2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V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Ctrl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295275" y="5105031"/>
            <a:ext cx="142468" cy="12799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513579" y="4970779"/>
            <a:ext cx="1837689" cy="3956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  <a:tabLst>
                <a:tab pos="1121410" algn="l"/>
              </a:tabLst>
            </a:pPr>
            <a:r>
              <a:rPr dirty="0" sz="750" spc="10">
                <a:latin typeface="Arial MT"/>
                <a:cs typeface="Arial MT"/>
              </a:rPr>
              <a:t>b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1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Boiler</a:t>
            </a:r>
            <a:r>
              <a:rPr dirty="0" sz="750" spc="10">
                <a:latin typeface="Arial MT"/>
                <a:cs typeface="Arial MT"/>
              </a:rPr>
              <a:t> Signals	</a:t>
            </a:r>
            <a:r>
              <a:rPr dirty="0" baseline="3703" sz="1125" spc="15">
                <a:latin typeface="Arial MT"/>
                <a:cs typeface="Arial MT"/>
              </a:rPr>
              <a:t>bp</a:t>
            </a:r>
            <a:r>
              <a:rPr dirty="0" baseline="3703" sz="1125" spc="-15">
                <a:latin typeface="Arial MT"/>
                <a:cs typeface="Arial MT"/>
              </a:rPr>
              <a:t> </a:t>
            </a:r>
            <a:r>
              <a:rPr dirty="0" baseline="3703" sz="1125" spc="7">
                <a:latin typeface="Arial MT"/>
                <a:cs typeface="Arial MT"/>
              </a:rPr>
              <a:t>:</a:t>
            </a:r>
            <a:r>
              <a:rPr dirty="0" baseline="3703" sz="1125" spc="-15">
                <a:latin typeface="Arial MT"/>
                <a:cs typeface="Arial MT"/>
              </a:rPr>
              <a:t> </a:t>
            </a:r>
            <a:r>
              <a:rPr dirty="0" baseline="3703" sz="1125" spc="15">
                <a:latin typeface="Arial MT"/>
                <a:cs typeface="Arial MT"/>
              </a:rPr>
              <a:t>Elec</a:t>
            </a:r>
            <a:r>
              <a:rPr dirty="0" baseline="3703" sz="1125" spc="-22">
                <a:latin typeface="Arial MT"/>
                <a:cs typeface="Arial MT"/>
              </a:rPr>
              <a:t> </a:t>
            </a:r>
            <a:r>
              <a:rPr dirty="0" baseline="3703" sz="1125" spc="15">
                <a:latin typeface="Arial MT"/>
                <a:cs typeface="Arial MT"/>
              </a:rPr>
              <a:t>Power</a:t>
            </a:r>
            <a:endParaRPr baseline="3703" sz="1125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Arial MT"/>
              <a:cs typeface="Arial MT"/>
            </a:endParaRPr>
          </a:p>
          <a:p>
            <a:pPr algn="ctr" marL="55244">
              <a:lnSpc>
                <a:spcPct val="100000"/>
              </a:lnSpc>
            </a:pPr>
            <a:r>
              <a:rPr dirty="0" sz="750" spc="10" b="1">
                <a:latin typeface="Arial"/>
                <a:cs typeface="Arial"/>
              </a:rPr>
              <a:t>heat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&amp;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spc="5" b="1">
                <a:latin typeface="Arial"/>
                <a:cs typeface="Arial"/>
              </a:rPr>
              <a:t>valve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spc="5" b="1">
                <a:latin typeface="Arial"/>
                <a:cs typeface="Arial"/>
              </a:rPr>
              <a:t>: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Controller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547113" y="1392427"/>
            <a:ext cx="2892425" cy="2115820"/>
            <a:chOff x="1547113" y="1392427"/>
            <a:chExt cx="2892425" cy="2115820"/>
          </a:xfrm>
        </p:grpSpPr>
        <p:sp>
          <p:nvSpPr>
            <p:cNvPr id="31" name="object 31"/>
            <p:cNvSpPr/>
            <p:nvPr/>
          </p:nvSpPr>
          <p:spPr>
            <a:xfrm>
              <a:off x="2349245" y="1397507"/>
              <a:ext cx="2085339" cy="1385570"/>
            </a:xfrm>
            <a:custGeom>
              <a:avLst/>
              <a:gdLst/>
              <a:ahLst/>
              <a:cxnLst/>
              <a:rect l="l" t="t" r="r" b="b"/>
              <a:pathLst>
                <a:path w="2085339" h="1385570">
                  <a:moveTo>
                    <a:pt x="0" y="1385316"/>
                  </a:moveTo>
                  <a:lnTo>
                    <a:pt x="0" y="0"/>
                  </a:lnTo>
                  <a:lnTo>
                    <a:pt x="2084832" y="0"/>
                  </a:lnTo>
                  <a:lnTo>
                    <a:pt x="2084832" y="1385315"/>
                  </a:lnTo>
                  <a:lnTo>
                    <a:pt x="0" y="1385316"/>
                  </a:lnTo>
                  <a:close/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552193" y="3114293"/>
              <a:ext cx="1472565" cy="388620"/>
            </a:xfrm>
            <a:custGeom>
              <a:avLst/>
              <a:gdLst/>
              <a:ahLst/>
              <a:cxnLst/>
              <a:rect l="l" t="t" r="r" b="b"/>
              <a:pathLst>
                <a:path w="1472564" h="388620">
                  <a:moveTo>
                    <a:pt x="0" y="388620"/>
                  </a:moveTo>
                  <a:lnTo>
                    <a:pt x="0" y="0"/>
                  </a:lnTo>
                  <a:lnTo>
                    <a:pt x="1472184" y="0"/>
                  </a:lnTo>
                  <a:lnTo>
                    <a:pt x="1472184" y="388619"/>
                  </a:lnTo>
                  <a:lnTo>
                    <a:pt x="0" y="388620"/>
                  </a:lnTo>
                  <a:close/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658366" y="3173983"/>
            <a:ext cx="13569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 b="1">
                <a:latin typeface="Arial"/>
                <a:cs typeface="Arial"/>
              </a:rPr>
              <a:t>condenser</a:t>
            </a:r>
            <a:r>
              <a:rPr dirty="0" sz="750" spc="-5" b="1">
                <a:latin typeface="Arial"/>
                <a:cs typeface="Arial"/>
              </a:rPr>
              <a:t> </a:t>
            </a:r>
            <a:r>
              <a:rPr dirty="0" sz="750" spc="5" b="1">
                <a:latin typeface="Arial"/>
                <a:cs typeface="Arial"/>
              </a:rPr>
              <a:t>:</a:t>
            </a:r>
            <a:r>
              <a:rPr dirty="0" sz="750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Heat</a:t>
            </a:r>
            <a:r>
              <a:rPr dirty="0" sz="750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Exchanger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40039" y="3054489"/>
            <a:ext cx="3251835" cy="509270"/>
            <a:chOff x="1740039" y="3054489"/>
            <a:chExt cx="3251835" cy="509270"/>
          </a:xfrm>
        </p:grpSpPr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40039" y="3054489"/>
              <a:ext cx="140182" cy="12951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03969" y="3054489"/>
              <a:ext cx="140182" cy="12951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94063" y="3433965"/>
              <a:ext cx="142468" cy="12951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47659" y="3433965"/>
              <a:ext cx="141706" cy="12951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575304" y="3114293"/>
              <a:ext cx="1411605" cy="388620"/>
            </a:xfrm>
            <a:custGeom>
              <a:avLst/>
              <a:gdLst/>
              <a:ahLst/>
              <a:cxnLst/>
              <a:rect l="l" t="t" r="r" b="b"/>
              <a:pathLst>
                <a:path w="1411604" h="388620">
                  <a:moveTo>
                    <a:pt x="0" y="388620"/>
                  </a:moveTo>
                  <a:lnTo>
                    <a:pt x="0" y="0"/>
                  </a:lnTo>
                  <a:lnTo>
                    <a:pt x="1411224" y="0"/>
                  </a:lnTo>
                  <a:lnTo>
                    <a:pt x="1411224" y="388619"/>
                  </a:lnTo>
                  <a:lnTo>
                    <a:pt x="0" y="388620"/>
                  </a:lnTo>
                  <a:close/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3870452" y="3173983"/>
            <a:ext cx="90233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 b="1">
                <a:latin typeface="Arial"/>
                <a:cs typeface="Arial"/>
              </a:rPr>
              <a:t>evaporator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spc="5" b="1">
                <a:latin typeface="Arial"/>
                <a:cs typeface="Arial"/>
              </a:rPr>
              <a:t>:</a:t>
            </a:r>
            <a:r>
              <a:rPr dirty="0" sz="750" spc="-20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Boiler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746385" y="3054489"/>
            <a:ext cx="1061720" cy="509270"/>
            <a:chOff x="3746385" y="3054489"/>
            <a:chExt cx="1061720" cy="509270"/>
          </a:xfrm>
        </p:grpSpPr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46385" y="3054489"/>
              <a:ext cx="141706" cy="12951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46385" y="3433965"/>
              <a:ext cx="141706" cy="12951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39449" y="3054489"/>
              <a:ext cx="141706" cy="12951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66119" y="3433965"/>
              <a:ext cx="141706" cy="129514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847335" y="3498596"/>
            <a:ext cx="76517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p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in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Elec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Power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47" name="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223765" y="3438905"/>
            <a:ext cx="131825" cy="119634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3885691" y="3549650"/>
            <a:ext cx="7600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c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Boiler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Signals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600700" y="3114294"/>
            <a:ext cx="1348105" cy="388620"/>
          </a:xfrm>
          <a:custGeom>
            <a:avLst/>
            <a:gdLst/>
            <a:ahLst/>
            <a:cxnLst/>
            <a:rect l="l" t="t" r="r" b="b"/>
            <a:pathLst>
              <a:path w="1348104" h="388620">
                <a:moveTo>
                  <a:pt x="0" y="388620"/>
                </a:moveTo>
                <a:lnTo>
                  <a:pt x="0" y="0"/>
                </a:lnTo>
                <a:lnTo>
                  <a:pt x="1347978" y="0"/>
                </a:lnTo>
                <a:lnTo>
                  <a:pt x="1347978" y="388619"/>
                </a:lnTo>
                <a:lnTo>
                  <a:pt x="0" y="388620"/>
                </a:lnTo>
                <a:close/>
              </a:path>
            </a:pathLst>
          </a:custGeom>
          <a:ln w="98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011671" y="3173983"/>
            <a:ext cx="6121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 b="1">
                <a:latin typeface="Arial"/>
                <a:cs typeface="Arial"/>
              </a:rPr>
              <a:t>drain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spc="5" b="1">
                <a:latin typeface="Arial"/>
                <a:cs typeface="Arial"/>
              </a:rPr>
              <a:t>: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Valve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691009" y="3054489"/>
            <a:ext cx="1149985" cy="509270"/>
            <a:chOff x="5691009" y="3054489"/>
            <a:chExt cx="1149985" cy="509270"/>
          </a:xfrm>
        </p:grpSpPr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91009" y="3054489"/>
              <a:ext cx="142468" cy="12951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689229" y="3054489"/>
              <a:ext cx="142468" cy="12951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99135" y="3433965"/>
              <a:ext cx="141706" cy="129514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6910069" y="3515359"/>
            <a:ext cx="40386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v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V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Ctrl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552194" y="5164835"/>
            <a:ext cx="1164590" cy="553720"/>
          </a:xfrm>
          <a:custGeom>
            <a:avLst/>
            <a:gdLst/>
            <a:ahLst/>
            <a:cxnLst/>
            <a:rect l="l" t="t" r="r" b="b"/>
            <a:pathLst>
              <a:path w="1164589" h="553720">
                <a:moveTo>
                  <a:pt x="0" y="553212"/>
                </a:moveTo>
                <a:lnTo>
                  <a:pt x="0" y="0"/>
                </a:lnTo>
                <a:lnTo>
                  <a:pt x="1164336" y="0"/>
                </a:lnTo>
                <a:lnTo>
                  <a:pt x="1164336" y="553211"/>
                </a:lnTo>
                <a:lnTo>
                  <a:pt x="0" y="553212"/>
                </a:lnTo>
                <a:close/>
              </a:path>
            </a:pathLst>
          </a:custGeom>
          <a:ln w="98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1672082" y="5197855"/>
            <a:ext cx="96202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 b="1">
                <a:latin typeface="Arial"/>
                <a:cs typeface="Arial"/>
              </a:rPr>
              <a:t>user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5" b="1">
                <a:latin typeface="Arial"/>
                <a:cs typeface="Arial"/>
              </a:rPr>
              <a:t>: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Control</a:t>
            </a:r>
            <a:r>
              <a:rPr dirty="0" sz="750" spc="-10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Panel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527808" y="1614931"/>
            <a:ext cx="1113790" cy="4046220"/>
            <a:chOff x="2527808" y="1614931"/>
            <a:chExt cx="1113790" cy="4046220"/>
          </a:xfrm>
        </p:grpSpPr>
        <p:sp>
          <p:nvSpPr>
            <p:cNvPr id="59" name="object 59"/>
            <p:cNvSpPr/>
            <p:nvPr/>
          </p:nvSpPr>
          <p:spPr>
            <a:xfrm>
              <a:off x="2647950" y="5537454"/>
              <a:ext cx="129539" cy="118110"/>
            </a:xfrm>
            <a:custGeom>
              <a:avLst/>
              <a:gdLst/>
              <a:ahLst/>
              <a:cxnLst/>
              <a:rect l="l" t="t" r="r" b="b"/>
              <a:pathLst>
                <a:path w="129539" h="118110">
                  <a:moveTo>
                    <a:pt x="129539" y="118110"/>
                  </a:moveTo>
                  <a:lnTo>
                    <a:pt x="129539" y="0"/>
                  </a:lnTo>
                  <a:lnTo>
                    <a:pt x="0" y="0"/>
                  </a:lnTo>
                  <a:lnTo>
                    <a:pt x="0" y="118110"/>
                  </a:lnTo>
                  <a:lnTo>
                    <a:pt x="129539" y="1181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647950" y="5537454"/>
              <a:ext cx="129539" cy="118110"/>
            </a:xfrm>
            <a:custGeom>
              <a:avLst/>
              <a:gdLst/>
              <a:ahLst/>
              <a:cxnLst/>
              <a:rect l="l" t="t" r="r" b="b"/>
              <a:pathLst>
                <a:path w="129539" h="118110">
                  <a:moveTo>
                    <a:pt x="0" y="118110"/>
                  </a:moveTo>
                  <a:lnTo>
                    <a:pt x="0" y="0"/>
                  </a:lnTo>
                  <a:lnTo>
                    <a:pt x="129539" y="0"/>
                  </a:lnTo>
                  <a:lnTo>
                    <a:pt x="129539" y="118110"/>
                  </a:lnTo>
                  <a:lnTo>
                    <a:pt x="0" y="118110"/>
                  </a:lnTo>
                  <a:close/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532888" y="1620011"/>
              <a:ext cx="1103630" cy="331470"/>
            </a:xfrm>
            <a:custGeom>
              <a:avLst/>
              <a:gdLst/>
              <a:ahLst/>
              <a:cxnLst/>
              <a:rect l="l" t="t" r="r" b="b"/>
              <a:pathLst>
                <a:path w="1103629" h="331469">
                  <a:moveTo>
                    <a:pt x="0" y="331470"/>
                  </a:moveTo>
                  <a:lnTo>
                    <a:pt x="0" y="0"/>
                  </a:lnTo>
                  <a:lnTo>
                    <a:pt x="1103376" y="0"/>
                  </a:lnTo>
                  <a:lnTo>
                    <a:pt x="1103376" y="331470"/>
                  </a:lnTo>
                  <a:lnTo>
                    <a:pt x="0" y="331470"/>
                  </a:lnTo>
                  <a:close/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2648966" y="1615693"/>
            <a:ext cx="941069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 b="1">
                <a:latin typeface="Arial"/>
                <a:cs typeface="Arial"/>
              </a:rPr>
              <a:t>splitter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5" b="1">
                <a:latin typeface="Arial"/>
                <a:cs typeface="Arial"/>
              </a:rPr>
              <a:t>:</a:t>
            </a:r>
            <a:r>
              <a:rPr dirty="0" sz="750" spc="-20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Tee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Fitting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818385" y="1733181"/>
            <a:ext cx="5742305" cy="2820035"/>
            <a:chOff x="1818385" y="1733181"/>
            <a:chExt cx="5742305" cy="2820035"/>
          </a:xfrm>
        </p:grpSpPr>
        <p:pic>
          <p:nvPicPr>
            <p:cNvPr id="64" name="object 6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703969" y="1884057"/>
              <a:ext cx="140182" cy="12799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562743" y="1733181"/>
              <a:ext cx="140182" cy="12799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325761" y="1884057"/>
              <a:ext cx="141706" cy="12799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268979" y="2283713"/>
              <a:ext cx="981710" cy="348615"/>
            </a:xfrm>
            <a:custGeom>
              <a:avLst/>
              <a:gdLst/>
              <a:ahLst/>
              <a:cxnLst/>
              <a:rect l="l" t="t" r="r" b="b"/>
              <a:pathLst>
                <a:path w="981710" h="348614">
                  <a:moveTo>
                    <a:pt x="0" y="348234"/>
                  </a:moveTo>
                  <a:lnTo>
                    <a:pt x="0" y="0"/>
                  </a:lnTo>
                  <a:lnTo>
                    <a:pt x="981456" y="0"/>
                  </a:lnTo>
                  <a:lnTo>
                    <a:pt x="981456" y="348234"/>
                  </a:lnTo>
                  <a:lnTo>
                    <a:pt x="0" y="348234"/>
                  </a:lnTo>
                  <a:close/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342525" y="2223147"/>
              <a:ext cx="141706" cy="12951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736479" y="2563761"/>
              <a:ext cx="142468" cy="12799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334905" y="2563761"/>
              <a:ext cx="140182" cy="12799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823465" y="3558539"/>
              <a:ext cx="5732145" cy="989330"/>
            </a:xfrm>
            <a:custGeom>
              <a:avLst/>
              <a:gdLst/>
              <a:ahLst/>
              <a:cxnLst/>
              <a:rect l="l" t="t" r="r" b="b"/>
              <a:pathLst>
                <a:path w="5732145" h="989329">
                  <a:moveTo>
                    <a:pt x="5731764" y="989075"/>
                  </a:moveTo>
                  <a:lnTo>
                    <a:pt x="0" y="989075"/>
                  </a:lnTo>
                  <a:lnTo>
                    <a:pt x="0" y="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3842258" y="4370323"/>
            <a:ext cx="5791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main4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H2O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692905" y="1781048"/>
            <a:ext cx="3867785" cy="2810510"/>
            <a:chOff x="3692905" y="1781048"/>
            <a:chExt cx="3867785" cy="2810510"/>
          </a:xfrm>
        </p:grpSpPr>
        <p:pic>
          <p:nvPicPr>
            <p:cNvPr id="74" name="object 7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106049" y="4502289"/>
              <a:ext cx="88366" cy="89128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697985" y="1786128"/>
              <a:ext cx="3857625" cy="0"/>
            </a:xfrm>
            <a:custGeom>
              <a:avLst/>
              <a:gdLst/>
              <a:ahLst/>
              <a:cxnLst/>
              <a:rect l="l" t="t" r="r" b="b"/>
              <a:pathLst>
                <a:path w="3857625" h="0">
                  <a:moveTo>
                    <a:pt x="3857244" y="0"/>
                  </a:moveTo>
                  <a:lnTo>
                    <a:pt x="0" y="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5470652" y="1591310"/>
            <a:ext cx="52959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m2.2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H2O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108964" y="1740801"/>
            <a:ext cx="4565650" cy="3571875"/>
            <a:chOff x="1108964" y="1740801"/>
            <a:chExt cx="4565650" cy="3571875"/>
          </a:xfrm>
        </p:grpSpPr>
        <p:pic>
          <p:nvPicPr>
            <p:cNvPr id="78" name="object 7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85853" y="1740801"/>
              <a:ext cx="88366" cy="89128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114044" y="4920233"/>
              <a:ext cx="2708275" cy="387350"/>
            </a:xfrm>
            <a:custGeom>
              <a:avLst/>
              <a:gdLst/>
              <a:ahLst/>
              <a:cxnLst/>
              <a:rect l="l" t="t" r="r" b="b"/>
              <a:pathLst>
                <a:path w="2708275" h="387350">
                  <a:moveTo>
                    <a:pt x="2708148" y="387096"/>
                  </a:moveTo>
                  <a:lnTo>
                    <a:pt x="1847088" y="387096"/>
                  </a:lnTo>
                  <a:lnTo>
                    <a:pt x="1847088" y="0"/>
                  </a:lnTo>
                  <a:lnTo>
                    <a:pt x="0" y="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2161285" y="4716272"/>
            <a:ext cx="109918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">
                <a:latin typeface="Arial MT"/>
                <a:cs typeface="Arial MT"/>
              </a:rPr>
              <a:t>distiller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pwr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Elec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Power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2643009" y="2681732"/>
            <a:ext cx="1490345" cy="2433320"/>
            <a:chOff x="2643009" y="2681732"/>
            <a:chExt cx="1490345" cy="2433320"/>
          </a:xfrm>
        </p:grpSpPr>
        <p:pic>
          <p:nvPicPr>
            <p:cNvPr id="82" name="object 8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43009" y="4874907"/>
              <a:ext cx="88366" cy="89128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3391661" y="2686812"/>
              <a:ext cx="736600" cy="2423160"/>
            </a:xfrm>
            <a:custGeom>
              <a:avLst/>
              <a:gdLst/>
              <a:ahLst/>
              <a:cxnLst/>
              <a:rect l="l" t="t" r="r" b="b"/>
              <a:pathLst>
                <a:path w="736600" h="2423160">
                  <a:moveTo>
                    <a:pt x="0" y="0"/>
                  </a:moveTo>
                  <a:lnTo>
                    <a:pt x="0" y="2177796"/>
                  </a:lnTo>
                  <a:lnTo>
                    <a:pt x="736092" y="2177796"/>
                  </a:lnTo>
                  <a:lnTo>
                    <a:pt x="736092" y="242316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2685542" y="4250690"/>
            <a:ext cx="6724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feed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ctl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V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Ctrl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3342525" y="3553459"/>
            <a:ext cx="3204845" cy="1562100"/>
            <a:chOff x="3342525" y="3553459"/>
            <a:chExt cx="3204845" cy="1562100"/>
          </a:xfrm>
        </p:grpSpPr>
        <p:pic>
          <p:nvPicPr>
            <p:cNvPr id="86" name="object 8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342525" y="4185297"/>
              <a:ext cx="98272" cy="82270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741926" y="3558539"/>
              <a:ext cx="1629410" cy="1551940"/>
            </a:xfrm>
            <a:custGeom>
              <a:avLst/>
              <a:gdLst/>
              <a:ahLst/>
              <a:cxnLst/>
              <a:rect l="l" t="t" r="r" b="b"/>
              <a:pathLst>
                <a:path w="1629410" h="1551939">
                  <a:moveTo>
                    <a:pt x="0" y="0"/>
                  </a:moveTo>
                  <a:lnTo>
                    <a:pt x="0" y="307848"/>
                  </a:lnTo>
                  <a:lnTo>
                    <a:pt x="1629156" y="307847"/>
                  </a:lnTo>
                  <a:lnTo>
                    <a:pt x="1629156" y="1551431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5661660" y="3724655"/>
              <a:ext cx="885825" cy="95250"/>
            </a:xfrm>
            <a:custGeom>
              <a:avLst/>
              <a:gdLst/>
              <a:ahLst/>
              <a:cxnLst/>
              <a:rect l="l" t="t" r="r" b="b"/>
              <a:pathLst>
                <a:path w="885825" h="95250">
                  <a:moveTo>
                    <a:pt x="885443" y="95250"/>
                  </a:moveTo>
                  <a:lnTo>
                    <a:pt x="885443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885443" y="95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5689346" y="3695953"/>
            <a:ext cx="90741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">
                <a:latin typeface="Arial MT"/>
                <a:cs typeface="Arial MT"/>
              </a:rPr>
              <a:t>htr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pwr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Elec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Power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6024003" y="3553459"/>
            <a:ext cx="746125" cy="1562100"/>
            <a:chOff x="6024003" y="3553459"/>
            <a:chExt cx="746125" cy="1562100"/>
          </a:xfrm>
        </p:grpSpPr>
        <p:pic>
          <p:nvPicPr>
            <p:cNvPr id="91" name="object 9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024003" y="3822585"/>
              <a:ext cx="88366" cy="89128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765035" y="3558539"/>
              <a:ext cx="0" cy="1551940"/>
            </a:xfrm>
            <a:custGeom>
              <a:avLst/>
              <a:gdLst/>
              <a:ahLst/>
              <a:cxnLst/>
              <a:rect l="l" t="t" r="r" b="b"/>
              <a:pathLst>
                <a:path w="0" h="1551939">
                  <a:moveTo>
                    <a:pt x="0" y="0"/>
                  </a:moveTo>
                  <a:lnTo>
                    <a:pt x="0" y="1551432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/>
          <p:cNvSpPr txBox="1"/>
          <p:nvPr/>
        </p:nvSpPr>
        <p:spPr>
          <a:xfrm>
            <a:off x="6849871" y="4361179"/>
            <a:ext cx="6985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">
                <a:latin typeface="Arial MT"/>
                <a:cs typeface="Arial MT"/>
              </a:rPr>
              <a:t>drain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ctl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V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Ctrl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4279646" y="3553459"/>
            <a:ext cx="2534920" cy="1562100"/>
            <a:chOff x="4279646" y="3553459"/>
            <a:chExt cx="2534920" cy="1562100"/>
          </a:xfrm>
        </p:grpSpPr>
        <p:pic>
          <p:nvPicPr>
            <p:cNvPr id="95" name="object 9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716661" y="4288929"/>
              <a:ext cx="97510" cy="81508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4284726" y="3558539"/>
              <a:ext cx="1008380" cy="1551940"/>
            </a:xfrm>
            <a:custGeom>
              <a:avLst/>
              <a:gdLst/>
              <a:ahLst/>
              <a:cxnLst/>
              <a:rect l="l" t="t" r="r" b="b"/>
              <a:pathLst>
                <a:path w="1008379" h="1551939">
                  <a:moveTo>
                    <a:pt x="0" y="0"/>
                  </a:moveTo>
                  <a:lnTo>
                    <a:pt x="0" y="640842"/>
                  </a:lnTo>
                  <a:lnTo>
                    <a:pt x="1008126" y="640841"/>
                  </a:lnTo>
                  <a:lnTo>
                    <a:pt x="1008126" y="1551432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/>
          <p:cNvSpPr txBox="1"/>
          <p:nvPr/>
        </p:nvSpPr>
        <p:spPr>
          <a:xfrm>
            <a:off x="5379211" y="4582159"/>
            <a:ext cx="79692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">
                <a:latin typeface="Arial MT"/>
                <a:cs typeface="Arial MT"/>
              </a:rPr>
              <a:t>blr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status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Blr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Sig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4373117" y="4056126"/>
            <a:ext cx="586740" cy="96520"/>
          </a:xfrm>
          <a:custGeom>
            <a:avLst/>
            <a:gdLst/>
            <a:ahLst/>
            <a:cxnLst/>
            <a:rect l="l" t="t" r="r" b="b"/>
            <a:pathLst>
              <a:path w="586739" h="96520">
                <a:moveTo>
                  <a:pt x="586739" y="96012"/>
                </a:moveTo>
                <a:lnTo>
                  <a:pt x="586739" y="0"/>
                </a:lnTo>
                <a:lnTo>
                  <a:pt x="0" y="0"/>
                </a:lnTo>
                <a:lnTo>
                  <a:pt x="0" y="96012"/>
                </a:lnTo>
                <a:lnTo>
                  <a:pt x="586739" y="96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4393946" y="4028947"/>
            <a:ext cx="6330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">
                <a:latin typeface="Arial MT"/>
                <a:cs typeface="Arial MT"/>
              </a:rPr>
              <a:t>blr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ctl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Blr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Sig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2244089" y="2002027"/>
            <a:ext cx="3097530" cy="2654300"/>
            <a:chOff x="2244089" y="2002027"/>
            <a:chExt cx="3097530" cy="2654300"/>
          </a:xfrm>
        </p:grpSpPr>
        <p:pic>
          <p:nvPicPr>
            <p:cNvPr id="101" name="object 10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235589" y="4004703"/>
              <a:ext cx="98272" cy="79984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243715" y="4574679"/>
              <a:ext cx="97510" cy="81508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2787395" y="2007107"/>
              <a:ext cx="0" cy="1052830"/>
            </a:xfrm>
            <a:custGeom>
              <a:avLst/>
              <a:gdLst/>
              <a:ahLst/>
              <a:cxnLst/>
              <a:rect l="l" t="t" r="r" b="b"/>
              <a:pathLst>
                <a:path w="0" h="1052830">
                  <a:moveTo>
                    <a:pt x="0" y="0"/>
                  </a:moveTo>
                  <a:lnTo>
                    <a:pt x="0" y="1052322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2244089" y="2545080"/>
              <a:ext cx="516890" cy="96520"/>
            </a:xfrm>
            <a:custGeom>
              <a:avLst/>
              <a:gdLst/>
              <a:ahLst/>
              <a:cxnLst/>
              <a:rect l="l" t="t" r="r" b="b"/>
              <a:pathLst>
                <a:path w="516889" h="96519">
                  <a:moveTo>
                    <a:pt x="516636" y="96012"/>
                  </a:moveTo>
                  <a:lnTo>
                    <a:pt x="516636" y="0"/>
                  </a:lnTo>
                  <a:lnTo>
                    <a:pt x="0" y="0"/>
                  </a:lnTo>
                  <a:lnTo>
                    <a:pt x="0" y="96012"/>
                  </a:lnTo>
                  <a:lnTo>
                    <a:pt x="516636" y="96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2166620" y="2516377"/>
            <a:ext cx="5791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main2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H2O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2738259" y="2485275"/>
            <a:ext cx="3051175" cy="579755"/>
            <a:chOff x="2738259" y="2485275"/>
            <a:chExt cx="3051175" cy="579755"/>
          </a:xfrm>
        </p:grpSpPr>
        <p:pic>
          <p:nvPicPr>
            <p:cNvPr id="107" name="object 10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738259" y="2485275"/>
              <a:ext cx="98272" cy="81508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4715255" y="2703575"/>
              <a:ext cx="1069340" cy="356235"/>
            </a:xfrm>
            <a:custGeom>
              <a:avLst/>
              <a:gdLst/>
              <a:ahLst/>
              <a:cxnLst/>
              <a:rect l="l" t="t" r="r" b="b"/>
              <a:pathLst>
                <a:path w="1069339" h="356235">
                  <a:moveTo>
                    <a:pt x="1069086" y="355853"/>
                  </a:moveTo>
                  <a:lnTo>
                    <a:pt x="1069086" y="0"/>
                  </a:lnTo>
                  <a:lnTo>
                    <a:pt x="0" y="0"/>
                  </a:lnTo>
                  <a:lnTo>
                    <a:pt x="0" y="355853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/>
          <p:cNvSpPr txBox="1"/>
          <p:nvPr/>
        </p:nvSpPr>
        <p:spPr>
          <a:xfrm>
            <a:off x="4985258" y="2549905"/>
            <a:ext cx="8153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sludge1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Residue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2755646" y="2658249"/>
            <a:ext cx="2542540" cy="2947035"/>
            <a:chOff x="2755646" y="2658249"/>
            <a:chExt cx="2542540" cy="2947035"/>
          </a:xfrm>
        </p:grpSpPr>
        <p:pic>
          <p:nvPicPr>
            <p:cNvPr id="111" name="object 11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209425" y="2658249"/>
              <a:ext cx="88366" cy="8912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2777490" y="5599938"/>
              <a:ext cx="1045210" cy="0"/>
            </a:xfrm>
            <a:custGeom>
              <a:avLst/>
              <a:gdLst/>
              <a:ahLst/>
              <a:cxnLst/>
              <a:rect l="l" t="t" r="r" b="b"/>
              <a:pathLst>
                <a:path w="1045210" h="0">
                  <a:moveTo>
                    <a:pt x="0" y="0"/>
                  </a:moveTo>
                  <a:lnTo>
                    <a:pt x="1044702" y="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2760726" y="3558539"/>
              <a:ext cx="1042669" cy="331470"/>
            </a:xfrm>
            <a:custGeom>
              <a:avLst/>
              <a:gdLst/>
              <a:ahLst/>
              <a:cxnLst/>
              <a:rect l="l" t="t" r="r" b="b"/>
              <a:pathLst>
                <a:path w="1042670" h="331470">
                  <a:moveTo>
                    <a:pt x="0" y="0"/>
                  </a:moveTo>
                  <a:lnTo>
                    <a:pt x="0" y="331470"/>
                  </a:lnTo>
                  <a:lnTo>
                    <a:pt x="1042416" y="331470"/>
                  </a:lnTo>
                  <a:lnTo>
                    <a:pt x="1042416" y="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3024378" y="3740657"/>
              <a:ext cx="516890" cy="94615"/>
            </a:xfrm>
            <a:custGeom>
              <a:avLst/>
              <a:gdLst/>
              <a:ahLst/>
              <a:cxnLst/>
              <a:rect l="l" t="t" r="r" b="b"/>
              <a:pathLst>
                <a:path w="516889" h="94614">
                  <a:moveTo>
                    <a:pt x="516636" y="94487"/>
                  </a:moveTo>
                  <a:lnTo>
                    <a:pt x="516636" y="0"/>
                  </a:lnTo>
                  <a:lnTo>
                    <a:pt x="0" y="0"/>
                  </a:lnTo>
                  <a:lnTo>
                    <a:pt x="0" y="94487"/>
                  </a:lnTo>
                  <a:lnTo>
                    <a:pt x="516636" y="944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/>
          <p:cNvSpPr txBox="1"/>
          <p:nvPr/>
        </p:nvSpPr>
        <p:spPr>
          <a:xfrm>
            <a:off x="3045205" y="3712717"/>
            <a:ext cx="57848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main3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H2O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3229749" y="2650490"/>
            <a:ext cx="4330700" cy="1285240"/>
            <a:chOff x="3229749" y="2650490"/>
            <a:chExt cx="4330700" cy="1285240"/>
          </a:xfrm>
        </p:grpSpPr>
        <p:pic>
          <p:nvPicPr>
            <p:cNvPr id="117" name="object 11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229749" y="3846207"/>
              <a:ext cx="88366" cy="89128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6774941" y="2655570"/>
              <a:ext cx="780415" cy="403860"/>
            </a:xfrm>
            <a:custGeom>
              <a:avLst/>
              <a:gdLst/>
              <a:ahLst/>
              <a:cxnLst/>
              <a:rect l="l" t="t" r="r" b="b"/>
              <a:pathLst>
                <a:path w="780415" h="403860">
                  <a:moveTo>
                    <a:pt x="780288" y="0"/>
                  </a:moveTo>
                  <a:lnTo>
                    <a:pt x="0" y="0"/>
                  </a:lnTo>
                  <a:lnTo>
                    <a:pt x="0" y="40386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>
            <a:off x="6607556" y="2477516"/>
            <a:ext cx="81470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sludge2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Residue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1108963" y="2611767"/>
            <a:ext cx="5881370" cy="452755"/>
            <a:chOff x="1108963" y="2611767"/>
            <a:chExt cx="5881370" cy="452755"/>
          </a:xfrm>
        </p:grpSpPr>
        <p:pic>
          <p:nvPicPr>
            <p:cNvPr id="121" name="object 12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900303" y="2611767"/>
              <a:ext cx="89890" cy="8912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1114043" y="2672333"/>
              <a:ext cx="692150" cy="387350"/>
            </a:xfrm>
            <a:custGeom>
              <a:avLst/>
              <a:gdLst/>
              <a:ahLst/>
              <a:cxnLst/>
              <a:rect l="l" t="t" r="r" b="b"/>
              <a:pathLst>
                <a:path w="692150" h="387350">
                  <a:moveTo>
                    <a:pt x="691895" y="387096"/>
                  </a:moveTo>
                  <a:lnTo>
                    <a:pt x="691895" y="0"/>
                  </a:lnTo>
                  <a:lnTo>
                    <a:pt x="0" y="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/>
          <p:cNvSpPr txBox="1"/>
          <p:nvPr/>
        </p:nvSpPr>
        <p:spPr>
          <a:xfrm>
            <a:off x="1440433" y="2516377"/>
            <a:ext cx="57848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main1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10">
                <a:latin typeface="Arial MT"/>
                <a:cs typeface="Arial MT"/>
              </a:rPr>
              <a:t>H2O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1634883" y="2627007"/>
            <a:ext cx="2703195" cy="437515"/>
            <a:chOff x="1634883" y="2627007"/>
            <a:chExt cx="2703195" cy="437515"/>
          </a:xfrm>
        </p:grpSpPr>
        <p:pic>
          <p:nvPicPr>
            <p:cNvPr id="125" name="object 12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634883" y="2627007"/>
              <a:ext cx="88366" cy="89128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3803142" y="2686811"/>
              <a:ext cx="0" cy="372745"/>
            </a:xfrm>
            <a:custGeom>
              <a:avLst/>
              <a:gdLst/>
              <a:ahLst/>
              <a:cxnLst/>
              <a:rect l="l" t="t" r="r" b="b"/>
              <a:pathLst>
                <a:path w="0" h="372744">
                  <a:moveTo>
                    <a:pt x="0" y="372617"/>
                  </a:moveTo>
                  <a:lnTo>
                    <a:pt x="0" y="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3864101" y="2821685"/>
              <a:ext cx="474345" cy="95250"/>
            </a:xfrm>
            <a:custGeom>
              <a:avLst/>
              <a:gdLst/>
              <a:ahLst/>
              <a:cxnLst/>
              <a:rect l="l" t="t" r="r" b="b"/>
              <a:pathLst>
                <a:path w="474345" h="95250">
                  <a:moveTo>
                    <a:pt x="473963" y="95250"/>
                  </a:moveTo>
                  <a:lnTo>
                    <a:pt x="473963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473963" y="95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/>
          <p:cNvSpPr txBox="1"/>
          <p:nvPr/>
        </p:nvSpPr>
        <p:spPr>
          <a:xfrm>
            <a:off x="2953766" y="2616810"/>
            <a:ext cx="1459230" cy="32131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750" spc="10">
                <a:latin typeface="Arial MT"/>
                <a:cs typeface="Arial MT"/>
              </a:rPr>
              <a:t>v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V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Ctrl</a:t>
            </a:r>
            <a:endParaRPr sz="750">
              <a:latin typeface="Arial MT"/>
              <a:cs typeface="Arial MT"/>
            </a:endParaRPr>
          </a:p>
          <a:p>
            <a:pPr marL="941705">
              <a:lnSpc>
                <a:spcPct val="100000"/>
              </a:lnSpc>
              <a:spcBef>
                <a:spcPts val="260"/>
              </a:spcBef>
            </a:pPr>
            <a:r>
              <a:rPr dirty="0" sz="750" spc="10">
                <a:latin typeface="Arial MT"/>
                <a:cs typeface="Arial MT"/>
              </a:rPr>
              <a:t>m2.1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H2O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3386582" y="2002027"/>
            <a:ext cx="465455" cy="913130"/>
            <a:chOff x="3386582" y="2002027"/>
            <a:chExt cx="465455" cy="913130"/>
          </a:xfrm>
        </p:grpSpPr>
        <p:pic>
          <p:nvPicPr>
            <p:cNvPr id="130" name="object 13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754005" y="2833509"/>
              <a:ext cx="97510" cy="81508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3391662" y="2007107"/>
              <a:ext cx="0" cy="220979"/>
            </a:xfrm>
            <a:custGeom>
              <a:avLst/>
              <a:gdLst/>
              <a:ahLst/>
              <a:cxnLst/>
              <a:rect l="l" t="t" r="r" b="b"/>
              <a:pathLst>
                <a:path w="0" h="220980">
                  <a:moveTo>
                    <a:pt x="0" y="220979"/>
                  </a:moveTo>
                  <a:lnTo>
                    <a:pt x="0" y="0"/>
                  </a:lnTo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/>
          <p:cNvSpPr txBox="1"/>
          <p:nvPr/>
        </p:nvSpPr>
        <p:spPr>
          <a:xfrm>
            <a:off x="3471926" y="2043175"/>
            <a:ext cx="605155" cy="4438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m2.1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5">
                <a:latin typeface="Arial MT"/>
                <a:cs typeface="Arial MT"/>
              </a:rPr>
              <a:t>: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15">
                <a:latin typeface="Arial MT"/>
                <a:cs typeface="Arial MT"/>
              </a:rPr>
              <a:t>H2O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 marL="44450">
              <a:lnSpc>
                <a:spcPct val="100000"/>
              </a:lnSpc>
              <a:spcBef>
                <a:spcPts val="545"/>
              </a:spcBef>
            </a:pPr>
            <a:r>
              <a:rPr dirty="0" sz="750" spc="10" b="1">
                <a:latin typeface="Arial"/>
                <a:cs typeface="Arial"/>
              </a:rPr>
              <a:t>feed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spc="5" b="1">
                <a:latin typeface="Arial"/>
                <a:cs typeface="Arial"/>
              </a:rPr>
              <a:t>: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Valve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2775515" y="2081276"/>
            <a:ext cx="665480" cy="3827145"/>
            <a:chOff x="2775515" y="2081276"/>
            <a:chExt cx="665480" cy="3827145"/>
          </a:xfrm>
        </p:grpSpPr>
        <p:sp>
          <p:nvSpPr>
            <p:cNvPr id="134" name="object 134"/>
            <p:cNvSpPr/>
            <p:nvPr/>
          </p:nvSpPr>
          <p:spPr>
            <a:xfrm>
              <a:off x="3347465" y="2086356"/>
              <a:ext cx="88900" cy="71755"/>
            </a:xfrm>
            <a:custGeom>
              <a:avLst/>
              <a:gdLst/>
              <a:ahLst/>
              <a:cxnLst/>
              <a:rect l="l" t="t" r="r" b="b"/>
              <a:pathLst>
                <a:path w="88900" h="71755">
                  <a:moveTo>
                    <a:pt x="88391" y="0"/>
                  </a:moveTo>
                  <a:lnTo>
                    <a:pt x="0" y="0"/>
                  </a:lnTo>
                  <a:lnTo>
                    <a:pt x="44195" y="71628"/>
                  </a:lnTo>
                  <a:lnTo>
                    <a:pt x="883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3347465" y="2086356"/>
              <a:ext cx="88900" cy="71755"/>
            </a:xfrm>
            <a:custGeom>
              <a:avLst/>
              <a:gdLst/>
              <a:ahLst/>
              <a:cxnLst/>
              <a:rect l="l" t="t" r="r" b="b"/>
              <a:pathLst>
                <a:path w="88900" h="71755">
                  <a:moveTo>
                    <a:pt x="88391" y="0"/>
                  </a:moveTo>
                  <a:lnTo>
                    <a:pt x="44195" y="71628"/>
                  </a:lnTo>
                  <a:lnTo>
                    <a:pt x="0" y="0"/>
                  </a:lnTo>
                  <a:lnTo>
                    <a:pt x="88391" y="0"/>
                  </a:lnTo>
                  <a:close/>
                </a:path>
              </a:pathLst>
            </a:custGeom>
            <a:ln w="98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775515" y="5653589"/>
              <a:ext cx="241693" cy="254647"/>
            </a:xfrm>
            <a:prstGeom prst="rect">
              <a:avLst/>
            </a:prstGeom>
          </p:spPr>
        </p:pic>
      </p:grpSp>
      <p:sp>
        <p:nvSpPr>
          <p:cNvPr id="137" name="object 137"/>
          <p:cNvSpPr txBox="1"/>
          <p:nvPr/>
        </p:nvSpPr>
        <p:spPr>
          <a:xfrm>
            <a:off x="2767076" y="5900420"/>
            <a:ext cx="2997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iPanel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138" name="object 13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549040" y="5653589"/>
            <a:ext cx="275126" cy="233978"/>
          </a:xfrm>
          <a:prstGeom prst="rect">
            <a:avLst/>
          </a:prstGeom>
        </p:spPr>
      </p:pic>
      <p:sp>
        <p:nvSpPr>
          <p:cNvPr id="139" name="object 139"/>
          <p:cNvSpPr txBox="1"/>
          <p:nvPr/>
        </p:nvSpPr>
        <p:spPr>
          <a:xfrm>
            <a:off x="3432302" y="5900420"/>
            <a:ext cx="2997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Arial MT"/>
                <a:cs typeface="Arial MT"/>
              </a:rPr>
              <a:t>iPanel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1135380" y="1232153"/>
            <a:ext cx="265430" cy="108585"/>
          </a:xfrm>
          <a:custGeom>
            <a:avLst/>
            <a:gdLst/>
            <a:ahLst/>
            <a:cxnLst/>
            <a:rect l="l" t="t" r="r" b="b"/>
            <a:pathLst>
              <a:path w="265430" h="108584">
                <a:moveTo>
                  <a:pt x="265175" y="108204"/>
                </a:moveTo>
                <a:lnTo>
                  <a:pt x="265175" y="0"/>
                </a:lnTo>
                <a:lnTo>
                  <a:pt x="0" y="0"/>
                </a:lnTo>
                <a:lnTo>
                  <a:pt x="0" y="108204"/>
                </a:lnTo>
                <a:lnTo>
                  <a:pt x="265175" y="108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 txBox="1"/>
          <p:nvPr/>
        </p:nvSpPr>
        <p:spPr>
          <a:xfrm>
            <a:off x="1169161" y="1137247"/>
            <a:ext cx="2674620" cy="40132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900" b="1">
                <a:latin typeface="Arial"/>
                <a:cs typeface="Arial"/>
              </a:rPr>
              <a:t>ibd</a:t>
            </a:r>
            <a:r>
              <a:rPr dirty="0" sz="900" b="1">
                <a:latin typeface="Arial"/>
                <a:cs typeface="Arial"/>
              </a:rPr>
              <a:t> </a:t>
            </a:r>
            <a:r>
              <a:rPr dirty="0" sz="900" spc="100" b="1">
                <a:latin typeface="Arial"/>
                <a:cs typeface="Arial"/>
              </a:rPr>
              <a:t> </a:t>
            </a:r>
            <a:r>
              <a:rPr dirty="0" baseline="3703" sz="1125" spc="15">
                <a:latin typeface="Arial MT"/>
                <a:cs typeface="Arial MT"/>
              </a:rPr>
              <a:t>Di</a:t>
            </a:r>
            <a:r>
              <a:rPr dirty="0" baseline="3703" sz="1125" spc="7">
                <a:latin typeface="Arial MT"/>
                <a:cs typeface="Arial MT"/>
              </a:rPr>
              <a:t>s</a:t>
            </a:r>
            <a:r>
              <a:rPr dirty="0" baseline="3703" sz="1125" spc="7">
                <a:latin typeface="Arial MT"/>
                <a:cs typeface="Arial MT"/>
              </a:rPr>
              <a:t>til</a:t>
            </a:r>
            <a:r>
              <a:rPr dirty="0" baseline="3703" sz="1125">
                <a:latin typeface="Arial MT"/>
                <a:cs typeface="Arial MT"/>
              </a:rPr>
              <a:t>l</a:t>
            </a:r>
            <a:r>
              <a:rPr dirty="0" baseline="3703" sz="1125" spc="15">
                <a:latin typeface="Arial MT"/>
                <a:cs typeface="Arial MT"/>
              </a:rPr>
              <a:t>er</a:t>
            </a:r>
            <a:r>
              <a:rPr dirty="0" baseline="3703" sz="1125" spc="120">
                <a:latin typeface="Arial MT"/>
                <a:cs typeface="Arial MT"/>
              </a:rPr>
              <a:t> </a:t>
            </a:r>
            <a:r>
              <a:rPr dirty="0" baseline="3703" sz="1125" spc="7">
                <a:latin typeface="Arial MT"/>
                <a:cs typeface="Arial MT"/>
              </a:rPr>
              <a:t>[</a:t>
            </a:r>
            <a:r>
              <a:rPr dirty="0" baseline="3703" sz="1125" spc="-104">
                <a:latin typeface="Arial MT"/>
                <a:cs typeface="Arial MT"/>
              </a:rPr>
              <a:t> </a:t>
            </a:r>
            <a:r>
              <a:rPr dirty="0" baseline="3703" sz="1125" spc="15">
                <a:latin typeface="Arial MT"/>
                <a:cs typeface="Arial MT"/>
              </a:rPr>
              <a:t>b</a:t>
            </a:r>
            <a:r>
              <a:rPr dirty="0" baseline="3703" sz="1125">
                <a:latin typeface="Arial MT"/>
                <a:cs typeface="Arial MT"/>
              </a:rPr>
              <a:t>l</a:t>
            </a:r>
            <a:r>
              <a:rPr dirty="0" baseline="3703" sz="1125" spc="15">
                <a:latin typeface="Arial MT"/>
                <a:cs typeface="Arial MT"/>
              </a:rPr>
              <a:t>ock</a:t>
            </a:r>
            <a:r>
              <a:rPr dirty="0" baseline="3703" sz="1125" spc="7">
                <a:latin typeface="Arial MT"/>
                <a:cs typeface="Arial MT"/>
              </a:rPr>
              <a:t> </a:t>
            </a:r>
            <a:r>
              <a:rPr dirty="0" baseline="3703" sz="1125" spc="15">
                <a:latin typeface="Arial MT"/>
                <a:cs typeface="Arial MT"/>
              </a:rPr>
              <a:t>d</a:t>
            </a:r>
            <a:r>
              <a:rPr dirty="0" baseline="3703" sz="1125">
                <a:latin typeface="Arial MT"/>
                <a:cs typeface="Arial MT"/>
              </a:rPr>
              <a:t>i</a:t>
            </a:r>
            <a:r>
              <a:rPr dirty="0" baseline="3703" sz="1125" spc="15">
                <a:latin typeface="Arial MT"/>
                <a:cs typeface="Arial MT"/>
              </a:rPr>
              <a:t>agram</a:t>
            </a:r>
            <a:r>
              <a:rPr dirty="0" baseline="3703" sz="1125" spc="7">
                <a:latin typeface="Arial MT"/>
                <a:cs typeface="Arial MT"/>
              </a:rPr>
              <a:t> </a:t>
            </a:r>
            <a:r>
              <a:rPr dirty="0" baseline="3703" sz="1125" spc="15">
                <a:latin typeface="Arial MT"/>
                <a:cs typeface="Arial MT"/>
              </a:rPr>
              <a:t>rev</a:t>
            </a:r>
            <a:r>
              <a:rPr dirty="0" baseline="3703" sz="1125">
                <a:latin typeface="Arial MT"/>
                <a:cs typeface="Arial MT"/>
              </a:rPr>
              <a:t>i</a:t>
            </a:r>
            <a:r>
              <a:rPr dirty="0" baseline="3703" sz="1125" spc="15">
                <a:latin typeface="Arial MT"/>
                <a:cs typeface="Arial MT"/>
              </a:rPr>
              <a:t>sed</a:t>
            </a:r>
            <a:r>
              <a:rPr dirty="0" baseline="3703" sz="1125" spc="7">
                <a:latin typeface="Arial MT"/>
                <a:cs typeface="Arial MT"/>
              </a:rPr>
              <a:t> </a:t>
            </a:r>
            <a:r>
              <a:rPr dirty="0" baseline="3703" sz="1125" spc="22">
                <a:latin typeface="Arial MT"/>
                <a:cs typeface="Arial MT"/>
              </a:rPr>
              <a:t>&amp;</a:t>
            </a:r>
            <a:r>
              <a:rPr dirty="0" baseline="3703" sz="1125" spc="7">
                <a:latin typeface="Arial MT"/>
                <a:cs typeface="Arial MT"/>
              </a:rPr>
              <a:t> </a:t>
            </a:r>
            <a:r>
              <a:rPr dirty="0" baseline="3703" sz="1125" spc="15">
                <a:latin typeface="Arial MT"/>
                <a:cs typeface="Arial MT"/>
              </a:rPr>
              <a:t>elaborate</a:t>
            </a:r>
            <a:r>
              <a:rPr dirty="0" baseline="3703" sz="1125" spc="82">
                <a:latin typeface="Arial MT"/>
                <a:cs typeface="Arial MT"/>
              </a:rPr>
              <a:t>d</a:t>
            </a:r>
            <a:r>
              <a:rPr dirty="0" baseline="3703" sz="1125" spc="7">
                <a:latin typeface="Arial MT"/>
                <a:cs typeface="Arial MT"/>
              </a:rPr>
              <a:t>]</a:t>
            </a:r>
            <a:endParaRPr baseline="3703" sz="1125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459"/>
              </a:spcBef>
            </a:pPr>
            <a:r>
              <a:rPr dirty="0" sz="750" spc="10" b="1">
                <a:latin typeface="Arial"/>
                <a:cs typeface="Arial"/>
              </a:rPr>
              <a:t>diverter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spc="10" b="1">
                <a:latin typeface="Arial"/>
                <a:cs typeface="Arial"/>
              </a:rPr>
              <a:t>assembly</a:t>
            </a:r>
            <a:endParaRPr sz="750">
              <a:latin typeface="Arial"/>
              <a:cs typeface="Arial"/>
            </a:endParaRPr>
          </a:p>
        </p:txBody>
      </p:sp>
      <p:sp>
        <p:nvSpPr>
          <p:cNvPr id="142" name="object 1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43" name="object 1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144" name="object 144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96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39800" marR="5080" indent="-484505">
              <a:lnSpc>
                <a:spcPct val="100000"/>
              </a:lnSpc>
              <a:spcBef>
                <a:spcPts val="100"/>
              </a:spcBef>
            </a:pPr>
            <a:r>
              <a:rPr dirty="0"/>
              <a:t>Distiller</a:t>
            </a:r>
            <a:r>
              <a:rPr dirty="0" spc="-25"/>
              <a:t> </a:t>
            </a:r>
            <a:r>
              <a:rPr dirty="0"/>
              <a:t>Example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10"/>
              <a:t> </a:t>
            </a:r>
            <a:r>
              <a:rPr dirty="0" spc="-5"/>
              <a:t>State</a:t>
            </a:r>
            <a:r>
              <a:rPr dirty="0" spc="-20"/>
              <a:t> </a:t>
            </a:r>
            <a:r>
              <a:rPr dirty="0"/>
              <a:t>Machine </a:t>
            </a:r>
            <a:r>
              <a:rPr dirty="0" spc="-760"/>
              <a:t> </a:t>
            </a:r>
            <a:r>
              <a:rPr dirty="0"/>
              <a:t>Diagram:</a:t>
            </a:r>
            <a:r>
              <a:rPr dirty="0" spc="-15"/>
              <a:t> </a:t>
            </a:r>
            <a:r>
              <a:rPr dirty="0"/>
              <a:t>Distiller</a:t>
            </a:r>
            <a:r>
              <a:rPr dirty="0" spc="-10"/>
              <a:t> </a:t>
            </a:r>
            <a:r>
              <a:rPr dirty="0"/>
              <a:t>Controller</a:t>
            </a:r>
          </a:p>
        </p:txBody>
      </p:sp>
      <p:sp>
        <p:nvSpPr>
          <p:cNvPr id="4" name="object 4"/>
          <p:cNvSpPr/>
          <p:nvPr/>
        </p:nvSpPr>
        <p:spPr>
          <a:xfrm>
            <a:off x="517398" y="1769363"/>
            <a:ext cx="7947025" cy="3543300"/>
          </a:xfrm>
          <a:custGeom>
            <a:avLst/>
            <a:gdLst/>
            <a:ahLst/>
            <a:cxnLst/>
            <a:rect l="l" t="t" r="r" b="b"/>
            <a:pathLst>
              <a:path w="7947025" h="3543300">
                <a:moveTo>
                  <a:pt x="0" y="73914"/>
                </a:moveTo>
                <a:lnTo>
                  <a:pt x="0" y="3475482"/>
                </a:lnTo>
                <a:lnTo>
                  <a:pt x="26279" y="3523283"/>
                </a:lnTo>
                <a:lnTo>
                  <a:pt x="70104" y="3543300"/>
                </a:lnTo>
                <a:lnTo>
                  <a:pt x="7869935" y="3543300"/>
                </a:lnTo>
                <a:lnTo>
                  <a:pt x="7918075" y="3524954"/>
                </a:lnTo>
                <a:lnTo>
                  <a:pt x="7944611" y="3482340"/>
                </a:lnTo>
                <a:lnTo>
                  <a:pt x="7946898" y="3475481"/>
                </a:lnTo>
                <a:lnTo>
                  <a:pt x="7946898" y="64770"/>
                </a:lnTo>
                <a:lnTo>
                  <a:pt x="7939817" y="41798"/>
                </a:lnTo>
                <a:lnTo>
                  <a:pt x="7926728" y="23260"/>
                </a:lnTo>
                <a:lnTo>
                  <a:pt x="7908484" y="9284"/>
                </a:lnTo>
                <a:lnTo>
                  <a:pt x="7885938" y="0"/>
                </a:lnTo>
                <a:lnTo>
                  <a:pt x="60960" y="0"/>
                </a:lnTo>
                <a:lnTo>
                  <a:pt x="47243" y="4572"/>
                </a:lnTo>
                <a:lnTo>
                  <a:pt x="40386" y="9144"/>
                </a:lnTo>
                <a:lnTo>
                  <a:pt x="34290" y="11430"/>
                </a:lnTo>
                <a:lnTo>
                  <a:pt x="22859" y="20574"/>
                </a:lnTo>
                <a:lnTo>
                  <a:pt x="18287" y="25146"/>
                </a:lnTo>
                <a:lnTo>
                  <a:pt x="13715" y="32004"/>
                </a:lnTo>
                <a:lnTo>
                  <a:pt x="9143" y="36576"/>
                </a:lnTo>
                <a:lnTo>
                  <a:pt x="6857" y="43434"/>
                </a:lnTo>
                <a:lnTo>
                  <a:pt x="4571" y="51054"/>
                </a:lnTo>
                <a:lnTo>
                  <a:pt x="0" y="64770"/>
                </a:lnTo>
                <a:lnTo>
                  <a:pt x="0" y="73914"/>
                </a:lnTo>
                <a:close/>
              </a:path>
            </a:pathLst>
          </a:custGeom>
          <a:ln w="93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04698" y="1754378"/>
            <a:ext cx="251269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-1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stm </a:t>
            </a:r>
            <a:r>
              <a:rPr dirty="0" u="sng" sz="9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Controller</a:t>
            </a:r>
            <a:r>
              <a:rPr dirty="0" u="sng" sz="900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9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State</a:t>
            </a:r>
            <a:r>
              <a:rPr dirty="0" u="sng" sz="900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9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Machine</a:t>
            </a:r>
            <a:r>
              <a:rPr dirty="0" u="sng" sz="900" spc="-6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900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[</a:t>
            </a:r>
            <a:r>
              <a:rPr dirty="0" u="sng" sz="900" spc="-4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9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simple</a:t>
            </a:r>
            <a:r>
              <a:rPr dirty="0" u="sng" sz="900" spc="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900" spc="1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diagram]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14181" y="1764601"/>
            <a:ext cx="3962400" cy="3387725"/>
            <a:chOff x="2214181" y="1764601"/>
            <a:chExt cx="3962400" cy="3387725"/>
          </a:xfrm>
        </p:grpSpPr>
        <p:sp>
          <p:nvSpPr>
            <p:cNvPr id="7" name="object 7"/>
            <p:cNvSpPr/>
            <p:nvPr/>
          </p:nvSpPr>
          <p:spPr>
            <a:xfrm>
              <a:off x="3046476" y="1769364"/>
              <a:ext cx="0" cy="97790"/>
            </a:xfrm>
            <a:custGeom>
              <a:avLst/>
              <a:gdLst/>
              <a:ahLst/>
              <a:cxnLst/>
              <a:rect l="l" t="t" r="r" b="b"/>
              <a:pathLst>
                <a:path w="0" h="97789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12185" y="1866900"/>
              <a:ext cx="34290" cy="51435"/>
            </a:xfrm>
            <a:custGeom>
              <a:avLst/>
              <a:gdLst/>
              <a:ahLst/>
              <a:cxnLst/>
              <a:rect l="l" t="t" r="r" b="b"/>
              <a:pathLst>
                <a:path w="34289" h="51435">
                  <a:moveTo>
                    <a:pt x="0" y="51053"/>
                  </a:moveTo>
                  <a:lnTo>
                    <a:pt x="34290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218944" y="2833877"/>
              <a:ext cx="3952875" cy="2313940"/>
            </a:xfrm>
            <a:custGeom>
              <a:avLst/>
              <a:gdLst/>
              <a:ahLst/>
              <a:cxnLst/>
              <a:rect l="l" t="t" r="r" b="b"/>
              <a:pathLst>
                <a:path w="3952875" h="2313940">
                  <a:moveTo>
                    <a:pt x="0" y="41910"/>
                  </a:moveTo>
                  <a:lnTo>
                    <a:pt x="0" y="2271522"/>
                  </a:lnTo>
                  <a:lnTo>
                    <a:pt x="2286" y="2280666"/>
                  </a:lnTo>
                  <a:lnTo>
                    <a:pt x="4572" y="2287524"/>
                  </a:lnTo>
                  <a:lnTo>
                    <a:pt x="6858" y="2295144"/>
                  </a:lnTo>
                  <a:lnTo>
                    <a:pt x="13716" y="2302002"/>
                  </a:lnTo>
                  <a:lnTo>
                    <a:pt x="20574" y="2306574"/>
                  </a:lnTo>
                  <a:lnTo>
                    <a:pt x="34290" y="2311146"/>
                  </a:lnTo>
                  <a:lnTo>
                    <a:pt x="43434" y="2313432"/>
                  </a:lnTo>
                  <a:lnTo>
                    <a:pt x="3909060" y="2313432"/>
                  </a:lnTo>
                  <a:lnTo>
                    <a:pt x="3950208" y="2287523"/>
                  </a:lnTo>
                  <a:lnTo>
                    <a:pt x="3952494" y="2280666"/>
                  </a:lnTo>
                  <a:lnTo>
                    <a:pt x="3952494" y="32765"/>
                  </a:lnTo>
                  <a:lnTo>
                    <a:pt x="3927348" y="2285"/>
                  </a:lnTo>
                  <a:lnTo>
                    <a:pt x="3918204" y="0"/>
                  </a:lnTo>
                  <a:lnTo>
                    <a:pt x="34290" y="0"/>
                  </a:lnTo>
                  <a:lnTo>
                    <a:pt x="27432" y="2286"/>
                  </a:lnTo>
                  <a:lnTo>
                    <a:pt x="13715" y="11430"/>
                  </a:lnTo>
                  <a:lnTo>
                    <a:pt x="6857" y="18288"/>
                  </a:lnTo>
                  <a:lnTo>
                    <a:pt x="4571" y="25908"/>
                  </a:lnTo>
                  <a:lnTo>
                    <a:pt x="2285" y="32766"/>
                  </a:lnTo>
                  <a:lnTo>
                    <a:pt x="0" y="41910"/>
                  </a:lnTo>
                  <a:close/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18944" y="2982467"/>
              <a:ext cx="3952875" cy="0"/>
            </a:xfrm>
            <a:custGeom>
              <a:avLst/>
              <a:gdLst/>
              <a:ahLst/>
              <a:cxnLst/>
              <a:rect l="l" t="t" r="r" b="b"/>
              <a:pathLst>
                <a:path w="3952875" h="0">
                  <a:moveTo>
                    <a:pt x="0" y="0"/>
                  </a:moveTo>
                  <a:lnTo>
                    <a:pt x="3952494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867403" y="2821178"/>
            <a:ext cx="57531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b="1">
                <a:latin typeface="Arial"/>
                <a:cs typeface="Arial"/>
              </a:rPr>
              <a:t>Operating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3233" y="2969708"/>
            <a:ext cx="85280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>
                <a:latin typeface="Arial MT"/>
                <a:cs typeface="Arial MT"/>
              </a:rPr>
              <a:t>do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30">
                <a:latin typeface="Arial MT"/>
                <a:cs typeface="Arial MT"/>
              </a:rPr>
              <a:t>/bx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heater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14138" y="3470909"/>
            <a:ext cx="1148715" cy="346710"/>
          </a:xfrm>
          <a:custGeom>
            <a:avLst/>
            <a:gdLst/>
            <a:ahLst/>
            <a:cxnLst/>
            <a:rect l="l" t="t" r="r" b="b"/>
            <a:pathLst>
              <a:path w="1148714" h="346710">
                <a:moveTo>
                  <a:pt x="0" y="39624"/>
                </a:moveTo>
                <a:lnTo>
                  <a:pt x="0" y="304800"/>
                </a:lnTo>
                <a:lnTo>
                  <a:pt x="21336" y="339090"/>
                </a:lnTo>
                <a:lnTo>
                  <a:pt x="44958" y="346710"/>
                </a:lnTo>
                <a:lnTo>
                  <a:pt x="1103376" y="346710"/>
                </a:lnTo>
                <a:lnTo>
                  <a:pt x="1145286" y="320802"/>
                </a:lnTo>
                <a:lnTo>
                  <a:pt x="1148334" y="313944"/>
                </a:lnTo>
                <a:lnTo>
                  <a:pt x="1148334" y="32765"/>
                </a:lnTo>
                <a:lnTo>
                  <a:pt x="1121664" y="2285"/>
                </a:lnTo>
                <a:lnTo>
                  <a:pt x="1112520" y="0"/>
                </a:lnTo>
                <a:lnTo>
                  <a:pt x="35814" y="0"/>
                </a:lnTo>
                <a:lnTo>
                  <a:pt x="28194" y="2286"/>
                </a:lnTo>
                <a:lnTo>
                  <a:pt x="14477" y="11430"/>
                </a:lnTo>
                <a:lnTo>
                  <a:pt x="6857" y="16002"/>
                </a:lnTo>
                <a:lnTo>
                  <a:pt x="4571" y="23622"/>
                </a:lnTo>
                <a:lnTo>
                  <a:pt x="2285" y="32766"/>
                </a:lnTo>
                <a:lnTo>
                  <a:pt x="0" y="39624"/>
                </a:lnTo>
                <a:close/>
              </a:path>
            </a:pathLst>
          </a:custGeom>
          <a:ln w="93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901438" y="3447296"/>
            <a:ext cx="1174115" cy="3225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325755" algn="l"/>
                <a:tab pos="1160780" algn="l"/>
              </a:tabLst>
            </a:pP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dirty="0" u="sng" sz="9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Hig</a:t>
            </a:r>
            <a:r>
              <a:rPr dirty="0" u="sng" sz="90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</a:t>
            </a:r>
            <a:r>
              <a:rPr dirty="0" u="sng" sz="9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90"/>
              </a:spcBef>
            </a:pPr>
            <a:r>
              <a:rPr dirty="0" sz="900" spc="10">
                <a:latin typeface="Arial MT"/>
                <a:cs typeface="Arial MT"/>
              </a:rPr>
              <a:t>do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/open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drain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Valve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38577" y="3470909"/>
            <a:ext cx="1106170" cy="346710"/>
          </a:xfrm>
          <a:custGeom>
            <a:avLst/>
            <a:gdLst/>
            <a:ahLst/>
            <a:cxnLst/>
            <a:rect l="l" t="t" r="r" b="b"/>
            <a:pathLst>
              <a:path w="1106170" h="346710">
                <a:moveTo>
                  <a:pt x="0" y="39624"/>
                </a:moveTo>
                <a:lnTo>
                  <a:pt x="0" y="304800"/>
                </a:lnTo>
                <a:lnTo>
                  <a:pt x="22095" y="339607"/>
                </a:lnTo>
                <a:lnTo>
                  <a:pt x="44196" y="346710"/>
                </a:lnTo>
                <a:lnTo>
                  <a:pt x="1061466" y="346710"/>
                </a:lnTo>
                <a:lnTo>
                  <a:pt x="1073491" y="343588"/>
                </a:lnTo>
                <a:lnTo>
                  <a:pt x="1085511" y="339104"/>
                </a:lnTo>
                <a:lnTo>
                  <a:pt x="1095414" y="331945"/>
                </a:lnTo>
                <a:lnTo>
                  <a:pt x="1101090" y="320802"/>
                </a:lnTo>
                <a:lnTo>
                  <a:pt x="1105662" y="313944"/>
                </a:lnTo>
                <a:lnTo>
                  <a:pt x="1105662" y="32765"/>
                </a:lnTo>
                <a:lnTo>
                  <a:pt x="1101090" y="23621"/>
                </a:lnTo>
                <a:lnTo>
                  <a:pt x="1098804" y="16001"/>
                </a:lnTo>
                <a:lnTo>
                  <a:pt x="1091946" y="11429"/>
                </a:lnTo>
                <a:lnTo>
                  <a:pt x="1086612" y="6857"/>
                </a:lnTo>
                <a:lnTo>
                  <a:pt x="1077468" y="2285"/>
                </a:lnTo>
                <a:lnTo>
                  <a:pt x="1070610" y="0"/>
                </a:lnTo>
                <a:lnTo>
                  <a:pt x="35052" y="0"/>
                </a:lnTo>
                <a:lnTo>
                  <a:pt x="28194" y="2286"/>
                </a:lnTo>
                <a:lnTo>
                  <a:pt x="14477" y="11430"/>
                </a:lnTo>
                <a:lnTo>
                  <a:pt x="9905" y="16002"/>
                </a:lnTo>
                <a:lnTo>
                  <a:pt x="4571" y="23622"/>
                </a:lnTo>
                <a:lnTo>
                  <a:pt x="2285" y="32766"/>
                </a:lnTo>
                <a:lnTo>
                  <a:pt x="0" y="39624"/>
                </a:lnTo>
                <a:close/>
              </a:path>
            </a:pathLst>
          </a:custGeom>
          <a:ln w="93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25877" y="3447296"/>
            <a:ext cx="1131570" cy="3225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316865" algn="l"/>
                <a:tab pos="1118235" algn="l"/>
              </a:tabLst>
            </a:pP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</a:t>
            </a:r>
            <a:r>
              <a:rPr dirty="0" u="sng" sz="90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dirty="0" u="sng" sz="9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9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90"/>
              </a:spcBef>
            </a:pPr>
            <a:r>
              <a:rPr dirty="0" sz="900" spc="5">
                <a:latin typeface="Arial MT"/>
                <a:cs typeface="Arial MT"/>
              </a:rPr>
              <a:t>do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/open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feed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Valve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17798" y="3470909"/>
            <a:ext cx="948055" cy="346710"/>
          </a:xfrm>
          <a:custGeom>
            <a:avLst/>
            <a:gdLst/>
            <a:ahLst/>
            <a:cxnLst/>
            <a:rect l="l" t="t" r="r" b="b"/>
            <a:pathLst>
              <a:path w="948054" h="346710">
                <a:moveTo>
                  <a:pt x="0" y="39624"/>
                </a:moveTo>
                <a:lnTo>
                  <a:pt x="0" y="313944"/>
                </a:lnTo>
                <a:lnTo>
                  <a:pt x="34290" y="344424"/>
                </a:lnTo>
                <a:lnTo>
                  <a:pt x="42672" y="346710"/>
                </a:lnTo>
                <a:lnTo>
                  <a:pt x="905256" y="346710"/>
                </a:lnTo>
                <a:lnTo>
                  <a:pt x="945641" y="320802"/>
                </a:lnTo>
                <a:lnTo>
                  <a:pt x="947928" y="313944"/>
                </a:lnTo>
                <a:lnTo>
                  <a:pt x="947928" y="32766"/>
                </a:lnTo>
                <a:lnTo>
                  <a:pt x="923544" y="2286"/>
                </a:lnTo>
                <a:lnTo>
                  <a:pt x="914400" y="0"/>
                </a:lnTo>
                <a:lnTo>
                  <a:pt x="34290" y="0"/>
                </a:lnTo>
                <a:lnTo>
                  <a:pt x="2285" y="23622"/>
                </a:lnTo>
                <a:lnTo>
                  <a:pt x="0" y="32766"/>
                </a:lnTo>
                <a:lnTo>
                  <a:pt x="0" y="39624"/>
                </a:lnTo>
                <a:close/>
              </a:path>
            </a:pathLst>
          </a:custGeom>
          <a:ln w="93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705098" y="3447296"/>
            <a:ext cx="973455" cy="3225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280670" algn="l"/>
                <a:tab pos="960119" algn="l"/>
              </a:tabLst>
            </a:pP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dirty="0" u="sng" sz="9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</a:t>
            </a:r>
            <a:r>
              <a:rPr dirty="0" u="sng" sz="90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dirty="0" u="sng" sz="9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90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90"/>
              </a:spcBef>
            </a:pPr>
            <a:r>
              <a:rPr dirty="0" sz="900" spc="5">
                <a:latin typeface="Arial MT"/>
                <a:cs typeface="Arial MT"/>
              </a:rPr>
              <a:t>do</a:t>
            </a:r>
            <a:r>
              <a:rPr dirty="0" sz="900" spc="-20">
                <a:latin typeface="Arial MT"/>
                <a:cs typeface="Arial MT"/>
              </a:rPr>
              <a:t> /shut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Valves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17229" y="3984307"/>
            <a:ext cx="6206490" cy="821055"/>
            <a:chOff x="2217229" y="3984307"/>
            <a:chExt cx="6206490" cy="821055"/>
          </a:xfrm>
        </p:grpSpPr>
        <p:sp>
          <p:nvSpPr>
            <p:cNvPr id="20" name="object 20"/>
            <p:cNvSpPr/>
            <p:nvPr/>
          </p:nvSpPr>
          <p:spPr>
            <a:xfrm>
              <a:off x="2221992" y="4189476"/>
              <a:ext cx="3927475" cy="0"/>
            </a:xfrm>
            <a:custGeom>
              <a:avLst/>
              <a:gdLst/>
              <a:ahLst/>
              <a:cxnLst/>
              <a:rect l="l" t="t" r="r" b="b"/>
              <a:pathLst>
                <a:path w="3927475" h="0">
                  <a:moveTo>
                    <a:pt x="0" y="0"/>
                  </a:moveTo>
                  <a:lnTo>
                    <a:pt x="3927348" y="0"/>
                  </a:lnTo>
                </a:path>
              </a:pathLst>
            </a:custGeom>
            <a:ln w="932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615183" y="4452366"/>
              <a:ext cx="1195705" cy="348615"/>
            </a:xfrm>
            <a:custGeom>
              <a:avLst/>
              <a:gdLst/>
              <a:ahLst/>
              <a:cxnLst/>
              <a:rect l="l" t="t" r="r" b="b"/>
              <a:pathLst>
                <a:path w="1195704" h="348614">
                  <a:moveTo>
                    <a:pt x="0" y="41910"/>
                  </a:moveTo>
                  <a:lnTo>
                    <a:pt x="0" y="313944"/>
                  </a:lnTo>
                  <a:lnTo>
                    <a:pt x="25228" y="343570"/>
                  </a:lnTo>
                  <a:lnTo>
                    <a:pt x="36576" y="345948"/>
                  </a:lnTo>
                  <a:lnTo>
                    <a:pt x="43434" y="348234"/>
                  </a:lnTo>
                  <a:lnTo>
                    <a:pt x="1149096" y="348234"/>
                  </a:lnTo>
                  <a:lnTo>
                    <a:pt x="1192530" y="323088"/>
                  </a:lnTo>
                  <a:lnTo>
                    <a:pt x="1195578" y="313944"/>
                  </a:lnTo>
                  <a:lnTo>
                    <a:pt x="1195578" y="32004"/>
                  </a:lnTo>
                  <a:lnTo>
                    <a:pt x="1168908" y="4572"/>
                  </a:lnTo>
                  <a:lnTo>
                    <a:pt x="1149096" y="0"/>
                  </a:lnTo>
                  <a:lnTo>
                    <a:pt x="43434" y="0"/>
                  </a:lnTo>
                  <a:lnTo>
                    <a:pt x="36576" y="2286"/>
                  </a:lnTo>
                  <a:lnTo>
                    <a:pt x="26670" y="4572"/>
                  </a:lnTo>
                  <a:lnTo>
                    <a:pt x="19049" y="6858"/>
                  </a:lnTo>
                  <a:lnTo>
                    <a:pt x="12191" y="13716"/>
                  </a:lnTo>
                  <a:lnTo>
                    <a:pt x="6857" y="18288"/>
                  </a:lnTo>
                  <a:lnTo>
                    <a:pt x="2285" y="25146"/>
                  </a:lnTo>
                  <a:lnTo>
                    <a:pt x="0" y="32004"/>
                  </a:lnTo>
                  <a:lnTo>
                    <a:pt x="0" y="41910"/>
                  </a:lnTo>
                  <a:close/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615183" y="4600956"/>
              <a:ext cx="1195705" cy="0"/>
            </a:xfrm>
            <a:custGeom>
              <a:avLst/>
              <a:gdLst/>
              <a:ahLst/>
              <a:cxnLst/>
              <a:rect l="l" t="t" r="r" b="b"/>
              <a:pathLst>
                <a:path w="1195704" h="0">
                  <a:moveTo>
                    <a:pt x="0" y="0"/>
                  </a:moveTo>
                  <a:lnTo>
                    <a:pt x="1195578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616195" y="4452366"/>
              <a:ext cx="1141095" cy="348615"/>
            </a:xfrm>
            <a:custGeom>
              <a:avLst/>
              <a:gdLst/>
              <a:ahLst/>
              <a:cxnLst/>
              <a:rect l="l" t="t" r="r" b="b"/>
              <a:pathLst>
                <a:path w="1141095" h="348614">
                  <a:moveTo>
                    <a:pt x="0" y="41910"/>
                  </a:moveTo>
                  <a:lnTo>
                    <a:pt x="0" y="313944"/>
                  </a:lnTo>
                  <a:lnTo>
                    <a:pt x="35052" y="345948"/>
                  </a:lnTo>
                  <a:lnTo>
                    <a:pt x="42672" y="348234"/>
                  </a:lnTo>
                  <a:lnTo>
                    <a:pt x="1095756" y="348234"/>
                  </a:lnTo>
                  <a:lnTo>
                    <a:pt x="1136142" y="323088"/>
                  </a:lnTo>
                  <a:lnTo>
                    <a:pt x="1138428" y="313944"/>
                  </a:lnTo>
                  <a:lnTo>
                    <a:pt x="1140714" y="306324"/>
                  </a:lnTo>
                  <a:lnTo>
                    <a:pt x="1140714" y="41910"/>
                  </a:lnTo>
                  <a:lnTo>
                    <a:pt x="1138428" y="32004"/>
                  </a:lnTo>
                  <a:lnTo>
                    <a:pt x="1104900" y="2286"/>
                  </a:lnTo>
                  <a:lnTo>
                    <a:pt x="1095756" y="0"/>
                  </a:lnTo>
                  <a:lnTo>
                    <a:pt x="42672" y="0"/>
                  </a:lnTo>
                  <a:lnTo>
                    <a:pt x="35052" y="2286"/>
                  </a:lnTo>
                  <a:lnTo>
                    <a:pt x="25908" y="4572"/>
                  </a:lnTo>
                  <a:lnTo>
                    <a:pt x="0" y="32004"/>
                  </a:lnTo>
                  <a:lnTo>
                    <a:pt x="0" y="41910"/>
                  </a:lnTo>
                  <a:close/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80404" y="3989070"/>
              <a:ext cx="2138680" cy="463550"/>
            </a:xfrm>
            <a:custGeom>
              <a:avLst/>
              <a:gdLst/>
              <a:ahLst/>
              <a:cxnLst/>
              <a:rect l="l" t="t" r="r" b="b"/>
              <a:pathLst>
                <a:path w="2138679" h="463550">
                  <a:moveTo>
                    <a:pt x="0" y="41910"/>
                  </a:moveTo>
                  <a:lnTo>
                    <a:pt x="0" y="430530"/>
                  </a:lnTo>
                  <a:lnTo>
                    <a:pt x="20574" y="455676"/>
                  </a:lnTo>
                  <a:lnTo>
                    <a:pt x="28194" y="461010"/>
                  </a:lnTo>
                  <a:lnTo>
                    <a:pt x="38100" y="463296"/>
                  </a:lnTo>
                  <a:lnTo>
                    <a:pt x="2099310" y="463296"/>
                  </a:lnTo>
                  <a:lnTo>
                    <a:pt x="2109978" y="461010"/>
                  </a:lnTo>
                  <a:lnTo>
                    <a:pt x="2117598" y="455676"/>
                  </a:lnTo>
                  <a:lnTo>
                    <a:pt x="2125218" y="451104"/>
                  </a:lnTo>
                  <a:lnTo>
                    <a:pt x="2130552" y="446531"/>
                  </a:lnTo>
                  <a:lnTo>
                    <a:pt x="2135124" y="437388"/>
                  </a:lnTo>
                  <a:lnTo>
                    <a:pt x="2138172" y="430530"/>
                  </a:lnTo>
                  <a:lnTo>
                    <a:pt x="2138172" y="35052"/>
                  </a:lnTo>
                  <a:lnTo>
                    <a:pt x="2135124" y="25908"/>
                  </a:lnTo>
                  <a:lnTo>
                    <a:pt x="2130552" y="19050"/>
                  </a:lnTo>
                  <a:lnTo>
                    <a:pt x="2125218" y="14478"/>
                  </a:lnTo>
                  <a:lnTo>
                    <a:pt x="2117598" y="7620"/>
                  </a:lnTo>
                  <a:lnTo>
                    <a:pt x="2109978" y="5334"/>
                  </a:lnTo>
                  <a:lnTo>
                    <a:pt x="2099310" y="2286"/>
                  </a:lnTo>
                  <a:lnTo>
                    <a:pt x="2089404" y="0"/>
                  </a:lnTo>
                  <a:lnTo>
                    <a:pt x="46482" y="0"/>
                  </a:lnTo>
                  <a:lnTo>
                    <a:pt x="38100" y="2286"/>
                  </a:lnTo>
                  <a:lnTo>
                    <a:pt x="28194" y="5334"/>
                  </a:lnTo>
                  <a:lnTo>
                    <a:pt x="20574" y="7620"/>
                  </a:lnTo>
                  <a:lnTo>
                    <a:pt x="12953" y="14478"/>
                  </a:lnTo>
                  <a:lnTo>
                    <a:pt x="7619" y="19050"/>
                  </a:lnTo>
                  <a:lnTo>
                    <a:pt x="2285" y="25908"/>
                  </a:lnTo>
                  <a:lnTo>
                    <a:pt x="0" y="35052"/>
                  </a:lnTo>
                  <a:lnTo>
                    <a:pt x="0" y="41910"/>
                  </a:lnTo>
                  <a:close/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280404" y="4138422"/>
              <a:ext cx="2138680" cy="0"/>
            </a:xfrm>
            <a:custGeom>
              <a:avLst/>
              <a:gdLst/>
              <a:ahLst/>
              <a:cxnLst/>
              <a:rect l="l" t="t" r="r" b="b"/>
              <a:pathLst>
                <a:path w="2138679" h="0">
                  <a:moveTo>
                    <a:pt x="0" y="0"/>
                  </a:moveTo>
                  <a:lnTo>
                    <a:pt x="2138172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7083806" y="3976370"/>
            <a:ext cx="65849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 b="1">
                <a:latin typeface="Arial"/>
                <a:cs typeface="Arial"/>
              </a:rPr>
              <a:t>Cooling</a:t>
            </a:r>
            <a:r>
              <a:rPr dirty="0" sz="900" spc="-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Off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06527" y="4125716"/>
            <a:ext cx="2112010" cy="2628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925"/>
              </a:lnSpc>
              <a:spcBef>
                <a:spcPts val="114"/>
              </a:spcBef>
            </a:pPr>
            <a:r>
              <a:rPr dirty="0" sz="900">
                <a:latin typeface="Arial MT"/>
                <a:cs typeface="Arial MT"/>
              </a:rPr>
              <a:t>entry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/bx1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heater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OFF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ts val="925"/>
              </a:lnSpc>
            </a:pPr>
            <a:r>
              <a:rPr dirty="0" sz="900" spc="5">
                <a:latin typeface="Arial MT"/>
                <a:cs typeface="Arial MT"/>
              </a:rPr>
              <a:t>do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/open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feed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>
                <a:latin typeface="Arial MT"/>
                <a:cs typeface="Arial MT"/>
              </a:rPr>
              <a:t> Valve,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open</a:t>
            </a:r>
            <a:r>
              <a:rPr dirty="0" sz="900">
                <a:latin typeface="Arial MT"/>
                <a:cs typeface="Arial MT"/>
              </a:rPr>
              <a:t> drain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>
                <a:latin typeface="Arial MT"/>
                <a:cs typeface="Arial MT"/>
              </a:rPr>
              <a:t> Valve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3138" y="2891789"/>
            <a:ext cx="1129030" cy="447040"/>
          </a:xfrm>
          <a:custGeom>
            <a:avLst/>
            <a:gdLst/>
            <a:ahLst/>
            <a:cxnLst/>
            <a:rect l="l" t="t" r="r" b="b"/>
            <a:pathLst>
              <a:path w="1129030" h="447039">
                <a:moveTo>
                  <a:pt x="0" y="41910"/>
                </a:moveTo>
                <a:lnTo>
                  <a:pt x="0" y="413766"/>
                </a:lnTo>
                <a:lnTo>
                  <a:pt x="33528" y="444246"/>
                </a:lnTo>
                <a:lnTo>
                  <a:pt x="42672" y="446532"/>
                </a:lnTo>
                <a:lnTo>
                  <a:pt x="1085088" y="446532"/>
                </a:lnTo>
                <a:lnTo>
                  <a:pt x="1126236" y="421386"/>
                </a:lnTo>
                <a:lnTo>
                  <a:pt x="1128522" y="413766"/>
                </a:lnTo>
                <a:lnTo>
                  <a:pt x="1128522" y="32766"/>
                </a:lnTo>
                <a:lnTo>
                  <a:pt x="1103376" y="2286"/>
                </a:lnTo>
                <a:lnTo>
                  <a:pt x="1094232" y="0"/>
                </a:lnTo>
                <a:lnTo>
                  <a:pt x="33528" y="0"/>
                </a:lnTo>
                <a:lnTo>
                  <a:pt x="24383" y="2286"/>
                </a:lnTo>
                <a:lnTo>
                  <a:pt x="17525" y="6858"/>
                </a:lnTo>
                <a:lnTo>
                  <a:pt x="10667" y="12192"/>
                </a:lnTo>
                <a:lnTo>
                  <a:pt x="6857" y="19050"/>
                </a:lnTo>
                <a:lnTo>
                  <a:pt x="2285" y="25908"/>
                </a:lnTo>
                <a:lnTo>
                  <a:pt x="0" y="32766"/>
                </a:lnTo>
                <a:lnTo>
                  <a:pt x="0" y="41910"/>
                </a:lnTo>
                <a:close/>
              </a:path>
            </a:pathLst>
          </a:custGeom>
          <a:ln w="93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10438" y="2867360"/>
            <a:ext cx="1154430" cy="32448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  <a:tabLst>
                <a:tab pos="447675" algn="l"/>
                <a:tab pos="1141095" algn="l"/>
              </a:tabLst>
            </a:pP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9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Filling	</a:t>
            </a:r>
            <a:endParaRPr sz="90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dirty="0" sz="900" spc="5">
                <a:latin typeface="Arial MT"/>
                <a:cs typeface="Arial MT"/>
              </a:rPr>
              <a:t>do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/open </a:t>
            </a:r>
            <a:r>
              <a:rPr dirty="0" sz="900" spc="5">
                <a:latin typeface="Arial MT"/>
                <a:cs typeface="Arial MT"/>
              </a:rPr>
              <a:t>feed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Valve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771893" y="3066288"/>
            <a:ext cx="1167130" cy="346710"/>
          </a:xfrm>
          <a:custGeom>
            <a:avLst/>
            <a:gdLst/>
            <a:ahLst/>
            <a:cxnLst/>
            <a:rect l="l" t="t" r="r" b="b"/>
            <a:pathLst>
              <a:path w="1167129" h="346710">
                <a:moveTo>
                  <a:pt x="0" y="39624"/>
                </a:moveTo>
                <a:lnTo>
                  <a:pt x="0" y="313944"/>
                </a:lnTo>
                <a:lnTo>
                  <a:pt x="35814" y="344424"/>
                </a:lnTo>
                <a:lnTo>
                  <a:pt x="45720" y="346710"/>
                </a:lnTo>
                <a:lnTo>
                  <a:pt x="1120902" y="346709"/>
                </a:lnTo>
                <a:lnTo>
                  <a:pt x="1162050" y="320802"/>
                </a:lnTo>
                <a:lnTo>
                  <a:pt x="1166622" y="304799"/>
                </a:lnTo>
                <a:lnTo>
                  <a:pt x="1166622" y="39623"/>
                </a:lnTo>
                <a:lnTo>
                  <a:pt x="1164336" y="32765"/>
                </a:lnTo>
                <a:lnTo>
                  <a:pt x="1161002" y="20091"/>
                </a:lnTo>
                <a:lnTo>
                  <a:pt x="1155958" y="13506"/>
                </a:lnTo>
                <a:lnTo>
                  <a:pt x="1148435" y="8930"/>
                </a:lnTo>
                <a:lnTo>
                  <a:pt x="1137666" y="2285"/>
                </a:lnTo>
                <a:lnTo>
                  <a:pt x="1130808" y="0"/>
                </a:lnTo>
                <a:lnTo>
                  <a:pt x="35814" y="0"/>
                </a:lnTo>
                <a:lnTo>
                  <a:pt x="25908" y="2286"/>
                </a:lnTo>
                <a:lnTo>
                  <a:pt x="19049" y="6858"/>
                </a:lnTo>
                <a:lnTo>
                  <a:pt x="11429" y="11430"/>
                </a:lnTo>
                <a:lnTo>
                  <a:pt x="6857" y="16002"/>
                </a:lnTo>
                <a:lnTo>
                  <a:pt x="2285" y="23622"/>
                </a:lnTo>
                <a:lnTo>
                  <a:pt x="0" y="32766"/>
                </a:lnTo>
                <a:lnTo>
                  <a:pt x="0" y="39624"/>
                </a:lnTo>
                <a:close/>
              </a:path>
            </a:pathLst>
          </a:custGeom>
          <a:ln w="93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759193" y="3042674"/>
            <a:ext cx="1192530" cy="3225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375285" algn="l"/>
                <a:tab pos="1179195" algn="l"/>
              </a:tabLst>
            </a:pP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Draining	</a:t>
            </a:r>
            <a:endParaRPr sz="9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  <a:spcBef>
                <a:spcPts val="90"/>
              </a:spcBef>
            </a:pPr>
            <a:r>
              <a:rPr dirty="0" sz="900" spc="5">
                <a:latin typeface="Arial MT"/>
                <a:cs typeface="Arial MT"/>
              </a:rPr>
              <a:t>do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/open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drain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: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Valve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81811" y="4047744"/>
            <a:ext cx="916305" cy="346075"/>
          </a:xfrm>
          <a:custGeom>
            <a:avLst/>
            <a:gdLst/>
            <a:ahLst/>
            <a:cxnLst/>
            <a:rect l="l" t="t" r="r" b="b"/>
            <a:pathLst>
              <a:path w="916305" h="346075">
                <a:moveTo>
                  <a:pt x="0" y="41910"/>
                </a:moveTo>
                <a:lnTo>
                  <a:pt x="0" y="306324"/>
                </a:lnTo>
                <a:lnTo>
                  <a:pt x="2286" y="313944"/>
                </a:lnTo>
                <a:lnTo>
                  <a:pt x="4572" y="323088"/>
                </a:lnTo>
                <a:lnTo>
                  <a:pt x="9144" y="329946"/>
                </a:lnTo>
                <a:lnTo>
                  <a:pt x="12954" y="334518"/>
                </a:lnTo>
                <a:lnTo>
                  <a:pt x="26670" y="343662"/>
                </a:lnTo>
                <a:lnTo>
                  <a:pt x="35814" y="345948"/>
                </a:lnTo>
                <a:lnTo>
                  <a:pt x="882396" y="345948"/>
                </a:lnTo>
                <a:lnTo>
                  <a:pt x="889254" y="343662"/>
                </a:lnTo>
                <a:lnTo>
                  <a:pt x="898397" y="339090"/>
                </a:lnTo>
                <a:lnTo>
                  <a:pt x="902208" y="334518"/>
                </a:lnTo>
                <a:lnTo>
                  <a:pt x="909066" y="329946"/>
                </a:lnTo>
                <a:lnTo>
                  <a:pt x="913638" y="323088"/>
                </a:lnTo>
                <a:lnTo>
                  <a:pt x="915924" y="313944"/>
                </a:lnTo>
                <a:lnTo>
                  <a:pt x="915924" y="32004"/>
                </a:lnTo>
                <a:lnTo>
                  <a:pt x="913638" y="25146"/>
                </a:lnTo>
                <a:lnTo>
                  <a:pt x="909066" y="18288"/>
                </a:lnTo>
                <a:lnTo>
                  <a:pt x="902208" y="11430"/>
                </a:lnTo>
                <a:lnTo>
                  <a:pt x="898397" y="6858"/>
                </a:lnTo>
                <a:lnTo>
                  <a:pt x="889254" y="4572"/>
                </a:lnTo>
                <a:lnTo>
                  <a:pt x="882396" y="2286"/>
                </a:lnTo>
                <a:lnTo>
                  <a:pt x="873252" y="0"/>
                </a:lnTo>
                <a:lnTo>
                  <a:pt x="42672" y="0"/>
                </a:lnTo>
                <a:lnTo>
                  <a:pt x="35814" y="2286"/>
                </a:lnTo>
                <a:lnTo>
                  <a:pt x="26670" y="4572"/>
                </a:lnTo>
                <a:lnTo>
                  <a:pt x="19811" y="6858"/>
                </a:lnTo>
                <a:lnTo>
                  <a:pt x="12953" y="11430"/>
                </a:lnTo>
                <a:lnTo>
                  <a:pt x="9143" y="18288"/>
                </a:lnTo>
                <a:lnTo>
                  <a:pt x="4571" y="25146"/>
                </a:lnTo>
                <a:lnTo>
                  <a:pt x="2285" y="32004"/>
                </a:lnTo>
                <a:lnTo>
                  <a:pt x="0" y="41910"/>
                </a:lnTo>
                <a:close/>
              </a:path>
            </a:pathLst>
          </a:custGeom>
          <a:ln w="93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69111" y="4026416"/>
            <a:ext cx="941705" cy="3225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192405" algn="l"/>
              </a:tabLst>
            </a:pP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Warming</a:t>
            </a:r>
            <a:r>
              <a:rPr dirty="0" u="sng" sz="9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Up</a:t>
            </a:r>
            <a:r>
              <a:rPr dirty="0" u="sng" sz="900" spc="-10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900" spc="10">
                <a:latin typeface="Arial MT"/>
                <a:cs typeface="Arial MT"/>
              </a:rPr>
              <a:t>do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30">
                <a:latin typeface="Arial MT"/>
                <a:cs typeface="Arial MT"/>
              </a:rPr>
              <a:t>/bx1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heater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464367" y="3266503"/>
            <a:ext cx="788670" cy="209550"/>
            <a:chOff x="4464367" y="3266503"/>
            <a:chExt cx="788670" cy="209550"/>
          </a:xfrm>
        </p:grpSpPr>
        <p:sp>
          <p:nvSpPr>
            <p:cNvPr id="35" name="object 35"/>
            <p:cNvSpPr/>
            <p:nvPr/>
          </p:nvSpPr>
          <p:spPr>
            <a:xfrm>
              <a:off x="5180075" y="3412998"/>
              <a:ext cx="67945" cy="58419"/>
            </a:xfrm>
            <a:custGeom>
              <a:avLst/>
              <a:gdLst/>
              <a:ahLst/>
              <a:cxnLst/>
              <a:rect l="l" t="t" r="r" b="b"/>
              <a:pathLst>
                <a:path w="67945" h="58420">
                  <a:moveTo>
                    <a:pt x="0" y="0"/>
                  </a:moveTo>
                  <a:lnTo>
                    <a:pt x="34290" y="57912"/>
                  </a:lnTo>
                  <a:lnTo>
                    <a:pt x="67818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469129" y="3271266"/>
              <a:ext cx="745490" cy="200025"/>
            </a:xfrm>
            <a:custGeom>
              <a:avLst/>
              <a:gdLst/>
              <a:ahLst/>
              <a:cxnLst/>
              <a:rect l="l" t="t" r="r" b="b"/>
              <a:pathLst>
                <a:path w="745489" h="200025">
                  <a:moveTo>
                    <a:pt x="745236" y="199644"/>
                  </a:moveTo>
                  <a:lnTo>
                    <a:pt x="745236" y="46482"/>
                  </a:lnTo>
                  <a:lnTo>
                    <a:pt x="742950" y="41910"/>
                  </a:lnTo>
                  <a:lnTo>
                    <a:pt x="742950" y="34290"/>
                  </a:lnTo>
                  <a:lnTo>
                    <a:pt x="736092" y="20574"/>
                  </a:lnTo>
                  <a:lnTo>
                    <a:pt x="726948" y="11430"/>
                  </a:lnTo>
                  <a:lnTo>
                    <a:pt x="722376" y="9144"/>
                  </a:lnTo>
                  <a:lnTo>
                    <a:pt x="717804" y="4572"/>
                  </a:lnTo>
                  <a:lnTo>
                    <a:pt x="710946" y="2286"/>
                  </a:lnTo>
                  <a:lnTo>
                    <a:pt x="702564" y="2286"/>
                  </a:lnTo>
                  <a:lnTo>
                    <a:pt x="693420" y="0"/>
                  </a:lnTo>
                  <a:lnTo>
                    <a:pt x="48006" y="0"/>
                  </a:lnTo>
                  <a:lnTo>
                    <a:pt x="43434" y="2286"/>
                  </a:lnTo>
                  <a:lnTo>
                    <a:pt x="36576" y="2286"/>
                  </a:lnTo>
                  <a:lnTo>
                    <a:pt x="4973" y="26555"/>
                  </a:lnTo>
                  <a:lnTo>
                    <a:pt x="0" y="41910"/>
                  </a:lnTo>
                  <a:lnTo>
                    <a:pt x="0" y="51054"/>
                  </a:lnTo>
                  <a:lnTo>
                    <a:pt x="0" y="199644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4541029" y="3104642"/>
            <a:ext cx="80264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>
                <a:latin typeface="Arial MT"/>
                <a:cs typeface="Arial MT"/>
              </a:rPr>
              <a:t>[bx1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high]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430839" y="3812857"/>
            <a:ext cx="788670" cy="180975"/>
            <a:chOff x="4430839" y="3812857"/>
            <a:chExt cx="788670" cy="180975"/>
          </a:xfrm>
        </p:grpSpPr>
        <p:sp>
          <p:nvSpPr>
            <p:cNvPr id="39" name="object 39"/>
            <p:cNvSpPr/>
            <p:nvPr/>
          </p:nvSpPr>
          <p:spPr>
            <a:xfrm>
              <a:off x="4435602" y="3817620"/>
              <a:ext cx="67945" cy="58419"/>
            </a:xfrm>
            <a:custGeom>
              <a:avLst/>
              <a:gdLst/>
              <a:ahLst/>
              <a:cxnLst/>
              <a:rect l="l" t="t" r="r" b="b"/>
              <a:pathLst>
                <a:path w="67945" h="58420">
                  <a:moveTo>
                    <a:pt x="67817" y="57912"/>
                  </a:moveTo>
                  <a:lnTo>
                    <a:pt x="33527" y="0"/>
                  </a:lnTo>
                  <a:lnTo>
                    <a:pt x="0" y="57912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469129" y="3817620"/>
              <a:ext cx="745490" cy="171450"/>
            </a:xfrm>
            <a:custGeom>
              <a:avLst/>
              <a:gdLst/>
              <a:ahLst/>
              <a:cxnLst/>
              <a:rect l="l" t="t" r="r" b="b"/>
              <a:pathLst>
                <a:path w="745489" h="171450">
                  <a:moveTo>
                    <a:pt x="0" y="0"/>
                  </a:moveTo>
                  <a:lnTo>
                    <a:pt x="0" y="122682"/>
                  </a:lnTo>
                  <a:lnTo>
                    <a:pt x="27180" y="167621"/>
                  </a:lnTo>
                  <a:lnTo>
                    <a:pt x="43434" y="171450"/>
                  </a:lnTo>
                  <a:lnTo>
                    <a:pt x="52578" y="171450"/>
                  </a:lnTo>
                  <a:lnTo>
                    <a:pt x="704850" y="171449"/>
                  </a:lnTo>
                  <a:lnTo>
                    <a:pt x="709422" y="169163"/>
                  </a:lnTo>
                  <a:lnTo>
                    <a:pt x="717804" y="166877"/>
                  </a:lnTo>
                  <a:lnTo>
                    <a:pt x="745236" y="132587"/>
                  </a:lnTo>
                  <a:lnTo>
                    <a:pt x="745236" y="122681"/>
                  </a:lnTo>
                  <a:lnTo>
                    <a:pt x="745236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4454928" y="3977894"/>
            <a:ext cx="107886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>
                <a:latin typeface="Arial MT"/>
                <a:cs typeface="Arial MT"/>
              </a:rPr>
              <a:t>[NOT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bx1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high]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173539" y="3291649"/>
            <a:ext cx="762000" cy="184150"/>
            <a:chOff x="3173539" y="3291649"/>
            <a:chExt cx="762000" cy="184150"/>
          </a:xfrm>
        </p:grpSpPr>
        <p:sp>
          <p:nvSpPr>
            <p:cNvPr id="43" name="object 43"/>
            <p:cNvSpPr/>
            <p:nvPr/>
          </p:nvSpPr>
          <p:spPr>
            <a:xfrm>
              <a:off x="3178301" y="3412997"/>
              <a:ext cx="67945" cy="58419"/>
            </a:xfrm>
            <a:custGeom>
              <a:avLst/>
              <a:gdLst/>
              <a:ahLst/>
              <a:cxnLst/>
              <a:rect l="l" t="t" r="r" b="b"/>
              <a:pathLst>
                <a:path w="67944" h="58420">
                  <a:moveTo>
                    <a:pt x="0" y="0"/>
                  </a:moveTo>
                  <a:lnTo>
                    <a:pt x="34290" y="57912"/>
                  </a:lnTo>
                  <a:lnTo>
                    <a:pt x="67818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212592" y="3296411"/>
              <a:ext cx="718185" cy="174625"/>
            </a:xfrm>
            <a:custGeom>
              <a:avLst/>
              <a:gdLst/>
              <a:ahLst/>
              <a:cxnLst/>
              <a:rect l="l" t="t" r="r" b="b"/>
              <a:pathLst>
                <a:path w="718185" h="174625">
                  <a:moveTo>
                    <a:pt x="0" y="174498"/>
                  </a:moveTo>
                  <a:lnTo>
                    <a:pt x="0" y="48768"/>
                  </a:lnTo>
                  <a:lnTo>
                    <a:pt x="25101" y="5116"/>
                  </a:lnTo>
                  <a:lnTo>
                    <a:pt x="42671" y="0"/>
                  </a:lnTo>
                  <a:lnTo>
                    <a:pt x="51815" y="0"/>
                  </a:lnTo>
                  <a:lnTo>
                    <a:pt x="674370" y="0"/>
                  </a:lnTo>
                  <a:lnTo>
                    <a:pt x="678942" y="2286"/>
                  </a:lnTo>
                  <a:lnTo>
                    <a:pt x="683514" y="2286"/>
                  </a:lnTo>
                  <a:lnTo>
                    <a:pt x="701802" y="11430"/>
                  </a:lnTo>
                  <a:lnTo>
                    <a:pt x="706374" y="16764"/>
                  </a:lnTo>
                  <a:lnTo>
                    <a:pt x="710946" y="21336"/>
                  </a:lnTo>
                  <a:lnTo>
                    <a:pt x="713232" y="25908"/>
                  </a:lnTo>
                  <a:lnTo>
                    <a:pt x="715518" y="32766"/>
                  </a:lnTo>
                  <a:lnTo>
                    <a:pt x="717804" y="41910"/>
                  </a:lnTo>
                  <a:lnTo>
                    <a:pt x="717804" y="48768"/>
                  </a:lnTo>
                  <a:lnTo>
                    <a:pt x="717804" y="174498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3274539" y="3128264"/>
            <a:ext cx="75628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>
                <a:latin typeface="Arial MT"/>
                <a:cs typeface="Arial MT"/>
              </a:rPr>
              <a:t>[bx1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low]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207829" y="3812857"/>
            <a:ext cx="761365" cy="158115"/>
            <a:chOff x="3207829" y="3812857"/>
            <a:chExt cx="761365" cy="158115"/>
          </a:xfrm>
        </p:grpSpPr>
        <p:sp>
          <p:nvSpPr>
            <p:cNvPr id="47" name="object 47"/>
            <p:cNvSpPr/>
            <p:nvPr/>
          </p:nvSpPr>
          <p:spPr>
            <a:xfrm>
              <a:off x="3896105" y="3817620"/>
              <a:ext cx="67945" cy="58419"/>
            </a:xfrm>
            <a:custGeom>
              <a:avLst/>
              <a:gdLst/>
              <a:ahLst/>
              <a:cxnLst/>
              <a:rect l="l" t="t" r="r" b="b"/>
              <a:pathLst>
                <a:path w="67945" h="58420">
                  <a:moveTo>
                    <a:pt x="67817" y="57912"/>
                  </a:moveTo>
                  <a:lnTo>
                    <a:pt x="34289" y="0"/>
                  </a:lnTo>
                  <a:lnTo>
                    <a:pt x="0" y="57912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212591" y="3817620"/>
              <a:ext cx="718185" cy="148590"/>
            </a:xfrm>
            <a:custGeom>
              <a:avLst/>
              <a:gdLst/>
              <a:ahLst/>
              <a:cxnLst/>
              <a:rect l="l" t="t" r="r" b="b"/>
              <a:pathLst>
                <a:path w="718185" h="148589">
                  <a:moveTo>
                    <a:pt x="717804" y="0"/>
                  </a:moveTo>
                  <a:lnTo>
                    <a:pt x="717804" y="97536"/>
                  </a:lnTo>
                  <a:lnTo>
                    <a:pt x="714819" y="115305"/>
                  </a:lnTo>
                  <a:lnTo>
                    <a:pt x="706864" y="130535"/>
                  </a:lnTo>
                  <a:lnTo>
                    <a:pt x="694092" y="142029"/>
                  </a:lnTo>
                  <a:lnTo>
                    <a:pt x="676656" y="148590"/>
                  </a:lnTo>
                  <a:lnTo>
                    <a:pt x="667512" y="148590"/>
                  </a:lnTo>
                  <a:lnTo>
                    <a:pt x="47244" y="148590"/>
                  </a:lnTo>
                  <a:lnTo>
                    <a:pt x="42672" y="146304"/>
                  </a:lnTo>
                  <a:lnTo>
                    <a:pt x="33528" y="146304"/>
                  </a:lnTo>
                  <a:lnTo>
                    <a:pt x="19812" y="139446"/>
                  </a:lnTo>
                  <a:lnTo>
                    <a:pt x="12464" y="134812"/>
                  </a:lnTo>
                  <a:lnTo>
                    <a:pt x="7815" y="128654"/>
                  </a:lnTo>
                  <a:lnTo>
                    <a:pt x="4783" y="121415"/>
                  </a:lnTo>
                  <a:lnTo>
                    <a:pt x="2286" y="113538"/>
                  </a:lnTo>
                  <a:lnTo>
                    <a:pt x="0" y="106680"/>
                  </a:lnTo>
                  <a:lnTo>
                    <a:pt x="0" y="97536"/>
                  </a:lnTo>
                  <a:lnTo>
                    <a:pt x="0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3164096" y="3977894"/>
            <a:ext cx="10337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>
                <a:latin typeface="Arial MT"/>
                <a:cs typeface="Arial MT"/>
              </a:rPr>
              <a:t>[NOT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bx1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low]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805999" y="2285047"/>
            <a:ext cx="3482975" cy="2469515"/>
            <a:chOff x="3805999" y="2285047"/>
            <a:chExt cx="3482975" cy="2469515"/>
          </a:xfrm>
        </p:grpSpPr>
        <p:sp>
          <p:nvSpPr>
            <p:cNvPr id="51" name="object 51"/>
            <p:cNvSpPr/>
            <p:nvPr/>
          </p:nvSpPr>
          <p:spPr>
            <a:xfrm>
              <a:off x="4555235" y="4510277"/>
              <a:ext cx="60960" cy="67310"/>
            </a:xfrm>
            <a:custGeom>
              <a:avLst/>
              <a:gdLst/>
              <a:ahLst/>
              <a:cxnLst/>
              <a:rect l="l" t="t" r="r" b="b"/>
              <a:pathLst>
                <a:path w="60960" h="67310">
                  <a:moveTo>
                    <a:pt x="0" y="67055"/>
                  </a:moveTo>
                  <a:lnTo>
                    <a:pt x="60960" y="32765"/>
                  </a:lnTo>
                  <a:lnTo>
                    <a:pt x="0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810761" y="4684776"/>
              <a:ext cx="60960" cy="64769"/>
            </a:xfrm>
            <a:custGeom>
              <a:avLst/>
              <a:gdLst/>
              <a:ahLst/>
              <a:cxnLst/>
              <a:rect l="l" t="t" r="r" b="b"/>
              <a:pathLst>
                <a:path w="60960" h="64770">
                  <a:moveTo>
                    <a:pt x="60960" y="0"/>
                  </a:moveTo>
                  <a:lnTo>
                    <a:pt x="0" y="32004"/>
                  </a:lnTo>
                  <a:lnTo>
                    <a:pt x="60960" y="64769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717542" y="2289810"/>
              <a:ext cx="2566670" cy="776605"/>
            </a:xfrm>
            <a:custGeom>
              <a:avLst/>
              <a:gdLst/>
              <a:ahLst/>
              <a:cxnLst/>
              <a:rect l="l" t="t" r="r" b="b"/>
              <a:pathLst>
                <a:path w="2566670" h="776605">
                  <a:moveTo>
                    <a:pt x="0" y="0"/>
                  </a:moveTo>
                  <a:lnTo>
                    <a:pt x="2514600" y="0"/>
                  </a:lnTo>
                  <a:lnTo>
                    <a:pt x="2559707" y="22038"/>
                  </a:lnTo>
                  <a:lnTo>
                    <a:pt x="2566416" y="39623"/>
                  </a:lnTo>
                  <a:lnTo>
                    <a:pt x="2566416" y="48767"/>
                  </a:lnTo>
                  <a:lnTo>
                    <a:pt x="2566416" y="776477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2593339" y="4431038"/>
            <a:ext cx="3214370" cy="3225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85"/>
              </a:spcBef>
              <a:tabLst>
                <a:tab pos="3162935" algn="l"/>
              </a:tabLst>
            </a:pPr>
            <a:r>
              <a:rPr dirty="0" sz="900" spc="5" b="1">
                <a:latin typeface="Arial"/>
                <a:cs typeface="Arial"/>
              </a:rPr>
              <a:t>Building Up Residue</a:t>
            </a:r>
            <a:r>
              <a:rPr dirty="0" u="sng" baseline="21604" sz="1350" spc="382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21604" sz="1350" spc="7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[residue</a:t>
            </a:r>
            <a:r>
              <a:rPr dirty="0" u="sng" baseline="21604" sz="13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timer] </a:t>
            </a:r>
            <a:r>
              <a:rPr dirty="0" u="sng" sz="9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900" spc="10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Purging</a:t>
            </a:r>
            <a:r>
              <a:rPr dirty="0" u="sng" sz="9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Residue	</a:t>
            </a:r>
            <a:endParaRPr sz="900">
              <a:latin typeface="Arial"/>
              <a:cs typeface="Arial"/>
            </a:endParaRPr>
          </a:p>
          <a:p>
            <a:pPr marL="80010">
              <a:lnSpc>
                <a:spcPct val="100000"/>
              </a:lnSpc>
              <a:spcBef>
                <a:spcPts val="90"/>
              </a:spcBef>
            </a:pPr>
            <a:r>
              <a:rPr dirty="0" sz="900" spc="5">
                <a:latin typeface="Arial MT"/>
                <a:cs typeface="Arial MT"/>
              </a:rPr>
              <a:t>do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/close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drain</a:t>
            </a:r>
            <a:r>
              <a:rPr dirty="0" sz="900" spc="5">
                <a:latin typeface="Arial MT"/>
                <a:cs typeface="Arial MT"/>
              </a:rPr>
              <a:t> :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Valve</a:t>
            </a:r>
            <a:r>
              <a:rPr dirty="0" u="sng" baseline="9259" sz="1350" spc="7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</a:t>
            </a:r>
            <a:r>
              <a:rPr dirty="0" u="sng" baseline="9259" sz="1350" spc="1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baseline="9259" sz="13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[drain</a:t>
            </a:r>
            <a:r>
              <a:rPr dirty="0" u="sng" baseline="9259" sz="1350" spc="7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baseline="9259" sz="13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timer]  </a:t>
            </a:r>
            <a:r>
              <a:rPr dirty="0" baseline="9259" sz="1350" spc="157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do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/open</a:t>
            </a:r>
            <a:r>
              <a:rPr dirty="0" sz="900">
                <a:latin typeface="Arial MT"/>
                <a:cs typeface="Arial MT"/>
              </a:rPr>
              <a:t> drain</a:t>
            </a:r>
            <a:r>
              <a:rPr dirty="0" sz="900" spc="5">
                <a:latin typeface="Arial MT"/>
                <a:cs typeface="Arial MT"/>
              </a:rPr>
              <a:t> :</a:t>
            </a:r>
            <a:r>
              <a:rPr dirty="0" sz="900">
                <a:latin typeface="Arial MT"/>
                <a:cs typeface="Arial MT"/>
              </a:rPr>
              <a:t> Valve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081793" y="2126234"/>
            <a:ext cx="6908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>
                <a:latin typeface="Arial MT"/>
                <a:cs typeface="Arial MT"/>
              </a:rPr>
              <a:t>[bx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low]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223581" y="2308669"/>
            <a:ext cx="2499360" cy="588010"/>
            <a:chOff x="1223581" y="2308669"/>
            <a:chExt cx="2499360" cy="588010"/>
          </a:xfrm>
        </p:grpSpPr>
        <p:sp>
          <p:nvSpPr>
            <p:cNvPr id="57" name="object 57"/>
            <p:cNvSpPr/>
            <p:nvPr/>
          </p:nvSpPr>
          <p:spPr>
            <a:xfrm>
              <a:off x="1228344" y="2833878"/>
              <a:ext cx="67945" cy="58419"/>
            </a:xfrm>
            <a:custGeom>
              <a:avLst/>
              <a:gdLst/>
              <a:ahLst/>
              <a:cxnLst/>
              <a:rect l="l" t="t" r="r" b="b"/>
              <a:pathLst>
                <a:path w="67944" h="58419">
                  <a:moveTo>
                    <a:pt x="0" y="0"/>
                  </a:moveTo>
                  <a:lnTo>
                    <a:pt x="34290" y="57912"/>
                  </a:lnTo>
                  <a:lnTo>
                    <a:pt x="67818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262633" y="2313432"/>
              <a:ext cx="2455545" cy="578485"/>
            </a:xfrm>
            <a:custGeom>
              <a:avLst/>
              <a:gdLst/>
              <a:ahLst/>
              <a:cxnLst/>
              <a:rect l="l" t="t" r="r" b="b"/>
              <a:pathLst>
                <a:path w="2455545" h="578485">
                  <a:moveTo>
                    <a:pt x="0" y="578358"/>
                  </a:moveTo>
                  <a:lnTo>
                    <a:pt x="0" y="51054"/>
                  </a:lnTo>
                  <a:lnTo>
                    <a:pt x="23220" y="6148"/>
                  </a:lnTo>
                  <a:lnTo>
                    <a:pt x="40385" y="2286"/>
                  </a:lnTo>
                  <a:lnTo>
                    <a:pt x="49529" y="0"/>
                  </a:lnTo>
                  <a:lnTo>
                    <a:pt x="2455164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1805391" y="2126234"/>
            <a:ext cx="66992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>
                <a:latin typeface="Arial MT"/>
                <a:cs typeface="Arial MT"/>
              </a:rPr>
              <a:t>[power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=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166675" y="4447603"/>
            <a:ext cx="1155700" cy="530225"/>
            <a:chOff x="6166675" y="4447603"/>
            <a:chExt cx="1155700" cy="530225"/>
          </a:xfrm>
        </p:grpSpPr>
        <p:sp>
          <p:nvSpPr>
            <p:cNvPr id="61" name="object 61"/>
            <p:cNvSpPr/>
            <p:nvPr/>
          </p:nvSpPr>
          <p:spPr>
            <a:xfrm>
              <a:off x="7250430" y="4452365"/>
              <a:ext cx="67310" cy="58419"/>
            </a:xfrm>
            <a:custGeom>
              <a:avLst/>
              <a:gdLst/>
              <a:ahLst/>
              <a:cxnLst/>
              <a:rect l="l" t="t" r="r" b="b"/>
              <a:pathLst>
                <a:path w="67309" h="58420">
                  <a:moveTo>
                    <a:pt x="67055" y="57912"/>
                  </a:moveTo>
                  <a:lnTo>
                    <a:pt x="33527" y="0"/>
                  </a:lnTo>
                  <a:lnTo>
                    <a:pt x="0" y="57912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171438" y="4452365"/>
              <a:ext cx="1112520" cy="520700"/>
            </a:xfrm>
            <a:custGeom>
              <a:avLst/>
              <a:gdLst/>
              <a:ahLst/>
              <a:cxnLst/>
              <a:rect l="l" t="t" r="r" b="b"/>
              <a:pathLst>
                <a:path w="1112520" h="520700">
                  <a:moveTo>
                    <a:pt x="1112520" y="0"/>
                  </a:moveTo>
                  <a:lnTo>
                    <a:pt x="1112520" y="471678"/>
                  </a:lnTo>
                  <a:lnTo>
                    <a:pt x="1109706" y="489395"/>
                  </a:lnTo>
                  <a:lnTo>
                    <a:pt x="1100851" y="504567"/>
                  </a:lnTo>
                  <a:lnTo>
                    <a:pt x="1087163" y="515487"/>
                  </a:lnTo>
                  <a:lnTo>
                    <a:pt x="1069848" y="520445"/>
                  </a:lnTo>
                  <a:lnTo>
                    <a:pt x="1060704" y="520445"/>
                  </a:lnTo>
                  <a:lnTo>
                    <a:pt x="0" y="520446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6439170" y="4960111"/>
            <a:ext cx="113157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>
                <a:latin typeface="Arial MT"/>
                <a:cs typeface="Arial MT"/>
              </a:rPr>
              <a:t>[shutdown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command]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257871" y="4388929"/>
            <a:ext cx="965835" cy="621665"/>
            <a:chOff x="1257871" y="4388929"/>
            <a:chExt cx="965835" cy="621665"/>
          </a:xfrm>
        </p:grpSpPr>
        <p:sp>
          <p:nvSpPr>
            <p:cNvPr id="65" name="object 65"/>
            <p:cNvSpPr/>
            <p:nvPr/>
          </p:nvSpPr>
          <p:spPr>
            <a:xfrm>
              <a:off x="2160270" y="4940045"/>
              <a:ext cx="59055" cy="66040"/>
            </a:xfrm>
            <a:custGeom>
              <a:avLst/>
              <a:gdLst/>
              <a:ahLst/>
              <a:cxnLst/>
              <a:rect l="l" t="t" r="r" b="b"/>
              <a:pathLst>
                <a:path w="59055" h="66039">
                  <a:moveTo>
                    <a:pt x="0" y="65532"/>
                  </a:moveTo>
                  <a:lnTo>
                    <a:pt x="58674" y="32766"/>
                  </a:lnTo>
                  <a:lnTo>
                    <a:pt x="0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262633" y="4393691"/>
              <a:ext cx="956310" cy="579120"/>
            </a:xfrm>
            <a:custGeom>
              <a:avLst/>
              <a:gdLst/>
              <a:ahLst/>
              <a:cxnLst/>
              <a:rect l="l" t="t" r="r" b="b"/>
              <a:pathLst>
                <a:path w="956310" h="579120">
                  <a:moveTo>
                    <a:pt x="956310" y="579120"/>
                  </a:moveTo>
                  <a:lnTo>
                    <a:pt x="38100" y="579120"/>
                  </a:lnTo>
                  <a:lnTo>
                    <a:pt x="33528" y="576834"/>
                  </a:lnTo>
                  <a:lnTo>
                    <a:pt x="24384" y="574548"/>
                  </a:lnTo>
                  <a:lnTo>
                    <a:pt x="19812" y="569976"/>
                  </a:lnTo>
                  <a:lnTo>
                    <a:pt x="15240" y="567690"/>
                  </a:lnTo>
                  <a:lnTo>
                    <a:pt x="6096" y="558546"/>
                  </a:lnTo>
                  <a:lnTo>
                    <a:pt x="3809" y="553974"/>
                  </a:lnTo>
                  <a:lnTo>
                    <a:pt x="2285" y="546354"/>
                  </a:lnTo>
                  <a:lnTo>
                    <a:pt x="0" y="539496"/>
                  </a:lnTo>
                  <a:lnTo>
                    <a:pt x="0" y="530352"/>
                  </a:lnTo>
                  <a:lnTo>
                    <a:pt x="0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1019827" y="4950967"/>
            <a:ext cx="89725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>
                <a:latin typeface="Arial MT"/>
                <a:cs typeface="Arial MT"/>
              </a:rPr>
              <a:t>[bx1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temp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=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100]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223581" y="3333559"/>
            <a:ext cx="77470" cy="719455"/>
            <a:chOff x="1223581" y="3333559"/>
            <a:chExt cx="77470" cy="719455"/>
          </a:xfrm>
        </p:grpSpPr>
        <p:sp>
          <p:nvSpPr>
            <p:cNvPr id="69" name="object 69"/>
            <p:cNvSpPr/>
            <p:nvPr/>
          </p:nvSpPr>
          <p:spPr>
            <a:xfrm>
              <a:off x="1228344" y="3989070"/>
              <a:ext cx="67945" cy="59055"/>
            </a:xfrm>
            <a:custGeom>
              <a:avLst/>
              <a:gdLst/>
              <a:ahLst/>
              <a:cxnLst/>
              <a:rect l="l" t="t" r="r" b="b"/>
              <a:pathLst>
                <a:path w="67944" h="59054">
                  <a:moveTo>
                    <a:pt x="0" y="0"/>
                  </a:moveTo>
                  <a:lnTo>
                    <a:pt x="34290" y="58674"/>
                  </a:lnTo>
                  <a:lnTo>
                    <a:pt x="67818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262633" y="3338322"/>
              <a:ext cx="0" cy="709930"/>
            </a:xfrm>
            <a:custGeom>
              <a:avLst/>
              <a:gdLst/>
              <a:ahLst/>
              <a:cxnLst/>
              <a:rect l="l" t="t" r="r" b="b"/>
              <a:pathLst>
                <a:path w="0" h="709929">
                  <a:moveTo>
                    <a:pt x="0" y="709422"/>
                  </a:moveTo>
                  <a:lnTo>
                    <a:pt x="0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932202" y="3663188"/>
            <a:ext cx="106616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>
                <a:latin typeface="Arial MT"/>
                <a:cs typeface="Arial MT"/>
              </a:rPr>
              <a:t>[NOT</a:t>
            </a:r>
            <a:r>
              <a:rPr dirty="0" sz="900" spc="22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bx1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low]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7245667" y="3408235"/>
            <a:ext cx="76835" cy="586105"/>
            <a:chOff x="7245667" y="3408235"/>
            <a:chExt cx="76835" cy="586105"/>
          </a:xfrm>
        </p:grpSpPr>
        <p:sp>
          <p:nvSpPr>
            <p:cNvPr id="73" name="object 73"/>
            <p:cNvSpPr/>
            <p:nvPr/>
          </p:nvSpPr>
          <p:spPr>
            <a:xfrm>
              <a:off x="7250429" y="3412997"/>
              <a:ext cx="67310" cy="58419"/>
            </a:xfrm>
            <a:custGeom>
              <a:avLst/>
              <a:gdLst/>
              <a:ahLst/>
              <a:cxnLst/>
              <a:rect l="l" t="t" r="r" b="b"/>
              <a:pathLst>
                <a:path w="67309" h="58420">
                  <a:moveTo>
                    <a:pt x="67055" y="57912"/>
                  </a:moveTo>
                  <a:lnTo>
                    <a:pt x="33527" y="0"/>
                  </a:lnTo>
                  <a:lnTo>
                    <a:pt x="0" y="57912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7283957" y="3412997"/>
              <a:ext cx="0" cy="576580"/>
            </a:xfrm>
            <a:custGeom>
              <a:avLst/>
              <a:gdLst/>
              <a:ahLst/>
              <a:cxnLst/>
              <a:rect l="l" t="t" r="r" b="b"/>
              <a:pathLst>
                <a:path w="0" h="576579">
                  <a:moveTo>
                    <a:pt x="0" y="0"/>
                  </a:moveTo>
                  <a:lnTo>
                    <a:pt x="0" y="576072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6969524" y="3572509"/>
            <a:ext cx="8305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>
                <a:latin typeface="Arial MT"/>
                <a:cs typeface="Arial MT"/>
              </a:rPr>
              <a:t>[bx1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temp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=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30]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713035" y="2136457"/>
            <a:ext cx="1009650" cy="355600"/>
            <a:chOff x="3713035" y="2136457"/>
            <a:chExt cx="1009650" cy="355600"/>
          </a:xfrm>
        </p:grpSpPr>
        <p:sp>
          <p:nvSpPr>
            <p:cNvPr id="77" name="object 77"/>
            <p:cNvSpPr/>
            <p:nvPr/>
          </p:nvSpPr>
          <p:spPr>
            <a:xfrm>
              <a:off x="3717798" y="2141220"/>
              <a:ext cx="1000125" cy="346075"/>
            </a:xfrm>
            <a:custGeom>
              <a:avLst/>
              <a:gdLst/>
              <a:ahLst/>
              <a:cxnLst/>
              <a:rect l="l" t="t" r="r" b="b"/>
              <a:pathLst>
                <a:path w="1000125" h="346075">
                  <a:moveTo>
                    <a:pt x="0" y="39624"/>
                  </a:moveTo>
                  <a:lnTo>
                    <a:pt x="0" y="313944"/>
                  </a:lnTo>
                  <a:lnTo>
                    <a:pt x="34290" y="343662"/>
                  </a:lnTo>
                  <a:lnTo>
                    <a:pt x="42672" y="345948"/>
                  </a:lnTo>
                  <a:lnTo>
                    <a:pt x="957072" y="345948"/>
                  </a:lnTo>
                  <a:lnTo>
                    <a:pt x="997458" y="320802"/>
                  </a:lnTo>
                  <a:lnTo>
                    <a:pt x="999744" y="313944"/>
                  </a:lnTo>
                  <a:lnTo>
                    <a:pt x="999744" y="32003"/>
                  </a:lnTo>
                  <a:lnTo>
                    <a:pt x="997458" y="22859"/>
                  </a:lnTo>
                  <a:lnTo>
                    <a:pt x="992886" y="16001"/>
                  </a:lnTo>
                  <a:lnTo>
                    <a:pt x="986790" y="11429"/>
                  </a:lnTo>
                  <a:lnTo>
                    <a:pt x="982218" y="6857"/>
                  </a:lnTo>
                  <a:lnTo>
                    <a:pt x="973074" y="2285"/>
                  </a:lnTo>
                  <a:lnTo>
                    <a:pt x="966216" y="0"/>
                  </a:lnTo>
                  <a:lnTo>
                    <a:pt x="34290" y="0"/>
                  </a:lnTo>
                  <a:lnTo>
                    <a:pt x="2285" y="22860"/>
                  </a:lnTo>
                  <a:lnTo>
                    <a:pt x="0" y="32004"/>
                  </a:lnTo>
                  <a:lnTo>
                    <a:pt x="0" y="39624"/>
                  </a:lnTo>
                  <a:close/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717798" y="2289810"/>
              <a:ext cx="1000125" cy="0"/>
            </a:xfrm>
            <a:custGeom>
              <a:avLst/>
              <a:gdLst/>
              <a:ahLst/>
              <a:cxnLst/>
              <a:rect l="l" t="t" r="r" b="b"/>
              <a:pathLst>
                <a:path w="1000125" h="0">
                  <a:moveTo>
                    <a:pt x="0" y="0"/>
                  </a:moveTo>
                  <a:lnTo>
                    <a:pt x="999744" y="0"/>
                  </a:lnTo>
                </a:path>
              </a:pathLst>
            </a:custGeom>
            <a:ln w="9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4135628" y="2126234"/>
            <a:ext cx="19431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 b="1">
                <a:latin typeface="Arial"/>
                <a:cs typeface="Arial"/>
              </a:rPr>
              <a:t>Off</a:t>
            </a:r>
            <a:endParaRPr sz="9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714286" y="2274764"/>
            <a:ext cx="100647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5">
                <a:latin typeface="Arial MT"/>
                <a:cs typeface="Arial MT"/>
              </a:rPr>
              <a:t>do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/Power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Light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5">
                <a:latin typeface="Arial MT"/>
                <a:cs typeface="Arial MT"/>
              </a:rPr>
              <a:t>Off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717541" y="2254757"/>
            <a:ext cx="60960" cy="67945"/>
          </a:xfrm>
          <a:custGeom>
            <a:avLst/>
            <a:gdLst/>
            <a:ahLst/>
            <a:cxnLst/>
            <a:rect l="l" t="t" r="r" b="b"/>
            <a:pathLst>
              <a:path w="60960" h="67944">
                <a:moveTo>
                  <a:pt x="60960" y="0"/>
                </a:moveTo>
                <a:lnTo>
                  <a:pt x="0" y="35052"/>
                </a:lnTo>
                <a:lnTo>
                  <a:pt x="60960" y="67818"/>
                </a:lnTo>
              </a:path>
            </a:pathLst>
          </a:custGeom>
          <a:ln w="93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8128959" y="6500168"/>
            <a:ext cx="2743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96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236982"/>
            <a:ext cx="1433322" cy="895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7" y="300227"/>
            <a:ext cx="1334192" cy="855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04007" y="2981960"/>
            <a:ext cx="393446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OOSEM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 spc="-5"/>
              <a:t>ESS</a:t>
            </a:r>
            <a:r>
              <a:rPr dirty="0" spc="-40"/>
              <a:t> </a:t>
            </a:r>
            <a:r>
              <a:rPr dirty="0" spc="-5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03093" y="4190491"/>
            <a:ext cx="3936365" cy="9036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2400" spc="-5">
                <a:latin typeface="Arial MT"/>
                <a:cs typeface="Arial MT"/>
              </a:rPr>
              <a:t>Refer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to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Chapter 16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latin typeface="Arial MT"/>
                <a:cs typeface="Arial MT"/>
              </a:rPr>
              <a:t>“A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Practical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Guide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to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SysML”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1839" y="411734"/>
            <a:ext cx="479552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55"/>
              <a:t> </a:t>
            </a:r>
            <a:r>
              <a:rPr dirty="0"/>
              <a:t>Development</a:t>
            </a:r>
            <a:r>
              <a:rPr dirty="0" spc="-20"/>
              <a:t> </a:t>
            </a:r>
            <a:r>
              <a:rPr dirty="0"/>
              <a:t>Process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2678" y="2958338"/>
            <a:ext cx="815340" cy="62293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 indent="78740">
              <a:lnSpc>
                <a:spcPts val="1510"/>
              </a:lnSpc>
              <a:spcBef>
                <a:spcPts val="290"/>
              </a:spcBef>
            </a:pPr>
            <a:r>
              <a:rPr dirty="0" sz="1400" spc="-5" b="1">
                <a:solidFill>
                  <a:srgbClr val="009A9A"/>
                </a:solidFill>
                <a:latin typeface="Arial"/>
                <a:cs typeface="Arial"/>
              </a:rPr>
              <a:t>System </a:t>
            </a:r>
            <a:r>
              <a:rPr dirty="0" sz="1400" b="1">
                <a:solidFill>
                  <a:srgbClr val="009A9A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09A9A"/>
                </a:solidFill>
                <a:latin typeface="Arial"/>
                <a:cs typeface="Arial"/>
              </a:rPr>
              <a:t>Modeling </a:t>
            </a:r>
            <a:r>
              <a:rPr dirty="0" sz="1400" spc="-375" b="1">
                <a:solidFill>
                  <a:srgbClr val="009A9A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009A9A"/>
                </a:solidFill>
                <a:latin typeface="Arial"/>
                <a:cs typeface="Arial"/>
              </a:rPr>
              <a:t>Activities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97595" y="2797314"/>
            <a:ext cx="925830" cy="399415"/>
          </a:xfrm>
          <a:custGeom>
            <a:avLst/>
            <a:gdLst/>
            <a:ahLst/>
            <a:cxnLst/>
            <a:rect l="l" t="t" r="r" b="b"/>
            <a:pathLst>
              <a:path w="925830" h="399414">
                <a:moveTo>
                  <a:pt x="925830" y="102108"/>
                </a:moveTo>
                <a:lnTo>
                  <a:pt x="647700" y="0"/>
                </a:lnTo>
                <a:lnTo>
                  <a:pt x="654558" y="28448"/>
                </a:lnTo>
                <a:lnTo>
                  <a:pt x="666788" y="79171"/>
                </a:lnTo>
                <a:lnTo>
                  <a:pt x="0" y="239268"/>
                </a:lnTo>
                <a:lnTo>
                  <a:pt x="9144" y="277672"/>
                </a:lnTo>
                <a:lnTo>
                  <a:pt x="38100" y="399288"/>
                </a:lnTo>
                <a:lnTo>
                  <a:pt x="41148" y="398551"/>
                </a:lnTo>
                <a:lnTo>
                  <a:pt x="48768" y="396735"/>
                </a:lnTo>
                <a:lnTo>
                  <a:pt x="703326" y="240322"/>
                </a:lnTo>
                <a:lnTo>
                  <a:pt x="704786" y="239966"/>
                </a:lnTo>
                <a:lnTo>
                  <a:pt x="710946" y="265531"/>
                </a:lnTo>
                <a:lnTo>
                  <a:pt x="723138" y="316115"/>
                </a:lnTo>
                <a:lnTo>
                  <a:pt x="723900" y="319278"/>
                </a:lnTo>
                <a:lnTo>
                  <a:pt x="733806" y="308622"/>
                </a:lnTo>
                <a:lnTo>
                  <a:pt x="912114" y="116852"/>
                </a:lnTo>
                <a:lnTo>
                  <a:pt x="925830" y="102108"/>
                </a:lnTo>
                <a:close/>
              </a:path>
            </a:pathLst>
          </a:custGeom>
          <a:solidFill>
            <a:srgbClr val="063D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4423" y="5111750"/>
            <a:ext cx="231076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Integrated Product </a:t>
            </a:r>
            <a:r>
              <a:rPr dirty="0" sz="1800" b="1">
                <a:latin typeface="Arial"/>
                <a:cs typeface="Arial"/>
              </a:rPr>
              <a:t> Development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(IPD)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is </a:t>
            </a:r>
            <a:r>
              <a:rPr dirty="0" sz="1800" spc="-49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essential to improve </a:t>
            </a:r>
            <a:r>
              <a:rPr dirty="0" sz="180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communications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4236" y="5044770"/>
            <a:ext cx="249364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A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Recursive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V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process </a:t>
            </a:r>
            <a:r>
              <a:rPr dirty="0" sz="1800" spc="-484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that can be applied to </a:t>
            </a:r>
            <a:r>
              <a:rPr dirty="0" sz="180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multiple levels of the </a:t>
            </a:r>
            <a:r>
              <a:rPr dirty="0" sz="180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system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hierarchy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4977" y="4025138"/>
            <a:ext cx="1010285" cy="62293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09855" marR="5080" indent="-97790">
              <a:lnSpc>
                <a:spcPts val="1510"/>
              </a:lnSpc>
              <a:spcBef>
                <a:spcPts val="290"/>
              </a:spcBef>
            </a:pPr>
            <a:r>
              <a:rPr dirty="0" sz="1400" spc="-10" b="1">
                <a:solidFill>
                  <a:srgbClr val="009A9A"/>
                </a:solidFill>
                <a:latin typeface="Arial"/>
                <a:cs typeface="Arial"/>
              </a:rPr>
              <a:t>Component  </a:t>
            </a:r>
            <a:r>
              <a:rPr dirty="0" sz="1400" spc="-10" b="1">
                <a:solidFill>
                  <a:srgbClr val="009A9A"/>
                </a:solidFill>
                <a:latin typeface="Arial"/>
                <a:cs typeface="Arial"/>
              </a:rPr>
              <a:t>Modeling </a:t>
            </a:r>
            <a:r>
              <a:rPr dirty="0" sz="1400" spc="-5" b="1">
                <a:solidFill>
                  <a:srgbClr val="009A9A"/>
                </a:solidFill>
                <a:latin typeface="Arial"/>
                <a:cs typeface="Arial"/>
              </a:rPr>
              <a:t> Activities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34083" y="1299209"/>
            <a:ext cx="4821555" cy="3040380"/>
            <a:chOff x="1434083" y="1299209"/>
            <a:chExt cx="4821555" cy="3040380"/>
          </a:xfrm>
        </p:grpSpPr>
        <p:sp>
          <p:nvSpPr>
            <p:cNvPr id="10" name="object 10"/>
            <p:cNvSpPr/>
            <p:nvPr/>
          </p:nvSpPr>
          <p:spPr>
            <a:xfrm>
              <a:off x="1434083" y="1299209"/>
              <a:ext cx="1099820" cy="687705"/>
            </a:xfrm>
            <a:custGeom>
              <a:avLst/>
              <a:gdLst/>
              <a:ahLst/>
              <a:cxnLst/>
              <a:rect l="l" t="t" r="r" b="b"/>
              <a:pathLst>
                <a:path w="1099820" h="687705">
                  <a:moveTo>
                    <a:pt x="1099566" y="684276"/>
                  </a:moveTo>
                  <a:lnTo>
                    <a:pt x="1099566" y="2286"/>
                  </a:lnTo>
                  <a:lnTo>
                    <a:pt x="1097280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684276"/>
                  </a:lnTo>
                  <a:lnTo>
                    <a:pt x="2286" y="687324"/>
                  </a:lnTo>
                  <a:lnTo>
                    <a:pt x="6096" y="687324"/>
                  </a:lnTo>
                  <a:lnTo>
                    <a:pt x="6096" y="12192"/>
                  </a:lnTo>
                  <a:lnTo>
                    <a:pt x="12191" y="6096"/>
                  </a:lnTo>
                  <a:lnTo>
                    <a:pt x="12191" y="12192"/>
                  </a:lnTo>
                  <a:lnTo>
                    <a:pt x="1087374" y="12192"/>
                  </a:lnTo>
                  <a:lnTo>
                    <a:pt x="1087374" y="6096"/>
                  </a:lnTo>
                  <a:lnTo>
                    <a:pt x="1093470" y="12192"/>
                  </a:lnTo>
                  <a:lnTo>
                    <a:pt x="1093470" y="687324"/>
                  </a:lnTo>
                  <a:lnTo>
                    <a:pt x="1097280" y="687324"/>
                  </a:lnTo>
                  <a:lnTo>
                    <a:pt x="1099566" y="684276"/>
                  </a:lnTo>
                  <a:close/>
                </a:path>
                <a:path w="1099820" h="687705">
                  <a:moveTo>
                    <a:pt x="12191" y="12192"/>
                  </a:moveTo>
                  <a:lnTo>
                    <a:pt x="12191" y="6096"/>
                  </a:lnTo>
                  <a:lnTo>
                    <a:pt x="6096" y="12192"/>
                  </a:lnTo>
                  <a:lnTo>
                    <a:pt x="12191" y="12192"/>
                  </a:lnTo>
                  <a:close/>
                </a:path>
                <a:path w="1099820" h="687705">
                  <a:moveTo>
                    <a:pt x="12191" y="674370"/>
                  </a:moveTo>
                  <a:lnTo>
                    <a:pt x="12191" y="12192"/>
                  </a:lnTo>
                  <a:lnTo>
                    <a:pt x="6096" y="12192"/>
                  </a:lnTo>
                  <a:lnTo>
                    <a:pt x="6096" y="674370"/>
                  </a:lnTo>
                  <a:lnTo>
                    <a:pt x="12191" y="674370"/>
                  </a:lnTo>
                  <a:close/>
                </a:path>
                <a:path w="1099820" h="687705">
                  <a:moveTo>
                    <a:pt x="1093470" y="674370"/>
                  </a:moveTo>
                  <a:lnTo>
                    <a:pt x="6096" y="674370"/>
                  </a:lnTo>
                  <a:lnTo>
                    <a:pt x="12191" y="680466"/>
                  </a:lnTo>
                  <a:lnTo>
                    <a:pt x="12191" y="687324"/>
                  </a:lnTo>
                  <a:lnTo>
                    <a:pt x="1087374" y="687324"/>
                  </a:lnTo>
                  <a:lnTo>
                    <a:pt x="1087374" y="680466"/>
                  </a:lnTo>
                  <a:lnTo>
                    <a:pt x="1093470" y="674370"/>
                  </a:lnTo>
                  <a:close/>
                </a:path>
                <a:path w="1099820" h="687705">
                  <a:moveTo>
                    <a:pt x="12191" y="687324"/>
                  </a:moveTo>
                  <a:lnTo>
                    <a:pt x="12191" y="680466"/>
                  </a:lnTo>
                  <a:lnTo>
                    <a:pt x="6096" y="674370"/>
                  </a:lnTo>
                  <a:lnTo>
                    <a:pt x="6096" y="687324"/>
                  </a:lnTo>
                  <a:lnTo>
                    <a:pt x="12191" y="687324"/>
                  </a:lnTo>
                  <a:close/>
                </a:path>
                <a:path w="1099820" h="687705">
                  <a:moveTo>
                    <a:pt x="1093470" y="12192"/>
                  </a:moveTo>
                  <a:lnTo>
                    <a:pt x="1087374" y="6096"/>
                  </a:lnTo>
                  <a:lnTo>
                    <a:pt x="1087374" y="12192"/>
                  </a:lnTo>
                  <a:lnTo>
                    <a:pt x="1093470" y="12192"/>
                  </a:lnTo>
                  <a:close/>
                </a:path>
                <a:path w="1099820" h="687705">
                  <a:moveTo>
                    <a:pt x="1093470" y="674370"/>
                  </a:moveTo>
                  <a:lnTo>
                    <a:pt x="1093470" y="12192"/>
                  </a:lnTo>
                  <a:lnTo>
                    <a:pt x="1087374" y="12192"/>
                  </a:lnTo>
                  <a:lnTo>
                    <a:pt x="1087374" y="674370"/>
                  </a:lnTo>
                  <a:lnTo>
                    <a:pt x="1093470" y="674370"/>
                  </a:lnTo>
                  <a:close/>
                </a:path>
                <a:path w="1099820" h="687705">
                  <a:moveTo>
                    <a:pt x="1093470" y="687324"/>
                  </a:moveTo>
                  <a:lnTo>
                    <a:pt x="1093470" y="674370"/>
                  </a:lnTo>
                  <a:lnTo>
                    <a:pt x="1087374" y="680466"/>
                  </a:lnTo>
                  <a:lnTo>
                    <a:pt x="1087374" y="687324"/>
                  </a:lnTo>
                  <a:lnTo>
                    <a:pt x="1093470" y="687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797795" y="3940314"/>
              <a:ext cx="925830" cy="399415"/>
            </a:xfrm>
            <a:custGeom>
              <a:avLst/>
              <a:gdLst/>
              <a:ahLst/>
              <a:cxnLst/>
              <a:rect l="l" t="t" r="r" b="b"/>
              <a:pathLst>
                <a:path w="925829" h="399414">
                  <a:moveTo>
                    <a:pt x="925830" y="102108"/>
                  </a:moveTo>
                  <a:lnTo>
                    <a:pt x="647700" y="0"/>
                  </a:lnTo>
                  <a:lnTo>
                    <a:pt x="654558" y="28448"/>
                  </a:lnTo>
                  <a:lnTo>
                    <a:pt x="666788" y="79171"/>
                  </a:lnTo>
                  <a:lnTo>
                    <a:pt x="0" y="239268"/>
                  </a:lnTo>
                  <a:lnTo>
                    <a:pt x="9144" y="277672"/>
                  </a:lnTo>
                  <a:lnTo>
                    <a:pt x="38100" y="399288"/>
                  </a:lnTo>
                  <a:lnTo>
                    <a:pt x="41148" y="398551"/>
                  </a:lnTo>
                  <a:lnTo>
                    <a:pt x="48768" y="396735"/>
                  </a:lnTo>
                  <a:lnTo>
                    <a:pt x="703326" y="240322"/>
                  </a:lnTo>
                  <a:lnTo>
                    <a:pt x="704786" y="239966"/>
                  </a:lnTo>
                  <a:lnTo>
                    <a:pt x="710946" y="265531"/>
                  </a:lnTo>
                  <a:lnTo>
                    <a:pt x="723138" y="316115"/>
                  </a:lnTo>
                  <a:lnTo>
                    <a:pt x="723900" y="319278"/>
                  </a:lnTo>
                  <a:lnTo>
                    <a:pt x="733806" y="308622"/>
                  </a:lnTo>
                  <a:lnTo>
                    <a:pt x="912114" y="116852"/>
                  </a:lnTo>
                  <a:lnTo>
                    <a:pt x="925830" y="102108"/>
                  </a:lnTo>
                  <a:close/>
                </a:path>
              </a:pathLst>
            </a:custGeom>
            <a:solidFill>
              <a:srgbClr val="063D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64835" y="3160775"/>
              <a:ext cx="1090930" cy="678180"/>
            </a:xfrm>
            <a:custGeom>
              <a:avLst/>
              <a:gdLst/>
              <a:ahLst/>
              <a:cxnLst/>
              <a:rect l="l" t="t" r="r" b="b"/>
              <a:pathLst>
                <a:path w="1090929" h="678179">
                  <a:moveTo>
                    <a:pt x="1090422" y="676655"/>
                  </a:moveTo>
                  <a:lnTo>
                    <a:pt x="1090422" y="1523"/>
                  </a:lnTo>
                  <a:lnTo>
                    <a:pt x="1088898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676656"/>
                  </a:lnTo>
                  <a:lnTo>
                    <a:pt x="1524" y="678180"/>
                  </a:lnTo>
                  <a:lnTo>
                    <a:pt x="1524" y="3810"/>
                  </a:lnTo>
                  <a:lnTo>
                    <a:pt x="3047" y="1524"/>
                  </a:lnTo>
                  <a:lnTo>
                    <a:pt x="3047" y="3810"/>
                  </a:lnTo>
                  <a:lnTo>
                    <a:pt x="1087374" y="3809"/>
                  </a:lnTo>
                  <a:lnTo>
                    <a:pt x="1087374" y="1523"/>
                  </a:lnTo>
                  <a:lnTo>
                    <a:pt x="1088898" y="3809"/>
                  </a:lnTo>
                  <a:lnTo>
                    <a:pt x="1088898" y="678180"/>
                  </a:lnTo>
                  <a:lnTo>
                    <a:pt x="1090422" y="676655"/>
                  </a:lnTo>
                  <a:close/>
                </a:path>
                <a:path w="1090929" h="678179">
                  <a:moveTo>
                    <a:pt x="3047" y="3810"/>
                  </a:moveTo>
                  <a:lnTo>
                    <a:pt x="3047" y="1524"/>
                  </a:lnTo>
                  <a:lnTo>
                    <a:pt x="1524" y="3810"/>
                  </a:lnTo>
                  <a:lnTo>
                    <a:pt x="3047" y="3810"/>
                  </a:lnTo>
                  <a:close/>
                </a:path>
                <a:path w="1090929" h="678179">
                  <a:moveTo>
                    <a:pt x="3047" y="675132"/>
                  </a:moveTo>
                  <a:lnTo>
                    <a:pt x="3047" y="3810"/>
                  </a:lnTo>
                  <a:lnTo>
                    <a:pt x="1524" y="3810"/>
                  </a:lnTo>
                  <a:lnTo>
                    <a:pt x="1524" y="675132"/>
                  </a:lnTo>
                  <a:lnTo>
                    <a:pt x="3047" y="675132"/>
                  </a:lnTo>
                  <a:close/>
                </a:path>
                <a:path w="1090929" h="678179">
                  <a:moveTo>
                    <a:pt x="1088898" y="675132"/>
                  </a:moveTo>
                  <a:lnTo>
                    <a:pt x="1524" y="675132"/>
                  </a:lnTo>
                  <a:lnTo>
                    <a:pt x="3047" y="676655"/>
                  </a:lnTo>
                  <a:lnTo>
                    <a:pt x="3047" y="678180"/>
                  </a:lnTo>
                  <a:lnTo>
                    <a:pt x="1087374" y="678180"/>
                  </a:lnTo>
                  <a:lnTo>
                    <a:pt x="1087374" y="676655"/>
                  </a:lnTo>
                  <a:lnTo>
                    <a:pt x="1088898" y="675132"/>
                  </a:lnTo>
                  <a:close/>
                </a:path>
                <a:path w="1090929" h="678179">
                  <a:moveTo>
                    <a:pt x="3047" y="678180"/>
                  </a:moveTo>
                  <a:lnTo>
                    <a:pt x="3047" y="676655"/>
                  </a:lnTo>
                  <a:lnTo>
                    <a:pt x="1524" y="675132"/>
                  </a:lnTo>
                  <a:lnTo>
                    <a:pt x="1524" y="678180"/>
                  </a:lnTo>
                  <a:lnTo>
                    <a:pt x="3047" y="678180"/>
                  </a:lnTo>
                  <a:close/>
                </a:path>
                <a:path w="1090929" h="678179">
                  <a:moveTo>
                    <a:pt x="1088898" y="3809"/>
                  </a:moveTo>
                  <a:lnTo>
                    <a:pt x="1087374" y="1523"/>
                  </a:lnTo>
                  <a:lnTo>
                    <a:pt x="1087374" y="3809"/>
                  </a:lnTo>
                  <a:lnTo>
                    <a:pt x="1088898" y="3809"/>
                  </a:lnTo>
                  <a:close/>
                </a:path>
                <a:path w="1090929" h="678179">
                  <a:moveTo>
                    <a:pt x="1088898" y="675132"/>
                  </a:moveTo>
                  <a:lnTo>
                    <a:pt x="1088898" y="3809"/>
                  </a:lnTo>
                  <a:lnTo>
                    <a:pt x="1087374" y="3809"/>
                  </a:lnTo>
                  <a:lnTo>
                    <a:pt x="1087374" y="675132"/>
                  </a:lnTo>
                  <a:lnTo>
                    <a:pt x="1088898" y="675132"/>
                  </a:lnTo>
                  <a:close/>
                </a:path>
                <a:path w="1090929" h="678179">
                  <a:moveTo>
                    <a:pt x="1088898" y="678180"/>
                  </a:moveTo>
                  <a:lnTo>
                    <a:pt x="1088898" y="675132"/>
                  </a:lnTo>
                  <a:lnTo>
                    <a:pt x="1087374" y="676655"/>
                  </a:lnTo>
                  <a:lnTo>
                    <a:pt x="1087374" y="678180"/>
                  </a:lnTo>
                  <a:lnTo>
                    <a:pt x="1088898" y="678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566925" y="1367282"/>
            <a:ext cx="920750" cy="57023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12700" marR="5080" indent="-31750">
              <a:lnSpc>
                <a:spcPct val="99000"/>
              </a:lnSpc>
              <a:spcBef>
                <a:spcPts val="115"/>
              </a:spcBef>
            </a:pPr>
            <a:r>
              <a:rPr dirty="0" sz="1200" spc="-5">
                <a:latin typeface="Arial MT"/>
                <a:cs typeface="Arial MT"/>
              </a:rPr>
              <a:t>Manage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41726" y="2311908"/>
            <a:ext cx="1099185" cy="688975"/>
          </a:xfrm>
          <a:custGeom>
            <a:avLst/>
            <a:gdLst/>
            <a:ahLst/>
            <a:cxnLst/>
            <a:rect l="l" t="t" r="r" b="b"/>
            <a:pathLst>
              <a:path w="1099185" h="688975">
                <a:moveTo>
                  <a:pt x="1098804" y="685800"/>
                </a:moveTo>
                <a:lnTo>
                  <a:pt x="1098804" y="3048"/>
                </a:lnTo>
                <a:lnTo>
                  <a:pt x="1095756" y="0"/>
                </a:lnTo>
                <a:lnTo>
                  <a:pt x="3047" y="0"/>
                </a:lnTo>
                <a:lnTo>
                  <a:pt x="0" y="3048"/>
                </a:lnTo>
                <a:lnTo>
                  <a:pt x="0" y="685800"/>
                </a:lnTo>
                <a:lnTo>
                  <a:pt x="3048" y="688848"/>
                </a:lnTo>
                <a:lnTo>
                  <a:pt x="6857" y="688848"/>
                </a:lnTo>
                <a:lnTo>
                  <a:pt x="6858" y="12192"/>
                </a:lnTo>
                <a:lnTo>
                  <a:pt x="12953" y="6096"/>
                </a:lnTo>
                <a:lnTo>
                  <a:pt x="12953" y="12192"/>
                </a:lnTo>
                <a:lnTo>
                  <a:pt x="1085849" y="12192"/>
                </a:lnTo>
                <a:lnTo>
                  <a:pt x="1085849" y="6096"/>
                </a:lnTo>
                <a:lnTo>
                  <a:pt x="1092708" y="12192"/>
                </a:lnTo>
                <a:lnTo>
                  <a:pt x="1092708" y="688848"/>
                </a:lnTo>
                <a:lnTo>
                  <a:pt x="1095756" y="688848"/>
                </a:lnTo>
                <a:lnTo>
                  <a:pt x="1098804" y="685800"/>
                </a:lnTo>
                <a:close/>
              </a:path>
              <a:path w="1099185" h="688975">
                <a:moveTo>
                  <a:pt x="12953" y="12192"/>
                </a:moveTo>
                <a:lnTo>
                  <a:pt x="12953" y="6096"/>
                </a:lnTo>
                <a:lnTo>
                  <a:pt x="6858" y="12192"/>
                </a:lnTo>
                <a:lnTo>
                  <a:pt x="12953" y="12192"/>
                </a:lnTo>
                <a:close/>
              </a:path>
              <a:path w="1099185" h="688975">
                <a:moveTo>
                  <a:pt x="12953" y="675894"/>
                </a:moveTo>
                <a:lnTo>
                  <a:pt x="12953" y="12192"/>
                </a:lnTo>
                <a:lnTo>
                  <a:pt x="6858" y="12192"/>
                </a:lnTo>
                <a:lnTo>
                  <a:pt x="6858" y="675894"/>
                </a:lnTo>
                <a:lnTo>
                  <a:pt x="12953" y="675894"/>
                </a:lnTo>
                <a:close/>
              </a:path>
              <a:path w="1099185" h="688975">
                <a:moveTo>
                  <a:pt x="1092708" y="675894"/>
                </a:moveTo>
                <a:lnTo>
                  <a:pt x="6858" y="675894"/>
                </a:lnTo>
                <a:lnTo>
                  <a:pt x="12953" y="682752"/>
                </a:lnTo>
                <a:lnTo>
                  <a:pt x="12953" y="688848"/>
                </a:lnTo>
                <a:lnTo>
                  <a:pt x="1085849" y="688848"/>
                </a:lnTo>
                <a:lnTo>
                  <a:pt x="1085849" y="682752"/>
                </a:lnTo>
                <a:lnTo>
                  <a:pt x="1092708" y="675894"/>
                </a:lnTo>
                <a:close/>
              </a:path>
              <a:path w="1099185" h="688975">
                <a:moveTo>
                  <a:pt x="12953" y="688848"/>
                </a:moveTo>
                <a:lnTo>
                  <a:pt x="12953" y="682752"/>
                </a:lnTo>
                <a:lnTo>
                  <a:pt x="6858" y="675894"/>
                </a:lnTo>
                <a:lnTo>
                  <a:pt x="6857" y="688848"/>
                </a:lnTo>
                <a:lnTo>
                  <a:pt x="12953" y="688848"/>
                </a:lnTo>
                <a:close/>
              </a:path>
              <a:path w="1099185" h="688975">
                <a:moveTo>
                  <a:pt x="1092708" y="12192"/>
                </a:moveTo>
                <a:lnTo>
                  <a:pt x="1085849" y="6096"/>
                </a:lnTo>
                <a:lnTo>
                  <a:pt x="1085849" y="12192"/>
                </a:lnTo>
                <a:lnTo>
                  <a:pt x="1092708" y="12192"/>
                </a:lnTo>
                <a:close/>
              </a:path>
              <a:path w="1099185" h="688975">
                <a:moveTo>
                  <a:pt x="1092708" y="675894"/>
                </a:moveTo>
                <a:lnTo>
                  <a:pt x="1092708" y="12192"/>
                </a:lnTo>
                <a:lnTo>
                  <a:pt x="1085849" y="12192"/>
                </a:lnTo>
                <a:lnTo>
                  <a:pt x="1085849" y="675894"/>
                </a:lnTo>
                <a:lnTo>
                  <a:pt x="1092708" y="675894"/>
                </a:lnTo>
                <a:close/>
              </a:path>
              <a:path w="1099185" h="688975">
                <a:moveTo>
                  <a:pt x="1092708" y="688848"/>
                </a:moveTo>
                <a:lnTo>
                  <a:pt x="1092708" y="675894"/>
                </a:lnTo>
                <a:lnTo>
                  <a:pt x="1085849" y="682752"/>
                </a:lnTo>
                <a:lnTo>
                  <a:pt x="1085849" y="688848"/>
                </a:lnTo>
                <a:lnTo>
                  <a:pt x="1092708" y="688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30372" y="2367026"/>
            <a:ext cx="1013460" cy="5689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08279" marR="5080" indent="-196215">
              <a:lnSpc>
                <a:spcPct val="98500"/>
              </a:lnSpc>
              <a:spcBef>
                <a:spcPts val="120"/>
              </a:spcBef>
            </a:pPr>
            <a:r>
              <a:rPr dirty="0" sz="1200" spc="-5">
                <a:latin typeface="Arial MT"/>
                <a:cs typeface="Arial MT"/>
              </a:rPr>
              <a:t>Defin</a:t>
            </a:r>
            <a:r>
              <a:rPr dirty="0" sz="1200">
                <a:latin typeface="Arial MT"/>
                <a:cs typeface="Arial MT"/>
              </a:rPr>
              <a:t>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  </a:t>
            </a:r>
            <a:r>
              <a:rPr dirty="0" sz="1200" spc="-5">
                <a:latin typeface="Arial MT"/>
                <a:cs typeface="Arial MT"/>
              </a:rPr>
              <a:t>Reqt's </a:t>
            </a:r>
            <a:r>
              <a:rPr dirty="0" sz="1200">
                <a:latin typeface="Arial MT"/>
                <a:cs typeface="Arial MT"/>
              </a:rPr>
              <a:t>&amp;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Design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21458" y="1805177"/>
            <a:ext cx="5447030" cy="2430780"/>
          </a:xfrm>
          <a:custGeom>
            <a:avLst/>
            <a:gdLst/>
            <a:ahLst/>
            <a:cxnLst/>
            <a:rect l="l" t="t" r="r" b="b"/>
            <a:pathLst>
              <a:path w="5447030" h="2430779">
                <a:moveTo>
                  <a:pt x="627113" y="851166"/>
                </a:moveTo>
                <a:lnTo>
                  <a:pt x="514337" y="789444"/>
                </a:lnTo>
                <a:lnTo>
                  <a:pt x="514337" y="845058"/>
                </a:lnTo>
                <a:lnTo>
                  <a:pt x="322326" y="845058"/>
                </a:lnTo>
                <a:lnTo>
                  <a:pt x="322326" y="3048"/>
                </a:lnTo>
                <a:lnTo>
                  <a:pt x="319278" y="0"/>
                </a:lnTo>
                <a:lnTo>
                  <a:pt x="3048" y="0"/>
                </a:lnTo>
                <a:lnTo>
                  <a:pt x="0" y="3048"/>
                </a:lnTo>
                <a:lnTo>
                  <a:pt x="0" y="9906"/>
                </a:lnTo>
                <a:lnTo>
                  <a:pt x="3048" y="12954"/>
                </a:lnTo>
                <a:lnTo>
                  <a:pt x="309372" y="12954"/>
                </a:lnTo>
                <a:lnTo>
                  <a:pt x="309372" y="854202"/>
                </a:lnTo>
                <a:lnTo>
                  <a:pt x="312420" y="857250"/>
                </a:lnTo>
                <a:lnTo>
                  <a:pt x="322326" y="857250"/>
                </a:lnTo>
                <a:lnTo>
                  <a:pt x="514337" y="857250"/>
                </a:lnTo>
                <a:lnTo>
                  <a:pt x="514337" y="911364"/>
                </a:lnTo>
                <a:lnTo>
                  <a:pt x="627113" y="851166"/>
                </a:lnTo>
                <a:close/>
              </a:path>
              <a:path w="5447030" h="2430779">
                <a:moveTo>
                  <a:pt x="2334768" y="2370582"/>
                </a:moveTo>
                <a:lnTo>
                  <a:pt x="2221992" y="2309622"/>
                </a:lnTo>
                <a:lnTo>
                  <a:pt x="2221992" y="2363724"/>
                </a:lnTo>
                <a:lnTo>
                  <a:pt x="2029955" y="2363724"/>
                </a:lnTo>
                <a:lnTo>
                  <a:pt x="2029955" y="847344"/>
                </a:lnTo>
                <a:lnTo>
                  <a:pt x="2027669" y="845058"/>
                </a:lnTo>
                <a:lnTo>
                  <a:pt x="1709153" y="845058"/>
                </a:lnTo>
                <a:lnTo>
                  <a:pt x="1706105" y="847344"/>
                </a:lnTo>
                <a:lnTo>
                  <a:pt x="1706105" y="854202"/>
                </a:lnTo>
                <a:lnTo>
                  <a:pt x="1709153" y="857250"/>
                </a:lnTo>
                <a:lnTo>
                  <a:pt x="2017763" y="857250"/>
                </a:lnTo>
                <a:lnTo>
                  <a:pt x="2017763" y="2373630"/>
                </a:lnTo>
                <a:lnTo>
                  <a:pt x="2020049" y="2376678"/>
                </a:lnTo>
                <a:lnTo>
                  <a:pt x="2029955" y="2376678"/>
                </a:lnTo>
                <a:lnTo>
                  <a:pt x="2221992" y="2376678"/>
                </a:lnTo>
                <a:lnTo>
                  <a:pt x="2221992" y="2430780"/>
                </a:lnTo>
                <a:lnTo>
                  <a:pt x="2334768" y="2370582"/>
                </a:lnTo>
                <a:close/>
              </a:path>
              <a:path w="5447030" h="2430779">
                <a:moveTo>
                  <a:pt x="5446763" y="509790"/>
                </a:moveTo>
                <a:lnTo>
                  <a:pt x="5443715" y="506742"/>
                </a:lnTo>
                <a:lnTo>
                  <a:pt x="5433809" y="506742"/>
                </a:lnTo>
                <a:lnTo>
                  <a:pt x="5433809" y="518934"/>
                </a:lnTo>
                <a:lnTo>
                  <a:pt x="5433809" y="1182636"/>
                </a:lnTo>
                <a:lnTo>
                  <a:pt x="4359389" y="1182636"/>
                </a:lnTo>
                <a:lnTo>
                  <a:pt x="4359389" y="518934"/>
                </a:lnTo>
                <a:lnTo>
                  <a:pt x="5433809" y="518934"/>
                </a:lnTo>
                <a:lnTo>
                  <a:pt x="5433809" y="506742"/>
                </a:lnTo>
                <a:lnTo>
                  <a:pt x="4349483" y="506742"/>
                </a:lnTo>
                <a:lnTo>
                  <a:pt x="4346435" y="509790"/>
                </a:lnTo>
                <a:lnTo>
                  <a:pt x="4346435" y="1192542"/>
                </a:lnTo>
                <a:lnTo>
                  <a:pt x="4349483" y="1195590"/>
                </a:lnTo>
                <a:lnTo>
                  <a:pt x="4352531" y="1195590"/>
                </a:lnTo>
                <a:lnTo>
                  <a:pt x="4359389" y="1195590"/>
                </a:lnTo>
                <a:lnTo>
                  <a:pt x="5433809" y="1195590"/>
                </a:lnTo>
                <a:lnTo>
                  <a:pt x="5439905" y="1195590"/>
                </a:lnTo>
                <a:lnTo>
                  <a:pt x="5443715" y="1195590"/>
                </a:lnTo>
                <a:lnTo>
                  <a:pt x="5446763" y="1192542"/>
                </a:lnTo>
                <a:lnTo>
                  <a:pt x="5446763" y="5097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123430" y="2367026"/>
            <a:ext cx="628015" cy="5689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71120" marR="5080" indent="-59055">
              <a:lnSpc>
                <a:spcPct val="98500"/>
              </a:lnSpc>
              <a:spcBef>
                <a:spcPts val="120"/>
              </a:spcBef>
            </a:pPr>
            <a:r>
              <a:rPr dirty="0" sz="1200">
                <a:latin typeface="Arial MT"/>
                <a:cs typeface="Arial MT"/>
              </a:rPr>
              <a:t>Integrate  </a:t>
            </a:r>
            <a:r>
              <a:rPr dirty="0" sz="1200">
                <a:latin typeface="Arial MT"/>
                <a:cs typeface="Arial MT"/>
              </a:rPr>
              <a:t>&amp; </a:t>
            </a:r>
            <a:r>
              <a:rPr dirty="0" sz="1200" spc="-40">
                <a:latin typeface="Arial MT"/>
                <a:cs typeface="Arial MT"/>
              </a:rPr>
              <a:t>Test 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22413" y="1593341"/>
            <a:ext cx="7155815" cy="2588895"/>
          </a:xfrm>
          <a:custGeom>
            <a:avLst/>
            <a:gdLst/>
            <a:ahLst/>
            <a:cxnLst/>
            <a:rect l="l" t="t" r="r" b="b"/>
            <a:pathLst>
              <a:path w="7155815" h="2588895">
                <a:moveTo>
                  <a:pt x="323850" y="48006"/>
                </a:moveTo>
                <a:lnTo>
                  <a:pt x="323088" y="45720"/>
                </a:lnTo>
                <a:lnTo>
                  <a:pt x="320802" y="44196"/>
                </a:lnTo>
                <a:lnTo>
                  <a:pt x="245351" y="2768"/>
                </a:lnTo>
                <a:lnTo>
                  <a:pt x="243840" y="762"/>
                </a:lnTo>
                <a:lnTo>
                  <a:pt x="241554" y="762"/>
                </a:lnTo>
                <a:lnTo>
                  <a:pt x="240030" y="0"/>
                </a:lnTo>
                <a:lnTo>
                  <a:pt x="236220" y="762"/>
                </a:lnTo>
                <a:lnTo>
                  <a:pt x="233934" y="3810"/>
                </a:lnTo>
                <a:lnTo>
                  <a:pt x="233934" y="4826"/>
                </a:lnTo>
                <a:lnTo>
                  <a:pt x="232410" y="6858"/>
                </a:lnTo>
                <a:lnTo>
                  <a:pt x="233934" y="11430"/>
                </a:lnTo>
                <a:lnTo>
                  <a:pt x="233934" y="43434"/>
                </a:lnTo>
                <a:lnTo>
                  <a:pt x="3048" y="43434"/>
                </a:lnTo>
                <a:lnTo>
                  <a:pt x="0" y="46482"/>
                </a:lnTo>
                <a:lnTo>
                  <a:pt x="0" y="53340"/>
                </a:lnTo>
                <a:lnTo>
                  <a:pt x="3048" y="56388"/>
                </a:lnTo>
                <a:lnTo>
                  <a:pt x="233934" y="56388"/>
                </a:lnTo>
                <a:lnTo>
                  <a:pt x="233934" y="93726"/>
                </a:lnTo>
                <a:lnTo>
                  <a:pt x="234696" y="96012"/>
                </a:lnTo>
                <a:lnTo>
                  <a:pt x="236982" y="96774"/>
                </a:lnTo>
                <a:lnTo>
                  <a:pt x="238506" y="98298"/>
                </a:lnTo>
                <a:lnTo>
                  <a:pt x="240792" y="98298"/>
                </a:lnTo>
                <a:lnTo>
                  <a:pt x="243078" y="96774"/>
                </a:lnTo>
                <a:lnTo>
                  <a:pt x="246126" y="95161"/>
                </a:lnTo>
                <a:lnTo>
                  <a:pt x="314706" y="58864"/>
                </a:lnTo>
                <a:lnTo>
                  <a:pt x="320802" y="55626"/>
                </a:lnTo>
                <a:lnTo>
                  <a:pt x="323088" y="54864"/>
                </a:lnTo>
                <a:lnTo>
                  <a:pt x="323850" y="52578"/>
                </a:lnTo>
                <a:lnTo>
                  <a:pt x="323850" y="48006"/>
                </a:lnTo>
                <a:close/>
              </a:path>
              <a:path w="7155815" h="2588895">
                <a:moveTo>
                  <a:pt x="5751588" y="1063002"/>
                </a:moveTo>
                <a:lnTo>
                  <a:pt x="5638812" y="1001280"/>
                </a:lnTo>
                <a:lnTo>
                  <a:pt x="5638812" y="1056894"/>
                </a:lnTo>
                <a:lnTo>
                  <a:pt x="5282958" y="1056894"/>
                </a:lnTo>
                <a:lnTo>
                  <a:pt x="5280672" y="1059180"/>
                </a:lnTo>
                <a:lnTo>
                  <a:pt x="5280672" y="2575560"/>
                </a:lnTo>
                <a:lnTo>
                  <a:pt x="4816614" y="2575560"/>
                </a:lnTo>
                <a:lnTo>
                  <a:pt x="4813566" y="2578608"/>
                </a:lnTo>
                <a:lnTo>
                  <a:pt x="4813566" y="2585466"/>
                </a:lnTo>
                <a:lnTo>
                  <a:pt x="4816614" y="2588514"/>
                </a:lnTo>
                <a:lnTo>
                  <a:pt x="5280672" y="2588514"/>
                </a:lnTo>
                <a:lnTo>
                  <a:pt x="5289816" y="2588514"/>
                </a:lnTo>
                <a:lnTo>
                  <a:pt x="5292864" y="2585466"/>
                </a:lnTo>
                <a:lnTo>
                  <a:pt x="5292864" y="1069086"/>
                </a:lnTo>
                <a:lnTo>
                  <a:pt x="5638812" y="1069086"/>
                </a:lnTo>
                <a:lnTo>
                  <a:pt x="5638812" y="1123200"/>
                </a:lnTo>
                <a:lnTo>
                  <a:pt x="5751588" y="1063002"/>
                </a:lnTo>
                <a:close/>
              </a:path>
              <a:path w="7155815" h="2588895">
                <a:moveTo>
                  <a:pt x="5758434" y="890778"/>
                </a:moveTo>
                <a:lnTo>
                  <a:pt x="5756910" y="888492"/>
                </a:lnTo>
                <a:lnTo>
                  <a:pt x="5754624" y="887730"/>
                </a:lnTo>
                <a:lnTo>
                  <a:pt x="5680214" y="847610"/>
                </a:lnTo>
                <a:lnTo>
                  <a:pt x="5677662" y="845058"/>
                </a:lnTo>
                <a:lnTo>
                  <a:pt x="5675376" y="845058"/>
                </a:lnTo>
                <a:lnTo>
                  <a:pt x="5673852" y="844296"/>
                </a:lnTo>
                <a:lnTo>
                  <a:pt x="5671947" y="845058"/>
                </a:lnTo>
                <a:lnTo>
                  <a:pt x="5670804" y="845058"/>
                </a:lnTo>
                <a:lnTo>
                  <a:pt x="5670042" y="845820"/>
                </a:lnTo>
                <a:lnTo>
                  <a:pt x="5667756" y="848106"/>
                </a:lnTo>
                <a:lnTo>
                  <a:pt x="5667756" y="850392"/>
                </a:lnTo>
                <a:lnTo>
                  <a:pt x="5666994" y="851916"/>
                </a:lnTo>
                <a:lnTo>
                  <a:pt x="5667756" y="855726"/>
                </a:lnTo>
                <a:lnTo>
                  <a:pt x="5667756" y="886968"/>
                </a:lnTo>
                <a:lnTo>
                  <a:pt x="3108198" y="886968"/>
                </a:lnTo>
                <a:lnTo>
                  <a:pt x="3105150" y="889254"/>
                </a:lnTo>
                <a:lnTo>
                  <a:pt x="3105150" y="896874"/>
                </a:lnTo>
                <a:lnTo>
                  <a:pt x="3108198" y="899160"/>
                </a:lnTo>
                <a:lnTo>
                  <a:pt x="5667756" y="899160"/>
                </a:lnTo>
                <a:lnTo>
                  <a:pt x="5667756" y="936498"/>
                </a:lnTo>
                <a:lnTo>
                  <a:pt x="5668518" y="938784"/>
                </a:lnTo>
                <a:lnTo>
                  <a:pt x="5670804" y="939546"/>
                </a:lnTo>
                <a:lnTo>
                  <a:pt x="5672328" y="941070"/>
                </a:lnTo>
                <a:lnTo>
                  <a:pt x="5675376" y="941070"/>
                </a:lnTo>
                <a:lnTo>
                  <a:pt x="5676900" y="939546"/>
                </a:lnTo>
                <a:lnTo>
                  <a:pt x="5680710" y="937539"/>
                </a:lnTo>
                <a:lnTo>
                  <a:pt x="5748528" y="901636"/>
                </a:lnTo>
                <a:lnTo>
                  <a:pt x="5754624" y="898398"/>
                </a:lnTo>
                <a:lnTo>
                  <a:pt x="5756910" y="897636"/>
                </a:lnTo>
                <a:lnTo>
                  <a:pt x="5758434" y="895350"/>
                </a:lnTo>
                <a:lnTo>
                  <a:pt x="5758434" y="890778"/>
                </a:lnTo>
                <a:close/>
              </a:path>
              <a:path w="7155815" h="2588895">
                <a:moveTo>
                  <a:pt x="7155193" y="1060716"/>
                </a:moveTo>
                <a:lnTo>
                  <a:pt x="7153669" y="1058430"/>
                </a:lnTo>
                <a:lnTo>
                  <a:pt x="7152145" y="1057668"/>
                </a:lnTo>
                <a:lnTo>
                  <a:pt x="7076148" y="1015199"/>
                </a:lnTo>
                <a:lnTo>
                  <a:pt x="7074421" y="1013472"/>
                </a:lnTo>
                <a:lnTo>
                  <a:pt x="7072897" y="1013472"/>
                </a:lnTo>
                <a:lnTo>
                  <a:pt x="7071373" y="1012710"/>
                </a:lnTo>
                <a:lnTo>
                  <a:pt x="7069087" y="1013472"/>
                </a:lnTo>
                <a:lnTo>
                  <a:pt x="7067563" y="1013472"/>
                </a:lnTo>
                <a:lnTo>
                  <a:pt x="7066801" y="1014234"/>
                </a:lnTo>
                <a:lnTo>
                  <a:pt x="7064515" y="1016520"/>
                </a:lnTo>
                <a:lnTo>
                  <a:pt x="7064515" y="1018806"/>
                </a:lnTo>
                <a:lnTo>
                  <a:pt x="7063753" y="1020330"/>
                </a:lnTo>
                <a:lnTo>
                  <a:pt x="7064515" y="1024140"/>
                </a:lnTo>
                <a:lnTo>
                  <a:pt x="7064515" y="1056906"/>
                </a:lnTo>
                <a:lnTo>
                  <a:pt x="6835915" y="1056906"/>
                </a:lnTo>
                <a:lnTo>
                  <a:pt x="6832867" y="1059192"/>
                </a:lnTo>
                <a:lnTo>
                  <a:pt x="6832867" y="1066050"/>
                </a:lnTo>
                <a:lnTo>
                  <a:pt x="6835915" y="1069098"/>
                </a:lnTo>
                <a:lnTo>
                  <a:pt x="7064515" y="1069098"/>
                </a:lnTo>
                <a:lnTo>
                  <a:pt x="7064515" y="1106436"/>
                </a:lnTo>
                <a:lnTo>
                  <a:pt x="7066039" y="1108722"/>
                </a:lnTo>
                <a:lnTo>
                  <a:pt x="7067563" y="1109484"/>
                </a:lnTo>
                <a:lnTo>
                  <a:pt x="7068325" y="1109992"/>
                </a:lnTo>
                <a:lnTo>
                  <a:pt x="7069849" y="1111008"/>
                </a:lnTo>
                <a:lnTo>
                  <a:pt x="7072135" y="1111008"/>
                </a:lnTo>
                <a:lnTo>
                  <a:pt x="7073659" y="1109484"/>
                </a:lnTo>
                <a:lnTo>
                  <a:pt x="7077469" y="1107478"/>
                </a:lnTo>
                <a:lnTo>
                  <a:pt x="7146049" y="1071524"/>
                </a:lnTo>
                <a:lnTo>
                  <a:pt x="7152145" y="1068336"/>
                </a:lnTo>
                <a:lnTo>
                  <a:pt x="7153669" y="1067574"/>
                </a:lnTo>
                <a:lnTo>
                  <a:pt x="7155193" y="1065288"/>
                </a:lnTo>
                <a:lnTo>
                  <a:pt x="7155193" y="1060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315197" y="2557525"/>
            <a:ext cx="57848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Arial MT"/>
                <a:cs typeface="Arial MT"/>
              </a:rPr>
              <a:t>System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5722" y="1408430"/>
            <a:ext cx="909955" cy="4159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208279" marR="5080" indent="-196215">
              <a:lnSpc>
                <a:spcPts val="1510"/>
              </a:lnSpc>
              <a:spcBef>
                <a:spcPts val="195"/>
              </a:spcBef>
            </a:pPr>
            <a:r>
              <a:rPr dirty="0" sz="1300">
                <a:latin typeface="Arial MT"/>
                <a:cs typeface="Arial MT"/>
              </a:rPr>
              <a:t>Stakeholder  </a:t>
            </a:r>
            <a:r>
              <a:rPr dirty="0" sz="1300">
                <a:latin typeface="Arial MT"/>
                <a:cs typeface="Arial MT"/>
              </a:rPr>
              <a:t>Reqts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60823" y="2727452"/>
            <a:ext cx="1586865" cy="65659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32130" indent="77470">
              <a:lnSpc>
                <a:spcPts val="1350"/>
              </a:lnSpc>
              <a:spcBef>
                <a:spcPts val="219"/>
              </a:spcBef>
            </a:pPr>
            <a:r>
              <a:rPr dirty="0" sz="1200" spc="-5">
                <a:latin typeface="Arial MT"/>
                <a:cs typeface="Arial MT"/>
              </a:rPr>
              <a:t>System arch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Allocate</a:t>
            </a:r>
            <a:r>
              <a:rPr dirty="0" sz="1200">
                <a:latin typeface="Arial MT"/>
                <a:cs typeface="Arial MT"/>
              </a:rPr>
              <a:t>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reqt's</a:t>
            </a:r>
            <a:endParaRPr sz="1200">
              <a:latin typeface="Arial MT"/>
              <a:cs typeface="Arial MT"/>
            </a:endParaRPr>
          </a:p>
          <a:p>
            <a:pPr marL="795020">
              <a:lnSpc>
                <a:spcPct val="100000"/>
              </a:lnSpc>
              <a:spcBef>
                <a:spcPts val="705"/>
              </a:spcBef>
            </a:pPr>
            <a:r>
              <a:rPr dirty="0" sz="1200" spc="-5">
                <a:latin typeface="Arial MT"/>
                <a:cs typeface="Arial MT"/>
              </a:rPr>
              <a:t>Procedures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50129" y="3329177"/>
            <a:ext cx="1325880" cy="1191260"/>
            <a:chOff x="4850129" y="3329177"/>
            <a:chExt cx="1325880" cy="1191260"/>
          </a:xfrm>
        </p:grpSpPr>
        <p:sp>
          <p:nvSpPr>
            <p:cNvPr id="24" name="object 24"/>
            <p:cNvSpPr/>
            <p:nvPr/>
          </p:nvSpPr>
          <p:spPr>
            <a:xfrm>
              <a:off x="5088636" y="3330701"/>
              <a:ext cx="1085850" cy="676910"/>
            </a:xfrm>
            <a:custGeom>
              <a:avLst/>
              <a:gdLst/>
              <a:ahLst/>
              <a:cxnLst/>
              <a:rect l="l" t="t" r="r" b="b"/>
              <a:pathLst>
                <a:path w="1085850" h="676910">
                  <a:moveTo>
                    <a:pt x="1085850" y="676655"/>
                  </a:moveTo>
                  <a:lnTo>
                    <a:pt x="1085850" y="0"/>
                  </a:lnTo>
                  <a:lnTo>
                    <a:pt x="0" y="0"/>
                  </a:lnTo>
                  <a:lnTo>
                    <a:pt x="0" y="676656"/>
                  </a:lnTo>
                  <a:lnTo>
                    <a:pt x="1085850" y="6766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086350" y="3329177"/>
              <a:ext cx="1089660" cy="680085"/>
            </a:xfrm>
            <a:custGeom>
              <a:avLst/>
              <a:gdLst/>
              <a:ahLst/>
              <a:cxnLst/>
              <a:rect l="l" t="t" r="r" b="b"/>
              <a:pathLst>
                <a:path w="1089660" h="680085">
                  <a:moveTo>
                    <a:pt x="1089660" y="678180"/>
                  </a:moveTo>
                  <a:lnTo>
                    <a:pt x="1089660" y="1523"/>
                  </a:lnTo>
                  <a:lnTo>
                    <a:pt x="1088136" y="0"/>
                  </a:lnTo>
                  <a:lnTo>
                    <a:pt x="2286" y="0"/>
                  </a:lnTo>
                  <a:lnTo>
                    <a:pt x="0" y="1524"/>
                  </a:lnTo>
                  <a:lnTo>
                    <a:pt x="0" y="678180"/>
                  </a:lnTo>
                  <a:lnTo>
                    <a:pt x="2286" y="679704"/>
                  </a:lnTo>
                  <a:lnTo>
                    <a:pt x="2286" y="3048"/>
                  </a:lnTo>
                  <a:lnTo>
                    <a:pt x="3810" y="1524"/>
                  </a:lnTo>
                  <a:lnTo>
                    <a:pt x="3809" y="3048"/>
                  </a:lnTo>
                  <a:lnTo>
                    <a:pt x="1085849" y="3047"/>
                  </a:lnTo>
                  <a:lnTo>
                    <a:pt x="1085849" y="1523"/>
                  </a:lnTo>
                  <a:lnTo>
                    <a:pt x="1088136" y="3047"/>
                  </a:lnTo>
                  <a:lnTo>
                    <a:pt x="1088136" y="679704"/>
                  </a:lnTo>
                  <a:lnTo>
                    <a:pt x="1089660" y="678180"/>
                  </a:lnTo>
                  <a:close/>
                </a:path>
                <a:path w="1089660" h="680085">
                  <a:moveTo>
                    <a:pt x="3810" y="3048"/>
                  </a:moveTo>
                  <a:lnTo>
                    <a:pt x="3810" y="1524"/>
                  </a:lnTo>
                  <a:lnTo>
                    <a:pt x="2286" y="3048"/>
                  </a:lnTo>
                  <a:lnTo>
                    <a:pt x="3810" y="3048"/>
                  </a:lnTo>
                  <a:close/>
                </a:path>
                <a:path w="1089660" h="680085">
                  <a:moveTo>
                    <a:pt x="3810" y="676656"/>
                  </a:moveTo>
                  <a:lnTo>
                    <a:pt x="3810" y="3048"/>
                  </a:lnTo>
                  <a:lnTo>
                    <a:pt x="2286" y="3048"/>
                  </a:lnTo>
                  <a:lnTo>
                    <a:pt x="2286" y="676656"/>
                  </a:lnTo>
                  <a:lnTo>
                    <a:pt x="3810" y="676656"/>
                  </a:lnTo>
                  <a:close/>
                </a:path>
                <a:path w="1089660" h="680085">
                  <a:moveTo>
                    <a:pt x="1088136" y="676655"/>
                  </a:moveTo>
                  <a:lnTo>
                    <a:pt x="2286" y="676656"/>
                  </a:lnTo>
                  <a:lnTo>
                    <a:pt x="3810" y="678180"/>
                  </a:lnTo>
                  <a:lnTo>
                    <a:pt x="3810" y="679704"/>
                  </a:lnTo>
                  <a:lnTo>
                    <a:pt x="1085849" y="679704"/>
                  </a:lnTo>
                  <a:lnTo>
                    <a:pt x="1085849" y="678180"/>
                  </a:lnTo>
                  <a:lnTo>
                    <a:pt x="1088136" y="676655"/>
                  </a:lnTo>
                  <a:close/>
                </a:path>
                <a:path w="1089660" h="680085">
                  <a:moveTo>
                    <a:pt x="3810" y="679704"/>
                  </a:moveTo>
                  <a:lnTo>
                    <a:pt x="3810" y="678180"/>
                  </a:lnTo>
                  <a:lnTo>
                    <a:pt x="2286" y="676656"/>
                  </a:lnTo>
                  <a:lnTo>
                    <a:pt x="2286" y="679704"/>
                  </a:lnTo>
                  <a:lnTo>
                    <a:pt x="3810" y="679704"/>
                  </a:lnTo>
                  <a:close/>
                </a:path>
                <a:path w="1089660" h="680085">
                  <a:moveTo>
                    <a:pt x="1088136" y="3047"/>
                  </a:moveTo>
                  <a:lnTo>
                    <a:pt x="1085849" y="1523"/>
                  </a:lnTo>
                  <a:lnTo>
                    <a:pt x="1085849" y="3047"/>
                  </a:lnTo>
                  <a:lnTo>
                    <a:pt x="1088136" y="3047"/>
                  </a:lnTo>
                  <a:close/>
                </a:path>
                <a:path w="1089660" h="680085">
                  <a:moveTo>
                    <a:pt x="1088136" y="676655"/>
                  </a:moveTo>
                  <a:lnTo>
                    <a:pt x="1088136" y="3047"/>
                  </a:lnTo>
                  <a:lnTo>
                    <a:pt x="1085849" y="3047"/>
                  </a:lnTo>
                  <a:lnTo>
                    <a:pt x="1085849" y="676655"/>
                  </a:lnTo>
                  <a:lnTo>
                    <a:pt x="1088136" y="676655"/>
                  </a:lnTo>
                  <a:close/>
                </a:path>
                <a:path w="1089660" h="680085">
                  <a:moveTo>
                    <a:pt x="1088136" y="679704"/>
                  </a:moveTo>
                  <a:lnTo>
                    <a:pt x="1088136" y="676655"/>
                  </a:lnTo>
                  <a:lnTo>
                    <a:pt x="1085849" y="678180"/>
                  </a:lnTo>
                  <a:lnTo>
                    <a:pt x="1085849" y="679704"/>
                  </a:lnTo>
                  <a:lnTo>
                    <a:pt x="1088136" y="679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010150" y="3500627"/>
              <a:ext cx="1088390" cy="675640"/>
            </a:xfrm>
            <a:custGeom>
              <a:avLst/>
              <a:gdLst/>
              <a:ahLst/>
              <a:cxnLst/>
              <a:rect l="l" t="t" r="r" b="b"/>
              <a:pathLst>
                <a:path w="1088389" h="675639">
                  <a:moveTo>
                    <a:pt x="1088136" y="675131"/>
                  </a:moveTo>
                  <a:lnTo>
                    <a:pt x="1088136" y="0"/>
                  </a:lnTo>
                  <a:lnTo>
                    <a:pt x="0" y="0"/>
                  </a:lnTo>
                  <a:lnTo>
                    <a:pt x="0" y="675132"/>
                  </a:lnTo>
                  <a:lnTo>
                    <a:pt x="1088136" y="675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008626" y="3499103"/>
              <a:ext cx="1091565" cy="678180"/>
            </a:xfrm>
            <a:custGeom>
              <a:avLst/>
              <a:gdLst/>
              <a:ahLst/>
              <a:cxnLst/>
              <a:rect l="l" t="t" r="r" b="b"/>
              <a:pathLst>
                <a:path w="1091564" h="678179">
                  <a:moveTo>
                    <a:pt x="1091184" y="676655"/>
                  </a:moveTo>
                  <a:lnTo>
                    <a:pt x="1091184" y="1523"/>
                  </a:lnTo>
                  <a:lnTo>
                    <a:pt x="1089660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676656"/>
                  </a:lnTo>
                  <a:lnTo>
                    <a:pt x="1524" y="678180"/>
                  </a:lnTo>
                  <a:lnTo>
                    <a:pt x="1524" y="3048"/>
                  </a:lnTo>
                  <a:lnTo>
                    <a:pt x="3809" y="1524"/>
                  </a:lnTo>
                  <a:lnTo>
                    <a:pt x="3809" y="3048"/>
                  </a:lnTo>
                  <a:lnTo>
                    <a:pt x="1087374" y="3047"/>
                  </a:lnTo>
                  <a:lnTo>
                    <a:pt x="1087374" y="1523"/>
                  </a:lnTo>
                  <a:lnTo>
                    <a:pt x="1089660" y="3047"/>
                  </a:lnTo>
                  <a:lnTo>
                    <a:pt x="1089660" y="678180"/>
                  </a:lnTo>
                  <a:lnTo>
                    <a:pt x="1091184" y="676655"/>
                  </a:lnTo>
                  <a:close/>
                </a:path>
                <a:path w="1091564" h="678179">
                  <a:moveTo>
                    <a:pt x="3809" y="3048"/>
                  </a:moveTo>
                  <a:lnTo>
                    <a:pt x="3809" y="1524"/>
                  </a:lnTo>
                  <a:lnTo>
                    <a:pt x="1524" y="3048"/>
                  </a:lnTo>
                  <a:lnTo>
                    <a:pt x="3809" y="3048"/>
                  </a:lnTo>
                  <a:close/>
                </a:path>
                <a:path w="1091564" h="678179">
                  <a:moveTo>
                    <a:pt x="3810" y="675132"/>
                  </a:moveTo>
                  <a:lnTo>
                    <a:pt x="3809" y="3048"/>
                  </a:lnTo>
                  <a:lnTo>
                    <a:pt x="1524" y="3048"/>
                  </a:lnTo>
                  <a:lnTo>
                    <a:pt x="1524" y="675132"/>
                  </a:lnTo>
                  <a:lnTo>
                    <a:pt x="3810" y="675132"/>
                  </a:lnTo>
                  <a:close/>
                </a:path>
                <a:path w="1091564" h="678179">
                  <a:moveTo>
                    <a:pt x="1089660" y="675132"/>
                  </a:moveTo>
                  <a:lnTo>
                    <a:pt x="1524" y="675132"/>
                  </a:lnTo>
                  <a:lnTo>
                    <a:pt x="3810" y="676656"/>
                  </a:lnTo>
                  <a:lnTo>
                    <a:pt x="3809" y="678180"/>
                  </a:lnTo>
                  <a:lnTo>
                    <a:pt x="1087374" y="678180"/>
                  </a:lnTo>
                  <a:lnTo>
                    <a:pt x="1087374" y="676655"/>
                  </a:lnTo>
                  <a:lnTo>
                    <a:pt x="1089660" y="675132"/>
                  </a:lnTo>
                  <a:close/>
                </a:path>
                <a:path w="1091564" h="678179">
                  <a:moveTo>
                    <a:pt x="3809" y="678180"/>
                  </a:moveTo>
                  <a:lnTo>
                    <a:pt x="3810" y="676656"/>
                  </a:lnTo>
                  <a:lnTo>
                    <a:pt x="1524" y="675132"/>
                  </a:lnTo>
                  <a:lnTo>
                    <a:pt x="1524" y="678180"/>
                  </a:lnTo>
                  <a:lnTo>
                    <a:pt x="3809" y="678180"/>
                  </a:lnTo>
                  <a:close/>
                </a:path>
                <a:path w="1091564" h="678179">
                  <a:moveTo>
                    <a:pt x="1089660" y="3047"/>
                  </a:moveTo>
                  <a:lnTo>
                    <a:pt x="1087374" y="1523"/>
                  </a:lnTo>
                  <a:lnTo>
                    <a:pt x="1087374" y="3047"/>
                  </a:lnTo>
                  <a:lnTo>
                    <a:pt x="1089660" y="3047"/>
                  </a:lnTo>
                  <a:close/>
                </a:path>
                <a:path w="1091564" h="678179">
                  <a:moveTo>
                    <a:pt x="1089660" y="675132"/>
                  </a:moveTo>
                  <a:lnTo>
                    <a:pt x="1089660" y="3047"/>
                  </a:lnTo>
                  <a:lnTo>
                    <a:pt x="1087374" y="3047"/>
                  </a:lnTo>
                  <a:lnTo>
                    <a:pt x="1087374" y="675132"/>
                  </a:lnTo>
                  <a:lnTo>
                    <a:pt x="1089660" y="675132"/>
                  </a:lnTo>
                  <a:close/>
                </a:path>
                <a:path w="1091564" h="678179">
                  <a:moveTo>
                    <a:pt x="1089660" y="678180"/>
                  </a:moveTo>
                  <a:lnTo>
                    <a:pt x="1089660" y="675132"/>
                  </a:lnTo>
                  <a:lnTo>
                    <a:pt x="1087374" y="676655"/>
                  </a:lnTo>
                  <a:lnTo>
                    <a:pt x="1087374" y="678180"/>
                  </a:lnTo>
                  <a:lnTo>
                    <a:pt x="1089660" y="678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32426" y="3669029"/>
              <a:ext cx="1087755" cy="674370"/>
            </a:xfrm>
            <a:custGeom>
              <a:avLst/>
              <a:gdLst/>
              <a:ahLst/>
              <a:cxnLst/>
              <a:rect l="l" t="t" r="r" b="b"/>
              <a:pathLst>
                <a:path w="1087754" h="674370">
                  <a:moveTo>
                    <a:pt x="1087374" y="674370"/>
                  </a:moveTo>
                  <a:lnTo>
                    <a:pt x="1087374" y="0"/>
                  </a:lnTo>
                  <a:lnTo>
                    <a:pt x="0" y="0"/>
                  </a:lnTo>
                  <a:lnTo>
                    <a:pt x="0" y="674370"/>
                  </a:lnTo>
                  <a:lnTo>
                    <a:pt x="1087374" y="674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30901" y="3667505"/>
              <a:ext cx="1091565" cy="678180"/>
            </a:xfrm>
            <a:custGeom>
              <a:avLst/>
              <a:gdLst/>
              <a:ahLst/>
              <a:cxnLst/>
              <a:rect l="l" t="t" r="r" b="b"/>
              <a:pathLst>
                <a:path w="1091564" h="678179">
                  <a:moveTo>
                    <a:pt x="1091184" y="675894"/>
                  </a:moveTo>
                  <a:lnTo>
                    <a:pt x="1091184" y="1523"/>
                  </a:lnTo>
                  <a:lnTo>
                    <a:pt x="1088898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675894"/>
                  </a:lnTo>
                  <a:lnTo>
                    <a:pt x="1524" y="678180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1087374" y="3047"/>
                  </a:lnTo>
                  <a:lnTo>
                    <a:pt x="1087374" y="1523"/>
                  </a:lnTo>
                  <a:lnTo>
                    <a:pt x="1088898" y="3047"/>
                  </a:lnTo>
                  <a:lnTo>
                    <a:pt x="1088898" y="678180"/>
                  </a:lnTo>
                  <a:lnTo>
                    <a:pt x="1091184" y="675894"/>
                  </a:lnTo>
                  <a:close/>
                </a:path>
                <a:path w="1091564" h="678179">
                  <a:moveTo>
                    <a:pt x="3047" y="3048"/>
                  </a:moveTo>
                  <a:lnTo>
                    <a:pt x="3047" y="1524"/>
                  </a:lnTo>
                  <a:lnTo>
                    <a:pt x="1524" y="3048"/>
                  </a:lnTo>
                  <a:lnTo>
                    <a:pt x="3047" y="3048"/>
                  </a:lnTo>
                  <a:close/>
                </a:path>
                <a:path w="1091564" h="678179">
                  <a:moveTo>
                    <a:pt x="3047" y="674370"/>
                  </a:moveTo>
                  <a:lnTo>
                    <a:pt x="3047" y="3048"/>
                  </a:lnTo>
                  <a:lnTo>
                    <a:pt x="1524" y="3048"/>
                  </a:lnTo>
                  <a:lnTo>
                    <a:pt x="1524" y="674370"/>
                  </a:lnTo>
                  <a:lnTo>
                    <a:pt x="3047" y="674370"/>
                  </a:lnTo>
                  <a:close/>
                </a:path>
                <a:path w="1091564" h="678179">
                  <a:moveTo>
                    <a:pt x="1088898" y="674369"/>
                  </a:moveTo>
                  <a:lnTo>
                    <a:pt x="1524" y="674370"/>
                  </a:lnTo>
                  <a:lnTo>
                    <a:pt x="3047" y="675894"/>
                  </a:lnTo>
                  <a:lnTo>
                    <a:pt x="3047" y="678180"/>
                  </a:lnTo>
                  <a:lnTo>
                    <a:pt x="1087374" y="678180"/>
                  </a:lnTo>
                  <a:lnTo>
                    <a:pt x="1087374" y="675894"/>
                  </a:lnTo>
                  <a:lnTo>
                    <a:pt x="1088898" y="674369"/>
                  </a:lnTo>
                  <a:close/>
                </a:path>
                <a:path w="1091564" h="678179">
                  <a:moveTo>
                    <a:pt x="3047" y="678180"/>
                  </a:moveTo>
                  <a:lnTo>
                    <a:pt x="3047" y="675894"/>
                  </a:lnTo>
                  <a:lnTo>
                    <a:pt x="1524" y="674370"/>
                  </a:lnTo>
                  <a:lnTo>
                    <a:pt x="1524" y="678180"/>
                  </a:lnTo>
                  <a:lnTo>
                    <a:pt x="3047" y="678180"/>
                  </a:lnTo>
                  <a:close/>
                </a:path>
                <a:path w="1091564" h="678179">
                  <a:moveTo>
                    <a:pt x="1088898" y="3047"/>
                  </a:moveTo>
                  <a:lnTo>
                    <a:pt x="1087374" y="1523"/>
                  </a:lnTo>
                  <a:lnTo>
                    <a:pt x="1087374" y="3047"/>
                  </a:lnTo>
                  <a:lnTo>
                    <a:pt x="1088898" y="3047"/>
                  </a:lnTo>
                  <a:close/>
                </a:path>
                <a:path w="1091564" h="678179">
                  <a:moveTo>
                    <a:pt x="1088898" y="674369"/>
                  </a:moveTo>
                  <a:lnTo>
                    <a:pt x="1088898" y="3047"/>
                  </a:lnTo>
                  <a:lnTo>
                    <a:pt x="1087374" y="3047"/>
                  </a:lnTo>
                  <a:lnTo>
                    <a:pt x="1087374" y="674369"/>
                  </a:lnTo>
                  <a:lnTo>
                    <a:pt x="1088898" y="674369"/>
                  </a:lnTo>
                  <a:close/>
                </a:path>
                <a:path w="1091564" h="678179">
                  <a:moveTo>
                    <a:pt x="1088898" y="678180"/>
                  </a:moveTo>
                  <a:lnTo>
                    <a:pt x="1088898" y="674369"/>
                  </a:lnTo>
                  <a:lnTo>
                    <a:pt x="1087374" y="675894"/>
                  </a:lnTo>
                  <a:lnTo>
                    <a:pt x="1087374" y="678180"/>
                  </a:lnTo>
                  <a:lnTo>
                    <a:pt x="1088898" y="678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856225" y="3837431"/>
              <a:ext cx="1085850" cy="676275"/>
            </a:xfrm>
            <a:custGeom>
              <a:avLst/>
              <a:gdLst/>
              <a:ahLst/>
              <a:cxnLst/>
              <a:rect l="l" t="t" r="r" b="b"/>
              <a:pathLst>
                <a:path w="1085850" h="676275">
                  <a:moveTo>
                    <a:pt x="1085850" y="675893"/>
                  </a:moveTo>
                  <a:lnTo>
                    <a:pt x="1085850" y="0"/>
                  </a:lnTo>
                  <a:lnTo>
                    <a:pt x="0" y="0"/>
                  </a:lnTo>
                  <a:lnTo>
                    <a:pt x="0" y="675894"/>
                  </a:lnTo>
                  <a:lnTo>
                    <a:pt x="1085850" y="6758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50129" y="3831335"/>
              <a:ext cx="1099185" cy="688975"/>
            </a:xfrm>
            <a:custGeom>
              <a:avLst/>
              <a:gdLst/>
              <a:ahLst/>
              <a:cxnLst/>
              <a:rect l="l" t="t" r="r" b="b"/>
              <a:pathLst>
                <a:path w="1099185" h="688975">
                  <a:moveTo>
                    <a:pt x="1098804" y="685800"/>
                  </a:moveTo>
                  <a:lnTo>
                    <a:pt x="1098804" y="2286"/>
                  </a:lnTo>
                  <a:lnTo>
                    <a:pt x="1095756" y="0"/>
                  </a:lnTo>
                  <a:lnTo>
                    <a:pt x="3047" y="0"/>
                  </a:lnTo>
                  <a:lnTo>
                    <a:pt x="0" y="2286"/>
                  </a:lnTo>
                  <a:lnTo>
                    <a:pt x="0" y="685800"/>
                  </a:lnTo>
                  <a:lnTo>
                    <a:pt x="3048" y="688848"/>
                  </a:lnTo>
                  <a:lnTo>
                    <a:pt x="6096" y="688848"/>
                  </a:lnTo>
                  <a:lnTo>
                    <a:pt x="6096" y="12192"/>
                  </a:lnTo>
                  <a:lnTo>
                    <a:pt x="12953" y="6096"/>
                  </a:lnTo>
                  <a:lnTo>
                    <a:pt x="12953" y="12192"/>
                  </a:lnTo>
                  <a:lnTo>
                    <a:pt x="1085850" y="12192"/>
                  </a:lnTo>
                  <a:lnTo>
                    <a:pt x="1085850" y="6096"/>
                  </a:lnTo>
                  <a:lnTo>
                    <a:pt x="1091946" y="12192"/>
                  </a:lnTo>
                  <a:lnTo>
                    <a:pt x="1091946" y="688848"/>
                  </a:lnTo>
                  <a:lnTo>
                    <a:pt x="1095756" y="688848"/>
                  </a:lnTo>
                  <a:lnTo>
                    <a:pt x="1098804" y="685800"/>
                  </a:lnTo>
                  <a:close/>
                </a:path>
                <a:path w="1099185" h="688975">
                  <a:moveTo>
                    <a:pt x="12953" y="12192"/>
                  </a:moveTo>
                  <a:lnTo>
                    <a:pt x="12953" y="6096"/>
                  </a:lnTo>
                  <a:lnTo>
                    <a:pt x="6096" y="12192"/>
                  </a:lnTo>
                  <a:lnTo>
                    <a:pt x="12953" y="12192"/>
                  </a:lnTo>
                  <a:close/>
                </a:path>
                <a:path w="1099185" h="688975">
                  <a:moveTo>
                    <a:pt x="12953" y="675894"/>
                  </a:moveTo>
                  <a:lnTo>
                    <a:pt x="12953" y="12192"/>
                  </a:lnTo>
                  <a:lnTo>
                    <a:pt x="6096" y="12192"/>
                  </a:lnTo>
                  <a:lnTo>
                    <a:pt x="6096" y="675894"/>
                  </a:lnTo>
                  <a:lnTo>
                    <a:pt x="12953" y="675894"/>
                  </a:lnTo>
                  <a:close/>
                </a:path>
                <a:path w="1099185" h="688975">
                  <a:moveTo>
                    <a:pt x="1091946" y="675894"/>
                  </a:moveTo>
                  <a:lnTo>
                    <a:pt x="6096" y="675894"/>
                  </a:lnTo>
                  <a:lnTo>
                    <a:pt x="12953" y="681990"/>
                  </a:lnTo>
                  <a:lnTo>
                    <a:pt x="12953" y="688848"/>
                  </a:lnTo>
                  <a:lnTo>
                    <a:pt x="1085850" y="688848"/>
                  </a:lnTo>
                  <a:lnTo>
                    <a:pt x="1085850" y="681990"/>
                  </a:lnTo>
                  <a:lnTo>
                    <a:pt x="1091946" y="675894"/>
                  </a:lnTo>
                  <a:close/>
                </a:path>
                <a:path w="1099185" h="688975">
                  <a:moveTo>
                    <a:pt x="12953" y="688848"/>
                  </a:moveTo>
                  <a:lnTo>
                    <a:pt x="12953" y="681990"/>
                  </a:lnTo>
                  <a:lnTo>
                    <a:pt x="6096" y="675894"/>
                  </a:lnTo>
                  <a:lnTo>
                    <a:pt x="6096" y="688848"/>
                  </a:lnTo>
                  <a:lnTo>
                    <a:pt x="12953" y="688848"/>
                  </a:lnTo>
                  <a:close/>
                </a:path>
                <a:path w="1099185" h="688975">
                  <a:moveTo>
                    <a:pt x="1091946" y="12192"/>
                  </a:moveTo>
                  <a:lnTo>
                    <a:pt x="1085850" y="6096"/>
                  </a:lnTo>
                  <a:lnTo>
                    <a:pt x="1085850" y="12192"/>
                  </a:lnTo>
                  <a:lnTo>
                    <a:pt x="1091946" y="12192"/>
                  </a:lnTo>
                  <a:close/>
                </a:path>
                <a:path w="1099185" h="688975">
                  <a:moveTo>
                    <a:pt x="1091946" y="675894"/>
                  </a:moveTo>
                  <a:lnTo>
                    <a:pt x="1091946" y="12192"/>
                  </a:lnTo>
                  <a:lnTo>
                    <a:pt x="1085850" y="12192"/>
                  </a:lnTo>
                  <a:lnTo>
                    <a:pt x="1085850" y="675894"/>
                  </a:lnTo>
                  <a:lnTo>
                    <a:pt x="1091946" y="675894"/>
                  </a:lnTo>
                  <a:close/>
                </a:path>
                <a:path w="1099185" h="688975">
                  <a:moveTo>
                    <a:pt x="1091946" y="688848"/>
                  </a:moveTo>
                  <a:lnTo>
                    <a:pt x="1091946" y="675894"/>
                  </a:lnTo>
                  <a:lnTo>
                    <a:pt x="1085850" y="681990"/>
                  </a:lnTo>
                  <a:lnTo>
                    <a:pt x="1085850" y="688848"/>
                  </a:lnTo>
                  <a:lnTo>
                    <a:pt x="1091946" y="688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951615" y="3345434"/>
            <a:ext cx="979169" cy="113855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69545" marR="5080" indent="370840">
              <a:lnSpc>
                <a:spcPct val="93000"/>
              </a:lnSpc>
              <a:spcBef>
                <a:spcPts val="200"/>
              </a:spcBef>
            </a:pPr>
            <a:r>
              <a:rPr dirty="0" sz="1200">
                <a:latin typeface="Arial MT"/>
                <a:cs typeface="Arial MT"/>
              </a:rPr>
              <a:t>Data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Hardware </a:t>
            </a:r>
            <a:r>
              <a:rPr dirty="0" sz="1200">
                <a:latin typeface="Arial MT"/>
                <a:cs typeface="Arial MT"/>
              </a:rPr>
              <a:t> Software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Develop</a:t>
            </a:r>
            <a:endParaRPr sz="1300">
              <a:latin typeface="Arial MT"/>
              <a:cs typeface="Arial MT"/>
            </a:endParaRPr>
          </a:p>
          <a:p>
            <a:pPr marL="12700" marR="19050" indent="175895">
              <a:lnSpc>
                <a:spcPts val="1520"/>
              </a:lnSpc>
              <a:spcBef>
                <a:spcPts val="200"/>
              </a:spcBef>
            </a:pPr>
            <a:r>
              <a:rPr dirty="0" sz="1300">
                <a:latin typeface="Arial MT"/>
                <a:cs typeface="Arial MT"/>
              </a:rPr>
              <a:t>System 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Components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77253" y="3196082"/>
            <a:ext cx="810260" cy="57023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12700" marR="5080" indent="-42545">
              <a:lnSpc>
                <a:spcPct val="99000"/>
              </a:lnSpc>
              <a:spcBef>
                <a:spcPts val="115"/>
              </a:spcBef>
            </a:pPr>
            <a:r>
              <a:rPr dirty="0" sz="1200" spc="-15">
                <a:latin typeface="Arial MT"/>
                <a:cs typeface="Arial MT"/>
              </a:rPr>
              <a:t>Verified 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277874" y="1636788"/>
            <a:ext cx="6844665" cy="3221355"/>
          </a:xfrm>
          <a:custGeom>
            <a:avLst/>
            <a:gdLst/>
            <a:ahLst/>
            <a:cxnLst/>
            <a:rect l="l" t="t" r="r" b="b"/>
            <a:pathLst>
              <a:path w="6844665" h="3221354">
                <a:moveTo>
                  <a:pt x="6195047" y="559295"/>
                </a:moveTo>
                <a:lnTo>
                  <a:pt x="6145530" y="559295"/>
                </a:lnTo>
                <a:lnTo>
                  <a:pt x="6145530" y="3048"/>
                </a:lnTo>
                <a:lnTo>
                  <a:pt x="6142482" y="0"/>
                </a:lnTo>
                <a:lnTo>
                  <a:pt x="4358640" y="0"/>
                </a:lnTo>
                <a:lnTo>
                  <a:pt x="2417064" y="0"/>
                </a:lnTo>
                <a:lnTo>
                  <a:pt x="1246632" y="0"/>
                </a:lnTo>
                <a:lnTo>
                  <a:pt x="1243584" y="3048"/>
                </a:lnTo>
                <a:lnTo>
                  <a:pt x="1243584" y="9906"/>
                </a:lnTo>
                <a:lnTo>
                  <a:pt x="1246632" y="12954"/>
                </a:lnTo>
                <a:lnTo>
                  <a:pt x="2407158" y="12954"/>
                </a:lnTo>
                <a:lnTo>
                  <a:pt x="2407158" y="559295"/>
                </a:lnTo>
                <a:lnTo>
                  <a:pt x="2356104" y="559295"/>
                </a:lnTo>
                <a:lnTo>
                  <a:pt x="2413254" y="681215"/>
                </a:lnTo>
                <a:lnTo>
                  <a:pt x="2468880" y="559295"/>
                </a:lnTo>
                <a:lnTo>
                  <a:pt x="2420112" y="559295"/>
                </a:lnTo>
                <a:lnTo>
                  <a:pt x="2420112" y="12954"/>
                </a:lnTo>
                <a:lnTo>
                  <a:pt x="4348734" y="12954"/>
                </a:lnTo>
                <a:lnTo>
                  <a:pt x="4348734" y="1403591"/>
                </a:lnTo>
                <a:lnTo>
                  <a:pt x="4297667" y="1403591"/>
                </a:lnTo>
                <a:lnTo>
                  <a:pt x="4354817" y="1525511"/>
                </a:lnTo>
                <a:lnTo>
                  <a:pt x="4408919" y="1403591"/>
                </a:lnTo>
                <a:lnTo>
                  <a:pt x="4360926" y="1403591"/>
                </a:lnTo>
                <a:lnTo>
                  <a:pt x="4360926" y="12954"/>
                </a:lnTo>
                <a:lnTo>
                  <a:pt x="6132576" y="12954"/>
                </a:lnTo>
                <a:lnTo>
                  <a:pt x="6132576" y="559295"/>
                </a:lnTo>
                <a:lnTo>
                  <a:pt x="6082271" y="559295"/>
                </a:lnTo>
                <a:lnTo>
                  <a:pt x="6139421" y="681215"/>
                </a:lnTo>
                <a:lnTo>
                  <a:pt x="6195047" y="559295"/>
                </a:lnTo>
                <a:close/>
              </a:path>
              <a:path w="6844665" h="3221354">
                <a:moveTo>
                  <a:pt x="6844284" y="1184148"/>
                </a:moveTo>
                <a:lnTo>
                  <a:pt x="6841236" y="1181100"/>
                </a:lnTo>
                <a:lnTo>
                  <a:pt x="6680454" y="1181100"/>
                </a:lnTo>
                <a:lnTo>
                  <a:pt x="6677406" y="1184148"/>
                </a:lnTo>
                <a:lnTo>
                  <a:pt x="6677406" y="1191006"/>
                </a:lnTo>
                <a:lnTo>
                  <a:pt x="6680454" y="1194054"/>
                </a:lnTo>
                <a:lnTo>
                  <a:pt x="6831330" y="1194054"/>
                </a:lnTo>
                <a:lnTo>
                  <a:pt x="6831330" y="3208782"/>
                </a:lnTo>
                <a:lnTo>
                  <a:pt x="4826508" y="3208782"/>
                </a:lnTo>
                <a:lnTo>
                  <a:pt x="4826508" y="2787383"/>
                </a:lnTo>
                <a:lnTo>
                  <a:pt x="4823460" y="2785097"/>
                </a:lnTo>
                <a:lnTo>
                  <a:pt x="4661154" y="2785097"/>
                </a:lnTo>
                <a:lnTo>
                  <a:pt x="4658106" y="2787383"/>
                </a:lnTo>
                <a:lnTo>
                  <a:pt x="4658106" y="2794241"/>
                </a:lnTo>
                <a:lnTo>
                  <a:pt x="4661154" y="2797289"/>
                </a:lnTo>
                <a:lnTo>
                  <a:pt x="4813554" y="2797289"/>
                </a:lnTo>
                <a:lnTo>
                  <a:pt x="4813554" y="3208782"/>
                </a:lnTo>
                <a:lnTo>
                  <a:pt x="3119602" y="3208782"/>
                </a:lnTo>
                <a:lnTo>
                  <a:pt x="3118091" y="1192530"/>
                </a:lnTo>
                <a:lnTo>
                  <a:pt x="3118091" y="1187945"/>
                </a:lnTo>
                <a:lnTo>
                  <a:pt x="3118091" y="1185672"/>
                </a:lnTo>
                <a:lnTo>
                  <a:pt x="3118091" y="1184135"/>
                </a:lnTo>
                <a:lnTo>
                  <a:pt x="3115043" y="1181087"/>
                </a:lnTo>
                <a:lnTo>
                  <a:pt x="3108185" y="1181087"/>
                </a:lnTo>
                <a:lnTo>
                  <a:pt x="3107067" y="1182585"/>
                </a:lnTo>
                <a:lnTo>
                  <a:pt x="2956547" y="1181100"/>
                </a:lnTo>
                <a:lnTo>
                  <a:pt x="2952737" y="1181100"/>
                </a:lnTo>
                <a:lnTo>
                  <a:pt x="2949689" y="1184148"/>
                </a:lnTo>
                <a:lnTo>
                  <a:pt x="2949689" y="1191006"/>
                </a:lnTo>
                <a:lnTo>
                  <a:pt x="2952737" y="1194054"/>
                </a:lnTo>
                <a:lnTo>
                  <a:pt x="3105899" y="1195501"/>
                </a:lnTo>
                <a:lnTo>
                  <a:pt x="3107410" y="3208782"/>
                </a:lnTo>
                <a:lnTo>
                  <a:pt x="12954" y="3208782"/>
                </a:lnTo>
                <a:lnTo>
                  <a:pt x="12954" y="181483"/>
                </a:lnTo>
                <a:lnTo>
                  <a:pt x="105143" y="182689"/>
                </a:lnTo>
                <a:lnTo>
                  <a:pt x="105143" y="235458"/>
                </a:lnTo>
                <a:lnTo>
                  <a:pt x="162293" y="175260"/>
                </a:lnTo>
                <a:lnTo>
                  <a:pt x="105143" y="114300"/>
                </a:lnTo>
                <a:lnTo>
                  <a:pt x="105143" y="169722"/>
                </a:lnTo>
                <a:lnTo>
                  <a:pt x="9931" y="168440"/>
                </a:lnTo>
                <a:lnTo>
                  <a:pt x="7797" y="168402"/>
                </a:lnTo>
                <a:lnTo>
                  <a:pt x="6858" y="168389"/>
                </a:lnTo>
                <a:lnTo>
                  <a:pt x="3048" y="168389"/>
                </a:lnTo>
                <a:lnTo>
                  <a:pt x="762" y="171437"/>
                </a:lnTo>
                <a:lnTo>
                  <a:pt x="762" y="174485"/>
                </a:lnTo>
                <a:lnTo>
                  <a:pt x="0" y="178295"/>
                </a:lnTo>
                <a:lnTo>
                  <a:pt x="762" y="179057"/>
                </a:lnTo>
                <a:lnTo>
                  <a:pt x="762" y="3218688"/>
                </a:lnTo>
                <a:lnTo>
                  <a:pt x="3048" y="3220974"/>
                </a:lnTo>
                <a:lnTo>
                  <a:pt x="6858" y="3220974"/>
                </a:lnTo>
                <a:lnTo>
                  <a:pt x="12954" y="3220974"/>
                </a:lnTo>
                <a:lnTo>
                  <a:pt x="6831330" y="3220974"/>
                </a:lnTo>
                <a:lnTo>
                  <a:pt x="6837426" y="3220974"/>
                </a:lnTo>
                <a:lnTo>
                  <a:pt x="6841236" y="3220974"/>
                </a:lnTo>
                <a:lnTo>
                  <a:pt x="6844284" y="3218688"/>
                </a:lnTo>
                <a:lnTo>
                  <a:pt x="6844284" y="1184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683255" y="1387855"/>
            <a:ext cx="3295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Plan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8055288" y="6500168"/>
            <a:ext cx="3225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100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60295" y="6509311"/>
            <a:ext cx="61290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 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2004-2006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94130" y="2154428"/>
            <a:ext cx="995680" cy="37846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276225">
              <a:lnSpc>
                <a:spcPts val="1340"/>
              </a:lnSpc>
              <a:spcBef>
                <a:spcPts val="225"/>
              </a:spcBef>
            </a:pPr>
            <a:r>
              <a:rPr dirty="0" sz="1200" spc="-5">
                <a:latin typeface="Arial MT"/>
                <a:cs typeface="Arial MT"/>
              </a:rPr>
              <a:t>Status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35">
                <a:latin typeface="Arial MT"/>
                <a:cs typeface="Arial MT"/>
              </a:rPr>
              <a:t>T</a:t>
            </a:r>
            <a:r>
              <a:rPr dirty="0" sz="1200" spc="-5">
                <a:latin typeface="Arial MT"/>
                <a:cs typeface="Arial MT"/>
              </a:rPr>
              <a:t>echnica</a:t>
            </a:r>
            <a:r>
              <a:rPr dirty="0" sz="1200">
                <a:latin typeface="Arial MT"/>
                <a:cs typeface="Arial MT"/>
              </a:rPr>
              <a:t>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94679" y="2238247"/>
            <a:ext cx="11099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35">
                <a:latin typeface="Arial MT"/>
                <a:cs typeface="Arial MT"/>
              </a:rPr>
              <a:t>T</a:t>
            </a:r>
            <a:r>
              <a:rPr dirty="0" sz="1200" spc="-5">
                <a:latin typeface="Arial MT"/>
                <a:cs typeface="Arial MT"/>
              </a:rPr>
              <a:t>e</a:t>
            </a:r>
            <a:r>
              <a:rPr dirty="0" sz="1200">
                <a:latin typeface="Arial MT"/>
                <a:cs typeface="Arial MT"/>
              </a:rPr>
              <a:t>st </a:t>
            </a:r>
            <a:r>
              <a:rPr dirty="0" sz="1200" spc="-5">
                <a:latin typeface="Arial MT"/>
                <a:cs typeface="Arial MT"/>
              </a:rPr>
              <a:t>procedures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996178" y="4956809"/>
            <a:ext cx="1119505" cy="734695"/>
            <a:chOff x="5996178" y="4956809"/>
            <a:chExt cx="1119505" cy="734695"/>
          </a:xfrm>
        </p:grpSpPr>
        <p:sp>
          <p:nvSpPr>
            <p:cNvPr id="4" name="object 4"/>
            <p:cNvSpPr/>
            <p:nvPr/>
          </p:nvSpPr>
          <p:spPr>
            <a:xfrm>
              <a:off x="6003036" y="4962905"/>
              <a:ext cx="1106805" cy="722630"/>
            </a:xfrm>
            <a:custGeom>
              <a:avLst/>
              <a:gdLst/>
              <a:ahLst/>
              <a:cxnLst/>
              <a:rect l="l" t="t" r="r" b="b"/>
              <a:pathLst>
                <a:path w="1106804" h="722629">
                  <a:moveTo>
                    <a:pt x="1106423" y="722376"/>
                  </a:moveTo>
                  <a:lnTo>
                    <a:pt x="1106423" y="0"/>
                  </a:lnTo>
                  <a:lnTo>
                    <a:pt x="0" y="0"/>
                  </a:lnTo>
                  <a:lnTo>
                    <a:pt x="0" y="722376"/>
                  </a:lnTo>
                  <a:lnTo>
                    <a:pt x="1106423" y="722376"/>
                  </a:lnTo>
                  <a:close/>
                </a:path>
              </a:pathLst>
            </a:custGeom>
            <a:solidFill>
              <a:srgbClr val="FDC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996178" y="4956809"/>
              <a:ext cx="1119505" cy="734695"/>
            </a:xfrm>
            <a:custGeom>
              <a:avLst/>
              <a:gdLst/>
              <a:ahLst/>
              <a:cxnLst/>
              <a:rect l="l" t="t" r="r" b="b"/>
              <a:pathLst>
                <a:path w="1119504" h="734695">
                  <a:moveTo>
                    <a:pt x="1119377" y="734568"/>
                  </a:moveTo>
                  <a:lnTo>
                    <a:pt x="1119377" y="0"/>
                  </a:lnTo>
                  <a:lnTo>
                    <a:pt x="0" y="0"/>
                  </a:lnTo>
                  <a:lnTo>
                    <a:pt x="0" y="734568"/>
                  </a:lnTo>
                  <a:lnTo>
                    <a:pt x="6858" y="734568"/>
                  </a:lnTo>
                  <a:lnTo>
                    <a:pt x="6858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1106424" y="12192"/>
                  </a:lnTo>
                  <a:lnTo>
                    <a:pt x="1106424" y="6096"/>
                  </a:lnTo>
                  <a:lnTo>
                    <a:pt x="1113281" y="12192"/>
                  </a:lnTo>
                  <a:lnTo>
                    <a:pt x="1113281" y="734568"/>
                  </a:lnTo>
                  <a:lnTo>
                    <a:pt x="1119377" y="734568"/>
                  </a:lnTo>
                  <a:close/>
                </a:path>
                <a:path w="1119504" h="734695">
                  <a:moveTo>
                    <a:pt x="12954" y="12192"/>
                  </a:moveTo>
                  <a:lnTo>
                    <a:pt x="12954" y="6096"/>
                  </a:lnTo>
                  <a:lnTo>
                    <a:pt x="6858" y="12192"/>
                  </a:lnTo>
                  <a:lnTo>
                    <a:pt x="12954" y="12192"/>
                  </a:lnTo>
                  <a:close/>
                </a:path>
                <a:path w="1119504" h="734695">
                  <a:moveTo>
                    <a:pt x="12954" y="722376"/>
                  </a:moveTo>
                  <a:lnTo>
                    <a:pt x="12954" y="12192"/>
                  </a:lnTo>
                  <a:lnTo>
                    <a:pt x="6858" y="12192"/>
                  </a:lnTo>
                  <a:lnTo>
                    <a:pt x="6858" y="722376"/>
                  </a:lnTo>
                  <a:lnTo>
                    <a:pt x="12954" y="722376"/>
                  </a:lnTo>
                  <a:close/>
                </a:path>
                <a:path w="1119504" h="734695">
                  <a:moveTo>
                    <a:pt x="1113281" y="722376"/>
                  </a:moveTo>
                  <a:lnTo>
                    <a:pt x="6858" y="722376"/>
                  </a:lnTo>
                  <a:lnTo>
                    <a:pt x="12954" y="728472"/>
                  </a:lnTo>
                  <a:lnTo>
                    <a:pt x="12954" y="734568"/>
                  </a:lnTo>
                  <a:lnTo>
                    <a:pt x="1106424" y="734568"/>
                  </a:lnTo>
                  <a:lnTo>
                    <a:pt x="1106424" y="728472"/>
                  </a:lnTo>
                  <a:lnTo>
                    <a:pt x="1113281" y="722376"/>
                  </a:lnTo>
                  <a:close/>
                </a:path>
                <a:path w="1119504" h="734695">
                  <a:moveTo>
                    <a:pt x="12954" y="734568"/>
                  </a:moveTo>
                  <a:lnTo>
                    <a:pt x="12954" y="728472"/>
                  </a:lnTo>
                  <a:lnTo>
                    <a:pt x="6858" y="722376"/>
                  </a:lnTo>
                  <a:lnTo>
                    <a:pt x="6858" y="734568"/>
                  </a:lnTo>
                  <a:lnTo>
                    <a:pt x="12954" y="734568"/>
                  </a:lnTo>
                  <a:close/>
                </a:path>
                <a:path w="1119504" h="734695">
                  <a:moveTo>
                    <a:pt x="1113281" y="12192"/>
                  </a:moveTo>
                  <a:lnTo>
                    <a:pt x="1106424" y="6096"/>
                  </a:lnTo>
                  <a:lnTo>
                    <a:pt x="1106424" y="12192"/>
                  </a:lnTo>
                  <a:lnTo>
                    <a:pt x="1113281" y="12192"/>
                  </a:lnTo>
                  <a:close/>
                </a:path>
                <a:path w="1119504" h="734695">
                  <a:moveTo>
                    <a:pt x="1113281" y="722376"/>
                  </a:moveTo>
                  <a:lnTo>
                    <a:pt x="1113281" y="12192"/>
                  </a:lnTo>
                  <a:lnTo>
                    <a:pt x="1106424" y="12192"/>
                  </a:lnTo>
                  <a:lnTo>
                    <a:pt x="1106424" y="722376"/>
                  </a:lnTo>
                  <a:lnTo>
                    <a:pt x="1113281" y="722376"/>
                  </a:lnTo>
                  <a:close/>
                </a:path>
                <a:path w="1119504" h="734695">
                  <a:moveTo>
                    <a:pt x="1113281" y="734568"/>
                  </a:moveTo>
                  <a:lnTo>
                    <a:pt x="1113281" y="722376"/>
                  </a:lnTo>
                  <a:lnTo>
                    <a:pt x="1106424" y="728472"/>
                  </a:lnTo>
                  <a:lnTo>
                    <a:pt x="1106424" y="734568"/>
                  </a:lnTo>
                  <a:lnTo>
                    <a:pt x="1113281" y="734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31115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45"/>
              <a:t> </a:t>
            </a:r>
            <a:r>
              <a:rPr dirty="0"/>
              <a:t>Modeling</a:t>
            </a:r>
            <a:r>
              <a:rPr dirty="0" spc="5"/>
              <a:t> </a:t>
            </a:r>
            <a:r>
              <a:rPr dirty="0"/>
              <a:t>Activities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/>
              <a:t>OOSEM</a:t>
            </a:r>
          </a:p>
          <a:p>
            <a:pPr algn="ctr" marL="312420">
              <a:lnSpc>
                <a:spcPct val="100000"/>
              </a:lnSpc>
              <a:spcBef>
                <a:spcPts val="10"/>
              </a:spcBef>
            </a:pPr>
            <a:r>
              <a:rPr dirty="0" sz="2400" spc="-5"/>
              <a:t>Integrating</a:t>
            </a:r>
            <a:r>
              <a:rPr dirty="0" sz="2400" spc="-15"/>
              <a:t> </a:t>
            </a:r>
            <a:r>
              <a:rPr dirty="0" sz="2400" spc="-5"/>
              <a:t>MBSE</a:t>
            </a:r>
            <a:r>
              <a:rPr dirty="0" sz="2400" spc="-10"/>
              <a:t> </a:t>
            </a:r>
            <a:r>
              <a:rPr dirty="0" sz="2400" spc="-5"/>
              <a:t>into</a:t>
            </a:r>
            <a:r>
              <a:rPr dirty="0" sz="2400" spc="-15"/>
              <a:t> </a:t>
            </a:r>
            <a:r>
              <a:rPr dirty="0" sz="2400" spc="-5"/>
              <a:t>the</a:t>
            </a:r>
            <a:r>
              <a:rPr dirty="0" sz="2400" spc="-10"/>
              <a:t> </a:t>
            </a:r>
            <a:r>
              <a:rPr dirty="0" sz="2400" spc="-5"/>
              <a:t>SE</a:t>
            </a:r>
            <a:r>
              <a:rPr dirty="0" sz="2400" spc="-15"/>
              <a:t> </a:t>
            </a:r>
            <a:r>
              <a:rPr dirty="0" sz="2400" spc="-5"/>
              <a:t>Process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6003035" y="4962905"/>
            <a:ext cx="1106805" cy="72263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ctr" marL="103505" marR="97155" indent="-1905">
              <a:lnSpc>
                <a:spcPct val="100000"/>
              </a:lnSpc>
              <a:spcBef>
                <a:spcPts val="705"/>
              </a:spcBef>
            </a:pPr>
            <a:r>
              <a:rPr dirty="0" sz="1200" spc="-10" b="1">
                <a:latin typeface="Arial"/>
                <a:cs typeface="Arial"/>
              </a:rPr>
              <a:t>Synthesize 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Allocated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72105" y="2823210"/>
            <a:ext cx="1119505" cy="734695"/>
            <a:chOff x="2372105" y="2823210"/>
            <a:chExt cx="1119505" cy="734695"/>
          </a:xfrm>
        </p:grpSpPr>
        <p:sp>
          <p:nvSpPr>
            <p:cNvPr id="9" name="object 9"/>
            <p:cNvSpPr/>
            <p:nvPr/>
          </p:nvSpPr>
          <p:spPr>
            <a:xfrm>
              <a:off x="2378201" y="2829306"/>
              <a:ext cx="1106805" cy="722630"/>
            </a:xfrm>
            <a:custGeom>
              <a:avLst/>
              <a:gdLst/>
              <a:ahLst/>
              <a:cxnLst/>
              <a:rect l="l" t="t" r="r" b="b"/>
              <a:pathLst>
                <a:path w="1106804" h="722629">
                  <a:moveTo>
                    <a:pt x="1106423" y="722376"/>
                  </a:moveTo>
                  <a:lnTo>
                    <a:pt x="1106423" y="0"/>
                  </a:lnTo>
                  <a:lnTo>
                    <a:pt x="0" y="0"/>
                  </a:lnTo>
                  <a:lnTo>
                    <a:pt x="0" y="722376"/>
                  </a:lnTo>
                  <a:lnTo>
                    <a:pt x="1106423" y="722376"/>
                  </a:lnTo>
                  <a:close/>
                </a:path>
              </a:pathLst>
            </a:custGeom>
            <a:solidFill>
              <a:srgbClr val="FDC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72105" y="2823210"/>
              <a:ext cx="1119505" cy="734695"/>
            </a:xfrm>
            <a:custGeom>
              <a:avLst/>
              <a:gdLst/>
              <a:ahLst/>
              <a:cxnLst/>
              <a:rect l="l" t="t" r="r" b="b"/>
              <a:pathLst>
                <a:path w="1119504" h="734695">
                  <a:moveTo>
                    <a:pt x="1119377" y="734568"/>
                  </a:moveTo>
                  <a:lnTo>
                    <a:pt x="1119377" y="0"/>
                  </a:lnTo>
                  <a:lnTo>
                    <a:pt x="0" y="0"/>
                  </a:lnTo>
                  <a:lnTo>
                    <a:pt x="0" y="734568"/>
                  </a:lnTo>
                  <a:lnTo>
                    <a:pt x="6095" y="734568"/>
                  </a:lnTo>
                  <a:lnTo>
                    <a:pt x="6095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1106423" y="12192"/>
                  </a:lnTo>
                  <a:lnTo>
                    <a:pt x="1106423" y="6096"/>
                  </a:lnTo>
                  <a:lnTo>
                    <a:pt x="1112519" y="12192"/>
                  </a:lnTo>
                  <a:lnTo>
                    <a:pt x="1112519" y="734568"/>
                  </a:lnTo>
                  <a:lnTo>
                    <a:pt x="1119377" y="734568"/>
                  </a:lnTo>
                  <a:close/>
                </a:path>
                <a:path w="1119504" h="734695">
                  <a:moveTo>
                    <a:pt x="12954" y="12192"/>
                  </a:moveTo>
                  <a:lnTo>
                    <a:pt x="12954" y="6096"/>
                  </a:lnTo>
                  <a:lnTo>
                    <a:pt x="6095" y="12192"/>
                  </a:lnTo>
                  <a:lnTo>
                    <a:pt x="12954" y="12192"/>
                  </a:lnTo>
                  <a:close/>
                </a:path>
                <a:path w="1119504" h="734695">
                  <a:moveTo>
                    <a:pt x="12954" y="722376"/>
                  </a:moveTo>
                  <a:lnTo>
                    <a:pt x="12954" y="12192"/>
                  </a:lnTo>
                  <a:lnTo>
                    <a:pt x="6095" y="12192"/>
                  </a:lnTo>
                  <a:lnTo>
                    <a:pt x="6095" y="722376"/>
                  </a:lnTo>
                  <a:lnTo>
                    <a:pt x="12954" y="722376"/>
                  </a:lnTo>
                  <a:close/>
                </a:path>
                <a:path w="1119504" h="734695">
                  <a:moveTo>
                    <a:pt x="1112519" y="722376"/>
                  </a:moveTo>
                  <a:lnTo>
                    <a:pt x="6095" y="722376"/>
                  </a:lnTo>
                  <a:lnTo>
                    <a:pt x="12954" y="728472"/>
                  </a:lnTo>
                  <a:lnTo>
                    <a:pt x="12954" y="734568"/>
                  </a:lnTo>
                  <a:lnTo>
                    <a:pt x="1106423" y="734568"/>
                  </a:lnTo>
                  <a:lnTo>
                    <a:pt x="1106423" y="728472"/>
                  </a:lnTo>
                  <a:lnTo>
                    <a:pt x="1112519" y="722376"/>
                  </a:lnTo>
                  <a:close/>
                </a:path>
                <a:path w="1119504" h="734695">
                  <a:moveTo>
                    <a:pt x="12954" y="734568"/>
                  </a:moveTo>
                  <a:lnTo>
                    <a:pt x="12954" y="728472"/>
                  </a:lnTo>
                  <a:lnTo>
                    <a:pt x="6095" y="722376"/>
                  </a:lnTo>
                  <a:lnTo>
                    <a:pt x="6095" y="734568"/>
                  </a:lnTo>
                  <a:lnTo>
                    <a:pt x="12954" y="734568"/>
                  </a:lnTo>
                  <a:close/>
                </a:path>
                <a:path w="1119504" h="734695">
                  <a:moveTo>
                    <a:pt x="1112519" y="12192"/>
                  </a:moveTo>
                  <a:lnTo>
                    <a:pt x="1106423" y="6096"/>
                  </a:lnTo>
                  <a:lnTo>
                    <a:pt x="1106423" y="12192"/>
                  </a:lnTo>
                  <a:lnTo>
                    <a:pt x="1112519" y="12192"/>
                  </a:lnTo>
                  <a:close/>
                </a:path>
                <a:path w="1119504" h="734695">
                  <a:moveTo>
                    <a:pt x="1112519" y="722376"/>
                  </a:moveTo>
                  <a:lnTo>
                    <a:pt x="1112519" y="12192"/>
                  </a:lnTo>
                  <a:lnTo>
                    <a:pt x="1106423" y="12192"/>
                  </a:lnTo>
                  <a:lnTo>
                    <a:pt x="1106423" y="722376"/>
                  </a:lnTo>
                  <a:lnTo>
                    <a:pt x="1112519" y="722376"/>
                  </a:lnTo>
                  <a:close/>
                </a:path>
                <a:path w="1119504" h="734695">
                  <a:moveTo>
                    <a:pt x="1112519" y="734568"/>
                  </a:moveTo>
                  <a:lnTo>
                    <a:pt x="1112519" y="722376"/>
                  </a:lnTo>
                  <a:lnTo>
                    <a:pt x="1106423" y="728472"/>
                  </a:lnTo>
                  <a:lnTo>
                    <a:pt x="1106423" y="734568"/>
                  </a:lnTo>
                  <a:lnTo>
                    <a:pt x="1112519" y="734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378201" y="2829305"/>
            <a:ext cx="1106805" cy="72263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ctr" marL="43815" marR="38735" indent="-635">
              <a:lnSpc>
                <a:spcPct val="100000"/>
              </a:lnSpc>
              <a:spcBef>
                <a:spcPts val="370"/>
              </a:spcBef>
            </a:pPr>
            <a:r>
              <a:rPr dirty="0" sz="1200" spc="-5" b="1">
                <a:latin typeface="Arial"/>
                <a:cs typeface="Arial"/>
              </a:rPr>
              <a:t>Define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System 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Requirements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27753" y="3851909"/>
            <a:ext cx="1119505" cy="734695"/>
            <a:chOff x="4127753" y="3851909"/>
            <a:chExt cx="1119505" cy="734695"/>
          </a:xfrm>
        </p:grpSpPr>
        <p:sp>
          <p:nvSpPr>
            <p:cNvPr id="13" name="object 13"/>
            <p:cNvSpPr/>
            <p:nvPr/>
          </p:nvSpPr>
          <p:spPr>
            <a:xfrm>
              <a:off x="4133849" y="3858005"/>
              <a:ext cx="1107440" cy="722630"/>
            </a:xfrm>
            <a:custGeom>
              <a:avLst/>
              <a:gdLst/>
              <a:ahLst/>
              <a:cxnLst/>
              <a:rect l="l" t="t" r="r" b="b"/>
              <a:pathLst>
                <a:path w="1107439" h="722629">
                  <a:moveTo>
                    <a:pt x="1107186" y="722376"/>
                  </a:moveTo>
                  <a:lnTo>
                    <a:pt x="1107186" y="0"/>
                  </a:lnTo>
                  <a:lnTo>
                    <a:pt x="0" y="0"/>
                  </a:lnTo>
                  <a:lnTo>
                    <a:pt x="0" y="722376"/>
                  </a:lnTo>
                  <a:lnTo>
                    <a:pt x="1107186" y="722376"/>
                  </a:lnTo>
                  <a:close/>
                </a:path>
              </a:pathLst>
            </a:custGeom>
            <a:solidFill>
              <a:srgbClr val="FDC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27753" y="3851909"/>
              <a:ext cx="1119505" cy="734695"/>
            </a:xfrm>
            <a:custGeom>
              <a:avLst/>
              <a:gdLst/>
              <a:ahLst/>
              <a:cxnLst/>
              <a:rect l="l" t="t" r="r" b="b"/>
              <a:pathLst>
                <a:path w="1119504" h="734695">
                  <a:moveTo>
                    <a:pt x="1119377" y="734568"/>
                  </a:moveTo>
                  <a:lnTo>
                    <a:pt x="1119377" y="0"/>
                  </a:lnTo>
                  <a:lnTo>
                    <a:pt x="0" y="0"/>
                  </a:lnTo>
                  <a:lnTo>
                    <a:pt x="0" y="734568"/>
                  </a:lnTo>
                  <a:lnTo>
                    <a:pt x="6096" y="734568"/>
                  </a:lnTo>
                  <a:lnTo>
                    <a:pt x="6096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1106424" y="12192"/>
                  </a:lnTo>
                  <a:lnTo>
                    <a:pt x="1106424" y="6096"/>
                  </a:lnTo>
                  <a:lnTo>
                    <a:pt x="1113282" y="12192"/>
                  </a:lnTo>
                  <a:lnTo>
                    <a:pt x="1113282" y="734568"/>
                  </a:lnTo>
                  <a:lnTo>
                    <a:pt x="1119377" y="734568"/>
                  </a:lnTo>
                  <a:close/>
                </a:path>
                <a:path w="1119504" h="734695">
                  <a:moveTo>
                    <a:pt x="12954" y="12192"/>
                  </a:moveTo>
                  <a:lnTo>
                    <a:pt x="12954" y="6096"/>
                  </a:lnTo>
                  <a:lnTo>
                    <a:pt x="6096" y="12192"/>
                  </a:lnTo>
                  <a:lnTo>
                    <a:pt x="12954" y="12192"/>
                  </a:lnTo>
                  <a:close/>
                </a:path>
                <a:path w="1119504" h="734695">
                  <a:moveTo>
                    <a:pt x="12954" y="722376"/>
                  </a:moveTo>
                  <a:lnTo>
                    <a:pt x="12954" y="12192"/>
                  </a:lnTo>
                  <a:lnTo>
                    <a:pt x="6096" y="12192"/>
                  </a:lnTo>
                  <a:lnTo>
                    <a:pt x="6096" y="722376"/>
                  </a:lnTo>
                  <a:lnTo>
                    <a:pt x="12954" y="722376"/>
                  </a:lnTo>
                  <a:close/>
                </a:path>
                <a:path w="1119504" h="734695">
                  <a:moveTo>
                    <a:pt x="1113282" y="722376"/>
                  </a:moveTo>
                  <a:lnTo>
                    <a:pt x="6096" y="722376"/>
                  </a:lnTo>
                  <a:lnTo>
                    <a:pt x="12954" y="728472"/>
                  </a:lnTo>
                  <a:lnTo>
                    <a:pt x="12954" y="734568"/>
                  </a:lnTo>
                  <a:lnTo>
                    <a:pt x="1106424" y="734568"/>
                  </a:lnTo>
                  <a:lnTo>
                    <a:pt x="1106424" y="728472"/>
                  </a:lnTo>
                  <a:lnTo>
                    <a:pt x="1113282" y="722376"/>
                  </a:lnTo>
                  <a:close/>
                </a:path>
                <a:path w="1119504" h="734695">
                  <a:moveTo>
                    <a:pt x="12954" y="734568"/>
                  </a:moveTo>
                  <a:lnTo>
                    <a:pt x="12954" y="728472"/>
                  </a:lnTo>
                  <a:lnTo>
                    <a:pt x="6096" y="722376"/>
                  </a:lnTo>
                  <a:lnTo>
                    <a:pt x="6096" y="734568"/>
                  </a:lnTo>
                  <a:lnTo>
                    <a:pt x="12954" y="734568"/>
                  </a:lnTo>
                  <a:close/>
                </a:path>
                <a:path w="1119504" h="734695">
                  <a:moveTo>
                    <a:pt x="1113282" y="12192"/>
                  </a:moveTo>
                  <a:lnTo>
                    <a:pt x="1106424" y="6096"/>
                  </a:lnTo>
                  <a:lnTo>
                    <a:pt x="1106424" y="12192"/>
                  </a:lnTo>
                  <a:lnTo>
                    <a:pt x="1113282" y="12192"/>
                  </a:lnTo>
                  <a:close/>
                </a:path>
                <a:path w="1119504" h="734695">
                  <a:moveTo>
                    <a:pt x="1113282" y="722376"/>
                  </a:moveTo>
                  <a:lnTo>
                    <a:pt x="1113282" y="12192"/>
                  </a:lnTo>
                  <a:lnTo>
                    <a:pt x="1106424" y="12192"/>
                  </a:lnTo>
                  <a:lnTo>
                    <a:pt x="1106424" y="722376"/>
                  </a:lnTo>
                  <a:lnTo>
                    <a:pt x="1113282" y="722376"/>
                  </a:lnTo>
                  <a:close/>
                </a:path>
                <a:path w="1119504" h="734695">
                  <a:moveTo>
                    <a:pt x="1113282" y="734568"/>
                  </a:moveTo>
                  <a:lnTo>
                    <a:pt x="1113282" y="722376"/>
                  </a:lnTo>
                  <a:lnTo>
                    <a:pt x="1106424" y="728472"/>
                  </a:lnTo>
                  <a:lnTo>
                    <a:pt x="1106424" y="734568"/>
                  </a:lnTo>
                  <a:lnTo>
                    <a:pt x="1113282" y="734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133850" y="3858005"/>
            <a:ext cx="1107440" cy="72263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ctr" marL="117475" marR="84455" indent="-1270">
              <a:lnSpc>
                <a:spcPct val="100000"/>
              </a:lnSpc>
              <a:spcBef>
                <a:spcPts val="520"/>
              </a:spcBef>
            </a:pPr>
            <a:r>
              <a:rPr dirty="0" sz="1200" spc="-5" b="1">
                <a:latin typeface="Arial"/>
                <a:cs typeface="Arial"/>
              </a:rPr>
              <a:t>Define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Logical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0633" y="4158234"/>
            <a:ext cx="1118870" cy="734695"/>
            <a:chOff x="500633" y="4158234"/>
            <a:chExt cx="1118870" cy="734695"/>
          </a:xfrm>
        </p:grpSpPr>
        <p:sp>
          <p:nvSpPr>
            <p:cNvPr id="17" name="object 17"/>
            <p:cNvSpPr/>
            <p:nvPr/>
          </p:nvSpPr>
          <p:spPr>
            <a:xfrm>
              <a:off x="506729" y="4164330"/>
              <a:ext cx="1106805" cy="722630"/>
            </a:xfrm>
            <a:custGeom>
              <a:avLst/>
              <a:gdLst/>
              <a:ahLst/>
              <a:cxnLst/>
              <a:rect l="l" t="t" r="r" b="b"/>
              <a:pathLst>
                <a:path w="1106805" h="722629">
                  <a:moveTo>
                    <a:pt x="1106424" y="722376"/>
                  </a:moveTo>
                  <a:lnTo>
                    <a:pt x="1106424" y="0"/>
                  </a:lnTo>
                  <a:lnTo>
                    <a:pt x="0" y="0"/>
                  </a:lnTo>
                  <a:lnTo>
                    <a:pt x="0" y="722376"/>
                  </a:lnTo>
                  <a:lnTo>
                    <a:pt x="1106424" y="722376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00633" y="4158234"/>
              <a:ext cx="1118870" cy="734695"/>
            </a:xfrm>
            <a:custGeom>
              <a:avLst/>
              <a:gdLst/>
              <a:ahLst/>
              <a:cxnLst/>
              <a:rect l="l" t="t" r="r" b="b"/>
              <a:pathLst>
                <a:path w="1118870" h="734695">
                  <a:moveTo>
                    <a:pt x="1118616" y="734568"/>
                  </a:moveTo>
                  <a:lnTo>
                    <a:pt x="1118616" y="0"/>
                  </a:lnTo>
                  <a:lnTo>
                    <a:pt x="0" y="0"/>
                  </a:lnTo>
                  <a:lnTo>
                    <a:pt x="0" y="734568"/>
                  </a:lnTo>
                  <a:lnTo>
                    <a:pt x="6096" y="734568"/>
                  </a:lnTo>
                  <a:lnTo>
                    <a:pt x="6096" y="12192"/>
                  </a:lnTo>
                  <a:lnTo>
                    <a:pt x="12191" y="6096"/>
                  </a:lnTo>
                  <a:lnTo>
                    <a:pt x="12191" y="12192"/>
                  </a:lnTo>
                  <a:lnTo>
                    <a:pt x="1106423" y="12192"/>
                  </a:lnTo>
                  <a:lnTo>
                    <a:pt x="1106423" y="6096"/>
                  </a:lnTo>
                  <a:lnTo>
                    <a:pt x="1112520" y="12192"/>
                  </a:lnTo>
                  <a:lnTo>
                    <a:pt x="1112520" y="734568"/>
                  </a:lnTo>
                  <a:lnTo>
                    <a:pt x="1118616" y="734568"/>
                  </a:lnTo>
                  <a:close/>
                </a:path>
                <a:path w="1118870" h="734695">
                  <a:moveTo>
                    <a:pt x="12191" y="12192"/>
                  </a:moveTo>
                  <a:lnTo>
                    <a:pt x="12191" y="6096"/>
                  </a:lnTo>
                  <a:lnTo>
                    <a:pt x="6096" y="12192"/>
                  </a:lnTo>
                  <a:lnTo>
                    <a:pt x="12191" y="12192"/>
                  </a:lnTo>
                  <a:close/>
                </a:path>
                <a:path w="1118870" h="734695">
                  <a:moveTo>
                    <a:pt x="12191" y="722376"/>
                  </a:moveTo>
                  <a:lnTo>
                    <a:pt x="12191" y="12192"/>
                  </a:lnTo>
                  <a:lnTo>
                    <a:pt x="6096" y="12192"/>
                  </a:lnTo>
                  <a:lnTo>
                    <a:pt x="6096" y="722376"/>
                  </a:lnTo>
                  <a:lnTo>
                    <a:pt x="12191" y="722376"/>
                  </a:lnTo>
                  <a:close/>
                </a:path>
                <a:path w="1118870" h="734695">
                  <a:moveTo>
                    <a:pt x="1112520" y="722376"/>
                  </a:moveTo>
                  <a:lnTo>
                    <a:pt x="6096" y="722376"/>
                  </a:lnTo>
                  <a:lnTo>
                    <a:pt x="12191" y="728472"/>
                  </a:lnTo>
                  <a:lnTo>
                    <a:pt x="12192" y="734568"/>
                  </a:lnTo>
                  <a:lnTo>
                    <a:pt x="1106423" y="734568"/>
                  </a:lnTo>
                  <a:lnTo>
                    <a:pt x="1106423" y="728472"/>
                  </a:lnTo>
                  <a:lnTo>
                    <a:pt x="1112520" y="722376"/>
                  </a:lnTo>
                  <a:close/>
                </a:path>
                <a:path w="1118870" h="734695">
                  <a:moveTo>
                    <a:pt x="12192" y="734568"/>
                  </a:moveTo>
                  <a:lnTo>
                    <a:pt x="12191" y="728472"/>
                  </a:lnTo>
                  <a:lnTo>
                    <a:pt x="6096" y="722376"/>
                  </a:lnTo>
                  <a:lnTo>
                    <a:pt x="6096" y="734568"/>
                  </a:lnTo>
                  <a:lnTo>
                    <a:pt x="12192" y="734568"/>
                  </a:lnTo>
                  <a:close/>
                </a:path>
                <a:path w="1118870" h="734695">
                  <a:moveTo>
                    <a:pt x="1112520" y="12192"/>
                  </a:moveTo>
                  <a:lnTo>
                    <a:pt x="1106423" y="6096"/>
                  </a:lnTo>
                  <a:lnTo>
                    <a:pt x="1106423" y="12192"/>
                  </a:lnTo>
                  <a:lnTo>
                    <a:pt x="1112520" y="12192"/>
                  </a:lnTo>
                  <a:close/>
                </a:path>
                <a:path w="1118870" h="734695">
                  <a:moveTo>
                    <a:pt x="1112520" y="722376"/>
                  </a:moveTo>
                  <a:lnTo>
                    <a:pt x="1112520" y="12192"/>
                  </a:lnTo>
                  <a:lnTo>
                    <a:pt x="1106423" y="12192"/>
                  </a:lnTo>
                  <a:lnTo>
                    <a:pt x="1106423" y="722376"/>
                  </a:lnTo>
                  <a:lnTo>
                    <a:pt x="1112520" y="722376"/>
                  </a:lnTo>
                  <a:close/>
                </a:path>
                <a:path w="1118870" h="734695">
                  <a:moveTo>
                    <a:pt x="1112520" y="734568"/>
                  </a:moveTo>
                  <a:lnTo>
                    <a:pt x="1112520" y="722376"/>
                  </a:lnTo>
                  <a:lnTo>
                    <a:pt x="1106423" y="728472"/>
                  </a:lnTo>
                  <a:lnTo>
                    <a:pt x="1106423" y="734568"/>
                  </a:lnTo>
                  <a:lnTo>
                    <a:pt x="1112520" y="734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06730" y="4164329"/>
            <a:ext cx="1106805" cy="72263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algn="ctr" marL="122555" marR="103505" indent="-1905">
              <a:lnSpc>
                <a:spcPct val="100000"/>
              </a:lnSpc>
              <a:spcBef>
                <a:spcPts val="210"/>
              </a:spcBef>
            </a:pPr>
            <a:r>
              <a:rPr dirty="0" sz="1200" b="1">
                <a:latin typeface="Arial"/>
                <a:cs typeface="Arial"/>
              </a:rPr>
              <a:t>Optimize </a:t>
            </a:r>
            <a:r>
              <a:rPr dirty="0" sz="1200" spc="-5" b="1">
                <a:latin typeface="Arial"/>
                <a:cs typeface="Arial"/>
              </a:rPr>
              <a:t>&amp; </a:t>
            </a:r>
            <a:r>
              <a:rPr dirty="0" sz="1200" b="1">
                <a:latin typeface="Arial"/>
                <a:cs typeface="Arial"/>
              </a:rPr>
              <a:t> Evaluate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Alternatives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52700" y="5193029"/>
            <a:ext cx="1119505" cy="735330"/>
            <a:chOff x="2552700" y="5193029"/>
            <a:chExt cx="1119505" cy="735330"/>
          </a:xfrm>
        </p:grpSpPr>
        <p:sp>
          <p:nvSpPr>
            <p:cNvPr id="21" name="object 21"/>
            <p:cNvSpPr/>
            <p:nvPr/>
          </p:nvSpPr>
          <p:spPr>
            <a:xfrm>
              <a:off x="2559558" y="5199125"/>
              <a:ext cx="1106805" cy="722630"/>
            </a:xfrm>
            <a:custGeom>
              <a:avLst/>
              <a:gdLst/>
              <a:ahLst/>
              <a:cxnLst/>
              <a:rect l="l" t="t" r="r" b="b"/>
              <a:pathLst>
                <a:path w="1106804" h="722629">
                  <a:moveTo>
                    <a:pt x="1106424" y="722376"/>
                  </a:moveTo>
                  <a:lnTo>
                    <a:pt x="1106423" y="0"/>
                  </a:lnTo>
                  <a:lnTo>
                    <a:pt x="0" y="0"/>
                  </a:lnTo>
                  <a:lnTo>
                    <a:pt x="0" y="722376"/>
                  </a:lnTo>
                  <a:lnTo>
                    <a:pt x="1106424" y="722376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552700" y="5193029"/>
              <a:ext cx="1119505" cy="735330"/>
            </a:xfrm>
            <a:custGeom>
              <a:avLst/>
              <a:gdLst/>
              <a:ahLst/>
              <a:cxnLst/>
              <a:rect l="l" t="t" r="r" b="b"/>
              <a:pathLst>
                <a:path w="1119504" h="735329">
                  <a:moveTo>
                    <a:pt x="1119378" y="735329"/>
                  </a:moveTo>
                  <a:lnTo>
                    <a:pt x="1119377" y="0"/>
                  </a:lnTo>
                  <a:lnTo>
                    <a:pt x="0" y="0"/>
                  </a:lnTo>
                  <a:lnTo>
                    <a:pt x="0" y="735329"/>
                  </a:lnTo>
                  <a:lnTo>
                    <a:pt x="6857" y="735329"/>
                  </a:lnTo>
                  <a:lnTo>
                    <a:pt x="6857" y="12953"/>
                  </a:lnTo>
                  <a:lnTo>
                    <a:pt x="12954" y="6095"/>
                  </a:lnTo>
                  <a:lnTo>
                    <a:pt x="12954" y="12953"/>
                  </a:lnTo>
                  <a:lnTo>
                    <a:pt x="1107185" y="12953"/>
                  </a:lnTo>
                  <a:lnTo>
                    <a:pt x="1107185" y="6095"/>
                  </a:lnTo>
                  <a:lnTo>
                    <a:pt x="1113282" y="12953"/>
                  </a:lnTo>
                  <a:lnTo>
                    <a:pt x="1113282" y="735329"/>
                  </a:lnTo>
                  <a:lnTo>
                    <a:pt x="1119378" y="735329"/>
                  </a:lnTo>
                  <a:close/>
                </a:path>
                <a:path w="1119504" h="735329">
                  <a:moveTo>
                    <a:pt x="12954" y="12953"/>
                  </a:moveTo>
                  <a:lnTo>
                    <a:pt x="12954" y="6095"/>
                  </a:lnTo>
                  <a:lnTo>
                    <a:pt x="6857" y="12953"/>
                  </a:lnTo>
                  <a:lnTo>
                    <a:pt x="12954" y="12953"/>
                  </a:lnTo>
                  <a:close/>
                </a:path>
                <a:path w="1119504" h="735329">
                  <a:moveTo>
                    <a:pt x="12954" y="722375"/>
                  </a:moveTo>
                  <a:lnTo>
                    <a:pt x="12954" y="12953"/>
                  </a:lnTo>
                  <a:lnTo>
                    <a:pt x="6857" y="12953"/>
                  </a:lnTo>
                  <a:lnTo>
                    <a:pt x="6857" y="722375"/>
                  </a:lnTo>
                  <a:lnTo>
                    <a:pt x="12954" y="722375"/>
                  </a:lnTo>
                  <a:close/>
                </a:path>
                <a:path w="1119504" h="735329">
                  <a:moveTo>
                    <a:pt x="1113282" y="722375"/>
                  </a:moveTo>
                  <a:lnTo>
                    <a:pt x="6857" y="722375"/>
                  </a:lnTo>
                  <a:lnTo>
                    <a:pt x="12954" y="728471"/>
                  </a:lnTo>
                  <a:lnTo>
                    <a:pt x="12954" y="735329"/>
                  </a:lnTo>
                  <a:lnTo>
                    <a:pt x="1107186" y="735329"/>
                  </a:lnTo>
                  <a:lnTo>
                    <a:pt x="1107186" y="728471"/>
                  </a:lnTo>
                  <a:lnTo>
                    <a:pt x="1113282" y="722375"/>
                  </a:lnTo>
                  <a:close/>
                </a:path>
                <a:path w="1119504" h="735329">
                  <a:moveTo>
                    <a:pt x="12954" y="735329"/>
                  </a:moveTo>
                  <a:lnTo>
                    <a:pt x="12954" y="728471"/>
                  </a:lnTo>
                  <a:lnTo>
                    <a:pt x="6857" y="722375"/>
                  </a:lnTo>
                  <a:lnTo>
                    <a:pt x="6857" y="735329"/>
                  </a:lnTo>
                  <a:lnTo>
                    <a:pt x="12954" y="735329"/>
                  </a:lnTo>
                  <a:close/>
                </a:path>
                <a:path w="1119504" h="735329">
                  <a:moveTo>
                    <a:pt x="1113282" y="12953"/>
                  </a:moveTo>
                  <a:lnTo>
                    <a:pt x="1107185" y="6095"/>
                  </a:lnTo>
                  <a:lnTo>
                    <a:pt x="1107185" y="12953"/>
                  </a:lnTo>
                  <a:lnTo>
                    <a:pt x="1113282" y="12953"/>
                  </a:lnTo>
                  <a:close/>
                </a:path>
                <a:path w="1119504" h="735329">
                  <a:moveTo>
                    <a:pt x="1113282" y="722375"/>
                  </a:moveTo>
                  <a:lnTo>
                    <a:pt x="1113282" y="12953"/>
                  </a:lnTo>
                  <a:lnTo>
                    <a:pt x="1107185" y="12953"/>
                  </a:lnTo>
                  <a:lnTo>
                    <a:pt x="1107186" y="722375"/>
                  </a:lnTo>
                  <a:lnTo>
                    <a:pt x="1113282" y="722375"/>
                  </a:lnTo>
                  <a:close/>
                </a:path>
                <a:path w="1119504" h="735329">
                  <a:moveTo>
                    <a:pt x="1113282" y="735329"/>
                  </a:moveTo>
                  <a:lnTo>
                    <a:pt x="1113282" y="722375"/>
                  </a:lnTo>
                  <a:lnTo>
                    <a:pt x="1107186" y="728471"/>
                  </a:lnTo>
                  <a:lnTo>
                    <a:pt x="1107186" y="735329"/>
                  </a:lnTo>
                  <a:lnTo>
                    <a:pt x="1113282" y="7353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559557" y="5199126"/>
            <a:ext cx="1106805" cy="72263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101600" marR="121920" indent="-1270">
              <a:lnSpc>
                <a:spcPct val="100000"/>
              </a:lnSpc>
              <a:spcBef>
                <a:spcPts val="254"/>
              </a:spcBef>
            </a:pPr>
            <a:r>
              <a:rPr dirty="0" sz="1200" spc="-5" b="1">
                <a:latin typeface="Arial"/>
                <a:cs typeface="Arial"/>
              </a:rPr>
              <a:t>Support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Validation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&amp;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Verification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2459" y="1762505"/>
            <a:ext cx="1118870" cy="735330"/>
            <a:chOff x="632459" y="1762505"/>
            <a:chExt cx="1118870" cy="735330"/>
          </a:xfrm>
        </p:grpSpPr>
        <p:sp>
          <p:nvSpPr>
            <p:cNvPr id="25" name="object 25"/>
            <p:cNvSpPr/>
            <p:nvPr/>
          </p:nvSpPr>
          <p:spPr>
            <a:xfrm>
              <a:off x="638555" y="1768601"/>
              <a:ext cx="1106805" cy="722630"/>
            </a:xfrm>
            <a:custGeom>
              <a:avLst/>
              <a:gdLst/>
              <a:ahLst/>
              <a:cxnLst/>
              <a:rect l="l" t="t" r="r" b="b"/>
              <a:pathLst>
                <a:path w="1106805" h="722630">
                  <a:moveTo>
                    <a:pt x="1106424" y="722376"/>
                  </a:moveTo>
                  <a:lnTo>
                    <a:pt x="1106423" y="0"/>
                  </a:lnTo>
                  <a:lnTo>
                    <a:pt x="0" y="0"/>
                  </a:lnTo>
                  <a:lnTo>
                    <a:pt x="0" y="722376"/>
                  </a:lnTo>
                  <a:lnTo>
                    <a:pt x="1106424" y="722376"/>
                  </a:lnTo>
                  <a:close/>
                </a:path>
              </a:pathLst>
            </a:custGeom>
            <a:solidFill>
              <a:srgbClr val="FDC0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32459" y="1762505"/>
              <a:ext cx="1118870" cy="735330"/>
            </a:xfrm>
            <a:custGeom>
              <a:avLst/>
              <a:gdLst/>
              <a:ahLst/>
              <a:cxnLst/>
              <a:rect l="l" t="t" r="r" b="b"/>
              <a:pathLst>
                <a:path w="1118870" h="735330">
                  <a:moveTo>
                    <a:pt x="1118616" y="735330"/>
                  </a:moveTo>
                  <a:lnTo>
                    <a:pt x="1118615" y="0"/>
                  </a:lnTo>
                  <a:lnTo>
                    <a:pt x="0" y="0"/>
                  </a:lnTo>
                  <a:lnTo>
                    <a:pt x="0" y="735330"/>
                  </a:lnTo>
                  <a:lnTo>
                    <a:pt x="6096" y="735330"/>
                  </a:lnTo>
                  <a:lnTo>
                    <a:pt x="6096" y="12954"/>
                  </a:lnTo>
                  <a:lnTo>
                    <a:pt x="12191" y="6096"/>
                  </a:lnTo>
                  <a:lnTo>
                    <a:pt x="12191" y="12954"/>
                  </a:lnTo>
                  <a:lnTo>
                    <a:pt x="1106423" y="12954"/>
                  </a:lnTo>
                  <a:lnTo>
                    <a:pt x="1106423" y="6096"/>
                  </a:lnTo>
                  <a:lnTo>
                    <a:pt x="1112520" y="12954"/>
                  </a:lnTo>
                  <a:lnTo>
                    <a:pt x="1112520" y="735330"/>
                  </a:lnTo>
                  <a:lnTo>
                    <a:pt x="1118616" y="735330"/>
                  </a:lnTo>
                  <a:close/>
                </a:path>
                <a:path w="1118870" h="735330">
                  <a:moveTo>
                    <a:pt x="12191" y="12954"/>
                  </a:moveTo>
                  <a:lnTo>
                    <a:pt x="12191" y="6096"/>
                  </a:lnTo>
                  <a:lnTo>
                    <a:pt x="6096" y="12954"/>
                  </a:lnTo>
                  <a:lnTo>
                    <a:pt x="12191" y="12954"/>
                  </a:lnTo>
                  <a:close/>
                </a:path>
                <a:path w="1118870" h="735330">
                  <a:moveTo>
                    <a:pt x="12191" y="722376"/>
                  </a:moveTo>
                  <a:lnTo>
                    <a:pt x="12191" y="12954"/>
                  </a:lnTo>
                  <a:lnTo>
                    <a:pt x="6096" y="12954"/>
                  </a:lnTo>
                  <a:lnTo>
                    <a:pt x="6096" y="722376"/>
                  </a:lnTo>
                  <a:lnTo>
                    <a:pt x="12191" y="722376"/>
                  </a:lnTo>
                  <a:close/>
                </a:path>
                <a:path w="1118870" h="735330">
                  <a:moveTo>
                    <a:pt x="1112520" y="722376"/>
                  </a:moveTo>
                  <a:lnTo>
                    <a:pt x="6096" y="722376"/>
                  </a:lnTo>
                  <a:lnTo>
                    <a:pt x="12191" y="728472"/>
                  </a:lnTo>
                  <a:lnTo>
                    <a:pt x="12191" y="735330"/>
                  </a:lnTo>
                  <a:lnTo>
                    <a:pt x="1106424" y="735330"/>
                  </a:lnTo>
                  <a:lnTo>
                    <a:pt x="1106424" y="728472"/>
                  </a:lnTo>
                  <a:lnTo>
                    <a:pt x="1112520" y="722376"/>
                  </a:lnTo>
                  <a:close/>
                </a:path>
                <a:path w="1118870" h="735330">
                  <a:moveTo>
                    <a:pt x="12191" y="735330"/>
                  </a:moveTo>
                  <a:lnTo>
                    <a:pt x="12191" y="728472"/>
                  </a:lnTo>
                  <a:lnTo>
                    <a:pt x="6096" y="722376"/>
                  </a:lnTo>
                  <a:lnTo>
                    <a:pt x="6096" y="735330"/>
                  </a:lnTo>
                  <a:lnTo>
                    <a:pt x="12191" y="735330"/>
                  </a:lnTo>
                  <a:close/>
                </a:path>
                <a:path w="1118870" h="735330">
                  <a:moveTo>
                    <a:pt x="1112520" y="12954"/>
                  </a:moveTo>
                  <a:lnTo>
                    <a:pt x="1106423" y="6096"/>
                  </a:lnTo>
                  <a:lnTo>
                    <a:pt x="1106423" y="12954"/>
                  </a:lnTo>
                  <a:lnTo>
                    <a:pt x="1112520" y="12954"/>
                  </a:lnTo>
                  <a:close/>
                </a:path>
                <a:path w="1118870" h="735330">
                  <a:moveTo>
                    <a:pt x="1112520" y="722376"/>
                  </a:moveTo>
                  <a:lnTo>
                    <a:pt x="1112520" y="12954"/>
                  </a:lnTo>
                  <a:lnTo>
                    <a:pt x="1106423" y="12954"/>
                  </a:lnTo>
                  <a:lnTo>
                    <a:pt x="1106423" y="722376"/>
                  </a:lnTo>
                  <a:lnTo>
                    <a:pt x="1112520" y="722376"/>
                  </a:lnTo>
                  <a:close/>
                </a:path>
                <a:path w="1118870" h="735330">
                  <a:moveTo>
                    <a:pt x="1112520" y="735330"/>
                  </a:moveTo>
                  <a:lnTo>
                    <a:pt x="1112520" y="722376"/>
                  </a:lnTo>
                  <a:lnTo>
                    <a:pt x="1106424" y="728472"/>
                  </a:lnTo>
                  <a:lnTo>
                    <a:pt x="1106424" y="735330"/>
                  </a:lnTo>
                  <a:lnTo>
                    <a:pt x="1112520" y="7353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38555" y="1768601"/>
            <a:ext cx="1106805" cy="72263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337820" marR="245110" indent="-59055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Anal</a:t>
            </a:r>
            <a:r>
              <a:rPr dirty="0" sz="1200" spc="-15" b="1">
                <a:latin typeface="Arial"/>
                <a:cs typeface="Arial"/>
              </a:rPr>
              <a:t>y</a:t>
            </a:r>
            <a:r>
              <a:rPr dirty="0" sz="1200" spc="-5" b="1">
                <a:latin typeface="Arial"/>
                <a:cs typeface="Arial"/>
              </a:rPr>
              <a:t>ze  </a:t>
            </a:r>
            <a:r>
              <a:rPr dirty="0" sz="1200" spc="-10" b="1">
                <a:latin typeface="Arial"/>
                <a:cs typeface="Arial"/>
              </a:rPr>
              <a:t>Needs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28285" y="1528063"/>
            <a:ext cx="396494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latin typeface="Arial"/>
                <a:cs typeface="Arial"/>
              </a:rPr>
              <a:t>Major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SE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Development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Activities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68531" y="6195214"/>
            <a:ext cx="27616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latin typeface="Arial"/>
                <a:cs typeface="Arial"/>
              </a:rPr>
              <a:t>Common</a:t>
            </a:r>
            <a:r>
              <a:rPr dirty="0" sz="200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Subactivities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66521" y="2547366"/>
            <a:ext cx="6887209" cy="4088129"/>
          </a:xfrm>
          <a:custGeom>
            <a:avLst/>
            <a:gdLst/>
            <a:ahLst/>
            <a:cxnLst/>
            <a:rect l="l" t="t" r="r" b="b"/>
            <a:pathLst>
              <a:path w="6887209" h="4088129">
                <a:moveTo>
                  <a:pt x="6886956" y="4038599"/>
                </a:moveTo>
                <a:lnTo>
                  <a:pt x="28956" y="0"/>
                </a:lnTo>
                <a:lnTo>
                  <a:pt x="0" y="49530"/>
                </a:lnTo>
                <a:lnTo>
                  <a:pt x="6858000" y="4088129"/>
                </a:lnTo>
                <a:lnTo>
                  <a:pt x="6886956" y="4038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688845" y="4364227"/>
            <a:ext cx="15468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3980" indent="-81915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Parametric</a:t>
            </a:r>
            <a:r>
              <a:rPr dirty="0" sz="1400" spc="-3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Diag</a:t>
            </a:r>
            <a:endParaRPr sz="1400">
              <a:latin typeface="Tahoma"/>
              <a:cs typeface="Tahoma"/>
            </a:endParaRPr>
          </a:p>
          <a:p>
            <a:pPr marL="93980" indent="-81915">
              <a:lnSpc>
                <a:spcPct val="100000"/>
              </a:lnSpc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Trade</a:t>
            </a:r>
            <a:r>
              <a:rPr dirty="0" sz="1400" spc="-15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study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59920" y="5357242"/>
            <a:ext cx="15367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3980" indent="-81915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Test</a:t>
            </a:r>
            <a:r>
              <a:rPr dirty="0" sz="1400" spc="-6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cases</a:t>
            </a:r>
            <a:endParaRPr sz="1400">
              <a:latin typeface="Tahoma"/>
              <a:cs typeface="Tahoma"/>
            </a:endParaRPr>
          </a:p>
          <a:p>
            <a:pPr marL="93980" indent="-81915">
              <a:lnSpc>
                <a:spcPct val="100000"/>
              </a:lnSpc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Test</a:t>
            </a:r>
            <a:r>
              <a:rPr dirty="0" sz="1400" spc="-30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procedures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41180" y="1770635"/>
            <a:ext cx="263398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3980" indent="-81915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10" b="1">
                <a:latin typeface="Tahoma"/>
                <a:cs typeface="Tahoma"/>
              </a:rPr>
              <a:t>Causal</a:t>
            </a:r>
            <a:r>
              <a:rPr dirty="0" sz="1400" spc="-55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analysis</a:t>
            </a:r>
            <a:endParaRPr sz="1400">
              <a:latin typeface="Tahoma"/>
              <a:cs typeface="Tahoma"/>
            </a:endParaRPr>
          </a:p>
          <a:p>
            <a:pPr marL="93980" indent="-81915">
              <a:lnSpc>
                <a:spcPct val="100000"/>
              </a:lnSpc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Mission</a:t>
            </a:r>
            <a:r>
              <a:rPr dirty="0" sz="1400" spc="15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use</a:t>
            </a:r>
            <a:r>
              <a:rPr dirty="0" sz="1400" spc="20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cases/scenarios</a:t>
            </a:r>
            <a:endParaRPr sz="1400">
              <a:latin typeface="Tahoma"/>
              <a:cs typeface="Tahoma"/>
            </a:endParaRPr>
          </a:p>
          <a:p>
            <a:pPr marL="93980" indent="-81915">
              <a:lnSpc>
                <a:spcPct val="100000"/>
              </a:lnSpc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Enterprise</a:t>
            </a:r>
            <a:r>
              <a:rPr dirty="0" sz="1400" spc="-10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model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60180" y="2909238"/>
            <a:ext cx="26168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3980" indent="-81915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System</a:t>
            </a:r>
            <a:r>
              <a:rPr dirty="0" sz="1400" spc="15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use</a:t>
            </a:r>
            <a:r>
              <a:rPr dirty="0" sz="1400" spc="15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cases/scenarios</a:t>
            </a:r>
            <a:endParaRPr sz="1400">
              <a:latin typeface="Tahoma"/>
              <a:cs typeface="Tahoma"/>
            </a:endParaRPr>
          </a:p>
          <a:p>
            <a:pPr marL="93980" indent="-81915">
              <a:lnSpc>
                <a:spcPct val="100000"/>
              </a:lnSpc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Elaborated</a:t>
            </a:r>
            <a:r>
              <a:rPr dirty="0" sz="1400" spc="-1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context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31912" y="3823777"/>
            <a:ext cx="2094864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3980" indent="-81915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10" b="1">
                <a:latin typeface="Tahoma"/>
                <a:cs typeface="Tahoma"/>
              </a:rPr>
              <a:t>Logical</a:t>
            </a:r>
            <a:r>
              <a:rPr dirty="0" sz="1400" spc="-1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decomposition</a:t>
            </a:r>
            <a:endParaRPr sz="1400">
              <a:latin typeface="Tahoma"/>
              <a:cs typeface="Tahoma"/>
            </a:endParaRPr>
          </a:p>
          <a:p>
            <a:pPr marL="93980" indent="-81915">
              <a:lnSpc>
                <a:spcPct val="100000"/>
              </a:lnSpc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10" b="1">
                <a:latin typeface="Tahoma"/>
                <a:cs typeface="Tahoma"/>
              </a:rPr>
              <a:t>Logical</a:t>
            </a:r>
            <a:r>
              <a:rPr dirty="0" sz="1400" spc="-15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scenarios</a:t>
            </a:r>
            <a:endParaRPr sz="1400">
              <a:latin typeface="Tahoma"/>
              <a:cs typeface="Tahoma"/>
            </a:endParaRPr>
          </a:p>
          <a:p>
            <a:pPr marL="93980" indent="-81915">
              <a:lnSpc>
                <a:spcPct val="100000"/>
              </a:lnSpc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Logical</a:t>
            </a:r>
            <a:r>
              <a:rPr dirty="0" sz="1400" spc="-15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subsystems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60635" y="4966818"/>
            <a:ext cx="187071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3980" indent="-81915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Node</a:t>
            </a:r>
            <a:r>
              <a:rPr dirty="0" sz="1400" spc="-40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diagram</a:t>
            </a:r>
            <a:endParaRPr sz="1400">
              <a:latin typeface="Tahoma"/>
              <a:cs typeface="Tahoma"/>
            </a:endParaRPr>
          </a:p>
          <a:p>
            <a:pPr marL="93980" indent="-81915">
              <a:lnSpc>
                <a:spcPct val="100000"/>
              </a:lnSpc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5" b="1">
                <a:latin typeface="Tahoma"/>
                <a:cs typeface="Tahoma"/>
              </a:rPr>
              <a:t>HW,</a:t>
            </a:r>
            <a:r>
              <a:rPr dirty="0" sz="1400" spc="-15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SW,</a:t>
            </a:r>
            <a:r>
              <a:rPr dirty="0" sz="1400" spc="-10" b="1">
                <a:latin typeface="Tahoma"/>
                <a:cs typeface="Tahoma"/>
              </a:rPr>
              <a:t> Data</a:t>
            </a:r>
            <a:r>
              <a:rPr dirty="0" sz="1400" spc="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arch</a:t>
            </a:r>
            <a:endParaRPr sz="1400">
              <a:latin typeface="Tahoma"/>
              <a:cs typeface="Tahoma"/>
            </a:endParaRPr>
          </a:p>
          <a:p>
            <a:pPr marL="93980" indent="-81915">
              <a:lnSpc>
                <a:spcPct val="100000"/>
              </a:lnSpc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10" b="1">
                <a:latin typeface="Tahoma"/>
                <a:cs typeface="Tahoma"/>
              </a:rPr>
              <a:t>System</a:t>
            </a:r>
            <a:r>
              <a:rPr dirty="0" sz="1400" spc="-1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deployment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19683" y="5197602"/>
            <a:ext cx="1118870" cy="735330"/>
            <a:chOff x="519683" y="5197602"/>
            <a:chExt cx="1118870" cy="735330"/>
          </a:xfrm>
        </p:grpSpPr>
        <p:sp>
          <p:nvSpPr>
            <p:cNvPr id="38" name="object 38"/>
            <p:cNvSpPr/>
            <p:nvPr/>
          </p:nvSpPr>
          <p:spPr>
            <a:xfrm>
              <a:off x="525779" y="5204460"/>
              <a:ext cx="1106805" cy="722630"/>
            </a:xfrm>
            <a:custGeom>
              <a:avLst/>
              <a:gdLst/>
              <a:ahLst/>
              <a:cxnLst/>
              <a:rect l="l" t="t" r="r" b="b"/>
              <a:pathLst>
                <a:path w="1106805" h="722629">
                  <a:moveTo>
                    <a:pt x="1106424" y="722376"/>
                  </a:moveTo>
                  <a:lnTo>
                    <a:pt x="1106424" y="0"/>
                  </a:lnTo>
                  <a:lnTo>
                    <a:pt x="0" y="0"/>
                  </a:lnTo>
                  <a:lnTo>
                    <a:pt x="0" y="722376"/>
                  </a:lnTo>
                  <a:lnTo>
                    <a:pt x="1106424" y="722376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19683" y="5197602"/>
              <a:ext cx="1118870" cy="735330"/>
            </a:xfrm>
            <a:custGeom>
              <a:avLst/>
              <a:gdLst/>
              <a:ahLst/>
              <a:cxnLst/>
              <a:rect l="l" t="t" r="r" b="b"/>
              <a:pathLst>
                <a:path w="1118870" h="735329">
                  <a:moveTo>
                    <a:pt x="1118616" y="735329"/>
                  </a:moveTo>
                  <a:lnTo>
                    <a:pt x="1118616" y="0"/>
                  </a:lnTo>
                  <a:lnTo>
                    <a:pt x="0" y="0"/>
                  </a:lnTo>
                  <a:lnTo>
                    <a:pt x="0" y="735329"/>
                  </a:lnTo>
                  <a:lnTo>
                    <a:pt x="6096" y="735329"/>
                  </a:lnTo>
                  <a:lnTo>
                    <a:pt x="6096" y="12953"/>
                  </a:lnTo>
                  <a:lnTo>
                    <a:pt x="12191" y="6857"/>
                  </a:lnTo>
                  <a:lnTo>
                    <a:pt x="12191" y="12953"/>
                  </a:lnTo>
                  <a:lnTo>
                    <a:pt x="1106423" y="12953"/>
                  </a:lnTo>
                  <a:lnTo>
                    <a:pt x="1106423" y="6857"/>
                  </a:lnTo>
                  <a:lnTo>
                    <a:pt x="1112520" y="12953"/>
                  </a:lnTo>
                  <a:lnTo>
                    <a:pt x="1112520" y="735329"/>
                  </a:lnTo>
                  <a:lnTo>
                    <a:pt x="1118616" y="735329"/>
                  </a:lnTo>
                  <a:close/>
                </a:path>
                <a:path w="1118870" h="735329">
                  <a:moveTo>
                    <a:pt x="12191" y="12953"/>
                  </a:moveTo>
                  <a:lnTo>
                    <a:pt x="12191" y="6857"/>
                  </a:lnTo>
                  <a:lnTo>
                    <a:pt x="6096" y="12953"/>
                  </a:lnTo>
                  <a:lnTo>
                    <a:pt x="12191" y="12953"/>
                  </a:lnTo>
                  <a:close/>
                </a:path>
                <a:path w="1118870" h="735329">
                  <a:moveTo>
                    <a:pt x="12191" y="722375"/>
                  </a:moveTo>
                  <a:lnTo>
                    <a:pt x="12191" y="12953"/>
                  </a:lnTo>
                  <a:lnTo>
                    <a:pt x="6096" y="12953"/>
                  </a:lnTo>
                  <a:lnTo>
                    <a:pt x="6096" y="722375"/>
                  </a:lnTo>
                  <a:lnTo>
                    <a:pt x="12191" y="722375"/>
                  </a:lnTo>
                  <a:close/>
                </a:path>
                <a:path w="1118870" h="735329">
                  <a:moveTo>
                    <a:pt x="1112520" y="722375"/>
                  </a:moveTo>
                  <a:lnTo>
                    <a:pt x="6096" y="722375"/>
                  </a:lnTo>
                  <a:lnTo>
                    <a:pt x="12191" y="729233"/>
                  </a:lnTo>
                  <a:lnTo>
                    <a:pt x="12191" y="735329"/>
                  </a:lnTo>
                  <a:lnTo>
                    <a:pt x="1106423" y="735329"/>
                  </a:lnTo>
                  <a:lnTo>
                    <a:pt x="1106423" y="729233"/>
                  </a:lnTo>
                  <a:lnTo>
                    <a:pt x="1112520" y="722375"/>
                  </a:lnTo>
                  <a:close/>
                </a:path>
                <a:path w="1118870" h="735329">
                  <a:moveTo>
                    <a:pt x="12191" y="735329"/>
                  </a:moveTo>
                  <a:lnTo>
                    <a:pt x="12191" y="729233"/>
                  </a:lnTo>
                  <a:lnTo>
                    <a:pt x="6096" y="722375"/>
                  </a:lnTo>
                  <a:lnTo>
                    <a:pt x="6096" y="735329"/>
                  </a:lnTo>
                  <a:lnTo>
                    <a:pt x="12191" y="735329"/>
                  </a:lnTo>
                  <a:close/>
                </a:path>
                <a:path w="1118870" h="735329">
                  <a:moveTo>
                    <a:pt x="1112520" y="12953"/>
                  </a:moveTo>
                  <a:lnTo>
                    <a:pt x="1106423" y="6857"/>
                  </a:lnTo>
                  <a:lnTo>
                    <a:pt x="1106423" y="12953"/>
                  </a:lnTo>
                  <a:lnTo>
                    <a:pt x="1112520" y="12953"/>
                  </a:lnTo>
                  <a:close/>
                </a:path>
                <a:path w="1118870" h="735329">
                  <a:moveTo>
                    <a:pt x="1112520" y="722375"/>
                  </a:moveTo>
                  <a:lnTo>
                    <a:pt x="1112520" y="12953"/>
                  </a:lnTo>
                  <a:lnTo>
                    <a:pt x="1106423" y="12953"/>
                  </a:lnTo>
                  <a:lnTo>
                    <a:pt x="1106423" y="722375"/>
                  </a:lnTo>
                  <a:lnTo>
                    <a:pt x="1112520" y="722375"/>
                  </a:lnTo>
                  <a:close/>
                </a:path>
                <a:path w="1118870" h="735329">
                  <a:moveTo>
                    <a:pt x="1112520" y="735329"/>
                  </a:moveTo>
                  <a:lnTo>
                    <a:pt x="1112520" y="722375"/>
                  </a:lnTo>
                  <a:lnTo>
                    <a:pt x="1106423" y="729233"/>
                  </a:lnTo>
                  <a:lnTo>
                    <a:pt x="1106423" y="735329"/>
                  </a:lnTo>
                  <a:lnTo>
                    <a:pt x="1112520" y="7353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525780" y="5204459"/>
            <a:ext cx="1106805" cy="72263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58419" marR="24130" indent="223520">
              <a:lnSpc>
                <a:spcPct val="100000"/>
              </a:lnSpc>
              <a:spcBef>
                <a:spcPts val="930"/>
              </a:spcBef>
            </a:pPr>
            <a:r>
              <a:rPr dirty="0" sz="1200" spc="-5" b="1">
                <a:latin typeface="Arial"/>
                <a:cs typeface="Arial"/>
              </a:rPr>
              <a:t>Manage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Requirements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07895" y="5274055"/>
            <a:ext cx="782955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SzPct val="92857"/>
              <a:buFont typeface="Tahoma"/>
              <a:buChar char="•"/>
              <a:tabLst>
                <a:tab pos="94615" algn="l"/>
              </a:tabLst>
            </a:pPr>
            <a:r>
              <a:rPr dirty="0" sz="1400" spc="-10" b="1">
                <a:latin typeface="Tahoma"/>
                <a:cs typeface="Tahoma"/>
              </a:rPr>
              <a:t>Reqt’s </a:t>
            </a:r>
            <a:r>
              <a:rPr dirty="0" sz="1400" spc="-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Diagram  </a:t>
            </a:r>
            <a:r>
              <a:rPr dirty="0" sz="1400" spc="-5" b="1">
                <a:latin typeface="Tahoma"/>
                <a:cs typeface="Tahoma"/>
              </a:rPr>
              <a:t>&amp;</a:t>
            </a:r>
            <a:r>
              <a:rPr dirty="0" sz="1400" spc="-45" b="1">
                <a:latin typeface="Tahoma"/>
                <a:cs typeface="Tahoma"/>
              </a:rPr>
              <a:t> </a:t>
            </a:r>
            <a:r>
              <a:rPr dirty="0" sz="1400" spc="-5" b="1">
                <a:latin typeface="Tahoma"/>
                <a:cs typeface="Tahoma"/>
              </a:rPr>
              <a:t>tables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595627" y="6467855"/>
            <a:ext cx="6286500" cy="304800"/>
          </a:xfrm>
          <a:custGeom>
            <a:avLst/>
            <a:gdLst/>
            <a:ahLst/>
            <a:cxnLst/>
            <a:rect l="l" t="t" r="r" b="b"/>
            <a:pathLst>
              <a:path w="6286500" h="304800">
                <a:moveTo>
                  <a:pt x="6286500" y="304800"/>
                </a:moveTo>
                <a:lnTo>
                  <a:pt x="6286500" y="0"/>
                </a:lnTo>
                <a:lnTo>
                  <a:pt x="0" y="0"/>
                </a:lnTo>
                <a:lnTo>
                  <a:pt x="0" y="304800"/>
                </a:lnTo>
                <a:lnTo>
                  <a:pt x="62865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8055288" y="6500168"/>
            <a:ext cx="3225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101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74367" y="6513121"/>
            <a:ext cx="61290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 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2004-2006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8063" y="411734"/>
            <a:ext cx="578040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Enhanced</a:t>
            </a:r>
            <a:r>
              <a:rPr dirty="0" spc="-35"/>
              <a:t> </a:t>
            </a:r>
            <a:r>
              <a:rPr dirty="0"/>
              <a:t>Security</a:t>
            </a:r>
            <a:r>
              <a:rPr dirty="0" spc="-30"/>
              <a:t> </a:t>
            </a:r>
            <a:r>
              <a:rPr dirty="0"/>
              <a:t>System</a:t>
            </a:r>
            <a:r>
              <a:rPr dirty="0" spc="-35"/>
              <a:t> </a:t>
            </a:r>
            <a:r>
              <a:rPr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493011"/>
            <a:ext cx="7160259" cy="1794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35560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The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Enhanced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Security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System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example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for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OOSEM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material</a:t>
            </a:r>
            <a:endParaRPr sz="24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489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Problem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fragments used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demonstrate principles</a:t>
            </a:r>
            <a:endParaRPr sz="2000">
              <a:latin typeface="Arial MT"/>
              <a:cs typeface="Arial MT"/>
            </a:endParaRPr>
          </a:p>
          <a:p>
            <a:pPr lvl="1" marL="755015" marR="5080" indent="-285750">
              <a:lnSpc>
                <a:spcPct val="100000"/>
              </a:lnSpc>
              <a:spcBef>
                <a:spcPts val="48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Arial MT"/>
                <a:cs typeface="Arial MT"/>
              </a:rPr>
              <a:t>Utilizes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Artisan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RTS™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Tool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(early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version)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for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SysML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artifacts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43025" y="6500168"/>
            <a:ext cx="860425" cy="233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451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2006102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0295" y="6500168"/>
            <a:ext cx="6543040" cy="23304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</a:t>
            </a:r>
            <a:r>
              <a:rPr dirty="0" sz="1400" spc="-5">
                <a:latin typeface="Arial MT"/>
                <a:cs typeface="Arial MT"/>
              </a:rPr>
              <a:t>2006102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288785" y="2427732"/>
            <a:ext cx="1498600" cy="655320"/>
            <a:chOff x="6288785" y="2427732"/>
            <a:chExt cx="1498600" cy="655320"/>
          </a:xfrm>
        </p:grpSpPr>
        <p:sp>
          <p:nvSpPr>
            <p:cNvPr id="4" name="object 4"/>
            <p:cNvSpPr/>
            <p:nvPr/>
          </p:nvSpPr>
          <p:spPr>
            <a:xfrm>
              <a:off x="6290309" y="2429256"/>
              <a:ext cx="990600" cy="203835"/>
            </a:xfrm>
            <a:custGeom>
              <a:avLst/>
              <a:gdLst/>
              <a:ahLst/>
              <a:cxnLst/>
              <a:rect l="l" t="t" r="r" b="b"/>
              <a:pathLst>
                <a:path w="990600" h="203835">
                  <a:moveTo>
                    <a:pt x="990600" y="203454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203454"/>
                  </a:lnTo>
                  <a:lnTo>
                    <a:pt x="990600" y="203454"/>
                  </a:lnTo>
                  <a:close/>
                </a:path>
              </a:pathLst>
            </a:custGeom>
            <a:solidFill>
              <a:srgbClr val="FFFF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288773" y="2427731"/>
              <a:ext cx="1498600" cy="655320"/>
            </a:xfrm>
            <a:custGeom>
              <a:avLst/>
              <a:gdLst/>
              <a:ahLst/>
              <a:cxnLst/>
              <a:rect l="l" t="t" r="r" b="b"/>
              <a:pathLst>
                <a:path w="1498600" h="655319">
                  <a:moveTo>
                    <a:pt x="1498092" y="204978"/>
                  </a:moveTo>
                  <a:lnTo>
                    <a:pt x="1496568" y="203454"/>
                  </a:lnTo>
                  <a:lnTo>
                    <a:pt x="1495044" y="203454"/>
                  </a:lnTo>
                  <a:lnTo>
                    <a:pt x="1495044" y="206502"/>
                  </a:lnTo>
                  <a:lnTo>
                    <a:pt x="1495044" y="652272"/>
                  </a:lnTo>
                  <a:lnTo>
                    <a:pt x="3048" y="652272"/>
                  </a:lnTo>
                  <a:lnTo>
                    <a:pt x="3048" y="206502"/>
                  </a:lnTo>
                  <a:lnTo>
                    <a:pt x="990612" y="206502"/>
                  </a:lnTo>
                  <a:lnTo>
                    <a:pt x="992136" y="206502"/>
                  </a:lnTo>
                  <a:lnTo>
                    <a:pt x="993660" y="206502"/>
                  </a:lnTo>
                  <a:lnTo>
                    <a:pt x="1495044" y="206502"/>
                  </a:lnTo>
                  <a:lnTo>
                    <a:pt x="1495044" y="203454"/>
                  </a:lnTo>
                  <a:lnTo>
                    <a:pt x="993660" y="203454"/>
                  </a:lnTo>
                  <a:lnTo>
                    <a:pt x="993660" y="0"/>
                  </a:lnTo>
                  <a:lnTo>
                    <a:pt x="990612" y="0"/>
                  </a:lnTo>
                  <a:lnTo>
                    <a:pt x="990612" y="3048"/>
                  </a:lnTo>
                  <a:lnTo>
                    <a:pt x="990612" y="203454"/>
                  </a:lnTo>
                  <a:lnTo>
                    <a:pt x="3060" y="203454"/>
                  </a:lnTo>
                  <a:lnTo>
                    <a:pt x="3060" y="3048"/>
                  </a:lnTo>
                  <a:lnTo>
                    <a:pt x="990612" y="3048"/>
                  </a:lnTo>
                  <a:lnTo>
                    <a:pt x="990612" y="0"/>
                  </a:lnTo>
                  <a:lnTo>
                    <a:pt x="12" y="0"/>
                  </a:lnTo>
                  <a:lnTo>
                    <a:pt x="12" y="204965"/>
                  </a:lnTo>
                  <a:lnTo>
                    <a:pt x="0" y="653796"/>
                  </a:lnTo>
                  <a:lnTo>
                    <a:pt x="1524" y="655320"/>
                  </a:lnTo>
                  <a:lnTo>
                    <a:pt x="3048" y="655320"/>
                  </a:lnTo>
                  <a:lnTo>
                    <a:pt x="1495044" y="655320"/>
                  </a:lnTo>
                  <a:lnTo>
                    <a:pt x="1496568" y="655320"/>
                  </a:lnTo>
                  <a:lnTo>
                    <a:pt x="1498092" y="653796"/>
                  </a:lnTo>
                  <a:lnTo>
                    <a:pt x="1498092" y="2049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290309" y="2429255"/>
            <a:ext cx="990600" cy="20383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340"/>
              </a:spcBef>
            </a:pPr>
            <a:r>
              <a:rPr dirty="0" sz="800" spc="-5">
                <a:latin typeface="Arial MT"/>
                <a:cs typeface="Arial MT"/>
              </a:rPr>
              <a:t>ESS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System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Models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88785" y="1535430"/>
            <a:ext cx="1498600" cy="674370"/>
            <a:chOff x="6288785" y="1535430"/>
            <a:chExt cx="1498600" cy="674370"/>
          </a:xfrm>
        </p:grpSpPr>
        <p:sp>
          <p:nvSpPr>
            <p:cNvPr id="8" name="object 8"/>
            <p:cNvSpPr/>
            <p:nvPr/>
          </p:nvSpPr>
          <p:spPr>
            <a:xfrm>
              <a:off x="6290309" y="1536954"/>
              <a:ext cx="1104900" cy="201930"/>
            </a:xfrm>
            <a:custGeom>
              <a:avLst/>
              <a:gdLst/>
              <a:ahLst/>
              <a:cxnLst/>
              <a:rect l="l" t="t" r="r" b="b"/>
              <a:pathLst>
                <a:path w="1104900" h="201930">
                  <a:moveTo>
                    <a:pt x="1104900" y="201930"/>
                  </a:moveTo>
                  <a:lnTo>
                    <a:pt x="1104900" y="0"/>
                  </a:lnTo>
                  <a:lnTo>
                    <a:pt x="0" y="0"/>
                  </a:lnTo>
                  <a:lnTo>
                    <a:pt x="0" y="201930"/>
                  </a:lnTo>
                  <a:lnTo>
                    <a:pt x="1104900" y="201930"/>
                  </a:lnTo>
                  <a:close/>
                </a:path>
              </a:pathLst>
            </a:custGeom>
            <a:solidFill>
              <a:srgbClr val="FFFF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88786" y="1535429"/>
              <a:ext cx="1498600" cy="675005"/>
            </a:xfrm>
            <a:custGeom>
              <a:avLst/>
              <a:gdLst/>
              <a:ahLst/>
              <a:cxnLst/>
              <a:rect l="l" t="t" r="r" b="b"/>
              <a:pathLst>
                <a:path w="1498600" h="675005">
                  <a:moveTo>
                    <a:pt x="1498092" y="203466"/>
                  </a:moveTo>
                  <a:lnTo>
                    <a:pt x="1496568" y="201942"/>
                  </a:lnTo>
                  <a:lnTo>
                    <a:pt x="1495044" y="201942"/>
                  </a:lnTo>
                  <a:lnTo>
                    <a:pt x="1495044" y="204990"/>
                  </a:lnTo>
                  <a:lnTo>
                    <a:pt x="1495044" y="671334"/>
                  </a:lnTo>
                  <a:lnTo>
                    <a:pt x="3048" y="671334"/>
                  </a:lnTo>
                  <a:lnTo>
                    <a:pt x="3048" y="204990"/>
                  </a:lnTo>
                  <a:lnTo>
                    <a:pt x="1495044" y="204990"/>
                  </a:lnTo>
                  <a:lnTo>
                    <a:pt x="1495044" y="201942"/>
                  </a:lnTo>
                  <a:lnTo>
                    <a:pt x="1107948" y="201942"/>
                  </a:lnTo>
                  <a:lnTo>
                    <a:pt x="1107948" y="0"/>
                  </a:lnTo>
                  <a:lnTo>
                    <a:pt x="1104900" y="0"/>
                  </a:lnTo>
                  <a:lnTo>
                    <a:pt x="1104900" y="3048"/>
                  </a:lnTo>
                  <a:lnTo>
                    <a:pt x="1104900" y="201930"/>
                  </a:lnTo>
                  <a:lnTo>
                    <a:pt x="3048" y="201930"/>
                  </a:lnTo>
                  <a:lnTo>
                    <a:pt x="3048" y="3048"/>
                  </a:lnTo>
                  <a:lnTo>
                    <a:pt x="1104900" y="3048"/>
                  </a:lnTo>
                  <a:lnTo>
                    <a:pt x="1104900" y="0"/>
                  </a:lnTo>
                  <a:lnTo>
                    <a:pt x="0" y="0"/>
                  </a:lnTo>
                  <a:lnTo>
                    <a:pt x="0" y="203466"/>
                  </a:lnTo>
                  <a:lnTo>
                    <a:pt x="0" y="204978"/>
                  </a:lnTo>
                  <a:lnTo>
                    <a:pt x="0" y="672858"/>
                  </a:lnTo>
                  <a:lnTo>
                    <a:pt x="1524" y="674382"/>
                  </a:lnTo>
                  <a:lnTo>
                    <a:pt x="3048" y="674382"/>
                  </a:lnTo>
                  <a:lnTo>
                    <a:pt x="1495044" y="674382"/>
                  </a:lnTo>
                  <a:lnTo>
                    <a:pt x="1496568" y="674382"/>
                  </a:lnTo>
                  <a:lnTo>
                    <a:pt x="1498092" y="672858"/>
                  </a:lnTo>
                  <a:lnTo>
                    <a:pt x="1498092" y="2034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290309" y="1536953"/>
            <a:ext cx="1104900" cy="20193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325"/>
              </a:spcBef>
            </a:pPr>
            <a:r>
              <a:rPr dirty="0" sz="800" spc="-5">
                <a:latin typeface="Arial MT"/>
                <a:cs typeface="Arial MT"/>
              </a:rPr>
              <a:t>ESS Enterprise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Models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99453" y="4094226"/>
            <a:ext cx="1499235" cy="502284"/>
            <a:chOff x="6299453" y="4094226"/>
            <a:chExt cx="1499235" cy="502284"/>
          </a:xfrm>
        </p:grpSpPr>
        <p:sp>
          <p:nvSpPr>
            <p:cNvPr id="12" name="object 12"/>
            <p:cNvSpPr/>
            <p:nvPr/>
          </p:nvSpPr>
          <p:spPr>
            <a:xfrm>
              <a:off x="6300977" y="4095750"/>
              <a:ext cx="1298575" cy="201930"/>
            </a:xfrm>
            <a:custGeom>
              <a:avLst/>
              <a:gdLst/>
              <a:ahLst/>
              <a:cxnLst/>
              <a:rect l="l" t="t" r="r" b="b"/>
              <a:pathLst>
                <a:path w="1298575" h="201929">
                  <a:moveTo>
                    <a:pt x="1298448" y="201929"/>
                  </a:moveTo>
                  <a:lnTo>
                    <a:pt x="1298448" y="0"/>
                  </a:lnTo>
                  <a:lnTo>
                    <a:pt x="0" y="0"/>
                  </a:lnTo>
                  <a:lnTo>
                    <a:pt x="0" y="201929"/>
                  </a:lnTo>
                  <a:lnTo>
                    <a:pt x="1298448" y="201929"/>
                  </a:lnTo>
                  <a:close/>
                </a:path>
              </a:pathLst>
            </a:custGeom>
            <a:solidFill>
              <a:srgbClr val="FFFF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99454" y="4094225"/>
              <a:ext cx="1499235" cy="502284"/>
            </a:xfrm>
            <a:custGeom>
              <a:avLst/>
              <a:gdLst/>
              <a:ahLst/>
              <a:cxnLst/>
              <a:rect l="l" t="t" r="r" b="b"/>
              <a:pathLst>
                <a:path w="1499234" h="502285">
                  <a:moveTo>
                    <a:pt x="1498854" y="203454"/>
                  </a:moveTo>
                  <a:lnTo>
                    <a:pt x="1497330" y="201930"/>
                  </a:lnTo>
                  <a:lnTo>
                    <a:pt x="1495806" y="201930"/>
                  </a:lnTo>
                  <a:lnTo>
                    <a:pt x="1495806" y="204978"/>
                  </a:lnTo>
                  <a:lnTo>
                    <a:pt x="1495806" y="499110"/>
                  </a:lnTo>
                  <a:lnTo>
                    <a:pt x="3048" y="499110"/>
                  </a:lnTo>
                  <a:lnTo>
                    <a:pt x="3048" y="204978"/>
                  </a:lnTo>
                  <a:lnTo>
                    <a:pt x="1298448" y="204978"/>
                  </a:lnTo>
                  <a:lnTo>
                    <a:pt x="1299972" y="204978"/>
                  </a:lnTo>
                  <a:lnTo>
                    <a:pt x="1301496" y="204978"/>
                  </a:lnTo>
                  <a:lnTo>
                    <a:pt x="1495806" y="204978"/>
                  </a:lnTo>
                  <a:lnTo>
                    <a:pt x="1495806" y="201930"/>
                  </a:lnTo>
                  <a:lnTo>
                    <a:pt x="1301496" y="201930"/>
                  </a:lnTo>
                  <a:lnTo>
                    <a:pt x="1301496" y="0"/>
                  </a:lnTo>
                  <a:lnTo>
                    <a:pt x="1298448" y="0"/>
                  </a:lnTo>
                  <a:lnTo>
                    <a:pt x="1298448" y="3810"/>
                  </a:lnTo>
                  <a:lnTo>
                    <a:pt x="1298448" y="201930"/>
                  </a:lnTo>
                  <a:lnTo>
                    <a:pt x="3048" y="201930"/>
                  </a:lnTo>
                  <a:lnTo>
                    <a:pt x="3048" y="3810"/>
                  </a:lnTo>
                  <a:lnTo>
                    <a:pt x="1298448" y="3810"/>
                  </a:lnTo>
                  <a:lnTo>
                    <a:pt x="1298448" y="0"/>
                  </a:lnTo>
                  <a:lnTo>
                    <a:pt x="0" y="0"/>
                  </a:lnTo>
                  <a:lnTo>
                    <a:pt x="0" y="203454"/>
                  </a:lnTo>
                  <a:lnTo>
                    <a:pt x="0" y="204978"/>
                  </a:lnTo>
                  <a:lnTo>
                    <a:pt x="0" y="500634"/>
                  </a:lnTo>
                  <a:lnTo>
                    <a:pt x="1524" y="502158"/>
                  </a:lnTo>
                  <a:lnTo>
                    <a:pt x="3048" y="502158"/>
                  </a:lnTo>
                  <a:lnTo>
                    <a:pt x="1495806" y="502158"/>
                  </a:lnTo>
                  <a:lnTo>
                    <a:pt x="1497330" y="502158"/>
                  </a:lnTo>
                  <a:lnTo>
                    <a:pt x="1498854" y="500634"/>
                  </a:lnTo>
                  <a:lnTo>
                    <a:pt x="1498854" y="2034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300978" y="4095750"/>
            <a:ext cx="1298575" cy="20193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25"/>
              </a:spcBef>
            </a:pPr>
            <a:r>
              <a:rPr dirty="0" sz="800" spc="-5">
                <a:latin typeface="Arial MT"/>
                <a:cs typeface="Arial MT"/>
              </a:rPr>
              <a:t>ESS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Logical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Design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Models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09359" y="5102352"/>
            <a:ext cx="1498600" cy="649605"/>
            <a:chOff x="6309359" y="5102352"/>
            <a:chExt cx="1498600" cy="649605"/>
          </a:xfrm>
        </p:grpSpPr>
        <p:sp>
          <p:nvSpPr>
            <p:cNvPr id="16" name="object 16"/>
            <p:cNvSpPr/>
            <p:nvPr/>
          </p:nvSpPr>
          <p:spPr>
            <a:xfrm>
              <a:off x="6310883" y="5103876"/>
              <a:ext cx="1050925" cy="316230"/>
            </a:xfrm>
            <a:custGeom>
              <a:avLst/>
              <a:gdLst/>
              <a:ahLst/>
              <a:cxnLst/>
              <a:rect l="l" t="t" r="r" b="b"/>
              <a:pathLst>
                <a:path w="1050925" h="316229">
                  <a:moveTo>
                    <a:pt x="1050798" y="316229"/>
                  </a:moveTo>
                  <a:lnTo>
                    <a:pt x="1050798" y="0"/>
                  </a:lnTo>
                  <a:lnTo>
                    <a:pt x="0" y="0"/>
                  </a:lnTo>
                  <a:lnTo>
                    <a:pt x="0" y="316229"/>
                  </a:lnTo>
                  <a:lnTo>
                    <a:pt x="1050798" y="316229"/>
                  </a:lnTo>
                  <a:close/>
                </a:path>
              </a:pathLst>
            </a:custGeom>
            <a:solidFill>
              <a:srgbClr val="FFFF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09360" y="5102352"/>
              <a:ext cx="1498600" cy="649605"/>
            </a:xfrm>
            <a:custGeom>
              <a:avLst/>
              <a:gdLst/>
              <a:ahLst/>
              <a:cxnLst/>
              <a:rect l="l" t="t" r="r" b="b"/>
              <a:pathLst>
                <a:path w="1498600" h="649604">
                  <a:moveTo>
                    <a:pt x="1498092" y="317766"/>
                  </a:moveTo>
                  <a:lnTo>
                    <a:pt x="1496568" y="316242"/>
                  </a:lnTo>
                  <a:lnTo>
                    <a:pt x="1495044" y="316242"/>
                  </a:lnTo>
                  <a:lnTo>
                    <a:pt x="1495044" y="319290"/>
                  </a:lnTo>
                  <a:lnTo>
                    <a:pt x="1495044" y="646188"/>
                  </a:lnTo>
                  <a:lnTo>
                    <a:pt x="3048" y="646188"/>
                  </a:lnTo>
                  <a:lnTo>
                    <a:pt x="3048" y="319290"/>
                  </a:lnTo>
                  <a:lnTo>
                    <a:pt x="1495044" y="319290"/>
                  </a:lnTo>
                  <a:lnTo>
                    <a:pt x="1495044" y="316242"/>
                  </a:lnTo>
                  <a:lnTo>
                    <a:pt x="1053846" y="316242"/>
                  </a:lnTo>
                  <a:lnTo>
                    <a:pt x="1053846" y="0"/>
                  </a:lnTo>
                  <a:lnTo>
                    <a:pt x="1050798" y="0"/>
                  </a:lnTo>
                  <a:lnTo>
                    <a:pt x="1050798" y="3048"/>
                  </a:lnTo>
                  <a:lnTo>
                    <a:pt x="1050798" y="316230"/>
                  </a:lnTo>
                  <a:lnTo>
                    <a:pt x="3048" y="316230"/>
                  </a:lnTo>
                  <a:lnTo>
                    <a:pt x="3048" y="3048"/>
                  </a:lnTo>
                  <a:lnTo>
                    <a:pt x="1050798" y="3048"/>
                  </a:lnTo>
                  <a:lnTo>
                    <a:pt x="1050798" y="0"/>
                  </a:lnTo>
                  <a:lnTo>
                    <a:pt x="0" y="0"/>
                  </a:lnTo>
                  <a:lnTo>
                    <a:pt x="0" y="317766"/>
                  </a:lnTo>
                  <a:lnTo>
                    <a:pt x="0" y="319278"/>
                  </a:lnTo>
                  <a:lnTo>
                    <a:pt x="0" y="647712"/>
                  </a:lnTo>
                  <a:lnTo>
                    <a:pt x="1524" y="649236"/>
                  </a:lnTo>
                  <a:lnTo>
                    <a:pt x="3048" y="649236"/>
                  </a:lnTo>
                  <a:lnTo>
                    <a:pt x="1495044" y="649236"/>
                  </a:lnTo>
                  <a:lnTo>
                    <a:pt x="1496568" y="649236"/>
                  </a:lnTo>
                  <a:lnTo>
                    <a:pt x="1498092" y="647712"/>
                  </a:lnTo>
                  <a:lnTo>
                    <a:pt x="1498092" y="317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310884" y="5103876"/>
            <a:ext cx="1050925" cy="32067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8100" marR="6985">
              <a:lnSpc>
                <a:spcPts val="900"/>
              </a:lnSpc>
              <a:spcBef>
                <a:spcPts val="405"/>
              </a:spcBef>
            </a:pPr>
            <a:r>
              <a:rPr dirty="0" sz="800" spc="-5">
                <a:latin typeface="Arial MT"/>
                <a:cs typeface="Arial MT"/>
              </a:rPr>
              <a:t>ESS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Allocated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Design </a:t>
            </a:r>
            <a:r>
              <a:rPr dirty="0" sz="800" spc="-204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Models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64001" y="1526286"/>
            <a:ext cx="1198880" cy="369570"/>
          </a:xfrm>
          <a:custGeom>
            <a:avLst/>
            <a:gdLst/>
            <a:ahLst/>
            <a:cxnLst/>
            <a:rect l="l" t="t" r="r" b="b"/>
            <a:pathLst>
              <a:path w="1198879" h="369569">
                <a:moveTo>
                  <a:pt x="1198626" y="369570"/>
                </a:moveTo>
                <a:lnTo>
                  <a:pt x="1198626" y="0"/>
                </a:lnTo>
                <a:lnTo>
                  <a:pt x="0" y="0"/>
                </a:lnTo>
                <a:lnTo>
                  <a:pt x="0" y="369570"/>
                </a:lnTo>
                <a:lnTo>
                  <a:pt x="1524" y="369570"/>
                </a:ln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lnTo>
                  <a:pt x="1195577" y="3048"/>
                </a:lnTo>
                <a:lnTo>
                  <a:pt x="1195577" y="1524"/>
                </a:lnTo>
                <a:lnTo>
                  <a:pt x="1197102" y="3048"/>
                </a:lnTo>
                <a:lnTo>
                  <a:pt x="1197102" y="369570"/>
                </a:lnTo>
                <a:lnTo>
                  <a:pt x="1198626" y="369570"/>
                </a:lnTo>
                <a:close/>
              </a:path>
              <a:path w="1198879" h="369569">
                <a:moveTo>
                  <a:pt x="3048" y="3048"/>
                </a:move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close/>
              </a:path>
              <a:path w="1198879" h="369569">
                <a:moveTo>
                  <a:pt x="3048" y="366522"/>
                </a:moveTo>
                <a:lnTo>
                  <a:pt x="3048" y="3048"/>
                </a:lnTo>
                <a:lnTo>
                  <a:pt x="1524" y="3048"/>
                </a:lnTo>
                <a:lnTo>
                  <a:pt x="1524" y="366522"/>
                </a:lnTo>
                <a:lnTo>
                  <a:pt x="3048" y="366522"/>
                </a:lnTo>
                <a:close/>
              </a:path>
              <a:path w="1198879" h="369569">
                <a:moveTo>
                  <a:pt x="1197102" y="366522"/>
                </a:moveTo>
                <a:lnTo>
                  <a:pt x="1524" y="366522"/>
                </a:lnTo>
                <a:lnTo>
                  <a:pt x="3048" y="368046"/>
                </a:lnTo>
                <a:lnTo>
                  <a:pt x="3048" y="369570"/>
                </a:lnTo>
                <a:lnTo>
                  <a:pt x="1195577" y="369570"/>
                </a:lnTo>
                <a:lnTo>
                  <a:pt x="1195577" y="368046"/>
                </a:lnTo>
                <a:lnTo>
                  <a:pt x="1197102" y="366522"/>
                </a:lnTo>
                <a:close/>
              </a:path>
              <a:path w="1198879" h="369569">
                <a:moveTo>
                  <a:pt x="3048" y="369570"/>
                </a:moveTo>
                <a:lnTo>
                  <a:pt x="3048" y="368046"/>
                </a:lnTo>
                <a:lnTo>
                  <a:pt x="1524" y="366522"/>
                </a:lnTo>
                <a:lnTo>
                  <a:pt x="1524" y="369570"/>
                </a:lnTo>
                <a:lnTo>
                  <a:pt x="3048" y="369570"/>
                </a:lnTo>
                <a:close/>
              </a:path>
              <a:path w="1198879" h="369569">
                <a:moveTo>
                  <a:pt x="1197102" y="3048"/>
                </a:moveTo>
                <a:lnTo>
                  <a:pt x="1195577" y="1524"/>
                </a:lnTo>
                <a:lnTo>
                  <a:pt x="1195577" y="3048"/>
                </a:lnTo>
                <a:lnTo>
                  <a:pt x="1197102" y="3048"/>
                </a:lnTo>
                <a:close/>
              </a:path>
              <a:path w="1198879" h="369569">
                <a:moveTo>
                  <a:pt x="1197102" y="366522"/>
                </a:moveTo>
                <a:lnTo>
                  <a:pt x="1197102" y="3048"/>
                </a:lnTo>
                <a:lnTo>
                  <a:pt x="1195577" y="3048"/>
                </a:lnTo>
                <a:lnTo>
                  <a:pt x="1195577" y="366522"/>
                </a:lnTo>
                <a:lnTo>
                  <a:pt x="1197102" y="366522"/>
                </a:lnTo>
                <a:close/>
              </a:path>
              <a:path w="1198879" h="369569">
                <a:moveTo>
                  <a:pt x="1197102" y="369570"/>
                </a:moveTo>
                <a:lnTo>
                  <a:pt x="1197102" y="366522"/>
                </a:lnTo>
                <a:lnTo>
                  <a:pt x="1195577" y="368046"/>
                </a:lnTo>
                <a:lnTo>
                  <a:pt x="1195577" y="369570"/>
                </a:lnTo>
                <a:lnTo>
                  <a:pt x="1197102" y="369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356096" y="1534159"/>
            <a:ext cx="686435" cy="2527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1120">
              <a:lnSpc>
                <a:spcPts val="894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«document»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ts val="894"/>
              </a:lnSpc>
            </a:pPr>
            <a:r>
              <a:rPr dirty="0" sz="800" spc="-5" b="1">
                <a:latin typeface="Arial"/>
                <a:cs typeface="Arial"/>
              </a:rPr>
              <a:t>Market</a:t>
            </a:r>
            <a:r>
              <a:rPr dirty="0" sz="800" spc="-35" b="1">
                <a:latin typeface="Arial"/>
                <a:cs typeface="Arial"/>
              </a:rPr>
              <a:t> </a:t>
            </a:r>
            <a:r>
              <a:rPr dirty="0" sz="800" spc="-5" b="1">
                <a:latin typeface="Arial"/>
                <a:cs typeface="Arial"/>
              </a:rPr>
              <a:t>Needs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48484" y="2426207"/>
            <a:ext cx="2338070" cy="447675"/>
          </a:xfrm>
          <a:custGeom>
            <a:avLst/>
            <a:gdLst/>
            <a:ahLst/>
            <a:cxnLst/>
            <a:rect l="l" t="t" r="r" b="b"/>
            <a:pathLst>
              <a:path w="2338070" h="447675">
                <a:moveTo>
                  <a:pt x="2337816" y="0"/>
                </a:moveTo>
                <a:lnTo>
                  <a:pt x="2334768" y="0"/>
                </a:lnTo>
                <a:lnTo>
                  <a:pt x="2334768" y="3048"/>
                </a:lnTo>
                <a:lnTo>
                  <a:pt x="2334768" y="444246"/>
                </a:lnTo>
                <a:lnTo>
                  <a:pt x="3048" y="444246"/>
                </a:lnTo>
                <a:lnTo>
                  <a:pt x="3048" y="304825"/>
                </a:lnTo>
                <a:lnTo>
                  <a:pt x="2334755" y="306336"/>
                </a:lnTo>
                <a:lnTo>
                  <a:pt x="2334755" y="303288"/>
                </a:lnTo>
                <a:lnTo>
                  <a:pt x="3048" y="301777"/>
                </a:lnTo>
                <a:lnTo>
                  <a:pt x="3048" y="3048"/>
                </a:lnTo>
                <a:lnTo>
                  <a:pt x="2334768" y="3048"/>
                </a:lnTo>
                <a:lnTo>
                  <a:pt x="2334768" y="0"/>
                </a:lnTo>
                <a:lnTo>
                  <a:pt x="0" y="0"/>
                </a:lnTo>
                <a:lnTo>
                  <a:pt x="0" y="447294"/>
                </a:lnTo>
                <a:lnTo>
                  <a:pt x="1524" y="447294"/>
                </a:lnTo>
                <a:lnTo>
                  <a:pt x="3048" y="447294"/>
                </a:lnTo>
                <a:lnTo>
                  <a:pt x="2334768" y="447294"/>
                </a:lnTo>
                <a:lnTo>
                  <a:pt x="2336292" y="447294"/>
                </a:lnTo>
                <a:lnTo>
                  <a:pt x="2337816" y="447294"/>
                </a:lnTo>
                <a:lnTo>
                  <a:pt x="23378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386838" y="2728213"/>
            <a:ext cx="4692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id#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=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SS1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30153" y="2434844"/>
            <a:ext cx="1282065" cy="251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5875">
              <a:lnSpc>
                <a:spcPts val="89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«requirement»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890"/>
              </a:lnSpc>
            </a:pPr>
            <a:r>
              <a:rPr dirty="0" sz="800" spc="-5" b="1">
                <a:latin typeface="Arial"/>
                <a:cs typeface="Arial"/>
              </a:rPr>
              <a:t>ESS System</a:t>
            </a:r>
            <a:r>
              <a:rPr dirty="0" sz="800" spc="20" b="1">
                <a:latin typeface="Arial"/>
                <a:cs typeface="Arial"/>
              </a:rPr>
              <a:t> </a:t>
            </a:r>
            <a:r>
              <a:rPr dirty="0" sz="800" spc="-5" b="1">
                <a:latin typeface="Arial"/>
                <a:cs typeface="Arial"/>
              </a:rPr>
              <a:t>Specification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802636" y="4208526"/>
            <a:ext cx="1325245" cy="514350"/>
          </a:xfrm>
          <a:custGeom>
            <a:avLst/>
            <a:gdLst/>
            <a:ahLst/>
            <a:cxnLst/>
            <a:rect l="l" t="t" r="r" b="b"/>
            <a:pathLst>
              <a:path w="1325245" h="514350">
                <a:moveTo>
                  <a:pt x="1325118" y="0"/>
                </a:moveTo>
                <a:lnTo>
                  <a:pt x="1322070" y="0"/>
                </a:lnTo>
                <a:lnTo>
                  <a:pt x="1322070" y="3810"/>
                </a:lnTo>
                <a:lnTo>
                  <a:pt x="1322070" y="303276"/>
                </a:lnTo>
                <a:lnTo>
                  <a:pt x="1322070" y="306324"/>
                </a:lnTo>
                <a:lnTo>
                  <a:pt x="1322070" y="511302"/>
                </a:lnTo>
                <a:lnTo>
                  <a:pt x="3048" y="511302"/>
                </a:lnTo>
                <a:lnTo>
                  <a:pt x="3048" y="304812"/>
                </a:lnTo>
                <a:lnTo>
                  <a:pt x="1322070" y="306324"/>
                </a:lnTo>
                <a:lnTo>
                  <a:pt x="1322070" y="303276"/>
                </a:lnTo>
                <a:lnTo>
                  <a:pt x="3048" y="301764"/>
                </a:lnTo>
                <a:lnTo>
                  <a:pt x="3048" y="3810"/>
                </a:lnTo>
                <a:lnTo>
                  <a:pt x="1322070" y="3810"/>
                </a:lnTo>
                <a:lnTo>
                  <a:pt x="1322070" y="0"/>
                </a:lnTo>
                <a:lnTo>
                  <a:pt x="0" y="0"/>
                </a:lnTo>
                <a:lnTo>
                  <a:pt x="0" y="514350"/>
                </a:lnTo>
                <a:lnTo>
                  <a:pt x="1524" y="514350"/>
                </a:lnTo>
                <a:lnTo>
                  <a:pt x="3048" y="514350"/>
                </a:lnTo>
                <a:lnTo>
                  <a:pt x="1322070" y="514350"/>
                </a:lnTo>
                <a:lnTo>
                  <a:pt x="1323594" y="514350"/>
                </a:lnTo>
                <a:lnTo>
                  <a:pt x="1325118" y="514350"/>
                </a:lnTo>
                <a:lnTo>
                  <a:pt x="13251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844038" y="4512817"/>
            <a:ext cx="462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id#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=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LR1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08262" y="4217161"/>
            <a:ext cx="1320165" cy="2527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0960">
              <a:lnSpc>
                <a:spcPts val="894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«requirement»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894"/>
              </a:lnSpc>
            </a:pPr>
            <a:r>
              <a:rPr dirty="0" sz="800" spc="-5" b="1">
                <a:latin typeface="Arial"/>
                <a:cs typeface="Arial"/>
              </a:rPr>
              <a:t>ESS</a:t>
            </a:r>
            <a:r>
              <a:rPr dirty="0" sz="80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Logical</a:t>
            </a:r>
            <a:r>
              <a:rPr dirty="0" sz="800" spc="2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Requirements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814828" y="5141976"/>
            <a:ext cx="1445260" cy="542290"/>
          </a:xfrm>
          <a:custGeom>
            <a:avLst/>
            <a:gdLst/>
            <a:ahLst/>
            <a:cxnLst/>
            <a:rect l="l" t="t" r="r" b="b"/>
            <a:pathLst>
              <a:path w="1445260" h="542289">
                <a:moveTo>
                  <a:pt x="1444752" y="0"/>
                </a:moveTo>
                <a:lnTo>
                  <a:pt x="1441704" y="0"/>
                </a:lnTo>
                <a:lnTo>
                  <a:pt x="1441704" y="3810"/>
                </a:lnTo>
                <a:lnTo>
                  <a:pt x="1441704" y="538734"/>
                </a:lnTo>
                <a:lnTo>
                  <a:pt x="3048" y="538734"/>
                </a:lnTo>
                <a:lnTo>
                  <a:pt x="3048" y="304800"/>
                </a:lnTo>
                <a:lnTo>
                  <a:pt x="1437132" y="304800"/>
                </a:lnTo>
                <a:lnTo>
                  <a:pt x="1437132" y="301752"/>
                </a:lnTo>
                <a:lnTo>
                  <a:pt x="3048" y="301752"/>
                </a:lnTo>
                <a:lnTo>
                  <a:pt x="3048" y="3810"/>
                </a:lnTo>
                <a:lnTo>
                  <a:pt x="1441704" y="3810"/>
                </a:lnTo>
                <a:lnTo>
                  <a:pt x="1441704" y="0"/>
                </a:lnTo>
                <a:lnTo>
                  <a:pt x="0" y="0"/>
                </a:lnTo>
                <a:lnTo>
                  <a:pt x="0" y="541782"/>
                </a:lnTo>
                <a:lnTo>
                  <a:pt x="1524" y="541782"/>
                </a:lnTo>
                <a:lnTo>
                  <a:pt x="3048" y="541782"/>
                </a:lnTo>
                <a:lnTo>
                  <a:pt x="1441704" y="541782"/>
                </a:lnTo>
                <a:lnTo>
                  <a:pt x="1443228" y="541782"/>
                </a:lnTo>
                <a:lnTo>
                  <a:pt x="1444752" y="541782"/>
                </a:lnTo>
                <a:lnTo>
                  <a:pt x="14447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853182" y="5444744"/>
            <a:ext cx="4743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id#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=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AR1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40209" y="5150611"/>
            <a:ext cx="1422400" cy="2527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810">
              <a:lnSpc>
                <a:spcPts val="894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«requirement»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894"/>
              </a:lnSpc>
            </a:pPr>
            <a:r>
              <a:rPr dirty="0" sz="800" spc="-5" b="1">
                <a:latin typeface="Arial"/>
                <a:cs typeface="Arial"/>
              </a:rPr>
              <a:t>ESS Allocated</a:t>
            </a:r>
            <a:r>
              <a:rPr dirty="0" sz="800" spc="25" b="1">
                <a:latin typeface="Arial"/>
                <a:cs typeface="Arial"/>
              </a:rPr>
              <a:t> </a:t>
            </a:r>
            <a:r>
              <a:rPr dirty="0" sz="800" spc="-5" b="1">
                <a:latin typeface="Arial"/>
                <a:cs typeface="Arial"/>
              </a:rPr>
              <a:t>Requirements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949958" y="3076955"/>
            <a:ext cx="1114425" cy="821055"/>
          </a:xfrm>
          <a:custGeom>
            <a:avLst/>
            <a:gdLst/>
            <a:ahLst/>
            <a:cxnLst/>
            <a:rect l="l" t="t" r="r" b="b"/>
            <a:pathLst>
              <a:path w="1114425" h="821054">
                <a:moveTo>
                  <a:pt x="1114044" y="0"/>
                </a:moveTo>
                <a:lnTo>
                  <a:pt x="1110996" y="0"/>
                </a:lnTo>
                <a:lnTo>
                  <a:pt x="1110996" y="3048"/>
                </a:lnTo>
                <a:lnTo>
                  <a:pt x="1110996" y="817626"/>
                </a:lnTo>
                <a:lnTo>
                  <a:pt x="3048" y="817626"/>
                </a:lnTo>
                <a:lnTo>
                  <a:pt x="3048" y="304812"/>
                </a:lnTo>
                <a:lnTo>
                  <a:pt x="1109472" y="306324"/>
                </a:lnTo>
                <a:lnTo>
                  <a:pt x="1109472" y="303276"/>
                </a:lnTo>
                <a:lnTo>
                  <a:pt x="3048" y="301764"/>
                </a:lnTo>
                <a:lnTo>
                  <a:pt x="3048" y="3048"/>
                </a:lnTo>
                <a:lnTo>
                  <a:pt x="1110996" y="3048"/>
                </a:lnTo>
                <a:lnTo>
                  <a:pt x="1110996" y="0"/>
                </a:lnTo>
                <a:lnTo>
                  <a:pt x="0" y="0"/>
                </a:lnTo>
                <a:lnTo>
                  <a:pt x="0" y="820674"/>
                </a:lnTo>
                <a:lnTo>
                  <a:pt x="1524" y="820674"/>
                </a:lnTo>
                <a:lnTo>
                  <a:pt x="3048" y="820674"/>
                </a:lnTo>
                <a:lnTo>
                  <a:pt x="1110996" y="820674"/>
                </a:lnTo>
                <a:lnTo>
                  <a:pt x="1112520" y="820674"/>
                </a:lnTo>
                <a:lnTo>
                  <a:pt x="1114044" y="820674"/>
                </a:lnTo>
                <a:lnTo>
                  <a:pt x="1114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983755" y="3378961"/>
            <a:ext cx="937260" cy="491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>
              <a:lnSpc>
                <a:spcPts val="935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id#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=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SS102</a:t>
            </a:r>
            <a:endParaRPr sz="800">
              <a:latin typeface="Arial MT"/>
              <a:cs typeface="Arial MT"/>
            </a:endParaRPr>
          </a:p>
          <a:p>
            <a:pPr marL="12700" marR="5080" indent="4445">
              <a:lnSpc>
                <a:spcPts val="900"/>
              </a:lnSpc>
              <a:spcBef>
                <a:spcPts val="60"/>
              </a:spcBef>
            </a:pPr>
            <a:r>
              <a:rPr dirty="0" sz="800" spc="-5">
                <a:latin typeface="Arial MT"/>
                <a:cs typeface="Arial MT"/>
              </a:rPr>
              <a:t>txt = System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shall 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detect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intruder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entry </a:t>
            </a:r>
            <a:r>
              <a:rPr dirty="0" sz="800" spc="-2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and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exit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...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30098" y="3085592"/>
            <a:ext cx="870585" cy="252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8255">
              <a:lnSpc>
                <a:spcPts val="89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«requirement»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890"/>
              </a:lnSpc>
            </a:pPr>
            <a:r>
              <a:rPr dirty="0" sz="800" spc="-10" b="1">
                <a:latin typeface="Arial"/>
                <a:cs typeface="Arial"/>
              </a:rPr>
              <a:t>IntruderDetection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818382" y="3173729"/>
            <a:ext cx="1200150" cy="543560"/>
          </a:xfrm>
          <a:custGeom>
            <a:avLst/>
            <a:gdLst/>
            <a:ahLst/>
            <a:cxnLst/>
            <a:rect l="l" t="t" r="r" b="b"/>
            <a:pathLst>
              <a:path w="1200150" h="543560">
                <a:moveTo>
                  <a:pt x="1200150" y="0"/>
                </a:moveTo>
                <a:lnTo>
                  <a:pt x="1197102" y="0"/>
                </a:lnTo>
                <a:lnTo>
                  <a:pt x="1197102" y="3048"/>
                </a:lnTo>
                <a:lnTo>
                  <a:pt x="1197102" y="303288"/>
                </a:lnTo>
                <a:lnTo>
                  <a:pt x="1197102" y="306336"/>
                </a:lnTo>
                <a:lnTo>
                  <a:pt x="1197102" y="539496"/>
                </a:lnTo>
                <a:lnTo>
                  <a:pt x="3048" y="539496"/>
                </a:lnTo>
                <a:lnTo>
                  <a:pt x="3048" y="304825"/>
                </a:lnTo>
                <a:lnTo>
                  <a:pt x="1197102" y="306336"/>
                </a:lnTo>
                <a:lnTo>
                  <a:pt x="1197102" y="303288"/>
                </a:lnTo>
                <a:lnTo>
                  <a:pt x="3048" y="301777"/>
                </a:lnTo>
                <a:lnTo>
                  <a:pt x="3048" y="3048"/>
                </a:lnTo>
                <a:lnTo>
                  <a:pt x="1197102" y="3048"/>
                </a:lnTo>
                <a:lnTo>
                  <a:pt x="1197102" y="0"/>
                </a:lnTo>
                <a:lnTo>
                  <a:pt x="0" y="0"/>
                </a:lnTo>
                <a:lnTo>
                  <a:pt x="0" y="543306"/>
                </a:lnTo>
                <a:lnTo>
                  <a:pt x="1524" y="543306"/>
                </a:lnTo>
                <a:lnTo>
                  <a:pt x="3048" y="543306"/>
                </a:lnTo>
                <a:lnTo>
                  <a:pt x="1197102" y="543306"/>
                </a:lnTo>
                <a:lnTo>
                  <a:pt x="1198626" y="543306"/>
                </a:lnTo>
                <a:lnTo>
                  <a:pt x="1200150" y="543306"/>
                </a:lnTo>
                <a:lnTo>
                  <a:pt x="1200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125721" y="3182366"/>
            <a:ext cx="680720" cy="251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89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«requirement»</a:t>
            </a:r>
            <a:endParaRPr sz="800">
              <a:latin typeface="Arial MT"/>
              <a:cs typeface="Arial MT"/>
            </a:endParaRPr>
          </a:p>
          <a:p>
            <a:pPr algn="ctr" marR="31750">
              <a:lnSpc>
                <a:spcPts val="890"/>
              </a:lnSpc>
            </a:pPr>
            <a:r>
              <a:rPr dirty="0" sz="800" spc="-5" b="1">
                <a:latin typeface="Arial"/>
                <a:cs typeface="Arial"/>
              </a:rPr>
              <a:t>R111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624834" y="1892807"/>
            <a:ext cx="78105" cy="535305"/>
            <a:chOff x="3624834" y="1892807"/>
            <a:chExt cx="78105" cy="535305"/>
          </a:xfrm>
        </p:grpSpPr>
        <p:sp>
          <p:nvSpPr>
            <p:cNvPr id="36" name="object 36"/>
            <p:cNvSpPr/>
            <p:nvPr/>
          </p:nvSpPr>
          <p:spPr>
            <a:xfrm>
              <a:off x="3662172" y="2327909"/>
              <a:ext cx="1905" cy="100330"/>
            </a:xfrm>
            <a:custGeom>
              <a:avLst/>
              <a:gdLst/>
              <a:ahLst/>
              <a:cxnLst/>
              <a:rect l="l" t="t" r="r" b="b"/>
              <a:pathLst>
                <a:path w="1904" h="100330">
                  <a:moveTo>
                    <a:pt x="762" y="97536"/>
                  </a:moveTo>
                  <a:lnTo>
                    <a:pt x="0" y="97536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7536"/>
                  </a:lnTo>
                  <a:close/>
                </a:path>
                <a:path w="1904" h="100330">
                  <a:moveTo>
                    <a:pt x="762" y="94488"/>
                  </a:moveTo>
                  <a:lnTo>
                    <a:pt x="0" y="94488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4488"/>
                  </a:lnTo>
                  <a:close/>
                </a:path>
                <a:path w="1904" h="100330">
                  <a:moveTo>
                    <a:pt x="762" y="91440"/>
                  </a:moveTo>
                  <a:lnTo>
                    <a:pt x="0" y="91440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1440"/>
                  </a:lnTo>
                  <a:close/>
                </a:path>
                <a:path w="1904" h="100330">
                  <a:moveTo>
                    <a:pt x="762" y="88392"/>
                  </a:moveTo>
                  <a:lnTo>
                    <a:pt x="0" y="88392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8392"/>
                  </a:lnTo>
                  <a:close/>
                </a:path>
                <a:path w="1904" h="100330">
                  <a:moveTo>
                    <a:pt x="762" y="85344"/>
                  </a:moveTo>
                  <a:lnTo>
                    <a:pt x="0" y="85344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5344"/>
                  </a:lnTo>
                  <a:close/>
                </a:path>
                <a:path w="1904" h="100330">
                  <a:moveTo>
                    <a:pt x="762" y="82296"/>
                  </a:moveTo>
                  <a:lnTo>
                    <a:pt x="0" y="82296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2296"/>
                  </a:lnTo>
                  <a:close/>
                </a:path>
                <a:path w="1904" h="100330">
                  <a:moveTo>
                    <a:pt x="762" y="79248"/>
                  </a:moveTo>
                  <a:lnTo>
                    <a:pt x="0" y="79248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79248"/>
                  </a:lnTo>
                  <a:close/>
                </a:path>
                <a:path w="1904" h="100330">
                  <a:moveTo>
                    <a:pt x="762" y="76200"/>
                  </a:moveTo>
                  <a:lnTo>
                    <a:pt x="0" y="76200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6200"/>
                  </a:lnTo>
                  <a:close/>
                </a:path>
                <a:path w="1904" h="100330">
                  <a:moveTo>
                    <a:pt x="762" y="73152"/>
                  </a:moveTo>
                  <a:lnTo>
                    <a:pt x="0" y="73152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3152"/>
                  </a:lnTo>
                  <a:close/>
                </a:path>
                <a:path w="1904" h="100330">
                  <a:moveTo>
                    <a:pt x="762" y="70104"/>
                  </a:moveTo>
                  <a:lnTo>
                    <a:pt x="0" y="70104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0104"/>
                  </a:lnTo>
                  <a:close/>
                </a:path>
                <a:path w="1904" h="100330">
                  <a:moveTo>
                    <a:pt x="762" y="67056"/>
                  </a:moveTo>
                  <a:lnTo>
                    <a:pt x="0" y="67056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7056"/>
                  </a:lnTo>
                  <a:close/>
                </a:path>
                <a:path w="1904" h="100330">
                  <a:moveTo>
                    <a:pt x="762" y="64008"/>
                  </a:moveTo>
                  <a:lnTo>
                    <a:pt x="0" y="64008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4008"/>
                  </a:lnTo>
                  <a:close/>
                </a:path>
                <a:path w="1904" h="100330">
                  <a:moveTo>
                    <a:pt x="762" y="60960"/>
                  </a:moveTo>
                  <a:lnTo>
                    <a:pt x="0" y="60960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0960"/>
                  </a:lnTo>
                  <a:close/>
                </a:path>
                <a:path w="1904" h="100330">
                  <a:moveTo>
                    <a:pt x="762" y="57912"/>
                  </a:moveTo>
                  <a:lnTo>
                    <a:pt x="0" y="57912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7912"/>
                  </a:lnTo>
                  <a:close/>
                </a:path>
                <a:path w="1904" h="100330">
                  <a:moveTo>
                    <a:pt x="762" y="54864"/>
                  </a:moveTo>
                  <a:lnTo>
                    <a:pt x="0" y="54864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4864"/>
                  </a:lnTo>
                  <a:close/>
                </a:path>
                <a:path w="1904" h="100330">
                  <a:moveTo>
                    <a:pt x="762" y="51816"/>
                  </a:moveTo>
                  <a:lnTo>
                    <a:pt x="0" y="51816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1816"/>
                  </a:lnTo>
                  <a:close/>
                </a:path>
                <a:path w="1904" h="100330">
                  <a:moveTo>
                    <a:pt x="762" y="48768"/>
                  </a:moveTo>
                  <a:lnTo>
                    <a:pt x="0" y="48768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48768"/>
                  </a:lnTo>
                  <a:close/>
                </a:path>
                <a:path w="1904" h="100330">
                  <a:moveTo>
                    <a:pt x="762" y="45720"/>
                  </a:moveTo>
                  <a:lnTo>
                    <a:pt x="0" y="45720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5720"/>
                  </a:lnTo>
                  <a:close/>
                </a:path>
                <a:path w="1904" h="100330">
                  <a:moveTo>
                    <a:pt x="762" y="42672"/>
                  </a:moveTo>
                  <a:lnTo>
                    <a:pt x="0" y="42672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2672"/>
                  </a:lnTo>
                  <a:close/>
                </a:path>
                <a:path w="1904" h="100330">
                  <a:moveTo>
                    <a:pt x="762" y="39624"/>
                  </a:moveTo>
                  <a:lnTo>
                    <a:pt x="0" y="39624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39624"/>
                  </a:lnTo>
                  <a:close/>
                </a:path>
                <a:path w="1904" h="100330">
                  <a:moveTo>
                    <a:pt x="762" y="36576"/>
                  </a:moveTo>
                  <a:lnTo>
                    <a:pt x="0" y="36576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6576"/>
                  </a:lnTo>
                  <a:close/>
                </a:path>
                <a:path w="1904" h="100330">
                  <a:moveTo>
                    <a:pt x="762" y="33528"/>
                  </a:moveTo>
                  <a:lnTo>
                    <a:pt x="0" y="33528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3528"/>
                  </a:lnTo>
                  <a:close/>
                </a:path>
                <a:path w="1904" h="100330">
                  <a:moveTo>
                    <a:pt x="762" y="30480"/>
                  </a:moveTo>
                  <a:lnTo>
                    <a:pt x="0" y="30480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0480"/>
                  </a:lnTo>
                  <a:close/>
                </a:path>
                <a:path w="1904" h="100330">
                  <a:moveTo>
                    <a:pt x="762" y="27432"/>
                  </a:moveTo>
                  <a:lnTo>
                    <a:pt x="0" y="27432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7432"/>
                  </a:lnTo>
                  <a:close/>
                </a:path>
                <a:path w="1904" h="100330">
                  <a:moveTo>
                    <a:pt x="1524" y="24384"/>
                  </a:moveTo>
                  <a:lnTo>
                    <a:pt x="762" y="24384"/>
                  </a:lnTo>
                  <a:lnTo>
                    <a:pt x="762" y="26670"/>
                  </a:lnTo>
                  <a:lnTo>
                    <a:pt x="1524" y="26670"/>
                  </a:lnTo>
                  <a:lnTo>
                    <a:pt x="1524" y="24384"/>
                  </a:lnTo>
                  <a:close/>
                </a:path>
                <a:path w="1904" h="100330">
                  <a:moveTo>
                    <a:pt x="1524" y="21336"/>
                  </a:moveTo>
                  <a:lnTo>
                    <a:pt x="762" y="21336"/>
                  </a:lnTo>
                  <a:lnTo>
                    <a:pt x="762" y="23622"/>
                  </a:lnTo>
                  <a:lnTo>
                    <a:pt x="1524" y="23622"/>
                  </a:lnTo>
                  <a:lnTo>
                    <a:pt x="1524" y="21336"/>
                  </a:lnTo>
                  <a:close/>
                </a:path>
                <a:path w="1904" h="100330">
                  <a:moveTo>
                    <a:pt x="1524" y="18288"/>
                  </a:moveTo>
                  <a:lnTo>
                    <a:pt x="762" y="18288"/>
                  </a:lnTo>
                  <a:lnTo>
                    <a:pt x="762" y="20574"/>
                  </a:lnTo>
                  <a:lnTo>
                    <a:pt x="1524" y="20574"/>
                  </a:lnTo>
                  <a:lnTo>
                    <a:pt x="1524" y="18288"/>
                  </a:lnTo>
                  <a:close/>
                </a:path>
                <a:path w="1904" h="100330">
                  <a:moveTo>
                    <a:pt x="1524" y="15240"/>
                  </a:moveTo>
                  <a:lnTo>
                    <a:pt x="762" y="15240"/>
                  </a:lnTo>
                  <a:lnTo>
                    <a:pt x="762" y="17526"/>
                  </a:lnTo>
                  <a:lnTo>
                    <a:pt x="1524" y="17526"/>
                  </a:lnTo>
                  <a:lnTo>
                    <a:pt x="1524" y="15240"/>
                  </a:lnTo>
                  <a:close/>
                </a:path>
                <a:path w="1904" h="100330">
                  <a:moveTo>
                    <a:pt x="1524" y="12192"/>
                  </a:moveTo>
                  <a:lnTo>
                    <a:pt x="762" y="12192"/>
                  </a:lnTo>
                  <a:lnTo>
                    <a:pt x="762" y="14478"/>
                  </a:lnTo>
                  <a:lnTo>
                    <a:pt x="1524" y="14478"/>
                  </a:lnTo>
                  <a:lnTo>
                    <a:pt x="1524" y="12192"/>
                  </a:lnTo>
                  <a:close/>
                </a:path>
                <a:path w="1904" h="100330">
                  <a:moveTo>
                    <a:pt x="1524" y="9144"/>
                  </a:moveTo>
                  <a:lnTo>
                    <a:pt x="762" y="9144"/>
                  </a:lnTo>
                  <a:lnTo>
                    <a:pt x="762" y="11430"/>
                  </a:lnTo>
                  <a:lnTo>
                    <a:pt x="1524" y="11430"/>
                  </a:lnTo>
                  <a:lnTo>
                    <a:pt x="1524" y="9144"/>
                  </a:lnTo>
                  <a:close/>
                </a:path>
                <a:path w="1904" h="100330">
                  <a:moveTo>
                    <a:pt x="1524" y="6096"/>
                  </a:moveTo>
                  <a:lnTo>
                    <a:pt x="762" y="6096"/>
                  </a:lnTo>
                  <a:lnTo>
                    <a:pt x="762" y="8382"/>
                  </a:lnTo>
                  <a:lnTo>
                    <a:pt x="1524" y="8382"/>
                  </a:lnTo>
                  <a:lnTo>
                    <a:pt x="1524" y="6096"/>
                  </a:lnTo>
                  <a:close/>
                </a:path>
                <a:path w="1904" h="100330">
                  <a:moveTo>
                    <a:pt x="1524" y="3048"/>
                  </a:moveTo>
                  <a:lnTo>
                    <a:pt x="762" y="3048"/>
                  </a:lnTo>
                  <a:lnTo>
                    <a:pt x="762" y="5334"/>
                  </a:lnTo>
                  <a:lnTo>
                    <a:pt x="1524" y="5334"/>
                  </a:lnTo>
                  <a:lnTo>
                    <a:pt x="1524" y="3048"/>
                  </a:lnTo>
                  <a:close/>
                </a:path>
                <a:path w="1904" h="100330">
                  <a:moveTo>
                    <a:pt x="1524" y="0"/>
                  </a:moveTo>
                  <a:lnTo>
                    <a:pt x="762" y="0"/>
                  </a:lnTo>
                  <a:lnTo>
                    <a:pt x="762" y="2286"/>
                  </a:lnTo>
                  <a:lnTo>
                    <a:pt x="1524" y="2286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663696" y="2095499"/>
              <a:ext cx="0" cy="231775"/>
            </a:xfrm>
            <a:custGeom>
              <a:avLst/>
              <a:gdLst/>
              <a:ahLst/>
              <a:cxnLst/>
              <a:rect l="l" t="t" r="r" b="b"/>
              <a:pathLst>
                <a:path w="0" h="231775">
                  <a:moveTo>
                    <a:pt x="0" y="0"/>
                  </a:moveTo>
                  <a:lnTo>
                    <a:pt x="0" y="231648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663696" y="2080259"/>
              <a:ext cx="1270" cy="14604"/>
            </a:xfrm>
            <a:custGeom>
              <a:avLst/>
              <a:gdLst/>
              <a:ahLst/>
              <a:cxnLst/>
              <a:rect l="l" t="t" r="r" b="b"/>
              <a:pathLst>
                <a:path w="1270" h="14605">
                  <a:moveTo>
                    <a:pt x="762" y="12192"/>
                  </a:moveTo>
                  <a:lnTo>
                    <a:pt x="0" y="12192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2192"/>
                  </a:lnTo>
                  <a:close/>
                </a:path>
                <a:path w="1270" h="14605">
                  <a:moveTo>
                    <a:pt x="762" y="9144"/>
                  </a:moveTo>
                  <a:lnTo>
                    <a:pt x="0" y="9144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9144"/>
                  </a:lnTo>
                  <a:close/>
                </a:path>
                <a:path w="1270" h="14605">
                  <a:moveTo>
                    <a:pt x="762" y="6096"/>
                  </a:moveTo>
                  <a:lnTo>
                    <a:pt x="0" y="6096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6096"/>
                  </a:lnTo>
                  <a:close/>
                </a:path>
                <a:path w="1270" h="14605">
                  <a:moveTo>
                    <a:pt x="762" y="3048"/>
                  </a:moveTo>
                  <a:lnTo>
                    <a:pt x="0" y="3048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3048"/>
                  </a:lnTo>
                  <a:close/>
                </a:path>
                <a:path w="1270" h="14605">
                  <a:moveTo>
                    <a:pt x="762" y="0"/>
                  </a:moveTo>
                  <a:lnTo>
                    <a:pt x="0" y="0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664077" y="1894331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w="0" h="185419">
                  <a:moveTo>
                    <a:pt x="0" y="0"/>
                  </a:moveTo>
                  <a:lnTo>
                    <a:pt x="0" y="185166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4834" y="1892807"/>
              <a:ext cx="77724" cy="112775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3690620" y="2159762"/>
            <a:ext cx="3638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«trace»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477005" y="2870454"/>
            <a:ext cx="78105" cy="1340485"/>
            <a:chOff x="3477005" y="2870454"/>
            <a:chExt cx="78105" cy="1340485"/>
          </a:xfrm>
        </p:grpSpPr>
        <p:sp>
          <p:nvSpPr>
            <p:cNvPr id="43" name="object 43"/>
            <p:cNvSpPr/>
            <p:nvPr/>
          </p:nvSpPr>
          <p:spPr>
            <a:xfrm>
              <a:off x="3517391" y="3512819"/>
              <a:ext cx="0" cy="697230"/>
            </a:xfrm>
            <a:custGeom>
              <a:avLst/>
              <a:gdLst/>
              <a:ahLst/>
              <a:cxnLst/>
              <a:rect l="l" t="t" r="r" b="b"/>
              <a:pathLst>
                <a:path w="0" h="697229">
                  <a:moveTo>
                    <a:pt x="0" y="0"/>
                  </a:moveTo>
                  <a:lnTo>
                    <a:pt x="0" y="69723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518153" y="2948177"/>
              <a:ext cx="0" cy="563880"/>
            </a:xfrm>
            <a:custGeom>
              <a:avLst/>
              <a:gdLst/>
              <a:ahLst/>
              <a:cxnLst/>
              <a:rect l="l" t="t" r="r" b="b"/>
              <a:pathLst>
                <a:path w="0" h="563879">
                  <a:moveTo>
                    <a:pt x="0" y="0"/>
                  </a:moveTo>
                  <a:lnTo>
                    <a:pt x="0" y="56388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7005" y="2870454"/>
              <a:ext cx="77724" cy="113537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194304" y="3548888"/>
            <a:ext cx="12706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«deriveReqt»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baseline="38194" sz="1200" spc="-7">
                <a:latin typeface="Arial MT"/>
                <a:cs typeface="Arial MT"/>
              </a:rPr>
              <a:t>id#</a:t>
            </a:r>
            <a:r>
              <a:rPr dirty="0" baseline="38194" sz="1200">
                <a:latin typeface="Arial MT"/>
                <a:cs typeface="Arial MT"/>
              </a:rPr>
              <a:t> </a:t>
            </a:r>
            <a:r>
              <a:rPr dirty="0" baseline="38194" sz="1200" spc="-7">
                <a:latin typeface="Arial MT"/>
                <a:cs typeface="Arial MT"/>
              </a:rPr>
              <a:t>= SS111</a:t>
            </a:r>
            <a:endParaRPr baseline="38194" sz="1200">
              <a:latin typeface="Arial MT"/>
              <a:cs typeface="Arial MT"/>
            </a:endParaRPr>
          </a:p>
        </p:txBody>
      </p:sp>
      <p:pic>
        <p:nvPicPr>
          <p:cNvPr id="47" name="object 4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06902" y="4719827"/>
            <a:ext cx="77724" cy="423672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3470402" y="4931917"/>
            <a:ext cx="6299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«deriveReqt»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242053" y="5383529"/>
            <a:ext cx="2069464" cy="78105"/>
            <a:chOff x="4242053" y="5383529"/>
            <a:chExt cx="2069464" cy="78105"/>
          </a:xfrm>
        </p:grpSpPr>
        <p:sp>
          <p:nvSpPr>
            <p:cNvPr id="50" name="object 50"/>
            <p:cNvSpPr/>
            <p:nvPr/>
          </p:nvSpPr>
          <p:spPr>
            <a:xfrm>
              <a:off x="5307329" y="5423534"/>
              <a:ext cx="1003935" cy="635"/>
            </a:xfrm>
            <a:custGeom>
              <a:avLst/>
              <a:gdLst/>
              <a:ahLst/>
              <a:cxnLst/>
              <a:rect l="l" t="t" r="r" b="b"/>
              <a:pathLst>
                <a:path w="1003935" h="635">
                  <a:moveTo>
                    <a:pt x="198882" y="0"/>
                  </a:moveTo>
                  <a:lnTo>
                    <a:pt x="1003553" y="0"/>
                  </a:lnTo>
                </a:path>
                <a:path w="1003935" h="635">
                  <a:moveTo>
                    <a:pt x="0" y="381"/>
                  </a:moveTo>
                  <a:lnTo>
                    <a:pt x="198120" y="381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090922" y="5423915"/>
              <a:ext cx="215900" cy="1270"/>
            </a:xfrm>
            <a:custGeom>
              <a:avLst/>
              <a:gdLst/>
              <a:ahLst/>
              <a:cxnLst/>
              <a:rect l="l" t="t" r="r" b="b"/>
              <a:pathLst>
                <a:path w="215900" h="1270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2286" y="0"/>
                  </a:lnTo>
                  <a:close/>
                </a:path>
                <a:path w="215900" h="1270">
                  <a:moveTo>
                    <a:pt x="5334" y="0"/>
                  </a:moveTo>
                  <a:lnTo>
                    <a:pt x="3035" y="0"/>
                  </a:lnTo>
                  <a:lnTo>
                    <a:pt x="3035" y="762"/>
                  </a:lnTo>
                  <a:lnTo>
                    <a:pt x="5334" y="762"/>
                  </a:lnTo>
                  <a:lnTo>
                    <a:pt x="5334" y="0"/>
                  </a:lnTo>
                  <a:close/>
                </a:path>
                <a:path w="215900" h="1270">
                  <a:moveTo>
                    <a:pt x="8382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8382" y="762"/>
                  </a:lnTo>
                  <a:lnTo>
                    <a:pt x="8382" y="0"/>
                  </a:lnTo>
                  <a:close/>
                </a:path>
                <a:path w="215900" h="1270">
                  <a:moveTo>
                    <a:pt x="11430" y="0"/>
                  </a:moveTo>
                  <a:lnTo>
                    <a:pt x="9144" y="0"/>
                  </a:lnTo>
                  <a:lnTo>
                    <a:pt x="9144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  <a:path w="215900" h="1270">
                  <a:moveTo>
                    <a:pt x="14478" y="0"/>
                  </a:moveTo>
                  <a:lnTo>
                    <a:pt x="12192" y="0"/>
                  </a:lnTo>
                  <a:lnTo>
                    <a:pt x="12192" y="762"/>
                  </a:lnTo>
                  <a:lnTo>
                    <a:pt x="14478" y="762"/>
                  </a:lnTo>
                  <a:lnTo>
                    <a:pt x="14478" y="0"/>
                  </a:lnTo>
                  <a:close/>
                </a:path>
                <a:path w="215900" h="1270">
                  <a:moveTo>
                    <a:pt x="17526" y="0"/>
                  </a:moveTo>
                  <a:lnTo>
                    <a:pt x="15240" y="0"/>
                  </a:lnTo>
                  <a:lnTo>
                    <a:pt x="15240" y="762"/>
                  </a:lnTo>
                  <a:lnTo>
                    <a:pt x="17526" y="762"/>
                  </a:lnTo>
                  <a:lnTo>
                    <a:pt x="17526" y="0"/>
                  </a:lnTo>
                  <a:close/>
                </a:path>
                <a:path w="215900" h="1270">
                  <a:moveTo>
                    <a:pt x="20574" y="0"/>
                  </a:moveTo>
                  <a:lnTo>
                    <a:pt x="18288" y="0"/>
                  </a:lnTo>
                  <a:lnTo>
                    <a:pt x="18288" y="762"/>
                  </a:lnTo>
                  <a:lnTo>
                    <a:pt x="20574" y="762"/>
                  </a:lnTo>
                  <a:lnTo>
                    <a:pt x="20574" y="0"/>
                  </a:lnTo>
                  <a:close/>
                </a:path>
                <a:path w="215900" h="1270">
                  <a:moveTo>
                    <a:pt x="23622" y="0"/>
                  </a:moveTo>
                  <a:lnTo>
                    <a:pt x="21336" y="0"/>
                  </a:lnTo>
                  <a:lnTo>
                    <a:pt x="21336" y="762"/>
                  </a:lnTo>
                  <a:lnTo>
                    <a:pt x="23622" y="762"/>
                  </a:lnTo>
                  <a:lnTo>
                    <a:pt x="23622" y="0"/>
                  </a:lnTo>
                  <a:close/>
                </a:path>
                <a:path w="215900" h="1270">
                  <a:moveTo>
                    <a:pt x="26670" y="0"/>
                  </a:moveTo>
                  <a:lnTo>
                    <a:pt x="24384" y="0"/>
                  </a:lnTo>
                  <a:lnTo>
                    <a:pt x="24384" y="762"/>
                  </a:lnTo>
                  <a:lnTo>
                    <a:pt x="26670" y="762"/>
                  </a:lnTo>
                  <a:lnTo>
                    <a:pt x="26670" y="0"/>
                  </a:lnTo>
                  <a:close/>
                </a:path>
                <a:path w="215900" h="1270">
                  <a:moveTo>
                    <a:pt x="29718" y="0"/>
                  </a:moveTo>
                  <a:lnTo>
                    <a:pt x="27432" y="0"/>
                  </a:lnTo>
                  <a:lnTo>
                    <a:pt x="27432" y="762"/>
                  </a:lnTo>
                  <a:lnTo>
                    <a:pt x="29718" y="762"/>
                  </a:lnTo>
                  <a:lnTo>
                    <a:pt x="29718" y="0"/>
                  </a:lnTo>
                  <a:close/>
                </a:path>
                <a:path w="215900" h="1270">
                  <a:moveTo>
                    <a:pt x="32766" y="0"/>
                  </a:moveTo>
                  <a:lnTo>
                    <a:pt x="30480" y="0"/>
                  </a:lnTo>
                  <a:lnTo>
                    <a:pt x="30480" y="762"/>
                  </a:lnTo>
                  <a:lnTo>
                    <a:pt x="32766" y="762"/>
                  </a:lnTo>
                  <a:lnTo>
                    <a:pt x="32766" y="0"/>
                  </a:lnTo>
                  <a:close/>
                </a:path>
                <a:path w="215900" h="1270">
                  <a:moveTo>
                    <a:pt x="35814" y="0"/>
                  </a:moveTo>
                  <a:lnTo>
                    <a:pt x="33528" y="0"/>
                  </a:lnTo>
                  <a:lnTo>
                    <a:pt x="33528" y="762"/>
                  </a:lnTo>
                  <a:lnTo>
                    <a:pt x="35814" y="762"/>
                  </a:lnTo>
                  <a:lnTo>
                    <a:pt x="35814" y="0"/>
                  </a:lnTo>
                  <a:close/>
                </a:path>
                <a:path w="215900" h="1270">
                  <a:moveTo>
                    <a:pt x="38862" y="0"/>
                  </a:moveTo>
                  <a:lnTo>
                    <a:pt x="36576" y="0"/>
                  </a:lnTo>
                  <a:lnTo>
                    <a:pt x="36576" y="762"/>
                  </a:lnTo>
                  <a:lnTo>
                    <a:pt x="38862" y="762"/>
                  </a:lnTo>
                  <a:lnTo>
                    <a:pt x="38862" y="0"/>
                  </a:lnTo>
                  <a:close/>
                </a:path>
                <a:path w="215900" h="1270">
                  <a:moveTo>
                    <a:pt x="41910" y="0"/>
                  </a:moveTo>
                  <a:lnTo>
                    <a:pt x="39624" y="0"/>
                  </a:lnTo>
                  <a:lnTo>
                    <a:pt x="39624" y="762"/>
                  </a:lnTo>
                  <a:lnTo>
                    <a:pt x="41910" y="762"/>
                  </a:lnTo>
                  <a:lnTo>
                    <a:pt x="41910" y="0"/>
                  </a:lnTo>
                  <a:close/>
                </a:path>
                <a:path w="215900" h="1270">
                  <a:moveTo>
                    <a:pt x="44958" y="0"/>
                  </a:moveTo>
                  <a:lnTo>
                    <a:pt x="42659" y="0"/>
                  </a:lnTo>
                  <a:lnTo>
                    <a:pt x="42659" y="762"/>
                  </a:lnTo>
                  <a:lnTo>
                    <a:pt x="44958" y="762"/>
                  </a:lnTo>
                  <a:lnTo>
                    <a:pt x="44958" y="0"/>
                  </a:lnTo>
                  <a:close/>
                </a:path>
                <a:path w="215900" h="1270">
                  <a:moveTo>
                    <a:pt x="48006" y="0"/>
                  </a:moveTo>
                  <a:lnTo>
                    <a:pt x="45720" y="0"/>
                  </a:lnTo>
                  <a:lnTo>
                    <a:pt x="45720" y="762"/>
                  </a:lnTo>
                  <a:lnTo>
                    <a:pt x="48006" y="762"/>
                  </a:lnTo>
                  <a:lnTo>
                    <a:pt x="48006" y="0"/>
                  </a:lnTo>
                  <a:close/>
                </a:path>
                <a:path w="215900" h="1270">
                  <a:moveTo>
                    <a:pt x="51054" y="0"/>
                  </a:moveTo>
                  <a:lnTo>
                    <a:pt x="48768" y="0"/>
                  </a:lnTo>
                  <a:lnTo>
                    <a:pt x="48768" y="762"/>
                  </a:lnTo>
                  <a:lnTo>
                    <a:pt x="51054" y="762"/>
                  </a:lnTo>
                  <a:lnTo>
                    <a:pt x="51054" y="0"/>
                  </a:lnTo>
                  <a:close/>
                </a:path>
                <a:path w="215900" h="1270">
                  <a:moveTo>
                    <a:pt x="54102" y="0"/>
                  </a:moveTo>
                  <a:lnTo>
                    <a:pt x="51816" y="0"/>
                  </a:lnTo>
                  <a:lnTo>
                    <a:pt x="51816" y="762"/>
                  </a:lnTo>
                  <a:lnTo>
                    <a:pt x="54102" y="762"/>
                  </a:lnTo>
                  <a:lnTo>
                    <a:pt x="54102" y="0"/>
                  </a:lnTo>
                  <a:close/>
                </a:path>
                <a:path w="215900" h="1270">
                  <a:moveTo>
                    <a:pt x="57150" y="0"/>
                  </a:moveTo>
                  <a:lnTo>
                    <a:pt x="54864" y="0"/>
                  </a:lnTo>
                  <a:lnTo>
                    <a:pt x="54864" y="762"/>
                  </a:lnTo>
                  <a:lnTo>
                    <a:pt x="57150" y="762"/>
                  </a:lnTo>
                  <a:lnTo>
                    <a:pt x="57150" y="0"/>
                  </a:lnTo>
                  <a:close/>
                </a:path>
                <a:path w="215900" h="1270">
                  <a:moveTo>
                    <a:pt x="60198" y="0"/>
                  </a:moveTo>
                  <a:lnTo>
                    <a:pt x="57912" y="0"/>
                  </a:lnTo>
                  <a:lnTo>
                    <a:pt x="57912" y="762"/>
                  </a:lnTo>
                  <a:lnTo>
                    <a:pt x="60198" y="762"/>
                  </a:lnTo>
                  <a:lnTo>
                    <a:pt x="60198" y="0"/>
                  </a:lnTo>
                  <a:close/>
                </a:path>
                <a:path w="215900" h="1270">
                  <a:moveTo>
                    <a:pt x="63246" y="0"/>
                  </a:moveTo>
                  <a:lnTo>
                    <a:pt x="60947" y="0"/>
                  </a:lnTo>
                  <a:lnTo>
                    <a:pt x="60947" y="762"/>
                  </a:lnTo>
                  <a:lnTo>
                    <a:pt x="63246" y="762"/>
                  </a:lnTo>
                  <a:lnTo>
                    <a:pt x="63246" y="0"/>
                  </a:lnTo>
                  <a:close/>
                </a:path>
                <a:path w="215900" h="1270">
                  <a:moveTo>
                    <a:pt x="66294" y="0"/>
                  </a:moveTo>
                  <a:lnTo>
                    <a:pt x="64008" y="0"/>
                  </a:lnTo>
                  <a:lnTo>
                    <a:pt x="64008" y="762"/>
                  </a:lnTo>
                  <a:lnTo>
                    <a:pt x="66294" y="762"/>
                  </a:lnTo>
                  <a:lnTo>
                    <a:pt x="66294" y="0"/>
                  </a:lnTo>
                  <a:close/>
                </a:path>
                <a:path w="215900" h="1270">
                  <a:moveTo>
                    <a:pt x="69342" y="0"/>
                  </a:moveTo>
                  <a:lnTo>
                    <a:pt x="67056" y="0"/>
                  </a:lnTo>
                  <a:lnTo>
                    <a:pt x="67056" y="762"/>
                  </a:lnTo>
                  <a:lnTo>
                    <a:pt x="69342" y="762"/>
                  </a:lnTo>
                  <a:lnTo>
                    <a:pt x="69342" y="0"/>
                  </a:lnTo>
                  <a:close/>
                </a:path>
                <a:path w="215900" h="1270">
                  <a:moveTo>
                    <a:pt x="72390" y="0"/>
                  </a:moveTo>
                  <a:lnTo>
                    <a:pt x="70104" y="0"/>
                  </a:lnTo>
                  <a:lnTo>
                    <a:pt x="70104" y="762"/>
                  </a:lnTo>
                  <a:lnTo>
                    <a:pt x="72390" y="762"/>
                  </a:lnTo>
                  <a:lnTo>
                    <a:pt x="72390" y="0"/>
                  </a:lnTo>
                  <a:close/>
                </a:path>
                <a:path w="215900" h="1270">
                  <a:moveTo>
                    <a:pt x="75438" y="0"/>
                  </a:moveTo>
                  <a:lnTo>
                    <a:pt x="73152" y="0"/>
                  </a:lnTo>
                  <a:lnTo>
                    <a:pt x="73152" y="762"/>
                  </a:lnTo>
                  <a:lnTo>
                    <a:pt x="75438" y="762"/>
                  </a:lnTo>
                  <a:lnTo>
                    <a:pt x="75438" y="0"/>
                  </a:lnTo>
                  <a:close/>
                </a:path>
                <a:path w="215900" h="1270">
                  <a:moveTo>
                    <a:pt x="78486" y="0"/>
                  </a:moveTo>
                  <a:lnTo>
                    <a:pt x="76200" y="0"/>
                  </a:lnTo>
                  <a:lnTo>
                    <a:pt x="76200" y="762"/>
                  </a:lnTo>
                  <a:lnTo>
                    <a:pt x="78486" y="762"/>
                  </a:lnTo>
                  <a:lnTo>
                    <a:pt x="78486" y="0"/>
                  </a:lnTo>
                  <a:close/>
                </a:path>
                <a:path w="215900" h="1270">
                  <a:moveTo>
                    <a:pt x="81534" y="0"/>
                  </a:moveTo>
                  <a:lnTo>
                    <a:pt x="79235" y="0"/>
                  </a:lnTo>
                  <a:lnTo>
                    <a:pt x="79235" y="762"/>
                  </a:lnTo>
                  <a:lnTo>
                    <a:pt x="81534" y="762"/>
                  </a:lnTo>
                  <a:lnTo>
                    <a:pt x="81534" y="0"/>
                  </a:lnTo>
                  <a:close/>
                </a:path>
                <a:path w="215900" h="1270">
                  <a:moveTo>
                    <a:pt x="84582" y="0"/>
                  </a:moveTo>
                  <a:lnTo>
                    <a:pt x="82296" y="0"/>
                  </a:lnTo>
                  <a:lnTo>
                    <a:pt x="82296" y="762"/>
                  </a:lnTo>
                  <a:lnTo>
                    <a:pt x="84582" y="762"/>
                  </a:lnTo>
                  <a:lnTo>
                    <a:pt x="84582" y="0"/>
                  </a:lnTo>
                  <a:close/>
                </a:path>
                <a:path w="215900" h="1270">
                  <a:moveTo>
                    <a:pt x="87630" y="0"/>
                  </a:moveTo>
                  <a:lnTo>
                    <a:pt x="85344" y="0"/>
                  </a:lnTo>
                  <a:lnTo>
                    <a:pt x="85344" y="762"/>
                  </a:lnTo>
                  <a:lnTo>
                    <a:pt x="87630" y="762"/>
                  </a:lnTo>
                  <a:lnTo>
                    <a:pt x="87630" y="0"/>
                  </a:lnTo>
                  <a:close/>
                </a:path>
                <a:path w="215900" h="1270">
                  <a:moveTo>
                    <a:pt x="90678" y="0"/>
                  </a:moveTo>
                  <a:lnTo>
                    <a:pt x="88392" y="0"/>
                  </a:lnTo>
                  <a:lnTo>
                    <a:pt x="88392" y="762"/>
                  </a:lnTo>
                  <a:lnTo>
                    <a:pt x="90678" y="762"/>
                  </a:lnTo>
                  <a:lnTo>
                    <a:pt x="90678" y="0"/>
                  </a:lnTo>
                  <a:close/>
                </a:path>
                <a:path w="215900" h="1270">
                  <a:moveTo>
                    <a:pt x="93726" y="0"/>
                  </a:moveTo>
                  <a:lnTo>
                    <a:pt x="91440" y="0"/>
                  </a:lnTo>
                  <a:lnTo>
                    <a:pt x="91440" y="762"/>
                  </a:lnTo>
                  <a:lnTo>
                    <a:pt x="93726" y="762"/>
                  </a:lnTo>
                  <a:lnTo>
                    <a:pt x="93726" y="0"/>
                  </a:lnTo>
                  <a:close/>
                </a:path>
                <a:path w="215900" h="1270">
                  <a:moveTo>
                    <a:pt x="96774" y="0"/>
                  </a:moveTo>
                  <a:lnTo>
                    <a:pt x="94488" y="0"/>
                  </a:lnTo>
                  <a:lnTo>
                    <a:pt x="94488" y="762"/>
                  </a:lnTo>
                  <a:lnTo>
                    <a:pt x="96774" y="762"/>
                  </a:lnTo>
                  <a:lnTo>
                    <a:pt x="96774" y="0"/>
                  </a:lnTo>
                  <a:close/>
                </a:path>
                <a:path w="215900" h="1270">
                  <a:moveTo>
                    <a:pt x="99822" y="0"/>
                  </a:moveTo>
                  <a:lnTo>
                    <a:pt x="97536" y="0"/>
                  </a:lnTo>
                  <a:lnTo>
                    <a:pt x="97536" y="762"/>
                  </a:lnTo>
                  <a:lnTo>
                    <a:pt x="99822" y="762"/>
                  </a:lnTo>
                  <a:lnTo>
                    <a:pt x="99822" y="0"/>
                  </a:lnTo>
                  <a:close/>
                </a:path>
                <a:path w="215900" h="1270">
                  <a:moveTo>
                    <a:pt x="102870" y="0"/>
                  </a:moveTo>
                  <a:lnTo>
                    <a:pt x="100584" y="0"/>
                  </a:lnTo>
                  <a:lnTo>
                    <a:pt x="100584" y="762"/>
                  </a:lnTo>
                  <a:lnTo>
                    <a:pt x="102870" y="762"/>
                  </a:lnTo>
                  <a:lnTo>
                    <a:pt x="102870" y="0"/>
                  </a:lnTo>
                  <a:close/>
                </a:path>
                <a:path w="215900" h="1270">
                  <a:moveTo>
                    <a:pt x="105918" y="0"/>
                  </a:moveTo>
                  <a:lnTo>
                    <a:pt x="103632" y="0"/>
                  </a:lnTo>
                  <a:lnTo>
                    <a:pt x="103632" y="762"/>
                  </a:lnTo>
                  <a:lnTo>
                    <a:pt x="105918" y="762"/>
                  </a:lnTo>
                  <a:lnTo>
                    <a:pt x="105918" y="0"/>
                  </a:lnTo>
                  <a:close/>
                </a:path>
                <a:path w="215900" h="1270">
                  <a:moveTo>
                    <a:pt x="108966" y="0"/>
                  </a:moveTo>
                  <a:lnTo>
                    <a:pt x="106680" y="0"/>
                  </a:lnTo>
                  <a:lnTo>
                    <a:pt x="106680" y="762"/>
                  </a:lnTo>
                  <a:lnTo>
                    <a:pt x="108966" y="762"/>
                  </a:lnTo>
                  <a:lnTo>
                    <a:pt x="108966" y="0"/>
                  </a:lnTo>
                  <a:close/>
                </a:path>
                <a:path w="215900" h="1270">
                  <a:moveTo>
                    <a:pt x="112014" y="0"/>
                  </a:moveTo>
                  <a:lnTo>
                    <a:pt x="109728" y="0"/>
                  </a:lnTo>
                  <a:lnTo>
                    <a:pt x="109728" y="762"/>
                  </a:lnTo>
                  <a:lnTo>
                    <a:pt x="112014" y="762"/>
                  </a:lnTo>
                  <a:lnTo>
                    <a:pt x="112014" y="0"/>
                  </a:lnTo>
                  <a:close/>
                </a:path>
                <a:path w="215900" h="1270">
                  <a:moveTo>
                    <a:pt x="115062" y="0"/>
                  </a:moveTo>
                  <a:lnTo>
                    <a:pt x="112776" y="0"/>
                  </a:lnTo>
                  <a:lnTo>
                    <a:pt x="112776" y="762"/>
                  </a:lnTo>
                  <a:lnTo>
                    <a:pt x="115062" y="762"/>
                  </a:lnTo>
                  <a:lnTo>
                    <a:pt x="115062" y="0"/>
                  </a:lnTo>
                  <a:close/>
                </a:path>
                <a:path w="215900" h="1270">
                  <a:moveTo>
                    <a:pt x="118110" y="0"/>
                  </a:moveTo>
                  <a:lnTo>
                    <a:pt x="115824" y="0"/>
                  </a:lnTo>
                  <a:lnTo>
                    <a:pt x="115824" y="762"/>
                  </a:lnTo>
                  <a:lnTo>
                    <a:pt x="118110" y="762"/>
                  </a:lnTo>
                  <a:lnTo>
                    <a:pt x="118110" y="0"/>
                  </a:lnTo>
                  <a:close/>
                </a:path>
                <a:path w="215900" h="1270">
                  <a:moveTo>
                    <a:pt x="121158" y="0"/>
                  </a:moveTo>
                  <a:lnTo>
                    <a:pt x="118859" y="0"/>
                  </a:lnTo>
                  <a:lnTo>
                    <a:pt x="118859" y="762"/>
                  </a:lnTo>
                  <a:lnTo>
                    <a:pt x="121158" y="762"/>
                  </a:lnTo>
                  <a:lnTo>
                    <a:pt x="121158" y="0"/>
                  </a:lnTo>
                  <a:close/>
                </a:path>
                <a:path w="215900" h="1270">
                  <a:moveTo>
                    <a:pt x="124206" y="0"/>
                  </a:moveTo>
                  <a:lnTo>
                    <a:pt x="121920" y="0"/>
                  </a:lnTo>
                  <a:lnTo>
                    <a:pt x="121920" y="762"/>
                  </a:lnTo>
                  <a:lnTo>
                    <a:pt x="124206" y="762"/>
                  </a:lnTo>
                  <a:lnTo>
                    <a:pt x="124206" y="0"/>
                  </a:lnTo>
                  <a:close/>
                </a:path>
                <a:path w="215900" h="1270">
                  <a:moveTo>
                    <a:pt x="127254" y="0"/>
                  </a:moveTo>
                  <a:lnTo>
                    <a:pt x="124968" y="0"/>
                  </a:lnTo>
                  <a:lnTo>
                    <a:pt x="124968" y="762"/>
                  </a:lnTo>
                  <a:lnTo>
                    <a:pt x="127254" y="762"/>
                  </a:lnTo>
                  <a:lnTo>
                    <a:pt x="127254" y="0"/>
                  </a:lnTo>
                  <a:close/>
                </a:path>
                <a:path w="215900" h="1270">
                  <a:moveTo>
                    <a:pt x="130302" y="0"/>
                  </a:moveTo>
                  <a:lnTo>
                    <a:pt x="128016" y="0"/>
                  </a:lnTo>
                  <a:lnTo>
                    <a:pt x="128016" y="762"/>
                  </a:lnTo>
                  <a:lnTo>
                    <a:pt x="130302" y="762"/>
                  </a:lnTo>
                  <a:lnTo>
                    <a:pt x="130302" y="0"/>
                  </a:lnTo>
                  <a:close/>
                </a:path>
                <a:path w="215900" h="1270">
                  <a:moveTo>
                    <a:pt x="133350" y="0"/>
                  </a:moveTo>
                  <a:lnTo>
                    <a:pt x="131064" y="0"/>
                  </a:lnTo>
                  <a:lnTo>
                    <a:pt x="131064" y="762"/>
                  </a:lnTo>
                  <a:lnTo>
                    <a:pt x="133350" y="762"/>
                  </a:lnTo>
                  <a:lnTo>
                    <a:pt x="133350" y="0"/>
                  </a:lnTo>
                  <a:close/>
                </a:path>
                <a:path w="215900" h="1270">
                  <a:moveTo>
                    <a:pt x="136398" y="0"/>
                  </a:moveTo>
                  <a:lnTo>
                    <a:pt x="134112" y="0"/>
                  </a:lnTo>
                  <a:lnTo>
                    <a:pt x="134112" y="762"/>
                  </a:lnTo>
                  <a:lnTo>
                    <a:pt x="136398" y="762"/>
                  </a:lnTo>
                  <a:lnTo>
                    <a:pt x="136398" y="0"/>
                  </a:lnTo>
                  <a:close/>
                </a:path>
                <a:path w="215900" h="1270">
                  <a:moveTo>
                    <a:pt x="139446" y="0"/>
                  </a:moveTo>
                  <a:lnTo>
                    <a:pt x="137147" y="0"/>
                  </a:lnTo>
                  <a:lnTo>
                    <a:pt x="137147" y="762"/>
                  </a:lnTo>
                  <a:lnTo>
                    <a:pt x="139446" y="762"/>
                  </a:lnTo>
                  <a:lnTo>
                    <a:pt x="139446" y="0"/>
                  </a:lnTo>
                  <a:close/>
                </a:path>
                <a:path w="215900" h="1270">
                  <a:moveTo>
                    <a:pt x="142494" y="0"/>
                  </a:moveTo>
                  <a:lnTo>
                    <a:pt x="140208" y="0"/>
                  </a:lnTo>
                  <a:lnTo>
                    <a:pt x="140208" y="762"/>
                  </a:lnTo>
                  <a:lnTo>
                    <a:pt x="142494" y="762"/>
                  </a:lnTo>
                  <a:lnTo>
                    <a:pt x="142494" y="0"/>
                  </a:lnTo>
                  <a:close/>
                </a:path>
                <a:path w="215900" h="1270">
                  <a:moveTo>
                    <a:pt x="145542" y="0"/>
                  </a:moveTo>
                  <a:lnTo>
                    <a:pt x="143256" y="0"/>
                  </a:lnTo>
                  <a:lnTo>
                    <a:pt x="143256" y="762"/>
                  </a:lnTo>
                  <a:lnTo>
                    <a:pt x="145542" y="762"/>
                  </a:lnTo>
                  <a:lnTo>
                    <a:pt x="145542" y="0"/>
                  </a:lnTo>
                  <a:close/>
                </a:path>
                <a:path w="215900" h="1270">
                  <a:moveTo>
                    <a:pt x="148590" y="0"/>
                  </a:moveTo>
                  <a:lnTo>
                    <a:pt x="146304" y="0"/>
                  </a:lnTo>
                  <a:lnTo>
                    <a:pt x="146304" y="762"/>
                  </a:lnTo>
                  <a:lnTo>
                    <a:pt x="148590" y="762"/>
                  </a:lnTo>
                  <a:lnTo>
                    <a:pt x="148590" y="0"/>
                  </a:lnTo>
                  <a:close/>
                </a:path>
                <a:path w="215900" h="1270">
                  <a:moveTo>
                    <a:pt x="151638" y="0"/>
                  </a:moveTo>
                  <a:lnTo>
                    <a:pt x="149352" y="0"/>
                  </a:lnTo>
                  <a:lnTo>
                    <a:pt x="149352" y="762"/>
                  </a:lnTo>
                  <a:lnTo>
                    <a:pt x="151638" y="762"/>
                  </a:lnTo>
                  <a:lnTo>
                    <a:pt x="151638" y="0"/>
                  </a:lnTo>
                  <a:close/>
                </a:path>
                <a:path w="215900" h="1270">
                  <a:moveTo>
                    <a:pt x="154686" y="0"/>
                  </a:moveTo>
                  <a:lnTo>
                    <a:pt x="152400" y="0"/>
                  </a:lnTo>
                  <a:lnTo>
                    <a:pt x="152400" y="762"/>
                  </a:lnTo>
                  <a:lnTo>
                    <a:pt x="154686" y="762"/>
                  </a:lnTo>
                  <a:lnTo>
                    <a:pt x="154686" y="0"/>
                  </a:lnTo>
                  <a:close/>
                </a:path>
                <a:path w="215900" h="1270">
                  <a:moveTo>
                    <a:pt x="157734" y="0"/>
                  </a:moveTo>
                  <a:lnTo>
                    <a:pt x="155435" y="0"/>
                  </a:lnTo>
                  <a:lnTo>
                    <a:pt x="155435" y="762"/>
                  </a:lnTo>
                  <a:lnTo>
                    <a:pt x="157734" y="762"/>
                  </a:lnTo>
                  <a:lnTo>
                    <a:pt x="157734" y="0"/>
                  </a:lnTo>
                  <a:close/>
                </a:path>
                <a:path w="215900" h="1270">
                  <a:moveTo>
                    <a:pt x="160782" y="0"/>
                  </a:moveTo>
                  <a:lnTo>
                    <a:pt x="158496" y="0"/>
                  </a:lnTo>
                  <a:lnTo>
                    <a:pt x="158496" y="762"/>
                  </a:lnTo>
                  <a:lnTo>
                    <a:pt x="160782" y="762"/>
                  </a:lnTo>
                  <a:lnTo>
                    <a:pt x="160782" y="0"/>
                  </a:lnTo>
                  <a:close/>
                </a:path>
                <a:path w="215900" h="1270">
                  <a:moveTo>
                    <a:pt x="163830" y="0"/>
                  </a:moveTo>
                  <a:lnTo>
                    <a:pt x="161544" y="0"/>
                  </a:lnTo>
                  <a:lnTo>
                    <a:pt x="161544" y="762"/>
                  </a:lnTo>
                  <a:lnTo>
                    <a:pt x="163830" y="762"/>
                  </a:lnTo>
                  <a:lnTo>
                    <a:pt x="163830" y="0"/>
                  </a:lnTo>
                  <a:close/>
                </a:path>
                <a:path w="215900" h="1270">
                  <a:moveTo>
                    <a:pt x="166878" y="0"/>
                  </a:moveTo>
                  <a:lnTo>
                    <a:pt x="164592" y="0"/>
                  </a:lnTo>
                  <a:lnTo>
                    <a:pt x="164592" y="762"/>
                  </a:lnTo>
                  <a:lnTo>
                    <a:pt x="166878" y="762"/>
                  </a:lnTo>
                  <a:lnTo>
                    <a:pt x="166878" y="0"/>
                  </a:lnTo>
                  <a:close/>
                </a:path>
                <a:path w="215900" h="1270">
                  <a:moveTo>
                    <a:pt x="169926" y="0"/>
                  </a:moveTo>
                  <a:lnTo>
                    <a:pt x="167640" y="0"/>
                  </a:lnTo>
                  <a:lnTo>
                    <a:pt x="167640" y="762"/>
                  </a:lnTo>
                  <a:lnTo>
                    <a:pt x="169926" y="762"/>
                  </a:lnTo>
                  <a:lnTo>
                    <a:pt x="169926" y="0"/>
                  </a:lnTo>
                  <a:close/>
                </a:path>
                <a:path w="215900" h="1270">
                  <a:moveTo>
                    <a:pt x="172974" y="0"/>
                  </a:moveTo>
                  <a:lnTo>
                    <a:pt x="170688" y="0"/>
                  </a:lnTo>
                  <a:lnTo>
                    <a:pt x="170688" y="762"/>
                  </a:lnTo>
                  <a:lnTo>
                    <a:pt x="172974" y="762"/>
                  </a:lnTo>
                  <a:lnTo>
                    <a:pt x="172974" y="0"/>
                  </a:lnTo>
                  <a:close/>
                </a:path>
                <a:path w="215900" h="1270">
                  <a:moveTo>
                    <a:pt x="176022" y="0"/>
                  </a:moveTo>
                  <a:lnTo>
                    <a:pt x="173736" y="0"/>
                  </a:lnTo>
                  <a:lnTo>
                    <a:pt x="173736" y="762"/>
                  </a:lnTo>
                  <a:lnTo>
                    <a:pt x="176022" y="762"/>
                  </a:lnTo>
                  <a:lnTo>
                    <a:pt x="176022" y="0"/>
                  </a:lnTo>
                  <a:close/>
                </a:path>
                <a:path w="215900" h="1270">
                  <a:moveTo>
                    <a:pt x="179070" y="0"/>
                  </a:moveTo>
                  <a:lnTo>
                    <a:pt x="176784" y="0"/>
                  </a:lnTo>
                  <a:lnTo>
                    <a:pt x="176784" y="762"/>
                  </a:lnTo>
                  <a:lnTo>
                    <a:pt x="179070" y="762"/>
                  </a:lnTo>
                  <a:lnTo>
                    <a:pt x="179070" y="0"/>
                  </a:lnTo>
                  <a:close/>
                </a:path>
                <a:path w="215900" h="1270">
                  <a:moveTo>
                    <a:pt x="182118" y="0"/>
                  </a:moveTo>
                  <a:lnTo>
                    <a:pt x="179832" y="0"/>
                  </a:lnTo>
                  <a:lnTo>
                    <a:pt x="179832" y="762"/>
                  </a:lnTo>
                  <a:lnTo>
                    <a:pt x="182118" y="762"/>
                  </a:lnTo>
                  <a:lnTo>
                    <a:pt x="182118" y="0"/>
                  </a:lnTo>
                  <a:close/>
                </a:path>
                <a:path w="215900" h="1270">
                  <a:moveTo>
                    <a:pt x="185166" y="0"/>
                  </a:moveTo>
                  <a:lnTo>
                    <a:pt x="182880" y="0"/>
                  </a:lnTo>
                  <a:lnTo>
                    <a:pt x="182880" y="762"/>
                  </a:lnTo>
                  <a:lnTo>
                    <a:pt x="185166" y="762"/>
                  </a:lnTo>
                  <a:lnTo>
                    <a:pt x="185166" y="0"/>
                  </a:lnTo>
                  <a:close/>
                </a:path>
                <a:path w="215900" h="1270">
                  <a:moveTo>
                    <a:pt x="188214" y="0"/>
                  </a:moveTo>
                  <a:lnTo>
                    <a:pt x="185928" y="0"/>
                  </a:lnTo>
                  <a:lnTo>
                    <a:pt x="185928" y="762"/>
                  </a:lnTo>
                  <a:lnTo>
                    <a:pt x="188214" y="762"/>
                  </a:lnTo>
                  <a:lnTo>
                    <a:pt x="188214" y="0"/>
                  </a:lnTo>
                  <a:close/>
                </a:path>
                <a:path w="215900" h="1270">
                  <a:moveTo>
                    <a:pt x="191262" y="0"/>
                  </a:moveTo>
                  <a:lnTo>
                    <a:pt x="188976" y="0"/>
                  </a:lnTo>
                  <a:lnTo>
                    <a:pt x="188976" y="762"/>
                  </a:lnTo>
                  <a:lnTo>
                    <a:pt x="191262" y="762"/>
                  </a:lnTo>
                  <a:lnTo>
                    <a:pt x="191262" y="0"/>
                  </a:lnTo>
                  <a:close/>
                </a:path>
                <a:path w="215900" h="1270">
                  <a:moveTo>
                    <a:pt x="194310" y="0"/>
                  </a:moveTo>
                  <a:lnTo>
                    <a:pt x="192024" y="0"/>
                  </a:lnTo>
                  <a:lnTo>
                    <a:pt x="192024" y="762"/>
                  </a:lnTo>
                  <a:lnTo>
                    <a:pt x="194310" y="762"/>
                  </a:lnTo>
                  <a:lnTo>
                    <a:pt x="194310" y="0"/>
                  </a:lnTo>
                  <a:close/>
                </a:path>
                <a:path w="215900" h="1270">
                  <a:moveTo>
                    <a:pt x="197358" y="0"/>
                  </a:moveTo>
                  <a:lnTo>
                    <a:pt x="195059" y="0"/>
                  </a:lnTo>
                  <a:lnTo>
                    <a:pt x="195059" y="762"/>
                  </a:lnTo>
                  <a:lnTo>
                    <a:pt x="197358" y="762"/>
                  </a:lnTo>
                  <a:lnTo>
                    <a:pt x="197358" y="0"/>
                  </a:lnTo>
                  <a:close/>
                </a:path>
                <a:path w="215900" h="1270">
                  <a:moveTo>
                    <a:pt x="200406" y="0"/>
                  </a:moveTo>
                  <a:lnTo>
                    <a:pt x="198120" y="0"/>
                  </a:lnTo>
                  <a:lnTo>
                    <a:pt x="198120" y="762"/>
                  </a:lnTo>
                  <a:lnTo>
                    <a:pt x="200406" y="762"/>
                  </a:lnTo>
                  <a:lnTo>
                    <a:pt x="200406" y="0"/>
                  </a:lnTo>
                  <a:close/>
                </a:path>
                <a:path w="215900" h="1270">
                  <a:moveTo>
                    <a:pt x="203454" y="0"/>
                  </a:moveTo>
                  <a:lnTo>
                    <a:pt x="201168" y="0"/>
                  </a:lnTo>
                  <a:lnTo>
                    <a:pt x="201168" y="762"/>
                  </a:lnTo>
                  <a:lnTo>
                    <a:pt x="203454" y="762"/>
                  </a:lnTo>
                  <a:lnTo>
                    <a:pt x="203454" y="0"/>
                  </a:lnTo>
                  <a:close/>
                </a:path>
                <a:path w="215900" h="1270">
                  <a:moveTo>
                    <a:pt x="206502" y="0"/>
                  </a:moveTo>
                  <a:lnTo>
                    <a:pt x="204216" y="0"/>
                  </a:lnTo>
                  <a:lnTo>
                    <a:pt x="204216" y="762"/>
                  </a:lnTo>
                  <a:lnTo>
                    <a:pt x="206502" y="762"/>
                  </a:lnTo>
                  <a:lnTo>
                    <a:pt x="206502" y="0"/>
                  </a:lnTo>
                  <a:close/>
                </a:path>
                <a:path w="215900" h="1270">
                  <a:moveTo>
                    <a:pt x="209550" y="0"/>
                  </a:moveTo>
                  <a:lnTo>
                    <a:pt x="207264" y="0"/>
                  </a:lnTo>
                  <a:lnTo>
                    <a:pt x="207264" y="762"/>
                  </a:lnTo>
                  <a:lnTo>
                    <a:pt x="209550" y="762"/>
                  </a:lnTo>
                  <a:lnTo>
                    <a:pt x="209550" y="0"/>
                  </a:lnTo>
                  <a:close/>
                </a:path>
                <a:path w="215900" h="1270">
                  <a:moveTo>
                    <a:pt x="212598" y="0"/>
                  </a:moveTo>
                  <a:lnTo>
                    <a:pt x="210312" y="0"/>
                  </a:lnTo>
                  <a:lnTo>
                    <a:pt x="210312" y="762"/>
                  </a:lnTo>
                  <a:lnTo>
                    <a:pt x="212598" y="762"/>
                  </a:lnTo>
                  <a:lnTo>
                    <a:pt x="212598" y="0"/>
                  </a:lnTo>
                  <a:close/>
                </a:path>
                <a:path w="215900" h="1270">
                  <a:moveTo>
                    <a:pt x="215646" y="0"/>
                  </a:moveTo>
                  <a:lnTo>
                    <a:pt x="213347" y="0"/>
                  </a:lnTo>
                  <a:lnTo>
                    <a:pt x="213347" y="762"/>
                  </a:lnTo>
                  <a:lnTo>
                    <a:pt x="215646" y="762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877562" y="5423915"/>
              <a:ext cx="215900" cy="1270"/>
            </a:xfrm>
            <a:custGeom>
              <a:avLst/>
              <a:gdLst/>
              <a:ahLst/>
              <a:cxnLst/>
              <a:rect l="l" t="t" r="r" b="b"/>
              <a:pathLst>
                <a:path w="215900" h="1270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2286" y="0"/>
                  </a:lnTo>
                  <a:close/>
                </a:path>
                <a:path w="215900" h="1270">
                  <a:moveTo>
                    <a:pt x="5334" y="0"/>
                  </a:moveTo>
                  <a:lnTo>
                    <a:pt x="3048" y="0"/>
                  </a:lnTo>
                  <a:lnTo>
                    <a:pt x="3048" y="762"/>
                  </a:lnTo>
                  <a:lnTo>
                    <a:pt x="5334" y="762"/>
                  </a:lnTo>
                  <a:lnTo>
                    <a:pt x="5334" y="0"/>
                  </a:lnTo>
                  <a:close/>
                </a:path>
                <a:path w="215900" h="1270">
                  <a:moveTo>
                    <a:pt x="8382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8382" y="762"/>
                  </a:lnTo>
                  <a:lnTo>
                    <a:pt x="8382" y="0"/>
                  </a:lnTo>
                  <a:close/>
                </a:path>
                <a:path w="215900" h="1270">
                  <a:moveTo>
                    <a:pt x="11430" y="0"/>
                  </a:moveTo>
                  <a:lnTo>
                    <a:pt x="9144" y="0"/>
                  </a:lnTo>
                  <a:lnTo>
                    <a:pt x="9144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  <a:path w="215900" h="1270">
                  <a:moveTo>
                    <a:pt x="14478" y="0"/>
                  </a:moveTo>
                  <a:lnTo>
                    <a:pt x="12192" y="0"/>
                  </a:lnTo>
                  <a:lnTo>
                    <a:pt x="12192" y="762"/>
                  </a:lnTo>
                  <a:lnTo>
                    <a:pt x="14478" y="762"/>
                  </a:lnTo>
                  <a:lnTo>
                    <a:pt x="14478" y="0"/>
                  </a:lnTo>
                  <a:close/>
                </a:path>
                <a:path w="215900" h="1270">
                  <a:moveTo>
                    <a:pt x="17526" y="0"/>
                  </a:moveTo>
                  <a:lnTo>
                    <a:pt x="15240" y="0"/>
                  </a:lnTo>
                  <a:lnTo>
                    <a:pt x="15240" y="762"/>
                  </a:lnTo>
                  <a:lnTo>
                    <a:pt x="17526" y="762"/>
                  </a:lnTo>
                  <a:lnTo>
                    <a:pt x="17526" y="0"/>
                  </a:lnTo>
                  <a:close/>
                </a:path>
                <a:path w="215900" h="1270">
                  <a:moveTo>
                    <a:pt x="20574" y="0"/>
                  </a:moveTo>
                  <a:lnTo>
                    <a:pt x="18288" y="0"/>
                  </a:lnTo>
                  <a:lnTo>
                    <a:pt x="18288" y="762"/>
                  </a:lnTo>
                  <a:lnTo>
                    <a:pt x="20574" y="762"/>
                  </a:lnTo>
                  <a:lnTo>
                    <a:pt x="20574" y="0"/>
                  </a:lnTo>
                  <a:close/>
                </a:path>
                <a:path w="215900" h="1270">
                  <a:moveTo>
                    <a:pt x="23622" y="0"/>
                  </a:moveTo>
                  <a:lnTo>
                    <a:pt x="21336" y="0"/>
                  </a:lnTo>
                  <a:lnTo>
                    <a:pt x="21336" y="762"/>
                  </a:lnTo>
                  <a:lnTo>
                    <a:pt x="23622" y="762"/>
                  </a:lnTo>
                  <a:lnTo>
                    <a:pt x="23622" y="0"/>
                  </a:lnTo>
                  <a:close/>
                </a:path>
                <a:path w="215900" h="1270">
                  <a:moveTo>
                    <a:pt x="26670" y="0"/>
                  </a:moveTo>
                  <a:lnTo>
                    <a:pt x="24384" y="0"/>
                  </a:lnTo>
                  <a:lnTo>
                    <a:pt x="24384" y="762"/>
                  </a:lnTo>
                  <a:lnTo>
                    <a:pt x="26670" y="762"/>
                  </a:lnTo>
                  <a:lnTo>
                    <a:pt x="26670" y="0"/>
                  </a:lnTo>
                  <a:close/>
                </a:path>
                <a:path w="215900" h="1270">
                  <a:moveTo>
                    <a:pt x="29718" y="0"/>
                  </a:moveTo>
                  <a:lnTo>
                    <a:pt x="27419" y="0"/>
                  </a:lnTo>
                  <a:lnTo>
                    <a:pt x="27419" y="762"/>
                  </a:lnTo>
                  <a:lnTo>
                    <a:pt x="29718" y="762"/>
                  </a:lnTo>
                  <a:lnTo>
                    <a:pt x="29718" y="0"/>
                  </a:lnTo>
                  <a:close/>
                </a:path>
                <a:path w="215900" h="1270">
                  <a:moveTo>
                    <a:pt x="32766" y="0"/>
                  </a:moveTo>
                  <a:lnTo>
                    <a:pt x="30480" y="0"/>
                  </a:lnTo>
                  <a:lnTo>
                    <a:pt x="30480" y="762"/>
                  </a:lnTo>
                  <a:lnTo>
                    <a:pt x="32766" y="762"/>
                  </a:lnTo>
                  <a:lnTo>
                    <a:pt x="32766" y="0"/>
                  </a:lnTo>
                  <a:close/>
                </a:path>
                <a:path w="215900" h="1270">
                  <a:moveTo>
                    <a:pt x="35814" y="0"/>
                  </a:moveTo>
                  <a:lnTo>
                    <a:pt x="33528" y="0"/>
                  </a:lnTo>
                  <a:lnTo>
                    <a:pt x="33528" y="762"/>
                  </a:lnTo>
                  <a:lnTo>
                    <a:pt x="35814" y="762"/>
                  </a:lnTo>
                  <a:lnTo>
                    <a:pt x="35814" y="0"/>
                  </a:lnTo>
                  <a:close/>
                </a:path>
                <a:path w="215900" h="1270">
                  <a:moveTo>
                    <a:pt x="38862" y="0"/>
                  </a:moveTo>
                  <a:lnTo>
                    <a:pt x="36576" y="0"/>
                  </a:lnTo>
                  <a:lnTo>
                    <a:pt x="36576" y="762"/>
                  </a:lnTo>
                  <a:lnTo>
                    <a:pt x="38862" y="762"/>
                  </a:lnTo>
                  <a:lnTo>
                    <a:pt x="38862" y="0"/>
                  </a:lnTo>
                  <a:close/>
                </a:path>
                <a:path w="215900" h="1270">
                  <a:moveTo>
                    <a:pt x="41910" y="0"/>
                  </a:moveTo>
                  <a:lnTo>
                    <a:pt x="39624" y="0"/>
                  </a:lnTo>
                  <a:lnTo>
                    <a:pt x="39624" y="762"/>
                  </a:lnTo>
                  <a:lnTo>
                    <a:pt x="41910" y="762"/>
                  </a:lnTo>
                  <a:lnTo>
                    <a:pt x="41910" y="0"/>
                  </a:lnTo>
                  <a:close/>
                </a:path>
                <a:path w="215900" h="1270">
                  <a:moveTo>
                    <a:pt x="44958" y="0"/>
                  </a:moveTo>
                  <a:lnTo>
                    <a:pt x="42672" y="0"/>
                  </a:lnTo>
                  <a:lnTo>
                    <a:pt x="42672" y="762"/>
                  </a:lnTo>
                  <a:lnTo>
                    <a:pt x="44958" y="762"/>
                  </a:lnTo>
                  <a:lnTo>
                    <a:pt x="44958" y="0"/>
                  </a:lnTo>
                  <a:close/>
                </a:path>
                <a:path w="215900" h="1270">
                  <a:moveTo>
                    <a:pt x="48006" y="0"/>
                  </a:moveTo>
                  <a:lnTo>
                    <a:pt x="45707" y="0"/>
                  </a:lnTo>
                  <a:lnTo>
                    <a:pt x="45707" y="762"/>
                  </a:lnTo>
                  <a:lnTo>
                    <a:pt x="48006" y="762"/>
                  </a:lnTo>
                  <a:lnTo>
                    <a:pt x="48006" y="0"/>
                  </a:lnTo>
                  <a:close/>
                </a:path>
                <a:path w="215900" h="1270">
                  <a:moveTo>
                    <a:pt x="51054" y="0"/>
                  </a:moveTo>
                  <a:lnTo>
                    <a:pt x="48768" y="0"/>
                  </a:lnTo>
                  <a:lnTo>
                    <a:pt x="48768" y="762"/>
                  </a:lnTo>
                  <a:lnTo>
                    <a:pt x="51054" y="762"/>
                  </a:lnTo>
                  <a:lnTo>
                    <a:pt x="51054" y="0"/>
                  </a:lnTo>
                  <a:close/>
                </a:path>
                <a:path w="215900" h="1270">
                  <a:moveTo>
                    <a:pt x="54102" y="0"/>
                  </a:moveTo>
                  <a:lnTo>
                    <a:pt x="51816" y="0"/>
                  </a:lnTo>
                  <a:lnTo>
                    <a:pt x="51816" y="762"/>
                  </a:lnTo>
                  <a:lnTo>
                    <a:pt x="54102" y="762"/>
                  </a:lnTo>
                  <a:lnTo>
                    <a:pt x="54102" y="0"/>
                  </a:lnTo>
                  <a:close/>
                </a:path>
                <a:path w="215900" h="1270">
                  <a:moveTo>
                    <a:pt x="57150" y="0"/>
                  </a:moveTo>
                  <a:lnTo>
                    <a:pt x="54864" y="0"/>
                  </a:lnTo>
                  <a:lnTo>
                    <a:pt x="54864" y="762"/>
                  </a:lnTo>
                  <a:lnTo>
                    <a:pt x="57150" y="762"/>
                  </a:lnTo>
                  <a:lnTo>
                    <a:pt x="57150" y="0"/>
                  </a:lnTo>
                  <a:close/>
                </a:path>
                <a:path w="215900" h="1270">
                  <a:moveTo>
                    <a:pt x="60198" y="0"/>
                  </a:moveTo>
                  <a:lnTo>
                    <a:pt x="57912" y="0"/>
                  </a:lnTo>
                  <a:lnTo>
                    <a:pt x="57912" y="762"/>
                  </a:lnTo>
                  <a:lnTo>
                    <a:pt x="60198" y="762"/>
                  </a:lnTo>
                  <a:lnTo>
                    <a:pt x="60198" y="0"/>
                  </a:lnTo>
                  <a:close/>
                </a:path>
                <a:path w="215900" h="1270">
                  <a:moveTo>
                    <a:pt x="63246" y="0"/>
                  </a:moveTo>
                  <a:lnTo>
                    <a:pt x="60960" y="0"/>
                  </a:lnTo>
                  <a:lnTo>
                    <a:pt x="60960" y="762"/>
                  </a:lnTo>
                  <a:lnTo>
                    <a:pt x="63246" y="762"/>
                  </a:lnTo>
                  <a:lnTo>
                    <a:pt x="63246" y="0"/>
                  </a:lnTo>
                  <a:close/>
                </a:path>
                <a:path w="215900" h="1270">
                  <a:moveTo>
                    <a:pt x="66294" y="0"/>
                  </a:moveTo>
                  <a:lnTo>
                    <a:pt x="63995" y="0"/>
                  </a:lnTo>
                  <a:lnTo>
                    <a:pt x="63995" y="762"/>
                  </a:lnTo>
                  <a:lnTo>
                    <a:pt x="66294" y="762"/>
                  </a:lnTo>
                  <a:lnTo>
                    <a:pt x="66294" y="0"/>
                  </a:lnTo>
                  <a:close/>
                </a:path>
                <a:path w="215900" h="1270">
                  <a:moveTo>
                    <a:pt x="69342" y="0"/>
                  </a:moveTo>
                  <a:lnTo>
                    <a:pt x="67056" y="0"/>
                  </a:lnTo>
                  <a:lnTo>
                    <a:pt x="67056" y="762"/>
                  </a:lnTo>
                  <a:lnTo>
                    <a:pt x="69342" y="762"/>
                  </a:lnTo>
                  <a:lnTo>
                    <a:pt x="69342" y="0"/>
                  </a:lnTo>
                  <a:close/>
                </a:path>
                <a:path w="215900" h="1270">
                  <a:moveTo>
                    <a:pt x="72390" y="0"/>
                  </a:moveTo>
                  <a:lnTo>
                    <a:pt x="70104" y="0"/>
                  </a:lnTo>
                  <a:lnTo>
                    <a:pt x="70104" y="762"/>
                  </a:lnTo>
                  <a:lnTo>
                    <a:pt x="72390" y="762"/>
                  </a:lnTo>
                  <a:lnTo>
                    <a:pt x="72390" y="0"/>
                  </a:lnTo>
                  <a:close/>
                </a:path>
                <a:path w="215900" h="1270">
                  <a:moveTo>
                    <a:pt x="75438" y="0"/>
                  </a:moveTo>
                  <a:lnTo>
                    <a:pt x="73152" y="0"/>
                  </a:lnTo>
                  <a:lnTo>
                    <a:pt x="73152" y="762"/>
                  </a:lnTo>
                  <a:lnTo>
                    <a:pt x="75438" y="762"/>
                  </a:lnTo>
                  <a:lnTo>
                    <a:pt x="75438" y="0"/>
                  </a:lnTo>
                  <a:close/>
                </a:path>
                <a:path w="215900" h="1270">
                  <a:moveTo>
                    <a:pt x="78486" y="0"/>
                  </a:moveTo>
                  <a:lnTo>
                    <a:pt x="76200" y="0"/>
                  </a:lnTo>
                  <a:lnTo>
                    <a:pt x="76200" y="762"/>
                  </a:lnTo>
                  <a:lnTo>
                    <a:pt x="78486" y="762"/>
                  </a:lnTo>
                  <a:lnTo>
                    <a:pt x="78486" y="0"/>
                  </a:lnTo>
                  <a:close/>
                </a:path>
                <a:path w="215900" h="1270">
                  <a:moveTo>
                    <a:pt x="81534" y="0"/>
                  </a:moveTo>
                  <a:lnTo>
                    <a:pt x="79248" y="0"/>
                  </a:lnTo>
                  <a:lnTo>
                    <a:pt x="79248" y="762"/>
                  </a:lnTo>
                  <a:lnTo>
                    <a:pt x="81534" y="762"/>
                  </a:lnTo>
                  <a:lnTo>
                    <a:pt x="81534" y="0"/>
                  </a:lnTo>
                  <a:close/>
                </a:path>
                <a:path w="215900" h="1270">
                  <a:moveTo>
                    <a:pt x="84582" y="0"/>
                  </a:moveTo>
                  <a:lnTo>
                    <a:pt x="82296" y="0"/>
                  </a:lnTo>
                  <a:lnTo>
                    <a:pt x="82296" y="762"/>
                  </a:lnTo>
                  <a:lnTo>
                    <a:pt x="84582" y="762"/>
                  </a:lnTo>
                  <a:lnTo>
                    <a:pt x="84582" y="0"/>
                  </a:lnTo>
                  <a:close/>
                </a:path>
                <a:path w="215900" h="1270">
                  <a:moveTo>
                    <a:pt x="87630" y="0"/>
                  </a:moveTo>
                  <a:lnTo>
                    <a:pt x="85344" y="0"/>
                  </a:lnTo>
                  <a:lnTo>
                    <a:pt x="85344" y="762"/>
                  </a:lnTo>
                  <a:lnTo>
                    <a:pt x="87630" y="762"/>
                  </a:lnTo>
                  <a:lnTo>
                    <a:pt x="87630" y="0"/>
                  </a:lnTo>
                  <a:close/>
                </a:path>
                <a:path w="215900" h="1270">
                  <a:moveTo>
                    <a:pt x="90678" y="0"/>
                  </a:moveTo>
                  <a:lnTo>
                    <a:pt x="88392" y="0"/>
                  </a:lnTo>
                  <a:lnTo>
                    <a:pt x="88392" y="762"/>
                  </a:lnTo>
                  <a:lnTo>
                    <a:pt x="90678" y="762"/>
                  </a:lnTo>
                  <a:lnTo>
                    <a:pt x="90678" y="0"/>
                  </a:lnTo>
                  <a:close/>
                </a:path>
                <a:path w="215900" h="1270">
                  <a:moveTo>
                    <a:pt x="93726" y="0"/>
                  </a:moveTo>
                  <a:lnTo>
                    <a:pt x="91440" y="0"/>
                  </a:lnTo>
                  <a:lnTo>
                    <a:pt x="91440" y="762"/>
                  </a:lnTo>
                  <a:lnTo>
                    <a:pt x="93726" y="762"/>
                  </a:lnTo>
                  <a:lnTo>
                    <a:pt x="93726" y="0"/>
                  </a:lnTo>
                  <a:close/>
                </a:path>
                <a:path w="215900" h="1270">
                  <a:moveTo>
                    <a:pt x="96774" y="0"/>
                  </a:moveTo>
                  <a:lnTo>
                    <a:pt x="94488" y="0"/>
                  </a:lnTo>
                  <a:lnTo>
                    <a:pt x="94488" y="762"/>
                  </a:lnTo>
                  <a:lnTo>
                    <a:pt x="96774" y="762"/>
                  </a:lnTo>
                  <a:lnTo>
                    <a:pt x="96774" y="0"/>
                  </a:lnTo>
                  <a:close/>
                </a:path>
                <a:path w="215900" h="1270">
                  <a:moveTo>
                    <a:pt x="99822" y="0"/>
                  </a:moveTo>
                  <a:lnTo>
                    <a:pt x="97536" y="0"/>
                  </a:lnTo>
                  <a:lnTo>
                    <a:pt x="97536" y="762"/>
                  </a:lnTo>
                  <a:lnTo>
                    <a:pt x="99822" y="762"/>
                  </a:lnTo>
                  <a:lnTo>
                    <a:pt x="99822" y="0"/>
                  </a:lnTo>
                  <a:close/>
                </a:path>
                <a:path w="215900" h="1270">
                  <a:moveTo>
                    <a:pt x="102870" y="0"/>
                  </a:moveTo>
                  <a:lnTo>
                    <a:pt x="100584" y="0"/>
                  </a:lnTo>
                  <a:lnTo>
                    <a:pt x="100584" y="762"/>
                  </a:lnTo>
                  <a:lnTo>
                    <a:pt x="102870" y="762"/>
                  </a:lnTo>
                  <a:lnTo>
                    <a:pt x="102870" y="0"/>
                  </a:lnTo>
                  <a:close/>
                </a:path>
                <a:path w="215900" h="1270">
                  <a:moveTo>
                    <a:pt x="105918" y="0"/>
                  </a:moveTo>
                  <a:lnTo>
                    <a:pt x="103619" y="0"/>
                  </a:lnTo>
                  <a:lnTo>
                    <a:pt x="103619" y="762"/>
                  </a:lnTo>
                  <a:lnTo>
                    <a:pt x="105918" y="762"/>
                  </a:lnTo>
                  <a:lnTo>
                    <a:pt x="105918" y="0"/>
                  </a:lnTo>
                  <a:close/>
                </a:path>
                <a:path w="215900" h="1270">
                  <a:moveTo>
                    <a:pt x="108966" y="0"/>
                  </a:moveTo>
                  <a:lnTo>
                    <a:pt x="106680" y="0"/>
                  </a:lnTo>
                  <a:lnTo>
                    <a:pt x="106680" y="762"/>
                  </a:lnTo>
                  <a:lnTo>
                    <a:pt x="108966" y="762"/>
                  </a:lnTo>
                  <a:lnTo>
                    <a:pt x="108966" y="0"/>
                  </a:lnTo>
                  <a:close/>
                </a:path>
                <a:path w="215900" h="1270">
                  <a:moveTo>
                    <a:pt x="112014" y="0"/>
                  </a:moveTo>
                  <a:lnTo>
                    <a:pt x="109728" y="0"/>
                  </a:lnTo>
                  <a:lnTo>
                    <a:pt x="109728" y="762"/>
                  </a:lnTo>
                  <a:lnTo>
                    <a:pt x="112014" y="762"/>
                  </a:lnTo>
                  <a:lnTo>
                    <a:pt x="112014" y="0"/>
                  </a:lnTo>
                  <a:close/>
                </a:path>
                <a:path w="215900" h="1270">
                  <a:moveTo>
                    <a:pt x="115062" y="0"/>
                  </a:moveTo>
                  <a:lnTo>
                    <a:pt x="112776" y="0"/>
                  </a:lnTo>
                  <a:lnTo>
                    <a:pt x="112776" y="762"/>
                  </a:lnTo>
                  <a:lnTo>
                    <a:pt x="115062" y="762"/>
                  </a:lnTo>
                  <a:lnTo>
                    <a:pt x="115062" y="0"/>
                  </a:lnTo>
                  <a:close/>
                </a:path>
                <a:path w="215900" h="1270">
                  <a:moveTo>
                    <a:pt x="118110" y="0"/>
                  </a:moveTo>
                  <a:lnTo>
                    <a:pt x="115824" y="0"/>
                  </a:lnTo>
                  <a:lnTo>
                    <a:pt x="115824" y="762"/>
                  </a:lnTo>
                  <a:lnTo>
                    <a:pt x="118110" y="762"/>
                  </a:lnTo>
                  <a:lnTo>
                    <a:pt x="118110" y="0"/>
                  </a:lnTo>
                  <a:close/>
                </a:path>
                <a:path w="215900" h="1270">
                  <a:moveTo>
                    <a:pt x="121158" y="0"/>
                  </a:moveTo>
                  <a:lnTo>
                    <a:pt x="118872" y="0"/>
                  </a:lnTo>
                  <a:lnTo>
                    <a:pt x="118872" y="762"/>
                  </a:lnTo>
                  <a:lnTo>
                    <a:pt x="121158" y="762"/>
                  </a:lnTo>
                  <a:lnTo>
                    <a:pt x="121158" y="0"/>
                  </a:lnTo>
                  <a:close/>
                </a:path>
                <a:path w="215900" h="1270">
                  <a:moveTo>
                    <a:pt x="124206" y="0"/>
                  </a:moveTo>
                  <a:lnTo>
                    <a:pt x="121907" y="0"/>
                  </a:lnTo>
                  <a:lnTo>
                    <a:pt x="121907" y="762"/>
                  </a:lnTo>
                  <a:lnTo>
                    <a:pt x="124206" y="762"/>
                  </a:lnTo>
                  <a:lnTo>
                    <a:pt x="124206" y="0"/>
                  </a:lnTo>
                  <a:close/>
                </a:path>
                <a:path w="215900" h="1270">
                  <a:moveTo>
                    <a:pt x="127254" y="0"/>
                  </a:moveTo>
                  <a:lnTo>
                    <a:pt x="124968" y="0"/>
                  </a:lnTo>
                  <a:lnTo>
                    <a:pt x="124968" y="762"/>
                  </a:lnTo>
                  <a:lnTo>
                    <a:pt x="127254" y="762"/>
                  </a:lnTo>
                  <a:lnTo>
                    <a:pt x="127254" y="0"/>
                  </a:lnTo>
                  <a:close/>
                </a:path>
                <a:path w="215900" h="1270">
                  <a:moveTo>
                    <a:pt x="130302" y="0"/>
                  </a:moveTo>
                  <a:lnTo>
                    <a:pt x="128016" y="0"/>
                  </a:lnTo>
                  <a:lnTo>
                    <a:pt x="128016" y="762"/>
                  </a:lnTo>
                  <a:lnTo>
                    <a:pt x="130302" y="762"/>
                  </a:lnTo>
                  <a:lnTo>
                    <a:pt x="130302" y="0"/>
                  </a:lnTo>
                  <a:close/>
                </a:path>
                <a:path w="215900" h="1270">
                  <a:moveTo>
                    <a:pt x="133350" y="0"/>
                  </a:moveTo>
                  <a:lnTo>
                    <a:pt x="131064" y="0"/>
                  </a:lnTo>
                  <a:lnTo>
                    <a:pt x="131064" y="762"/>
                  </a:lnTo>
                  <a:lnTo>
                    <a:pt x="133350" y="762"/>
                  </a:lnTo>
                  <a:lnTo>
                    <a:pt x="133350" y="0"/>
                  </a:lnTo>
                  <a:close/>
                </a:path>
                <a:path w="215900" h="1270">
                  <a:moveTo>
                    <a:pt x="136398" y="0"/>
                  </a:moveTo>
                  <a:lnTo>
                    <a:pt x="134112" y="0"/>
                  </a:lnTo>
                  <a:lnTo>
                    <a:pt x="134112" y="762"/>
                  </a:lnTo>
                  <a:lnTo>
                    <a:pt x="136398" y="762"/>
                  </a:lnTo>
                  <a:lnTo>
                    <a:pt x="136398" y="0"/>
                  </a:lnTo>
                  <a:close/>
                </a:path>
                <a:path w="215900" h="1270">
                  <a:moveTo>
                    <a:pt x="139446" y="0"/>
                  </a:moveTo>
                  <a:lnTo>
                    <a:pt x="137160" y="0"/>
                  </a:lnTo>
                  <a:lnTo>
                    <a:pt x="137160" y="762"/>
                  </a:lnTo>
                  <a:lnTo>
                    <a:pt x="139446" y="762"/>
                  </a:lnTo>
                  <a:lnTo>
                    <a:pt x="139446" y="0"/>
                  </a:lnTo>
                  <a:close/>
                </a:path>
                <a:path w="215900" h="1270">
                  <a:moveTo>
                    <a:pt x="142494" y="0"/>
                  </a:moveTo>
                  <a:lnTo>
                    <a:pt x="140195" y="0"/>
                  </a:lnTo>
                  <a:lnTo>
                    <a:pt x="140195" y="762"/>
                  </a:lnTo>
                  <a:lnTo>
                    <a:pt x="142494" y="762"/>
                  </a:lnTo>
                  <a:lnTo>
                    <a:pt x="142494" y="0"/>
                  </a:lnTo>
                  <a:close/>
                </a:path>
                <a:path w="215900" h="1270">
                  <a:moveTo>
                    <a:pt x="145542" y="0"/>
                  </a:moveTo>
                  <a:lnTo>
                    <a:pt x="143256" y="0"/>
                  </a:lnTo>
                  <a:lnTo>
                    <a:pt x="143256" y="762"/>
                  </a:lnTo>
                  <a:lnTo>
                    <a:pt x="145542" y="762"/>
                  </a:lnTo>
                  <a:lnTo>
                    <a:pt x="145542" y="0"/>
                  </a:lnTo>
                  <a:close/>
                </a:path>
                <a:path w="215900" h="1270">
                  <a:moveTo>
                    <a:pt x="148590" y="0"/>
                  </a:moveTo>
                  <a:lnTo>
                    <a:pt x="146304" y="0"/>
                  </a:lnTo>
                  <a:lnTo>
                    <a:pt x="146304" y="762"/>
                  </a:lnTo>
                  <a:lnTo>
                    <a:pt x="148590" y="762"/>
                  </a:lnTo>
                  <a:lnTo>
                    <a:pt x="148590" y="0"/>
                  </a:lnTo>
                  <a:close/>
                </a:path>
                <a:path w="215900" h="1270">
                  <a:moveTo>
                    <a:pt x="151638" y="0"/>
                  </a:moveTo>
                  <a:lnTo>
                    <a:pt x="149352" y="0"/>
                  </a:lnTo>
                  <a:lnTo>
                    <a:pt x="149352" y="762"/>
                  </a:lnTo>
                  <a:lnTo>
                    <a:pt x="151638" y="762"/>
                  </a:lnTo>
                  <a:lnTo>
                    <a:pt x="151638" y="0"/>
                  </a:lnTo>
                  <a:close/>
                </a:path>
                <a:path w="215900" h="1270">
                  <a:moveTo>
                    <a:pt x="154686" y="0"/>
                  </a:moveTo>
                  <a:lnTo>
                    <a:pt x="152400" y="0"/>
                  </a:lnTo>
                  <a:lnTo>
                    <a:pt x="152400" y="762"/>
                  </a:lnTo>
                  <a:lnTo>
                    <a:pt x="154686" y="762"/>
                  </a:lnTo>
                  <a:lnTo>
                    <a:pt x="154686" y="0"/>
                  </a:lnTo>
                  <a:close/>
                </a:path>
                <a:path w="215900" h="1270">
                  <a:moveTo>
                    <a:pt x="157734" y="0"/>
                  </a:moveTo>
                  <a:lnTo>
                    <a:pt x="155448" y="0"/>
                  </a:lnTo>
                  <a:lnTo>
                    <a:pt x="155448" y="762"/>
                  </a:lnTo>
                  <a:lnTo>
                    <a:pt x="157734" y="762"/>
                  </a:lnTo>
                  <a:lnTo>
                    <a:pt x="157734" y="0"/>
                  </a:lnTo>
                  <a:close/>
                </a:path>
                <a:path w="215900" h="1270">
                  <a:moveTo>
                    <a:pt x="160782" y="0"/>
                  </a:moveTo>
                  <a:lnTo>
                    <a:pt x="158496" y="0"/>
                  </a:lnTo>
                  <a:lnTo>
                    <a:pt x="158496" y="762"/>
                  </a:lnTo>
                  <a:lnTo>
                    <a:pt x="160782" y="762"/>
                  </a:lnTo>
                  <a:lnTo>
                    <a:pt x="160782" y="0"/>
                  </a:lnTo>
                  <a:close/>
                </a:path>
                <a:path w="215900" h="1270">
                  <a:moveTo>
                    <a:pt x="163830" y="0"/>
                  </a:moveTo>
                  <a:lnTo>
                    <a:pt x="161544" y="0"/>
                  </a:lnTo>
                  <a:lnTo>
                    <a:pt x="161544" y="762"/>
                  </a:lnTo>
                  <a:lnTo>
                    <a:pt x="163830" y="762"/>
                  </a:lnTo>
                  <a:lnTo>
                    <a:pt x="163830" y="0"/>
                  </a:lnTo>
                  <a:close/>
                </a:path>
                <a:path w="215900" h="1270">
                  <a:moveTo>
                    <a:pt x="166878" y="0"/>
                  </a:moveTo>
                  <a:lnTo>
                    <a:pt x="164592" y="0"/>
                  </a:lnTo>
                  <a:lnTo>
                    <a:pt x="164592" y="762"/>
                  </a:lnTo>
                  <a:lnTo>
                    <a:pt x="166878" y="762"/>
                  </a:lnTo>
                  <a:lnTo>
                    <a:pt x="166878" y="0"/>
                  </a:lnTo>
                  <a:close/>
                </a:path>
                <a:path w="215900" h="1270">
                  <a:moveTo>
                    <a:pt x="169926" y="0"/>
                  </a:moveTo>
                  <a:lnTo>
                    <a:pt x="167640" y="0"/>
                  </a:lnTo>
                  <a:lnTo>
                    <a:pt x="167640" y="762"/>
                  </a:lnTo>
                  <a:lnTo>
                    <a:pt x="169926" y="762"/>
                  </a:lnTo>
                  <a:lnTo>
                    <a:pt x="169926" y="0"/>
                  </a:lnTo>
                  <a:close/>
                </a:path>
                <a:path w="215900" h="1270">
                  <a:moveTo>
                    <a:pt x="172974" y="0"/>
                  </a:moveTo>
                  <a:lnTo>
                    <a:pt x="170688" y="0"/>
                  </a:lnTo>
                  <a:lnTo>
                    <a:pt x="170688" y="762"/>
                  </a:lnTo>
                  <a:lnTo>
                    <a:pt x="172974" y="762"/>
                  </a:lnTo>
                  <a:lnTo>
                    <a:pt x="172974" y="0"/>
                  </a:lnTo>
                  <a:close/>
                </a:path>
                <a:path w="215900" h="1270">
                  <a:moveTo>
                    <a:pt x="176022" y="0"/>
                  </a:moveTo>
                  <a:lnTo>
                    <a:pt x="173736" y="0"/>
                  </a:lnTo>
                  <a:lnTo>
                    <a:pt x="173736" y="762"/>
                  </a:lnTo>
                  <a:lnTo>
                    <a:pt x="176022" y="762"/>
                  </a:lnTo>
                  <a:lnTo>
                    <a:pt x="176022" y="0"/>
                  </a:lnTo>
                  <a:close/>
                </a:path>
                <a:path w="215900" h="1270">
                  <a:moveTo>
                    <a:pt x="179070" y="0"/>
                  </a:moveTo>
                  <a:lnTo>
                    <a:pt x="176784" y="0"/>
                  </a:lnTo>
                  <a:lnTo>
                    <a:pt x="176784" y="762"/>
                  </a:lnTo>
                  <a:lnTo>
                    <a:pt x="179070" y="762"/>
                  </a:lnTo>
                  <a:lnTo>
                    <a:pt x="179070" y="0"/>
                  </a:lnTo>
                  <a:close/>
                </a:path>
                <a:path w="215900" h="1270">
                  <a:moveTo>
                    <a:pt x="182118" y="0"/>
                  </a:moveTo>
                  <a:lnTo>
                    <a:pt x="179819" y="0"/>
                  </a:lnTo>
                  <a:lnTo>
                    <a:pt x="179819" y="762"/>
                  </a:lnTo>
                  <a:lnTo>
                    <a:pt x="182118" y="762"/>
                  </a:lnTo>
                  <a:lnTo>
                    <a:pt x="182118" y="0"/>
                  </a:lnTo>
                  <a:close/>
                </a:path>
                <a:path w="215900" h="1270">
                  <a:moveTo>
                    <a:pt x="185166" y="0"/>
                  </a:moveTo>
                  <a:lnTo>
                    <a:pt x="182880" y="0"/>
                  </a:lnTo>
                  <a:lnTo>
                    <a:pt x="182880" y="762"/>
                  </a:lnTo>
                  <a:lnTo>
                    <a:pt x="185166" y="762"/>
                  </a:lnTo>
                  <a:lnTo>
                    <a:pt x="185166" y="0"/>
                  </a:lnTo>
                  <a:close/>
                </a:path>
                <a:path w="215900" h="1270">
                  <a:moveTo>
                    <a:pt x="188214" y="0"/>
                  </a:moveTo>
                  <a:lnTo>
                    <a:pt x="185928" y="0"/>
                  </a:lnTo>
                  <a:lnTo>
                    <a:pt x="185928" y="762"/>
                  </a:lnTo>
                  <a:lnTo>
                    <a:pt x="188214" y="762"/>
                  </a:lnTo>
                  <a:lnTo>
                    <a:pt x="188214" y="0"/>
                  </a:lnTo>
                  <a:close/>
                </a:path>
                <a:path w="215900" h="1270">
                  <a:moveTo>
                    <a:pt x="191262" y="0"/>
                  </a:moveTo>
                  <a:lnTo>
                    <a:pt x="188976" y="0"/>
                  </a:lnTo>
                  <a:lnTo>
                    <a:pt x="188976" y="762"/>
                  </a:lnTo>
                  <a:lnTo>
                    <a:pt x="191262" y="762"/>
                  </a:lnTo>
                  <a:lnTo>
                    <a:pt x="191262" y="0"/>
                  </a:lnTo>
                  <a:close/>
                </a:path>
                <a:path w="215900" h="1270">
                  <a:moveTo>
                    <a:pt x="194310" y="0"/>
                  </a:moveTo>
                  <a:lnTo>
                    <a:pt x="192024" y="0"/>
                  </a:lnTo>
                  <a:lnTo>
                    <a:pt x="192024" y="762"/>
                  </a:lnTo>
                  <a:lnTo>
                    <a:pt x="194310" y="762"/>
                  </a:lnTo>
                  <a:lnTo>
                    <a:pt x="194310" y="0"/>
                  </a:lnTo>
                  <a:close/>
                </a:path>
                <a:path w="215900" h="1270">
                  <a:moveTo>
                    <a:pt x="197358" y="0"/>
                  </a:moveTo>
                  <a:lnTo>
                    <a:pt x="195072" y="0"/>
                  </a:lnTo>
                  <a:lnTo>
                    <a:pt x="195072" y="762"/>
                  </a:lnTo>
                  <a:lnTo>
                    <a:pt x="197358" y="762"/>
                  </a:lnTo>
                  <a:lnTo>
                    <a:pt x="197358" y="0"/>
                  </a:lnTo>
                  <a:close/>
                </a:path>
                <a:path w="215900" h="1270">
                  <a:moveTo>
                    <a:pt x="200406" y="0"/>
                  </a:moveTo>
                  <a:lnTo>
                    <a:pt x="198107" y="0"/>
                  </a:lnTo>
                  <a:lnTo>
                    <a:pt x="198107" y="762"/>
                  </a:lnTo>
                  <a:lnTo>
                    <a:pt x="200406" y="762"/>
                  </a:lnTo>
                  <a:lnTo>
                    <a:pt x="200406" y="0"/>
                  </a:lnTo>
                  <a:close/>
                </a:path>
                <a:path w="215900" h="1270">
                  <a:moveTo>
                    <a:pt x="203454" y="0"/>
                  </a:moveTo>
                  <a:lnTo>
                    <a:pt x="201168" y="0"/>
                  </a:lnTo>
                  <a:lnTo>
                    <a:pt x="201168" y="762"/>
                  </a:lnTo>
                  <a:lnTo>
                    <a:pt x="203454" y="762"/>
                  </a:lnTo>
                  <a:lnTo>
                    <a:pt x="203454" y="0"/>
                  </a:lnTo>
                  <a:close/>
                </a:path>
                <a:path w="215900" h="1270">
                  <a:moveTo>
                    <a:pt x="206502" y="0"/>
                  </a:moveTo>
                  <a:lnTo>
                    <a:pt x="204216" y="0"/>
                  </a:lnTo>
                  <a:lnTo>
                    <a:pt x="204216" y="762"/>
                  </a:lnTo>
                  <a:lnTo>
                    <a:pt x="206502" y="762"/>
                  </a:lnTo>
                  <a:lnTo>
                    <a:pt x="206502" y="0"/>
                  </a:lnTo>
                  <a:close/>
                </a:path>
                <a:path w="215900" h="1270">
                  <a:moveTo>
                    <a:pt x="209550" y="0"/>
                  </a:moveTo>
                  <a:lnTo>
                    <a:pt x="207264" y="0"/>
                  </a:lnTo>
                  <a:lnTo>
                    <a:pt x="207264" y="762"/>
                  </a:lnTo>
                  <a:lnTo>
                    <a:pt x="209550" y="762"/>
                  </a:lnTo>
                  <a:lnTo>
                    <a:pt x="209550" y="0"/>
                  </a:lnTo>
                  <a:close/>
                </a:path>
                <a:path w="215900" h="1270">
                  <a:moveTo>
                    <a:pt x="212598" y="0"/>
                  </a:moveTo>
                  <a:lnTo>
                    <a:pt x="210312" y="0"/>
                  </a:lnTo>
                  <a:lnTo>
                    <a:pt x="210312" y="762"/>
                  </a:lnTo>
                  <a:lnTo>
                    <a:pt x="212598" y="762"/>
                  </a:lnTo>
                  <a:lnTo>
                    <a:pt x="212598" y="0"/>
                  </a:lnTo>
                  <a:close/>
                </a:path>
                <a:path w="215900" h="1270">
                  <a:moveTo>
                    <a:pt x="215646" y="0"/>
                  </a:moveTo>
                  <a:lnTo>
                    <a:pt x="213360" y="0"/>
                  </a:lnTo>
                  <a:lnTo>
                    <a:pt x="213360" y="762"/>
                  </a:lnTo>
                  <a:lnTo>
                    <a:pt x="215646" y="762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663440" y="5423915"/>
              <a:ext cx="216535" cy="1270"/>
            </a:xfrm>
            <a:custGeom>
              <a:avLst/>
              <a:gdLst/>
              <a:ahLst/>
              <a:cxnLst/>
              <a:rect l="l" t="t" r="r" b="b"/>
              <a:pathLst>
                <a:path w="216535" h="1270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2286" y="0"/>
                  </a:lnTo>
                  <a:close/>
                </a:path>
                <a:path w="216535" h="1270">
                  <a:moveTo>
                    <a:pt x="5334" y="0"/>
                  </a:moveTo>
                  <a:lnTo>
                    <a:pt x="3048" y="0"/>
                  </a:lnTo>
                  <a:lnTo>
                    <a:pt x="3048" y="762"/>
                  </a:lnTo>
                  <a:lnTo>
                    <a:pt x="5334" y="762"/>
                  </a:lnTo>
                  <a:lnTo>
                    <a:pt x="5334" y="0"/>
                  </a:lnTo>
                  <a:close/>
                </a:path>
                <a:path w="216535" h="1270">
                  <a:moveTo>
                    <a:pt x="8382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8382" y="762"/>
                  </a:lnTo>
                  <a:lnTo>
                    <a:pt x="8382" y="0"/>
                  </a:lnTo>
                  <a:close/>
                </a:path>
                <a:path w="216535" h="1270">
                  <a:moveTo>
                    <a:pt x="11430" y="0"/>
                  </a:moveTo>
                  <a:lnTo>
                    <a:pt x="9144" y="0"/>
                  </a:lnTo>
                  <a:lnTo>
                    <a:pt x="9144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  <a:path w="216535" h="1270">
                  <a:moveTo>
                    <a:pt x="14478" y="0"/>
                  </a:moveTo>
                  <a:lnTo>
                    <a:pt x="12179" y="0"/>
                  </a:lnTo>
                  <a:lnTo>
                    <a:pt x="12179" y="762"/>
                  </a:lnTo>
                  <a:lnTo>
                    <a:pt x="14478" y="762"/>
                  </a:lnTo>
                  <a:lnTo>
                    <a:pt x="14478" y="0"/>
                  </a:lnTo>
                  <a:close/>
                </a:path>
                <a:path w="216535" h="1270">
                  <a:moveTo>
                    <a:pt x="17526" y="0"/>
                  </a:moveTo>
                  <a:lnTo>
                    <a:pt x="15240" y="0"/>
                  </a:lnTo>
                  <a:lnTo>
                    <a:pt x="15240" y="762"/>
                  </a:lnTo>
                  <a:lnTo>
                    <a:pt x="17526" y="762"/>
                  </a:lnTo>
                  <a:lnTo>
                    <a:pt x="17526" y="0"/>
                  </a:lnTo>
                  <a:close/>
                </a:path>
                <a:path w="216535" h="1270">
                  <a:moveTo>
                    <a:pt x="20574" y="0"/>
                  </a:moveTo>
                  <a:lnTo>
                    <a:pt x="18288" y="0"/>
                  </a:lnTo>
                  <a:lnTo>
                    <a:pt x="18288" y="762"/>
                  </a:lnTo>
                  <a:lnTo>
                    <a:pt x="20574" y="762"/>
                  </a:lnTo>
                  <a:lnTo>
                    <a:pt x="20574" y="0"/>
                  </a:lnTo>
                  <a:close/>
                </a:path>
                <a:path w="216535" h="1270">
                  <a:moveTo>
                    <a:pt x="23622" y="0"/>
                  </a:moveTo>
                  <a:lnTo>
                    <a:pt x="21336" y="0"/>
                  </a:lnTo>
                  <a:lnTo>
                    <a:pt x="21336" y="762"/>
                  </a:lnTo>
                  <a:lnTo>
                    <a:pt x="23622" y="762"/>
                  </a:lnTo>
                  <a:lnTo>
                    <a:pt x="23622" y="0"/>
                  </a:lnTo>
                  <a:close/>
                </a:path>
                <a:path w="216535" h="1270">
                  <a:moveTo>
                    <a:pt x="26670" y="0"/>
                  </a:moveTo>
                  <a:lnTo>
                    <a:pt x="24384" y="0"/>
                  </a:lnTo>
                  <a:lnTo>
                    <a:pt x="24384" y="762"/>
                  </a:lnTo>
                  <a:lnTo>
                    <a:pt x="26670" y="762"/>
                  </a:lnTo>
                  <a:lnTo>
                    <a:pt x="26670" y="0"/>
                  </a:lnTo>
                  <a:close/>
                </a:path>
                <a:path w="216535" h="1270">
                  <a:moveTo>
                    <a:pt x="29718" y="0"/>
                  </a:moveTo>
                  <a:lnTo>
                    <a:pt x="27432" y="0"/>
                  </a:lnTo>
                  <a:lnTo>
                    <a:pt x="27432" y="762"/>
                  </a:lnTo>
                  <a:lnTo>
                    <a:pt x="29718" y="762"/>
                  </a:lnTo>
                  <a:lnTo>
                    <a:pt x="29718" y="0"/>
                  </a:lnTo>
                  <a:close/>
                </a:path>
                <a:path w="216535" h="1270">
                  <a:moveTo>
                    <a:pt x="32766" y="0"/>
                  </a:moveTo>
                  <a:lnTo>
                    <a:pt x="30467" y="0"/>
                  </a:lnTo>
                  <a:lnTo>
                    <a:pt x="30467" y="762"/>
                  </a:lnTo>
                  <a:lnTo>
                    <a:pt x="32766" y="762"/>
                  </a:lnTo>
                  <a:lnTo>
                    <a:pt x="32766" y="0"/>
                  </a:lnTo>
                  <a:close/>
                </a:path>
                <a:path w="216535" h="1270">
                  <a:moveTo>
                    <a:pt x="35814" y="0"/>
                  </a:moveTo>
                  <a:lnTo>
                    <a:pt x="33528" y="0"/>
                  </a:lnTo>
                  <a:lnTo>
                    <a:pt x="33528" y="762"/>
                  </a:lnTo>
                  <a:lnTo>
                    <a:pt x="35814" y="762"/>
                  </a:lnTo>
                  <a:lnTo>
                    <a:pt x="35814" y="0"/>
                  </a:lnTo>
                  <a:close/>
                </a:path>
                <a:path w="216535" h="1270">
                  <a:moveTo>
                    <a:pt x="38862" y="0"/>
                  </a:moveTo>
                  <a:lnTo>
                    <a:pt x="36576" y="0"/>
                  </a:lnTo>
                  <a:lnTo>
                    <a:pt x="36576" y="762"/>
                  </a:lnTo>
                  <a:lnTo>
                    <a:pt x="38862" y="762"/>
                  </a:lnTo>
                  <a:lnTo>
                    <a:pt x="38862" y="0"/>
                  </a:lnTo>
                  <a:close/>
                </a:path>
                <a:path w="216535" h="1270">
                  <a:moveTo>
                    <a:pt x="41910" y="0"/>
                  </a:moveTo>
                  <a:lnTo>
                    <a:pt x="39624" y="0"/>
                  </a:lnTo>
                  <a:lnTo>
                    <a:pt x="39624" y="762"/>
                  </a:lnTo>
                  <a:lnTo>
                    <a:pt x="41910" y="762"/>
                  </a:lnTo>
                  <a:lnTo>
                    <a:pt x="41910" y="0"/>
                  </a:lnTo>
                  <a:close/>
                </a:path>
                <a:path w="216535" h="1270">
                  <a:moveTo>
                    <a:pt x="44958" y="0"/>
                  </a:moveTo>
                  <a:lnTo>
                    <a:pt x="42672" y="0"/>
                  </a:lnTo>
                  <a:lnTo>
                    <a:pt x="42672" y="762"/>
                  </a:lnTo>
                  <a:lnTo>
                    <a:pt x="44958" y="762"/>
                  </a:lnTo>
                  <a:lnTo>
                    <a:pt x="44958" y="0"/>
                  </a:lnTo>
                  <a:close/>
                </a:path>
                <a:path w="216535" h="1270">
                  <a:moveTo>
                    <a:pt x="48006" y="0"/>
                  </a:moveTo>
                  <a:lnTo>
                    <a:pt x="45720" y="0"/>
                  </a:lnTo>
                  <a:lnTo>
                    <a:pt x="45720" y="762"/>
                  </a:lnTo>
                  <a:lnTo>
                    <a:pt x="48006" y="762"/>
                  </a:lnTo>
                  <a:lnTo>
                    <a:pt x="48006" y="0"/>
                  </a:lnTo>
                  <a:close/>
                </a:path>
                <a:path w="216535" h="1270">
                  <a:moveTo>
                    <a:pt x="51054" y="0"/>
                  </a:moveTo>
                  <a:lnTo>
                    <a:pt x="48768" y="0"/>
                  </a:lnTo>
                  <a:lnTo>
                    <a:pt x="48768" y="762"/>
                  </a:lnTo>
                  <a:lnTo>
                    <a:pt x="51054" y="762"/>
                  </a:lnTo>
                  <a:lnTo>
                    <a:pt x="51054" y="0"/>
                  </a:lnTo>
                  <a:close/>
                </a:path>
                <a:path w="216535" h="1270">
                  <a:moveTo>
                    <a:pt x="54102" y="0"/>
                  </a:moveTo>
                  <a:lnTo>
                    <a:pt x="51816" y="0"/>
                  </a:lnTo>
                  <a:lnTo>
                    <a:pt x="51816" y="762"/>
                  </a:lnTo>
                  <a:lnTo>
                    <a:pt x="54102" y="762"/>
                  </a:lnTo>
                  <a:lnTo>
                    <a:pt x="54102" y="0"/>
                  </a:lnTo>
                  <a:close/>
                </a:path>
                <a:path w="216535" h="1270">
                  <a:moveTo>
                    <a:pt x="57150" y="0"/>
                  </a:moveTo>
                  <a:lnTo>
                    <a:pt x="54864" y="0"/>
                  </a:lnTo>
                  <a:lnTo>
                    <a:pt x="54864" y="762"/>
                  </a:lnTo>
                  <a:lnTo>
                    <a:pt x="57150" y="762"/>
                  </a:lnTo>
                  <a:lnTo>
                    <a:pt x="57150" y="0"/>
                  </a:lnTo>
                  <a:close/>
                </a:path>
                <a:path w="216535" h="1270">
                  <a:moveTo>
                    <a:pt x="60198" y="0"/>
                  </a:moveTo>
                  <a:lnTo>
                    <a:pt x="57912" y="0"/>
                  </a:lnTo>
                  <a:lnTo>
                    <a:pt x="57912" y="762"/>
                  </a:lnTo>
                  <a:lnTo>
                    <a:pt x="60198" y="762"/>
                  </a:lnTo>
                  <a:lnTo>
                    <a:pt x="60198" y="0"/>
                  </a:lnTo>
                  <a:close/>
                </a:path>
                <a:path w="216535" h="1270">
                  <a:moveTo>
                    <a:pt x="63246" y="0"/>
                  </a:moveTo>
                  <a:lnTo>
                    <a:pt x="60960" y="0"/>
                  </a:lnTo>
                  <a:lnTo>
                    <a:pt x="60960" y="762"/>
                  </a:lnTo>
                  <a:lnTo>
                    <a:pt x="63246" y="762"/>
                  </a:lnTo>
                  <a:lnTo>
                    <a:pt x="63246" y="0"/>
                  </a:lnTo>
                  <a:close/>
                </a:path>
                <a:path w="216535" h="1270">
                  <a:moveTo>
                    <a:pt x="66294" y="0"/>
                  </a:moveTo>
                  <a:lnTo>
                    <a:pt x="64008" y="0"/>
                  </a:lnTo>
                  <a:lnTo>
                    <a:pt x="64008" y="762"/>
                  </a:lnTo>
                  <a:lnTo>
                    <a:pt x="66294" y="762"/>
                  </a:lnTo>
                  <a:lnTo>
                    <a:pt x="66294" y="0"/>
                  </a:lnTo>
                  <a:close/>
                </a:path>
                <a:path w="216535" h="1270">
                  <a:moveTo>
                    <a:pt x="69342" y="0"/>
                  </a:moveTo>
                  <a:lnTo>
                    <a:pt x="67056" y="0"/>
                  </a:lnTo>
                  <a:lnTo>
                    <a:pt x="67056" y="762"/>
                  </a:lnTo>
                  <a:lnTo>
                    <a:pt x="69342" y="762"/>
                  </a:lnTo>
                  <a:lnTo>
                    <a:pt x="69342" y="0"/>
                  </a:lnTo>
                  <a:close/>
                </a:path>
                <a:path w="216535" h="1270">
                  <a:moveTo>
                    <a:pt x="72390" y="0"/>
                  </a:moveTo>
                  <a:lnTo>
                    <a:pt x="70091" y="0"/>
                  </a:lnTo>
                  <a:lnTo>
                    <a:pt x="70091" y="762"/>
                  </a:lnTo>
                  <a:lnTo>
                    <a:pt x="72390" y="762"/>
                  </a:lnTo>
                  <a:lnTo>
                    <a:pt x="72390" y="0"/>
                  </a:lnTo>
                  <a:close/>
                </a:path>
                <a:path w="216535" h="1270">
                  <a:moveTo>
                    <a:pt x="75438" y="0"/>
                  </a:moveTo>
                  <a:lnTo>
                    <a:pt x="73152" y="0"/>
                  </a:lnTo>
                  <a:lnTo>
                    <a:pt x="73152" y="762"/>
                  </a:lnTo>
                  <a:lnTo>
                    <a:pt x="75438" y="762"/>
                  </a:lnTo>
                  <a:lnTo>
                    <a:pt x="75438" y="0"/>
                  </a:lnTo>
                  <a:close/>
                </a:path>
                <a:path w="216535" h="1270">
                  <a:moveTo>
                    <a:pt x="78486" y="0"/>
                  </a:moveTo>
                  <a:lnTo>
                    <a:pt x="76200" y="0"/>
                  </a:lnTo>
                  <a:lnTo>
                    <a:pt x="76200" y="762"/>
                  </a:lnTo>
                  <a:lnTo>
                    <a:pt x="78486" y="762"/>
                  </a:lnTo>
                  <a:lnTo>
                    <a:pt x="78486" y="0"/>
                  </a:lnTo>
                  <a:close/>
                </a:path>
                <a:path w="216535" h="1270">
                  <a:moveTo>
                    <a:pt x="81534" y="0"/>
                  </a:moveTo>
                  <a:lnTo>
                    <a:pt x="79248" y="0"/>
                  </a:lnTo>
                  <a:lnTo>
                    <a:pt x="79248" y="762"/>
                  </a:lnTo>
                  <a:lnTo>
                    <a:pt x="81534" y="762"/>
                  </a:lnTo>
                  <a:lnTo>
                    <a:pt x="81534" y="0"/>
                  </a:lnTo>
                  <a:close/>
                </a:path>
                <a:path w="216535" h="1270">
                  <a:moveTo>
                    <a:pt x="84582" y="0"/>
                  </a:moveTo>
                  <a:lnTo>
                    <a:pt x="82296" y="0"/>
                  </a:lnTo>
                  <a:lnTo>
                    <a:pt x="82296" y="762"/>
                  </a:lnTo>
                  <a:lnTo>
                    <a:pt x="84582" y="762"/>
                  </a:lnTo>
                  <a:lnTo>
                    <a:pt x="84582" y="0"/>
                  </a:lnTo>
                  <a:close/>
                </a:path>
                <a:path w="216535" h="1270">
                  <a:moveTo>
                    <a:pt x="87630" y="0"/>
                  </a:moveTo>
                  <a:lnTo>
                    <a:pt x="85344" y="0"/>
                  </a:lnTo>
                  <a:lnTo>
                    <a:pt x="85344" y="762"/>
                  </a:lnTo>
                  <a:lnTo>
                    <a:pt x="87630" y="762"/>
                  </a:lnTo>
                  <a:lnTo>
                    <a:pt x="87630" y="0"/>
                  </a:lnTo>
                  <a:close/>
                </a:path>
                <a:path w="216535" h="1270">
                  <a:moveTo>
                    <a:pt x="90678" y="0"/>
                  </a:moveTo>
                  <a:lnTo>
                    <a:pt x="88379" y="0"/>
                  </a:lnTo>
                  <a:lnTo>
                    <a:pt x="88379" y="762"/>
                  </a:lnTo>
                  <a:lnTo>
                    <a:pt x="90678" y="762"/>
                  </a:lnTo>
                  <a:lnTo>
                    <a:pt x="90678" y="0"/>
                  </a:lnTo>
                  <a:close/>
                </a:path>
                <a:path w="216535" h="1270">
                  <a:moveTo>
                    <a:pt x="93726" y="0"/>
                  </a:moveTo>
                  <a:lnTo>
                    <a:pt x="91440" y="0"/>
                  </a:lnTo>
                  <a:lnTo>
                    <a:pt x="91440" y="762"/>
                  </a:lnTo>
                  <a:lnTo>
                    <a:pt x="93726" y="762"/>
                  </a:lnTo>
                  <a:lnTo>
                    <a:pt x="93726" y="0"/>
                  </a:lnTo>
                  <a:close/>
                </a:path>
                <a:path w="216535" h="1270">
                  <a:moveTo>
                    <a:pt x="96774" y="0"/>
                  </a:moveTo>
                  <a:lnTo>
                    <a:pt x="94488" y="0"/>
                  </a:lnTo>
                  <a:lnTo>
                    <a:pt x="94488" y="762"/>
                  </a:lnTo>
                  <a:lnTo>
                    <a:pt x="96774" y="762"/>
                  </a:lnTo>
                  <a:lnTo>
                    <a:pt x="96774" y="0"/>
                  </a:lnTo>
                  <a:close/>
                </a:path>
                <a:path w="216535" h="1270">
                  <a:moveTo>
                    <a:pt x="99822" y="0"/>
                  </a:moveTo>
                  <a:lnTo>
                    <a:pt x="97536" y="0"/>
                  </a:lnTo>
                  <a:lnTo>
                    <a:pt x="97536" y="762"/>
                  </a:lnTo>
                  <a:lnTo>
                    <a:pt x="99822" y="762"/>
                  </a:lnTo>
                  <a:lnTo>
                    <a:pt x="99822" y="0"/>
                  </a:lnTo>
                  <a:close/>
                </a:path>
                <a:path w="216535" h="1270">
                  <a:moveTo>
                    <a:pt x="102870" y="0"/>
                  </a:moveTo>
                  <a:lnTo>
                    <a:pt x="100584" y="0"/>
                  </a:lnTo>
                  <a:lnTo>
                    <a:pt x="100584" y="762"/>
                  </a:lnTo>
                  <a:lnTo>
                    <a:pt x="102870" y="762"/>
                  </a:lnTo>
                  <a:lnTo>
                    <a:pt x="102870" y="0"/>
                  </a:lnTo>
                  <a:close/>
                </a:path>
                <a:path w="216535" h="1270">
                  <a:moveTo>
                    <a:pt x="105918" y="0"/>
                  </a:moveTo>
                  <a:lnTo>
                    <a:pt x="103632" y="0"/>
                  </a:lnTo>
                  <a:lnTo>
                    <a:pt x="103632" y="762"/>
                  </a:lnTo>
                  <a:lnTo>
                    <a:pt x="105918" y="762"/>
                  </a:lnTo>
                  <a:lnTo>
                    <a:pt x="105918" y="0"/>
                  </a:lnTo>
                  <a:close/>
                </a:path>
                <a:path w="216535" h="1270">
                  <a:moveTo>
                    <a:pt x="108966" y="0"/>
                  </a:moveTo>
                  <a:lnTo>
                    <a:pt x="106667" y="0"/>
                  </a:lnTo>
                  <a:lnTo>
                    <a:pt x="106667" y="762"/>
                  </a:lnTo>
                  <a:lnTo>
                    <a:pt x="108966" y="762"/>
                  </a:lnTo>
                  <a:lnTo>
                    <a:pt x="108966" y="0"/>
                  </a:lnTo>
                  <a:close/>
                </a:path>
                <a:path w="216535" h="1270">
                  <a:moveTo>
                    <a:pt x="112014" y="0"/>
                  </a:moveTo>
                  <a:lnTo>
                    <a:pt x="109728" y="0"/>
                  </a:lnTo>
                  <a:lnTo>
                    <a:pt x="109728" y="762"/>
                  </a:lnTo>
                  <a:lnTo>
                    <a:pt x="112014" y="762"/>
                  </a:lnTo>
                  <a:lnTo>
                    <a:pt x="112014" y="0"/>
                  </a:lnTo>
                  <a:close/>
                </a:path>
                <a:path w="216535" h="1270">
                  <a:moveTo>
                    <a:pt x="115062" y="0"/>
                  </a:moveTo>
                  <a:lnTo>
                    <a:pt x="112776" y="0"/>
                  </a:lnTo>
                  <a:lnTo>
                    <a:pt x="112776" y="762"/>
                  </a:lnTo>
                  <a:lnTo>
                    <a:pt x="115062" y="762"/>
                  </a:lnTo>
                  <a:lnTo>
                    <a:pt x="115062" y="0"/>
                  </a:lnTo>
                  <a:close/>
                </a:path>
                <a:path w="216535" h="1270">
                  <a:moveTo>
                    <a:pt x="118110" y="0"/>
                  </a:moveTo>
                  <a:lnTo>
                    <a:pt x="115824" y="0"/>
                  </a:lnTo>
                  <a:lnTo>
                    <a:pt x="115824" y="762"/>
                  </a:lnTo>
                  <a:lnTo>
                    <a:pt x="118110" y="762"/>
                  </a:lnTo>
                  <a:lnTo>
                    <a:pt x="118110" y="0"/>
                  </a:lnTo>
                  <a:close/>
                </a:path>
                <a:path w="216535" h="1270">
                  <a:moveTo>
                    <a:pt x="121158" y="0"/>
                  </a:moveTo>
                  <a:lnTo>
                    <a:pt x="118872" y="0"/>
                  </a:lnTo>
                  <a:lnTo>
                    <a:pt x="118872" y="762"/>
                  </a:lnTo>
                  <a:lnTo>
                    <a:pt x="121158" y="762"/>
                  </a:lnTo>
                  <a:lnTo>
                    <a:pt x="121158" y="0"/>
                  </a:lnTo>
                  <a:close/>
                </a:path>
                <a:path w="216535" h="1270">
                  <a:moveTo>
                    <a:pt x="124206" y="0"/>
                  </a:moveTo>
                  <a:lnTo>
                    <a:pt x="121920" y="0"/>
                  </a:lnTo>
                  <a:lnTo>
                    <a:pt x="121920" y="762"/>
                  </a:lnTo>
                  <a:lnTo>
                    <a:pt x="124206" y="762"/>
                  </a:lnTo>
                  <a:lnTo>
                    <a:pt x="124206" y="0"/>
                  </a:lnTo>
                  <a:close/>
                </a:path>
                <a:path w="216535" h="1270">
                  <a:moveTo>
                    <a:pt x="127254" y="0"/>
                  </a:moveTo>
                  <a:lnTo>
                    <a:pt x="124968" y="0"/>
                  </a:lnTo>
                  <a:lnTo>
                    <a:pt x="124968" y="762"/>
                  </a:lnTo>
                  <a:lnTo>
                    <a:pt x="127254" y="762"/>
                  </a:lnTo>
                  <a:lnTo>
                    <a:pt x="127254" y="0"/>
                  </a:lnTo>
                  <a:close/>
                </a:path>
                <a:path w="216535" h="1270">
                  <a:moveTo>
                    <a:pt x="130302" y="0"/>
                  </a:moveTo>
                  <a:lnTo>
                    <a:pt x="128016" y="0"/>
                  </a:lnTo>
                  <a:lnTo>
                    <a:pt x="128016" y="762"/>
                  </a:lnTo>
                  <a:lnTo>
                    <a:pt x="130302" y="762"/>
                  </a:lnTo>
                  <a:lnTo>
                    <a:pt x="130302" y="0"/>
                  </a:lnTo>
                  <a:close/>
                </a:path>
                <a:path w="216535" h="1270">
                  <a:moveTo>
                    <a:pt x="134112" y="0"/>
                  </a:moveTo>
                  <a:lnTo>
                    <a:pt x="131826" y="0"/>
                  </a:lnTo>
                  <a:lnTo>
                    <a:pt x="131826" y="762"/>
                  </a:lnTo>
                  <a:lnTo>
                    <a:pt x="134112" y="762"/>
                  </a:lnTo>
                  <a:lnTo>
                    <a:pt x="134112" y="0"/>
                  </a:lnTo>
                  <a:close/>
                </a:path>
                <a:path w="216535" h="1270">
                  <a:moveTo>
                    <a:pt x="137160" y="0"/>
                  </a:moveTo>
                  <a:lnTo>
                    <a:pt x="134874" y="0"/>
                  </a:lnTo>
                  <a:lnTo>
                    <a:pt x="134874" y="762"/>
                  </a:lnTo>
                  <a:lnTo>
                    <a:pt x="137160" y="762"/>
                  </a:lnTo>
                  <a:lnTo>
                    <a:pt x="137160" y="0"/>
                  </a:lnTo>
                  <a:close/>
                </a:path>
                <a:path w="216535" h="1270">
                  <a:moveTo>
                    <a:pt x="140208" y="0"/>
                  </a:moveTo>
                  <a:lnTo>
                    <a:pt x="137922" y="0"/>
                  </a:lnTo>
                  <a:lnTo>
                    <a:pt x="137922" y="762"/>
                  </a:lnTo>
                  <a:lnTo>
                    <a:pt x="140208" y="762"/>
                  </a:lnTo>
                  <a:lnTo>
                    <a:pt x="140208" y="0"/>
                  </a:lnTo>
                  <a:close/>
                </a:path>
                <a:path w="216535" h="1270">
                  <a:moveTo>
                    <a:pt x="143256" y="0"/>
                  </a:moveTo>
                  <a:lnTo>
                    <a:pt x="140970" y="0"/>
                  </a:lnTo>
                  <a:lnTo>
                    <a:pt x="140970" y="762"/>
                  </a:lnTo>
                  <a:lnTo>
                    <a:pt x="143256" y="762"/>
                  </a:lnTo>
                  <a:lnTo>
                    <a:pt x="143256" y="0"/>
                  </a:lnTo>
                  <a:close/>
                </a:path>
                <a:path w="216535" h="1270">
                  <a:moveTo>
                    <a:pt x="146304" y="0"/>
                  </a:moveTo>
                  <a:lnTo>
                    <a:pt x="144018" y="0"/>
                  </a:lnTo>
                  <a:lnTo>
                    <a:pt x="144018" y="762"/>
                  </a:lnTo>
                  <a:lnTo>
                    <a:pt x="146304" y="762"/>
                  </a:lnTo>
                  <a:lnTo>
                    <a:pt x="146304" y="0"/>
                  </a:lnTo>
                  <a:close/>
                </a:path>
                <a:path w="216535" h="1270">
                  <a:moveTo>
                    <a:pt x="149352" y="0"/>
                  </a:moveTo>
                  <a:lnTo>
                    <a:pt x="147066" y="0"/>
                  </a:lnTo>
                  <a:lnTo>
                    <a:pt x="147066" y="762"/>
                  </a:lnTo>
                  <a:lnTo>
                    <a:pt x="149352" y="762"/>
                  </a:lnTo>
                  <a:lnTo>
                    <a:pt x="149352" y="0"/>
                  </a:lnTo>
                  <a:close/>
                </a:path>
                <a:path w="216535" h="1270">
                  <a:moveTo>
                    <a:pt x="152400" y="0"/>
                  </a:moveTo>
                  <a:lnTo>
                    <a:pt x="150114" y="0"/>
                  </a:lnTo>
                  <a:lnTo>
                    <a:pt x="150114" y="762"/>
                  </a:lnTo>
                  <a:lnTo>
                    <a:pt x="152400" y="762"/>
                  </a:lnTo>
                  <a:lnTo>
                    <a:pt x="152400" y="0"/>
                  </a:lnTo>
                  <a:close/>
                </a:path>
                <a:path w="216535" h="1270">
                  <a:moveTo>
                    <a:pt x="155448" y="0"/>
                  </a:moveTo>
                  <a:lnTo>
                    <a:pt x="153162" y="0"/>
                  </a:lnTo>
                  <a:lnTo>
                    <a:pt x="153162" y="762"/>
                  </a:lnTo>
                  <a:lnTo>
                    <a:pt x="155448" y="762"/>
                  </a:lnTo>
                  <a:lnTo>
                    <a:pt x="155448" y="0"/>
                  </a:lnTo>
                  <a:close/>
                </a:path>
                <a:path w="216535" h="1270">
                  <a:moveTo>
                    <a:pt x="158496" y="0"/>
                  </a:moveTo>
                  <a:lnTo>
                    <a:pt x="156210" y="0"/>
                  </a:lnTo>
                  <a:lnTo>
                    <a:pt x="156210" y="762"/>
                  </a:lnTo>
                  <a:lnTo>
                    <a:pt x="158496" y="762"/>
                  </a:lnTo>
                  <a:lnTo>
                    <a:pt x="158496" y="0"/>
                  </a:lnTo>
                  <a:close/>
                </a:path>
                <a:path w="216535" h="1270">
                  <a:moveTo>
                    <a:pt x="161544" y="0"/>
                  </a:moveTo>
                  <a:lnTo>
                    <a:pt x="159258" y="0"/>
                  </a:lnTo>
                  <a:lnTo>
                    <a:pt x="159258" y="762"/>
                  </a:lnTo>
                  <a:lnTo>
                    <a:pt x="161544" y="762"/>
                  </a:lnTo>
                  <a:lnTo>
                    <a:pt x="161544" y="0"/>
                  </a:lnTo>
                  <a:close/>
                </a:path>
                <a:path w="216535" h="1270">
                  <a:moveTo>
                    <a:pt x="164592" y="0"/>
                  </a:moveTo>
                  <a:lnTo>
                    <a:pt x="162306" y="0"/>
                  </a:lnTo>
                  <a:lnTo>
                    <a:pt x="162306" y="762"/>
                  </a:lnTo>
                  <a:lnTo>
                    <a:pt x="164592" y="762"/>
                  </a:lnTo>
                  <a:lnTo>
                    <a:pt x="164592" y="0"/>
                  </a:lnTo>
                  <a:close/>
                </a:path>
                <a:path w="216535" h="1270">
                  <a:moveTo>
                    <a:pt x="167640" y="0"/>
                  </a:moveTo>
                  <a:lnTo>
                    <a:pt x="165341" y="0"/>
                  </a:lnTo>
                  <a:lnTo>
                    <a:pt x="165341" y="762"/>
                  </a:lnTo>
                  <a:lnTo>
                    <a:pt x="167640" y="762"/>
                  </a:lnTo>
                  <a:lnTo>
                    <a:pt x="167640" y="0"/>
                  </a:lnTo>
                  <a:close/>
                </a:path>
                <a:path w="216535" h="1270">
                  <a:moveTo>
                    <a:pt x="170688" y="0"/>
                  </a:moveTo>
                  <a:lnTo>
                    <a:pt x="168402" y="0"/>
                  </a:lnTo>
                  <a:lnTo>
                    <a:pt x="168402" y="762"/>
                  </a:lnTo>
                  <a:lnTo>
                    <a:pt x="170688" y="762"/>
                  </a:lnTo>
                  <a:lnTo>
                    <a:pt x="170688" y="0"/>
                  </a:lnTo>
                  <a:close/>
                </a:path>
                <a:path w="216535" h="1270">
                  <a:moveTo>
                    <a:pt x="173736" y="0"/>
                  </a:moveTo>
                  <a:lnTo>
                    <a:pt x="171450" y="0"/>
                  </a:lnTo>
                  <a:lnTo>
                    <a:pt x="171450" y="762"/>
                  </a:lnTo>
                  <a:lnTo>
                    <a:pt x="173736" y="762"/>
                  </a:lnTo>
                  <a:lnTo>
                    <a:pt x="173736" y="0"/>
                  </a:lnTo>
                  <a:close/>
                </a:path>
                <a:path w="216535" h="1270">
                  <a:moveTo>
                    <a:pt x="176784" y="0"/>
                  </a:moveTo>
                  <a:lnTo>
                    <a:pt x="174498" y="0"/>
                  </a:lnTo>
                  <a:lnTo>
                    <a:pt x="174498" y="762"/>
                  </a:lnTo>
                  <a:lnTo>
                    <a:pt x="176784" y="762"/>
                  </a:lnTo>
                  <a:lnTo>
                    <a:pt x="176784" y="0"/>
                  </a:lnTo>
                  <a:close/>
                </a:path>
                <a:path w="216535" h="1270">
                  <a:moveTo>
                    <a:pt x="179832" y="0"/>
                  </a:moveTo>
                  <a:lnTo>
                    <a:pt x="177546" y="0"/>
                  </a:lnTo>
                  <a:lnTo>
                    <a:pt x="177546" y="762"/>
                  </a:lnTo>
                  <a:lnTo>
                    <a:pt x="179832" y="762"/>
                  </a:lnTo>
                  <a:lnTo>
                    <a:pt x="179832" y="0"/>
                  </a:lnTo>
                  <a:close/>
                </a:path>
                <a:path w="216535" h="1270">
                  <a:moveTo>
                    <a:pt x="182880" y="0"/>
                  </a:moveTo>
                  <a:lnTo>
                    <a:pt x="180594" y="0"/>
                  </a:lnTo>
                  <a:lnTo>
                    <a:pt x="180594" y="762"/>
                  </a:lnTo>
                  <a:lnTo>
                    <a:pt x="182880" y="762"/>
                  </a:lnTo>
                  <a:lnTo>
                    <a:pt x="182880" y="0"/>
                  </a:lnTo>
                  <a:close/>
                </a:path>
                <a:path w="216535" h="1270">
                  <a:moveTo>
                    <a:pt x="185928" y="0"/>
                  </a:moveTo>
                  <a:lnTo>
                    <a:pt x="183629" y="0"/>
                  </a:lnTo>
                  <a:lnTo>
                    <a:pt x="183629" y="762"/>
                  </a:lnTo>
                  <a:lnTo>
                    <a:pt x="185928" y="762"/>
                  </a:lnTo>
                  <a:lnTo>
                    <a:pt x="185928" y="0"/>
                  </a:lnTo>
                  <a:close/>
                </a:path>
                <a:path w="216535" h="1270">
                  <a:moveTo>
                    <a:pt x="188976" y="0"/>
                  </a:moveTo>
                  <a:lnTo>
                    <a:pt x="186690" y="0"/>
                  </a:lnTo>
                  <a:lnTo>
                    <a:pt x="186690" y="762"/>
                  </a:lnTo>
                  <a:lnTo>
                    <a:pt x="188976" y="762"/>
                  </a:lnTo>
                  <a:lnTo>
                    <a:pt x="188976" y="0"/>
                  </a:lnTo>
                  <a:close/>
                </a:path>
                <a:path w="216535" h="1270">
                  <a:moveTo>
                    <a:pt x="192024" y="0"/>
                  </a:moveTo>
                  <a:lnTo>
                    <a:pt x="189738" y="0"/>
                  </a:lnTo>
                  <a:lnTo>
                    <a:pt x="189738" y="762"/>
                  </a:lnTo>
                  <a:lnTo>
                    <a:pt x="192024" y="762"/>
                  </a:lnTo>
                  <a:lnTo>
                    <a:pt x="192024" y="0"/>
                  </a:lnTo>
                  <a:close/>
                </a:path>
                <a:path w="216535" h="1270">
                  <a:moveTo>
                    <a:pt x="195072" y="0"/>
                  </a:moveTo>
                  <a:lnTo>
                    <a:pt x="192786" y="0"/>
                  </a:lnTo>
                  <a:lnTo>
                    <a:pt x="192786" y="762"/>
                  </a:lnTo>
                  <a:lnTo>
                    <a:pt x="195072" y="762"/>
                  </a:lnTo>
                  <a:lnTo>
                    <a:pt x="195072" y="0"/>
                  </a:lnTo>
                  <a:close/>
                </a:path>
                <a:path w="216535" h="1270">
                  <a:moveTo>
                    <a:pt x="198120" y="0"/>
                  </a:moveTo>
                  <a:lnTo>
                    <a:pt x="195834" y="0"/>
                  </a:lnTo>
                  <a:lnTo>
                    <a:pt x="195834" y="762"/>
                  </a:lnTo>
                  <a:lnTo>
                    <a:pt x="198120" y="762"/>
                  </a:lnTo>
                  <a:lnTo>
                    <a:pt x="198120" y="0"/>
                  </a:lnTo>
                  <a:close/>
                </a:path>
                <a:path w="216535" h="1270">
                  <a:moveTo>
                    <a:pt x="201168" y="0"/>
                  </a:moveTo>
                  <a:lnTo>
                    <a:pt x="198882" y="0"/>
                  </a:lnTo>
                  <a:lnTo>
                    <a:pt x="198882" y="762"/>
                  </a:lnTo>
                  <a:lnTo>
                    <a:pt x="201168" y="762"/>
                  </a:lnTo>
                  <a:lnTo>
                    <a:pt x="201168" y="0"/>
                  </a:lnTo>
                  <a:close/>
                </a:path>
                <a:path w="216535" h="1270">
                  <a:moveTo>
                    <a:pt x="204216" y="0"/>
                  </a:moveTo>
                  <a:lnTo>
                    <a:pt x="201917" y="0"/>
                  </a:lnTo>
                  <a:lnTo>
                    <a:pt x="201917" y="762"/>
                  </a:lnTo>
                  <a:lnTo>
                    <a:pt x="204216" y="762"/>
                  </a:lnTo>
                  <a:lnTo>
                    <a:pt x="204216" y="0"/>
                  </a:lnTo>
                  <a:close/>
                </a:path>
                <a:path w="216535" h="1270">
                  <a:moveTo>
                    <a:pt x="207264" y="0"/>
                  </a:moveTo>
                  <a:lnTo>
                    <a:pt x="204978" y="0"/>
                  </a:lnTo>
                  <a:lnTo>
                    <a:pt x="204978" y="762"/>
                  </a:lnTo>
                  <a:lnTo>
                    <a:pt x="207264" y="762"/>
                  </a:lnTo>
                  <a:lnTo>
                    <a:pt x="207264" y="0"/>
                  </a:lnTo>
                  <a:close/>
                </a:path>
                <a:path w="216535" h="1270">
                  <a:moveTo>
                    <a:pt x="210312" y="0"/>
                  </a:moveTo>
                  <a:lnTo>
                    <a:pt x="208026" y="0"/>
                  </a:lnTo>
                  <a:lnTo>
                    <a:pt x="208026" y="762"/>
                  </a:lnTo>
                  <a:lnTo>
                    <a:pt x="210312" y="762"/>
                  </a:lnTo>
                  <a:lnTo>
                    <a:pt x="210312" y="0"/>
                  </a:lnTo>
                  <a:close/>
                </a:path>
                <a:path w="216535" h="1270">
                  <a:moveTo>
                    <a:pt x="213360" y="0"/>
                  </a:moveTo>
                  <a:lnTo>
                    <a:pt x="211074" y="0"/>
                  </a:lnTo>
                  <a:lnTo>
                    <a:pt x="211074" y="762"/>
                  </a:lnTo>
                  <a:lnTo>
                    <a:pt x="213360" y="762"/>
                  </a:lnTo>
                  <a:lnTo>
                    <a:pt x="213360" y="0"/>
                  </a:lnTo>
                  <a:close/>
                </a:path>
                <a:path w="216535" h="1270">
                  <a:moveTo>
                    <a:pt x="216408" y="0"/>
                  </a:moveTo>
                  <a:lnTo>
                    <a:pt x="214122" y="0"/>
                  </a:lnTo>
                  <a:lnTo>
                    <a:pt x="214122" y="762"/>
                  </a:lnTo>
                  <a:lnTo>
                    <a:pt x="216408" y="762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450080" y="5423915"/>
              <a:ext cx="215900" cy="1270"/>
            </a:xfrm>
            <a:custGeom>
              <a:avLst/>
              <a:gdLst/>
              <a:ahLst/>
              <a:cxnLst/>
              <a:rect l="l" t="t" r="r" b="b"/>
              <a:pathLst>
                <a:path w="215900" h="1270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2286" y="0"/>
                  </a:lnTo>
                  <a:close/>
                </a:path>
                <a:path w="215900" h="1270">
                  <a:moveTo>
                    <a:pt x="5334" y="0"/>
                  </a:moveTo>
                  <a:lnTo>
                    <a:pt x="3048" y="0"/>
                  </a:lnTo>
                  <a:lnTo>
                    <a:pt x="3048" y="762"/>
                  </a:lnTo>
                  <a:lnTo>
                    <a:pt x="5334" y="762"/>
                  </a:lnTo>
                  <a:lnTo>
                    <a:pt x="5334" y="0"/>
                  </a:lnTo>
                  <a:close/>
                </a:path>
                <a:path w="215900" h="1270">
                  <a:moveTo>
                    <a:pt x="8382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8382" y="762"/>
                  </a:lnTo>
                  <a:lnTo>
                    <a:pt x="8382" y="0"/>
                  </a:lnTo>
                  <a:close/>
                </a:path>
                <a:path w="215900" h="1270">
                  <a:moveTo>
                    <a:pt x="11430" y="0"/>
                  </a:moveTo>
                  <a:lnTo>
                    <a:pt x="9144" y="0"/>
                  </a:lnTo>
                  <a:lnTo>
                    <a:pt x="9144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  <a:path w="215900" h="1270">
                  <a:moveTo>
                    <a:pt x="14478" y="0"/>
                  </a:moveTo>
                  <a:lnTo>
                    <a:pt x="12192" y="0"/>
                  </a:lnTo>
                  <a:lnTo>
                    <a:pt x="12192" y="762"/>
                  </a:lnTo>
                  <a:lnTo>
                    <a:pt x="14478" y="762"/>
                  </a:lnTo>
                  <a:lnTo>
                    <a:pt x="14478" y="0"/>
                  </a:lnTo>
                  <a:close/>
                </a:path>
                <a:path w="215900" h="1270">
                  <a:moveTo>
                    <a:pt x="17526" y="0"/>
                  </a:moveTo>
                  <a:lnTo>
                    <a:pt x="15227" y="0"/>
                  </a:lnTo>
                  <a:lnTo>
                    <a:pt x="15227" y="762"/>
                  </a:lnTo>
                  <a:lnTo>
                    <a:pt x="17526" y="762"/>
                  </a:lnTo>
                  <a:lnTo>
                    <a:pt x="17526" y="0"/>
                  </a:lnTo>
                  <a:close/>
                </a:path>
                <a:path w="215900" h="1270">
                  <a:moveTo>
                    <a:pt x="20574" y="0"/>
                  </a:moveTo>
                  <a:lnTo>
                    <a:pt x="18288" y="0"/>
                  </a:lnTo>
                  <a:lnTo>
                    <a:pt x="18288" y="762"/>
                  </a:lnTo>
                  <a:lnTo>
                    <a:pt x="20574" y="762"/>
                  </a:lnTo>
                  <a:lnTo>
                    <a:pt x="20574" y="0"/>
                  </a:lnTo>
                  <a:close/>
                </a:path>
                <a:path w="215900" h="1270">
                  <a:moveTo>
                    <a:pt x="23622" y="0"/>
                  </a:moveTo>
                  <a:lnTo>
                    <a:pt x="21336" y="0"/>
                  </a:lnTo>
                  <a:lnTo>
                    <a:pt x="21336" y="762"/>
                  </a:lnTo>
                  <a:lnTo>
                    <a:pt x="23622" y="762"/>
                  </a:lnTo>
                  <a:lnTo>
                    <a:pt x="23622" y="0"/>
                  </a:lnTo>
                  <a:close/>
                </a:path>
                <a:path w="215900" h="1270">
                  <a:moveTo>
                    <a:pt x="26670" y="0"/>
                  </a:moveTo>
                  <a:lnTo>
                    <a:pt x="24384" y="0"/>
                  </a:lnTo>
                  <a:lnTo>
                    <a:pt x="24384" y="762"/>
                  </a:lnTo>
                  <a:lnTo>
                    <a:pt x="26670" y="762"/>
                  </a:lnTo>
                  <a:lnTo>
                    <a:pt x="26670" y="0"/>
                  </a:lnTo>
                  <a:close/>
                </a:path>
                <a:path w="215900" h="1270">
                  <a:moveTo>
                    <a:pt x="29718" y="0"/>
                  </a:moveTo>
                  <a:lnTo>
                    <a:pt x="27432" y="0"/>
                  </a:lnTo>
                  <a:lnTo>
                    <a:pt x="27432" y="762"/>
                  </a:lnTo>
                  <a:lnTo>
                    <a:pt x="29718" y="762"/>
                  </a:lnTo>
                  <a:lnTo>
                    <a:pt x="29718" y="0"/>
                  </a:lnTo>
                  <a:close/>
                </a:path>
                <a:path w="215900" h="1270">
                  <a:moveTo>
                    <a:pt x="32766" y="0"/>
                  </a:moveTo>
                  <a:lnTo>
                    <a:pt x="30480" y="0"/>
                  </a:lnTo>
                  <a:lnTo>
                    <a:pt x="30480" y="762"/>
                  </a:lnTo>
                  <a:lnTo>
                    <a:pt x="32766" y="762"/>
                  </a:lnTo>
                  <a:lnTo>
                    <a:pt x="32766" y="0"/>
                  </a:lnTo>
                  <a:close/>
                </a:path>
                <a:path w="215900" h="1270">
                  <a:moveTo>
                    <a:pt x="35814" y="0"/>
                  </a:moveTo>
                  <a:lnTo>
                    <a:pt x="33528" y="0"/>
                  </a:lnTo>
                  <a:lnTo>
                    <a:pt x="33528" y="762"/>
                  </a:lnTo>
                  <a:lnTo>
                    <a:pt x="35814" y="762"/>
                  </a:lnTo>
                  <a:lnTo>
                    <a:pt x="35814" y="0"/>
                  </a:lnTo>
                  <a:close/>
                </a:path>
                <a:path w="215900" h="1270">
                  <a:moveTo>
                    <a:pt x="38862" y="0"/>
                  </a:moveTo>
                  <a:lnTo>
                    <a:pt x="36576" y="0"/>
                  </a:lnTo>
                  <a:lnTo>
                    <a:pt x="36576" y="762"/>
                  </a:lnTo>
                  <a:lnTo>
                    <a:pt x="38862" y="762"/>
                  </a:lnTo>
                  <a:lnTo>
                    <a:pt x="38862" y="0"/>
                  </a:lnTo>
                  <a:close/>
                </a:path>
                <a:path w="215900" h="1270">
                  <a:moveTo>
                    <a:pt x="41910" y="0"/>
                  </a:moveTo>
                  <a:lnTo>
                    <a:pt x="39624" y="0"/>
                  </a:lnTo>
                  <a:lnTo>
                    <a:pt x="39624" y="762"/>
                  </a:lnTo>
                  <a:lnTo>
                    <a:pt x="41910" y="762"/>
                  </a:lnTo>
                  <a:lnTo>
                    <a:pt x="41910" y="0"/>
                  </a:lnTo>
                  <a:close/>
                </a:path>
                <a:path w="215900" h="1270">
                  <a:moveTo>
                    <a:pt x="44958" y="0"/>
                  </a:moveTo>
                  <a:lnTo>
                    <a:pt x="42672" y="0"/>
                  </a:lnTo>
                  <a:lnTo>
                    <a:pt x="42672" y="762"/>
                  </a:lnTo>
                  <a:lnTo>
                    <a:pt x="44958" y="762"/>
                  </a:lnTo>
                  <a:lnTo>
                    <a:pt x="44958" y="0"/>
                  </a:lnTo>
                  <a:close/>
                </a:path>
                <a:path w="215900" h="1270">
                  <a:moveTo>
                    <a:pt x="48006" y="0"/>
                  </a:moveTo>
                  <a:lnTo>
                    <a:pt x="45720" y="0"/>
                  </a:lnTo>
                  <a:lnTo>
                    <a:pt x="45720" y="762"/>
                  </a:lnTo>
                  <a:lnTo>
                    <a:pt x="48006" y="762"/>
                  </a:lnTo>
                  <a:lnTo>
                    <a:pt x="48006" y="0"/>
                  </a:lnTo>
                  <a:close/>
                </a:path>
                <a:path w="215900" h="1270">
                  <a:moveTo>
                    <a:pt x="51054" y="0"/>
                  </a:moveTo>
                  <a:lnTo>
                    <a:pt x="48768" y="0"/>
                  </a:lnTo>
                  <a:lnTo>
                    <a:pt x="48768" y="762"/>
                  </a:lnTo>
                  <a:lnTo>
                    <a:pt x="51054" y="762"/>
                  </a:lnTo>
                  <a:lnTo>
                    <a:pt x="51054" y="0"/>
                  </a:lnTo>
                  <a:close/>
                </a:path>
                <a:path w="215900" h="1270">
                  <a:moveTo>
                    <a:pt x="54102" y="0"/>
                  </a:moveTo>
                  <a:lnTo>
                    <a:pt x="51816" y="0"/>
                  </a:lnTo>
                  <a:lnTo>
                    <a:pt x="51816" y="762"/>
                  </a:lnTo>
                  <a:lnTo>
                    <a:pt x="54102" y="762"/>
                  </a:lnTo>
                  <a:lnTo>
                    <a:pt x="54102" y="0"/>
                  </a:lnTo>
                  <a:close/>
                </a:path>
                <a:path w="215900" h="1270">
                  <a:moveTo>
                    <a:pt x="57150" y="0"/>
                  </a:moveTo>
                  <a:lnTo>
                    <a:pt x="54851" y="0"/>
                  </a:lnTo>
                  <a:lnTo>
                    <a:pt x="54851" y="762"/>
                  </a:lnTo>
                  <a:lnTo>
                    <a:pt x="57150" y="762"/>
                  </a:lnTo>
                  <a:lnTo>
                    <a:pt x="57150" y="0"/>
                  </a:lnTo>
                  <a:close/>
                </a:path>
                <a:path w="215900" h="1270">
                  <a:moveTo>
                    <a:pt x="60198" y="0"/>
                  </a:moveTo>
                  <a:lnTo>
                    <a:pt x="57912" y="0"/>
                  </a:lnTo>
                  <a:lnTo>
                    <a:pt x="57912" y="762"/>
                  </a:lnTo>
                  <a:lnTo>
                    <a:pt x="60198" y="762"/>
                  </a:lnTo>
                  <a:lnTo>
                    <a:pt x="60198" y="0"/>
                  </a:lnTo>
                  <a:close/>
                </a:path>
                <a:path w="215900" h="1270">
                  <a:moveTo>
                    <a:pt x="63246" y="0"/>
                  </a:moveTo>
                  <a:lnTo>
                    <a:pt x="60960" y="0"/>
                  </a:lnTo>
                  <a:lnTo>
                    <a:pt x="60960" y="762"/>
                  </a:lnTo>
                  <a:lnTo>
                    <a:pt x="63246" y="762"/>
                  </a:lnTo>
                  <a:lnTo>
                    <a:pt x="63246" y="0"/>
                  </a:lnTo>
                  <a:close/>
                </a:path>
                <a:path w="215900" h="1270">
                  <a:moveTo>
                    <a:pt x="66294" y="0"/>
                  </a:moveTo>
                  <a:lnTo>
                    <a:pt x="64008" y="0"/>
                  </a:lnTo>
                  <a:lnTo>
                    <a:pt x="64008" y="762"/>
                  </a:lnTo>
                  <a:lnTo>
                    <a:pt x="66294" y="762"/>
                  </a:lnTo>
                  <a:lnTo>
                    <a:pt x="66294" y="0"/>
                  </a:lnTo>
                  <a:close/>
                </a:path>
                <a:path w="215900" h="1270">
                  <a:moveTo>
                    <a:pt x="69342" y="0"/>
                  </a:moveTo>
                  <a:lnTo>
                    <a:pt x="67056" y="0"/>
                  </a:lnTo>
                  <a:lnTo>
                    <a:pt x="67056" y="762"/>
                  </a:lnTo>
                  <a:lnTo>
                    <a:pt x="69342" y="762"/>
                  </a:lnTo>
                  <a:lnTo>
                    <a:pt x="69342" y="0"/>
                  </a:lnTo>
                  <a:close/>
                </a:path>
                <a:path w="215900" h="1270">
                  <a:moveTo>
                    <a:pt x="72390" y="0"/>
                  </a:moveTo>
                  <a:lnTo>
                    <a:pt x="70104" y="0"/>
                  </a:lnTo>
                  <a:lnTo>
                    <a:pt x="70104" y="762"/>
                  </a:lnTo>
                  <a:lnTo>
                    <a:pt x="72390" y="762"/>
                  </a:lnTo>
                  <a:lnTo>
                    <a:pt x="72390" y="0"/>
                  </a:lnTo>
                  <a:close/>
                </a:path>
                <a:path w="215900" h="1270">
                  <a:moveTo>
                    <a:pt x="75438" y="0"/>
                  </a:moveTo>
                  <a:lnTo>
                    <a:pt x="73139" y="0"/>
                  </a:lnTo>
                  <a:lnTo>
                    <a:pt x="73139" y="762"/>
                  </a:lnTo>
                  <a:lnTo>
                    <a:pt x="75438" y="762"/>
                  </a:lnTo>
                  <a:lnTo>
                    <a:pt x="75438" y="0"/>
                  </a:lnTo>
                  <a:close/>
                </a:path>
                <a:path w="215900" h="1270">
                  <a:moveTo>
                    <a:pt x="78486" y="0"/>
                  </a:moveTo>
                  <a:lnTo>
                    <a:pt x="76200" y="0"/>
                  </a:lnTo>
                  <a:lnTo>
                    <a:pt x="76200" y="762"/>
                  </a:lnTo>
                  <a:lnTo>
                    <a:pt x="78486" y="762"/>
                  </a:lnTo>
                  <a:lnTo>
                    <a:pt x="78486" y="0"/>
                  </a:lnTo>
                  <a:close/>
                </a:path>
                <a:path w="215900" h="1270">
                  <a:moveTo>
                    <a:pt x="81534" y="0"/>
                  </a:moveTo>
                  <a:lnTo>
                    <a:pt x="79248" y="0"/>
                  </a:lnTo>
                  <a:lnTo>
                    <a:pt x="79248" y="762"/>
                  </a:lnTo>
                  <a:lnTo>
                    <a:pt x="81534" y="762"/>
                  </a:lnTo>
                  <a:lnTo>
                    <a:pt x="81534" y="0"/>
                  </a:lnTo>
                  <a:close/>
                </a:path>
                <a:path w="215900" h="1270">
                  <a:moveTo>
                    <a:pt x="84582" y="0"/>
                  </a:moveTo>
                  <a:lnTo>
                    <a:pt x="82296" y="0"/>
                  </a:lnTo>
                  <a:lnTo>
                    <a:pt x="82296" y="762"/>
                  </a:lnTo>
                  <a:lnTo>
                    <a:pt x="84582" y="762"/>
                  </a:lnTo>
                  <a:lnTo>
                    <a:pt x="84582" y="0"/>
                  </a:lnTo>
                  <a:close/>
                </a:path>
                <a:path w="215900" h="1270">
                  <a:moveTo>
                    <a:pt x="87630" y="0"/>
                  </a:moveTo>
                  <a:lnTo>
                    <a:pt x="85344" y="0"/>
                  </a:lnTo>
                  <a:lnTo>
                    <a:pt x="85344" y="762"/>
                  </a:lnTo>
                  <a:lnTo>
                    <a:pt x="87630" y="762"/>
                  </a:lnTo>
                  <a:lnTo>
                    <a:pt x="87630" y="0"/>
                  </a:lnTo>
                  <a:close/>
                </a:path>
                <a:path w="215900" h="1270">
                  <a:moveTo>
                    <a:pt x="90678" y="0"/>
                  </a:moveTo>
                  <a:lnTo>
                    <a:pt x="88392" y="0"/>
                  </a:lnTo>
                  <a:lnTo>
                    <a:pt x="88392" y="762"/>
                  </a:lnTo>
                  <a:lnTo>
                    <a:pt x="90678" y="762"/>
                  </a:lnTo>
                  <a:lnTo>
                    <a:pt x="90678" y="0"/>
                  </a:lnTo>
                  <a:close/>
                </a:path>
                <a:path w="215900" h="1270">
                  <a:moveTo>
                    <a:pt x="93726" y="0"/>
                  </a:moveTo>
                  <a:lnTo>
                    <a:pt x="91427" y="0"/>
                  </a:lnTo>
                  <a:lnTo>
                    <a:pt x="91427" y="762"/>
                  </a:lnTo>
                  <a:lnTo>
                    <a:pt x="93726" y="762"/>
                  </a:lnTo>
                  <a:lnTo>
                    <a:pt x="93726" y="0"/>
                  </a:lnTo>
                  <a:close/>
                </a:path>
                <a:path w="215900" h="1270">
                  <a:moveTo>
                    <a:pt x="96774" y="0"/>
                  </a:moveTo>
                  <a:lnTo>
                    <a:pt x="94488" y="0"/>
                  </a:lnTo>
                  <a:lnTo>
                    <a:pt x="94488" y="762"/>
                  </a:lnTo>
                  <a:lnTo>
                    <a:pt x="96774" y="762"/>
                  </a:lnTo>
                  <a:lnTo>
                    <a:pt x="96774" y="0"/>
                  </a:lnTo>
                  <a:close/>
                </a:path>
                <a:path w="215900" h="1270">
                  <a:moveTo>
                    <a:pt x="99822" y="0"/>
                  </a:moveTo>
                  <a:lnTo>
                    <a:pt x="97536" y="0"/>
                  </a:lnTo>
                  <a:lnTo>
                    <a:pt x="97536" y="762"/>
                  </a:lnTo>
                  <a:lnTo>
                    <a:pt x="99822" y="762"/>
                  </a:lnTo>
                  <a:lnTo>
                    <a:pt x="99822" y="0"/>
                  </a:lnTo>
                  <a:close/>
                </a:path>
                <a:path w="215900" h="1270">
                  <a:moveTo>
                    <a:pt x="102870" y="0"/>
                  </a:moveTo>
                  <a:lnTo>
                    <a:pt x="100584" y="0"/>
                  </a:lnTo>
                  <a:lnTo>
                    <a:pt x="100584" y="762"/>
                  </a:lnTo>
                  <a:lnTo>
                    <a:pt x="102870" y="762"/>
                  </a:lnTo>
                  <a:lnTo>
                    <a:pt x="102870" y="0"/>
                  </a:lnTo>
                  <a:close/>
                </a:path>
                <a:path w="215900" h="1270">
                  <a:moveTo>
                    <a:pt x="105918" y="0"/>
                  </a:moveTo>
                  <a:lnTo>
                    <a:pt x="103632" y="0"/>
                  </a:lnTo>
                  <a:lnTo>
                    <a:pt x="103632" y="762"/>
                  </a:lnTo>
                  <a:lnTo>
                    <a:pt x="105918" y="762"/>
                  </a:lnTo>
                  <a:lnTo>
                    <a:pt x="105918" y="0"/>
                  </a:lnTo>
                  <a:close/>
                </a:path>
                <a:path w="215900" h="1270">
                  <a:moveTo>
                    <a:pt x="108966" y="0"/>
                  </a:moveTo>
                  <a:lnTo>
                    <a:pt x="106680" y="0"/>
                  </a:lnTo>
                  <a:lnTo>
                    <a:pt x="106680" y="762"/>
                  </a:lnTo>
                  <a:lnTo>
                    <a:pt x="108966" y="762"/>
                  </a:lnTo>
                  <a:lnTo>
                    <a:pt x="108966" y="0"/>
                  </a:lnTo>
                  <a:close/>
                </a:path>
                <a:path w="215900" h="1270">
                  <a:moveTo>
                    <a:pt x="112014" y="0"/>
                  </a:moveTo>
                  <a:lnTo>
                    <a:pt x="109728" y="0"/>
                  </a:lnTo>
                  <a:lnTo>
                    <a:pt x="109728" y="762"/>
                  </a:lnTo>
                  <a:lnTo>
                    <a:pt x="112014" y="762"/>
                  </a:lnTo>
                  <a:lnTo>
                    <a:pt x="112014" y="0"/>
                  </a:lnTo>
                  <a:close/>
                </a:path>
                <a:path w="215900" h="1270">
                  <a:moveTo>
                    <a:pt x="115062" y="0"/>
                  </a:moveTo>
                  <a:lnTo>
                    <a:pt x="112776" y="0"/>
                  </a:lnTo>
                  <a:lnTo>
                    <a:pt x="112776" y="762"/>
                  </a:lnTo>
                  <a:lnTo>
                    <a:pt x="115062" y="762"/>
                  </a:lnTo>
                  <a:lnTo>
                    <a:pt x="115062" y="0"/>
                  </a:lnTo>
                  <a:close/>
                </a:path>
                <a:path w="215900" h="1270">
                  <a:moveTo>
                    <a:pt x="118110" y="0"/>
                  </a:moveTo>
                  <a:lnTo>
                    <a:pt x="115824" y="0"/>
                  </a:lnTo>
                  <a:lnTo>
                    <a:pt x="115824" y="762"/>
                  </a:lnTo>
                  <a:lnTo>
                    <a:pt x="118110" y="762"/>
                  </a:lnTo>
                  <a:lnTo>
                    <a:pt x="118110" y="0"/>
                  </a:lnTo>
                  <a:close/>
                </a:path>
                <a:path w="215900" h="1270">
                  <a:moveTo>
                    <a:pt x="121158" y="0"/>
                  </a:moveTo>
                  <a:lnTo>
                    <a:pt x="118872" y="0"/>
                  </a:lnTo>
                  <a:lnTo>
                    <a:pt x="118872" y="762"/>
                  </a:lnTo>
                  <a:lnTo>
                    <a:pt x="121158" y="762"/>
                  </a:lnTo>
                  <a:lnTo>
                    <a:pt x="121158" y="0"/>
                  </a:lnTo>
                  <a:close/>
                </a:path>
                <a:path w="215900" h="1270">
                  <a:moveTo>
                    <a:pt x="124206" y="0"/>
                  </a:moveTo>
                  <a:lnTo>
                    <a:pt x="121920" y="0"/>
                  </a:lnTo>
                  <a:lnTo>
                    <a:pt x="121920" y="762"/>
                  </a:lnTo>
                  <a:lnTo>
                    <a:pt x="124206" y="762"/>
                  </a:lnTo>
                  <a:lnTo>
                    <a:pt x="124206" y="0"/>
                  </a:lnTo>
                  <a:close/>
                </a:path>
                <a:path w="215900" h="1270">
                  <a:moveTo>
                    <a:pt x="127254" y="0"/>
                  </a:moveTo>
                  <a:lnTo>
                    <a:pt x="124968" y="0"/>
                  </a:lnTo>
                  <a:lnTo>
                    <a:pt x="124968" y="762"/>
                  </a:lnTo>
                  <a:lnTo>
                    <a:pt x="127254" y="762"/>
                  </a:lnTo>
                  <a:lnTo>
                    <a:pt x="127254" y="0"/>
                  </a:lnTo>
                  <a:close/>
                </a:path>
                <a:path w="215900" h="1270">
                  <a:moveTo>
                    <a:pt x="130302" y="0"/>
                  </a:moveTo>
                  <a:lnTo>
                    <a:pt x="128016" y="0"/>
                  </a:lnTo>
                  <a:lnTo>
                    <a:pt x="128016" y="762"/>
                  </a:lnTo>
                  <a:lnTo>
                    <a:pt x="130302" y="762"/>
                  </a:lnTo>
                  <a:lnTo>
                    <a:pt x="130302" y="0"/>
                  </a:lnTo>
                  <a:close/>
                </a:path>
                <a:path w="215900" h="1270">
                  <a:moveTo>
                    <a:pt x="133350" y="0"/>
                  </a:moveTo>
                  <a:lnTo>
                    <a:pt x="131051" y="0"/>
                  </a:lnTo>
                  <a:lnTo>
                    <a:pt x="131051" y="762"/>
                  </a:lnTo>
                  <a:lnTo>
                    <a:pt x="133350" y="762"/>
                  </a:lnTo>
                  <a:lnTo>
                    <a:pt x="133350" y="0"/>
                  </a:lnTo>
                  <a:close/>
                </a:path>
                <a:path w="215900" h="1270">
                  <a:moveTo>
                    <a:pt x="136398" y="0"/>
                  </a:moveTo>
                  <a:lnTo>
                    <a:pt x="134112" y="0"/>
                  </a:lnTo>
                  <a:lnTo>
                    <a:pt x="134112" y="762"/>
                  </a:lnTo>
                  <a:lnTo>
                    <a:pt x="136398" y="762"/>
                  </a:lnTo>
                  <a:lnTo>
                    <a:pt x="136398" y="0"/>
                  </a:lnTo>
                  <a:close/>
                </a:path>
                <a:path w="215900" h="1270">
                  <a:moveTo>
                    <a:pt x="139446" y="0"/>
                  </a:moveTo>
                  <a:lnTo>
                    <a:pt x="137160" y="0"/>
                  </a:lnTo>
                  <a:lnTo>
                    <a:pt x="137160" y="762"/>
                  </a:lnTo>
                  <a:lnTo>
                    <a:pt x="139446" y="762"/>
                  </a:lnTo>
                  <a:lnTo>
                    <a:pt x="139446" y="0"/>
                  </a:lnTo>
                  <a:close/>
                </a:path>
                <a:path w="215900" h="1270">
                  <a:moveTo>
                    <a:pt x="142494" y="0"/>
                  </a:moveTo>
                  <a:lnTo>
                    <a:pt x="140208" y="0"/>
                  </a:lnTo>
                  <a:lnTo>
                    <a:pt x="140208" y="762"/>
                  </a:lnTo>
                  <a:lnTo>
                    <a:pt x="142494" y="762"/>
                  </a:lnTo>
                  <a:lnTo>
                    <a:pt x="142494" y="0"/>
                  </a:lnTo>
                  <a:close/>
                </a:path>
                <a:path w="215900" h="1270">
                  <a:moveTo>
                    <a:pt x="145542" y="0"/>
                  </a:moveTo>
                  <a:lnTo>
                    <a:pt x="143256" y="0"/>
                  </a:lnTo>
                  <a:lnTo>
                    <a:pt x="143256" y="762"/>
                  </a:lnTo>
                  <a:lnTo>
                    <a:pt x="145542" y="762"/>
                  </a:lnTo>
                  <a:lnTo>
                    <a:pt x="145542" y="0"/>
                  </a:lnTo>
                  <a:close/>
                </a:path>
                <a:path w="215900" h="1270">
                  <a:moveTo>
                    <a:pt x="148590" y="0"/>
                  </a:moveTo>
                  <a:lnTo>
                    <a:pt x="146304" y="0"/>
                  </a:lnTo>
                  <a:lnTo>
                    <a:pt x="146304" y="762"/>
                  </a:lnTo>
                  <a:lnTo>
                    <a:pt x="148590" y="762"/>
                  </a:lnTo>
                  <a:lnTo>
                    <a:pt x="148590" y="0"/>
                  </a:lnTo>
                  <a:close/>
                </a:path>
                <a:path w="215900" h="1270">
                  <a:moveTo>
                    <a:pt x="151638" y="0"/>
                  </a:moveTo>
                  <a:lnTo>
                    <a:pt x="149339" y="0"/>
                  </a:lnTo>
                  <a:lnTo>
                    <a:pt x="149339" y="762"/>
                  </a:lnTo>
                  <a:lnTo>
                    <a:pt x="151638" y="762"/>
                  </a:lnTo>
                  <a:lnTo>
                    <a:pt x="151638" y="0"/>
                  </a:lnTo>
                  <a:close/>
                </a:path>
                <a:path w="215900" h="1270">
                  <a:moveTo>
                    <a:pt x="154686" y="0"/>
                  </a:moveTo>
                  <a:lnTo>
                    <a:pt x="152400" y="0"/>
                  </a:lnTo>
                  <a:lnTo>
                    <a:pt x="152400" y="762"/>
                  </a:lnTo>
                  <a:lnTo>
                    <a:pt x="154686" y="762"/>
                  </a:lnTo>
                  <a:lnTo>
                    <a:pt x="154686" y="0"/>
                  </a:lnTo>
                  <a:close/>
                </a:path>
                <a:path w="215900" h="1270">
                  <a:moveTo>
                    <a:pt x="157734" y="0"/>
                  </a:moveTo>
                  <a:lnTo>
                    <a:pt x="155448" y="0"/>
                  </a:lnTo>
                  <a:lnTo>
                    <a:pt x="155448" y="762"/>
                  </a:lnTo>
                  <a:lnTo>
                    <a:pt x="157734" y="762"/>
                  </a:lnTo>
                  <a:lnTo>
                    <a:pt x="157734" y="0"/>
                  </a:lnTo>
                  <a:close/>
                </a:path>
                <a:path w="215900" h="1270">
                  <a:moveTo>
                    <a:pt x="160782" y="0"/>
                  </a:moveTo>
                  <a:lnTo>
                    <a:pt x="158496" y="0"/>
                  </a:lnTo>
                  <a:lnTo>
                    <a:pt x="158496" y="762"/>
                  </a:lnTo>
                  <a:lnTo>
                    <a:pt x="160782" y="762"/>
                  </a:lnTo>
                  <a:lnTo>
                    <a:pt x="160782" y="0"/>
                  </a:lnTo>
                  <a:close/>
                </a:path>
                <a:path w="215900" h="1270">
                  <a:moveTo>
                    <a:pt x="163830" y="0"/>
                  </a:moveTo>
                  <a:lnTo>
                    <a:pt x="161544" y="0"/>
                  </a:lnTo>
                  <a:lnTo>
                    <a:pt x="161544" y="762"/>
                  </a:lnTo>
                  <a:lnTo>
                    <a:pt x="163830" y="762"/>
                  </a:lnTo>
                  <a:lnTo>
                    <a:pt x="163830" y="0"/>
                  </a:lnTo>
                  <a:close/>
                </a:path>
                <a:path w="215900" h="1270">
                  <a:moveTo>
                    <a:pt x="166878" y="0"/>
                  </a:moveTo>
                  <a:lnTo>
                    <a:pt x="164592" y="0"/>
                  </a:lnTo>
                  <a:lnTo>
                    <a:pt x="164592" y="762"/>
                  </a:lnTo>
                  <a:lnTo>
                    <a:pt x="166878" y="762"/>
                  </a:lnTo>
                  <a:lnTo>
                    <a:pt x="166878" y="0"/>
                  </a:lnTo>
                  <a:close/>
                </a:path>
                <a:path w="215900" h="1270">
                  <a:moveTo>
                    <a:pt x="169926" y="0"/>
                  </a:moveTo>
                  <a:lnTo>
                    <a:pt x="167627" y="0"/>
                  </a:lnTo>
                  <a:lnTo>
                    <a:pt x="167627" y="762"/>
                  </a:lnTo>
                  <a:lnTo>
                    <a:pt x="169926" y="762"/>
                  </a:lnTo>
                  <a:lnTo>
                    <a:pt x="169926" y="0"/>
                  </a:lnTo>
                  <a:close/>
                </a:path>
                <a:path w="215900" h="1270">
                  <a:moveTo>
                    <a:pt x="172974" y="0"/>
                  </a:moveTo>
                  <a:lnTo>
                    <a:pt x="170688" y="0"/>
                  </a:lnTo>
                  <a:lnTo>
                    <a:pt x="170688" y="762"/>
                  </a:lnTo>
                  <a:lnTo>
                    <a:pt x="172974" y="762"/>
                  </a:lnTo>
                  <a:lnTo>
                    <a:pt x="172974" y="0"/>
                  </a:lnTo>
                  <a:close/>
                </a:path>
                <a:path w="215900" h="1270">
                  <a:moveTo>
                    <a:pt x="176022" y="0"/>
                  </a:moveTo>
                  <a:lnTo>
                    <a:pt x="173736" y="0"/>
                  </a:lnTo>
                  <a:lnTo>
                    <a:pt x="173736" y="762"/>
                  </a:lnTo>
                  <a:lnTo>
                    <a:pt x="176022" y="762"/>
                  </a:lnTo>
                  <a:lnTo>
                    <a:pt x="176022" y="0"/>
                  </a:lnTo>
                  <a:close/>
                </a:path>
                <a:path w="215900" h="1270">
                  <a:moveTo>
                    <a:pt x="179070" y="0"/>
                  </a:moveTo>
                  <a:lnTo>
                    <a:pt x="176784" y="0"/>
                  </a:lnTo>
                  <a:lnTo>
                    <a:pt x="176784" y="762"/>
                  </a:lnTo>
                  <a:lnTo>
                    <a:pt x="179070" y="762"/>
                  </a:lnTo>
                  <a:lnTo>
                    <a:pt x="179070" y="0"/>
                  </a:lnTo>
                  <a:close/>
                </a:path>
                <a:path w="215900" h="1270">
                  <a:moveTo>
                    <a:pt x="182118" y="0"/>
                  </a:moveTo>
                  <a:lnTo>
                    <a:pt x="179832" y="0"/>
                  </a:lnTo>
                  <a:lnTo>
                    <a:pt x="179832" y="762"/>
                  </a:lnTo>
                  <a:lnTo>
                    <a:pt x="182118" y="762"/>
                  </a:lnTo>
                  <a:lnTo>
                    <a:pt x="182118" y="0"/>
                  </a:lnTo>
                  <a:close/>
                </a:path>
                <a:path w="215900" h="1270">
                  <a:moveTo>
                    <a:pt x="185166" y="0"/>
                  </a:moveTo>
                  <a:lnTo>
                    <a:pt x="182880" y="0"/>
                  </a:lnTo>
                  <a:lnTo>
                    <a:pt x="182880" y="762"/>
                  </a:lnTo>
                  <a:lnTo>
                    <a:pt x="185166" y="762"/>
                  </a:lnTo>
                  <a:lnTo>
                    <a:pt x="185166" y="0"/>
                  </a:lnTo>
                  <a:close/>
                </a:path>
                <a:path w="215900" h="1270">
                  <a:moveTo>
                    <a:pt x="188214" y="0"/>
                  </a:moveTo>
                  <a:lnTo>
                    <a:pt x="185928" y="0"/>
                  </a:lnTo>
                  <a:lnTo>
                    <a:pt x="185928" y="762"/>
                  </a:lnTo>
                  <a:lnTo>
                    <a:pt x="188214" y="762"/>
                  </a:lnTo>
                  <a:lnTo>
                    <a:pt x="188214" y="0"/>
                  </a:lnTo>
                  <a:close/>
                </a:path>
                <a:path w="215900" h="1270">
                  <a:moveTo>
                    <a:pt x="191262" y="0"/>
                  </a:moveTo>
                  <a:lnTo>
                    <a:pt x="188976" y="0"/>
                  </a:lnTo>
                  <a:lnTo>
                    <a:pt x="188976" y="762"/>
                  </a:lnTo>
                  <a:lnTo>
                    <a:pt x="191262" y="762"/>
                  </a:lnTo>
                  <a:lnTo>
                    <a:pt x="191262" y="0"/>
                  </a:lnTo>
                  <a:close/>
                </a:path>
                <a:path w="215900" h="1270">
                  <a:moveTo>
                    <a:pt x="194310" y="0"/>
                  </a:moveTo>
                  <a:lnTo>
                    <a:pt x="192024" y="0"/>
                  </a:lnTo>
                  <a:lnTo>
                    <a:pt x="192024" y="762"/>
                  </a:lnTo>
                  <a:lnTo>
                    <a:pt x="194310" y="762"/>
                  </a:lnTo>
                  <a:lnTo>
                    <a:pt x="194310" y="0"/>
                  </a:lnTo>
                  <a:close/>
                </a:path>
                <a:path w="215900" h="1270">
                  <a:moveTo>
                    <a:pt x="197358" y="0"/>
                  </a:moveTo>
                  <a:lnTo>
                    <a:pt x="195072" y="0"/>
                  </a:lnTo>
                  <a:lnTo>
                    <a:pt x="195072" y="762"/>
                  </a:lnTo>
                  <a:lnTo>
                    <a:pt x="197358" y="762"/>
                  </a:lnTo>
                  <a:lnTo>
                    <a:pt x="197358" y="0"/>
                  </a:lnTo>
                  <a:close/>
                </a:path>
                <a:path w="215900" h="1270">
                  <a:moveTo>
                    <a:pt x="200406" y="0"/>
                  </a:moveTo>
                  <a:lnTo>
                    <a:pt x="198120" y="0"/>
                  </a:lnTo>
                  <a:lnTo>
                    <a:pt x="198120" y="762"/>
                  </a:lnTo>
                  <a:lnTo>
                    <a:pt x="200406" y="762"/>
                  </a:lnTo>
                  <a:lnTo>
                    <a:pt x="200406" y="0"/>
                  </a:lnTo>
                  <a:close/>
                </a:path>
                <a:path w="215900" h="1270">
                  <a:moveTo>
                    <a:pt x="203454" y="0"/>
                  </a:moveTo>
                  <a:lnTo>
                    <a:pt x="201168" y="0"/>
                  </a:lnTo>
                  <a:lnTo>
                    <a:pt x="201168" y="762"/>
                  </a:lnTo>
                  <a:lnTo>
                    <a:pt x="203454" y="762"/>
                  </a:lnTo>
                  <a:lnTo>
                    <a:pt x="203454" y="0"/>
                  </a:lnTo>
                  <a:close/>
                </a:path>
                <a:path w="215900" h="1270">
                  <a:moveTo>
                    <a:pt x="206502" y="0"/>
                  </a:moveTo>
                  <a:lnTo>
                    <a:pt x="204216" y="0"/>
                  </a:lnTo>
                  <a:lnTo>
                    <a:pt x="204216" y="762"/>
                  </a:lnTo>
                  <a:lnTo>
                    <a:pt x="206502" y="762"/>
                  </a:lnTo>
                  <a:lnTo>
                    <a:pt x="206502" y="0"/>
                  </a:lnTo>
                  <a:close/>
                </a:path>
                <a:path w="215900" h="1270">
                  <a:moveTo>
                    <a:pt x="209550" y="0"/>
                  </a:moveTo>
                  <a:lnTo>
                    <a:pt x="207251" y="0"/>
                  </a:lnTo>
                  <a:lnTo>
                    <a:pt x="207251" y="762"/>
                  </a:lnTo>
                  <a:lnTo>
                    <a:pt x="209550" y="762"/>
                  </a:lnTo>
                  <a:lnTo>
                    <a:pt x="209550" y="0"/>
                  </a:lnTo>
                  <a:close/>
                </a:path>
                <a:path w="215900" h="1270">
                  <a:moveTo>
                    <a:pt x="212598" y="0"/>
                  </a:moveTo>
                  <a:lnTo>
                    <a:pt x="210312" y="0"/>
                  </a:lnTo>
                  <a:lnTo>
                    <a:pt x="210312" y="762"/>
                  </a:lnTo>
                  <a:lnTo>
                    <a:pt x="212598" y="762"/>
                  </a:lnTo>
                  <a:lnTo>
                    <a:pt x="212598" y="0"/>
                  </a:lnTo>
                  <a:close/>
                </a:path>
                <a:path w="215900" h="1270">
                  <a:moveTo>
                    <a:pt x="215646" y="0"/>
                  </a:moveTo>
                  <a:lnTo>
                    <a:pt x="213360" y="0"/>
                  </a:lnTo>
                  <a:lnTo>
                    <a:pt x="213360" y="762"/>
                  </a:lnTo>
                  <a:lnTo>
                    <a:pt x="215646" y="762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242054" y="5383529"/>
              <a:ext cx="210820" cy="78105"/>
            </a:xfrm>
            <a:custGeom>
              <a:avLst/>
              <a:gdLst/>
              <a:ahLst/>
              <a:cxnLst/>
              <a:rect l="l" t="t" r="r" b="b"/>
              <a:pathLst>
                <a:path w="210820" h="78104">
                  <a:moveTo>
                    <a:pt x="18288" y="41148"/>
                  </a:moveTo>
                  <a:lnTo>
                    <a:pt x="16002" y="41148"/>
                  </a:lnTo>
                  <a:lnTo>
                    <a:pt x="16002" y="41910"/>
                  </a:lnTo>
                  <a:lnTo>
                    <a:pt x="18288" y="41910"/>
                  </a:lnTo>
                  <a:lnTo>
                    <a:pt x="18288" y="41148"/>
                  </a:lnTo>
                  <a:close/>
                </a:path>
                <a:path w="210820" h="78104">
                  <a:moveTo>
                    <a:pt x="21336" y="41148"/>
                  </a:moveTo>
                  <a:lnTo>
                    <a:pt x="19050" y="41148"/>
                  </a:lnTo>
                  <a:lnTo>
                    <a:pt x="19050" y="41910"/>
                  </a:lnTo>
                  <a:lnTo>
                    <a:pt x="21336" y="41910"/>
                  </a:lnTo>
                  <a:lnTo>
                    <a:pt x="21336" y="41148"/>
                  </a:lnTo>
                  <a:close/>
                </a:path>
                <a:path w="210820" h="78104">
                  <a:moveTo>
                    <a:pt x="24384" y="41148"/>
                  </a:moveTo>
                  <a:lnTo>
                    <a:pt x="22098" y="41148"/>
                  </a:lnTo>
                  <a:lnTo>
                    <a:pt x="22098" y="41910"/>
                  </a:lnTo>
                  <a:lnTo>
                    <a:pt x="24384" y="41910"/>
                  </a:lnTo>
                  <a:lnTo>
                    <a:pt x="24384" y="41148"/>
                  </a:lnTo>
                  <a:close/>
                </a:path>
                <a:path w="210820" h="78104">
                  <a:moveTo>
                    <a:pt x="27432" y="41148"/>
                  </a:moveTo>
                  <a:lnTo>
                    <a:pt x="25146" y="41148"/>
                  </a:lnTo>
                  <a:lnTo>
                    <a:pt x="25146" y="41910"/>
                  </a:lnTo>
                  <a:lnTo>
                    <a:pt x="27432" y="41910"/>
                  </a:lnTo>
                  <a:lnTo>
                    <a:pt x="27432" y="41148"/>
                  </a:lnTo>
                  <a:close/>
                </a:path>
                <a:path w="210820" h="78104">
                  <a:moveTo>
                    <a:pt x="30480" y="41148"/>
                  </a:moveTo>
                  <a:lnTo>
                    <a:pt x="28194" y="41148"/>
                  </a:lnTo>
                  <a:lnTo>
                    <a:pt x="28194" y="41910"/>
                  </a:lnTo>
                  <a:lnTo>
                    <a:pt x="30480" y="41910"/>
                  </a:lnTo>
                  <a:lnTo>
                    <a:pt x="30480" y="41148"/>
                  </a:lnTo>
                  <a:close/>
                </a:path>
                <a:path w="210820" h="78104">
                  <a:moveTo>
                    <a:pt x="33528" y="41148"/>
                  </a:moveTo>
                  <a:lnTo>
                    <a:pt x="31242" y="41148"/>
                  </a:lnTo>
                  <a:lnTo>
                    <a:pt x="31242" y="41910"/>
                  </a:lnTo>
                  <a:lnTo>
                    <a:pt x="33528" y="41910"/>
                  </a:lnTo>
                  <a:lnTo>
                    <a:pt x="33528" y="41148"/>
                  </a:lnTo>
                  <a:close/>
                </a:path>
                <a:path w="210820" h="78104">
                  <a:moveTo>
                    <a:pt x="36576" y="41148"/>
                  </a:moveTo>
                  <a:lnTo>
                    <a:pt x="34277" y="41148"/>
                  </a:lnTo>
                  <a:lnTo>
                    <a:pt x="34277" y="41910"/>
                  </a:lnTo>
                  <a:lnTo>
                    <a:pt x="36576" y="41910"/>
                  </a:lnTo>
                  <a:lnTo>
                    <a:pt x="36576" y="41148"/>
                  </a:lnTo>
                  <a:close/>
                </a:path>
                <a:path w="210820" h="78104">
                  <a:moveTo>
                    <a:pt x="39624" y="41148"/>
                  </a:moveTo>
                  <a:lnTo>
                    <a:pt x="37338" y="41148"/>
                  </a:lnTo>
                  <a:lnTo>
                    <a:pt x="37338" y="41910"/>
                  </a:lnTo>
                  <a:lnTo>
                    <a:pt x="39624" y="41910"/>
                  </a:lnTo>
                  <a:lnTo>
                    <a:pt x="39624" y="41148"/>
                  </a:lnTo>
                  <a:close/>
                </a:path>
                <a:path w="210820" h="78104">
                  <a:moveTo>
                    <a:pt x="42672" y="41148"/>
                  </a:moveTo>
                  <a:lnTo>
                    <a:pt x="40386" y="41148"/>
                  </a:lnTo>
                  <a:lnTo>
                    <a:pt x="40386" y="41910"/>
                  </a:lnTo>
                  <a:lnTo>
                    <a:pt x="42672" y="41910"/>
                  </a:lnTo>
                  <a:lnTo>
                    <a:pt x="42672" y="41148"/>
                  </a:lnTo>
                  <a:close/>
                </a:path>
                <a:path w="210820" h="78104">
                  <a:moveTo>
                    <a:pt x="45720" y="41148"/>
                  </a:moveTo>
                  <a:lnTo>
                    <a:pt x="43434" y="41148"/>
                  </a:lnTo>
                  <a:lnTo>
                    <a:pt x="43434" y="41910"/>
                  </a:lnTo>
                  <a:lnTo>
                    <a:pt x="45720" y="41910"/>
                  </a:lnTo>
                  <a:lnTo>
                    <a:pt x="45720" y="41148"/>
                  </a:lnTo>
                  <a:close/>
                </a:path>
                <a:path w="210820" h="78104">
                  <a:moveTo>
                    <a:pt x="48768" y="41148"/>
                  </a:moveTo>
                  <a:lnTo>
                    <a:pt x="46482" y="41148"/>
                  </a:lnTo>
                  <a:lnTo>
                    <a:pt x="46482" y="41910"/>
                  </a:lnTo>
                  <a:lnTo>
                    <a:pt x="48768" y="41910"/>
                  </a:lnTo>
                  <a:lnTo>
                    <a:pt x="48768" y="41148"/>
                  </a:lnTo>
                  <a:close/>
                </a:path>
                <a:path w="210820" h="78104">
                  <a:moveTo>
                    <a:pt x="51816" y="41148"/>
                  </a:moveTo>
                  <a:lnTo>
                    <a:pt x="49530" y="41148"/>
                  </a:lnTo>
                  <a:lnTo>
                    <a:pt x="49530" y="41910"/>
                  </a:lnTo>
                  <a:lnTo>
                    <a:pt x="51816" y="41910"/>
                  </a:lnTo>
                  <a:lnTo>
                    <a:pt x="51816" y="41148"/>
                  </a:lnTo>
                  <a:close/>
                </a:path>
                <a:path w="210820" h="78104">
                  <a:moveTo>
                    <a:pt x="54864" y="41148"/>
                  </a:moveTo>
                  <a:lnTo>
                    <a:pt x="52565" y="41148"/>
                  </a:lnTo>
                  <a:lnTo>
                    <a:pt x="52565" y="41910"/>
                  </a:lnTo>
                  <a:lnTo>
                    <a:pt x="54864" y="41910"/>
                  </a:lnTo>
                  <a:lnTo>
                    <a:pt x="54864" y="41148"/>
                  </a:lnTo>
                  <a:close/>
                </a:path>
                <a:path w="210820" h="78104">
                  <a:moveTo>
                    <a:pt x="57912" y="41148"/>
                  </a:moveTo>
                  <a:lnTo>
                    <a:pt x="55626" y="41148"/>
                  </a:lnTo>
                  <a:lnTo>
                    <a:pt x="55626" y="41910"/>
                  </a:lnTo>
                  <a:lnTo>
                    <a:pt x="57912" y="41910"/>
                  </a:lnTo>
                  <a:lnTo>
                    <a:pt x="57912" y="41148"/>
                  </a:lnTo>
                  <a:close/>
                </a:path>
                <a:path w="210820" h="78104">
                  <a:moveTo>
                    <a:pt x="60960" y="41148"/>
                  </a:moveTo>
                  <a:lnTo>
                    <a:pt x="58674" y="41148"/>
                  </a:lnTo>
                  <a:lnTo>
                    <a:pt x="58674" y="41910"/>
                  </a:lnTo>
                  <a:lnTo>
                    <a:pt x="60960" y="41910"/>
                  </a:lnTo>
                  <a:lnTo>
                    <a:pt x="60960" y="41148"/>
                  </a:lnTo>
                  <a:close/>
                </a:path>
                <a:path w="210820" h="78104">
                  <a:moveTo>
                    <a:pt x="64008" y="41148"/>
                  </a:moveTo>
                  <a:lnTo>
                    <a:pt x="61722" y="41148"/>
                  </a:lnTo>
                  <a:lnTo>
                    <a:pt x="61722" y="41910"/>
                  </a:lnTo>
                  <a:lnTo>
                    <a:pt x="64008" y="41910"/>
                  </a:lnTo>
                  <a:lnTo>
                    <a:pt x="64008" y="41148"/>
                  </a:lnTo>
                  <a:close/>
                </a:path>
                <a:path w="210820" h="78104">
                  <a:moveTo>
                    <a:pt x="67056" y="41148"/>
                  </a:moveTo>
                  <a:lnTo>
                    <a:pt x="64770" y="41148"/>
                  </a:lnTo>
                  <a:lnTo>
                    <a:pt x="64770" y="41910"/>
                  </a:lnTo>
                  <a:lnTo>
                    <a:pt x="67056" y="41910"/>
                  </a:lnTo>
                  <a:lnTo>
                    <a:pt x="67056" y="41148"/>
                  </a:lnTo>
                  <a:close/>
                </a:path>
                <a:path w="210820" h="78104">
                  <a:moveTo>
                    <a:pt x="70104" y="41148"/>
                  </a:moveTo>
                  <a:lnTo>
                    <a:pt x="67818" y="41148"/>
                  </a:lnTo>
                  <a:lnTo>
                    <a:pt x="67818" y="41910"/>
                  </a:lnTo>
                  <a:lnTo>
                    <a:pt x="70104" y="41910"/>
                  </a:lnTo>
                  <a:lnTo>
                    <a:pt x="70104" y="41148"/>
                  </a:lnTo>
                  <a:close/>
                </a:path>
                <a:path w="210820" h="78104">
                  <a:moveTo>
                    <a:pt x="73152" y="41148"/>
                  </a:moveTo>
                  <a:lnTo>
                    <a:pt x="70853" y="41148"/>
                  </a:lnTo>
                  <a:lnTo>
                    <a:pt x="70853" y="41910"/>
                  </a:lnTo>
                  <a:lnTo>
                    <a:pt x="73152" y="41910"/>
                  </a:lnTo>
                  <a:lnTo>
                    <a:pt x="73152" y="41148"/>
                  </a:lnTo>
                  <a:close/>
                </a:path>
                <a:path w="210820" h="78104">
                  <a:moveTo>
                    <a:pt x="76200" y="41148"/>
                  </a:moveTo>
                  <a:lnTo>
                    <a:pt x="73914" y="41148"/>
                  </a:lnTo>
                  <a:lnTo>
                    <a:pt x="73914" y="41910"/>
                  </a:lnTo>
                  <a:lnTo>
                    <a:pt x="76200" y="41910"/>
                  </a:lnTo>
                  <a:lnTo>
                    <a:pt x="76200" y="41148"/>
                  </a:lnTo>
                  <a:close/>
                </a:path>
                <a:path w="210820" h="78104">
                  <a:moveTo>
                    <a:pt x="79248" y="41148"/>
                  </a:moveTo>
                  <a:lnTo>
                    <a:pt x="76962" y="41148"/>
                  </a:lnTo>
                  <a:lnTo>
                    <a:pt x="76962" y="41910"/>
                  </a:lnTo>
                  <a:lnTo>
                    <a:pt x="79248" y="41910"/>
                  </a:lnTo>
                  <a:lnTo>
                    <a:pt x="79248" y="41148"/>
                  </a:lnTo>
                  <a:close/>
                </a:path>
                <a:path w="210820" h="78104">
                  <a:moveTo>
                    <a:pt x="82296" y="41148"/>
                  </a:moveTo>
                  <a:lnTo>
                    <a:pt x="80010" y="41148"/>
                  </a:lnTo>
                  <a:lnTo>
                    <a:pt x="80010" y="41910"/>
                  </a:lnTo>
                  <a:lnTo>
                    <a:pt x="82296" y="41910"/>
                  </a:lnTo>
                  <a:lnTo>
                    <a:pt x="82296" y="41148"/>
                  </a:lnTo>
                  <a:close/>
                </a:path>
                <a:path w="210820" h="78104">
                  <a:moveTo>
                    <a:pt x="85344" y="41148"/>
                  </a:moveTo>
                  <a:lnTo>
                    <a:pt x="83058" y="41148"/>
                  </a:lnTo>
                  <a:lnTo>
                    <a:pt x="83058" y="41910"/>
                  </a:lnTo>
                  <a:lnTo>
                    <a:pt x="85344" y="41910"/>
                  </a:lnTo>
                  <a:lnTo>
                    <a:pt x="85344" y="41148"/>
                  </a:lnTo>
                  <a:close/>
                </a:path>
                <a:path w="210820" h="78104">
                  <a:moveTo>
                    <a:pt x="88392" y="41148"/>
                  </a:moveTo>
                  <a:lnTo>
                    <a:pt x="86106" y="41148"/>
                  </a:lnTo>
                  <a:lnTo>
                    <a:pt x="86106" y="41910"/>
                  </a:lnTo>
                  <a:lnTo>
                    <a:pt x="88392" y="41910"/>
                  </a:lnTo>
                  <a:lnTo>
                    <a:pt x="88392" y="41148"/>
                  </a:lnTo>
                  <a:close/>
                </a:path>
                <a:path w="210820" h="78104">
                  <a:moveTo>
                    <a:pt x="91440" y="41148"/>
                  </a:moveTo>
                  <a:lnTo>
                    <a:pt x="89154" y="41148"/>
                  </a:lnTo>
                  <a:lnTo>
                    <a:pt x="89154" y="41910"/>
                  </a:lnTo>
                  <a:lnTo>
                    <a:pt x="91440" y="41910"/>
                  </a:lnTo>
                  <a:lnTo>
                    <a:pt x="91440" y="41148"/>
                  </a:lnTo>
                  <a:close/>
                </a:path>
                <a:path w="210820" h="78104">
                  <a:moveTo>
                    <a:pt x="94488" y="41148"/>
                  </a:moveTo>
                  <a:lnTo>
                    <a:pt x="92202" y="41148"/>
                  </a:lnTo>
                  <a:lnTo>
                    <a:pt x="92202" y="41910"/>
                  </a:lnTo>
                  <a:lnTo>
                    <a:pt x="94488" y="41910"/>
                  </a:lnTo>
                  <a:lnTo>
                    <a:pt x="94488" y="41148"/>
                  </a:lnTo>
                  <a:close/>
                </a:path>
                <a:path w="210820" h="78104">
                  <a:moveTo>
                    <a:pt x="97536" y="41148"/>
                  </a:moveTo>
                  <a:lnTo>
                    <a:pt x="95250" y="41148"/>
                  </a:lnTo>
                  <a:lnTo>
                    <a:pt x="95250" y="41910"/>
                  </a:lnTo>
                  <a:lnTo>
                    <a:pt x="97536" y="41910"/>
                  </a:lnTo>
                  <a:lnTo>
                    <a:pt x="97536" y="41148"/>
                  </a:lnTo>
                  <a:close/>
                </a:path>
                <a:path w="210820" h="78104">
                  <a:moveTo>
                    <a:pt x="100584" y="41148"/>
                  </a:moveTo>
                  <a:lnTo>
                    <a:pt x="98298" y="41148"/>
                  </a:lnTo>
                  <a:lnTo>
                    <a:pt x="98298" y="41910"/>
                  </a:lnTo>
                  <a:lnTo>
                    <a:pt x="100584" y="41910"/>
                  </a:lnTo>
                  <a:lnTo>
                    <a:pt x="100584" y="41148"/>
                  </a:lnTo>
                  <a:close/>
                </a:path>
                <a:path w="210820" h="78104">
                  <a:moveTo>
                    <a:pt x="103632" y="41148"/>
                  </a:moveTo>
                  <a:lnTo>
                    <a:pt x="101346" y="41148"/>
                  </a:lnTo>
                  <a:lnTo>
                    <a:pt x="101346" y="41910"/>
                  </a:lnTo>
                  <a:lnTo>
                    <a:pt x="103632" y="41910"/>
                  </a:lnTo>
                  <a:lnTo>
                    <a:pt x="103632" y="41148"/>
                  </a:lnTo>
                  <a:close/>
                </a:path>
                <a:path w="210820" h="78104">
                  <a:moveTo>
                    <a:pt x="106680" y="41148"/>
                  </a:moveTo>
                  <a:lnTo>
                    <a:pt x="104394" y="41148"/>
                  </a:lnTo>
                  <a:lnTo>
                    <a:pt x="104394" y="41910"/>
                  </a:lnTo>
                  <a:lnTo>
                    <a:pt x="106680" y="41910"/>
                  </a:lnTo>
                  <a:lnTo>
                    <a:pt x="106680" y="41148"/>
                  </a:lnTo>
                  <a:close/>
                </a:path>
                <a:path w="210820" h="78104">
                  <a:moveTo>
                    <a:pt x="109728" y="41148"/>
                  </a:moveTo>
                  <a:lnTo>
                    <a:pt x="107442" y="41148"/>
                  </a:lnTo>
                  <a:lnTo>
                    <a:pt x="107442" y="41910"/>
                  </a:lnTo>
                  <a:lnTo>
                    <a:pt x="109728" y="41910"/>
                  </a:lnTo>
                  <a:lnTo>
                    <a:pt x="109728" y="41148"/>
                  </a:lnTo>
                  <a:close/>
                </a:path>
                <a:path w="210820" h="78104">
                  <a:moveTo>
                    <a:pt x="112776" y="41148"/>
                  </a:moveTo>
                  <a:lnTo>
                    <a:pt x="110477" y="41148"/>
                  </a:lnTo>
                  <a:lnTo>
                    <a:pt x="110477" y="41910"/>
                  </a:lnTo>
                  <a:lnTo>
                    <a:pt x="112776" y="41910"/>
                  </a:lnTo>
                  <a:lnTo>
                    <a:pt x="112776" y="41148"/>
                  </a:lnTo>
                  <a:close/>
                </a:path>
                <a:path w="210820" h="78104">
                  <a:moveTo>
                    <a:pt x="115062" y="3048"/>
                  </a:moveTo>
                  <a:lnTo>
                    <a:pt x="113538" y="0"/>
                  </a:lnTo>
                  <a:lnTo>
                    <a:pt x="1524" y="38100"/>
                  </a:lnTo>
                  <a:lnTo>
                    <a:pt x="0" y="39624"/>
                  </a:lnTo>
                  <a:lnTo>
                    <a:pt x="1524" y="41148"/>
                  </a:lnTo>
                  <a:lnTo>
                    <a:pt x="2286" y="41402"/>
                  </a:lnTo>
                  <a:lnTo>
                    <a:pt x="114300" y="77724"/>
                  </a:lnTo>
                  <a:lnTo>
                    <a:pt x="115062" y="74676"/>
                  </a:lnTo>
                  <a:lnTo>
                    <a:pt x="14008" y="41910"/>
                  </a:lnTo>
                  <a:lnTo>
                    <a:pt x="15240" y="41910"/>
                  </a:lnTo>
                  <a:lnTo>
                    <a:pt x="15240" y="41148"/>
                  </a:lnTo>
                  <a:lnTo>
                    <a:pt x="12954" y="41148"/>
                  </a:lnTo>
                  <a:lnTo>
                    <a:pt x="12954" y="41567"/>
                  </a:lnTo>
                  <a:lnTo>
                    <a:pt x="12192" y="41325"/>
                  </a:lnTo>
                  <a:lnTo>
                    <a:pt x="12192" y="41148"/>
                  </a:lnTo>
                  <a:lnTo>
                    <a:pt x="11658" y="41148"/>
                  </a:lnTo>
                  <a:lnTo>
                    <a:pt x="6883" y="39598"/>
                  </a:lnTo>
                  <a:lnTo>
                    <a:pt x="115062" y="3048"/>
                  </a:lnTo>
                  <a:close/>
                </a:path>
                <a:path w="210820" h="78104">
                  <a:moveTo>
                    <a:pt x="115824" y="41148"/>
                  </a:moveTo>
                  <a:lnTo>
                    <a:pt x="113538" y="41148"/>
                  </a:lnTo>
                  <a:lnTo>
                    <a:pt x="113538" y="41910"/>
                  </a:lnTo>
                  <a:lnTo>
                    <a:pt x="115824" y="41910"/>
                  </a:lnTo>
                  <a:lnTo>
                    <a:pt x="115824" y="41148"/>
                  </a:lnTo>
                  <a:close/>
                </a:path>
                <a:path w="210820" h="78104">
                  <a:moveTo>
                    <a:pt x="118872" y="41148"/>
                  </a:moveTo>
                  <a:lnTo>
                    <a:pt x="116586" y="41148"/>
                  </a:lnTo>
                  <a:lnTo>
                    <a:pt x="116586" y="41910"/>
                  </a:lnTo>
                  <a:lnTo>
                    <a:pt x="118872" y="41910"/>
                  </a:lnTo>
                  <a:lnTo>
                    <a:pt x="118872" y="41148"/>
                  </a:lnTo>
                  <a:close/>
                </a:path>
                <a:path w="210820" h="78104">
                  <a:moveTo>
                    <a:pt x="121920" y="41148"/>
                  </a:moveTo>
                  <a:lnTo>
                    <a:pt x="119634" y="41148"/>
                  </a:lnTo>
                  <a:lnTo>
                    <a:pt x="119634" y="41910"/>
                  </a:lnTo>
                  <a:lnTo>
                    <a:pt x="121920" y="41910"/>
                  </a:lnTo>
                  <a:lnTo>
                    <a:pt x="121920" y="41148"/>
                  </a:lnTo>
                  <a:close/>
                </a:path>
                <a:path w="210820" h="78104">
                  <a:moveTo>
                    <a:pt x="124968" y="41148"/>
                  </a:moveTo>
                  <a:lnTo>
                    <a:pt x="122682" y="41148"/>
                  </a:lnTo>
                  <a:lnTo>
                    <a:pt x="122682" y="41910"/>
                  </a:lnTo>
                  <a:lnTo>
                    <a:pt x="124968" y="41910"/>
                  </a:lnTo>
                  <a:lnTo>
                    <a:pt x="124968" y="41148"/>
                  </a:lnTo>
                  <a:close/>
                </a:path>
                <a:path w="210820" h="78104">
                  <a:moveTo>
                    <a:pt x="128016" y="41148"/>
                  </a:moveTo>
                  <a:lnTo>
                    <a:pt x="125730" y="41148"/>
                  </a:lnTo>
                  <a:lnTo>
                    <a:pt x="125730" y="41910"/>
                  </a:lnTo>
                  <a:lnTo>
                    <a:pt x="128016" y="41910"/>
                  </a:lnTo>
                  <a:lnTo>
                    <a:pt x="128016" y="41148"/>
                  </a:lnTo>
                  <a:close/>
                </a:path>
                <a:path w="210820" h="78104">
                  <a:moveTo>
                    <a:pt x="131064" y="41148"/>
                  </a:moveTo>
                  <a:lnTo>
                    <a:pt x="128765" y="41148"/>
                  </a:lnTo>
                  <a:lnTo>
                    <a:pt x="128765" y="41910"/>
                  </a:lnTo>
                  <a:lnTo>
                    <a:pt x="131064" y="41910"/>
                  </a:lnTo>
                  <a:lnTo>
                    <a:pt x="131064" y="41148"/>
                  </a:lnTo>
                  <a:close/>
                </a:path>
                <a:path w="210820" h="78104">
                  <a:moveTo>
                    <a:pt x="134112" y="41148"/>
                  </a:moveTo>
                  <a:lnTo>
                    <a:pt x="131826" y="41148"/>
                  </a:lnTo>
                  <a:lnTo>
                    <a:pt x="131826" y="41910"/>
                  </a:lnTo>
                  <a:lnTo>
                    <a:pt x="134112" y="41910"/>
                  </a:lnTo>
                  <a:lnTo>
                    <a:pt x="134112" y="41148"/>
                  </a:lnTo>
                  <a:close/>
                </a:path>
                <a:path w="210820" h="78104">
                  <a:moveTo>
                    <a:pt x="137160" y="41148"/>
                  </a:moveTo>
                  <a:lnTo>
                    <a:pt x="134874" y="41148"/>
                  </a:lnTo>
                  <a:lnTo>
                    <a:pt x="134874" y="41910"/>
                  </a:lnTo>
                  <a:lnTo>
                    <a:pt x="137160" y="41910"/>
                  </a:lnTo>
                  <a:lnTo>
                    <a:pt x="137160" y="41148"/>
                  </a:lnTo>
                  <a:close/>
                </a:path>
                <a:path w="210820" h="78104">
                  <a:moveTo>
                    <a:pt x="140208" y="41148"/>
                  </a:moveTo>
                  <a:lnTo>
                    <a:pt x="137922" y="41148"/>
                  </a:lnTo>
                  <a:lnTo>
                    <a:pt x="137922" y="41910"/>
                  </a:lnTo>
                  <a:lnTo>
                    <a:pt x="140208" y="41910"/>
                  </a:lnTo>
                  <a:lnTo>
                    <a:pt x="140208" y="41148"/>
                  </a:lnTo>
                  <a:close/>
                </a:path>
                <a:path w="210820" h="78104">
                  <a:moveTo>
                    <a:pt x="143256" y="41148"/>
                  </a:moveTo>
                  <a:lnTo>
                    <a:pt x="140970" y="41148"/>
                  </a:lnTo>
                  <a:lnTo>
                    <a:pt x="140970" y="41910"/>
                  </a:lnTo>
                  <a:lnTo>
                    <a:pt x="143256" y="41910"/>
                  </a:lnTo>
                  <a:lnTo>
                    <a:pt x="143256" y="41148"/>
                  </a:lnTo>
                  <a:close/>
                </a:path>
                <a:path w="210820" h="78104">
                  <a:moveTo>
                    <a:pt x="146304" y="41148"/>
                  </a:moveTo>
                  <a:lnTo>
                    <a:pt x="144018" y="41148"/>
                  </a:lnTo>
                  <a:lnTo>
                    <a:pt x="144018" y="41910"/>
                  </a:lnTo>
                  <a:lnTo>
                    <a:pt x="146304" y="41910"/>
                  </a:lnTo>
                  <a:lnTo>
                    <a:pt x="146304" y="41148"/>
                  </a:lnTo>
                  <a:close/>
                </a:path>
                <a:path w="210820" h="78104">
                  <a:moveTo>
                    <a:pt x="149352" y="41148"/>
                  </a:moveTo>
                  <a:lnTo>
                    <a:pt x="147053" y="41148"/>
                  </a:lnTo>
                  <a:lnTo>
                    <a:pt x="147053" y="41910"/>
                  </a:lnTo>
                  <a:lnTo>
                    <a:pt x="149352" y="41910"/>
                  </a:lnTo>
                  <a:lnTo>
                    <a:pt x="149352" y="41148"/>
                  </a:lnTo>
                  <a:close/>
                </a:path>
                <a:path w="210820" h="78104">
                  <a:moveTo>
                    <a:pt x="152400" y="40386"/>
                  </a:moveTo>
                  <a:lnTo>
                    <a:pt x="150114" y="41148"/>
                  </a:lnTo>
                  <a:lnTo>
                    <a:pt x="150114" y="41910"/>
                  </a:lnTo>
                  <a:lnTo>
                    <a:pt x="152400" y="41148"/>
                  </a:lnTo>
                  <a:lnTo>
                    <a:pt x="152400" y="40386"/>
                  </a:lnTo>
                  <a:close/>
                </a:path>
                <a:path w="210820" h="78104">
                  <a:moveTo>
                    <a:pt x="155448" y="40386"/>
                  </a:moveTo>
                  <a:lnTo>
                    <a:pt x="153162" y="40386"/>
                  </a:lnTo>
                  <a:lnTo>
                    <a:pt x="153162" y="41148"/>
                  </a:lnTo>
                  <a:lnTo>
                    <a:pt x="155448" y="41148"/>
                  </a:lnTo>
                  <a:lnTo>
                    <a:pt x="155448" y="40386"/>
                  </a:lnTo>
                  <a:close/>
                </a:path>
                <a:path w="210820" h="78104">
                  <a:moveTo>
                    <a:pt x="158496" y="40386"/>
                  </a:moveTo>
                  <a:lnTo>
                    <a:pt x="156210" y="40386"/>
                  </a:lnTo>
                  <a:lnTo>
                    <a:pt x="156210" y="41148"/>
                  </a:lnTo>
                  <a:lnTo>
                    <a:pt x="158496" y="41148"/>
                  </a:lnTo>
                  <a:lnTo>
                    <a:pt x="158496" y="40386"/>
                  </a:lnTo>
                  <a:close/>
                </a:path>
                <a:path w="210820" h="78104">
                  <a:moveTo>
                    <a:pt x="161544" y="40386"/>
                  </a:moveTo>
                  <a:lnTo>
                    <a:pt x="159258" y="40386"/>
                  </a:lnTo>
                  <a:lnTo>
                    <a:pt x="159258" y="41148"/>
                  </a:lnTo>
                  <a:lnTo>
                    <a:pt x="161544" y="41148"/>
                  </a:lnTo>
                  <a:lnTo>
                    <a:pt x="161544" y="40386"/>
                  </a:lnTo>
                  <a:close/>
                </a:path>
                <a:path w="210820" h="78104">
                  <a:moveTo>
                    <a:pt x="164592" y="40386"/>
                  </a:moveTo>
                  <a:lnTo>
                    <a:pt x="162306" y="40386"/>
                  </a:lnTo>
                  <a:lnTo>
                    <a:pt x="162306" y="41148"/>
                  </a:lnTo>
                  <a:lnTo>
                    <a:pt x="164592" y="41148"/>
                  </a:lnTo>
                  <a:lnTo>
                    <a:pt x="164592" y="40386"/>
                  </a:lnTo>
                  <a:close/>
                </a:path>
                <a:path w="210820" h="78104">
                  <a:moveTo>
                    <a:pt x="167640" y="40386"/>
                  </a:moveTo>
                  <a:lnTo>
                    <a:pt x="165354" y="40386"/>
                  </a:lnTo>
                  <a:lnTo>
                    <a:pt x="165354" y="41148"/>
                  </a:lnTo>
                  <a:lnTo>
                    <a:pt x="167640" y="41148"/>
                  </a:lnTo>
                  <a:lnTo>
                    <a:pt x="167640" y="40386"/>
                  </a:lnTo>
                  <a:close/>
                </a:path>
                <a:path w="210820" h="78104">
                  <a:moveTo>
                    <a:pt x="170688" y="40386"/>
                  </a:moveTo>
                  <a:lnTo>
                    <a:pt x="168402" y="40386"/>
                  </a:lnTo>
                  <a:lnTo>
                    <a:pt x="168402" y="41148"/>
                  </a:lnTo>
                  <a:lnTo>
                    <a:pt x="170688" y="41148"/>
                  </a:lnTo>
                  <a:lnTo>
                    <a:pt x="170688" y="40386"/>
                  </a:lnTo>
                  <a:close/>
                </a:path>
                <a:path w="210820" h="78104">
                  <a:moveTo>
                    <a:pt x="173736" y="40386"/>
                  </a:moveTo>
                  <a:lnTo>
                    <a:pt x="171450" y="40386"/>
                  </a:lnTo>
                  <a:lnTo>
                    <a:pt x="171450" y="41148"/>
                  </a:lnTo>
                  <a:lnTo>
                    <a:pt x="173736" y="41148"/>
                  </a:lnTo>
                  <a:lnTo>
                    <a:pt x="173736" y="40386"/>
                  </a:lnTo>
                  <a:close/>
                </a:path>
                <a:path w="210820" h="78104">
                  <a:moveTo>
                    <a:pt x="176784" y="40386"/>
                  </a:moveTo>
                  <a:lnTo>
                    <a:pt x="174498" y="40386"/>
                  </a:lnTo>
                  <a:lnTo>
                    <a:pt x="174498" y="41148"/>
                  </a:lnTo>
                  <a:lnTo>
                    <a:pt x="176784" y="41148"/>
                  </a:lnTo>
                  <a:lnTo>
                    <a:pt x="176784" y="40386"/>
                  </a:lnTo>
                  <a:close/>
                </a:path>
                <a:path w="210820" h="78104">
                  <a:moveTo>
                    <a:pt x="179832" y="40386"/>
                  </a:moveTo>
                  <a:lnTo>
                    <a:pt x="177546" y="40386"/>
                  </a:lnTo>
                  <a:lnTo>
                    <a:pt x="177546" y="41148"/>
                  </a:lnTo>
                  <a:lnTo>
                    <a:pt x="179832" y="41148"/>
                  </a:lnTo>
                  <a:lnTo>
                    <a:pt x="179832" y="40386"/>
                  </a:lnTo>
                  <a:close/>
                </a:path>
                <a:path w="210820" h="78104">
                  <a:moveTo>
                    <a:pt x="182880" y="40386"/>
                  </a:moveTo>
                  <a:lnTo>
                    <a:pt x="180594" y="40386"/>
                  </a:lnTo>
                  <a:lnTo>
                    <a:pt x="180594" y="41148"/>
                  </a:lnTo>
                  <a:lnTo>
                    <a:pt x="182880" y="41148"/>
                  </a:lnTo>
                  <a:lnTo>
                    <a:pt x="182880" y="40386"/>
                  </a:lnTo>
                  <a:close/>
                </a:path>
                <a:path w="210820" h="78104">
                  <a:moveTo>
                    <a:pt x="185928" y="40386"/>
                  </a:moveTo>
                  <a:lnTo>
                    <a:pt x="183642" y="40386"/>
                  </a:lnTo>
                  <a:lnTo>
                    <a:pt x="183642" y="41148"/>
                  </a:lnTo>
                  <a:lnTo>
                    <a:pt x="185928" y="41148"/>
                  </a:lnTo>
                  <a:lnTo>
                    <a:pt x="185928" y="40386"/>
                  </a:lnTo>
                  <a:close/>
                </a:path>
                <a:path w="210820" h="78104">
                  <a:moveTo>
                    <a:pt x="188976" y="40386"/>
                  </a:moveTo>
                  <a:lnTo>
                    <a:pt x="186677" y="40386"/>
                  </a:lnTo>
                  <a:lnTo>
                    <a:pt x="186677" y="41148"/>
                  </a:lnTo>
                  <a:lnTo>
                    <a:pt x="188976" y="41148"/>
                  </a:lnTo>
                  <a:lnTo>
                    <a:pt x="188976" y="40386"/>
                  </a:lnTo>
                  <a:close/>
                </a:path>
                <a:path w="210820" h="78104">
                  <a:moveTo>
                    <a:pt x="192024" y="40386"/>
                  </a:moveTo>
                  <a:lnTo>
                    <a:pt x="189738" y="40386"/>
                  </a:lnTo>
                  <a:lnTo>
                    <a:pt x="189738" y="41148"/>
                  </a:lnTo>
                  <a:lnTo>
                    <a:pt x="192024" y="41148"/>
                  </a:lnTo>
                  <a:lnTo>
                    <a:pt x="192024" y="40386"/>
                  </a:lnTo>
                  <a:close/>
                </a:path>
                <a:path w="210820" h="78104">
                  <a:moveTo>
                    <a:pt x="195072" y="40386"/>
                  </a:moveTo>
                  <a:lnTo>
                    <a:pt x="192786" y="40386"/>
                  </a:lnTo>
                  <a:lnTo>
                    <a:pt x="192786" y="41148"/>
                  </a:lnTo>
                  <a:lnTo>
                    <a:pt x="195072" y="41148"/>
                  </a:lnTo>
                  <a:lnTo>
                    <a:pt x="195072" y="40386"/>
                  </a:lnTo>
                  <a:close/>
                </a:path>
                <a:path w="210820" h="78104">
                  <a:moveTo>
                    <a:pt x="198120" y="40386"/>
                  </a:moveTo>
                  <a:lnTo>
                    <a:pt x="195834" y="40386"/>
                  </a:lnTo>
                  <a:lnTo>
                    <a:pt x="195834" y="41148"/>
                  </a:lnTo>
                  <a:lnTo>
                    <a:pt x="198120" y="41148"/>
                  </a:lnTo>
                  <a:lnTo>
                    <a:pt x="198120" y="40386"/>
                  </a:lnTo>
                  <a:close/>
                </a:path>
                <a:path w="210820" h="78104">
                  <a:moveTo>
                    <a:pt x="201168" y="40386"/>
                  </a:moveTo>
                  <a:lnTo>
                    <a:pt x="198882" y="40386"/>
                  </a:lnTo>
                  <a:lnTo>
                    <a:pt x="198882" y="41148"/>
                  </a:lnTo>
                  <a:lnTo>
                    <a:pt x="201168" y="41148"/>
                  </a:lnTo>
                  <a:lnTo>
                    <a:pt x="201168" y="40386"/>
                  </a:lnTo>
                  <a:close/>
                </a:path>
                <a:path w="210820" h="78104">
                  <a:moveTo>
                    <a:pt x="204216" y="40386"/>
                  </a:moveTo>
                  <a:lnTo>
                    <a:pt x="201930" y="40386"/>
                  </a:lnTo>
                  <a:lnTo>
                    <a:pt x="201930" y="41148"/>
                  </a:lnTo>
                  <a:lnTo>
                    <a:pt x="204216" y="41148"/>
                  </a:lnTo>
                  <a:lnTo>
                    <a:pt x="204216" y="40386"/>
                  </a:lnTo>
                  <a:close/>
                </a:path>
                <a:path w="210820" h="78104">
                  <a:moveTo>
                    <a:pt x="207264" y="40386"/>
                  </a:moveTo>
                  <a:lnTo>
                    <a:pt x="204965" y="40386"/>
                  </a:lnTo>
                  <a:lnTo>
                    <a:pt x="204965" y="41148"/>
                  </a:lnTo>
                  <a:lnTo>
                    <a:pt x="207264" y="41148"/>
                  </a:lnTo>
                  <a:lnTo>
                    <a:pt x="207264" y="40386"/>
                  </a:lnTo>
                  <a:close/>
                </a:path>
                <a:path w="210820" h="78104">
                  <a:moveTo>
                    <a:pt x="210312" y="40386"/>
                  </a:moveTo>
                  <a:lnTo>
                    <a:pt x="208026" y="40386"/>
                  </a:lnTo>
                  <a:lnTo>
                    <a:pt x="208026" y="41148"/>
                  </a:lnTo>
                  <a:lnTo>
                    <a:pt x="210312" y="41148"/>
                  </a:lnTo>
                  <a:lnTo>
                    <a:pt x="210312" y="403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5278628" y="5421884"/>
            <a:ext cx="3917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«refine»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136135" y="4329684"/>
            <a:ext cx="2165985" cy="78105"/>
            <a:chOff x="4136135" y="4329684"/>
            <a:chExt cx="2165985" cy="78105"/>
          </a:xfrm>
        </p:grpSpPr>
        <p:sp>
          <p:nvSpPr>
            <p:cNvPr id="58" name="object 58"/>
            <p:cNvSpPr/>
            <p:nvPr/>
          </p:nvSpPr>
          <p:spPr>
            <a:xfrm>
              <a:off x="5829300" y="4367784"/>
              <a:ext cx="471805" cy="0"/>
            </a:xfrm>
            <a:custGeom>
              <a:avLst/>
              <a:gdLst/>
              <a:ahLst/>
              <a:cxnLst/>
              <a:rect l="l" t="t" r="r" b="b"/>
              <a:pathLst>
                <a:path w="471804" h="0">
                  <a:moveTo>
                    <a:pt x="0" y="0"/>
                  </a:moveTo>
                  <a:lnTo>
                    <a:pt x="471677" y="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840223" y="4368546"/>
              <a:ext cx="988694" cy="0"/>
            </a:xfrm>
            <a:custGeom>
              <a:avLst/>
              <a:gdLst/>
              <a:ahLst/>
              <a:cxnLst/>
              <a:rect l="l" t="t" r="r" b="b"/>
              <a:pathLst>
                <a:path w="988695" h="0">
                  <a:moveTo>
                    <a:pt x="0" y="0"/>
                  </a:moveTo>
                  <a:lnTo>
                    <a:pt x="988313" y="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623816" y="4368546"/>
              <a:ext cx="215900" cy="1270"/>
            </a:xfrm>
            <a:custGeom>
              <a:avLst/>
              <a:gdLst/>
              <a:ahLst/>
              <a:cxnLst/>
              <a:rect l="l" t="t" r="r" b="b"/>
              <a:pathLst>
                <a:path w="215900" h="1270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2286" y="0"/>
                  </a:lnTo>
                  <a:close/>
                </a:path>
                <a:path w="215900" h="1270">
                  <a:moveTo>
                    <a:pt x="5334" y="0"/>
                  </a:moveTo>
                  <a:lnTo>
                    <a:pt x="3048" y="0"/>
                  </a:lnTo>
                  <a:lnTo>
                    <a:pt x="3048" y="762"/>
                  </a:lnTo>
                  <a:lnTo>
                    <a:pt x="5334" y="762"/>
                  </a:lnTo>
                  <a:lnTo>
                    <a:pt x="5334" y="0"/>
                  </a:lnTo>
                  <a:close/>
                </a:path>
                <a:path w="215900" h="1270">
                  <a:moveTo>
                    <a:pt x="8382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8382" y="762"/>
                  </a:lnTo>
                  <a:lnTo>
                    <a:pt x="8382" y="0"/>
                  </a:lnTo>
                  <a:close/>
                </a:path>
                <a:path w="215900" h="1270">
                  <a:moveTo>
                    <a:pt x="11430" y="0"/>
                  </a:moveTo>
                  <a:lnTo>
                    <a:pt x="9144" y="0"/>
                  </a:lnTo>
                  <a:lnTo>
                    <a:pt x="9144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  <a:path w="215900" h="1270">
                  <a:moveTo>
                    <a:pt x="14478" y="0"/>
                  </a:moveTo>
                  <a:lnTo>
                    <a:pt x="12192" y="0"/>
                  </a:lnTo>
                  <a:lnTo>
                    <a:pt x="12192" y="762"/>
                  </a:lnTo>
                  <a:lnTo>
                    <a:pt x="14478" y="762"/>
                  </a:lnTo>
                  <a:lnTo>
                    <a:pt x="14478" y="0"/>
                  </a:lnTo>
                  <a:close/>
                </a:path>
                <a:path w="215900" h="1270">
                  <a:moveTo>
                    <a:pt x="17526" y="0"/>
                  </a:moveTo>
                  <a:lnTo>
                    <a:pt x="15240" y="0"/>
                  </a:lnTo>
                  <a:lnTo>
                    <a:pt x="15240" y="762"/>
                  </a:lnTo>
                  <a:lnTo>
                    <a:pt x="17526" y="762"/>
                  </a:lnTo>
                  <a:lnTo>
                    <a:pt x="17526" y="0"/>
                  </a:lnTo>
                  <a:close/>
                </a:path>
                <a:path w="215900" h="1270">
                  <a:moveTo>
                    <a:pt x="20574" y="0"/>
                  </a:moveTo>
                  <a:lnTo>
                    <a:pt x="18288" y="0"/>
                  </a:lnTo>
                  <a:lnTo>
                    <a:pt x="18288" y="762"/>
                  </a:lnTo>
                  <a:lnTo>
                    <a:pt x="20574" y="762"/>
                  </a:lnTo>
                  <a:lnTo>
                    <a:pt x="20574" y="0"/>
                  </a:lnTo>
                  <a:close/>
                </a:path>
                <a:path w="215900" h="1270">
                  <a:moveTo>
                    <a:pt x="23622" y="0"/>
                  </a:moveTo>
                  <a:lnTo>
                    <a:pt x="21336" y="0"/>
                  </a:lnTo>
                  <a:lnTo>
                    <a:pt x="21336" y="762"/>
                  </a:lnTo>
                  <a:lnTo>
                    <a:pt x="23622" y="762"/>
                  </a:lnTo>
                  <a:lnTo>
                    <a:pt x="23622" y="0"/>
                  </a:lnTo>
                  <a:close/>
                </a:path>
                <a:path w="215900" h="1270">
                  <a:moveTo>
                    <a:pt x="26670" y="0"/>
                  </a:moveTo>
                  <a:lnTo>
                    <a:pt x="24384" y="0"/>
                  </a:lnTo>
                  <a:lnTo>
                    <a:pt x="24384" y="762"/>
                  </a:lnTo>
                  <a:lnTo>
                    <a:pt x="26670" y="762"/>
                  </a:lnTo>
                  <a:lnTo>
                    <a:pt x="26670" y="0"/>
                  </a:lnTo>
                  <a:close/>
                </a:path>
                <a:path w="215900" h="1270">
                  <a:moveTo>
                    <a:pt x="29718" y="0"/>
                  </a:moveTo>
                  <a:lnTo>
                    <a:pt x="27432" y="0"/>
                  </a:lnTo>
                  <a:lnTo>
                    <a:pt x="27432" y="762"/>
                  </a:lnTo>
                  <a:lnTo>
                    <a:pt x="29718" y="762"/>
                  </a:lnTo>
                  <a:lnTo>
                    <a:pt x="29718" y="0"/>
                  </a:lnTo>
                  <a:close/>
                </a:path>
                <a:path w="215900" h="1270">
                  <a:moveTo>
                    <a:pt x="32766" y="0"/>
                  </a:moveTo>
                  <a:lnTo>
                    <a:pt x="30480" y="0"/>
                  </a:lnTo>
                  <a:lnTo>
                    <a:pt x="30480" y="762"/>
                  </a:lnTo>
                  <a:lnTo>
                    <a:pt x="32766" y="762"/>
                  </a:lnTo>
                  <a:lnTo>
                    <a:pt x="32766" y="0"/>
                  </a:lnTo>
                  <a:close/>
                </a:path>
                <a:path w="215900" h="1270">
                  <a:moveTo>
                    <a:pt x="35814" y="0"/>
                  </a:moveTo>
                  <a:lnTo>
                    <a:pt x="33515" y="0"/>
                  </a:lnTo>
                  <a:lnTo>
                    <a:pt x="33515" y="762"/>
                  </a:lnTo>
                  <a:lnTo>
                    <a:pt x="35814" y="762"/>
                  </a:lnTo>
                  <a:lnTo>
                    <a:pt x="35814" y="0"/>
                  </a:lnTo>
                  <a:close/>
                </a:path>
                <a:path w="215900" h="1270">
                  <a:moveTo>
                    <a:pt x="38862" y="0"/>
                  </a:moveTo>
                  <a:lnTo>
                    <a:pt x="36576" y="0"/>
                  </a:lnTo>
                  <a:lnTo>
                    <a:pt x="36576" y="762"/>
                  </a:lnTo>
                  <a:lnTo>
                    <a:pt x="38862" y="762"/>
                  </a:lnTo>
                  <a:lnTo>
                    <a:pt x="38862" y="0"/>
                  </a:lnTo>
                  <a:close/>
                </a:path>
                <a:path w="215900" h="1270">
                  <a:moveTo>
                    <a:pt x="41910" y="0"/>
                  </a:moveTo>
                  <a:lnTo>
                    <a:pt x="39624" y="0"/>
                  </a:lnTo>
                  <a:lnTo>
                    <a:pt x="39624" y="762"/>
                  </a:lnTo>
                  <a:lnTo>
                    <a:pt x="41910" y="762"/>
                  </a:lnTo>
                  <a:lnTo>
                    <a:pt x="41910" y="0"/>
                  </a:lnTo>
                  <a:close/>
                </a:path>
                <a:path w="215900" h="1270">
                  <a:moveTo>
                    <a:pt x="44958" y="0"/>
                  </a:moveTo>
                  <a:lnTo>
                    <a:pt x="42672" y="0"/>
                  </a:lnTo>
                  <a:lnTo>
                    <a:pt x="42672" y="762"/>
                  </a:lnTo>
                  <a:lnTo>
                    <a:pt x="44958" y="762"/>
                  </a:lnTo>
                  <a:lnTo>
                    <a:pt x="44958" y="0"/>
                  </a:lnTo>
                  <a:close/>
                </a:path>
                <a:path w="215900" h="1270">
                  <a:moveTo>
                    <a:pt x="48006" y="0"/>
                  </a:moveTo>
                  <a:lnTo>
                    <a:pt x="45720" y="0"/>
                  </a:lnTo>
                  <a:lnTo>
                    <a:pt x="45720" y="762"/>
                  </a:lnTo>
                  <a:lnTo>
                    <a:pt x="48006" y="762"/>
                  </a:lnTo>
                  <a:lnTo>
                    <a:pt x="48006" y="0"/>
                  </a:lnTo>
                  <a:close/>
                </a:path>
                <a:path w="215900" h="1270">
                  <a:moveTo>
                    <a:pt x="51054" y="0"/>
                  </a:moveTo>
                  <a:lnTo>
                    <a:pt x="48768" y="0"/>
                  </a:lnTo>
                  <a:lnTo>
                    <a:pt x="48768" y="762"/>
                  </a:lnTo>
                  <a:lnTo>
                    <a:pt x="51054" y="762"/>
                  </a:lnTo>
                  <a:lnTo>
                    <a:pt x="51054" y="0"/>
                  </a:lnTo>
                  <a:close/>
                </a:path>
                <a:path w="215900" h="1270">
                  <a:moveTo>
                    <a:pt x="54102" y="0"/>
                  </a:moveTo>
                  <a:lnTo>
                    <a:pt x="51803" y="0"/>
                  </a:lnTo>
                  <a:lnTo>
                    <a:pt x="51803" y="762"/>
                  </a:lnTo>
                  <a:lnTo>
                    <a:pt x="54102" y="762"/>
                  </a:lnTo>
                  <a:lnTo>
                    <a:pt x="54102" y="0"/>
                  </a:lnTo>
                  <a:close/>
                </a:path>
                <a:path w="215900" h="1270">
                  <a:moveTo>
                    <a:pt x="57150" y="0"/>
                  </a:moveTo>
                  <a:lnTo>
                    <a:pt x="54864" y="0"/>
                  </a:lnTo>
                  <a:lnTo>
                    <a:pt x="54864" y="762"/>
                  </a:lnTo>
                  <a:lnTo>
                    <a:pt x="57150" y="762"/>
                  </a:lnTo>
                  <a:lnTo>
                    <a:pt x="57150" y="0"/>
                  </a:lnTo>
                  <a:close/>
                </a:path>
                <a:path w="215900" h="1270">
                  <a:moveTo>
                    <a:pt x="60198" y="0"/>
                  </a:moveTo>
                  <a:lnTo>
                    <a:pt x="57912" y="0"/>
                  </a:lnTo>
                  <a:lnTo>
                    <a:pt x="57912" y="762"/>
                  </a:lnTo>
                  <a:lnTo>
                    <a:pt x="60198" y="762"/>
                  </a:lnTo>
                  <a:lnTo>
                    <a:pt x="60198" y="0"/>
                  </a:lnTo>
                  <a:close/>
                </a:path>
                <a:path w="215900" h="1270">
                  <a:moveTo>
                    <a:pt x="63246" y="0"/>
                  </a:moveTo>
                  <a:lnTo>
                    <a:pt x="60960" y="0"/>
                  </a:lnTo>
                  <a:lnTo>
                    <a:pt x="60960" y="762"/>
                  </a:lnTo>
                  <a:lnTo>
                    <a:pt x="63246" y="762"/>
                  </a:lnTo>
                  <a:lnTo>
                    <a:pt x="63246" y="0"/>
                  </a:lnTo>
                  <a:close/>
                </a:path>
                <a:path w="215900" h="1270">
                  <a:moveTo>
                    <a:pt x="66294" y="0"/>
                  </a:moveTo>
                  <a:lnTo>
                    <a:pt x="64008" y="0"/>
                  </a:lnTo>
                  <a:lnTo>
                    <a:pt x="64008" y="762"/>
                  </a:lnTo>
                  <a:lnTo>
                    <a:pt x="66294" y="762"/>
                  </a:lnTo>
                  <a:lnTo>
                    <a:pt x="66294" y="0"/>
                  </a:lnTo>
                  <a:close/>
                </a:path>
                <a:path w="215900" h="1270">
                  <a:moveTo>
                    <a:pt x="69342" y="0"/>
                  </a:moveTo>
                  <a:lnTo>
                    <a:pt x="67056" y="0"/>
                  </a:lnTo>
                  <a:lnTo>
                    <a:pt x="67056" y="762"/>
                  </a:lnTo>
                  <a:lnTo>
                    <a:pt x="69342" y="762"/>
                  </a:lnTo>
                  <a:lnTo>
                    <a:pt x="69342" y="0"/>
                  </a:lnTo>
                  <a:close/>
                </a:path>
                <a:path w="215900" h="1270">
                  <a:moveTo>
                    <a:pt x="72390" y="0"/>
                  </a:moveTo>
                  <a:lnTo>
                    <a:pt x="70091" y="0"/>
                  </a:lnTo>
                  <a:lnTo>
                    <a:pt x="70091" y="762"/>
                  </a:lnTo>
                  <a:lnTo>
                    <a:pt x="72390" y="762"/>
                  </a:lnTo>
                  <a:lnTo>
                    <a:pt x="72390" y="0"/>
                  </a:lnTo>
                  <a:close/>
                </a:path>
                <a:path w="215900" h="1270">
                  <a:moveTo>
                    <a:pt x="75438" y="0"/>
                  </a:moveTo>
                  <a:lnTo>
                    <a:pt x="73152" y="0"/>
                  </a:lnTo>
                  <a:lnTo>
                    <a:pt x="73152" y="762"/>
                  </a:lnTo>
                  <a:lnTo>
                    <a:pt x="75438" y="762"/>
                  </a:lnTo>
                  <a:lnTo>
                    <a:pt x="75438" y="0"/>
                  </a:lnTo>
                  <a:close/>
                </a:path>
                <a:path w="215900" h="1270">
                  <a:moveTo>
                    <a:pt x="78486" y="0"/>
                  </a:moveTo>
                  <a:lnTo>
                    <a:pt x="76200" y="0"/>
                  </a:lnTo>
                  <a:lnTo>
                    <a:pt x="76200" y="762"/>
                  </a:lnTo>
                  <a:lnTo>
                    <a:pt x="78486" y="762"/>
                  </a:lnTo>
                  <a:lnTo>
                    <a:pt x="78486" y="0"/>
                  </a:lnTo>
                  <a:close/>
                </a:path>
                <a:path w="215900" h="1270">
                  <a:moveTo>
                    <a:pt x="81534" y="0"/>
                  </a:moveTo>
                  <a:lnTo>
                    <a:pt x="79248" y="0"/>
                  </a:lnTo>
                  <a:lnTo>
                    <a:pt x="79248" y="762"/>
                  </a:lnTo>
                  <a:lnTo>
                    <a:pt x="81534" y="762"/>
                  </a:lnTo>
                  <a:lnTo>
                    <a:pt x="81534" y="0"/>
                  </a:lnTo>
                  <a:close/>
                </a:path>
                <a:path w="215900" h="1270">
                  <a:moveTo>
                    <a:pt x="84582" y="0"/>
                  </a:moveTo>
                  <a:lnTo>
                    <a:pt x="82296" y="0"/>
                  </a:lnTo>
                  <a:lnTo>
                    <a:pt x="82296" y="762"/>
                  </a:lnTo>
                  <a:lnTo>
                    <a:pt x="84582" y="762"/>
                  </a:lnTo>
                  <a:lnTo>
                    <a:pt x="84582" y="0"/>
                  </a:lnTo>
                  <a:close/>
                </a:path>
                <a:path w="215900" h="1270">
                  <a:moveTo>
                    <a:pt x="87630" y="0"/>
                  </a:moveTo>
                  <a:lnTo>
                    <a:pt x="85344" y="0"/>
                  </a:lnTo>
                  <a:lnTo>
                    <a:pt x="85344" y="762"/>
                  </a:lnTo>
                  <a:lnTo>
                    <a:pt x="87630" y="762"/>
                  </a:lnTo>
                  <a:lnTo>
                    <a:pt x="87630" y="0"/>
                  </a:lnTo>
                  <a:close/>
                </a:path>
                <a:path w="215900" h="1270">
                  <a:moveTo>
                    <a:pt x="90678" y="0"/>
                  </a:moveTo>
                  <a:lnTo>
                    <a:pt x="88392" y="0"/>
                  </a:lnTo>
                  <a:lnTo>
                    <a:pt x="88392" y="762"/>
                  </a:lnTo>
                  <a:lnTo>
                    <a:pt x="90678" y="762"/>
                  </a:lnTo>
                  <a:lnTo>
                    <a:pt x="90678" y="0"/>
                  </a:lnTo>
                  <a:close/>
                </a:path>
                <a:path w="215900" h="1270">
                  <a:moveTo>
                    <a:pt x="93726" y="0"/>
                  </a:moveTo>
                  <a:lnTo>
                    <a:pt x="91440" y="0"/>
                  </a:lnTo>
                  <a:lnTo>
                    <a:pt x="91440" y="762"/>
                  </a:lnTo>
                  <a:lnTo>
                    <a:pt x="93726" y="762"/>
                  </a:lnTo>
                  <a:lnTo>
                    <a:pt x="93726" y="0"/>
                  </a:lnTo>
                  <a:close/>
                </a:path>
                <a:path w="215900" h="1270">
                  <a:moveTo>
                    <a:pt x="96774" y="0"/>
                  </a:moveTo>
                  <a:lnTo>
                    <a:pt x="94488" y="0"/>
                  </a:lnTo>
                  <a:lnTo>
                    <a:pt x="94488" y="762"/>
                  </a:lnTo>
                  <a:lnTo>
                    <a:pt x="96774" y="762"/>
                  </a:lnTo>
                  <a:lnTo>
                    <a:pt x="96774" y="0"/>
                  </a:lnTo>
                  <a:close/>
                </a:path>
                <a:path w="215900" h="1270">
                  <a:moveTo>
                    <a:pt x="99822" y="0"/>
                  </a:moveTo>
                  <a:lnTo>
                    <a:pt x="97536" y="0"/>
                  </a:lnTo>
                  <a:lnTo>
                    <a:pt x="97536" y="762"/>
                  </a:lnTo>
                  <a:lnTo>
                    <a:pt x="99822" y="762"/>
                  </a:lnTo>
                  <a:lnTo>
                    <a:pt x="99822" y="0"/>
                  </a:lnTo>
                  <a:close/>
                </a:path>
                <a:path w="215900" h="1270">
                  <a:moveTo>
                    <a:pt x="102870" y="0"/>
                  </a:moveTo>
                  <a:lnTo>
                    <a:pt x="100584" y="0"/>
                  </a:lnTo>
                  <a:lnTo>
                    <a:pt x="100584" y="762"/>
                  </a:lnTo>
                  <a:lnTo>
                    <a:pt x="102870" y="762"/>
                  </a:lnTo>
                  <a:lnTo>
                    <a:pt x="102870" y="0"/>
                  </a:lnTo>
                  <a:close/>
                </a:path>
                <a:path w="215900" h="1270">
                  <a:moveTo>
                    <a:pt x="105918" y="0"/>
                  </a:moveTo>
                  <a:lnTo>
                    <a:pt x="103632" y="0"/>
                  </a:lnTo>
                  <a:lnTo>
                    <a:pt x="103632" y="762"/>
                  </a:lnTo>
                  <a:lnTo>
                    <a:pt x="105918" y="762"/>
                  </a:lnTo>
                  <a:lnTo>
                    <a:pt x="105918" y="0"/>
                  </a:lnTo>
                  <a:close/>
                </a:path>
                <a:path w="215900" h="1270">
                  <a:moveTo>
                    <a:pt x="108966" y="0"/>
                  </a:moveTo>
                  <a:lnTo>
                    <a:pt x="106680" y="0"/>
                  </a:lnTo>
                  <a:lnTo>
                    <a:pt x="106680" y="762"/>
                  </a:lnTo>
                  <a:lnTo>
                    <a:pt x="108966" y="762"/>
                  </a:lnTo>
                  <a:lnTo>
                    <a:pt x="108966" y="0"/>
                  </a:lnTo>
                  <a:close/>
                </a:path>
                <a:path w="215900" h="1270">
                  <a:moveTo>
                    <a:pt x="112014" y="0"/>
                  </a:moveTo>
                  <a:lnTo>
                    <a:pt x="109715" y="0"/>
                  </a:lnTo>
                  <a:lnTo>
                    <a:pt x="109715" y="762"/>
                  </a:lnTo>
                  <a:lnTo>
                    <a:pt x="112014" y="762"/>
                  </a:lnTo>
                  <a:lnTo>
                    <a:pt x="112014" y="0"/>
                  </a:lnTo>
                  <a:close/>
                </a:path>
                <a:path w="215900" h="1270">
                  <a:moveTo>
                    <a:pt x="115062" y="0"/>
                  </a:moveTo>
                  <a:lnTo>
                    <a:pt x="112776" y="0"/>
                  </a:lnTo>
                  <a:lnTo>
                    <a:pt x="112776" y="762"/>
                  </a:lnTo>
                  <a:lnTo>
                    <a:pt x="115062" y="762"/>
                  </a:lnTo>
                  <a:lnTo>
                    <a:pt x="115062" y="0"/>
                  </a:lnTo>
                  <a:close/>
                </a:path>
                <a:path w="215900" h="1270">
                  <a:moveTo>
                    <a:pt x="118110" y="0"/>
                  </a:moveTo>
                  <a:lnTo>
                    <a:pt x="115824" y="0"/>
                  </a:lnTo>
                  <a:lnTo>
                    <a:pt x="115824" y="762"/>
                  </a:lnTo>
                  <a:lnTo>
                    <a:pt x="118110" y="762"/>
                  </a:lnTo>
                  <a:lnTo>
                    <a:pt x="118110" y="0"/>
                  </a:lnTo>
                  <a:close/>
                </a:path>
                <a:path w="215900" h="1270">
                  <a:moveTo>
                    <a:pt x="121158" y="0"/>
                  </a:moveTo>
                  <a:lnTo>
                    <a:pt x="118872" y="0"/>
                  </a:lnTo>
                  <a:lnTo>
                    <a:pt x="118872" y="762"/>
                  </a:lnTo>
                  <a:lnTo>
                    <a:pt x="121158" y="762"/>
                  </a:lnTo>
                  <a:lnTo>
                    <a:pt x="121158" y="0"/>
                  </a:lnTo>
                  <a:close/>
                </a:path>
                <a:path w="215900" h="1270">
                  <a:moveTo>
                    <a:pt x="124206" y="0"/>
                  </a:moveTo>
                  <a:lnTo>
                    <a:pt x="121920" y="0"/>
                  </a:lnTo>
                  <a:lnTo>
                    <a:pt x="121920" y="762"/>
                  </a:lnTo>
                  <a:lnTo>
                    <a:pt x="124206" y="762"/>
                  </a:lnTo>
                  <a:lnTo>
                    <a:pt x="124206" y="0"/>
                  </a:lnTo>
                  <a:close/>
                </a:path>
                <a:path w="215900" h="1270">
                  <a:moveTo>
                    <a:pt x="127254" y="0"/>
                  </a:moveTo>
                  <a:lnTo>
                    <a:pt x="124968" y="0"/>
                  </a:lnTo>
                  <a:lnTo>
                    <a:pt x="124968" y="762"/>
                  </a:lnTo>
                  <a:lnTo>
                    <a:pt x="127254" y="762"/>
                  </a:lnTo>
                  <a:lnTo>
                    <a:pt x="127254" y="0"/>
                  </a:lnTo>
                  <a:close/>
                </a:path>
                <a:path w="215900" h="1270">
                  <a:moveTo>
                    <a:pt x="130302" y="0"/>
                  </a:moveTo>
                  <a:lnTo>
                    <a:pt x="128003" y="0"/>
                  </a:lnTo>
                  <a:lnTo>
                    <a:pt x="128003" y="762"/>
                  </a:lnTo>
                  <a:lnTo>
                    <a:pt x="130302" y="762"/>
                  </a:lnTo>
                  <a:lnTo>
                    <a:pt x="130302" y="0"/>
                  </a:lnTo>
                  <a:close/>
                </a:path>
                <a:path w="215900" h="1270">
                  <a:moveTo>
                    <a:pt x="133350" y="0"/>
                  </a:moveTo>
                  <a:lnTo>
                    <a:pt x="131064" y="0"/>
                  </a:lnTo>
                  <a:lnTo>
                    <a:pt x="131064" y="762"/>
                  </a:lnTo>
                  <a:lnTo>
                    <a:pt x="133350" y="762"/>
                  </a:lnTo>
                  <a:lnTo>
                    <a:pt x="133350" y="0"/>
                  </a:lnTo>
                  <a:close/>
                </a:path>
                <a:path w="215900" h="1270">
                  <a:moveTo>
                    <a:pt x="136398" y="0"/>
                  </a:moveTo>
                  <a:lnTo>
                    <a:pt x="134112" y="0"/>
                  </a:lnTo>
                  <a:lnTo>
                    <a:pt x="134112" y="762"/>
                  </a:lnTo>
                  <a:lnTo>
                    <a:pt x="136398" y="762"/>
                  </a:lnTo>
                  <a:lnTo>
                    <a:pt x="136398" y="0"/>
                  </a:lnTo>
                  <a:close/>
                </a:path>
                <a:path w="215900" h="1270">
                  <a:moveTo>
                    <a:pt x="139446" y="0"/>
                  </a:moveTo>
                  <a:lnTo>
                    <a:pt x="137160" y="0"/>
                  </a:lnTo>
                  <a:lnTo>
                    <a:pt x="137160" y="762"/>
                  </a:lnTo>
                  <a:lnTo>
                    <a:pt x="139446" y="762"/>
                  </a:lnTo>
                  <a:lnTo>
                    <a:pt x="139446" y="0"/>
                  </a:lnTo>
                  <a:close/>
                </a:path>
                <a:path w="215900" h="1270">
                  <a:moveTo>
                    <a:pt x="142494" y="0"/>
                  </a:moveTo>
                  <a:lnTo>
                    <a:pt x="140208" y="0"/>
                  </a:lnTo>
                  <a:lnTo>
                    <a:pt x="140208" y="762"/>
                  </a:lnTo>
                  <a:lnTo>
                    <a:pt x="142494" y="762"/>
                  </a:lnTo>
                  <a:lnTo>
                    <a:pt x="142494" y="0"/>
                  </a:lnTo>
                  <a:close/>
                </a:path>
                <a:path w="215900" h="1270">
                  <a:moveTo>
                    <a:pt x="145542" y="0"/>
                  </a:moveTo>
                  <a:lnTo>
                    <a:pt x="143256" y="0"/>
                  </a:lnTo>
                  <a:lnTo>
                    <a:pt x="143256" y="762"/>
                  </a:lnTo>
                  <a:lnTo>
                    <a:pt x="145542" y="762"/>
                  </a:lnTo>
                  <a:lnTo>
                    <a:pt x="145542" y="0"/>
                  </a:lnTo>
                  <a:close/>
                </a:path>
                <a:path w="215900" h="1270">
                  <a:moveTo>
                    <a:pt x="148590" y="0"/>
                  </a:moveTo>
                  <a:lnTo>
                    <a:pt x="146291" y="0"/>
                  </a:lnTo>
                  <a:lnTo>
                    <a:pt x="146291" y="762"/>
                  </a:lnTo>
                  <a:lnTo>
                    <a:pt x="148590" y="762"/>
                  </a:lnTo>
                  <a:lnTo>
                    <a:pt x="148590" y="0"/>
                  </a:lnTo>
                  <a:close/>
                </a:path>
                <a:path w="215900" h="1270">
                  <a:moveTo>
                    <a:pt x="151638" y="0"/>
                  </a:moveTo>
                  <a:lnTo>
                    <a:pt x="149352" y="0"/>
                  </a:lnTo>
                  <a:lnTo>
                    <a:pt x="149352" y="762"/>
                  </a:lnTo>
                  <a:lnTo>
                    <a:pt x="151638" y="762"/>
                  </a:lnTo>
                  <a:lnTo>
                    <a:pt x="151638" y="0"/>
                  </a:lnTo>
                  <a:close/>
                </a:path>
                <a:path w="215900" h="1270">
                  <a:moveTo>
                    <a:pt x="154686" y="0"/>
                  </a:moveTo>
                  <a:lnTo>
                    <a:pt x="152400" y="0"/>
                  </a:lnTo>
                  <a:lnTo>
                    <a:pt x="152400" y="762"/>
                  </a:lnTo>
                  <a:lnTo>
                    <a:pt x="154686" y="762"/>
                  </a:lnTo>
                  <a:lnTo>
                    <a:pt x="154686" y="0"/>
                  </a:lnTo>
                  <a:close/>
                </a:path>
                <a:path w="215900" h="1270">
                  <a:moveTo>
                    <a:pt x="157734" y="0"/>
                  </a:moveTo>
                  <a:lnTo>
                    <a:pt x="155448" y="0"/>
                  </a:lnTo>
                  <a:lnTo>
                    <a:pt x="155448" y="762"/>
                  </a:lnTo>
                  <a:lnTo>
                    <a:pt x="157734" y="762"/>
                  </a:lnTo>
                  <a:lnTo>
                    <a:pt x="157734" y="0"/>
                  </a:lnTo>
                  <a:close/>
                </a:path>
                <a:path w="215900" h="1270">
                  <a:moveTo>
                    <a:pt x="160782" y="0"/>
                  </a:moveTo>
                  <a:lnTo>
                    <a:pt x="158496" y="0"/>
                  </a:lnTo>
                  <a:lnTo>
                    <a:pt x="158496" y="762"/>
                  </a:lnTo>
                  <a:lnTo>
                    <a:pt x="160782" y="762"/>
                  </a:lnTo>
                  <a:lnTo>
                    <a:pt x="160782" y="0"/>
                  </a:lnTo>
                  <a:close/>
                </a:path>
                <a:path w="215900" h="1270">
                  <a:moveTo>
                    <a:pt x="163830" y="0"/>
                  </a:moveTo>
                  <a:lnTo>
                    <a:pt x="161544" y="0"/>
                  </a:lnTo>
                  <a:lnTo>
                    <a:pt x="161544" y="762"/>
                  </a:lnTo>
                  <a:lnTo>
                    <a:pt x="163830" y="762"/>
                  </a:lnTo>
                  <a:lnTo>
                    <a:pt x="163830" y="0"/>
                  </a:lnTo>
                  <a:close/>
                </a:path>
                <a:path w="215900" h="1270">
                  <a:moveTo>
                    <a:pt x="166878" y="0"/>
                  </a:moveTo>
                  <a:lnTo>
                    <a:pt x="164592" y="0"/>
                  </a:lnTo>
                  <a:lnTo>
                    <a:pt x="164592" y="762"/>
                  </a:lnTo>
                  <a:lnTo>
                    <a:pt x="166878" y="762"/>
                  </a:lnTo>
                  <a:lnTo>
                    <a:pt x="166878" y="0"/>
                  </a:lnTo>
                  <a:close/>
                </a:path>
                <a:path w="215900" h="1270">
                  <a:moveTo>
                    <a:pt x="169926" y="0"/>
                  </a:moveTo>
                  <a:lnTo>
                    <a:pt x="167640" y="0"/>
                  </a:lnTo>
                  <a:lnTo>
                    <a:pt x="167640" y="762"/>
                  </a:lnTo>
                  <a:lnTo>
                    <a:pt x="169926" y="762"/>
                  </a:lnTo>
                  <a:lnTo>
                    <a:pt x="169926" y="0"/>
                  </a:lnTo>
                  <a:close/>
                </a:path>
                <a:path w="215900" h="1270">
                  <a:moveTo>
                    <a:pt x="172974" y="0"/>
                  </a:moveTo>
                  <a:lnTo>
                    <a:pt x="170688" y="0"/>
                  </a:lnTo>
                  <a:lnTo>
                    <a:pt x="170688" y="762"/>
                  </a:lnTo>
                  <a:lnTo>
                    <a:pt x="172974" y="762"/>
                  </a:lnTo>
                  <a:lnTo>
                    <a:pt x="172974" y="0"/>
                  </a:lnTo>
                  <a:close/>
                </a:path>
                <a:path w="215900" h="1270">
                  <a:moveTo>
                    <a:pt x="176022" y="0"/>
                  </a:moveTo>
                  <a:lnTo>
                    <a:pt x="173736" y="0"/>
                  </a:lnTo>
                  <a:lnTo>
                    <a:pt x="173736" y="762"/>
                  </a:lnTo>
                  <a:lnTo>
                    <a:pt x="176022" y="762"/>
                  </a:lnTo>
                  <a:lnTo>
                    <a:pt x="176022" y="0"/>
                  </a:lnTo>
                  <a:close/>
                </a:path>
                <a:path w="215900" h="1270">
                  <a:moveTo>
                    <a:pt x="179070" y="0"/>
                  </a:moveTo>
                  <a:lnTo>
                    <a:pt x="176784" y="0"/>
                  </a:lnTo>
                  <a:lnTo>
                    <a:pt x="176784" y="762"/>
                  </a:lnTo>
                  <a:lnTo>
                    <a:pt x="179070" y="762"/>
                  </a:lnTo>
                  <a:lnTo>
                    <a:pt x="179070" y="0"/>
                  </a:lnTo>
                  <a:close/>
                </a:path>
                <a:path w="215900" h="1270">
                  <a:moveTo>
                    <a:pt x="182118" y="0"/>
                  </a:moveTo>
                  <a:lnTo>
                    <a:pt x="179832" y="0"/>
                  </a:lnTo>
                  <a:lnTo>
                    <a:pt x="179832" y="762"/>
                  </a:lnTo>
                  <a:lnTo>
                    <a:pt x="182118" y="762"/>
                  </a:lnTo>
                  <a:lnTo>
                    <a:pt x="182118" y="0"/>
                  </a:lnTo>
                  <a:close/>
                </a:path>
                <a:path w="215900" h="1270">
                  <a:moveTo>
                    <a:pt x="185166" y="0"/>
                  </a:moveTo>
                  <a:lnTo>
                    <a:pt x="182880" y="0"/>
                  </a:lnTo>
                  <a:lnTo>
                    <a:pt x="182880" y="762"/>
                  </a:lnTo>
                  <a:lnTo>
                    <a:pt x="185166" y="762"/>
                  </a:lnTo>
                  <a:lnTo>
                    <a:pt x="185166" y="0"/>
                  </a:lnTo>
                  <a:close/>
                </a:path>
                <a:path w="215900" h="1270">
                  <a:moveTo>
                    <a:pt x="188214" y="0"/>
                  </a:moveTo>
                  <a:lnTo>
                    <a:pt x="185915" y="0"/>
                  </a:lnTo>
                  <a:lnTo>
                    <a:pt x="185915" y="762"/>
                  </a:lnTo>
                  <a:lnTo>
                    <a:pt x="188214" y="762"/>
                  </a:lnTo>
                  <a:lnTo>
                    <a:pt x="188214" y="0"/>
                  </a:lnTo>
                  <a:close/>
                </a:path>
                <a:path w="215900" h="1270">
                  <a:moveTo>
                    <a:pt x="191262" y="0"/>
                  </a:moveTo>
                  <a:lnTo>
                    <a:pt x="188976" y="0"/>
                  </a:lnTo>
                  <a:lnTo>
                    <a:pt x="188976" y="762"/>
                  </a:lnTo>
                  <a:lnTo>
                    <a:pt x="191262" y="762"/>
                  </a:lnTo>
                  <a:lnTo>
                    <a:pt x="191262" y="0"/>
                  </a:lnTo>
                  <a:close/>
                </a:path>
                <a:path w="215900" h="1270">
                  <a:moveTo>
                    <a:pt x="194310" y="0"/>
                  </a:moveTo>
                  <a:lnTo>
                    <a:pt x="192024" y="0"/>
                  </a:lnTo>
                  <a:lnTo>
                    <a:pt x="192024" y="762"/>
                  </a:lnTo>
                  <a:lnTo>
                    <a:pt x="194310" y="762"/>
                  </a:lnTo>
                  <a:lnTo>
                    <a:pt x="194310" y="0"/>
                  </a:lnTo>
                  <a:close/>
                </a:path>
                <a:path w="215900" h="1270">
                  <a:moveTo>
                    <a:pt x="197358" y="0"/>
                  </a:moveTo>
                  <a:lnTo>
                    <a:pt x="195072" y="0"/>
                  </a:lnTo>
                  <a:lnTo>
                    <a:pt x="195072" y="762"/>
                  </a:lnTo>
                  <a:lnTo>
                    <a:pt x="197358" y="762"/>
                  </a:lnTo>
                  <a:lnTo>
                    <a:pt x="197358" y="0"/>
                  </a:lnTo>
                  <a:close/>
                </a:path>
                <a:path w="215900" h="1270">
                  <a:moveTo>
                    <a:pt x="200406" y="0"/>
                  </a:moveTo>
                  <a:lnTo>
                    <a:pt x="198120" y="0"/>
                  </a:lnTo>
                  <a:lnTo>
                    <a:pt x="198120" y="762"/>
                  </a:lnTo>
                  <a:lnTo>
                    <a:pt x="200406" y="762"/>
                  </a:lnTo>
                  <a:lnTo>
                    <a:pt x="200406" y="0"/>
                  </a:lnTo>
                  <a:close/>
                </a:path>
                <a:path w="215900" h="1270">
                  <a:moveTo>
                    <a:pt x="203454" y="0"/>
                  </a:moveTo>
                  <a:lnTo>
                    <a:pt x="201168" y="0"/>
                  </a:lnTo>
                  <a:lnTo>
                    <a:pt x="201168" y="762"/>
                  </a:lnTo>
                  <a:lnTo>
                    <a:pt x="203454" y="762"/>
                  </a:lnTo>
                  <a:lnTo>
                    <a:pt x="203454" y="0"/>
                  </a:lnTo>
                  <a:close/>
                </a:path>
                <a:path w="215900" h="1270">
                  <a:moveTo>
                    <a:pt x="206502" y="0"/>
                  </a:moveTo>
                  <a:lnTo>
                    <a:pt x="204203" y="0"/>
                  </a:lnTo>
                  <a:lnTo>
                    <a:pt x="204203" y="762"/>
                  </a:lnTo>
                  <a:lnTo>
                    <a:pt x="206502" y="762"/>
                  </a:lnTo>
                  <a:lnTo>
                    <a:pt x="206502" y="0"/>
                  </a:lnTo>
                  <a:close/>
                </a:path>
                <a:path w="215900" h="1270">
                  <a:moveTo>
                    <a:pt x="209550" y="0"/>
                  </a:moveTo>
                  <a:lnTo>
                    <a:pt x="207264" y="0"/>
                  </a:lnTo>
                  <a:lnTo>
                    <a:pt x="207264" y="762"/>
                  </a:lnTo>
                  <a:lnTo>
                    <a:pt x="209550" y="762"/>
                  </a:lnTo>
                  <a:lnTo>
                    <a:pt x="209550" y="0"/>
                  </a:lnTo>
                  <a:close/>
                </a:path>
                <a:path w="215900" h="1270">
                  <a:moveTo>
                    <a:pt x="212598" y="0"/>
                  </a:moveTo>
                  <a:lnTo>
                    <a:pt x="210312" y="0"/>
                  </a:lnTo>
                  <a:lnTo>
                    <a:pt x="210312" y="762"/>
                  </a:lnTo>
                  <a:lnTo>
                    <a:pt x="212598" y="762"/>
                  </a:lnTo>
                  <a:lnTo>
                    <a:pt x="212598" y="0"/>
                  </a:lnTo>
                  <a:close/>
                </a:path>
                <a:path w="215900" h="1270">
                  <a:moveTo>
                    <a:pt x="215646" y="0"/>
                  </a:moveTo>
                  <a:lnTo>
                    <a:pt x="213360" y="0"/>
                  </a:lnTo>
                  <a:lnTo>
                    <a:pt x="213360" y="762"/>
                  </a:lnTo>
                  <a:lnTo>
                    <a:pt x="215646" y="762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410456" y="4368546"/>
              <a:ext cx="215900" cy="1270"/>
            </a:xfrm>
            <a:custGeom>
              <a:avLst/>
              <a:gdLst/>
              <a:ahLst/>
              <a:cxnLst/>
              <a:rect l="l" t="t" r="r" b="b"/>
              <a:pathLst>
                <a:path w="215900" h="1270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2286" y="0"/>
                  </a:lnTo>
                  <a:close/>
                </a:path>
                <a:path w="215900" h="1270">
                  <a:moveTo>
                    <a:pt x="5334" y="0"/>
                  </a:moveTo>
                  <a:lnTo>
                    <a:pt x="3048" y="0"/>
                  </a:lnTo>
                  <a:lnTo>
                    <a:pt x="3048" y="762"/>
                  </a:lnTo>
                  <a:lnTo>
                    <a:pt x="5334" y="762"/>
                  </a:lnTo>
                  <a:lnTo>
                    <a:pt x="5334" y="0"/>
                  </a:lnTo>
                  <a:close/>
                </a:path>
                <a:path w="215900" h="1270">
                  <a:moveTo>
                    <a:pt x="8382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8382" y="762"/>
                  </a:lnTo>
                  <a:lnTo>
                    <a:pt x="8382" y="0"/>
                  </a:lnTo>
                  <a:close/>
                </a:path>
                <a:path w="215900" h="1270">
                  <a:moveTo>
                    <a:pt x="11430" y="0"/>
                  </a:moveTo>
                  <a:lnTo>
                    <a:pt x="9144" y="0"/>
                  </a:lnTo>
                  <a:lnTo>
                    <a:pt x="9144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  <a:path w="215900" h="1270">
                  <a:moveTo>
                    <a:pt x="14478" y="0"/>
                  </a:moveTo>
                  <a:lnTo>
                    <a:pt x="12192" y="0"/>
                  </a:lnTo>
                  <a:lnTo>
                    <a:pt x="12192" y="762"/>
                  </a:lnTo>
                  <a:lnTo>
                    <a:pt x="14478" y="762"/>
                  </a:lnTo>
                  <a:lnTo>
                    <a:pt x="14478" y="0"/>
                  </a:lnTo>
                  <a:close/>
                </a:path>
                <a:path w="215900" h="1270">
                  <a:moveTo>
                    <a:pt x="17526" y="0"/>
                  </a:moveTo>
                  <a:lnTo>
                    <a:pt x="15240" y="0"/>
                  </a:lnTo>
                  <a:lnTo>
                    <a:pt x="15240" y="762"/>
                  </a:lnTo>
                  <a:lnTo>
                    <a:pt x="17526" y="762"/>
                  </a:lnTo>
                  <a:lnTo>
                    <a:pt x="17526" y="0"/>
                  </a:lnTo>
                  <a:close/>
                </a:path>
                <a:path w="215900" h="1270">
                  <a:moveTo>
                    <a:pt x="20574" y="0"/>
                  </a:moveTo>
                  <a:lnTo>
                    <a:pt x="18275" y="0"/>
                  </a:lnTo>
                  <a:lnTo>
                    <a:pt x="18275" y="762"/>
                  </a:lnTo>
                  <a:lnTo>
                    <a:pt x="20574" y="762"/>
                  </a:lnTo>
                  <a:lnTo>
                    <a:pt x="20574" y="0"/>
                  </a:lnTo>
                  <a:close/>
                </a:path>
                <a:path w="215900" h="1270">
                  <a:moveTo>
                    <a:pt x="23622" y="0"/>
                  </a:moveTo>
                  <a:lnTo>
                    <a:pt x="21336" y="0"/>
                  </a:lnTo>
                  <a:lnTo>
                    <a:pt x="21336" y="762"/>
                  </a:lnTo>
                  <a:lnTo>
                    <a:pt x="23622" y="762"/>
                  </a:lnTo>
                  <a:lnTo>
                    <a:pt x="23622" y="0"/>
                  </a:lnTo>
                  <a:close/>
                </a:path>
                <a:path w="215900" h="1270">
                  <a:moveTo>
                    <a:pt x="26670" y="0"/>
                  </a:moveTo>
                  <a:lnTo>
                    <a:pt x="24384" y="0"/>
                  </a:lnTo>
                  <a:lnTo>
                    <a:pt x="24384" y="762"/>
                  </a:lnTo>
                  <a:lnTo>
                    <a:pt x="26670" y="762"/>
                  </a:lnTo>
                  <a:lnTo>
                    <a:pt x="26670" y="0"/>
                  </a:lnTo>
                  <a:close/>
                </a:path>
                <a:path w="215900" h="1270">
                  <a:moveTo>
                    <a:pt x="29718" y="0"/>
                  </a:moveTo>
                  <a:lnTo>
                    <a:pt x="27432" y="0"/>
                  </a:lnTo>
                  <a:lnTo>
                    <a:pt x="27432" y="762"/>
                  </a:lnTo>
                  <a:lnTo>
                    <a:pt x="29718" y="762"/>
                  </a:lnTo>
                  <a:lnTo>
                    <a:pt x="29718" y="0"/>
                  </a:lnTo>
                  <a:close/>
                </a:path>
                <a:path w="215900" h="1270">
                  <a:moveTo>
                    <a:pt x="32766" y="0"/>
                  </a:moveTo>
                  <a:lnTo>
                    <a:pt x="30480" y="0"/>
                  </a:lnTo>
                  <a:lnTo>
                    <a:pt x="30480" y="762"/>
                  </a:lnTo>
                  <a:lnTo>
                    <a:pt x="32766" y="762"/>
                  </a:lnTo>
                  <a:lnTo>
                    <a:pt x="32766" y="0"/>
                  </a:lnTo>
                  <a:close/>
                </a:path>
                <a:path w="215900" h="1270">
                  <a:moveTo>
                    <a:pt x="35814" y="0"/>
                  </a:moveTo>
                  <a:lnTo>
                    <a:pt x="33528" y="0"/>
                  </a:lnTo>
                  <a:lnTo>
                    <a:pt x="33528" y="762"/>
                  </a:lnTo>
                  <a:lnTo>
                    <a:pt x="35814" y="762"/>
                  </a:lnTo>
                  <a:lnTo>
                    <a:pt x="35814" y="0"/>
                  </a:lnTo>
                  <a:close/>
                </a:path>
                <a:path w="215900" h="1270">
                  <a:moveTo>
                    <a:pt x="38862" y="0"/>
                  </a:moveTo>
                  <a:lnTo>
                    <a:pt x="36563" y="0"/>
                  </a:lnTo>
                  <a:lnTo>
                    <a:pt x="36563" y="762"/>
                  </a:lnTo>
                  <a:lnTo>
                    <a:pt x="38862" y="762"/>
                  </a:lnTo>
                  <a:lnTo>
                    <a:pt x="38862" y="0"/>
                  </a:lnTo>
                  <a:close/>
                </a:path>
                <a:path w="215900" h="1270">
                  <a:moveTo>
                    <a:pt x="41910" y="0"/>
                  </a:moveTo>
                  <a:lnTo>
                    <a:pt x="39624" y="0"/>
                  </a:lnTo>
                  <a:lnTo>
                    <a:pt x="39624" y="762"/>
                  </a:lnTo>
                  <a:lnTo>
                    <a:pt x="41910" y="762"/>
                  </a:lnTo>
                  <a:lnTo>
                    <a:pt x="41910" y="0"/>
                  </a:lnTo>
                  <a:close/>
                </a:path>
                <a:path w="215900" h="1270">
                  <a:moveTo>
                    <a:pt x="44958" y="0"/>
                  </a:moveTo>
                  <a:lnTo>
                    <a:pt x="42672" y="0"/>
                  </a:lnTo>
                  <a:lnTo>
                    <a:pt x="42672" y="762"/>
                  </a:lnTo>
                  <a:lnTo>
                    <a:pt x="44958" y="762"/>
                  </a:lnTo>
                  <a:lnTo>
                    <a:pt x="44958" y="0"/>
                  </a:lnTo>
                  <a:close/>
                </a:path>
                <a:path w="215900" h="1270">
                  <a:moveTo>
                    <a:pt x="48006" y="0"/>
                  </a:moveTo>
                  <a:lnTo>
                    <a:pt x="45720" y="0"/>
                  </a:lnTo>
                  <a:lnTo>
                    <a:pt x="45720" y="762"/>
                  </a:lnTo>
                  <a:lnTo>
                    <a:pt x="48006" y="762"/>
                  </a:lnTo>
                  <a:lnTo>
                    <a:pt x="48006" y="0"/>
                  </a:lnTo>
                  <a:close/>
                </a:path>
                <a:path w="215900" h="1270">
                  <a:moveTo>
                    <a:pt x="51054" y="0"/>
                  </a:moveTo>
                  <a:lnTo>
                    <a:pt x="48768" y="0"/>
                  </a:lnTo>
                  <a:lnTo>
                    <a:pt x="48768" y="762"/>
                  </a:lnTo>
                  <a:lnTo>
                    <a:pt x="51054" y="762"/>
                  </a:lnTo>
                  <a:lnTo>
                    <a:pt x="51054" y="0"/>
                  </a:lnTo>
                  <a:close/>
                </a:path>
                <a:path w="215900" h="1270">
                  <a:moveTo>
                    <a:pt x="54102" y="0"/>
                  </a:moveTo>
                  <a:lnTo>
                    <a:pt x="51816" y="0"/>
                  </a:lnTo>
                  <a:lnTo>
                    <a:pt x="51816" y="762"/>
                  </a:lnTo>
                  <a:lnTo>
                    <a:pt x="54102" y="762"/>
                  </a:lnTo>
                  <a:lnTo>
                    <a:pt x="54102" y="0"/>
                  </a:lnTo>
                  <a:close/>
                </a:path>
                <a:path w="215900" h="1270">
                  <a:moveTo>
                    <a:pt x="57150" y="0"/>
                  </a:moveTo>
                  <a:lnTo>
                    <a:pt x="54851" y="0"/>
                  </a:lnTo>
                  <a:lnTo>
                    <a:pt x="54851" y="762"/>
                  </a:lnTo>
                  <a:lnTo>
                    <a:pt x="57150" y="762"/>
                  </a:lnTo>
                  <a:lnTo>
                    <a:pt x="57150" y="0"/>
                  </a:lnTo>
                  <a:close/>
                </a:path>
                <a:path w="215900" h="1270">
                  <a:moveTo>
                    <a:pt x="60198" y="0"/>
                  </a:moveTo>
                  <a:lnTo>
                    <a:pt x="57912" y="0"/>
                  </a:lnTo>
                  <a:lnTo>
                    <a:pt x="57912" y="762"/>
                  </a:lnTo>
                  <a:lnTo>
                    <a:pt x="60198" y="762"/>
                  </a:lnTo>
                  <a:lnTo>
                    <a:pt x="60198" y="0"/>
                  </a:lnTo>
                  <a:close/>
                </a:path>
                <a:path w="215900" h="1270">
                  <a:moveTo>
                    <a:pt x="63246" y="0"/>
                  </a:moveTo>
                  <a:lnTo>
                    <a:pt x="60960" y="0"/>
                  </a:lnTo>
                  <a:lnTo>
                    <a:pt x="60960" y="762"/>
                  </a:lnTo>
                  <a:lnTo>
                    <a:pt x="63246" y="762"/>
                  </a:lnTo>
                  <a:lnTo>
                    <a:pt x="63246" y="0"/>
                  </a:lnTo>
                  <a:close/>
                </a:path>
                <a:path w="215900" h="1270">
                  <a:moveTo>
                    <a:pt x="66294" y="0"/>
                  </a:moveTo>
                  <a:lnTo>
                    <a:pt x="64008" y="0"/>
                  </a:lnTo>
                  <a:lnTo>
                    <a:pt x="64008" y="762"/>
                  </a:lnTo>
                  <a:lnTo>
                    <a:pt x="66294" y="762"/>
                  </a:lnTo>
                  <a:lnTo>
                    <a:pt x="66294" y="0"/>
                  </a:lnTo>
                  <a:close/>
                </a:path>
                <a:path w="215900" h="1270">
                  <a:moveTo>
                    <a:pt x="69342" y="0"/>
                  </a:moveTo>
                  <a:lnTo>
                    <a:pt x="67056" y="0"/>
                  </a:lnTo>
                  <a:lnTo>
                    <a:pt x="67056" y="762"/>
                  </a:lnTo>
                  <a:lnTo>
                    <a:pt x="69342" y="762"/>
                  </a:lnTo>
                  <a:lnTo>
                    <a:pt x="69342" y="0"/>
                  </a:lnTo>
                  <a:close/>
                </a:path>
                <a:path w="215900" h="1270">
                  <a:moveTo>
                    <a:pt x="72390" y="0"/>
                  </a:moveTo>
                  <a:lnTo>
                    <a:pt x="70104" y="0"/>
                  </a:lnTo>
                  <a:lnTo>
                    <a:pt x="70104" y="762"/>
                  </a:lnTo>
                  <a:lnTo>
                    <a:pt x="72390" y="762"/>
                  </a:lnTo>
                  <a:lnTo>
                    <a:pt x="72390" y="0"/>
                  </a:lnTo>
                  <a:close/>
                </a:path>
                <a:path w="215900" h="1270">
                  <a:moveTo>
                    <a:pt x="75438" y="0"/>
                  </a:moveTo>
                  <a:lnTo>
                    <a:pt x="73152" y="0"/>
                  </a:lnTo>
                  <a:lnTo>
                    <a:pt x="73152" y="762"/>
                  </a:lnTo>
                  <a:lnTo>
                    <a:pt x="75438" y="762"/>
                  </a:lnTo>
                  <a:lnTo>
                    <a:pt x="75438" y="0"/>
                  </a:lnTo>
                  <a:close/>
                </a:path>
                <a:path w="215900" h="1270">
                  <a:moveTo>
                    <a:pt x="78486" y="0"/>
                  </a:moveTo>
                  <a:lnTo>
                    <a:pt x="76200" y="0"/>
                  </a:lnTo>
                  <a:lnTo>
                    <a:pt x="76200" y="762"/>
                  </a:lnTo>
                  <a:lnTo>
                    <a:pt x="78486" y="762"/>
                  </a:lnTo>
                  <a:lnTo>
                    <a:pt x="78486" y="0"/>
                  </a:lnTo>
                  <a:close/>
                </a:path>
                <a:path w="215900" h="1270">
                  <a:moveTo>
                    <a:pt x="81534" y="0"/>
                  </a:moveTo>
                  <a:lnTo>
                    <a:pt x="79248" y="0"/>
                  </a:lnTo>
                  <a:lnTo>
                    <a:pt x="79248" y="762"/>
                  </a:lnTo>
                  <a:lnTo>
                    <a:pt x="81534" y="762"/>
                  </a:lnTo>
                  <a:lnTo>
                    <a:pt x="81534" y="0"/>
                  </a:lnTo>
                  <a:close/>
                </a:path>
                <a:path w="215900" h="1270">
                  <a:moveTo>
                    <a:pt x="84582" y="0"/>
                  </a:moveTo>
                  <a:lnTo>
                    <a:pt x="82296" y="0"/>
                  </a:lnTo>
                  <a:lnTo>
                    <a:pt x="82296" y="762"/>
                  </a:lnTo>
                  <a:lnTo>
                    <a:pt x="84582" y="762"/>
                  </a:lnTo>
                  <a:lnTo>
                    <a:pt x="84582" y="0"/>
                  </a:lnTo>
                  <a:close/>
                </a:path>
                <a:path w="215900" h="1270">
                  <a:moveTo>
                    <a:pt x="87630" y="0"/>
                  </a:moveTo>
                  <a:lnTo>
                    <a:pt x="85344" y="0"/>
                  </a:lnTo>
                  <a:lnTo>
                    <a:pt x="85344" y="762"/>
                  </a:lnTo>
                  <a:lnTo>
                    <a:pt x="87630" y="762"/>
                  </a:lnTo>
                  <a:lnTo>
                    <a:pt x="87630" y="0"/>
                  </a:lnTo>
                  <a:close/>
                </a:path>
                <a:path w="215900" h="1270">
                  <a:moveTo>
                    <a:pt x="90678" y="0"/>
                  </a:moveTo>
                  <a:lnTo>
                    <a:pt x="88392" y="0"/>
                  </a:lnTo>
                  <a:lnTo>
                    <a:pt x="88392" y="762"/>
                  </a:lnTo>
                  <a:lnTo>
                    <a:pt x="90678" y="762"/>
                  </a:lnTo>
                  <a:lnTo>
                    <a:pt x="90678" y="0"/>
                  </a:lnTo>
                  <a:close/>
                </a:path>
                <a:path w="215900" h="1270">
                  <a:moveTo>
                    <a:pt x="93726" y="0"/>
                  </a:moveTo>
                  <a:lnTo>
                    <a:pt x="91440" y="0"/>
                  </a:lnTo>
                  <a:lnTo>
                    <a:pt x="91440" y="762"/>
                  </a:lnTo>
                  <a:lnTo>
                    <a:pt x="93726" y="762"/>
                  </a:lnTo>
                  <a:lnTo>
                    <a:pt x="93726" y="0"/>
                  </a:lnTo>
                  <a:close/>
                </a:path>
                <a:path w="215900" h="1270">
                  <a:moveTo>
                    <a:pt x="96774" y="0"/>
                  </a:moveTo>
                  <a:lnTo>
                    <a:pt x="94475" y="0"/>
                  </a:lnTo>
                  <a:lnTo>
                    <a:pt x="94475" y="762"/>
                  </a:lnTo>
                  <a:lnTo>
                    <a:pt x="96774" y="762"/>
                  </a:lnTo>
                  <a:lnTo>
                    <a:pt x="96774" y="0"/>
                  </a:lnTo>
                  <a:close/>
                </a:path>
                <a:path w="215900" h="1270">
                  <a:moveTo>
                    <a:pt x="99822" y="0"/>
                  </a:moveTo>
                  <a:lnTo>
                    <a:pt x="97536" y="0"/>
                  </a:lnTo>
                  <a:lnTo>
                    <a:pt x="97536" y="762"/>
                  </a:lnTo>
                  <a:lnTo>
                    <a:pt x="99822" y="762"/>
                  </a:lnTo>
                  <a:lnTo>
                    <a:pt x="99822" y="0"/>
                  </a:lnTo>
                  <a:close/>
                </a:path>
                <a:path w="215900" h="1270">
                  <a:moveTo>
                    <a:pt x="102870" y="0"/>
                  </a:moveTo>
                  <a:lnTo>
                    <a:pt x="100584" y="0"/>
                  </a:lnTo>
                  <a:lnTo>
                    <a:pt x="100584" y="762"/>
                  </a:lnTo>
                  <a:lnTo>
                    <a:pt x="102870" y="762"/>
                  </a:lnTo>
                  <a:lnTo>
                    <a:pt x="102870" y="0"/>
                  </a:lnTo>
                  <a:close/>
                </a:path>
                <a:path w="215900" h="1270">
                  <a:moveTo>
                    <a:pt x="105918" y="0"/>
                  </a:moveTo>
                  <a:lnTo>
                    <a:pt x="103632" y="0"/>
                  </a:lnTo>
                  <a:lnTo>
                    <a:pt x="103632" y="762"/>
                  </a:lnTo>
                  <a:lnTo>
                    <a:pt x="105918" y="762"/>
                  </a:lnTo>
                  <a:lnTo>
                    <a:pt x="105918" y="0"/>
                  </a:lnTo>
                  <a:close/>
                </a:path>
                <a:path w="215900" h="1270">
                  <a:moveTo>
                    <a:pt x="108966" y="0"/>
                  </a:moveTo>
                  <a:lnTo>
                    <a:pt x="106680" y="0"/>
                  </a:lnTo>
                  <a:lnTo>
                    <a:pt x="106680" y="762"/>
                  </a:lnTo>
                  <a:lnTo>
                    <a:pt x="108966" y="762"/>
                  </a:lnTo>
                  <a:lnTo>
                    <a:pt x="108966" y="0"/>
                  </a:lnTo>
                  <a:close/>
                </a:path>
                <a:path w="215900" h="1270">
                  <a:moveTo>
                    <a:pt x="112014" y="0"/>
                  </a:moveTo>
                  <a:lnTo>
                    <a:pt x="109728" y="0"/>
                  </a:lnTo>
                  <a:lnTo>
                    <a:pt x="109728" y="762"/>
                  </a:lnTo>
                  <a:lnTo>
                    <a:pt x="112014" y="762"/>
                  </a:lnTo>
                  <a:lnTo>
                    <a:pt x="112014" y="0"/>
                  </a:lnTo>
                  <a:close/>
                </a:path>
                <a:path w="215900" h="1270">
                  <a:moveTo>
                    <a:pt x="115062" y="0"/>
                  </a:moveTo>
                  <a:lnTo>
                    <a:pt x="112763" y="0"/>
                  </a:lnTo>
                  <a:lnTo>
                    <a:pt x="112763" y="762"/>
                  </a:lnTo>
                  <a:lnTo>
                    <a:pt x="115062" y="762"/>
                  </a:lnTo>
                  <a:lnTo>
                    <a:pt x="115062" y="0"/>
                  </a:lnTo>
                  <a:close/>
                </a:path>
                <a:path w="215900" h="1270">
                  <a:moveTo>
                    <a:pt x="118110" y="0"/>
                  </a:moveTo>
                  <a:lnTo>
                    <a:pt x="115824" y="0"/>
                  </a:lnTo>
                  <a:lnTo>
                    <a:pt x="115824" y="762"/>
                  </a:lnTo>
                  <a:lnTo>
                    <a:pt x="118110" y="762"/>
                  </a:lnTo>
                  <a:lnTo>
                    <a:pt x="118110" y="0"/>
                  </a:lnTo>
                  <a:close/>
                </a:path>
                <a:path w="215900" h="1270">
                  <a:moveTo>
                    <a:pt x="121158" y="0"/>
                  </a:moveTo>
                  <a:lnTo>
                    <a:pt x="118872" y="0"/>
                  </a:lnTo>
                  <a:lnTo>
                    <a:pt x="118872" y="762"/>
                  </a:lnTo>
                  <a:lnTo>
                    <a:pt x="121158" y="762"/>
                  </a:lnTo>
                  <a:lnTo>
                    <a:pt x="121158" y="0"/>
                  </a:lnTo>
                  <a:close/>
                </a:path>
                <a:path w="215900" h="1270">
                  <a:moveTo>
                    <a:pt x="124206" y="0"/>
                  </a:moveTo>
                  <a:lnTo>
                    <a:pt x="121920" y="0"/>
                  </a:lnTo>
                  <a:lnTo>
                    <a:pt x="121920" y="762"/>
                  </a:lnTo>
                  <a:lnTo>
                    <a:pt x="124206" y="762"/>
                  </a:lnTo>
                  <a:lnTo>
                    <a:pt x="124206" y="0"/>
                  </a:lnTo>
                  <a:close/>
                </a:path>
                <a:path w="215900" h="1270">
                  <a:moveTo>
                    <a:pt x="127254" y="0"/>
                  </a:moveTo>
                  <a:lnTo>
                    <a:pt x="124968" y="0"/>
                  </a:lnTo>
                  <a:lnTo>
                    <a:pt x="124968" y="762"/>
                  </a:lnTo>
                  <a:lnTo>
                    <a:pt x="127254" y="762"/>
                  </a:lnTo>
                  <a:lnTo>
                    <a:pt x="127254" y="0"/>
                  </a:lnTo>
                  <a:close/>
                </a:path>
                <a:path w="215900" h="1270">
                  <a:moveTo>
                    <a:pt x="130302" y="0"/>
                  </a:moveTo>
                  <a:lnTo>
                    <a:pt x="128016" y="0"/>
                  </a:lnTo>
                  <a:lnTo>
                    <a:pt x="128016" y="762"/>
                  </a:lnTo>
                  <a:lnTo>
                    <a:pt x="130302" y="762"/>
                  </a:lnTo>
                  <a:lnTo>
                    <a:pt x="130302" y="0"/>
                  </a:lnTo>
                  <a:close/>
                </a:path>
                <a:path w="215900" h="1270">
                  <a:moveTo>
                    <a:pt x="133350" y="0"/>
                  </a:moveTo>
                  <a:lnTo>
                    <a:pt x="131051" y="0"/>
                  </a:lnTo>
                  <a:lnTo>
                    <a:pt x="131051" y="762"/>
                  </a:lnTo>
                  <a:lnTo>
                    <a:pt x="133350" y="762"/>
                  </a:lnTo>
                  <a:lnTo>
                    <a:pt x="133350" y="0"/>
                  </a:lnTo>
                  <a:close/>
                </a:path>
                <a:path w="215900" h="1270">
                  <a:moveTo>
                    <a:pt x="136398" y="0"/>
                  </a:moveTo>
                  <a:lnTo>
                    <a:pt x="134112" y="0"/>
                  </a:lnTo>
                  <a:lnTo>
                    <a:pt x="134112" y="762"/>
                  </a:lnTo>
                  <a:lnTo>
                    <a:pt x="136398" y="762"/>
                  </a:lnTo>
                  <a:lnTo>
                    <a:pt x="136398" y="0"/>
                  </a:lnTo>
                  <a:close/>
                </a:path>
                <a:path w="215900" h="1270">
                  <a:moveTo>
                    <a:pt x="139446" y="0"/>
                  </a:moveTo>
                  <a:lnTo>
                    <a:pt x="137160" y="0"/>
                  </a:lnTo>
                  <a:lnTo>
                    <a:pt x="137160" y="762"/>
                  </a:lnTo>
                  <a:lnTo>
                    <a:pt x="139446" y="762"/>
                  </a:lnTo>
                  <a:lnTo>
                    <a:pt x="139446" y="0"/>
                  </a:lnTo>
                  <a:close/>
                </a:path>
                <a:path w="215900" h="1270">
                  <a:moveTo>
                    <a:pt x="142494" y="0"/>
                  </a:moveTo>
                  <a:lnTo>
                    <a:pt x="140208" y="0"/>
                  </a:lnTo>
                  <a:lnTo>
                    <a:pt x="140208" y="762"/>
                  </a:lnTo>
                  <a:lnTo>
                    <a:pt x="142494" y="762"/>
                  </a:lnTo>
                  <a:lnTo>
                    <a:pt x="142494" y="0"/>
                  </a:lnTo>
                  <a:close/>
                </a:path>
                <a:path w="215900" h="1270">
                  <a:moveTo>
                    <a:pt x="145542" y="0"/>
                  </a:moveTo>
                  <a:lnTo>
                    <a:pt x="143256" y="0"/>
                  </a:lnTo>
                  <a:lnTo>
                    <a:pt x="143256" y="762"/>
                  </a:lnTo>
                  <a:lnTo>
                    <a:pt x="145542" y="762"/>
                  </a:lnTo>
                  <a:lnTo>
                    <a:pt x="145542" y="0"/>
                  </a:lnTo>
                  <a:close/>
                </a:path>
                <a:path w="215900" h="1270">
                  <a:moveTo>
                    <a:pt x="148590" y="0"/>
                  </a:moveTo>
                  <a:lnTo>
                    <a:pt x="146304" y="0"/>
                  </a:lnTo>
                  <a:lnTo>
                    <a:pt x="146304" y="762"/>
                  </a:lnTo>
                  <a:lnTo>
                    <a:pt x="148590" y="762"/>
                  </a:lnTo>
                  <a:lnTo>
                    <a:pt x="148590" y="0"/>
                  </a:lnTo>
                  <a:close/>
                </a:path>
                <a:path w="215900" h="1270">
                  <a:moveTo>
                    <a:pt x="151638" y="0"/>
                  </a:moveTo>
                  <a:lnTo>
                    <a:pt x="149352" y="0"/>
                  </a:lnTo>
                  <a:lnTo>
                    <a:pt x="149352" y="762"/>
                  </a:lnTo>
                  <a:lnTo>
                    <a:pt x="151638" y="762"/>
                  </a:lnTo>
                  <a:lnTo>
                    <a:pt x="151638" y="0"/>
                  </a:lnTo>
                  <a:close/>
                </a:path>
                <a:path w="215900" h="1270">
                  <a:moveTo>
                    <a:pt x="154686" y="0"/>
                  </a:moveTo>
                  <a:lnTo>
                    <a:pt x="152400" y="0"/>
                  </a:lnTo>
                  <a:lnTo>
                    <a:pt x="152400" y="762"/>
                  </a:lnTo>
                  <a:lnTo>
                    <a:pt x="154686" y="762"/>
                  </a:lnTo>
                  <a:lnTo>
                    <a:pt x="154686" y="0"/>
                  </a:lnTo>
                  <a:close/>
                </a:path>
                <a:path w="215900" h="1270">
                  <a:moveTo>
                    <a:pt x="157734" y="0"/>
                  </a:moveTo>
                  <a:lnTo>
                    <a:pt x="155448" y="0"/>
                  </a:lnTo>
                  <a:lnTo>
                    <a:pt x="155448" y="762"/>
                  </a:lnTo>
                  <a:lnTo>
                    <a:pt x="157734" y="762"/>
                  </a:lnTo>
                  <a:lnTo>
                    <a:pt x="157734" y="0"/>
                  </a:lnTo>
                  <a:close/>
                </a:path>
                <a:path w="215900" h="1270">
                  <a:moveTo>
                    <a:pt x="160782" y="0"/>
                  </a:moveTo>
                  <a:lnTo>
                    <a:pt x="158496" y="0"/>
                  </a:lnTo>
                  <a:lnTo>
                    <a:pt x="158496" y="762"/>
                  </a:lnTo>
                  <a:lnTo>
                    <a:pt x="160782" y="762"/>
                  </a:lnTo>
                  <a:lnTo>
                    <a:pt x="160782" y="0"/>
                  </a:lnTo>
                  <a:close/>
                </a:path>
                <a:path w="215900" h="1270">
                  <a:moveTo>
                    <a:pt x="163830" y="0"/>
                  </a:moveTo>
                  <a:lnTo>
                    <a:pt x="161544" y="0"/>
                  </a:lnTo>
                  <a:lnTo>
                    <a:pt x="161544" y="762"/>
                  </a:lnTo>
                  <a:lnTo>
                    <a:pt x="163830" y="762"/>
                  </a:lnTo>
                  <a:lnTo>
                    <a:pt x="163830" y="0"/>
                  </a:lnTo>
                  <a:close/>
                </a:path>
                <a:path w="215900" h="1270">
                  <a:moveTo>
                    <a:pt x="166878" y="0"/>
                  </a:moveTo>
                  <a:lnTo>
                    <a:pt x="164592" y="0"/>
                  </a:lnTo>
                  <a:lnTo>
                    <a:pt x="164592" y="762"/>
                  </a:lnTo>
                  <a:lnTo>
                    <a:pt x="166878" y="762"/>
                  </a:lnTo>
                  <a:lnTo>
                    <a:pt x="166878" y="0"/>
                  </a:lnTo>
                  <a:close/>
                </a:path>
                <a:path w="215900" h="1270">
                  <a:moveTo>
                    <a:pt x="169926" y="0"/>
                  </a:moveTo>
                  <a:lnTo>
                    <a:pt x="167640" y="0"/>
                  </a:lnTo>
                  <a:lnTo>
                    <a:pt x="167640" y="762"/>
                  </a:lnTo>
                  <a:lnTo>
                    <a:pt x="169926" y="762"/>
                  </a:lnTo>
                  <a:lnTo>
                    <a:pt x="169926" y="0"/>
                  </a:lnTo>
                  <a:close/>
                </a:path>
                <a:path w="215900" h="1270">
                  <a:moveTo>
                    <a:pt x="172974" y="0"/>
                  </a:moveTo>
                  <a:lnTo>
                    <a:pt x="170675" y="0"/>
                  </a:lnTo>
                  <a:lnTo>
                    <a:pt x="170675" y="762"/>
                  </a:lnTo>
                  <a:lnTo>
                    <a:pt x="172974" y="762"/>
                  </a:lnTo>
                  <a:lnTo>
                    <a:pt x="172974" y="0"/>
                  </a:lnTo>
                  <a:close/>
                </a:path>
                <a:path w="215900" h="1270">
                  <a:moveTo>
                    <a:pt x="176022" y="0"/>
                  </a:moveTo>
                  <a:lnTo>
                    <a:pt x="173736" y="0"/>
                  </a:lnTo>
                  <a:lnTo>
                    <a:pt x="173736" y="762"/>
                  </a:lnTo>
                  <a:lnTo>
                    <a:pt x="176022" y="762"/>
                  </a:lnTo>
                  <a:lnTo>
                    <a:pt x="176022" y="0"/>
                  </a:lnTo>
                  <a:close/>
                </a:path>
                <a:path w="215900" h="1270">
                  <a:moveTo>
                    <a:pt x="179070" y="0"/>
                  </a:moveTo>
                  <a:lnTo>
                    <a:pt x="176784" y="0"/>
                  </a:lnTo>
                  <a:lnTo>
                    <a:pt x="176784" y="762"/>
                  </a:lnTo>
                  <a:lnTo>
                    <a:pt x="179070" y="762"/>
                  </a:lnTo>
                  <a:lnTo>
                    <a:pt x="179070" y="0"/>
                  </a:lnTo>
                  <a:close/>
                </a:path>
                <a:path w="215900" h="1270">
                  <a:moveTo>
                    <a:pt x="182118" y="0"/>
                  </a:moveTo>
                  <a:lnTo>
                    <a:pt x="179832" y="0"/>
                  </a:lnTo>
                  <a:lnTo>
                    <a:pt x="179832" y="762"/>
                  </a:lnTo>
                  <a:lnTo>
                    <a:pt x="182118" y="762"/>
                  </a:lnTo>
                  <a:lnTo>
                    <a:pt x="182118" y="0"/>
                  </a:lnTo>
                  <a:close/>
                </a:path>
                <a:path w="215900" h="1270">
                  <a:moveTo>
                    <a:pt x="185166" y="0"/>
                  </a:moveTo>
                  <a:lnTo>
                    <a:pt x="182880" y="0"/>
                  </a:lnTo>
                  <a:lnTo>
                    <a:pt x="182880" y="762"/>
                  </a:lnTo>
                  <a:lnTo>
                    <a:pt x="185166" y="762"/>
                  </a:lnTo>
                  <a:lnTo>
                    <a:pt x="185166" y="0"/>
                  </a:lnTo>
                  <a:close/>
                </a:path>
                <a:path w="215900" h="1270">
                  <a:moveTo>
                    <a:pt x="188214" y="0"/>
                  </a:moveTo>
                  <a:lnTo>
                    <a:pt x="185928" y="0"/>
                  </a:lnTo>
                  <a:lnTo>
                    <a:pt x="185928" y="762"/>
                  </a:lnTo>
                  <a:lnTo>
                    <a:pt x="188214" y="762"/>
                  </a:lnTo>
                  <a:lnTo>
                    <a:pt x="188214" y="0"/>
                  </a:lnTo>
                  <a:close/>
                </a:path>
                <a:path w="215900" h="1270">
                  <a:moveTo>
                    <a:pt x="191262" y="0"/>
                  </a:moveTo>
                  <a:lnTo>
                    <a:pt x="188963" y="0"/>
                  </a:lnTo>
                  <a:lnTo>
                    <a:pt x="188963" y="762"/>
                  </a:lnTo>
                  <a:lnTo>
                    <a:pt x="191262" y="762"/>
                  </a:lnTo>
                  <a:lnTo>
                    <a:pt x="191262" y="0"/>
                  </a:lnTo>
                  <a:close/>
                </a:path>
                <a:path w="215900" h="1270">
                  <a:moveTo>
                    <a:pt x="194310" y="0"/>
                  </a:moveTo>
                  <a:lnTo>
                    <a:pt x="192024" y="0"/>
                  </a:lnTo>
                  <a:lnTo>
                    <a:pt x="192024" y="762"/>
                  </a:lnTo>
                  <a:lnTo>
                    <a:pt x="194310" y="762"/>
                  </a:lnTo>
                  <a:lnTo>
                    <a:pt x="194310" y="0"/>
                  </a:lnTo>
                  <a:close/>
                </a:path>
                <a:path w="215900" h="1270">
                  <a:moveTo>
                    <a:pt x="197358" y="0"/>
                  </a:moveTo>
                  <a:lnTo>
                    <a:pt x="195072" y="0"/>
                  </a:lnTo>
                  <a:lnTo>
                    <a:pt x="195072" y="762"/>
                  </a:lnTo>
                  <a:lnTo>
                    <a:pt x="197358" y="762"/>
                  </a:lnTo>
                  <a:lnTo>
                    <a:pt x="197358" y="0"/>
                  </a:lnTo>
                  <a:close/>
                </a:path>
                <a:path w="215900" h="1270">
                  <a:moveTo>
                    <a:pt x="200406" y="0"/>
                  </a:moveTo>
                  <a:lnTo>
                    <a:pt x="198120" y="0"/>
                  </a:lnTo>
                  <a:lnTo>
                    <a:pt x="198120" y="762"/>
                  </a:lnTo>
                  <a:lnTo>
                    <a:pt x="200406" y="762"/>
                  </a:lnTo>
                  <a:lnTo>
                    <a:pt x="200406" y="0"/>
                  </a:lnTo>
                  <a:close/>
                </a:path>
                <a:path w="215900" h="1270">
                  <a:moveTo>
                    <a:pt x="203454" y="0"/>
                  </a:moveTo>
                  <a:lnTo>
                    <a:pt x="201168" y="0"/>
                  </a:lnTo>
                  <a:lnTo>
                    <a:pt x="201168" y="762"/>
                  </a:lnTo>
                  <a:lnTo>
                    <a:pt x="203454" y="762"/>
                  </a:lnTo>
                  <a:lnTo>
                    <a:pt x="203454" y="0"/>
                  </a:lnTo>
                  <a:close/>
                </a:path>
                <a:path w="215900" h="1270">
                  <a:moveTo>
                    <a:pt x="206502" y="0"/>
                  </a:moveTo>
                  <a:lnTo>
                    <a:pt x="204216" y="0"/>
                  </a:lnTo>
                  <a:lnTo>
                    <a:pt x="204216" y="762"/>
                  </a:lnTo>
                  <a:lnTo>
                    <a:pt x="206502" y="762"/>
                  </a:lnTo>
                  <a:lnTo>
                    <a:pt x="206502" y="0"/>
                  </a:lnTo>
                  <a:close/>
                </a:path>
                <a:path w="215900" h="1270">
                  <a:moveTo>
                    <a:pt x="209550" y="0"/>
                  </a:moveTo>
                  <a:lnTo>
                    <a:pt x="207251" y="0"/>
                  </a:lnTo>
                  <a:lnTo>
                    <a:pt x="207251" y="762"/>
                  </a:lnTo>
                  <a:lnTo>
                    <a:pt x="209550" y="762"/>
                  </a:lnTo>
                  <a:lnTo>
                    <a:pt x="209550" y="0"/>
                  </a:lnTo>
                  <a:close/>
                </a:path>
                <a:path w="215900" h="1270">
                  <a:moveTo>
                    <a:pt x="212598" y="0"/>
                  </a:moveTo>
                  <a:lnTo>
                    <a:pt x="210312" y="0"/>
                  </a:lnTo>
                  <a:lnTo>
                    <a:pt x="210312" y="762"/>
                  </a:lnTo>
                  <a:lnTo>
                    <a:pt x="212598" y="762"/>
                  </a:lnTo>
                  <a:lnTo>
                    <a:pt x="212598" y="0"/>
                  </a:lnTo>
                  <a:close/>
                </a:path>
                <a:path w="215900" h="1270">
                  <a:moveTo>
                    <a:pt x="215646" y="0"/>
                  </a:moveTo>
                  <a:lnTo>
                    <a:pt x="213360" y="0"/>
                  </a:lnTo>
                  <a:lnTo>
                    <a:pt x="213360" y="762"/>
                  </a:lnTo>
                  <a:lnTo>
                    <a:pt x="215646" y="762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196334" y="4368546"/>
              <a:ext cx="216535" cy="1270"/>
            </a:xfrm>
            <a:custGeom>
              <a:avLst/>
              <a:gdLst/>
              <a:ahLst/>
              <a:cxnLst/>
              <a:rect l="l" t="t" r="r" b="b"/>
              <a:pathLst>
                <a:path w="216535" h="1270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2286" y="0"/>
                  </a:lnTo>
                  <a:close/>
                </a:path>
                <a:path w="216535" h="1270">
                  <a:moveTo>
                    <a:pt x="5334" y="0"/>
                  </a:moveTo>
                  <a:lnTo>
                    <a:pt x="3035" y="0"/>
                  </a:lnTo>
                  <a:lnTo>
                    <a:pt x="3035" y="762"/>
                  </a:lnTo>
                  <a:lnTo>
                    <a:pt x="5334" y="762"/>
                  </a:lnTo>
                  <a:lnTo>
                    <a:pt x="5334" y="0"/>
                  </a:lnTo>
                  <a:close/>
                </a:path>
                <a:path w="216535" h="1270">
                  <a:moveTo>
                    <a:pt x="8382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8382" y="762"/>
                  </a:lnTo>
                  <a:lnTo>
                    <a:pt x="8382" y="0"/>
                  </a:lnTo>
                  <a:close/>
                </a:path>
                <a:path w="216535" h="1270">
                  <a:moveTo>
                    <a:pt x="11430" y="0"/>
                  </a:moveTo>
                  <a:lnTo>
                    <a:pt x="9144" y="0"/>
                  </a:lnTo>
                  <a:lnTo>
                    <a:pt x="9144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  <a:path w="216535" h="1270">
                  <a:moveTo>
                    <a:pt x="14478" y="0"/>
                  </a:moveTo>
                  <a:lnTo>
                    <a:pt x="12192" y="0"/>
                  </a:lnTo>
                  <a:lnTo>
                    <a:pt x="12192" y="762"/>
                  </a:lnTo>
                  <a:lnTo>
                    <a:pt x="14478" y="762"/>
                  </a:lnTo>
                  <a:lnTo>
                    <a:pt x="14478" y="0"/>
                  </a:lnTo>
                  <a:close/>
                </a:path>
                <a:path w="216535" h="1270">
                  <a:moveTo>
                    <a:pt x="17526" y="0"/>
                  </a:moveTo>
                  <a:lnTo>
                    <a:pt x="15240" y="0"/>
                  </a:lnTo>
                  <a:lnTo>
                    <a:pt x="15240" y="762"/>
                  </a:lnTo>
                  <a:lnTo>
                    <a:pt x="17526" y="762"/>
                  </a:lnTo>
                  <a:lnTo>
                    <a:pt x="17526" y="0"/>
                  </a:lnTo>
                  <a:close/>
                </a:path>
                <a:path w="216535" h="1270">
                  <a:moveTo>
                    <a:pt x="20574" y="0"/>
                  </a:moveTo>
                  <a:lnTo>
                    <a:pt x="18288" y="0"/>
                  </a:lnTo>
                  <a:lnTo>
                    <a:pt x="18288" y="762"/>
                  </a:lnTo>
                  <a:lnTo>
                    <a:pt x="20574" y="762"/>
                  </a:lnTo>
                  <a:lnTo>
                    <a:pt x="20574" y="0"/>
                  </a:lnTo>
                  <a:close/>
                </a:path>
                <a:path w="216535" h="1270">
                  <a:moveTo>
                    <a:pt x="23622" y="0"/>
                  </a:moveTo>
                  <a:lnTo>
                    <a:pt x="21323" y="0"/>
                  </a:lnTo>
                  <a:lnTo>
                    <a:pt x="21323" y="762"/>
                  </a:lnTo>
                  <a:lnTo>
                    <a:pt x="23622" y="762"/>
                  </a:lnTo>
                  <a:lnTo>
                    <a:pt x="23622" y="0"/>
                  </a:lnTo>
                  <a:close/>
                </a:path>
                <a:path w="216535" h="1270">
                  <a:moveTo>
                    <a:pt x="26670" y="0"/>
                  </a:moveTo>
                  <a:lnTo>
                    <a:pt x="24384" y="0"/>
                  </a:lnTo>
                  <a:lnTo>
                    <a:pt x="24384" y="762"/>
                  </a:lnTo>
                  <a:lnTo>
                    <a:pt x="26670" y="762"/>
                  </a:lnTo>
                  <a:lnTo>
                    <a:pt x="26670" y="0"/>
                  </a:lnTo>
                  <a:close/>
                </a:path>
                <a:path w="216535" h="1270">
                  <a:moveTo>
                    <a:pt x="29718" y="0"/>
                  </a:moveTo>
                  <a:lnTo>
                    <a:pt x="27432" y="0"/>
                  </a:lnTo>
                  <a:lnTo>
                    <a:pt x="27432" y="762"/>
                  </a:lnTo>
                  <a:lnTo>
                    <a:pt x="29718" y="762"/>
                  </a:lnTo>
                  <a:lnTo>
                    <a:pt x="29718" y="0"/>
                  </a:lnTo>
                  <a:close/>
                </a:path>
                <a:path w="216535" h="1270">
                  <a:moveTo>
                    <a:pt x="32766" y="0"/>
                  </a:moveTo>
                  <a:lnTo>
                    <a:pt x="30480" y="0"/>
                  </a:lnTo>
                  <a:lnTo>
                    <a:pt x="30480" y="762"/>
                  </a:lnTo>
                  <a:lnTo>
                    <a:pt x="32766" y="762"/>
                  </a:lnTo>
                  <a:lnTo>
                    <a:pt x="32766" y="0"/>
                  </a:lnTo>
                  <a:close/>
                </a:path>
                <a:path w="216535" h="1270">
                  <a:moveTo>
                    <a:pt x="35814" y="0"/>
                  </a:moveTo>
                  <a:lnTo>
                    <a:pt x="33528" y="0"/>
                  </a:lnTo>
                  <a:lnTo>
                    <a:pt x="33528" y="762"/>
                  </a:lnTo>
                  <a:lnTo>
                    <a:pt x="35814" y="762"/>
                  </a:lnTo>
                  <a:lnTo>
                    <a:pt x="35814" y="0"/>
                  </a:lnTo>
                  <a:close/>
                </a:path>
                <a:path w="216535" h="1270">
                  <a:moveTo>
                    <a:pt x="38862" y="0"/>
                  </a:moveTo>
                  <a:lnTo>
                    <a:pt x="36576" y="0"/>
                  </a:lnTo>
                  <a:lnTo>
                    <a:pt x="36576" y="762"/>
                  </a:lnTo>
                  <a:lnTo>
                    <a:pt x="38862" y="762"/>
                  </a:lnTo>
                  <a:lnTo>
                    <a:pt x="38862" y="0"/>
                  </a:lnTo>
                  <a:close/>
                </a:path>
                <a:path w="216535" h="1270">
                  <a:moveTo>
                    <a:pt x="41910" y="0"/>
                  </a:moveTo>
                  <a:lnTo>
                    <a:pt x="39624" y="0"/>
                  </a:lnTo>
                  <a:lnTo>
                    <a:pt x="39624" y="762"/>
                  </a:lnTo>
                  <a:lnTo>
                    <a:pt x="41910" y="762"/>
                  </a:lnTo>
                  <a:lnTo>
                    <a:pt x="41910" y="0"/>
                  </a:lnTo>
                  <a:close/>
                </a:path>
                <a:path w="216535" h="1270">
                  <a:moveTo>
                    <a:pt x="44958" y="0"/>
                  </a:moveTo>
                  <a:lnTo>
                    <a:pt x="42672" y="0"/>
                  </a:lnTo>
                  <a:lnTo>
                    <a:pt x="42672" y="762"/>
                  </a:lnTo>
                  <a:lnTo>
                    <a:pt x="44958" y="762"/>
                  </a:lnTo>
                  <a:lnTo>
                    <a:pt x="44958" y="0"/>
                  </a:lnTo>
                  <a:close/>
                </a:path>
                <a:path w="216535" h="1270">
                  <a:moveTo>
                    <a:pt x="48006" y="0"/>
                  </a:moveTo>
                  <a:lnTo>
                    <a:pt x="45720" y="0"/>
                  </a:lnTo>
                  <a:lnTo>
                    <a:pt x="45720" y="762"/>
                  </a:lnTo>
                  <a:lnTo>
                    <a:pt x="48006" y="762"/>
                  </a:lnTo>
                  <a:lnTo>
                    <a:pt x="48006" y="0"/>
                  </a:lnTo>
                  <a:close/>
                </a:path>
                <a:path w="216535" h="1270">
                  <a:moveTo>
                    <a:pt x="51054" y="0"/>
                  </a:moveTo>
                  <a:lnTo>
                    <a:pt x="48768" y="0"/>
                  </a:lnTo>
                  <a:lnTo>
                    <a:pt x="48768" y="762"/>
                  </a:lnTo>
                  <a:lnTo>
                    <a:pt x="51054" y="762"/>
                  </a:lnTo>
                  <a:lnTo>
                    <a:pt x="51054" y="0"/>
                  </a:lnTo>
                  <a:close/>
                </a:path>
                <a:path w="216535" h="1270">
                  <a:moveTo>
                    <a:pt x="54102" y="0"/>
                  </a:moveTo>
                  <a:lnTo>
                    <a:pt x="51816" y="0"/>
                  </a:lnTo>
                  <a:lnTo>
                    <a:pt x="51816" y="762"/>
                  </a:lnTo>
                  <a:lnTo>
                    <a:pt x="54102" y="762"/>
                  </a:lnTo>
                  <a:lnTo>
                    <a:pt x="54102" y="0"/>
                  </a:lnTo>
                  <a:close/>
                </a:path>
                <a:path w="216535" h="1270">
                  <a:moveTo>
                    <a:pt x="57150" y="0"/>
                  </a:moveTo>
                  <a:lnTo>
                    <a:pt x="54864" y="0"/>
                  </a:lnTo>
                  <a:lnTo>
                    <a:pt x="54864" y="762"/>
                  </a:lnTo>
                  <a:lnTo>
                    <a:pt x="57150" y="762"/>
                  </a:lnTo>
                  <a:lnTo>
                    <a:pt x="57150" y="0"/>
                  </a:lnTo>
                  <a:close/>
                </a:path>
                <a:path w="216535" h="1270">
                  <a:moveTo>
                    <a:pt x="60198" y="0"/>
                  </a:moveTo>
                  <a:lnTo>
                    <a:pt x="57912" y="0"/>
                  </a:lnTo>
                  <a:lnTo>
                    <a:pt x="57912" y="762"/>
                  </a:lnTo>
                  <a:lnTo>
                    <a:pt x="60198" y="762"/>
                  </a:lnTo>
                  <a:lnTo>
                    <a:pt x="60198" y="0"/>
                  </a:lnTo>
                  <a:close/>
                </a:path>
                <a:path w="216535" h="1270">
                  <a:moveTo>
                    <a:pt x="63246" y="0"/>
                  </a:moveTo>
                  <a:lnTo>
                    <a:pt x="60947" y="0"/>
                  </a:lnTo>
                  <a:lnTo>
                    <a:pt x="60947" y="762"/>
                  </a:lnTo>
                  <a:lnTo>
                    <a:pt x="63246" y="762"/>
                  </a:lnTo>
                  <a:lnTo>
                    <a:pt x="63246" y="0"/>
                  </a:lnTo>
                  <a:close/>
                </a:path>
                <a:path w="216535" h="1270">
                  <a:moveTo>
                    <a:pt x="66294" y="0"/>
                  </a:moveTo>
                  <a:lnTo>
                    <a:pt x="64008" y="0"/>
                  </a:lnTo>
                  <a:lnTo>
                    <a:pt x="64008" y="762"/>
                  </a:lnTo>
                  <a:lnTo>
                    <a:pt x="66294" y="762"/>
                  </a:lnTo>
                  <a:lnTo>
                    <a:pt x="66294" y="0"/>
                  </a:lnTo>
                  <a:close/>
                </a:path>
                <a:path w="216535" h="1270">
                  <a:moveTo>
                    <a:pt x="69342" y="0"/>
                  </a:moveTo>
                  <a:lnTo>
                    <a:pt x="67056" y="0"/>
                  </a:lnTo>
                  <a:lnTo>
                    <a:pt x="67056" y="762"/>
                  </a:lnTo>
                  <a:lnTo>
                    <a:pt x="69342" y="762"/>
                  </a:lnTo>
                  <a:lnTo>
                    <a:pt x="69342" y="0"/>
                  </a:lnTo>
                  <a:close/>
                </a:path>
                <a:path w="216535" h="1270">
                  <a:moveTo>
                    <a:pt x="72390" y="0"/>
                  </a:moveTo>
                  <a:lnTo>
                    <a:pt x="70104" y="0"/>
                  </a:lnTo>
                  <a:lnTo>
                    <a:pt x="70104" y="762"/>
                  </a:lnTo>
                  <a:lnTo>
                    <a:pt x="72390" y="762"/>
                  </a:lnTo>
                  <a:lnTo>
                    <a:pt x="72390" y="0"/>
                  </a:lnTo>
                  <a:close/>
                </a:path>
                <a:path w="216535" h="1270">
                  <a:moveTo>
                    <a:pt x="75438" y="0"/>
                  </a:moveTo>
                  <a:lnTo>
                    <a:pt x="73152" y="0"/>
                  </a:lnTo>
                  <a:lnTo>
                    <a:pt x="73152" y="762"/>
                  </a:lnTo>
                  <a:lnTo>
                    <a:pt x="75438" y="762"/>
                  </a:lnTo>
                  <a:lnTo>
                    <a:pt x="75438" y="0"/>
                  </a:lnTo>
                  <a:close/>
                </a:path>
                <a:path w="216535" h="1270">
                  <a:moveTo>
                    <a:pt x="78486" y="0"/>
                  </a:moveTo>
                  <a:lnTo>
                    <a:pt x="76200" y="0"/>
                  </a:lnTo>
                  <a:lnTo>
                    <a:pt x="76200" y="762"/>
                  </a:lnTo>
                  <a:lnTo>
                    <a:pt x="78486" y="762"/>
                  </a:lnTo>
                  <a:lnTo>
                    <a:pt x="78486" y="0"/>
                  </a:lnTo>
                  <a:close/>
                </a:path>
                <a:path w="216535" h="1270">
                  <a:moveTo>
                    <a:pt x="81534" y="0"/>
                  </a:moveTo>
                  <a:lnTo>
                    <a:pt x="79235" y="0"/>
                  </a:lnTo>
                  <a:lnTo>
                    <a:pt x="79235" y="762"/>
                  </a:lnTo>
                  <a:lnTo>
                    <a:pt x="81534" y="762"/>
                  </a:lnTo>
                  <a:lnTo>
                    <a:pt x="81534" y="0"/>
                  </a:lnTo>
                  <a:close/>
                </a:path>
                <a:path w="216535" h="1270">
                  <a:moveTo>
                    <a:pt x="84582" y="0"/>
                  </a:moveTo>
                  <a:lnTo>
                    <a:pt x="82296" y="0"/>
                  </a:lnTo>
                  <a:lnTo>
                    <a:pt x="82296" y="762"/>
                  </a:lnTo>
                  <a:lnTo>
                    <a:pt x="84582" y="762"/>
                  </a:lnTo>
                  <a:lnTo>
                    <a:pt x="84582" y="0"/>
                  </a:lnTo>
                  <a:close/>
                </a:path>
                <a:path w="216535" h="1270">
                  <a:moveTo>
                    <a:pt x="87630" y="0"/>
                  </a:moveTo>
                  <a:lnTo>
                    <a:pt x="85344" y="0"/>
                  </a:lnTo>
                  <a:lnTo>
                    <a:pt x="85344" y="762"/>
                  </a:lnTo>
                  <a:lnTo>
                    <a:pt x="87630" y="762"/>
                  </a:lnTo>
                  <a:lnTo>
                    <a:pt x="87630" y="0"/>
                  </a:lnTo>
                  <a:close/>
                </a:path>
                <a:path w="216535" h="1270">
                  <a:moveTo>
                    <a:pt x="90678" y="0"/>
                  </a:moveTo>
                  <a:lnTo>
                    <a:pt x="88392" y="0"/>
                  </a:lnTo>
                  <a:lnTo>
                    <a:pt x="88392" y="762"/>
                  </a:lnTo>
                  <a:lnTo>
                    <a:pt x="90678" y="762"/>
                  </a:lnTo>
                  <a:lnTo>
                    <a:pt x="90678" y="0"/>
                  </a:lnTo>
                  <a:close/>
                </a:path>
                <a:path w="216535" h="1270">
                  <a:moveTo>
                    <a:pt x="93726" y="0"/>
                  </a:moveTo>
                  <a:lnTo>
                    <a:pt x="91440" y="0"/>
                  </a:lnTo>
                  <a:lnTo>
                    <a:pt x="91440" y="762"/>
                  </a:lnTo>
                  <a:lnTo>
                    <a:pt x="93726" y="762"/>
                  </a:lnTo>
                  <a:lnTo>
                    <a:pt x="93726" y="0"/>
                  </a:lnTo>
                  <a:close/>
                </a:path>
                <a:path w="216535" h="1270">
                  <a:moveTo>
                    <a:pt x="96774" y="0"/>
                  </a:moveTo>
                  <a:lnTo>
                    <a:pt x="94488" y="0"/>
                  </a:lnTo>
                  <a:lnTo>
                    <a:pt x="94488" y="762"/>
                  </a:lnTo>
                  <a:lnTo>
                    <a:pt x="96774" y="762"/>
                  </a:lnTo>
                  <a:lnTo>
                    <a:pt x="96774" y="0"/>
                  </a:lnTo>
                  <a:close/>
                </a:path>
                <a:path w="216535" h="1270">
                  <a:moveTo>
                    <a:pt x="99822" y="0"/>
                  </a:moveTo>
                  <a:lnTo>
                    <a:pt x="97523" y="0"/>
                  </a:lnTo>
                  <a:lnTo>
                    <a:pt x="97523" y="762"/>
                  </a:lnTo>
                  <a:lnTo>
                    <a:pt x="99822" y="762"/>
                  </a:lnTo>
                  <a:lnTo>
                    <a:pt x="99822" y="0"/>
                  </a:lnTo>
                  <a:close/>
                </a:path>
                <a:path w="216535" h="1270">
                  <a:moveTo>
                    <a:pt x="102870" y="0"/>
                  </a:moveTo>
                  <a:lnTo>
                    <a:pt x="100584" y="0"/>
                  </a:lnTo>
                  <a:lnTo>
                    <a:pt x="100584" y="762"/>
                  </a:lnTo>
                  <a:lnTo>
                    <a:pt x="102870" y="762"/>
                  </a:lnTo>
                  <a:lnTo>
                    <a:pt x="102870" y="0"/>
                  </a:lnTo>
                  <a:close/>
                </a:path>
                <a:path w="216535" h="1270">
                  <a:moveTo>
                    <a:pt x="105918" y="0"/>
                  </a:moveTo>
                  <a:lnTo>
                    <a:pt x="103632" y="0"/>
                  </a:lnTo>
                  <a:lnTo>
                    <a:pt x="103632" y="762"/>
                  </a:lnTo>
                  <a:lnTo>
                    <a:pt x="105918" y="762"/>
                  </a:lnTo>
                  <a:lnTo>
                    <a:pt x="105918" y="0"/>
                  </a:lnTo>
                  <a:close/>
                </a:path>
                <a:path w="216535" h="1270">
                  <a:moveTo>
                    <a:pt x="108966" y="0"/>
                  </a:moveTo>
                  <a:lnTo>
                    <a:pt x="106680" y="0"/>
                  </a:lnTo>
                  <a:lnTo>
                    <a:pt x="106680" y="762"/>
                  </a:lnTo>
                  <a:lnTo>
                    <a:pt x="108966" y="762"/>
                  </a:lnTo>
                  <a:lnTo>
                    <a:pt x="108966" y="0"/>
                  </a:lnTo>
                  <a:close/>
                </a:path>
                <a:path w="216535" h="1270">
                  <a:moveTo>
                    <a:pt x="112014" y="0"/>
                  </a:moveTo>
                  <a:lnTo>
                    <a:pt x="109728" y="0"/>
                  </a:lnTo>
                  <a:lnTo>
                    <a:pt x="109728" y="762"/>
                  </a:lnTo>
                  <a:lnTo>
                    <a:pt x="112014" y="762"/>
                  </a:lnTo>
                  <a:lnTo>
                    <a:pt x="112014" y="0"/>
                  </a:lnTo>
                  <a:close/>
                </a:path>
                <a:path w="216535" h="1270">
                  <a:moveTo>
                    <a:pt x="115062" y="0"/>
                  </a:moveTo>
                  <a:lnTo>
                    <a:pt x="112776" y="0"/>
                  </a:lnTo>
                  <a:lnTo>
                    <a:pt x="112776" y="762"/>
                  </a:lnTo>
                  <a:lnTo>
                    <a:pt x="115062" y="762"/>
                  </a:lnTo>
                  <a:lnTo>
                    <a:pt x="115062" y="0"/>
                  </a:lnTo>
                  <a:close/>
                </a:path>
                <a:path w="216535" h="1270">
                  <a:moveTo>
                    <a:pt x="118110" y="0"/>
                  </a:moveTo>
                  <a:lnTo>
                    <a:pt x="115824" y="0"/>
                  </a:lnTo>
                  <a:lnTo>
                    <a:pt x="115824" y="762"/>
                  </a:lnTo>
                  <a:lnTo>
                    <a:pt x="118110" y="762"/>
                  </a:lnTo>
                  <a:lnTo>
                    <a:pt x="118110" y="0"/>
                  </a:lnTo>
                  <a:close/>
                </a:path>
                <a:path w="216535" h="1270">
                  <a:moveTo>
                    <a:pt x="121158" y="0"/>
                  </a:moveTo>
                  <a:lnTo>
                    <a:pt x="118872" y="0"/>
                  </a:lnTo>
                  <a:lnTo>
                    <a:pt x="118872" y="762"/>
                  </a:lnTo>
                  <a:lnTo>
                    <a:pt x="121158" y="762"/>
                  </a:lnTo>
                  <a:lnTo>
                    <a:pt x="121158" y="0"/>
                  </a:lnTo>
                  <a:close/>
                </a:path>
                <a:path w="216535" h="1270">
                  <a:moveTo>
                    <a:pt x="124206" y="0"/>
                  </a:moveTo>
                  <a:lnTo>
                    <a:pt x="121920" y="0"/>
                  </a:lnTo>
                  <a:lnTo>
                    <a:pt x="121920" y="762"/>
                  </a:lnTo>
                  <a:lnTo>
                    <a:pt x="124206" y="762"/>
                  </a:lnTo>
                  <a:lnTo>
                    <a:pt x="124206" y="0"/>
                  </a:lnTo>
                  <a:close/>
                </a:path>
                <a:path w="216535" h="1270">
                  <a:moveTo>
                    <a:pt x="127254" y="0"/>
                  </a:moveTo>
                  <a:lnTo>
                    <a:pt x="124968" y="0"/>
                  </a:lnTo>
                  <a:lnTo>
                    <a:pt x="124968" y="762"/>
                  </a:lnTo>
                  <a:lnTo>
                    <a:pt x="127254" y="762"/>
                  </a:lnTo>
                  <a:lnTo>
                    <a:pt x="127254" y="0"/>
                  </a:lnTo>
                  <a:close/>
                </a:path>
                <a:path w="216535" h="1270">
                  <a:moveTo>
                    <a:pt x="130302" y="0"/>
                  </a:moveTo>
                  <a:lnTo>
                    <a:pt x="128016" y="0"/>
                  </a:lnTo>
                  <a:lnTo>
                    <a:pt x="128016" y="762"/>
                  </a:lnTo>
                  <a:lnTo>
                    <a:pt x="130302" y="762"/>
                  </a:lnTo>
                  <a:lnTo>
                    <a:pt x="130302" y="0"/>
                  </a:lnTo>
                  <a:close/>
                </a:path>
                <a:path w="216535" h="1270">
                  <a:moveTo>
                    <a:pt x="133350" y="0"/>
                  </a:moveTo>
                  <a:lnTo>
                    <a:pt x="131064" y="0"/>
                  </a:lnTo>
                  <a:lnTo>
                    <a:pt x="131064" y="762"/>
                  </a:lnTo>
                  <a:lnTo>
                    <a:pt x="133350" y="762"/>
                  </a:lnTo>
                  <a:lnTo>
                    <a:pt x="133350" y="0"/>
                  </a:lnTo>
                  <a:close/>
                </a:path>
                <a:path w="216535" h="1270">
                  <a:moveTo>
                    <a:pt x="136398" y="0"/>
                  </a:moveTo>
                  <a:lnTo>
                    <a:pt x="134112" y="0"/>
                  </a:lnTo>
                  <a:lnTo>
                    <a:pt x="134112" y="762"/>
                  </a:lnTo>
                  <a:lnTo>
                    <a:pt x="136398" y="762"/>
                  </a:lnTo>
                  <a:lnTo>
                    <a:pt x="136398" y="0"/>
                  </a:lnTo>
                  <a:close/>
                </a:path>
                <a:path w="216535" h="1270">
                  <a:moveTo>
                    <a:pt x="139446" y="0"/>
                  </a:moveTo>
                  <a:lnTo>
                    <a:pt x="137147" y="0"/>
                  </a:lnTo>
                  <a:lnTo>
                    <a:pt x="137147" y="762"/>
                  </a:lnTo>
                  <a:lnTo>
                    <a:pt x="139446" y="762"/>
                  </a:lnTo>
                  <a:lnTo>
                    <a:pt x="139446" y="0"/>
                  </a:lnTo>
                  <a:close/>
                </a:path>
                <a:path w="216535" h="1270">
                  <a:moveTo>
                    <a:pt x="142494" y="0"/>
                  </a:moveTo>
                  <a:lnTo>
                    <a:pt x="140208" y="0"/>
                  </a:lnTo>
                  <a:lnTo>
                    <a:pt x="140208" y="762"/>
                  </a:lnTo>
                  <a:lnTo>
                    <a:pt x="142494" y="762"/>
                  </a:lnTo>
                  <a:lnTo>
                    <a:pt x="142494" y="0"/>
                  </a:lnTo>
                  <a:close/>
                </a:path>
                <a:path w="216535" h="1270">
                  <a:moveTo>
                    <a:pt x="145542" y="0"/>
                  </a:moveTo>
                  <a:lnTo>
                    <a:pt x="143256" y="0"/>
                  </a:lnTo>
                  <a:lnTo>
                    <a:pt x="143256" y="762"/>
                  </a:lnTo>
                  <a:lnTo>
                    <a:pt x="145542" y="762"/>
                  </a:lnTo>
                  <a:lnTo>
                    <a:pt x="145542" y="0"/>
                  </a:lnTo>
                  <a:close/>
                </a:path>
                <a:path w="216535" h="1270">
                  <a:moveTo>
                    <a:pt x="148590" y="0"/>
                  </a:moveTo>
                  <a:lnTo>
                    <a:pt x="146304" y="0"/>
                  </a:lnTo>
                  <a:lnTo>
                    <a:pt x="146304" y="762"/>
                  </a:lnTo>
                  <a:lnTo>
                    <a:pt x="148590" y="762"/>
                  </a:lnTo>
                  <a:lnTo>
                    <a:pt x="148590" y="0"/>
                  </a:lnTo>
                  <a:close/>
                </a:path>
                <a:path w="216535" h="1270">
                  <a:moveTo>
                    <a:pt x="151638" y="0"/>
                  </a:moveTo>
                  <a:lnTo>
                    <a:pt x="149352" y="0"/>
                  </a:lnTo>
                  <a:lnTo>
                    <a:pt x="149352" y="762"/>
                  </a:lnTo>
                  <a:lnTo>
                    <a:pt x="151638" y="762"/>
                  </a:lnTo>
                  <a:lnTo>
                    <a:pt x="151638" y="0"/>
                  </a:lnTo>
                  <a:close/>
                </a:path>
                <a:path w="216535" h="1270">
                  <a:moveTo>
                    <a:pt x="154686" y="0"/>
                  </a:moveTo>
                  <a:lnTo>
                    <a:pt x="152400" y="0"/>
                  </a:lnTo>
                  <a:lnTo>
                    <a:pt x="152400" y="762"/>
                  </a:lnTo>
                  <a:lnTo>
                    <a:pt x="154686" y="762"/>
                  </a:lnTo>
                  <a:lnTo>
                    <a:pt x="154686" y="0"/>
                  </a:lnTo>
                  <a:close/>
                </a:path>
                <a:path w="216535" h="1270">
                  <a:moveTo>
                    <a:pt x="157734" y="0"/>
                  </a:moveTo>
                  <a:lnTo>
                    <a:pt x="155435" y="0"/>
                  </a:lnTo>
                  <a:lnTo>
                    <a:pt x="155435" y="762"/>
                  </a:lnTo>
                  <a:lnTo>
                    <a:pt x="157734" y="762"/>
                  </a:lnTo>
                  <a:lnTo>
                    <a:pt x="157734" y="0"/>
                  </a:lnTo>
                  <a:close/>
                </a:path>
                <a:path w="216535" h="1270">
                  <a:moveTo>
                    <a:pt x="160782" y="0"/>
                  </a:moveTo>
                  <a:lnTo>
                    <a:pt x="158496" y="0"/>
                  </a:lnTo>
                  <a:lnTo>
                    <a:pt x="158496" y="762"/>
                  </a:lnTo>
                  <a:lnTo>
                    <a:pt x="160782" y="762"/>
                  </a:lnTo>
                  <a:lnTo>
                    <a:pt x="160782" y="0"/>
                  </a:lnTo>
                  <a:close/>
                </a:path>
                <a:path w="216535" h="1270">
                  <a:moveTo>
                    <a:pt x="163830" y="0"/>
                  </a:moveTo>
                  <a:lnTo>
                    <a:pt x="161544" y="0"/>
                  </a:lnTo>
                  <a:lnTo>
                    <a:pt x="161544" y="762"/>
                  </a:lnTo>
                  <a:lnTo>
                    <a:pt x="163830" y="762"/>
                  </a:lnTo>
                  <a:lnTo>
                    <a:pt x="163830" y="0"/>
                  </a:lnTo>
                  <a:close/>
                </a:path>
                <a:path w="216535" h="1270">
                  <a:moveTo>
                    <a:pt x="166878" y="0"/>
                  </a:moveTo>
                  <a:lnTo>
                    <a:pt x="164592" y="0"/>
                  </a:lnTo>
                  <a:lnTo>
                    <a:pt x="164592" y="762"/>
                  </a:lnTo>
                  <a:lnTo>
                    <a:pt x="166878" y="762"/>
                  </a:lnTo>
                  <a:lnTo>
                    <a:pt x="166878" y="0"/>
                  </a:lnTo>
                  <a:close/>
                </a:path>
                <a:path w="216535" h="1270">
                  <a:moveTo>
                    <a:pt x="169926" y="0"/>
                  </a:moveTo>
                  <a:lnTo>
                    <a:pt x="167640" y="0"/>
                  </a:lnTo>
                  <a:lnTo>
                    <a:pt x="167640" y="762"/>
                  </a:lnTo>
                  <a:lnTo>
                    <a:pt x="169926" y="762"/>
                  </a:lnTo>
                  <a:lnTo>
                    <a:pt x="169926" y="0"/>
                  </a:lnTo>
                  <a:close/>
                </a:path>
                <a:path w="216535" h="1270">
                  <a:moveTo>
                    <a:pt x="172974" y="0"/>
                  </a:moveTo>
                  <a:lnTo>
                    <a:pt x="170688" y="0"/>
                  </a:lnTo>
                  <a:lnTo>
                    <a:pt x="170688" y="762"/>
                  </a:lnTo>
                  <a:lnTo>
                    <a:pt x="172974" y="762"/>
                  </a:lnTo>
                  <a:lnTo>
                    <a:pt x="172974" y="0"/>
                  </a:lnTo>
                  <a:close/>
                </a:path>
                <a:path w="216535" h="1270">
                  <a:moveTo>
                    <a:pt x="176022" y="0"/>
                  </a:moveTo>
                  <a:lnTo>
                    <a:pt x="173723" y="0"/>
                  </a:lnTo>
                  <a:lnTo>
                    <a:pt x="173723" y="762"/>
                  </a:lnTo>
                  <a:lnTo>
                    <a:pt x="176022" y="762"/>
                  </a:lnTo>
                  <a:lnTo>
                    <a:pt x="176022" y="0"/>
                  </a:lnTo>
                  <a:close/>
                </a:path>
                <a:path w="216535" h="1270">
                  <a:moveTo>
                    <a:pt x="179070" y="0"/>
                  </a:moveTo>
                  <a:lnTo>
                    <a:pt x="176784" y="0"/>
                  </a:lnTo>
                  <a:lnTo>
                    <a:pt x="176784" y="762"/>
                  </a:lnTo>
                  <a:lnTo>
                    <a:pt x="179070" y="762"/>
                  </a:lnTo>
                  <a:lnTo>
                    <a:pt x="179070" y="0"/>
                  </a:lnTo>
                  <a:close/>
                </a:path>
                <a:path w="216535" h="1270">
                  <a:moveTo>
                    <a:pt x="182118" y="0"/>
                  </a:moveTo>
                  <a:lnTo>
                    <a:pt x="179832" y="0"/>
                  </a:lnTo>
                  <a:lnTo>
                    <a:pt x="179832" y="762"/>
                  </a:lnTo>
                  <a:lnTo>
                    <a:pt x="182118" y="762"/>
                  </a:lnTo>
                  <a:lnTo>
                    <a:pt x="182118" y="0"/>
                  </a:lnTo>
                  <a:close/>
                </a:path>
                <a:path w="216535" h="1270">
                  <a:moveTo>
                    <a:pt x="185166" y="0"/>
                  </a:moveTo>
                  <a:lnTo>
                    <a:pt x="182880" y="0"/>
                  </a:lnTo>
                  <a:lnTo>
                    <a:pt x="182880" y="762"/>
                  </a:lnTo>
                  <a:lnTo>
                    <a:pt x="185166" y="762"/>
                  </a:lnTo>
                  <a:lnTo>
                    <a:pt x="185166" y="0"/>
                  </a:lnTo>
                  <a:close/>
                </a:path>
                <a:path w="216535" h="1270">
                  <a:moveTo>
                    <a:pt x="188214" y="0"/>
                  </a:moveTo>
                  <a:lnTo>
                    <a:pt x="185928" y="0"/>
                  </a:lnTo>
                  <a:lnTo>
                    <a:pt x="185928" y="762"/>
                  </a:lnTo>
                  <a:lnTo>
                    <a:pt x="188214" y="762"/>
                  </a:lnTo>
                  <a:lnTo>
                    <a:pt x="188214" y="0"/>
                  </a:lnTo>
                  <a:close/>
                </a:path>
                <a:path w="216535" h="1270">
                  <a:moveTo>
                    <a:pt x="191262" y="0"/>
                  </a:moveTo>
                  <a:lnTo>
                    <a:pt x="188976" y="0"/>
                  </a:lnTo>
                  <a:lnTo>
                    <a:pt x="188976" y="762"/>
                  </a:lnTo>
                  <a:lnTo>
                    <a:pt x="191262" y="762"/>
                  </a:lnTo>
                  <a:lnTo>
                    <a:pt x="191262" y="0"/>
                  </a:lnTo>
                  <a:close/>
                </a:path>
                <a:path w="216535" h="1270">
                  <a:moveTo>
                    <a:pt x="194310" y="0"/>
                  </a:moveTo>
                  <a:lnTo>
                    <a:pt x="192024" y="0"/>
                  </a:lnTo>
                  <a:lnTo>
                    <a:pt x="192024" y="762"/>
                  </a:lnTo>
                  <a:lnTo>
                    <a:pt x="194310" y="762"/>
                  </a:lnTo>
                  <a:lnTo>
                    <a:pt x="194310" y="0"/>
                  </a:lnTo>
                  <a:close/>
                </a:path>
                <a:path w="216535" h="1270">
                  <a:moveTo>
                    <a:pt x="197358" y="0"/>
                  </a:moveTo>
                  <a:lnTo>
                    <a:pt x="195072" y="0"/>
                  </a:lnTo>
                  <a:lnTo>
                    <a:pt x="195072" y="762"/>
                  </a:lnTo>
                  <a:lnTo>
                    <a:pt x="197358" y="762"/>
                  </a:lnTo>
                  <a:lnTo>
                    <a:pt x="197358" y="0"/>
                  </a:lnTo>
                  <a:close/>
                </a:path>
                <a:path w="216535" h="1270">
                  <a:moveTo>
                    <a:pt x="200406" y="0"/>
                  </a:moveTo>
                  <a:lnTo>
                    <a:pt x="198120" y="0"/>
                  </a:lnTo>
                  <a:lnTo>
                    <a:pt x="198120" y="762"/>
                  </a:lnTo>
                  <a:lnTo>
                    <a:pt x="200406" y="762"/>
                  </a:lnTo>
                  <a:lnTo>
                    <a:pt x="200406" y="0"/>
                  </a:lnTo>
                  <a:close/>
                </a:path>
                <a:path w="216535" h="1270">
                  <a:moveTo>
                    <a:pt x="203454" y="0"/>
                  </a:moveTo>
                  <a:lnTo>
                    <a:pt x="201168" y="0"/>
                  </a:lnTo>
                  <a:lnTo>
                    <a:pt x="201168" y="762"/>
                  </a:lnTo>
                  <a:lnTo>
                    <a:pt x="203454" y="762"/>
                  </a:lnTo>
                  <a:lnTo>
                    <a:pt x="203454" y="0"/>
                  </a:lnTo>
                  <a:close/>
                </a:path>
                <a:path w="216535" h="1270">
                  <a:moveTo>
                    <a:pt x="206502" y="0"/>
                  </a:moveTo>
                  <a:lnTo>
                    <a:pt x="204216" y="0"/>
                  </a:lnTo>
                  <a:lnTo>
                    <a:pt x="204216" y="762"/>
                  </a:lnTo>
                  <a:lnTo>
                    <a:pt x="206502" y="762"/>
                  </a:lnTo>
                  <a:lnTo>
                    <a:pt x="206502" y="0"/>
                  </a:lnTo>
                  <a:close/>
                </a:path>
                <a:path w="216535" h="1270">
                  <a:moveTo>
                    <a:pt x="209550" y="0"/>
                  </a:moveTo>
                  <a:lnTo>
                    <a:pt x="207264" y="0"/>
                  </a:lnTo>
                  <a:lnTo>
                    <a:pt x="207264" y="762"/>
                  </a:lnTo>
                  <a:lnTo>
                    <a:pt x="209550" y="762"/>
                  </a:lnTo>
                  <a:lnTo>
                    <a:pt x="209550" y="0"/>
                  </a:lnTo>
                  <a:close/>
                </a:path>
                <a:path w="216535" h="1270">
                  <a:moveTo>
                    <a:pt x="212598" y="0"/>
                  </a:moveTo>
                  <a:lnTo>
                    <a:pt x="210312" y="0"/>
                  </a:lnTo>
                  <a:lnTo>
                    <a:pt x="210312" y="762"/>
                  </a:lnTo>
                  <a:lnTo>
                    <a:pt x="212598" y="762"/>
                  </a:lnTo>
                  <a:lnTo>
                    <a:pt x="212598" y="0"/>
                  </a:lnTo>
                  <a:close/>
                </a:path>
                <a:path w="216535" h="1270">
                  <a:moveTo>
                    <a:pt x="216408" y="0"/>
                  </a:moveTo>
                  <a:lnTo>
                    <a:pt x="214122" y="0"/>
                  </a:lnTo>
                  <a:lnTo>
                    <a:pt x="214122" y="762"/>
                  </a:lnTo>
                  <a:lnTo>
                    <a:pt x="216408" y="762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136123" y="4329696"/>
              <a:ext cx="113030" cy="78105"/>
            </a:xfrm>
            <a:custGeom>
              <a:avLst/>
              <a:gdLst/>
              <a:ahLst/>
              <a:cxnLst/>
              <a:rect l="l" t="t" r="r" b="b"/>
              <a:pathLst>
                <a:path w="113029" h="78104">
                  <a:moveTo>
                    <a:pt x="19824" y="38849"/>
                  </a:moveTo>
                  <a:lnTo>
                    <a:pt x="17538" y="38849"/>
                  </a:lnTo>
                  <a:lnTo>
                    <a:pt x="17538" y="39611"/>
                  </a:lnTo>
                  <a:lnTo>
                    <a:pt x="19824" y="39611"/>
                  </a:lnTo>
                  <a:lnTo>
                    <a:pt x="19824" y="38849"/>
                  </a:lnTo>
                  <a:close/>
                </a:path>
                <a:path w="113029" h="78104">
                  <a:moveTo>
                    <a:pt x="22872" y="38849"/>
                  </a:moveTo>
                  <a:lnTo>
                    <a:pt x="20586" y="38849"/>
                  </a:lnTo>
                  <a:lnTo>
                    <a:pt x="20586" y="39611"/>
                  </a:lnTo>
                  <a:lnTo>
                    <a:pt x="22872" y="39611"/>
                  </a:lnTo>
                  <a:lnTo>
                    <a:pt x="22872" y="38849"/>
                  </a:lnTo>
                  <a:close/>
                </a:path>
                <a:path w="113029" h="78104">
                  <a:moveTo>
                    <a:pt x="25920" y="38849"/>
                  </a:moveTo>
                  <a:lnTo>
                    <a:pt x="23634" y="38849"/>
                  </a:lnTo>
                  <a:lnTo>
                    <a:pt x="23634" y="39611"/>
                  </a:lnTo>
                  <a:lnTo>
                    <a:pt x="25920" y="39611"/>
                  </a:lnTo>
                  <a:lnTo>
                    <a:pt x="25920" y="38849"/>
                  </a:lnTo>
                  <a:close/>
                </a:path>
                <a:path w="113029" h="78104">
                  <a:moveTo>
                    <a:pt x="28968" y="38849"/>
                  </a:moveTo>
                  <a:lnTo>
                    <a:pt x="26682" y="38849"/>
                  </a:lnTo>
                  <a:lnTo>
                    <a:pt x="26682" y="39611"/>
                  </a:lnTo>
                  <a:lnTo>
                    <a:pt x="28968" y="39611"/>
                  </a:lnTo>
                  <a:lnTo>
                    <a:pt x="28968" y="38849"/>
                  </a:lnTo>
                  <a:close/>
                </a:path>
                <a:path w="113029" h="78104">
                  <a:moveTo>
                    <a:pt x="32016" y="38849"/>
                  </a:moveTo>
                  <a:lnTo>
                    <a:pt x="29730" y="38849"/>
                  </a:lnTo>
                  <a:lnTo>
                    <a:pt x="29730" y="39611"/>
                  </a:lnTo>
                  <a:lnTo>
                    <a:pt x="32016" y="39611"/>
                  </a:lnTo>
                  <a:lnTo>
                    <a:pt x="32016" y="38849"/>
                  </a:lnTo>
                  <a:close/>
                </a:path>
                <a:path w="113029" h="78104">
                  <a:moveTo>
                    <a:pt x="35064" y="38849"/>
                  </a:moveTo>
                  <a:lnTo>
                    <a:pt x="32778" y="38849"/>
                  </a:lnTo>
                  <a:lnTo>
                    <a:pt x="32778" y="39611"/>
                  </a:lnTo>
                  <a:lnTo>
                    <a:pt x="35064" y="39611"/>
                  </a:lnTo>
                  <a:lnTo>
                    <a:pt x="35064" y="38849"/>
                  </a:lnTo>
                  <a:close/>
                </a:path>
                <a:path w="113029" h="78104">
                  <a:moveTo>
                    <a:pt x="38112" y="38849"/>
                  </a:moveTo>
                  <a:lnTo>
                    <a:pt x="35826" y="38849"/>
                  </a:lnTo>
                  <a:lnTo>
                    <a:pt x="35826" y="39611"/>
                  </a:lnTo>
                  <a:lnTo>
                    <a:pt x="38112" y="39611"/>
                  </a:lnTo>
                  <a:lnTo>
                    <a:pt x="38112" y="38849"/>
                  </a:lnTo>
                  <a:close/>
                </a:path>
                <a:path w="113029" h="78104">
                  <a:moveTo>
                    <a:pt x="41160" y="38849"/>
                  </a:moveTo>
                  <a:lnTo>
                    <a:pt x="38874" y="38849"/>
                  </a:lnTo>
                  <a:lnTo>
                    <a:pt x="38874" y="39611"/>
                  </a:lnTo>
                  <a:lnTo>
                    <a:pt x="41160" y="39611"/>
                  </a:lnTo>
                  <a:lnTo>
                    <a:pt x="41160" y="38849"/>
                  </a:lnTo>
                  <a:close/>
                </a:path>
                <a:path w="113029" h="78104">
                  <a:moveTo>
                    <a:pt x="44208" y="38849"/>
                  </a:moveTo>
                  <a:lnTo>
                    <a:pt x="41922" y="38849"/>
                  </a:lnTo>
                  <a:lnTo>
                    <a:pt x="41922" y="39611"/>
                  </a:lnTo>
                  <a:lnTo>
                    <a:pt x="44208" y="39611"/>
                  </a:lnTo>
                  <a:lnTo>
                    <a:pt x="44208" y="38849"/>
                  </a:lnTo>
                  <a:close/>
                </a:path>
                <a:path w="113029" h="78104">
                  <a:moveTo>
                    <a:pt x="47256" y="38849"/>
                  </a:moveTo>
                  <a:lnTo>
                    <a:pt x="44958" y="38849"/>
                  </a:lnTo>
                  <a:lnTo>
                    <a:pt x="44958" y="39611"/>
                  </a:lnTo>
                  <a:lnTo>
                    <a:pt x="47256" y="39611"/>
                  </a:lnTo>
                  <a:lnTo>
                    <a:pt x="47256" y="38849"/>
                  </a:lnTo>
                  <a:close/>
                </a:path>
                <a:path w="113029" h="78104">
                  <a:moveTo>
                    <a:pt x="50304" y="38849"/>
                  </a:moveTo>
                  <a:lnTo>
                    <a:pt x="48018" y="38849"/>
                  </a:lnTo>
                  <a:lnTo>
                    <a:pt x="48018" y="39611"/>
                  </a:lnTo>
                  <a:lnTo>
                    <a:pt x="50304" y="39611"/>
                  </a:lnTo>
                  <a:lnTo>
                    <a:pt x="50304" y="38849"/>
                  </a:lnTo>
                  <a:close/>
                </a:path>
                <a:path w="113029" h="78104">
                  <a:moveTo>
                    <a:pt x="53352" y="38849"/>
                  </a:moveTo>
                  <a:lnTo>
                    <a:pt x="51066" y="38849"/>
                  </a:lnTo>
                  <a:lnTo>
                    <a:pt x="51066" y="39611"/>
                  </a:lnTo>
                  <a:lnTo>
                    <a:pt x="53352" y="39611"/>
                  </a:lnTo>
                  <a:lnTo>
                    <a:pt x="53352" y="38849"/>
                  </a:lnTo>
                  <a:close/>
                </a:path>
                <a:path w="113029" h="78104">
                  <a:moveTo>
                    <a:pt x="56400" y="38849"/>
                  </a:moveTo>
                  <a:lnTo>
                    <a:pt x="54114" y="38849"/>
                  </a:lnTo>
                  <a:lnTo>
                    <a:pt x="54114" y="39611"/>
                  </a:lnTo>
                  <a:lnTo>
                    <a:pt x="56400" y="39611"/>
                  </a:lnTo>
                  <a:lnTo>
                    <a:pt x="56400" y="38849"/>
                  </a:lnTo>
                  <a:close/>
                </a:path>
                <a:path w="113029" h="78104">
                  <a:moveTo>
                    <a:pt x="59448" y="38849"/>
                  </a:moveTo>
                  <a:lnTo>
                    <a:pt x="57162" y="38849"/>
                  </a:lnTo>
                  <a:lnTo>
                    <a:pt x="57162" y="39611"/>
                  </a:lnTo>
                  <a:lnTo>
                    <a:pt x="59448" y="39611"/>
                  </a:lnTo>
                  <a:lnTo>
                    <a:pt x="59448" y="38849"/>
                  </a:lnTo>
                  <a:close/>
                </a:path>
                <a:path w="113029" h="78104">
                  <a:moveTo>
                    <a:pt x="62496" y="38849"/>
                  </a:moveTo>
                  <a:lnTo>
                    <a:pt x="60210" y="38849"/>
                  </a:lnTo>
                  <a:lnTo>
                    <a:pt x="60210" y="39611"/>
                  </a:lnTo>
                  <a:lnTo>
                    <a:pt x="62496" y="39611"/>
                  </a:lnTo>
                  <a:lnTo>
                    <a:pt x="62496" y="38849"/>
                  </a:lnTo>
                  <a:close/>
                </a:path>
                <a:path w="113029" h="78104">
                  <a:moveTo>
                    <a:pt x="112776" y="3048"/>
                  </a:moveTo>
                  <a:lnTo>
                    <a:pt x="112014" y="0"/>
                  </a:lnTo>
                  <a:lnTo>
                    <a:pt x="762" y="36576"/>
                  </a:lnTo>
                  <a:lnTo>
                    <a:pt x="0" y="38100"/>
                  </a:lnTo>
                  <a:lnTo>
                    <a:pt x="762" y="39624"/>
                  </a:lnTo>
                  <a:lnTo>
                    <a:pt x="1524" y="39878"/>
                  </a:lnTo>
                  <a:lnTo>
                    <a:pt x="112014" y="77724"/>
                  </a:lnTo>
                  <a:lnTo>
                    <a:pt x="112776" y="74676"/>
                  </a:lnTo>
                  <a:lnTo>
                    <a:pt x="6070" y="38125"/>
                  </a:lnTo>
                  <a:lnTo>
                    <a:pt x="112776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5145278" y="4230115"/>
            <a:ext cx="3917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«refine»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683252" y="2643377"/>
            <a:ext cx="1619250" cy="78105"/>
            <a:chOff x="4683252" y="2643377"/>
            <a:chExt cx="1619250" cy="78105"/>
          </a:xfrm>
        </p:grpSpPr>
        <p:sp>
          <p:nvSpPr>
            <p:cNvPr id="66" name="object 66"/>
            <p:cNvSpPr/>
            <p:nvPr/>
          </p:nvSpPr>
          <p:spPr>
            <a:xfrm>
              <a:off x="6242304" y="2689097"/>
              <a:ext cx="60325" cy="1270"/>
            </a:xfrm>
            <a:custGeom>
              <a:avLst/>
              <a:gdLst/>
              <a:ahLst/>
              <a:cxnLst/>
              <a:rect l="l" t="t" r="r" b="b"/>
              <a:pathLst>
                <a:path w="60325" h="1269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2286" y="0"/>
                  </a:lnTo>
                  <a:close/>
                </a:path>
                <a:path w="60325" h="1269">
                  <a:moveTo>
                    <a:pt x="5334" y="0"/>
                  </a:moveTo>
                  <a:lnTo>
                    <a:pt x="3048" y="0"/>
                  </a:lnTo>
                  <a:lnTo>
                    <a:pt x="3048" y="762"/>
                  </a:lnTo>
                  <a:lnTo>
                    <a:pt x="5334" y="762"/>
                  </a:lnTo>
                  <a:lnTo>
                    <a:pt x="5334" y="0"/>
                  </a:lnTo>
                  <a:close/>
                </a:path>
                <a:path w="60325" h="1269">
                  <a:moveTo>
                    <a:pt x="8382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8382" y="762"/>
                  </a:lnTo>
                  <a:lnTo>
                    <a:pt x="8382" y="0"/>
                  </a:lnTo>
                  <a:close/>
                </a:path>
                <a:path w="60325" h="1269">
                  <a:moveTo>
                    <a:pt x="11430" y="0"/>
                  </a:moveTo>
                  <a:lnTo>
                    <a:pt x="9144" y="0"/>
                  </a:lnTo>
                  <a:lnTo>
                    <a:pt x="9144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  <a:path w="60325" h="1269">
                  <a:moveTo>
                    <a:pt x="14478" y="0"/>
                  </a:moveTo>
                  <a:lnTo>
                    <a:pt x="12192" y="0"/>
                  </a:lnTo>
                  <a:lnTo>
                    <a:pt x="12192" y="762"/>
                  </a:lnTo>
                  <a:lnTo>
                    <a:pt x="14478" y="762"/>
                  </a:lnTo>
                  <a:lnTo>
                    <a:pt x="14478" y="0"/>
                  </a:lnTo>
                  <a:close/>
                </a:path>
                <a:path w="60325" h="1269">
                  <a:moveTo>
                    <a:pt x="17526" y="0"/>
                  </a:moveTo>
                  <a:lnTo>
                    <a:pt x="15240" y="0"/>
                  </a:lnTo>
                  <a:lnTo>
                    <a:pt x="15240" y="762"/>
                  </a:lnTo>
                  <a:lnTo>
                    <a:pt x="17526" y="762"/>
                  </a:lnTo>
                  <a:lnTo>
                    <a:pt x="17526" y="0"/>
                  </a:lnTo>
                  <a:close/>
                </a:path>
                <a:path w="60325" h="1269">
                  <a:moveTo>
                    <a:pt x="20574" y="0"/>
                  </a:moveTo>
                  <a:lnTo>
                    <a:pt x="18288" y="0"/>
                  </a:lnTo>
                  <a:lnTo>
                    <a:pt x="18288" y="762"/>
                  </a:lnTo>
                  <a:lnTo>
                    <a:pt x="20574" y="762"/>
                  </a:lnTo>
                  <a:lnTo>
                    <a:pt x="20574" y="0"/>
                  </a:lnTo>
                  <a:close/>
                </a:path>
                <a:path w="60325" h="1269">
                  <a:moveTo>
                    <a:pt x="23622" y="0"/>
                  </a:moveTo>
                  <a:lnTo>
                    <a:pt x="21336" y="0"/>
                  </a:lnTo>
                  <a:lnTo>
                    <a:pt x="21336" y="762"/>
                  </a:lnTo>
                  <a:lnTo>
                    <a:pt x="23622" y="762"/>
                  </a:lnTo>
                  <a:lnTo>
                    <a:pt x="23622" y="0"/>
                  </a:lnTo>
                  <a:close/>
                </a:path>
                <a:path w="60325" h="1269">
                  <a:moveTo>
                    <a:pt x="26670" y="0"/>
                  </a:moveTo>
                  <a:lnTo>
                    <a:pt x="24384" y="0"/>
                  </a:lnTo>
                  <a:lnTo>
                    <a:pt x="24384" y="762"/>
                  </a:lnTo>
                  <a:lnTo>
                    <a:pt x="26670" y="762"/>
                  </a:lnTo>
                  <a:lnTo>
                    <a:pt x="26670" y="0"/>
                  </a:lnTo>
                  <a:close/>
                </a:path>
                <a:path w="60325" h="1269">
                  <a:moveTo>
                    <a:pt x="29718" y="0"/>
                  </a:moveTo>
                  <a:lnTo>
                    <a:pt x="27432" y="0"/>
                  </a:lnTo>
                  <a:lnTo>
                    <a:pt x="27432" y="762"/>
                  </a:lnTo>
                  <a:lnTo>
                    <a:pt x="29718" y="762"/>
                  </a:lnTo>
                  <a:lnTo>
                    <a:pt x="29718" y="0"/>
                  </a:lnTo>
                  <a:close/>
                </a:path>
                <a:path w="60325" h="1269">
                  <a:moveTo>
                    <a:pt x="32766" y="0"/>
                  </a:moveTo>
                  <a:lnTo>
                    <a:pt x="30480" y="0"/>
                  </a:lnTo>
                  <a:lnTo>
                    <a:pt x="30480" y="762"/>
                  </a:lnTo>
                  <a:lnTo>
                    <a:pt x="32766" y="762"/>
                  </a:lnTo>
                  <a:lnTo>
                    <a:pt x="32766" y="0"/>
                  </a:lnTo>
                  <a:close/>
                </a:path>
                <a:path w="60325" h="1269">
                  <a:moveTo>
                    <a:pt x="35814" y="0"/>
                  </a:moveTo>
                  <a:lnTo>
                    <a:pt x="33528" y="0"/>
                  </a:lnTo>
                  <a:lnTo>
                    <a:pt x="33528" y="762"/>
                  </a:lnTo>
                  <a:lnTo>
                    <a:pt x="35814" y="762"/>
                  </a:lnTo>
                  <a:lnTo>
                    <a:pt x="35814" y="0"/>
                  </a:lnTo>
                  <a:close/>
                </a:path>
                <a:path w="60325" h="1269">
                  <a:moveTo>
                    <a:pt x="38862" y="0"/>
                  </a:moveTo>
                  <a:lnTo>
                    <a:pt x="36576" y="0"/>
                  </a:lnTo>
                  <a:lnTo>
                    <a:pt x="36576" y="762"/>
                  </a:lnTo>
                  <a:lnTo>
                    <a:pt x="38862" y="762"/>
                  </a:lnTo>
                  <a:lnTo>
                    <a:pt x="38862" y="0"/>
                  </a:lnTo>
                  <a:close/>
                </a:path>
                <a:path w="60325" h="1269">
                  <a:moveTo>
                    <a:pt x="41910" y="0"/>
                  </a:moveTo>
                  <a:lnTo>
                    <a:pt x="39624" y="0"/>
                  </a:lnTo>
                  <a:lnTo>
                    <a:pt x="39624" y="762"/>
                  </a:lnTo>
                  <a:lnTo>
                    <a:pt x="41910" y="762"/>
                  </a:lnTo>
                  <a:lnTo>
                    <a:pt x="41910" y="0"/>
                  </a:lnTo>
                  <a:close/>
                </a:path>
                <a:path w="60325" h="1269">
                  <a:moveTo>
                    <a:pt x="44958" y="0"/>
                  </a:moveTo>
                  <a:lnTo>
                    <a:pt x="42672" y="0"/>
                  </a:lnTo>
                  <a:lnTo>
                    <a:pt x="42672" y="762"/>
                  </a:lnTo>
                  <a:lnTo>
                    <a:pt x="44958" y="762"/>
                  </a:lnTo>
                  <a:lnTo>
                    <a:pt x="44958" y="0"/>
                  </a:lnTo>
                  <a:close/>
                </a:path>
                <a:path w="60325" h="1269">
                  <a:moveTo>
                    <a:pt x="48006" y="0"/>
                  </a:moveTo>
                  <a:lnTo>
                    <a:pt x="45720" y="0"/>
                  </a:lnTo>
                  <a:lnTo>
                    <a:pt x="45720" y="762"/>
                  </a:lnTo>
                  <a:lnTo>
                    <a:pt x="48006" y="762"/>
                  </a:lnTo>
                  <a:lnTo>
                    <a:pt x="48006" y="0"/>
                  </a:lnTo>
                  <a:close/>
                </a:path>
                <a:path w="60325" h="1269">
                  <a:moveTo>
                    <a:pt x="51054" y="0"/>
                  </a:moveTo>
                  <a:lnTo>
                    <a:pt x="48768" y="0"/>
                  </a:lnTo>
                  <a:lnTo>
                    <a:pt x="48768" y="762"/>
                  </a:lnTo>
                  <a:lnTo>
                    <a:pt x="51054" y="762"/>
                  </a:lnTo>
                  <a:lnTo>
                    <a:pt x="51054" y="0"/>
                  </a:lnTo>
                  <a:close/>
                </a:path>
                <a:path w="60325" h="1269">
                  <a:moveTo>
                    <a:pt x="54102" y="0"/>
                  </a:moveTo>
                  <a:lnTo>
                    <a:pt x="51816" y="0"/>
                  </a:lnTo>
                  <a:lnTo>
                    <a:pt x="51816" y="762"/>
                  </a:lnTo>
                  <a:lnTo>
                    <a:pt x="54102" y="762"/>
                  </a:lnTo>
                  <a:lnTo>
                    <a:pt x="54102" y="0"/>
                  </a:lnTo>
                  <a:close/>
                </a:path>
                <a:path w="60325" h="1269">
                  <a:moveTo>
                    <a:pt x="57150" y="0"/>
                  </a:moveTo>
                  <a:lnTo>
                    <a:pt x="54864" y="0"/>
                  </a:lnTo>
                  <a:lnTo>
                    <a:pt x="54864" y="762"/>
                  </a:lnTo>
                  <a:lnTo>
                    <a:pt x="57150" y="762"/>
                  </a:lnTo>
                  <a:lnTo>
                    <a:pt x="57150" y="0"/>
                  </a:lnTo>
                  <a:close/>
                </a:path>
                <a:path w="60325" h="1269">
                  <a:moveTo>
                    <a:pt x="60198" y="0"/>
                  </a:moveTo>
                  <a:lnTo>
                    <a:pt x="57912" y="0"/>
                  </a:lnTo>
                  <a:lnTo>
                    <a:pt x="57912" y="762"/>
                  </a:lnTo>
                  <a:lnTo>
                    <a:pt x="60198" y="762"/>
                  </a:lnTo>
                  <a:lnTo>
                    <a:pt x="60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077712" y="2690240"/>
              <a:ext cx="163830" cy="0"/>
            </a:xfrm>
            <a:custGeom>
              <a:avLst/>
              <a:gdLst/>
              <a:ahLst/>
              <a:cxnLst/>
              <a:rect l="l" t="t" r="r" b="b"/>
              <a:pathLst>
                <a:path w="163829" h="0">
                  <a:moveTo>
                    <a:pt x="0" y="0"/>
                  </a:moveTo>
                  <a:lnTo>
                    <a:pt x="163829" y="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684776" y="2691002"/>
              <a:ext cx="1392555" cy="0"/>
            </a:xfrm>
            <a:custGeom>
              <a:avLst/>
              <a:gdLst/>
              <a:ahLst/>
              <a:cxnLst/>
              <a:rect l="l" t="t" r="r" b="b"/>
              <a:pathLst>
                <a:path w="1392554" h="0">
                  <a:moveTo>
                    <a:pt x="0" y="0"/>
                  </a:moveTo>
                  <a:lnTo>
                    <a:pt x="1392174" y="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83252" y="2643377"/>
              <a:ext cx="115062" cy="77724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5792978" y="2693162"/>
            <a:ext cx="3917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«refine»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259579" y="1614678"/>
            <a:ext cx="2030730" cy="262255"/>
            <a:chOff x="4259579" y="1614678"/>
            <a:chExt cx="2030730" cy="262255"/>
          </a:xfrm>
        </p:grpSpPr>
        <p:sp>
          <p:nvSpPr>
            <p:cNvPr id="72" name="object 72"/>
            <p:cNvSpPr/>
            <p:nvPr/>
          </p:nvSpPr>
          <p:spPr>
            <a:xfrm>
              <a:off x="4261103" y="1654302"/>
              <a:ext cx="2029460" cy="222885"/>
            </a:xfrm>
            <a:custGeom>
              <a:avLst/>
              <a:gdLst/>
              <a:ahLst/>
              <a:cxnLst/>
              <a:rect l="l" t="t" r="r" b="b"/>
              <a:pathLst>
                <a:path w="2029460" h="222885">
                  <a:moveTo>
                    <a:pt x="2029205" y="219455"/>
                  </a:moveTo>
                  <a:lnTo>
                    <a:pt x="2029205" y="218693"/>
                  </a:lnTo>
                  <a:lnTo>
                    <a:pt x="2026920" y="218693"/>
                  </a:lnTo>
                  <a:lnTo>
                    <a:pt x="2026920" y="219455"/>
                  </a:lnTo>
                  <a:lnTo>
                    <a:pt x="2029205" y="219455"/>
                  </a:lnTo>
                  <a:close/>
                </a:path>
                <a:path w="2029460" h="222885">
                  <a:moveTo>
                    <a:pt x="2026157" y="219455"/>
                  </a:moveTo>
                  <a:lnTo>
                    <a:pt x="2026157" y="218693"/>
                  </a:lnTo>
                  <a:lnTo>
                    <a:pt x="2023872" y="218693"/>
                  </a:lnTo>
                  <a:lnTo>
                    <a:pt x="2023872" y="219455"/>
                  </a:lnTo>
                  <a:lnTo>
                    <a:pt x="2026157" y="219455"/>
                  </a:lnTo>
                  <a:close/>
                </a:path>
                <a:path w="2029460" h="222885">
                  <a:moveTo>
                    <a:pt x="2023110" y="219455"/>
                  </a:moveTo>
                  <a:lnTo>
                    <a:pt x="2023110" y="218693"/>
                  </a:lnTo>
                  <a:lnTo>
                    <a:pt x="2020824" y="218693"/>
                  </a:lnTo>
                  <a:lnTo>
                    <a:pt x="2020824" y="219455"/>
                  </a:lnTo>
                  <a:lnTo>
                    <a:pt x="2023110" y="219455"/>
                  </a:lnTo>
                  <a:close/>
                </a:path>
                <a:path w="2029460" h="222885">
                  <a:moveTo>
                    <a:pt x="2020062" y="219455"/>
                  </a:moveTo>
                  <a:lnTo>
                    <a:pt x="2020062" y="218693"/>
                  </a:lnTo>
                  <a:lnTo>
                    <a:pt x="2017776" y="218693"/>
                  </a:lnTo>
                  <a:lnTo>
                    <a:pt x="2017776" y="219455"/>
                  </a:lnTo>
                  <a:lnTo>
                    <a:pt x="2020062" y="219455"/>
                  </a:lnTo>
                  <a:close/>
                </a:path>
                <a:path w="2029460" h="222885">
                  <a:moveTo>
                    <a:pt x="2017014" y="219455"/>
                  </a:moveTo>
                  <a:lnTo>
                    <a:pt x="2017014" y="218693"/>
                  </a:lnTo>
                  <a:lnTo>
                    <a:pt x="2014728" y="218693"/>
                  </a:lnTo>
                  <a:lnTo>
                    <a:pt x="2014728" y="219455"/>
                  </a:lnTo>
                  <a:lnTo>
                    <a:pt x="2017014" y="219455"/>
                  </a:lnTo>
                  <a:close/>
                </a:path>
                <a:path w="2029460" h="222885">
                  <a:moveTo>
                    <a:pt x="2013966" y="219455"/>
                  </a:moveTo>
                  <a:lnTo>
                    <a:pt x="2013966" y="218693"/>
                  </a:lnTo>
                  <a:lnTo>
                    <a:pt x="2011680" y="218693"/>
                  </a:lnTo>
                  <a:lnTo>
                    <a:pt x="2011680" y="219455"/>
                  </a:lnTo>
                  <a:lnTo>
                    <a:pt x="2013966" y="219455"/>
                  </a:lnTo>
                  <a:close/>
                </a:path>
                <a:path w="2029460" h="222885">
                  <a:moveTo>
                    <a:pt x="2010918" y="219455"/>
                  </a:moveTo>
                  <a:lnTo>
                    <a:pt x="2010918" y="218693"/>
                  </a:lnTo>
                  <a:lnTo>
                    <a:pt x="2008632" y="218693"/>
                  </a:lnTo>
                  <a:lnTo>
                    <a:pt x="2008632" y="219455"/>
                  </a:lnTo>
                  <a:lnTo>
                    <a:pt x="2010918" y="219455"/>
                  </a:lnTo>
                  <a:close/>
                </a:path>
                <a:path w="2029460" h="222885">
                  <a:moveTo>
                    <a:pt x="2007870" y="219455"/>
                  </a:moveTo>
                  <a:lnTo>
                    <a:pt x="2007870" y="218693"/>
                  </a:lnTo>
                  <a:lnTo>
                    <a:pt x="2005584" y="218693"/>
                  </a:lnTo>
                  <a:lnTo>
                    <a:pt x="2005584" y="219455"/>
                  </a:lnTo>
                  <a:lnTo>
                    <a:pt x="2007870" y="219455"/>
                  </a:lnTo>
                  <a:close/>
                </a:path>
                <a:path w="2029460" h="222885">
                  <a:moveTo>
                    <a:pt x="2004822" y="220217"/>
                  </a:moveTo>
                  <a:lnTo>
                    <a:pt x="2004822" y="219455"/>
                  </a:lnTo>
                  <a:lnTo>
                    <a:pt x="2002536" y="219455"/>
                  </a:lnTo>
                  <a:lnTo>
                    <a:pt x="2002536" y="220217"/>
                  </a:lnTo>
                  <a:lnTo>
                    <a:pt x="2004822" y="220217"/>
                  </a:lnTo>
                  <a:close/>
                </a:path>
                <a:path w="2029460" h="222885">
                  <a:moveTo>
                    <a:pt x="2001774" y="220217"/>
                  </a:moveTo>
                  <a:lnTo>
                    <a:pt x="2001774" y="219455"/>
                  </a:lnTo>
                  <a:lnTo>
                    <a:pt x="1999488" y="219455"/>
                  </a:lnTo>
                  <a:lnTo>
                    <a:pt x="1999488" y="220217"/>
                  </a:lnTo>
                  <a:lnTo>
                    <a:pt x="2001774" y="220217"/>
                  </a:lnTo>
                  <a:close/>
                </a:path>
                <a:path w="2029460" h="222885">
                  <a:moveTo>
                    <a:pt x="1998726" y="220217"/>
                  </a:moveTo>
                  <a:lnTo>
                    <a:pt x="1998726" y="219455"/>
                  </a:lnTo>
                  <a:lnTo>
                    <a:pt x="1996440" y="219455"/>
                  </a:lnTo>
                  <a:lnTo>
                    <a:pt x="1996440" y="220217"/>
                  </a:lnTo>
                  <a:lnTo>
                    <a:pt x="1998726" y="220217"/>
                  </a:lnTo>
                  <a:close/>
                </a:path>
                <a:path w="2029460" h="222885">
                  <a:moveTo>
                    <a:pt x="1995677" y="220217"/>
                  </a:moveTo>
                  <a:lnTo>
                    <a:pt x="1995677" y="219455"/>
                  </a:lnTo>
                  <a:lnTo>
                    <a:pt x="1993392" y="219455"/>
                  </a:lnTo>
                  <a:lnTo>
                    <a:pt x="1993392" y="220217"/>
                  </a:lnTo>
                  <a:lnTo>
                    <a:pt x="1995677" y="220217"/>
                  </a:lnTo>
                  <a:close/>
                </a:path>
                <a:path w="2029460" h="222885">
                  <a:moveTo>
                    <a:pt x="1992629" y="220217"/>
                  </a:moveTo>
                  <a:lnTo>
                    <a:pt x="1992629" y="219455"/>
                  </a:lnTo>
                  <a:lnTo>
                    <a:pt x="1990344" y="219455"/>
                  </a:lnTo>
                  <a:lnTo>
                    <a:pt x="1990344" y="220217"/>
                  </a:lnTo>
                  <a:lnTo>
                    <a:pt x="1992629" y="220217"/>
                  </a:lnTo>
                  <a:close/>
                </a:path>
                <a:path w="2029460" h="222885">
                  <a:moveTo>
                    <a:pt x="1989581" y="220217"/>
                  </a:moveTo>
                  <a:lnTo>
                    <a:pt x="1989581" y="219455"/>
                  </a:lnTo>
                  <a:lnTo>
                    <a:pt x="1987296" y="219455"/>
                  </a:lnTo>
                  <a:lnTo>
                    <a:pt x="1987296" y="220217"/>
                  </a:lnTo>
                  <a:lnTo>
                    <a:pt x="1989581" y="220217"/>
                  </a:lnTo>
                  <a:close/>
                </a:path>
                <a:path w="2029460" h="222885">
                  <a:moveTo>
                    <a:pt x="1986534" y="220217"/>
                  </a:moveTo>
                  <a:lnTo>
                    <a:pt x="1986534" y="219455"/>
                  </a:lnTo>
                  <a:lnTo>
                    <a:pt x="1984248" y="219455"/>
                  </a:lnTo>
                  <a:lnTo>
                    <a:pt x="1984248" y="220217"/>
                  </a:lnTo>
                  <a:lnTo>
                    <a:pt x="1986534" y="220217"/>
                  </a:lnTo>
                  <a:close/>
                </a:path>
                <a:path w="2029460" h="222885">
                  <a:moveTo>
                    <a:pt x="1983486" y="220217"/>
                  </a:moveTo>
                  <a:lnTo>
                    <a:pt x="1983486" y="219455"/>
                  </a:lnTo>
                  <a:lnTo>
                    <a:pt x="1981200" y="219455"/>
                  </a:lnTo>
                  <a:lnTo>
                    <a:pt x="1981200" y="220217"/>
                  </a:lnTo>
                  <a:lnTo>
                    <a:pt x="1983486" y="220217"/>
                  </a:lnTo>
                  <a:close/>
                </a:path>
                <a:path w="2029460" h="222885">
                  <a:moveTo>
                    <a:pt x="1980438" y="220217"/>
                  </a:moveTo>
                  <a:lnTo>
                    <a:pt x="1980438" y="219455"/>
                  </a:lnTo>
                  <a:lnTo>
                    <a:pt x="1978152" y="219455"/>
                  </a:lnTo>
                  <a:lnTo>
                    <a:pt x="1978152" y="220217"/>
                  </a:lnTo>
                  <a:lnTo>
                    <a:pt x="1980438" y="220217"/>
                  </a:lnTo>
                  <a:close/>
                </a:path>
                <a:path w="2029460" h="222885">
                  <a:moveTo>
                    <a:pt x="1977390" y="220217"/>
                  </a:moveTo>
                  <a:lnTo>
                    <a:pt x="1977390" y="219455"/>
                  </a:lnTo>
                  <a:lnTo>
                    <a:pt x="1975104" y="219455"/>
                  </a:lnTo>
                  <a:lnTo>
                    <a:pt x="1975104" y="220217"/>
                  </a:lnTo>
                  <a:lnTo>
                    <a:pt x="1977390" y="220217"/>
                  </a:lnTo>
                  <a:close/>
                </a:path>
                <a:path w="2029460" h="222885">
                  <a:moveTo>
                    <a:pt x="1974342" y="220217"/>
                  </a:moveTo>
                  <a:lnTo>
                    <a:pt x="1974342" y="219455"/>
                  </a:lnTo>
                  <a:lnTo>
                    <a:pt x="1972056" y="219455"/>
                  </a:lnTo>
                  <a:lnTo>
                    <a:pt x="1972056" y="220217"/>
                  </a:lnTo>
                  <a:lnTo>
                    <a:pt x="1974342" y="220217"/>
                  </a:lnTo>
                  <a:close/>
                </a:path>
                <a:path w="2029460" h="222885">
                  <a:moveTo>
                    <a:pt x="1971294" y="220217"/>
                  </a:moveTo>
                  <a:lnTo>
                    <a:pt x="1971294" y="219455"/>
                  </a:lnTo>
                  <a:lnTo>
                    <a:pt x="1969008" y="219455"/>
                  </a:lnTo>
                  <a:lnTo>
                    <a:pt x="1969008" y="220217"/>
                  </a:lnTo>
                  <a:lnTo>
                    <a:pt x="1971294" y="220217"/>
                  </a:lnTo>
                  <a:close/>
                </a:path>
                <a:path w="2029460" h="222885">
                  <a:moveTo>
                    <a:pt x="1968246" y="220217"/>
                  </a:moveTo>
                  <a:lnTo>
                    <a:pt x="1968246" y="219455"/>
                  </a:lnTo>
                  <a:lnTo>
                    <a:pt x="1965960" y="219455"/>
                  </a:lnTo>
                  <a:lnTo>
                    <a:pt x="1965960" y="220217"/>
                  </a:lnTo>
                  <a:lnTo>
                    <a:pt x="1968246" y="220217"/>
                  </a:lnTo>
                  <a:close/>
                </a:path>
                <a:path w="2029460" h="222885">
                  <a:moveTo>
                    <a:pt x="1965198" y="220217"/>
                  </a:moveTo>
                  <a:lnTo>
                    <a:pt x="1965198" y="219455"/>
                  </a:lnTo>
                  <a:lnTo>
                    <a:pt x="1962912" y="219455"/>
                  </a:lnTo>
                  <a:lnTo>
                    <a:pt x="1962912" y="220217"/>
                  </a:lnTo>
                  <a:lnTo>
                    <a:pt x="1965198" y="220217"/>
                  </a:lnTo>
                  <a:close/>
                </a:path>
                <a:path w="2029460" h="222885">
                  <a:moveTo>
                    <a:pt x="1962150" y="220217"/>
                  </a:moveTo>
                  <a:lnTo>
                    <a:pt x="1962150" y="219455"/>
                  </a:lnTo>
                  <a:lnTo>
                    <a:pt x="1959864" y="219455"/>
                  </a:lnTo>
                  <a:lnTo>
                    <a:pt x="1959864" y="220217"/>
                  </a:lnTo>
                  <a:lnTo>
                    <a:pt x="1962150" y="220217"/>
                  </a:lnTo>
                  <a:close/>
                </a:path>
                <a:path w="2029460" h="222885">
                  <a:moveTo>
                    <a:pt x="1959102" y="220217"/>
                  </a:moveTo>
                  <a:lnTo>
                    <a:pt x="1959102" y="219455"/>
                  </a:lnTo>
                  <a:lnTo>
                    <a:pt x="1956816" y="219455"/>
                  </a:lnTo>
                  <a:lnTo>
                    <a:pt x="1956816" y="220217"/>
                  </a:lnTo>
                  <a:lnTo>
                    <a:pt x="1959102" y="220217"/>
                  </a:lnTo>
                  <a:close/>
                </a:path>
                <a:path w="2029460" h="222885">
                  <a:moveTo>
                    <a:pt x="1956053" y="220217"/>
                  </a:moveTo>
                  <a:lnTo>
                    <a:pt x="1956053" y="219455"/>
                  </a:lnTo>
                  <a:lnTo>
                    <a:pt x="1953768" y="219455"/>
                  </a:lnTo>
                  <a:lnTo>
                    <a:pt x="1953768" y="220217"/>
                  </a:lnTo>
                  <a:lnTo>
                    <a:pt x="1956053" y="220217"/>
                  </a:lnTo>
                  <a:close/>
                </a:path>
                <a:path w="2029460" h="222885">
                  <a:moveTo>
                    <a:pt x="1953005" y="220217"/>
                  </a:moveTo>
                  <a:lnTo>
                    <a:pt x="1953005" y="219455"/>
                  </a:lnTo>
                  <a:lnTo>
                    <a:pt x="1950720" y="219455"/>
                  </a:lnTo>
                  <a:lnTo>
                    <a:pt x="1950720" y="220217"/>
                  </a:lnTo>
                  <a:lnTo>
                    <a:pt x="1953005" y="220217"/>
                  </a:lnTo>
                  <a:close/>
                </a:path>
                <a:path w="2029460" h="222885">
                  <a:moveTo>
                    <a:pt x="1949957" y="220217"/>
                  </a:moveTo>
                  <a:lnTo>
                    <a:pt x="1949957" y="219455"/>
                  </a:lnTo>
                  <a:lnTo>
                    <a:pt x="1947672" y="219455"/>
                  </a:lnTo>
                  <a:lnTo>
                    <a:pt x="1947672" y="220217"/>
                  </a:lnTo>
                  <a:lnTo>
                    <a:pt x="1949957" y="220217"/>
                  </a:lnTo>
                  <a:close/>
                </a:path>
                <a:path w="2029460" h="222885">
                  <a:moveTo>
                    <a:pt x="1946910" y="220217"/>
                  </a:moveTo>
                  <a:lnTo>
                    <a:pt x="1946910" y="219455"/>
                  </a:lnTo>
                  <a:lnTo>
                    <a:pt x="1944624" y="219455"/>
                  </a:lnTo>
                  <a:lnTo>
                    <a:pt x="1944624" y="220217"/>
                  </a:lnTo>
                  <a:lnTo>
                    <a:pt x="1946910" y="220217"/>
                  </a:lnTo>
                  <a:close/>
                </a:path>
                <a:path w="2029460" h="222885">
                  <a:moveTo>
                    <a:pt x="1943862" y="220217"/>
                  </a:moveTo>
                  <a:lnTo>
                    <a:pt x="1943862" y="219455"/>
                  </a:lnTo>
                  <a:lnTo>
                    <a:pt x="1941576" y="219455"/>
                  </a:lnTo>
                  <a:lnTo>
                    <a:pt x="1941576" y="220217"/>
                  </a:lnTo>
                  <a:lnTo>
                    <a:pt x="1943862" y="220217"/>
                  </a:lnTo>
                  <a:close/>
                </a:path>
                <a:path w="2029460" h="222885">
                  <a:moveTo>
                    <a:pt x="1940814" y="220217"/>
                  </a:moveTo>
                  <a:lnTo>
                    <a:pt x="1940814" y="219455"/>
                  </a:lnTo>
                  <a:lnTo>
                    <a:pt x="1938528" y="219455"/>
                  </a:lnTo>
                  <a:lnTo>
                    <a:pt x="1938528" y="220217"/>
                  </a:lnTo>
                  <a:lnTo>
                    <a:pt x="1940814" y="220217"/>
                  </a:lnTo>
                  <a:close/>
                </a:path>
                <a:path w="2029460" h="222885">
                  <a:moveTo>
                    <a:pt x="1937766" y="220217"/>
                  </a:moveTo>
                  <a:lnTo>
                    <a:pt x="1937766" y="219455"/>
                  </a:lnTo>
                  <a:lnTo>
                    <a:pt x="1935480" y="219455"/>
                  </a:lnTo>
                  <a:lnTo>
                    <a:pt x="1935480" y="220217"/>
                  </a:lnTo>
                  <a:lnTo>
                    <a:pt x="1937766" y="220217"/>
                  </a:lnTo>
                  <a:close/>
                </a:path>
                <a:path w="2029460" h="222885">
                  <a:moveTo>
                    <a:pt x="1934718" y="220217"/>
                  </a:moveTo>
                  <a:lnTo>
                    <a:pt x="1934718" y="219455"/>
                  </a:lnTo>
                  <a:lnTo>
                    <a:pt x="1932432" y="219455"/>
                  </a:lnTo>
                  <a:lnTo>
                    <a:pt x="1932432" y="220217"/>
                  </a:lnTo>
                  <a:lnTo>
                    <a:pt x="1934718" y="220217"/>
                  </a:lnTo>
                  <a:close/>
                </a:path>
                <a:path w="2029460" h="222885">
                  <a:moveTo>
                    <a:pt x="1931670" y="220217"/>
                  </a:moveTo>
                  <a:lnTo>
                    <a:pt x="1931670" y="219455"/>
                  </a:lnTo>
                  <a:lnTo>
                    <a:pt x="1929384" y="219455"/>
                  </a:lnTo>
                  <a:lnTo>
                    <a:pt x="1929384" y="220217"/>
                  </a:lnTo>
                  <a:lnTo>
                    <a:pt x="1931670" y="220217"/>
                  </a:lnTo>
                  <a:close/>
                </a:path>
                <a:path w="2029460" h="222885">
                  <a:moveTo>
                    <a:pt x="1925574" y="220217"/>
                  </a:moveTo>
                  <a:lnTo>
                    <a:pt x="1924812" y="219455"/>
                  </a:lnTo>
                  <a:lnTo>
                    <a:pt x="1922526" y="219455"/>
                  </a:lnTo>
                  <a:lnTo>
                    <a:pt x="1922526" y="220217"/>
                  </a:lnTo>
                  <a:lnTo>
                    <a:pt x="1925574" y="220217"/>
                  </a:lnTo>
                  <a:close/>
                </a:path>
                <a:path w="2029460" h="222885">
                  <a:moveTo>
                    <a:pt x="1928622" y="220217"/>
                  </a:moveTo>
                  <a:lnTo>
                    <a:pt x="1928622" y="219455"/>
                  </a:lnTo>
                  <a:lnTo>
                    <a:pt x="1925574" y="219455"/>
                  </a:lnTo>
                  <a:lnTo>
                    <a:pt x="1926336" y="220217"/>
                  </a:lnTo>
                  <a:lnTo>
                    <a:pt x="1928622" y="220217"/>
                  </a:lnTo>
                  <a:close/>
                </a:path>
                <a:path w="2029460" h="222885">
                  <a:moveTo>
                    <a:pt x="1921764" y="220217"/>
                  </a:moveTo>
                  <a:lnTo>
                    <a:pt x="1921764" y="219455"/>
                  </a:lnTo>
                  <a:lnTo>
                    <a:pt x="1919478" y="219455"/>
                  </a:lnTo>
                  <a:lnTo>
                    <a:pt x="1919478" y="220217"/>
                  </a:lnTo>
                  <a:lnTo>
                    <a:pt x="1921764" y="220217"/>
                  </a:lnTo>
                  <a:close/>
                </a:path>
                <a:path w="2029460" h="222885">
                  <a:moveTo>
                    <a:pt x="1918716" y="220217"/>
                  </a:moveTo>
                  <a:lnTo>
                    <a:pt x="1918716" y="219455"/>
                  </a:lnTo>
                  <a:lnTo>
                    <a:pt x="1916430" y="219455"/>
                  </a:lnTo>
                  <a:lnTo>
                    <a:pt x="1916430" y="220217"/>
                  </a:lnTo>
                  <a:lnTo>
                    <a:pt x="1918716" y="220217"/>
                  </a:lnTo>
                  <a:close/>
                </a:path>
                <a:path w="2029460" h="222885">
                  <a:moveTo>
                    <a:pt x="1915668" y="220217"/>
                  </a:moveTo>
                  <a:lnTo>
                    <a:pt x="1915668" y="219455"/>
                  </a:lnTo>
                  <a:lnTo>
                    <a:pt x="1913382" y="219455"/>
                  </a:lnTo>
                  <a:lnTo>
                    <a:pt x="1913382" y="220217"/>
                  </a:lnTo>
                  <a:lnTo>
                    <a:pt x="1915668" y="220217"/>
                  </a:lnTo>
                  <a:close/>
                </a:path>
                <a:path w="2029460" h="222885">
                  <a:moveTo>
                    <a:pt x="1912620" y="220217"/>
                  </a:moveTo>
                  <a:lnTo>
                    <a:pt x="1912620" y="219455"/>
                  </a:lnTo>
                  <a:lnTo>
                    <a:pt x="1910334" y="219455"/>
                  </a:lnTo>
                  <a:lnTo>
                    <a:pt x="1910334" y="220217"/>
                  </a:lnTo>
                  <a:lnTo>
                    <a:pt x="1912620" y="220217"/>
                  </a:lnTo>
                  <a:close/>
                </a:path>
                <a:path w="2029460" h="222885">
                  <a:moveTo>
                    <a:pt x="1909572" y="220217"/>
                  </a:moveTo>
                  <a:lnTo>
                    <a:pt x="1909572" y="219455"/>
                  </a:lnTo>
                  <a:lnTo>
                    <a:pt x="1907286" y="219455"/>
                  </a:lnTo>
                  <a:lnTo>
                    <a:pt x="1907286" y="220217"/>
                  </a:lnTo>
                  <a:lnTo>
                    <a:pt x="1909572" y="220217"/>
                  </a:lnTo>
                  <a:close/>
                </a:path>
                <a:path w="2029460" h="222885">
                  <a:moveTo>
                    <a:pt x="1906524" y="220217"/>
                  </a:moveTo>
                  <a:lnTo>
                    <a:pt x="1906524" y="219455"/>
                  </a:lnTo>
                  <a:lnTo>
                    <a:pt x="1904238" y="219455"/>
                  </a:lnTo>
                  <a:lnTo>
                    <a:pt x="1904238" y="220217"/>
                  </a:lnTo>
                  <a:lnTo>
                    <a:pt x="1906524" y="220217"/>
                  </a:lnTo>
                  <a:close/>
                </a:path>
                <a:path w="2029460" h="222885">
                  <a:moveTo>
                    <a:pt x="1903476" y="220217"/>
                  </a:moveTo>
                  <a:lnTo>
                    <a:pt x="1903476" y="219455"/>
                  </a:lnTo>
                  <a:lnTo>
                    <a:pt x="1901190" y="219455"/>
                  </a:lnTo>
                  <a:lnTo>
                    <a:pt x="1901190" y="220217"/>
                  </a:lnTo>
                  <a:lnTo>
                    <a:pt x="1903476" y="220217"/>
                  </a:lnTo>
                  <a:close/>
                </a:path>
                <a:path w="2029460" h="222885">
                  <a:moveTo>
                    <a:pt x="1900427" y="220217"/>
                  </a:moveTo>
                  <a:lnTo>
                    <a:pt x="1900427" y="219455"/>
                  </a:lnTo>
                  <a:lnTo>
                    <a:pt x="1898142" y="219455"/>
                  </a:lnTo>
                  <a:lnTo>
                    <a:pt x="1898142" y="220217"/>
                  </a:lnTo>
                  <a:lnTo>
                    <a:pt x="1900427" y="220217"/>
                  </a:lnTo>
                  <a:close/>
                </a:path>
                <a:path w="2029460" h="222885">
                  <a:moveTo>
                    <a:pt x="1897379" y="220217"/>
                  </a:moveTo>
                  <a:lnTo>
                    <a:pt x="1897379" y="219455"/>
                  </a:lnTo>
                  <a:lnTo>
                    <a:pt x="1895094" y="219455"/>
                  </a:lnTo>
                  <a:lnTo>
                    <a:pt x="1895094" y="220217"/>
                  </a:lnTo>
                  <a:lnTo>
                    <a:pt x="1897379" y="220217"/>
                  </a:lnTo>
                  <a:close/>
                </a:path>
                <a:path w="2029460" h="222885">
                  <a:moveTo>
                    <a:pt x="1894331" y="220217"/>
                  </a:moveTo>
                  <a:lnTo>
                    <a:pt x="1894331" y="219455"/>
                  </a:lnTo>
                  <a:lnTo>
                    <a:pt x="1892046" y="219455"/>
                  </a:lnTo>
                  <a:lnTo>
                    <a:pt x="1892046" y="220217"/>
                  </a:lnTo>
                  <a:lnTo>
                    <a:pt x="1894331" y="220217"/>
                  </a:lnTo>
                  <a:close/>
                </a:path>
                <a:path w="2029460" h="222885">
                  <a:moveTo>
                    <a:pt x="1891284" y="220217"/>
                  </a:moveTo>
                  <a:lnTo>
                    <a:pt x="1891284" y="219455"/>
                  </a:lnTo>
                  <a:lnTo>
                    <a:pt x="1888998" y="219455"/>
                  </a:lnTo>
                  <a:lnTo>
                    <a:pt x="1888998" y="220217"/>
                  </a:lnTo>
                  <a:lnTo>
                    <a:pt x="1891284" y="220217"/>
                  </a:lnTo>
                  <a:close/>
                </a:path>
                <a:path w="2029460" h="222885">
                  <a:moveTo>
                    <a:pt x="1888236" y="220217"/>
                  </a:moveTo>
                  <a:lnTo>
                    <a:pt x="1888236" y="219455"/>
                  </a:lnTo>
                  <a:lnTo>
                    <a:pt x="1885950" y="219455"/>
                  </a:lnTo>
                  <a:lnTo>
                    <a:pt x="1885950" y="220217"/>
                  </a:lnTo>
                  <a:lnTo>
                    <a:pt x="1888236" y="220217"/>
                  </a:lnTo>
                  <a:close/>
                </a:path>
                <a:path w="2029460" h="222885">
                  <a:moveTo>
                    <a:pt x="1885188" y="220217"/>
                  </a:moveTo>
                  <a:lnTo>
                    <a:pt x="1885188" y="219455"/>
                  </a:lnTo>
                  <a:lnTo>
                    <a:pt x="1882902" y="219455"/>
                  </a:lnTo>
                  <a:lnTo>
                    <a:pt x="1882902" y="220217"/>
                  </a:lnTo>
                  <a:lnTo>
                    <a:pt x="1885188" y="220217"/>
                  </a:lnTo>
                  <a:close/>
                </a:path>
                <a:path w="2029460" h="222885">
                  <a:moveTo>
                    <a:pt x="1882140" y="220217"/>
                  </a:moveTo>
                  <a:lnTo>
                    <a:pt x="1882140" y="219455"/>
                  </a:lnTo>
                  <a:lnTo>
                    <a:pt x="1879854" y="219455"/>
                  </a:lnTo>
                  <a:lnTo>
                    <a:pt x="1879854" y="220217"/>
                  </a:lnTo>
                  <a:lnTo>
                    <a:pt x="1882140" y="220217"/>
                  </a:lnTo>
                  <a:close/>
                </a:path>
                <a:path w="2029460" h="222885">
                  <a:moveTo>
                    <a:pt x="1879092" y="220217"/>
                  </a:moveTo>
                  <a:lnTo>
                    <a:pt x="1879092" y="219455"/>
                  </a:lnTo>
                  <a:lnTo>
                    <a:pt x="1876806" y="219455"/>
                  </a:lnTo>
                  <a:lnTo>
                    <a:pt x="1876806" y="220217"/>
                  </a:lnTo>
                  <a:lnTo>
                    <a:pt x="1879092" y="220217"/>
                  </a:lnTo>
                  <a:close/>
                </a:path>
                <a:path w="2029460" h="222885">
                  <a:moveTo>
                    <a:pt x="1876044" y="220217"/>
                  </a:moveTo>
                  <a:lnTo>
                    <a:pt x="1876044" y="219455"/>
                  </a:lnTo>
                  <a:lnTo>
                    <a:pt x="1873758" y="219455"/>
                  </a:lnTo>
                  <a:lnTo>
                    <a:pt x="1873758" y="220217"/>
                  </a:lnTo>
                  <a:lnTo>
                    <a:pt x="1876044" y="220217"/>
                  </a:lnTo>
                  <a:close/>
                </a:path>
                <a:path w="2029460" h="222885">
                  <a:moveTo>
                    <a:pt x="1872996" y="220217"/>
                  </a:moveTo>
                  <a:lnTo>
                    <a:pt x="1872996" y="219455"/>
                  </a:lnTo>
                  <a:lnTo>
                    <a:pt x="1870710" y="219455"/>
                  </a:lnTo>
                  <a:lnTo>
                    <a:pt x="1870710" y="220217"/>
                  </a:lnTo>
                  <a:lnTo>
                    <a:pt x="1872996" y="220217"/>
                  </a:lnTo>
                  <a:close/>
                </a:path>
                <a:path w="2029460" h="222885">
                  <a:moveTo>
                    <a:pt x="1869948" y="220217"/>
                  </a:moveTo>
                  <a:lnTo>
                    <a:pt x="1869948" y="219455"/>
                  </a:lnTo>
                  <a:lnTo>
                    <a:pt x="1867662" y="220217"/>
                  </a:lnTo>
                  <a:lnTo>
                    <a:pt x="1867662" y="220979"/>
                  </a:lnTo>
                  <a:lnTo>
                    <a:pt x="1869948" y="220217"/>
                  </a:lnTo>
                  <a:close/>
                </a:path>
                <a:path w="2029460" h="222885">
                  <a:moveTo>
                    <a:pt x="1866900" y="220979"/>
                  </a:moveTo>
                  <a:lnTo>
                    <a:pt x="1866900" y="220217"/>
                  </a:lnTo>
                  <a:lnTo>
                    <a:pt x="1864614" y="220217"/>
                  </a:lnTo>
                  <a:lnTo>
                    <a:pt x="1864614" y="220979"/>
                  </a:lnTo>
                  <a:lnTo>
                    <a:pt x="1866900" y="220979"/>
                  </a:lnTo>
                  <a:close/>
                </a:path>
                <a:path w="2029460" h="222885">
                  <a:moveTo>
                    <a:pt x="1863852" y="220979"/>
                  </a:moveTo>
                  <a:lnTo>
                    <a:pt x="1863852" y="220217"/>
                  </a:lnTo>
                  <a:lnTo>
                    <a:pt x="1861566" y="220217"/>
                  </a:lnTo>
                  <a:lnTo>
                    <a:pt x="1861566" y="220979"/>
                  </a:lnTo>
                  <a:lnTo>
                    <a:pt x="1863852" y="220979"/>
                  </a:lnTo>
                  <a:close/>
                </a:path>
                <a:path w="2029460" h="222885">
                  <a:moveTo>
                    <a:pt x="1860803" y="220979"/>
                  </a:moveTo>
                  <a:lnTo>
                    <a:pt x="1860803" y="220217"/>
                  </a:lnTo>
                  <a:lnTo>
                    <a:pt x="1858518" y="220217"/>
                  </a:lnTo>
                  <a:lnTo>
                    <a:pt x="1858518" y="220979"/>
                  </a:lnTo>
                  <a:lnTo>
                    <a:pt x="1860803" y="220979"/>
                  </a:lnTo>
                  <a:close/>
                </a:path>
                <a:path w="2029460" h="222885">
                  <a:moveTo>
                    <a:pt x="1857755" y="220979"/>
                  </a:moveTo>
                  <a:lnTo>
                    <a:pt x="1857755" y="220217"/>
                  </a:lnTo>
                  <a:lnTo>
                    <a:pt x="1855470" y="220217"/>
                  </a:lnTo>
                  <a:lnTo>
                    <a:pt x="1855470" y="220979"/>
                  </a:lnTo>
                  <a:lnTo>
                    <a:pt x="1857755" y="220979"/>
                  </a:lnTo>
                  <a:close/>
                </a:path>
                <a:path w="2029460" h="222885">
                  <a:moveTo>
                    <a:pt x="1854707" y="220979"/>
                  </a:moveTo>
                  <a:lnTo>
                    <a:pt x="1854707" y="220217"/>
                  </a:lnTo>
                  <a:lnTo>
                    <a:pt x="1852422" y="220217"/>
                  </a:lnTo>
                  <a:lnTo>
                    <a:pt x="1852422" y="220979"/>
                  </a:lnTo>
                  <a:lnTo>
                    <a:pt x="1854707" y="220979"/>
                  </a:lnTo>
                  <a:close/>
                </a:path>
                <a:path w="2029460" h="222885">
                  <a:moveTo>
                    <a:pt x="1851660" y="220979"/>
                  </a:moveTo>
                  <a:lnTo>
                    <a:pt x="1851660" y="220217"/>
                  </a:lnTo>
                  <a:lnTo>
                    <a:pt x="1849374" y="220217"/>
                  </a:lnTo>
                  <a:lnTo>
                    <a:pt x="1849374" y="220979"/>
                  </a:lnTo>
                  <a:lnTo>
                    <a:pt x="1851660" y="220979"/>
                  </a:lnTo>
                  <a:close/>
                </a:path>
                <a:path w="2029460" h="222885">
                  <a:moveTo>
                    <a:pt x="1848612" y="220979"/>
                  </a:moveTo>
                  <a:lnTo>
                    <a:pt x="1848612" y="220217"/>
                  </a:lnTo>
                  <a:lnTo>
                    <a:pt x="1846326" y="220217"/>
                  </a:lnTo>
                  <a:lnTo>
                    <a:pt x="1846326" y="220979"/>
                  </a:lnTo>
                  <a:lnTo>
                    <a:pt x="1848612" y="220979"/>
                  </a:lnTo>
                  <a:close/>
                </a:path>
                <a:path w="2029460" h="222885">
                  <a:moveTo>
                    <a:pt x="1845564" y="220979"/>
                  </a:moveTo>
                  <a:lnTo>
                    <a:pt x="1845564" y="220217"/>
                  </a:lnTo>
                  <a:lnTo>
                    <a:pt x="1843278" y="220217"/>
                  </a:lnTo>
                  <a:lnTo>
                    <a:pt x="1843278" y="220979"/>
                  </a:lnTo>
                  <a:lnTo>
                    <a:pt x="1845564" y="220979"/>
                  </a:lnTo>
                  <a:close/>
                </a:path>
                <a:path w="2029460" h="222885">
                  <a:moveTo>
                    <a:pt x="1842516" y="220979"/>
                  </a:moveTo>
                  <a:lnTo>
                    <a:pt x="1842516" y="220217"/>
                  </a:lnTo>
                  <a:lnTo>
                    <a:pt x="1840230" y="220217"/>
                  </a:lnTo>
                  <a:lnTo>
                    <a:pt x="1840230" y="220979"/>
                  </a:lnTo>
                  <a:lnTo>
                    <a:pt x="1842516" y="220979"/>
                  </a:lnTo>
                  <a:close/>
                </a:path>
                <a:path w="2029460" h="222885">
                  <a:moveTo>
                    <a:pt x="1839468" y="220979"/>
                  </a:moveTo>
                  <a:lnTo>
                    <a:pt x="1839468" y="220217"/>
                  </a:lnTo>
                  <a:lnTo>
                    <a:pt x="1837182" y="220217"/>
                  </a:lnTo>
                  <a:lnTo>
                    <a:pt x="1837182" y="220979"/>
                  </a:lnTo>
                  <a:lnTo>
                    <a:pt x="1839468" y="220979"/>
                  </a:lnTo>
                  <a:close/>
                </a:path>
                <a:path w="2029460" h="222885">
                  <a:moveTo>
                    <a:pt x="1836420" y="220979"/>
                  </a:moveTo>
                  <a:lnTo>
                    <a:pt x="1836420" y="220217"/>
                  </a:lnTo>
                  <a:lnTo>
                    <a:pt x="1834134" y="220217"/>
                  </a:lnTo>
                  <a:lnTo>
                    <a:pt x="1834134" y="220979"/>
                  </a:lnTo>
                  <a:lnTo>
                    <a:pt x="1836420" y="220979"/>
                  </a:lnTo>
                  <a:close/>
                </a:path>
                <a:path w="2029460" h="222885">
                  <a:moveTo>
                    <a:pt x="1833372" y="220979"/>
                  </a:moveTo>
                  <a:lnTo>
                    <a:pt x="1833372" y="220217"/>
                  </a:lnTo>
                  <a:lnTo>
                    <a:pt x="1831086" y="220217"/>
                  </a:lnTo>
                  <a:lnTo>
                    <a:pt x="1831086" y="220979"/>
                  </a:lnTo>
                  <a:lnTo>
                    <a:pt x="1833372" y="220979"/>
                  </a:lnTo>
                  <a:close/>
                </a:path>
                <a:path w="2029460" h="222885">
                  <a:moveTo>
                    <a:pt x="1830324" y="220979"/>
                  </a:moveTo>
                  <a:lnTo>
                    <a:pt x="1830324" y="220217"/>
                  </a:lnTo>
                  <a:lnTo>
                    <a:pt x="1828038" y="220217"/>
                  </a:lnTo>
                  <a:lnTo>
                    <a:pt x="1828038" y="220979"/>
                  </a:lnTo>
                  <a:lnTo>
                    <a:pt x="1830324" y="220979"/>
                  </a:lnTo>
                  <a:close/>
                </a:path>
                <a:path w="2029460" h="222885">
                  <a:moveTo>
                    <a:pt x="1827276" y="220979"/>
                  </a:moveTo>
                  <a:lnTo>
                    <a:pt x="1827276" y="220217"/>
                  </a:lnTo>
                  <a:lnTo>
                    <a:pt x="1824990" y="220217"/>
                  </a:lnTo>
                  <a:lnTo>
                    <a:pt x="1824990" y="220979"/>
                  </a:lnTo>
                  <a:lnTo>
                    <a:pt x="1827276" y="220979"/>
                  </a:lnTo>
                  <a:close/>
                </a:path>
                <a:path w="2029460" h="222885">
                  <a:moveTo>
                    <a:pt x="1824227" y="220979"/>
                  </a:moveTo>
                  <a:lnTo>
                    <a:pt x="1824227" y="220217"/>
                  </a:lnTo>
                  <a:lnTo>
                    <a:pt x="1821942" y="220217"/>
                  </a:lnTo>
                  <a:lnTo>
                    <a:pt x="1821942" y="220979"/>
                  </a:lnTo>
                  <a:lnTo>
                    <a:pt x="1824227" y="220979"/>
                  </a:lnTo>
                  <a:close/>
                </a:path>
                <a:path w="2029460" h="222885">
                  <a:moveTo>
                    <a:pt x="1821179" y="220979"/>
                  </a:moveTo>
                  <a:lnTo>
                    <a:pt x="1821179" y="220217"/>
                  </a:lnTo>
                  <a:lnTo>
                    <a:pt x="1818894" y="220217"/>
                  </a:lnTo>
                  <a:lnTo>
                    <a:pt x="1818894" y="220979"/>
                  </a:lnTo>
                  <a:lnTo>
                    <a:pt x="1821179" y="220979"/>
                  </a:lnTo>
                  <a:close/>
                </a:path>
                <a:path w="2029460" h="222885">
                  <a:moveTo>
                    <a:pt x="1818131" y="220979"/>
                  </a:moveTo>
                  <a:lnTo>
                    <a:pt x="1818131" y="220217"/>
                  </a:lnTo>
                  <a:lnTo>
                    <a:pt x="1815846" y="220217"/>
                  </a:lnTo>
                  <a:lnTo>
                    <a:pt x="1815846" y="220979"/>
                  </a:lnTo>
                  <a:lnTo>
                    <a:pt x="1818131" y="220979"/>
                  </a:lnTo>
                  <a:close/>
                </a:path>
                <a:path w="2029460" h="222885">
                  <a:moveTo>
                    <a:pt x="1815084" y="220979"/>
                  </a:moveTo>
                  <a:lnTo>
                    <a:pt x="1815084" y="220217"/>
                  </a:lnTo>
                  <a:lnTo>
                    <a:pt x="1812798" y="220217"/>
                  </a:lnTo>
                  <a:lnTo>
                    <a:pt x="1812798" y="220979"/>
                  </a:lnTo>
                  <a:lnTo>
                    <a:pt x="1815084" y="220979"/>
                  </a:lnTo>
                  <a:close/>
                </a:path>
                <a:path w="2029460" h="222885">
                  <a:moveTo>
                    <a:pt x="1812036" y="220979"/>
                  </a:moveTo>
                  <a:lnTo>
                    <a:pt x="1812036" y="220217"/>
                  </a:lnTo>
                  <a:lnTo>
                    <a:pt x="1809750" y="220217"/>
                  </a:lnTo>
                  <a:lnTo>
                    <a:pt x="1809750" y="220979"/>
                  </a:lnTo>
                  <a:lnTo>
                    <a:pt x="1812036" y="220979"/>
                  </a:lnTo>
                  <a:close/>
                </a:path>
                <a:path w="2029460" h="222885">
                  <a:moveTo>
                    <a:pt x="1808988" y="220979"/>
                  </a:moveTo>
                  <a:lnTo>
                    <a:pt x="1808988" y="220217"/>
                  </a:lnTo>
                  <a:lnTo>
                    <a:pt x="1806702" y="220217"/>
                  </a:lnTo>
                  <a:lnTo>
                    <a:pt x="1806702" y="220979"/>
                  </a:lnTo>
                  <a:lnTo>
                    <a:pt x="1808988" y="220979"/>
                  </a:lnTo>
                  <a:close/>
                </a:path>
                <a:path w="2029460" h="222885">
                  <a:moveTo>
                    <a:pt x="1805940" y="220979"/>
                  </a:moveTo>
                  <a:lnTo>
                    <a:pt x="1805940" y="220217"/>
                  </a:lnTo>
                  <a:lnTo>
                    <a:pt x="1803654" y="220217"/>
                  </a:lnTo>
                  <a:lnTo>
                    <a:pt x="1803654" y="220979"/>
                  </a:lnTo>
                  <a:lnTo>
                    <a:pt x="1805940" y="220979"/>
                  </a:lnTo>
                  <a:close/>
                </a:path>
                <a:path w="2029460" h="222885">
                  <a:moveTo>
                    <a:pt x="1802892" y="220979"/>
                  </a:moveTo>
                  <a:lnTo>
                    <a:pt x="1802892" y="220217"/>
                  </a:lnTo>
                  <a:lnTo>
                    <a:pt x="1800606" y="220217"/>
                  </a:lnTo>
                  <a:lnTo>
                    <a:pt x="1800606" y="220979"/>
                  </a:lnTo>
                  <a:lnTo>
                    <a:pt x="1802892" y="220979"/>
                  </a:lnTo>
                  <a:close/>
                </a:path>
                <a:path w="2029460" h="222885">
                  <a:moveTo>
                    <a:pt x="1799844" y="220979"/>
                  </a:moveTo>
                  <a:lnTo>
                    <a:pt x="1799844" y="220217"/>
                  </a:lnTo>
                  <a:lnTo>
                    <a:pt x="1797558" y="220217"/>
                  </a:lnTo>
                  <a:lnTo>
                    <a:pt x="1797558" y="220979"/>
                  </a:lnTo>
                  <a:lnTo>
                    <a:pt x="1799844" y="220979"/>
                  </a:lnTo>
                  <a:close/>
                </a:path>
                <a:path w="2029460" h="222885">
                  <a:moveTo>
                    <a:pt x="1796796" y="220979"/>
                  </a:moveTo>
                  <a:lnTo>
                    <a:pt x="1796796" y="220217"/>
                  </a:lnTo>
                  <a:lnTo>
                    <a:pt x="1794510" y="220217"/>
                  </a:lnTo>
                  <a:lnTo>
                    <a:pt x="1794510" y="220979"/>
                  </a:lnTo>
                  <a:lnTo>
                    <a:pt x="1796796" y="220979"/>
                  </a:lnTo>
                  <a:close/>
                </a:path>
                <a:path w="2029460" h="222885">
                  <a:moveTo>
                    <a:pt x="1793748" y="220979"/>
                  </a:moveTo>
                  <a:lnTo>
                    <a:pt x="1793748" y="220217"/>
                  </a:lnTo>
                  <a:lnTo>
                    <a:pt x="1791462" y="220217"/>
                  </a:lnTo>
                  <a:lnTo>
                    <a:pt x="1791462" y="220979"/>
                  </a:lnTo>
                  <a:lnTo>
                    <a:pt x="1793748" y="220979"/>
                  </a:lnTo>
                  <a:close/>
                </a:path>
                <a:path w="2029460" h="222885">
                  <a:moveTo>
                    <a:pt x="1790700" y="220979"/>
                  </a:moveTo>
                  <a:lnTo>
                    <a:pt x="1790700" y="220217"/>
                  </a:lnTo>
                  <a:lnTo>
                    <a:pt x="1788414" y="220217"/>
                  </a:lnTo>
                  <a:lnTo>
                    <a:pt x="1788414" y="220979"/>
                  </a:lnTo>
                  <a:lnTo>
                    <a:pt x="1790700" y="220979"/>
                  </a:lnTo>
                  <a:close/>
                </a:path>
                <a:path w="2029460" h="222885">
                  <a:moveTo>
                    <a:pt x="1787652" y="220979"/>
                  </a:moveTo>
                  <a:lnTo>
                    <a:pt x="1787652" y="220217"/>
                  </a:lnTo>
                  <a:lnTo>
                    <a:pt x="1785366" y="220217"/>
                  </a:lnTo>
                  <a:lnTo>
                    <a:pt x="1785366" y="220979"/>
                  </a:lnTo>
                  <a:lnTo>
                    <a:pt x="1787652" y="220979"/>
                  </a:lnTo>
                  <a:close/>
                </a:path>
                <a:path w="2029460" h="222885">
                  <a:moveTo>
                    <a:pt x="1784603" y="220979"/>
                  </a:moveTo>
                  <a:lnTo>
                    <a:pt x="1784603" y="220217"/>
                  </a:lnTo>
                  <a:lnTo>
                    <a:pt x="1782317" y="220217"/>
                  </a:lnTo>
                  <a:lnTo>
                    <a:pt x="1782317" y="220979"/>
                  </a:lnTo>
                  <a:lnTo>
                    <a:pt x="1784603" y="220979"/>
                  </a:lnTo>
                  <a:close/>
                </a:path>
                <a:path w="2029460" h="222885">
                  <a:moveTo>
                    <a:pt x="1781556" y="220979"/>
                  </a:moveTo>
                  <a:lnTo>
                    <a:pt x="1781556" y="220217"/>
                  </a:lnTo>
                  <a:lnTo>
                    <a:pt x="1779270" y="220217"/>
                  </a:lnTo>
                  <a:lnTo>
                    <a:pt x="1779270" y="220979"/>
                  </a:lnTo>
                  <a:lnTo>
                    <a:pt x="1781556" y="220979"/>
                  </a:lnTo>
                  <a:close/>
                </a:path>
                <a:path w="2029460" h="222885">
                  <a:moveTo>
                    <a:pt x="1778508" y="220979"/>
                  </a:moveTo>
                  <a:lnTo>
                    <a:pt x="1778508" y="220217"/>
                  </a:lnTo>
                  <a:lnTo>
                    <a:pt x="1776222" y="220217"/>
                  </a:lnTo>
                  <a:lnTo>
                    <a:pt x="1776222" y="220979"/>
                  </a:lnTo>
                  <a:lnTo>
                    <a:pt x="1778508" y="220979"/>
                  </a:lnTo>
                  <a:close/>
                </a:path>
                <a:path w="2029460" h="222885">
                  <a:moveTo>
                    <a:pt x="1775460" y="220979"/>
                  </a:moveTo>
                  <a:lnTo>
                    <a:pt x="1775460" y="220217"/>
                  </a:lnTo>
                  <a:lnTo>
                    <a:pt x="1773174" y="220217"/>
                  </a:lnTo>
                  <a:lnTo>
                    <a:pt x="1773174" y="220979"/>
                  </a:lnTo>
                  <a:lnTo>
                    <a:pt x="1775460" y="220979"/>
                  </a:lnTo>
                  <a:close/>
                </a:path>
                <a:path w="2029460" h="222885">
                  <a:moveTo>
                    <a:pt x="1772412" y="220979"/>
                  </a:moveTo>
                  <a:lnTo>
                    <a:pt x="1772412" y="220217"/>
                  </a:lnTo>
                  <a:lnTo>
                    <a:pt x="1770126" y="220217"/>
                  </a:lnTo>
                  <a:lnTo>
                    <a:pt x="1770126" y="220979"/>
                  </a:lnTo>
                  <a:lnTo>
                    <a:pt x="1772412" y="220979"/>
                  </a:lnTo>
                  <a:close/>
                </a:path>
                <a:path w="2029460" h="222885">
                  <a:moveTo>
                    <a:pt x="1769364" y="220979"/>
                  </a:moveTo>
                  <a:lnTo>
                    <a:pt x="1769364" y="220217"/>
                  </a:lnTo>
                  <a:lnTo>
                    <a:pt x="1767077" y="220217"/>
                  </a:lnTo>
                  <a:lnTo>
                    <a:pt x="1767077" y="220979"/>
                  </a:lnTo>
                  <a:lnTo>
                    <a:pt x="1769364" y="220979"/>
                  </a:lnTo>
                  <a:close/>
                </a:path>
                <a:path w="2029460" h="222885">
                  <a:moveTo>
                    <a:pt x="1766316" y="220979"/>
                  </a:moveTo>
                  <a:lnTo>
                    <a:pt x="1766316" y="220217"/>
                  </a:lnTo>
                  <a:lnTo>
                    <a:pt x="1764030" y="220217"/>
                  </a:lnTo>
                  <a:lnTo>
                    <a:pt x="1764030" y="220979"/>
                  </a:lnTo>
                  <a:lnTo>
                    <a:pt x="1766316" y="220979"/>
                  </a:lnTo>
                  <a:close/>
                </a:path>
                <a:path w="2029460" h="222885">
                  <a:moveTo>
                    <a:pt x="1763268" y="220979"/>
                  </a:moveTo>
                  <a:lnTo>
                    <a:pt x="1763268" y="220217"/>
                  </a:lnTo>
                  <a:lnTo>
                    <a:pt x="1760982" y="220217"/>
                  </a:lnTo>
                  <a:lnTo>
                    <a:pt x="1760982" y="220979"/>
                  </a:lnTo>
                  <a:lnTo>
                    <a:pt x="1763268" y="220979"/>
                  </a:lnTo>
                  <a:close/>
                </a:path>
                <a:path w="2029460" h="222885">
                  <a:moveTo>
                    <a:pt x="1760220" y="220979"/>
                  </a:moveTo>
                  <a:lnTo>
                    <a:pt x="1760220" y="220217"/>
                  </a:lnTo>
                  <a:lnTo>
                    <a:pt x="1757934" y="220217"/>
                  </a:lnTo>
                  <a:lnTo>
                    <a:pt x="1757934" y="220979"/>
                  </a:lnTo>
                  <a:lnTo>
                    <a:pt x="1760220" y="220979"/>
                  </a:lnTo>
                  <a:close/>
                </a:path>
                <a:path w="2029460" h="222885">
                  <a:moveTo>
                    <a:pt x="1757172" y="220979"/>
                  </a:moveTo>
                  <a:lnTo>
                    <a:pt x="1757172" y="220217"/>
                  </a:lnTo>
                  <a:lnTo>
                    <a:pt x="1754886" y="220217"/>
                  </a:lnTo>
                  <a:lnTo>
                    <a:pt x="1754886" y="220979"/>
                  </a:lnTo>
                  <a:lnTo>
                    <a:pt x="1757172" y="220979"/>
                  </a:lnTo>
                  <a:close/>
                </a:path>
                <a:path w="2029460" h="222885">
                  <a:moveTo>
                    <a:pt x="1754124" y="220979"/>
                  </a:moveTo>
                  <a:lnTo>
                    <a:pt x="1754124" y="220217"/>
                  </a:lnTo>
                  <a:lnTo>
                    <a:pt x="1751838" y="220217"/>
                  </a:lnTo>
                  <a:lnTo>
                    <a:pt x="1751838" y="220979"/>
                  </a:lnTo>
                  <a:lnTo>
                    <a:pt x="1754124" y="220979"/>
                  </a:lnTo>
                  <a:close/>
                </a:path>
                <a:path w="2029460" h="222885">
                  <a:moveTo>
                    <a:pt x="1751076" y="220979"/>
                  </a:moveTo>
                  <a:lnTo>
                    <a:pt x="1751076" y="220217"/>
                  </a:lnTo>
                  <a:lnTo>
                    <a:pt x="1748789" y="220217"/>
                  </a:lnTo>
                  <a:lnTo>
                    <a:pt x="1748789" y="220979"/>
                  </a:lnTo>
                  <a:lnTo>
                    <a:pt x="1751076" y="220979"/>
                  </a:lnTo>
                  <a:close/>
                </a:path>
                <a:path w="2029460" h="222885">
                  <a:moveTo>
                    <a:pt x="1748028" y="220979"/>
                  </a:moveTo>
                  <a:lnTo>
                    <a:pt x="1748028" y="220217"/>
                  </a:lnTo>
                  <a:lnTo>
                    <a:pt x="1745742" y="220217"/>
                  </a:lnTo>
                  <a:lnTo>
                    <a:pt x="1745742" y="220979"/>
                  </a:lnTo>
                  <a:lnTo>
                    <a:pt x="1748028" y="220979"/>
                  </a:lnTo>
                  <a:close/>
                </a:path>
                <a:path w="2029460" h="222885">
                  <a:moveTo>
                    <a:pt x="1744980" y="220979"/>
                  </a:moveTo>
                  <a:lnTo>
                    <a:pt x="1744980" y="220217"/>
                  </a:lnTo>
                  <a:lnTo>
                    <a:pt x="1742694" y="220217"/>
                  </a:lnTo>
                  <a:lnTo>
                    <a:pt x="1742694" y="220979"/>
                  </a:lnTo>
                  <a:lnTo>
                    <a:pt x="1744980" y="220979"/>
                  </a:lnTo>
                  <a:close/>
                </a:path>
                <a:path w="2029460" h="222885">
                  <a:moveTo>
                    <a:pt x="1741932" y="220979"/>
                  </a:moveTo>
                  <a:lnTo>
                    <a:pt x="1741932" y="220217"/>
                  </a:lnTo>
                  <a:lnTo>
                    <a:pt x="1739646" y="220217"/>
                  </a:lnTo>
                  <a:lnTo>
                    <a:pt x="1739646" y="220979"/>
                  </a:lnTo>
                  <a:lnTo>
                    <a:pt x="1741932" y="220979"/>
                  </a:lnTo>
                  <a:close/>
                </a:path>
                <a:path w="2029460" h="222885">
                  <a:moveTo>
                    <a:pt x="1738884" y="220979"/>
                  </a:moveTo>
                  <a:lnTo>
                    <a:pt x="1738884" y="220217"/>
                  </a:lnTo>
                  <a:lnTo>
                    <a:pt x="1736598" y="220217"/>
                  </a:lnTo>
                  <a:lnTo>
                    <a:pt x="1736598" y="220979"/>
                  </a:lnTo>
                  <a:lnTo>
                    <a:pt x="1738884" y="220979"/>
                  </a:lnTo>
                  <a:close/>
                </a:path>
                <a:path w="2029460" h="222885">
                  <a:moveTo>
                    <a:pt x="1735836" y="220979"/>
                  </a:moveTo>
                  <a:lnTo>
                    <a:pt x="1735836" y="220217"/>
                  </a:lnTo>
                  <a:lnTo>
                    <a:pt x="1733550" y="220217"/>
                  </a:lnTo>
                  <a:lnTo>
                    <a:pt x="1733550" y="220979"/>
                  </a:lnTo>
                  <a:lnTo>
                    <a:pt x="1735836" y="220979"/>
                  </a:lnTo>
                  <a:close/>
                </a:path>
                <a:path w="2029460" h="222885">
                  <a:moveTo>
                    <a:pt x="1732788" y="221741"/>
                  </a:moveTo>
                  <a:lnTo>
                    <a:pt x="1732788" y="220979"/>
                  </a:lnTo>
                  <a:lnTo>
                    <a:pt x="1730502" y="220979"/>
                  </a:lnTo>
                  <a:lnTo>
                    <a:pt x="1730502" y="221741"/>
                  </a:lnTo>
                  <a:lnTo>
                    <a:pt x="1732788" y="221741"/>
                  </a:lnTo>
                  <a:close/>
                </a:path>
                <a:path w="2029460" h="222885">
                  <a:moveTo>
                    <a:pt x="1729740" y="221741"/>
                  </a:moveTo>
                  <a:lnTo>
                    <a:pt x="1729740" y="220979"/>
                  </a:lnTo>
                  <a:lnTo>
                    <a:pt x="1727454" y="220979"/>
                  </a:lnTo>
                  <a:lnTo>
                    <a:pt x="1727454" y="221741"/>
                  </a:lnTo>
                  <a:lnTo>
                    <a:pt x="1729740" y="221741"/>
                  </a:lnTo>
                  <a:close/>
                </a:path>
                <a:path w="2029460" h="222885">
                  <a:moveTo>
                    <a:pt x="1726692" y="221741"/>
                  </a:moveTo>
                  <a:lnTo>
                    <a:pt x="1726692" y="220979"/>
                  </a:lnTo>
                  <a:lnTo>
                    <a:pt x="1724406" y="220979"/>
                  </a:lnTo>
                  <a:lnTo>
                    <a:pt x="1724406" y="221741"/>
                  </a:lnTo>
                  <a:lnTo>
                    <a:pt x="1726692" y="221741"/>
                  </a:lnTo>
                  <a:close/>
                </a:path>
                <a:path w="2029460" h="222885">
                  <a:moveTo>
                    <a:pt x="1723644" y="221741"/>
                  </a:moveTo>
                  <a:lnTo>
                    <a:pt x="1723644" y="220979"/>
                  </a:lnTo>
                  <a:lnTo>
                    <a:pt x="1721358" y="220979"/>
                  </a:lnTo>
                  <a:lnTo>
                    <a:pt x="1721358" y="221741"/>
                  </a:lnTo>
                  <a:lnTo>
                    <a:pt x="1723644" y="221741"/>
                  </a:lnTo>
                  <a:close/>
                </a:path>
                <a:path w="2029460" h="222885">
                  <a:moveTo>
                    <a:pt x="1720596" y="221741"/>
                  </a:moveTo>
                  <a:lnTo>
                    <a:pt x="1720596" y="220979"/>
                  </a:lnTo>
                  <a:lnTo>
                    <a:pt x="1718310" y="220979"/>
                  </a:lnTo>
                  <a:lnTo>
                    <a:pt x="1718310" y="221741"/>
                  </a:lnTo>
                  <a:lnTo>
                    <a:pt x="1720596" y="221741"/>
                  </a:lnTo>
                  <a:close/>
                </a:path>
                <a:path w="2029460" h="222885">
                  <a:moveTo>
                    <a:pt x="1717548" y="221741"/>
                  </a:moveTo>
                  <a:lnTo>
                    <a:pt x="1717548" y="220979"/>
                  </a:lnTo>
                  <a:lnTo>
                    <a:pt x="1715262" y="220979"/>
                  </a:lnTo>
                  <a:lnTo>
                    <a:pt x="1715262" y="221741"/>
                  </a:lnTo>
                  <a:lnTo>
                    <a:pt x="1717548" y="221741"/>
                  </a:lnTo>
                  <a:close/>
                </a:path>
                <a:path w="2029460" h="222885">
                  <a:moveTo>
                    <a:pt x="1714500" y="221741"/>
                  </a:moveTo>
                  <a:lnTo>
                    <a:pt x="1714500" y="220979"/>
                  </a:lnTo>
                  <a:lnTo>
                    <a:pt x="1712214" y="220979"/>
                  </a:lnTo>
                  <a:lnTo>
                    <a:pt x="1712214" y="221741"/>
                  </a:lnTo>
                  <a:lnTo>
                    <a:pt x="1714500" y="221741"/>
                  </a:lnTo>
                  <a:close/>
                </a:path>
                <a:path w="2029460" h="222885">
                  <a:moveTo>
                    <a:pt x="1711452" y="221741"/>
                  </a:moveTo>
                  <a:lnTo>
                    <a:pt x="1711452" y="220979"/>
                  </a:lnTo>
                  <a:lnTo>
                    <a:pt x="1709165" y="220979"/>
                  </a:lnTo>
                  <a:lnTo>
                    <a:pt x="1709165" y="221741"/>
                  </a:lnTo>
                  <a:lnTo>
                    <a:pt x="1711452" y="221741"/>
                  </a:lnTo>
                  <a:close/>
                </a:path>
                <a:path w="2029460" h="222885">
                  <a:moveTo>
                    <a:pt x="1708404" y="221741"/>
                  </a:moveTo>
                  <a:lnTo>
                    <a:pt x="1708404" y="220979"/>
                  </a:lnTo>
                  <a:lnTo>
                    <a:pt x="1706118" y="220979"/>
                  </a:lnTo>
                  <a:lnTo>
                    <a:pt x="1706118" y="221741"/>
                  </a:lnTo>
                  <a:lnTo>
                    <a:pt x="1708404" y="221741"/>
                  </a:lnTo>
                  <a:close/>
                </a:path>
                <a:path w="2029460" h="222885">
                  <a:moveTo>
                    <a:pt x="1705356" y="221741"/>
                  </a:moveTo>
                  <a:lnTo>
                    <a:pt x="1705356" y="220979"/>
                  </a:lnTo>
                  <a:lnTo>
                    <a:pt x="1703070" y="220979"/>
                  </a:lnTo>
                  <a:lnTo>
                    <a:pt x="1703070" y="221741"/>
                  </a:lnTo>
                  <a:lnTo>
                    <a:pt x="1705356" y="221741"/>
                  </a:lnTo>
                  <a:close/>
                </a:path>
                <a:path w="2029460" h="222885">
                  <a:moveTo>
                    <a:pt x="1702308" y="221741"/>
                  </a:moveTo>
                  <a:lnTo>
                    <a:pt x="1702308" y="220979"/>
                  </a:lnTo>
                  <a:lnTo>
                    <a:pt x="1700022" y="220979"/>
                  </a:lnTo>
                  <a:lnTo>
                    <a:pt x="1700022" y="221741"/>
                  </a:lnTo>
                  <a:lnTo>
                    <a:pt x="1702308" y="221741"/>
                  </a:lnTo>
                  <a:close/>
                </a:path>
                <a:path w="2029460" h="222885">
                  <a:moveTo>
                    <a:pt x="1699260" y="221741"/>
                  </a:moveTo>
                  <a:lnTo>
                    <a:pt x="1699260" y="220979"/>
                  </a:lnTo>
                  <a:lnTo>
                    <a:pt x="1696974" y="220979"/>
                  </a:lnTo>
                  <a:lnTo>
                    <a:pt x="1696974" y="221741"/>
                  </a:lnTo>
                  <a:lnTo>
                    <a:pt x="1699260" y="221741"/>
                  </a:lnTo>
                  <a:close/>
                </a:path>
                <a:path w="2029460" h="222885">
                  <a:moveTo>
                    <a:pt x="1696212" y="221741"/>
                  </a:moveTo>
                  <a:lnTo>
                    <a:pt x="1696212" y="220979"/>
                  </a:lnTo>
                  <a:lnTo>
                    <a:pt x="1693926" y="220979"/>
                  </a:lnTo>
                  <a:lnTo>
                    <a:pt x="1693926" y="221741"/>
                  </a:lnTo>
                  <a:lnTo>
                    <a:pt x="1696212" y="221741"/>
                  </a:lnTo>
                  <a:close/>
                </a:path>
                <a:path w="2029460" h="222885">
                  <a:moveTo>
                    <a:pt x="1693164" y="221741"/>
                  </a:moveTo>
                  <a:lnTo>
                    <a:pt x="1693164" y="220979"/>
                  </a:lnTo>
                  <a:lnTo>
                    <a:pt x="1690877" y="220979"/>
                  </a:lnTo>
                  <a:lnTo>
                    <a:pt x="1690877" y="221741"/>
                  </a:lnTo>
                  <a:lnTo>
                    <a:pt x="1693164" y="221741"/>
                  </a:lnTo>
                  <a:close/>
                </a:path>
                <a:path w="2029460" h="222885">
                  <a:moveTo>
                    <a:pt x="1690116" y="221741"/>
                  </a:moveTo>
                  <a:lnTo>
                    <a:pt x="1690116" y="220979"/>
                  </a:lnTo>
                  <a:lnTo>
                    <a:pt x="1687830" y="220979"/>
                  </a:lnTo>
                  <a:lnTo>
                    <a:pt x="1687830" y="221741"/>
                  </a:lnTo>
                  <a:lnTo>
                    <a:pt x="1690116" y="221741"/>
                  </a:lnTo>
                  <a:close/>
                </a:path>
                <a:path w="2029460" h="222885">
                  <a:moveTo>
                    <a:pt x="1687068" y="221741"/>
                  </a:moveTo>
                  <a:lnTo>
                    <a:pt x="1687068" y="220979"/>
                  </a:lnTo>
                  <a:lnTo>
                    <a:pt x="1684782" y="220979"/>
                  </a:lnTo>
                  <a:lnTo>
                    <a:pt x="1684782" y="221741"/>
                  </a:lnTo>
                  <a:lnTo>
                    <a:pt x="1687068" y="221741"/>
                  </a:lnTo>
                  <a:close/>
                </a:path>
                <a:path w="2029460" h="222885">
                  <a:moveTo>
                    <a:pt x="1684020" y="221741"/>
                  </a:moveTo>
                  <a:lnTo>
                    <a:pt x="1684020" y="220979"/>
                  </a:lnTo>
                  <a:lnTo>
                    <a:pt x="1681734" y="220979"/>
                  </a:lnTo>
                  <a:lnTo>
                    <a:pt x="1681734" y="221741"/>
                  </a:lnTo>
                  <a:lnTo>
                    <a:pt x="1684020" y="221741"/>
                  </a:lnTo>
                  <a:close/>
                </a:path>
                <a:path w="2029460" h="222885">
                  <a:moveTo>
                    <a:pt x="1680972" y="221741"/>
                  </a:moveTo>
                  <a:lnTo>
                    <a:pt x="1680972" y="220979"/>
                  </a:lnTo>
                  <a:lnTo>
                    <a:pt x="1678686" y="220979"/>
                  </a:lnTo>
                  <a:lnTo>
                    <a:pt x="1678686" y="221741"/>
                  </a:lnTo>
                  <a:lnTo>
                    <a:pt x="1680972" y="221741"/>
                  </a:lnTo>
                  <a:close/>
                </a:path>
                <a:path w="2029460" h="222885">
                  <a:moveTo>
                    <a:pt x="1677924" y="221741"/>
                  </a:moveTo>
                  <a:lnTo>
                    <a:pt x="1677924" y="220979"/>
                  </a:lnTo>
                  <a:lnTo>
                    <a:pt x="1675638" y="220979"/>
                  </a:lnTo>
                  <a:lnTo>
                    <a:pt x="1675638" y="221741"/>
                  </a:lnTo>
                  <a:lnTo>
                    <a:pt x="1677924" y="221741"/>
                  </a:lnTo>
                  <a:close/>
                </a:path>
                <a:path w="2029460" h="222885">
                  <a:moveTo>
                    <a:pt x="1674876" y="221741"/>
                  </a:moveTo>
                  <a:lnTo>
                    <a:pt x="1674876" y="220979"/>
                  </a:lnTo>
                  <a:lnTo>
                    <a:pt x="1672589" y="220979"/>
                  </a:lnTo>
                  <a:lnTo>
                    <a:pt x="1672589" y="221741"/>
                  </a:lnTo>
                  <a:lnTo>
                    <a:pt x="1674876" y="221741"/>
                  </a:lnTo>
                  <a:close/>
                </a:path>
                <a:path w="2029460" h="222885">
                  <a:moveTo>
                    <a:pt x="1671828" y="221741"/>
                  </a:moveTo>
                  <a:lnTo>
                    <a:pt x="1671828" y="220979"/>
                  </a:lnTo>
                  <a:lnTo>
                    <a:pt x="1669542" y="220979"/>
                  </a:lnTo>
                  <a:lnTo>
                    <a:pt x="1669542" y="221741"/>
                  </a:lnTo>
                  <a:lnTo>
                    <a:pt x="1671828" y="221741"/>
                  </a:lnTo>
                  <a:close/>
                </a:path>
                <a:path w="2029460" h="222885">
                  <a:moveTo>
                    <a:pt x="1668780" y="221741"/>
                  </a:moveTo>
                  <a:lnTo>
                    <a:pt x="1668780" y="220979"/>
                  </a:lnTo>
                  <a:lnTo>
                    <a:pt x="1666494" y="220979"/>
                  </a:lnTo>
                  <a:lnTo>
                    <a:pt x="1666494" y="221741"/>
                  </a:lnTo>
                  <a:lnTo>
                    <a:pt x="1668780" y="221741"/>
                  </a:lnTo>
                  <a:close/>
                </a:path>
                <a:path w="2029460" h="222885">
                  <a:moveTo>
                    <a:pt x="1665732" y="221741"/>
                  </a:moveTo>
                  <a:lnTo>
                    <a:pt x="1665732" y="220979"/>
                  </a:lnTo>
                  <a:lnTo>
                    <a:pt x="1663446" y="220979"/>
                  </a:lnTo>
                  <a:lnTo>
                    <a:pt x="1663446" y="221741"/>
                  </a:lnTo>
                  <a:lnTo>
                    <a:pt x="1665732" y="221741"/>
                  </a:lnTo>
                  <a:close/>
                </a:path>
                <a:path w="2029460" h="222885">
                  <a:moveTo>
                    <a:pt x="1662684" y="221741"/>
                  </a:moveTo>
                  <a:lnTo>
                    <a:pt x="1662684" y="220979"/>
                  </a:lnTo>
                  <a:lnTo>
                    <a:pt x="1660398" y="220979"/>
                  </a:lnTo>
                  <a:lnTo>
                    <a:pt x="1660398" y="221741"/>
                  </a:lnTo>
                  <a:lnTo>
                    <a:pt x="1662684" y="221741"/>
                  </a:lnTo>
                  <a:close/>
                </a:path>
                <a:path w="2029460" h="222885">
                  <a:moveTo>
                    <a:pt x="1659636" y="221741"/>
                  </a:moveTo>
                  <a:lnTo>
                    <a:pt x="1659636" y="220979"/>
                  </a:lnTo>
                  <a:lnTo>
                    <a:pt x="1657350" y="220979"/>
                  </a:lnTo>
                  <a:lnTo>
                    <a:pt x="1657350" y="221741"/>
                  </a:lnTo>
                  <a:lnTo>
                    <a:pt x="1659636" y="221741"/>
                  </a:lnTo>
                  <a:close/>
                </a:path>
                <a:path w="2029460" h="222885">
                  <a:moveTo>
                    <a:pt x="1656588" y="221741"/>
                  </a:moveTo>
                  <a:lnTo>
                    <a:pt x="1656588" y="220979"/>
                  </a:lnTo>
                  <a:lnTo>
                    <a:pt x="1654302" y="220979"/>
                  </a:lnTo>
                  <a:lnTo>
                    <a:pt x="1654302" y="221741"/>
                  </a:lnTo>
                  <a:lnTo>
                    <a:pt x="1656588" y="221741"/>
                  </a:lnTo>
                  <a:close/>
                </a:path>
                <a:path w="2029460" h="222885">
                  <a:moveTo>
                    <a:pt x="1653540" y="221741"/>
                  </a:moveTo>
                  <a:lnTo>
                    <a:pt x="1653540" y="220979"/>
                  </a:lnTo>
                  <a:lnTo>
                    <a:pt x="1651254" y="220979"/>
                  </a:lnTo>
                  <a:lnTo>
                    <a:pt x="1651254" y="221741"/>
                  </a:lnTo>
                  <a:lnTo>
                    <a:pt x="1653540" y="221741"/>
                  </a:lnTo>
                  <a:close/>
                </a:path>
                <a:path w="2029460" h="222885">
                  <a:moveTo>
                    <a:pt x="1650492" y="221741"/>
                  </a:moveTo>
                  <a:lnTo>
                    <a:pt x="1650492" y="220979"/>
                  </a:lnTo>
                  <a:lnTo>
                    <a:pt x="1648206" y="220979"/>
                  </a:lnTo>
                  <a:lnTo>
                    <a:pt x="1648206" y="221741"/>
                  </a:lnTo>
                  <a:lnTo>
                    <a:pt x="1650492" y="221741"/>
                  </a:lnTo>
                  <a:close/>
                </a:path>
                <a:path w="2029460" h="222885">
                  <a:moveTo>
                    <a:pt x="1647444" y="221741"/>
                  </a:moveTo>
                  <a:lnTo>
                    <a:pt x="1647444" y="220979"/>
                  </a:lnTo>
                  <a:lnTo>
                    <a:pt x="1645158" y="220979"/>
                  </a:lnTo>
                  <a:lnTo>
                    <a:pt x="1645158" y="221741"/>
                  </a:lnTo>
                  <a:lnTo>
                    <a:pt x="1647444" y="221741"/>
                  </a:lnTo>
                  <a:close/>
                </a:path>
                <a:path w="2029460" h="222885">
                  <a:moveTo>
                    <a:pt x="1644396" y="221741"/>
                  </a:moveTo>
                  <a:lnTo>
                    <a:pt x="1644396" y="220979"/>
                  </a:lnTo>
                  <a:lnTo>
                    <a:pt x="1642110" y="220979"/>
                  </a:lnTo>
                  <a:lnTo>
                    <a:pt x="1642110" y="221741"/>
                  </a:lnTo>
                  <a:lnTo>
                    <a:pt x="1644396" y="221741"/>
                  </a:lnTo>
                  <a:close/>
                </a:path>
                <a:path w="2029460" h="222885">
                  <a:moveTo>
                    <a:pt x="1641348" y="221741"/>
                  </a:moveTo>
                  <a:lnTo>
                    <a:pt x="1641348" y="220979"/>
                  </a:lnTo>
                  <a:lnTo>
                    <a:pt x="1639062" y="220979"/>
                  </a:lnTo>
                  <a:lnTo>
                    <a:pt x="1639062" y="221741"/>
                  </a:lnTo>
                  <a:lnTo>
                    <a:pt x="1641348" y="221741"/>
                  </a:lnTo>
                  <a:close/>
                </a:path>
                <a:path w="2029460" h="222885">
                  <a:moveTo>
                    <a:pt x="1638300" y="221741"/>
                  </a:moveTo>
                  <a:lnTo>
                    <a:pt x="1638300" y="220979"/>
                  </a:lnTo>
                  <a:lnTo>
                    <a:pt x="1636014" y="220979"/>
                  </a:lnTo>
                  <a:lnTo>
                    <a:pt x="1636014" y="221741"/>
                  </a:lnTo>
                  <a:lnTo>
                    <a:pt x="1638300" y="221741"/>
                  </a:lnTo>
                  <a:close/>
                </a:path>
                <a:path w="2029460" h="222885">
                  <a:moveTo>
                    <a:pt x="1635252" y="221741"/>
                  </a:moveTo>
                  <a:lnTo>
                    <a:pt x="1635252" y="220979"/>
                  </a:lnTo>
                  <a:lnTo>
                    <a:pt x="1632965" y="220979"/>
                  </a:lnTo>
                  <a:lnTo>
                    <a:pt x="1632965" y="221741"/>
                  </a:lnTo>
                  <a:lnTo>
                    <a:pt x="1635252" y="221741"/>
                  </a:lnTo>
                  <a:close/>
                </a:path>
                <a:path w="2029460" h="222885">
                  <a:moveTo>
                    <a:pt x="1632204" y="221741"/>
                  </a:moveTo>
                  <a:lnTo>
                    <a:pt x="1632204" y="220979"/>
                  </a:lnTo>
                  <a:lnTo>
                    <a:pt x="1629918" y="220979"/>
                  </a:lnTo>
                  <a:lnTo>
                    <a:pt x="1629918" y="221741"/>
                  </a:lnTo>
                  <a:lnTo>
                    <a:pt x="1632204" y="221741"/>
                  </a:lnTo>
                  <a:close/>
                </a:path>
                <a:path w="2029460" h="222885">
                  <a:moveTo>
                    <a:pt x="1629156" y="221741"/>
                  </a:moveTo>
                  <a:lnTo>
                    <a:pt x="1629156" y="220979"/>
                  </a:lnTo>
                  <a:lnTo>
                    <a:pt x="1626870" y="220979"/>
                  </a:lnTo>
                  <a:lnTo>
                    <a:pt x="1626870" y="221741"/>
                  </a:lnTo>
                  <a:lnTo>
                    <a:pt x="1629156" y="221741"/>
                  </a:lnTo>
                  <a:close/>
                </a:path>
                <a:path w="2029460" h="222885">
                  <a:moveTo>
                    <a:pt x="1626108" y="221741"/>
                  </a:moveTo>
                  <a:lnTo>
                    <a:pt x="1626108" y="220979"/>
                  </a:lnTo>
                  <a:lnTo>
                    <a:pt x="1623822" y="220979"/>
                  </a:lnTo>
                  <a:lnTo>
                    <a:pt x="1623822" y="221741"/>
                  </a:lnTo>
                  <a:lnTo>
                    <a:pt x="1626108" y="221741"/>
                  </a:lnTo>
                  <a:close/>
                </a:path>
                <a:path w="2029460" h="222885">
                  <a:moveTo>
                    <a:pt x="1623060" y="221741"/>
                  </a:moveTo>
                  <a:lnTo>
                    <a:pt x="1623060" y="220979"/>
                  </a:lnTo>
                  <a:lnTo>
                    <a:pt x="1620774" y="220979"/>
                  </a:lnTo>
                  <a:lnTo>
                    <a:pt x="1620774" y="221741"/>
                  </a:lnTo>
                  <a:lnTo>
                    <a:pt x="1623060" y="221741"/>
                  </a:lnTo>
                  <a:close/>
                </a:path>
                <a:path w="2029460" h="222885">
                  <a:moveTo>
                    <a:pt x="1620012" y="221741"/>
                  </a:moveTo>
                  <a:lnTo>
                    <a:pt x="1620012" y="220979"/>
                  </a:lnTo>
                  <a:lnTo>
                    <a:pt x="1617726" y="220979"/>
                  </a:lnTo>
                  <a:lnTo>
                    <a:pt x="1617726" y="221741"/>
                  </a:lnTo>
                  <a:lnTo>
                    <a:pt x="1620012" y="221741"/>
                  </a:lnTo>
                  <a:close/>
                </a:path>
                <a:path w="2029460" h="222885">
                  <a:moveTo>
                    <a:pt x="1616964" y="221741"/>
                  </a:moveTo>
                  <a:lnTo>
                    <a:pt x="1616964" y="220979"/>
                  </a:lnTo>
                  <a:lnTo>
                    <a:pt x="1614677" y="220979"/>
                  </a:lnTo>
                  <a:lnTo>
                    <a:pt x="1614677" y="221741"/>
                  </a:lnTo>
                  <a:lnTo>
                    <a:pt x="1616964" y="221741"/>
                  </a:lnTo>
                  <a:close/>
                </a:path>
                <a:path w="2029460" h="222885">
                  <a:moveTo>
                    <a:pt x="1613916" y="221741"/>
                  </a:moveTo>
                  <a:lnTo>
                    <a:pt x="1613916" y="220979"/>
                  </a:lnTo>
                  <a:lnTo>
                    <a:pt x="1611630" y="220979"/>
                  </a:lnTo>
                  <a:lnTo>
                    <a:pt x="1611630" y="221741"/>
                  </a:lnTo>
                  <a:lnTo>
                    <a:pt x="1613916" y="221741"/>
                  </a:lnTo>
                  <a:close/>
                </a:path>
                <a:path w="2029460" h="222885">
                  <a:moveTo>
                    <a:pt x="1610868" y="221741"/>
                  </a:moveTo>
                  <a:lnTo>
                    <a:pt x="1610868" y="220979"/>
                  </a:lnTo>
                  <a:lnTo>
                    <a:pt x="1608582" y="220979"/>
                  </a:lnTo>
                  <a:lnTo>
                    <a:pt x="1608582" y="221741"/>
                  </a:lnTo>
                  <a:lnTo>
                    <a:pt x="1610868" y="221741"/>
                  </a:lnTo>
                  <a:close/>
                </a:path>
                <a:path w="2029460" h="222885">
                  <a:moveTo>
                    <a:pt x="1607820" y="221741"/>
                  </a:moveTo>
                  <a:lnTo>
                    <a:pt x="1607820" y="220979"/>
                  </a:lnTo>
                  <a:lnTo>
                    <a:pt x="1605534" y="220979"/>
                  </a:lnTo>
                  <a:lnTo>
                    <a:pt x="1605534" y="221741"/>
                  </a:lnTo>
                  <a:lnTo>
                    <a:pt x="1607820" y="221741"/>
                  </a:lnTo>
                  <a:close/>
                </a:path>
                <a:path w="2029460" h="222885">
                  <a:moveTo>
                    <a:pt x="1604772" y="221741"/>
                  </a:moveTo>
                  <a:lnTo>
                    <a:pt x="1604772" y="220979"/>
                  </a:lnTo>
                  <a:lnTo>
                    <a:pt x="1602486" y="220979"/>
                  </a:lnTo>
                  <a:lnTo>
                    <a:pt x="1602486" y="221741"/>
                  </a:lnTo>
                  <a:lnTo>
                    <a:pt x="1604772" y="221741"/>
                  </a:lnTo>
                  <a:close/>
                </a:path>
                <a:path w="2029460" h="222885">
                  <a:moveTo>
                    <a:pt x="1601724" y="221741"/>
                  </a:moveTo>
                  <a:lnTo>
                    <a:pt x="1601724" y="220979"/>
                  </a:lnTo>
                  <a:lnTo>
                    <a:pt x="1599438" y="220979"/>
                  </a:lnTo>
                  <a:lnTo>
                    <a:pt x="1599438" y="221741"/>
                  </a:lnTo>
                  <a:lnTo>
                    <a:pt x="1601724" y="221741"/>
                  </a:lnTo>
                  <a:close/>
                </a:path>
                <a:path w="2029460" h="222885">
                  <a:moveTo>
                    <a:pt x="1598676" y="221741"/>
                  </a:moveTo>
                  <a:lnTo>
                    <a:pt x="1598676" y="220979"/>
                  </a:lnTo>
                  <a:lnTo>
                    <a:pt x="1596390" y="221741"/>
                  </a:lnTo>
                  <a:lnTo>
                    <a:pt x="1596390" y="222503"/>
                  </a:lnTo>
                  <a:lnTo>
                    <a:pt x="1598676" y="221741"/>
                  </a:lnTo>
                  <a:close/>
                </a:path>
                <a:path w="2029460" h="222885">
                  <a:moveTo>
                    <a:pt x="1595628" y="222503"/>
                  </a:moveTo>
                  <a:lnTo>
                    <a:pt x="1595628" y="221741"/>
                  </a:lnTo>
                  <a:lnTo>
                    <a:pt x="1593342" y="221741"/>
                  </a:lnTo>
                  <a:lnTo>
                    <a:pt x="1593342" y="222503"/>
                  </a:lnTo>
                  <a:lnTo>
                    <a:pt x="1595628" y="222503"/>
                  </a:lnTo>
                  <a:close/>
                </a:path>
                <a:path w="2029460" h="222885">
                  <a:moveTo>
                    <a:pt x="1592580" y="222503"/>
                  </a:moveTo>
                  <a:lnTo>
                    <a:pt x="1592580" y="221741"/>
                  </a:lnTo>
                  <a:lnTo>
                    <a:pt x="1590294" y="221741"/>
                  </a:lnTo>
                  <a:lnTo>
                    <a:pt x="1590294" y="222503"/>
                  </a:lnTo>
                  <a:lnTo>
                    <a:pt x="1592580" y="222503"/>
                  </a:lnTo>
                  <a:close/>
                </a:path>
                <a:path w="2029460" h="222885">
                  <a:moveTo>
                    <a:pt x="1589532" y="222503"/>
                  </a:moveTo>
                  <a:lnTo>
                    <a:pt x="1589532" y="221741"/>
                  </a:lnTo>
                  <a:lnTo>
                    <a:pt x="1587246" y="221741"/>
                  </a:lnTo>
                  <a:lnTo>
                    <a:pt x="1587246" y="222503"/>
                  </a:lnTo>
                  <a:lnTo>
                    <a:pt x="1589532" y="222503"/>
                  </a:lnTo>
                  <a:close/>
                </a:path>
                <a:path w="2029460" h="222885">
                  <a:moveTo>
                    <a:pt x="1586484" y="222503"/>
                  </a:moveTo>
                  <a:lnTo>
                    <a:pt x="1586484" y="221741"/>
                  </a:lnTo>
                  <a:lnTo>
                    <a:pt x="1584198" y="221741"/>
                  </a:lnTo>
                  <a:lnTo>
                    <a:pt x="1584198" y="222503"/>
                  </a:lnTo>
                  <a:lnTo>
                    <a:pt x="1586484" y="222503"/>
                  </a:lnTo>
                  <a:close/>
                </a:path>
                <a:path w="2029460" h="222885">
                  <a:moveTo>
                    <a:pt x="1583436" y="222503"/>
                  </a:moveTo>
                  <a:lnTo>
                    <a:pt x="1583436" y="221741"/>
                  </a:lnTo>
                  <a:lnTo>
                    <a:pt x="1581150" y="221741"/>
                  </a:lnTo>
                  <a:lnTo>
                    <a:pt x="1581150" y="222503"/>
                  </a:lnTo>
                  <a:lnTo>
                    <a:pt x="1583436" y="222503"/>
                  </a:lnTo>
                  <a:close/>
                </a:path>
                <a:path w="2029460" h="222885">
                  <a:moveTo>
                    <a:pt x="1580388" y="222503"/>
                  </a:moveTo>
                  <a:lnTo>
                    <a:pt x="1580388" y="221741"/>
                  </a:lnTo>
                  <a:lnTo>
                    <a:pt x="1578102" y="221741"/>
                  </a:lnTo>
                  <a:lnTo>
                    <a:pt x="1578102" y="222503"/>
                  </a:lnTo>
                  <a:lnTo>
                    <a:pt x="1580388" y="222503"/>
                  </a:lnTo>
                  <a:close/>
                </a:path>
                <a:path w="2029460" h="222885">
                  <a:moveTo>
                    <a:pt x="1577340" y="222503"/>
                  </a:moveTo>
                  <a:lnTo>
                    <a:pt x="1577340" y="221741"/>
                  </a:lnTo>
                  <a:lnTo>
                    <a:pt x="1575054" y="221741"/>
                  </a:lnTo>
                  <a:lnTo>
                    <a:pt x="1575054" y="222503"/>
                  </a:lnTo>
                  <a:lnTo>
                    <a:pt x="1577340" y="222503"/>
                  </a:lnTo>
                  <a:close/>
                </a:path>
                <a:path w="2029460" h="222885">
                  <a:moveTo>
                    <a:pt x="1574292" y="222503"/>
                  </a:moveTo>
                  <a:lnTo>
                    <a:pt x="1574292" y="221741"/>
                  </a:lnTo>
                  <a:lnTo>
                    <a:pt x="1572006" y="221741"/>
                  </a:lnTo>
                  <a:lnTo>
                    <a:pt x="1572006" y="222503"/>
                  </a:lnTo>
                  <a:lnTo>
                    <a:pt x="1574292" y="222503"/>
                  </a:lnTo>
                  <a:close/>
                </a:path>
                <a:path w="2029460" h="222885">
                  <a:moveTo>
                    <a:pt x="1571244" y="222503"/>
                  </a:moveTo>
                  <a:lnTo>
                    <a:pt x="1571244" y="221741"/>
                  </a:lnTo>
                  <a:lnTo>
                    <a:pt x="1568958" y="221741"/>
                  </a:lnTo>
                  <a:lnTo>
                    <a:pt x="1568958" y="222503"/>
                  </a:lnTo>
                  <a:lnTo>
                    <a:pt x="1571244" y="222503"/>
                  </a:lnTo>
                  <a:close/>
                </a:path>
                <a:path w="2029460" h="222885">
                  <a:moveTo>
                    <a:pt x="1568196" y="222503"/>
                  </a:moveTo>
                  <a:lnTo>
                    <a:pt x="1568196" y="221741"/>
                  </a:lnTo>
                  <a:lnTo>
                    <a:pt x="1565910" y="221741"/>
                  </a:lnTo>
                  <a:lnTo>
                    <a:pt x="1565910" y="222503"/>
                  </a:lnTo>
                  <a:lnTo>
                    <a:pt x="1568196" y="222503"/>
                  </a:lnTo>
                  <a:close/>
                </a:path>
                <a:path w="2029460" h="222885">
                  <a:moveTo>
                    <a:pt x="1565148" y="222503"/>
                  </a:moveTo>
                  <a:lnTo>
                    <a:pt x="1565148" y="221741"/>
                  </a:lnTo>
                  <a:lnTo>
                    <a:pt x="1562862" y="221741"/>
                  </a:lnTo>
                  <a:lnTo>
                    <a:pt x="1562862" y="222503"/>
                  </a:lnTo>
                  <a:lnTo>
                    <a:pt x="1565148" y="222503"/>
                  </a:lnTo>
                  <a:close/>
                </a:path>
                <a:path w="2029460" h="222885">
                  <a:moveTo>
                    <a:pt x="1562100" y="222503"/>
                  </a:moveTo>
                  <a:lnTo>
                    <a:pt x="1562100" y="221741"/>
                  </a:lnTo>
                  <a:lnTo>
                    <a:pt x="1559814" y="221741"/>
                  </a:lnTo>
                  <a:lnTo>
                    <a:pt x="1559814" y="222503"/>
                  </a:lnTo>
                  <a:lnTo>
                    <a:pt x="1562100" y="222503"/>
                  </a:lnTo>
                  <a:close/>
                </a:path>
                <a:path w="2029460" h="222885">
                  <a:moveTo>
                    <a:pt x="1559052" y="222503"/>
                  </a:moveTo>
                  <a:lnTo>
                    <a:pt x="1559052" y="221741"/>
                  </a:lnTo>
                  <a:lnTo>
                    <a:pt x="1556765" y="221741"/>
                  </a:lnTo>
                  <a:lnTo>
                    <a:pt x="1556765" y="222503"/>
                  </a:lnTo>
                  <a:lnTo>
                    <a:pt x="1559052" y="222503"/>
                  </a:lnTo>
                  <a:close/>
                </a:path>
                <a:path w="2029460" h="222885">
                  <a:moveTo>
                    <a:pt x="1556004" y="222503"/>
                  </a:moveTo>
                  <a:lnTo>
                    <a:pt x="1556004" y="221741"/>
                  </a:lnTo>
                  <a:lnTo>
                    <a:pt x="1553718" y="221741"/>
                  </a:lnTo>
                  <a:lnTo>
                    <a:pt x="1553718" y="222503"/>
                  </a:lnTo>
                  <a:lnTo>
                    <a:pt x="1556004" y="222503"/>
                  </a:lnTo>
                  <a:close/>
                </a:path>
                <a:path w="2029460" h="222885">
                  <a:moveTo>
                    <a:pt x="1552956" y="222503"/>
                  </a:moveTo>
                  <a:lnTo>
                    <a:pt x="1552956" y="221741"/>
                  </a:lnTo>
                  <a:lnTo>
                    <a:pt x="1550670" y="221741"/>
                  </a:lnTo>
                  <a:lnTo>
                    <a:pt x="1550670" y="222503"/>
                  </a:lnTo>
                  <a:lnTo>
                    <a:pt x="1552956" y="222503"/>
                  </a:lnTo>
                  <a:close/>
                </a:path>
                <a:path w="2029460" h="222885">
                  <a:moveTo>
                    <a:pt x="1549908" y="222503"/>
                  </a:moveTo>
                  <a:lnTo>
                    <a:pt x="1549908" y="221741"/>
                  </a:lnTo>
                  <a:lnTo>
                    <a:pt x="1547622" y="221741"/>
                  </a:lnTo>
                  <a:lnTo>
                    <a:pt x="1547622" y="222503"/>
                  </a:lnTo>
                  <a:lnTo>
                    <a:pt x="1549908" y="222503"/>
                  </a:lnTo>
                  <a:close/>
                </a:path>
                <a:path w="2029460" h="222885">
                  <a:moveTo>
                    <a:pt x="1546860" y="222503"/>
                  </a:moveTo>
                  <a:lnTo>
                    <a:pt x="1546860" y="221741"/>
                  </a:lnTo>
                  <a:lnTo>
                    <a:pt x="1544574" y="221741"/>
                  </a:lnTo>
                  <a:lnTo>
                    <a:pt x="1544574" y="222503"/>
                  </a:lnTo>
                  <a:lnTo>
                    <a:pt x="1546860" y="222503"/>
                  </a:lnTo>
                  <a:close/>
                </a:path>
                <a:path w="2029460" h="222885">
                  <a:moveTo>
                    <a:pt x="1543812" y="222503"/>
                  </a:moveTo>
                  <a:lnTo>
                    <a:pt x="1543812" y="221741"/>
                  </a:lnTo>
                  <a:lnTo>
                    <a:pt x="1541526" y="221741"/>
                  </a:lnTo>
                  <a:lnTo>
                    <a:pt x="1541526" y="222503"/>
                  </a:lnTo>
                  <a:lnTo>
                    <a:pt x="1543812" y="222503"/>
                  </a:lnTo>
                  <a:close/>
                </a:path>
                <a:path w="2029460" h="222885">
                  <a:moveTo>
                    <a:pt x="1540764" y="222503"/>
                  </a:moveTo>
                  <a:lnTo>
                    <a:pt x="1540764" y="221741"/>
                  </a:lnTo>
                  <a:lnTo>
                    <a:pt x="1538477" y="221741"/>
                  </a:lnTo>
                  <a:lnTo>
                    <a:pt x="1538477" y="222503"/>
                  </a:lnTo>
                  <a:lnTo>
                    <a:pt x="1540764" y="222503"/>
                  </a:lnTo>
                  <a:close/>
                </a:path>
                <a:path w="2029460" h="222885">
                  <a:moveTo>
                    <a:pt x="1537716" y="222503"/>
                  </a:moveTo>
                  <a:lnTo>
                    <a:pt x="1537716" y="221741"/>
                  </a:lnTo>
                  <a:lnTo>
                    <a:pt x="1535430" y="221741"/>
                  </a:lnTo>
                  <a:lnTo>
                    <a:pt x="1535430" y="222503"/>
                  </a:lnTo>
                  <a:lnTo>
                    <a:pt x="1537716" y="222503"/>
                  </a:lnTo>
                  <a:close/>
                </a:path>
                <a:path w="2029460" h="222885">
                  <a:moveTo>
                    <a:pt x="1534668" y="222503"/>
                  </a:moveTo>
                  <a:lnTo>
                    <a:pt x="1534668" y="221741"/>
                  </a:lnTo>
                  <a:lnTo>
                    <a:pt x="1532382" y="221741"/>
                  </a:lnTo>
                  <a:lnTo>
                    <a:pt x="1532382" y="222503"/>
                  </a:lnTo>
                  <a:lnTo>
                    <a:pt x="1534668" y="222503"/>
                  </a:lnTo>
                  <a:close/>
                </a:path>
                <a:path w="2029460" h="222885">
                  <a:moveTo>
                    <a:pt x="1531620" y="222503"/>
                  </a:moveTo>
                  <a:lnTo>
                    <a:pt x="1531620" y="221741"/>
                  </a:lnTo>
                  <a:lnTo>
                    <a:pt x="1529334" y="221741"/>
                  </a:lnTo>
                  <a:lnTo>
                    <a:pt x="1529334" y="222503"/>
                  </a:lnTo>
                  <a:lnTo>
                    <a:pt x="1531620" y="222503"/>
                  </a:lnTo>
                  <a:close/>
                </a:path>
                <a:path w="2029460" h="222885">
                  <a:moveTo>
                    <a:pt x="1528572" y="222503"/>
                  </a:moveTo>
                  <a:lnTo>
                    <a:pt x="1528572" y="221741"/>
                  </a:lnTo>
                  <a:lnTo>
                    <a:pt x="1526286" y="221741"/>
                  </a:lnTo>
                  <a:lnTo>
                    <a:pt x="1526286" y="222503"/>
                  </a:lnTo>
                  <a:lnTo>
                    <a:pt x="1528572" y="222503"/>
                  </a:lnTo>
                  <a:close/>
                </a:path>
                <a:path w="2029460" h="222885">
                  <a:moveTo>
                    <a:pt x="1525524" y="222503"/>
                  </a:moveTo>
                  <a:lnTo>
                    <a:pt x="1525524" y="221741"/>
                  </a:lnTo>
                  <a:lnTo>
                    <a:pt x="1523238" y="221741"/>
                  </a:lnTo>
                  <a:lnTo>
                    <a:pt x="1523238" y="222503"/>
                  </a:lnTo>
                  <a:lnTo>
                    <a:pt x="1525524" y="222503"/>
                  </a:lnTo>
                  <a:close/>
                </a:path>
                <a:path w="2029460" h="222885">
                  <a:moveTo>
                    <a:pt x="1522476" y="222503"/>
                  </a:moveTo>
                  <a:lnTo>
                    <a:pt x="1522476" y="221741"/>
                  </a:lnTo>
                  <a:lnTo>
                    <a:pt x="1520189" y="221741"/>
                  </a:lnTo>
                  <a:lnTo>
                    <a:pt x="1520189" y="222503"/>
                  </a:lnTo>
                  <a:lnTo>
                    <a:pt x="1522476" y="222503"/>
                  </a:lnTo>
                  <a:close/>
                </a:path>
                <a:path w="2029460" h="222885">
                  <a:moveTo>
                    <a:pt x="1519428" y="222503"/>
                  </a:moveTo>
                  <a:lnTo>
                    <a:pt x="1519428" y="221741"/>
                  </a:lnTo>
                  <a:lnTo>
                    <a:pt x="1517142" y="221741"/>
                  </a:lnTo>
                  <a:lnTo>
                    <a:pt x="1517142" y="222503"/>
                  </a:lnTo>
                  <a:lnTo>
                    <a:pt x="1519428" y="222503"/>
                  </a:lnTo>
                  <a:close/>
                </a:path>
                <a:path w="2029460" h="222885">
                  <a:moveTo>
                    <a:pt x="1516380" y="222503"/>
                  </a:moveTo>
                  <a:lnTo>
                    <a:pt x="1516380" y="221741"/>
                  </a:lnTo>
                  <a:lnTo>
                    <a:pt x="1514094" y="221741"/>
                  </a:lnTo>
                  <a:lnTo>
                    <a:pt x="1514094" y="222503"/>
                  </a:lnTo>
                  <a:lnTo>
                    <a:pt x="1516380" y="222503"/>
                  </a:lnTo>
                  <a:close/>
                </a:path>
                <a:path w="2029460" h="222885">
                  <a:moveTo>
                    <a:pt x="1513332" y="222503"/>
                  </a:moveTo>
                  <a:lnTo>
                    <a:pt x="1513332" y="221741"/>
                  </a:lnTo>
                  <a:lnTo>
                    <a:pt x="1511046" y="221741"/>
                  </a:lnTo>
                  <a:lnTo>
                    <a:pt x="1511046" y="222503"/>
                  </a:lnTo>
                  <a:lnTo>
                    <a:pt x="1513332" y="222503"/>
                  </a:lnTo>
                  <a:close/>
                </a:path>
                <a:path w="2029460" h="222885">
                  <a:moveTo>
                    <a:pt x="1510284" y="222503"/>
                  </a:moveTo>
                  <a:lnTo>
                    <a:pt x="1510284" y="221741"/>
                  </a:lnTo>
                  <a:lnTo>
                    <a:pt x="1507998" y="221741"/>
                  </a:lnTo>
                  <a:lnTo>
                    <a:pt x="1507998" y="222503"/>
                  </a:lnTo>
                  <a:lnTo>
                    <a:pt x="1510284" y="222503"/>
                  </a:lnTo>
                  <a:close/>
                </a:path>
                <a:path w="2029460" h="222885">
                  <a:moveTo>
                    <a:pt x="1507236" y="222503"/>
                  </a:moveTo>
                  <a:lnTo>
                    <a:pt x="1507236" y="221741"/>
                  </a:lnTo>
                  <a:lnTo>
                    <a:pt x="1504950" y="221741"/>
                  </a:lnTo>
                  <a:lnTo>
                    <a:pt x="1504950" y="222503"/>
                  </a:lnTo>
                  <a:lnTo>
                    <a:pt x="1507236" y="222503"/>
                  </a:lnTo>
                  <a:close/>
                </a:path>
                <a:path w="2029460" h="222885">
                  <a:moveTo>
                    <a:pt x="1504188" y="222503"/>
                  </a:moveTo>
                  <a:lnTo>
                    <a:pt x="1504188" y="221741"/>
                  </a:lnTo>
                  <a:lnTo>
                    <a:pt x="1501902" y="221741"/>
                  </a:lnTo>
                  <a:lnTo>
                    <a:pt x="1501902" y="222503"/>
                  </a:lnTo>
                  <a:lnTo>
                    <a:pt x="1504188" y="222503"/>
                  </a:lnTo>
                  <a:close/>
                </a:path>
                <a:path w="2029460" h="222885">
                  <a:moveTo>
                    <a:pt x="1501140" y="222503"/>
                  </a:moveTo>
                  <a:lnTo>
                    <a:pt x="1501140" y="221741"/>
                  </a:lnTo>
                  <a:lnTo>
                    <a:pt x="1498854" y="221741"/>
                  </a:lnTo>
                  <a:lnTo>
                    <a:pt x="1498854" y="222503"/>
                  </a:lnTo>
                  <a:lnTo>
                    <a:pt x="1501140" y="222503"/>
                  </a:lnTo>
                  <a:close/>
                </a:path>
                <a:path w="2029460" h="222885">
                  <a:moveTo>
                    <a:pt x="1498092" y="222503"/>
                  </a:moveTo>
                  <a:lnTo>
                    <a:pt x="1498092" y="221741"/>
                  </a:lnTo>
                  <a:lnTo>
                    <a:pt x="1495806" y="221741"/>
                  </a:lnTo>
                  <a:lnTo>
                    <a:pt x="1495806" y="222503"/>
                  </a:lnTo>
                  <a:lnTo>
                    <a:pt x="1498092" y="222503"/>
                  </a:lnTo>
                  <a:close/>
                </a:path>
                <a:path w="2029460" h="222885">
                  <a:moveTo>
                    <a:pt x="1495044" y="222503"/>
                  </a:moveTo>
                  <a:lnTo>
                    <a:pt x="1495044" y="221741"/>
                  </a:lnTo>
                  <a:lnTo>
                    <a:pt x="1492758" y="221741"/>
                  </a:lnTo>
                  <a:lnTo>
                    <a:pt x="1492758" y="222503"/>
                  </a:lnTo>
                  <a:lnTo>
                    <a:pt x="1495044" y="222503"/>
                  </a:lnTo>
                  <a:close/>
                </a:path>
                <a:path w="2029460" h="222885">
                  <a:moveTo>
                    <a:pt x="1491996" y="222503"/>
                  </a:moveTo>
                  <a:lnTo>
                    <a:pt x="1491996" y="221741"/>
                  </a:lnTo>
                  <a:lnTo>
                    <a:pt x="1489710" y="221741"/>
                  </a:lnTo>
                  <a:lnTo>
                    <a:pt x="1489710" y="222503"/>
                  </a:lnTo>
                  <a:lnTo>
                    <a:pt x="1491996" y="222503"/>
                  </a:lnTo>
                  <a:close/>
                </a:path>
                <a:path w="2029460" h="222885">
                  <a:moveTo>
                    <a:pt x="1488948" y="222503"/>
                  </a:moveTo>
                  <a:lnTo>
                    <a:pt x="1488948" y="221741"/>
                  </a:lnTo>
                  <a:lnTo>
                    <a:pt x="1486662" y="221741"/>
                  </a:lnTo>
                  <a:lnTo>
                    <a:pt x="1486662" y="222503"/>
                  </a:lnTo>
                  <a:lnTo>
                    <a:pt x="1488948" y="222503"/>
                  </a:lnTo>
                  <a:close/>
                </a:path>
                <a:path w="2029460" h="222885">
                  <a:moveTo>
                    <a:pt x="1485900" y="222503"/>
                  </a:moveTo>
                  <a:lnTo>
                    <a:pt x="1485900" y="221741"/>
                  </a:lnTo>
                  <a:lnTo>
                    <a:pt x="1483614" y="221741"/>
                  </a:lnTo>
                  <a:lnTo>
                    <a:pt x="1483614" y="222503"/>
                  </a:lnTo>
                  <a:lnTo>
                    <a:pt x="1485900" y="222503"/>
                  </a:lnTo>
                  <a:close/>
                </a:path>
                <a:path w="2029460" h="222885">
                  <a:moveTo>
                    <a:pt x="1482852" y="222503"/>
                  </a:moveTo>
                  <a:lnTo>
                    <a:pt x="1482852" y="221741"/>
                  </a:lnTo>
                  <a:lnTo>
                    <a:pt x="1480565" y="221741"/>
                  </a:lnTo>
                  <a:lnTo>
                    <a:pt x="1480565" y="222503"/>
                  </a:lnTo>
                  <a:lnTo>
                    <a:pt x="1482852" y="222503"/>
                  </a:lnTo>
                  <a:close/>
                </a:path>
                <a:path w="2029460" h="222885">
                  <a:moveTo>
                    <a:pt x="1479804" y="222503"/>
                  </a:moveTo>
                  <a:lnTo>
                    <a:pt x="1479804" y="221741"/>
                  </a:lnTo>
                  <a:lnTo>
                    <a:pt x="1477518" y="221741"/>
                  </a:lnTo>
                  <a:lnTo>
                    <a:pt x="1477518" y="222503"/>
                  </a:lnTo>
                  <a:lnTo>
                    <a:pt x="1479804" y="222503"/>
                  </a:lnTo>
                  <a:close/>
                </a:path>
                <a:path w="2029460" h="222885">
                  <a:moveTo>
                    <a:pt x="1476756" y="222503"/>
                  </a:moveTo>
                  <a:lnTo>
                    <a:pt x="1476756" y="221741"/>
                  </a:lnTo>
                  <a:lnTo>
                    <a:pt x="1474470" y="221741"/>
                  </a:lnTo>
                  <a:lnTo>
                    <a:pt x="1474470" y="222503"/>
                  </a:lnTo>
                  <a:lnTo>
                    <a:pt x="1476756" y="222503"/>
                  </a:lnTo>
                  <a:close/>
                </a:path>
                <a:path w="2029460" h="222885">
                  <a:moveTo>
                    <a:pt x="1473708" y="222503"/>
                  </a:moveTo>
                  <a:lnTo>
                    <a:pt x="1473708" y="221741"/>
                  </a:lnTo>
                  <a:lnTo>
                    <a:pt x="1471422" y="221741"/>
                  </a:lnTo>
                  <a:lnTo>
                    <a:pt x="1471422" y="222503"/>
                  </a:lnTo>
                  <a:lnTo>
                    <a:pt x="1473708" y="222503"/>
                  </a:lnTo>
                  <a:close/>
                </a:path>
                <a:path w="2029460" h="222885">
                  <a:moveTo>
                    <a:pt x="1470660" y="222503"/>
                  </a:moveTo>
                  <a:lnTo>
                    <a:pt x="1470660" y="221741"/>
                  </a:lnTo>
                  <a:lnTo>
                    <a:pt x="1468374" y="221741"/>
                  </a:lnTo>
                  <a:lnTo>
                    <a:pt x="1468374" y="222503"/>
                  </a:lnTo>
                  <a:lnTo>
                    <a:pt x="1470660" y="222503"/>
                  </a:lnTo>
                  <a:close/>
                </a:path>
                <a:path w="2029460" h="222885">
                  <a:moveTo>
                    <a:pt x="1466088" y="221741"/>
                  </a:moveTo>
                  <a:lnTo>
                    <a:pt x="1466088" y="219455"/>
                  </a:lnTo>
                  <a:lnTo>
                    <a:pt x="1465326" y="219455"/>
                  </a:lnTo>
                  <a:lnTo>
                    <a:pt x="1465326" y="221741"/>
                  </a:lnTo>
                  <a:lnTo>
                    <a:pt x="1466088" y="221741"/>
                  </a:lnTo>
                  <a:close/>
                </a:path>
                <a:path w="2029460" h="222885">
                  <a:moveTo>
                    <a:pt x="1467612" y="222503"/>
                  </a:moveTo>
                  <a:lnTo>
                    <a:pt x="1467612" y="221741"/>
                  </a:lnTo>
                  <a:lnTo>
                    <a:pt x="1465326" y="221741"/>
                  </a:lnTo>
                  <a:lnTo>
                    <a:pt x="1466088" y="222503"/>
                  </a:lnTo>
                  <a:lnTo>
                    <a:pt x="1467612" y="222503"/>
                  </a:lnTo>
                  <a:close/>
                </a:path>
                <a:path w="2029460" h="222885">
                  <a:moveTo>
                    <a:pt x="1466088" y="218693"/>
                  </a:moveTo>
                  <a:lnTo>
                    <a:pt x="1466088" y="216407"/>
                  </a:lnTo>
                  <a:lnTo>
                    <a:pt x="1465326" y="216407"/>
                  </a:lnTo>
                  <a:lnTo>
                    <a:pt x="1465326" y="218693"/>
                  </a:lnTo>
                  <a:lnTo>
                    <a:pt x="1466088" y="218693"/>
                  </a:lnTo>
                  <a:close/>
                </a:path>
                <a:path w="2029460" h="222885">
                  <a:moveTo>
                    <a:pt x="1466088" y="215645"/>
                  </a:moveTo>
                  <a:lnTo>
                    <a:pt x="1466088" y="213359"/>
                  </a:lnTo>
                  <a:lnTo>
                    <a:pt x="1465326" y="213359"/>
                  </a:lnTo>
                  <a:lnTo>
                    <a:pt x="1465326" y="215645"/>
                  </a:lnTo>
                  <a:lnTo>
                    <a:pt x="1466088" y="215645"/>
                  </a:lnTo>
                  <a:close/>
                </a:path>
                <a:path w="2029460" h="222885">
                  <a:moveTo>
                    <a:pt x="1466088" y="212597"/>
                  </a:moveTo>
                  <a:lnTo>
                    <a:pt x="1466088" y="210311"/>
                  </a:lnTo>
                  <a:lnTo>
                    <a:pt x="1465326" y="210311"/>
                  </a:lnTo>
                  <a:lnTo>
                    <a:pt x="1465326" y="212597"/>
                  </a:lnTo>
                  <a:lnTo>
                    <a:pt x="1466088" y="212597"/>
                  </a:lnTo>
                  <a:close/>
                </a:path>
                <a:path w="2029460" h="222885">
                  <a:moveTo>
                    <a:pt x="1466088" y="209549"/>
                  </a:moveTo>
                  <a:lnTo>
                    <a:pt x="1466088" y="207263"/>
                  </a:lnTo>
                  <a:lnTo>
                    <a:pt x="1465326" y="207263"/>
                  </a:lnTo>
                  <a:lnTo>
                    <a:pt x="1465326" y="209549"/>
                  </a:lnTo>
                  <a:lnTo>
                    <a:pt x="1466088" y="209549"/>
                  </a:lnTo>
                  <a:close/>
                </a:path>
                <a:path w="2029460" h="222885">
                  <a:moveTo>
                    <a:pt x="1466088" y="206501"/>
                  </a:moveTo>
                  <a:lnTo>
                    <a:pt x="1466088" y="204215"/>
                  </a:lnTo>
                  <a:lnTo>
                    <a:pt x="1465326" y="204215"/>
                  </a:lnTo>
                  <a:lnTo>
                    <a:pt x="1465326" y="206501"/>
                  </a:lnTo>
                  <a:lnTo>
                    <a:pt x="1466088" y="206501"/>
                  </a:lnTo>
                  <a:close/>
                </a:path>
                <a:path w="2029460" h="222885">
                  <a:moveTo>
                    <a:pt x="1466088" y="203453"/>
                  </a:moveTo>
                  <a:lnTo>
                    <a:pt x="1466088" y="201167"/>
                  </a:lnTo>
                  <a:lnTo>
                    <a:pt x="1465326" y="201167"/>
                  </a:lnTo>
                  <a:lnTo>
                    <a:pt x="1465326" y="203453"/>
                  </a:lnTo>
                  <a:lnTo>
                    <a:pt x="1466088" y="203453"/>
                  </a:lnTo>
                  <a:close/>
                </a:path>
                <a:path w="2029460" h="222885">
                  <a:moveTo>
                    <a:pt x="1466088" y="200405"/>
                  </a:moveTo>
                  <a:lnTo>
                    <a:pt x="1466088" y="198119"/>
                  </a:lnTo>
                  <a:lnTo>
                    <a:pt x="1465326" y="198119"/>
                  </a:lnTo>
                  <a:lnTo>
                    <a:pt x="1465326" y="200405"/>
                  </a:lnTo>
                  <a:lnTo>
                    <a:pt x="1466088" y="200405"/>
                  </a:lnTo>
                  <a:close/>
                </a:path>
                <a:path w="2029460" h="222885">
                  <a:moveTo>
                    <a:pt x="1466088" y="197357"/>
                  </a:moveTo>
                  <a:lnTo>
                    <a:pt x="1466088" y="195071"/>
                  </a:lnTo>
                  <a:lnTo>
                    <a:pt x="1465326" y="195071"/>
                  </a:lnTo>
                  <a:lnTo>
                    <a:pt x="1465326" y="197357"/>
                  </a:lnTo>
                  <a:lnTo>
                    <a:pt x="1466088" y="197357"/>
                  </a:lnTo>
                  <a:close/>
                </a:path>
                <a:path w="2029460" h="222885">
                  <a:moveTo>
                    <a:pt x="1466088" y="194309"/>
                  </a:moveTo>
                  <a:lnTo>
                    <a:pt x="1466088" y="192023"/>
                  </a:lnTo>
                  <a:lnTo>
                    <a:pt x="1465326" y="192023"/>
                  </a:lnTo>
                  <a:lnTo>
                    <a:pt x="1465326" y="194309"/>
                  </a:lnTo>
                  <a:lnTo>
                    <a:pt x="1466088" y="194309"/>
                  </a:lnTo>
                  <a:close/>
                </a:path>
                <a:path w="2029460" h="222885">
                  <a:moveTo>
                    <a:pt x="1466088" y="191261"/>
                  </a:moveTo>
                  <a:lnTo>
                    <a:pt x="1466088" y="188975"/>
                  </a:lnTo>
                  <a:lnTo>
                    <a:pt x="1465326" y="188975"/>
                  </a:lnTo>
                  <a:lnTo>
                    <a:pt x="1465326" y="191261"/>
                  </a:lnTo>
                  <a:lnTo>
                    <a:pt x="1466088" y="191261"/>
                  </a:lnTo>
                  <a:close/>
                </a:path>
                <a:path w="2029460" h="222885">
                  <a:moveTo>
                    <a:pt x="1466088" y="188213"/>
                  </a:moveTo>
                  <a:lnTo>
                    <a:pt x="1466088" y="185927"/>
                  </a:lnTo>
                  <a:lnTo>
                    <a:pt x="1465326" y="185927"/>
                  </a:lnTo>
                  <a:lnTo>
                    <a:pt x="1465326" y="188213"/>
                  </a:lnTo>
                  <a:lnTo>
                    <a:pt x="1466088" y="188213"/>
                  </a:lnTo>
                  <a:close/>
                </a:path>
                <a:path w="2029460" h="222885">
                  <a:moveTo>
                    <a:pt x="1466088" y="185165"/>
                  </a:moveTo>
                  <a:lnTo>
                    <a:pt x="1466088" y="182879"/>
                  </a:lnTo>
                  <a:lnTo>
                    <a:pt x="1465326" y="182879"/>
                  </a:lnTo>
                  <a:lnTo>
                    <a:pt x="1465326" y="185165"/>
                  </a:lnTo>
                  <a:lnTo>
                    <a:pt x="1466088" y="185165"/>
                  </a:lnTo>
                  <a:close/>
                </a:path>
                <a:path w="2029460" h="222885">
                  <a:moveTo>
                    <a:pt x="1466088" y="182117"/>
                  </a:moveTo>
                  <a:lnTo>
                    <a:pt x="1466088" y="179831"/>
                  </a:lnTo>
                  <a:lnTo>
                    <a:pt x="1465326" y="179831"/>
                  </a:lnTo>
                  <a:lnTo>
                    <a:pt x="1465326" y="182117"/>
                  </a:lnTo>
                  <a:lnTo>
                    <a:pt x="1466088" y="182117"/>
                  </a:lnTo>
                  <a:close/>
                </a:path>
                <a:path w="2029460" h="222885">
                  <a:moveTo>
                    <a:pt x="1466088" y="179069"/>
                  </a:moveTo>
                  <a:lnTo>
                    <a:pt x="1466088" y="176783"/>
                  </a:lnTo>
                  <a:lnTo>
                    <a:pt x="1465326" y="176783"/>
                  </a:lnTo>
                  <a:lnTo>
                    <a:pt x="1465326" y="179069"/>
                  </a:lnTo>
                  <a:lnTo>
                    <a:pt x="1466088" y="179069"/>
                  </a:lnTo>
                  <a:close/>
                </a:path>
                <a:path w="2029460" h="222885">
                  <a:moveTo>
                    <a:pt x="1466088" y="176021"/>
                  </a:moveTo>
                  <a:lnTo>
                    <a:pt x="1466088" y="173735"/>
                  </a:lnTo>
                  <a:lnTo>
                    <a:pt x="1465326" y="173735"/>
                  </a:lnTo>
                  <a:lnTo>
                    <a:pt x="1465326" y="176021"/>
                  </a:lnTo>
                  <a:lnTo>
                    <a:pt x="1466088" y="176021"/>
                  </a:lnTo>
                  <a:close/>
                </a:path>
                <a:path w="2029460" h="222885">
                  <a:moveTo>
                    <a:pt x="1466088" y="172973"/>
                  </a:moveTo>
                  <a:lnTo>
                    <a:pt x="1466088" y="170687"/>
                  </a:lnTo>
                  <a:lnTo>
                    <a:pt x="1465326" y="170687"/>
                  </a:lnTo>
                  <a:lnTo>
                    <a:pt x="1465326" y="172973"/>
                  </a:lnTo>
                  <a:lnTo>
                    <a:pt x="1466088" y="172973"/>
                  </a:lnTo>
                  <a:close/>
                </a:path>
                <a:path w="2029460" h="222885">
                  <a:moveTo>
                    <a:pt x="1466088" y="169925"/>
                  </a:moveTo>
                  <a:lnTo>
                    <a:pt x="1466088" y="167639"/>
                  </a:lnTo>
                  <a:lnTo>
                    <a:pt x="1465326" y="167639"/>
                  </a:lnTo>
                  <a:lnTo>
                    <a:pt x="1465326" y="169925"/>
                  </a:lnTo>
                  <a:lnTo>
                    <a:pt x="1466088" y="169925"/>
                  </a:lnTo>
                  <a:close/>
                </a:path>
                <a:path w="2029460" h="222885">
                  <a:moveTo>
                    <a:pt x="1466088" y="166877"/>
                  </a:moveTo>
                  <a:lnTo>
                    <a:pt x="1466088" y="164591"/>
                  </a:lnTo>
                  <a:lnTo>
                    <a:pt x="1465326" y="164591"/>
                  </a:lnTo>
                  <a:lnTo>
                    <a:pt x="1465326" y="166877"/>
                  </a:lnTo>
                  <a:lnTo>
                    <a:pt x="1466088" y="166877"/>
                  </a:lnTo>
                  <a:close/>
                </a:path>
                <a:path w="2029460" h="222885">
                  <a:moveTo>
                    <a:pt x="1466088" y="163829"/>
                  </a:moveTo>
                  <a:lnTo>
                    <a:pt x="1466088" y="161543"/>
                  </a:lnTo>
                  <a:lnTo>
                    <a:pt x="1465326" y="161543"/>
                  </a:lnTo>
                  <a:lnTo>
                    <a:pt x="1465326" y="163829"/>
                  </a:lnTo>
                  <a:lnTo>
                    <a:pt x="1466088" y="163829"/>
                  </a:lnTo>
                  <a:close/>
                </a:path>
                <a:path w="2029460" h="222885">
                  <a:moveTo>
                    <a:pt x="1466088" y="160781"/>
                  </a:moveTo>
                  <a:lnTo>
                    <a:pt x="1466088" y="158495"/>
                  </a:lnTo>
                  <a:lnTo>
                    <a:pt x="1465326" y="158495"/>
                  </a:lnTo>
                  <a:lnTo>
                    <a:pt x="1465326" y="160781"/>
                  </a:lnTo>
                  <a:lnTo>
                    <a:pt x="1466088" y="160781"/>
                  </a:lnTo>
                  <a:close/>
                </a:path>
                <a:path w="2029460" h="222885">
                  <a:moveTo>
                    <a:pt x="1466088" y="157733"/>
                  </a:moveTo>
                  <a:lnTo>
                    <a:pt x="1466088" y="155447"/>
                  </a:lnTo>
                  <a:lnTo>
                    <a:pt x="1465326" y="155447"/>
                  </a:lnTo>
                  <a:lnTo>
                    <a:pt x="1465326" y="157733"/>
                  </a:lnTo>
                  <a:lnTo>
                    <a:pt x="1466088" y="157733"/>
                  </a:lnTo>
                  <a:close/>
                </a:path>
                <a:path w="2029460" h="222885">
                  <a:moveTo>
                    <a:pt x="1466088" y="154685"/>
                  </a:moveTo>
                  <a:lnTo>
                    <a:pt x="1466088" y="152399"/>
                  </a:lnTo>
                  <a:lnTo>
                    <a:pt x="1465326" y="152399"/>
                  </a:lnTo>
                  <a:lnTo>
                    <a:pt x="1465326" y="154685"/>
                  </a:lnTo>
                  <a:lnTo>
                    <a:pt x="1466088" y="154685"/>
                  </a:lnTo>
                  <a:close/>
                </a:path>
                <a:path w="2029460" h="222885">
                  <a:moveTo>
                    <a:pt x="1466088" y="151637"/>
                  </a:moveTo>
                  <a:lnTo>
                    <a:pt x="1466088" y="149351"/>
                  </a:lnTo>
                  <a:lnTo>
                    <a:pt x="1465326" y="149351"/>
                  </a:lnTo>
                  <a:lnTo>
                    <a:pt x="1465326" y="151637"/>
                  </a:lnTo>
                  <a:lnTo>
                    <a:pt x="1466088" y="151637"/>
                  </a:lnTo>
                  <a:close/>
                </a:path>
                <a:path w="2029460" h="222885">
                  <a:moveTo>
                    <a:pt x="1466088" y="148589"/>
                  </a:moveTo>
                  <a:lnTo>
                    <a:pt x="1466088" y="146303"/>
                  </a:lnTo>
                  <a:lnTo>
                    <a:pt x="1465326" y="146303"/>
                  </a:lnTo>
                  <a:lnTo>
                    <a:pt x="1465326" y="148589"/>
                  </a:lnTo>
                  <a:lnTo>
                    <a:pt x="1466088" y="148589"/>
                  </a:lnTo>
                  <a:close/>
                </a:path>
                <a:path w="2029460" h="222885">
                  <a:moveTo>
                    <a:pt x="1466088" y="145541"/>
                  </a:moveTo>
                  <a:lnTo>
                    <a:pt x="1466088" y="143255"/>
                  </a:lnTo>
                  <a:lnTo>
                    <a:pt x="1465326" y="143255"/>
                  </a:lnTo>
                  <a:lnTo>
                    <a:pt x="1465326" y="145541"/>
                  </a:lnTo>
                  <a:lnTo>
                    <a:pt x="1466088" y="145541"/>
                  </a:lnTo>
                  <a:close/>
                </a:path>
                <a:path w="2029460" h="222885">
                  <a:moveTo>
                    <a:pt x="1466088" y="142493"/>
                  </a:moveTo>
                  <a:lnTo>
                    <a:pt x="1466088" y="140207"/>
                  </a:lnTo>
                  <a:lnTo>
                    <a:pt x="1465326" y="140207"/>
                  </a:lnTo>
                  <a:lnTo>
                    <a:pt x="1465326" y="142493"/>
                  </a:lnTo>
                  <a:lnTo>
                    <a:pt x="1466088" y="142493"/>
                  </a:lnTo>
                  <a:close/>
                </a:path>
                <a:path w="2029460" h="222885">
                  <a:moveTo>
                    <a:pt x="1466088" y="139445"/>
                  </a:moveTo>
                  <a:lnTo>
                    <a:pt x="1466088" y="137159"/>
                  </a:lnTo>
                  <a:lnTo>
                    <a:pt x="1465326" y="137159"/>
                  </a:lnTo>
                  <a:lnTo>
                    <a:pt x="1465326" y="139445"/>
                  </a:lnTo>
                  <a:lnTo>
                    <a:pt x="1466088" y="139445"/>
                  </a:lnTo>
                  <a:close/>
                </a:path>
                <a:path w="2029460" h="222885">
                  <a:moveTo>
                    <a:pt x="1466088" y="136397"/>
                  </a:moveTo>
                  <a:lnTo>
                    <a:pt x="1466088" y="134111"/>
                  </a:lnTo>
                  <a:lnTo>
                    <a:pt x="1465326" y="134111"/>
                  </a:lnTo>
                  <a:lnTo>
                    <a:pt x="1465326" y="136397"/>
                  </a:lnTo>
                  <a:lnTo>
                    <a:pt x="1466088" y="136397"/>
                  </a:lnTo>
                  <a:close/>
                </a:path>
                <a:path w="2029460" h="222885">
                  <a:moveTo>
                    <a:pt x="1466088" y="133349"/>
                  </a:moveTo>
                  <a:lnTo>
                    <a:pt x="1466088" y="131063"/>
                  </a:lnTo>
                  <a:lnTo>
                    <a:pt x="1465326" y="131063"/>
                  </a:lnTo>
                  <a:lnTo>
                    <a:pt x="1465326" y="133349"/>
                  </a:lnTo>
                  <a:lnTo>
                    <a:pt x="1466088" y="133349"/>
                  </a:lnTo>
                  <a:close/>
                </a:path>
                <a:path w="2029460" h="222885">
                  <a:moveTo>
                    <a:pt x="1466088" y="130301"/>
                  </a:moveTo>
                  <a:lnTo>
                    <a:pt x="1466088" y="128015"/>
                  </a:lnTo>
                  <a:lnTo>
                    <a:pt x="1465326" y="128015"/>
                  </a:lnTo>
                  <a:lnTo>
                    <a:pt x="1465326" y="130301"/>
                  </a:lnTo>
                  <a:lnTo>
                    <a:pt x="1466088" y="130301"/>
                  </a:lnTo>
                  <a:close/>
                </a:path>
                <a:path w="2029460" h="222885">
                  <a:moveTo>
                    <a:pt x="1466088" y="127253"/>
                  </a:moveTo>
                  <a:lnTo>
                    <a:pt x="1466088" y="124967"/>
                  </a:lnTo>
                  <a:lnTo>
                    <a:pt x="1465326" y="124967"/>
                  </a:lnTo>
                  <a:lnTo>
                    <a:pt x="1465326" y="127253"/>
                  </a:lnTo>
                  <a:lnTo>
                    <a:pt x="1466088" y="127253"/>
                  </a:lnTo>
                  <a:close/>
                </a:path>
                <a:path w="2029460" h="222885">
                  <a:moveTo>
                    <a:pt x="1466088" y="124205"/>
                  </a:moveTo>
                  <a:lnTo>
                    <a:pt x="1466088" y="121919"/>
                  </a:lnTo>
                  <a:lnTo>
                    <a:pt x="1465326" y="121919"/>
                  </a:lnTo>
                  <a:lnTo>
                    <a:pt x="1465326" y="124205"/>
                  </a:lnTo>
                  <a:lnTo>
                    <a:pt x="1466088" y="124205"/>
                  </a:lnTo>
                  <a:close/>
                </a:path>
                <a:path w="2029460" h="222885">
                  <a:moveTo>
                    <a:pt x="1466088" y="121157"/>
                  </a:moveTo>
                  <a:lnTo>
                    <a:pt x="1466088" y="118871"/>
                  </a:lnTo>
                  <a:lnTo>
                    <a:pt x="1465326" y="118871"/>
                  </a:lnTo>
                  <a:lnTo>
                    <a:pt x="1465326" y="121157"/>
                  </a:lnTo>
                  <a:lnTo>
                    <a:pt x="1466088" y="121157"/>
                  </a:lnTo>
                  <a:close/>
                </a:path>
                <a:path w="2029460" h="222885">
                  <a:moveTo>
                    <a:pt x="1466088" y="118109"/>
                  </a:moveTo>
                  <a:lnTo>
                    <a:pt x="1466088" y="115823"/>
                  </a:lnTo>
                  <a:lnTo>
                    <a:pt x="1465326" y="115823"/>
                  </a:lnTo>
                  <a:lnTo>
                    <a:pt x="1465326" y="118109"/>
                  </a:lnTo>
                  <a:lnTo>
                    <a:pt x="1466088" y="118109"/>
                  </a:lnTo>
                  <a:close/>
                </a:path>
                <a:path w="2029460" h="222885">
                  <a:moveTo>
                    <a:pt x="1466088" y="115061"/>
                  </a:moveTo>
                  <a:lnTo>
                    <a:pt x="1466088" y="112775"/>
                  </a:lnTo>
                  <a:lnTo>
                    <a:pt x="1465326" y="112775"/>
                  </a:lnTo>
                  <a:lnTo>
                    <a:pt x="1465326" y="115061"/>
                  </a:lnTo>
                  <a:lnTo>
                    <a:pt x="1466088" y="115061"/>
                  </a:lnTo>
                  <a:close/>
                </a:path>
                <a:path w="2029460" h="222885">
                  <a:moveTo>
                    <a:pt x="1466088" y="112013"/>
                  </a:moveTo>
                  <a:lnTo>
                    <a:pt x="1466088" y="109727"/>
                  </a:lnTo>
                  <a:lnTo>
                    <a:pt x="1465326" y="109727"/>
                  </a:lnTo>
                  <a:lnTo>
                    <a:pt x="1465326" y="112013"/>
                  </a:lnTo>
                  <a:lnTo>
                    <a:pt x="1466088" y="112013"/>
                  </a:lnTo>
                  <a:close/>
                </a:path>
                <a:path w="2029460" h="222885">
                  <a:moveTo>
                    <a:pt x="1466088" y="108965"/>
                  </a:moveTo>
                  <a:lnTo>
                    <a:pt x="1466088" y="106679"/>
                  </a:lnTo>
                  <a:lnTo>
                    <a:pt x="1465326" y="106679"/>
                  </a:lnTo>
                  <a:lnTo>
                    <a:pt x="1465326" y="108965"/>
                  </a:lnTo>
                  <a:lnTo>
                    <a:pt x="1466088" y="108965"/>
                  </a:lnTo>
                  <a:close/>
                </a:path>
                <a:path w="2029460" h="222885">
                  <a:moveTo>
                    <a:pt x="1466088" y="105917"/>
                  </a:moveTo>
                  <a:lnTo>
                    <a:pt x="1466088" y="103631"/>
                  </a:lnTo>
                  <a:lnTo>
                    <a:pt x="1465326" y="103631"/>
                  </a:lnTo>
                  <a:lnTo>
                    <a:pt x="1465326" y="105917"/>
                  </a:lnTo>
                  <a:lnTo>
                    <a:pt x="1466088" y="105917"/>
                  </a:lnTo>
                  <a:close/>
                </a:path>
                <a:path w="2029460" h="222885">
                  <a:moveTo>
                    <a:pt x="1466088" y="102869"/>
                  </a:moveTo>
                  <a:lnTo>
                    <a:pt x="1466088" y="100583"/>
                  </a:lnTo>
                  <a:lnTo>
                    <a:pt x="1465326" y="100583"/>
                  </a:lnTo>
                  <a:lnTo>
                    <a:pt x="1465326" y="102869"/>
                  </a:lnTo>
                  <a:lnTo>
                    <a:pt x="1466088" y="102869"/>
                  </a:lnTo>
                  <a:close/>
                </a:path>
                <a:path w="2029460" h="222885">
                  <a:moveTo>
                    <a:pt x="1466088" y="99821"/>
                  </a:moveTo>
                  <a:lnTo>
                    <a:pt x="1466088" y="97535"/>
                  </a:lnTo>
                  <a:lnTo>
                    <a:pt x="1465326" y="97535"/>
                  </a:lnTo>
                  <a:lnTo>
                    <a:pt x="1465326" y="99821"/>
                  </a:lnTo>
                  <a:lnTo>
                    <a:pt x="1466088" y="99821"/>
                  </a:lnTo>
                  <a:close/>
                </a:path>
                <a:path w="2029460" h="222885">
                  <a:moveTo>
                    <a:pt x="1466088" y="96773"/>
                  </a:moveTo>
                  <a:lnTo>
                    <a:pt x="1466088" y="94487"/>
                  </a:lnTo>
                  <a:lnTo>
                    <a:pt x="1465326" y="94487"/>
                  </a:lnTo>
                  <a:lnTo>
                    <a:pt x="1465326" y="96773"/>
                  </a:lnTo>
                  <a:lnTo>
                    <a:pt x="1466088" y="96773"/>
                  </a:lnTo>
                  <a:close/>
                </a:path>
                <a:path w="2029460" h="222885">
                  <a:moveTo>
                    <a:pt x="1466088" y="93725"/>
                  </a:moveTo>
                  <a:lnTo>
                    <a:pt x="1466088" y="91439"/>
                  </a:lnTo>
                  <a:lnTo>
                    <a:pt x="1465326" y="91439"/>
                  </a:lnTo>
                  <a:lnTo>
                    <a:pt x="1465326" y="93725"/>
                  </a:lnTo>
                  <a:lnTo>
                    <a:pt x="1466088" y="93725"/>
                  </a:lnTo>
                  <a:close/>
                </a:path>
                <a:path w="2029460" h="222885">
                  <a:moveTo>
                    <a:pt x="1466088" y="90677"/>
                  </a:moveTo>
                  <a:lnTo>
                    <a:pt x="1466088" y="88391"/>
                  </a:lnTo>
                  <a:lnTo>
                    <a:pt x="1465326" y="88391"/>
                  </a:lnTo>
                  <a:lnTo>
                    <a:pt x="1465326" y="90677"/>
                  </a:lnTo>
                  <a:lnTo>
                    <a:pt x="1466088" y="90677"/>
                  </a:lnTo>
                  <a:close/>
                </a:path>
                <a:path w="2029460" h="222885">
                  <a:moveTo>
                    <a:pt x="1466088" y="87629"/>
                  </a:moveTo>
                  <a:lnTo>
                    <a:pt x="1466088" y="85343"/>
                  </a:lnTo>
                  <a:lnTo>
                    <a:pt x="1465326" y="85343"/>
                  </a:lnTo>
                  <a:lnTo>
                    <a:pt x="1465326" y="87629"/>
                  </a:lnTo>
                  <a:lnTo>
                    <a:pt x="1466088" y="87629"/>
                  </a:lnTo>
                  <a:close/>
                </a:path>
                <a:path w="2029460" h="222885">
                  <a:moveTo>
                    <a:pt x="1466088" y="84581"/>
                  </a:moveTo>
                  <a:lnTo>
                    <a:pt x="1466088" y="82295"/>
                  </a:lnTo>
                  <a:lnTo>
                    <a:pt x="1465326" y="82295"/>
                  </a:lnTo>
                  <a:lnTo>
                    <a:pt x="1465326" y="84581"/>
                  </a:lnTo>
                  <a:lnTo>
                    <a:pt x="1466088" y="84581"/>
                  </a:lnTo>
                  <a:close/>
                </a:path>
                <a:path w="2029460" h="222885">
                  <a:moveTo>
                    <a:pt x="1466088" y="81533"/>
                  </a:moveTo>
                  <a:lnTo>
                    <a:pt x="1466088" y="79247"/>
                  </a:lnTo>
                  <a:lnTo>
                    <a:pt x="1465326" y="79247"/>
                  </a:lnTo>
                  <a:lnTo>
                    <a:pt x="1465326" y="81533"/>
                  </a:lnTo>
                  <a:lnTo>
                    <a:pt x="1466088" y="81533"/>
                  </a:lnTo>
                  <a:close/>
                </a:path>
                <a:path w="2029460" h="222885">
                  <a:moveTo>
                    <a:pt x="1466088" y="78485"/>
                  </a:moveTo>
                  <a:lnTo>
                    <a:pt x="1466088" y="76199"/>
                  </a:lnTo>
                  <a:lnTo>
                    <a:pt x="1465326" y="76199"/>
                  </a:lnTo>
                  <a:lnTo>
                    <a:pt x="1465326" y="78485"/>
                  </a:lnTo>
                  <a:lnTo>
                    <a:pt x="1466088" y="78485"/>
                  </a:lnTo>
                  <a:close/>
                </a:path>
                <a:path w="2029460" h="222885">
                  <a:moveTo>
                    <a:pt x="1466088" y="75437"/>
                  </a:moveTo>
                  <a:lnTo>
                    <a:pt x="1466088" y="73151"/>
                  </a:lnTo>
                  <a:lnTo>
                    <a:pt x="1465326" y="73151"/>
                  </a:lnTo>
                  <a:lnTo>
                    <a:pt x="1465326" y="75437"/>
                  </a:lnTo>
                  <a:lnTo>
                    <a:pt x="1466088" y="75437"/>
                  </a:lnTo>
                  <a:close/>
                </a:path>
                <a:path w="2029460" h="222885">
                  <a:moveTo>
                    <a:pt x="1466088" y="72389"/>
                  </a:moveTo>
                  <a:lnTo>
                    <a:pt x="1466088" y="70103"/>
                  </a:lnTo>
                  <a:lnTo>
                    <a:pt x="1465326" y="70103"/>
                  </a:lnTo>
                  <a:lnTo>
                    <a:pt x="1465326" y="72389"/>
                  </a:lnTo>
                  <a:lnTo>
                    <a:pt x="1466088" y="72389"/>
                  </a:lnTo>
                  <a:close/>
                </a:path>
                <a:path w="2029460" h="222885">
                  <a:moveTo>
                    <a:pt x="1466088" y="69341"/>
                  </a:moveTo>
                  <a:lnTo>
                    <a:pt x="1466088" y="67055"/>
                  </a:lnTo>
                  <a:lnTo>
                    <a:pt x="1465326" y="67055"/>
                  </a:lnTo>
                  <a:lnTo>
                    <a:pt x="1465326" y="69341"/>
                  </a:lnTo>
                  <a:lnTo>
                    <a:pt x="1466088" y="69341"/>
                  </a:lnTo>
                  <a:close/>
                </a:path>
                <a:path w="2029460" h="222885">
                  <a:moveTo>
                    <a:pt x="1466088" y="66293"/>
                  </a:moveTo>
                  <a:lnTo>
                    <a:pt x="1466088" y="64007"/>
                  </a:lnTo>
                  <a:lnTo>
                    <a:pt x="1465326" y="64007"/>
                  </a:lnTo>
                  <a:lnTo>
                    <a:pt x="1465326" y="66293"/>
                  </a:lnTo>
                  <a:lnTo>
                    <a:pt x="1466088" y="66293"/>
                  </a:lnTo>
                  <a:close/>
                </a:path>
                <a:path w="2029460" h="222885">
                  <a:moveTo>
                    <a:pt x="1466088" y="63245"/>
                  </a:moveTo>
                  <a:lnTo>
                    <a:pt x="1466088" y="60959"/>
                  </a:lnTo>
                  <a:lnTo>
                    <a:pt x="1465326" y="60959"/>
                  </a:lnTo>
                  <a:lnTo>
                    <a:pt x="1465326" y="63245"/>
                  </a:lnTo>
                  <a:lnTo>
                    <a:pt x="1466088" y="63245"/>
                  </a:lnTo>
                  <a:close/>
                </a:path>
                <a:path w="2029460" h="222885">
                  <a:moveTo>
                    <a:pt x="1466088" y="60197"/>
                  </a:moveTo>
                  <a:lnTo>
                    <a:pt x="1466088" y="57911"/>
                  </a:lnTo>
                  <a:lnTo>
                    <a:pt x="1465326" y="57911"/>
                  </a:lnTo>
                  <a:lnTo>
                    <a:pt x="1465326" y="60197"/>
                  </a:lnTo>
                  <a:lnTo>
                    <a:pt x="1466088" y="60197"/>
                  </a:lnTo>
                  <a:close/>
                </a:path>
                <a:path w="2029460" h="222885">
                  <a:moveTo>
                    <a:pt x="1466088" y="57149"/>
                  </a:moveTo>
                  <a:lnTo>
                    <a:pt x="1466088" y="54863"/>
                  </a:lnTo>
                  <a:lnTo>
                    <a:pt x="1465326" y="54863"/>
                  </a:lnTo>
                  <a:lnTo>
                    <a:pt x="1465326" y="57149"/>
                  </a:lnTo>
                  <a:lnTo>
                    <a:pt x="1466088" y="57149"/>
                  </a:lnTo>
                  <a:close/>
                </a:path>
                <a:path w="2029460" h="222885">
                  <a:moveTo>
                    <a:pt x="1466088" y="54101"/>
                  </a:moveTo>
                  <a:lnTo>
                    <a:pt x="1466088" y="51815"/>
                  </a:lnTo>
                  <a:lnTo>
                    <a:pt x="1465326" y="51815"/>
                  </a:lnTo>
                  <a:lnTo>
                    <a:pt x="1465326" y="54101"/>
                  </a:lnTo>
                  <a:lnTo>
                    <a:pt x="1466088" y="54101"/>
                  </a:lnTo>
                  <a:close/>
                </a:path>
                <a:path w="2029460" h="222885">
                  <a:moveTo>
                    <a:pt x="1466088" y="51053"/>
                  </a:moveTo>
                  <a:lnTo>
                    <a:pt x="1466088" y="48767"/>
                  </a:lnTo>
                  <a:lnTo>
                    <a:pt x="1465326" y="48767"/>
                  </a:lnTo>
                  <a:lnTo>
                    <a:pt x="1465326" y="51053"/>
                  </a:lnTo>
                  <a:lnTo>
                    <a:pt x="1466088" y="51053"/>
                  </a:lnTo>
                  <a:close/>
                </a:path>
                <a:path w="2029460" h="222885">
                  <a:moveTo>
                    <a:pt x="1466088" y="48005"/>
                  </a:moveTo>
                  <a:lnTo>
                    <a:pt x="1466088" y="45719"/>
                  </a:lnTo>
                  <a:lnTo>
                    <a:pt x="1465326" y="45719"/>
                  </a:lnTo>
                  <a:lnTo>
                    <a:pt x="1465326" y="48005"/>
                  </a:lnTo>
                  <a:lnTo>
                    <a:pt x="1466088" y="48005"/>
                  </a:lnTo>
                  <a:close/>
                </a:path>
                <a:path w="2029460" h="222885">
                  <a:moveTo>
                    <a:pt x="1466088" y="44957"/>
                  </a:moveTo>
                  <a:lnTo>
                    <a:pt x="1466088" y="42671"/>
                  </a:lnTo>
                  <a:lnTo>
                    <a:pt x="1465326" y="42671"/>
                  </a:lnTo>
                  <a:lnTo>
                    <a:pt x="1465326" y="44957"/>
                  </a:lnTo>
                  <a:lnTo>
                    <a:pt x="1466088" y="44957"/>
                  </a:lnTo>
                  <a:close/>
                </a:path>
                <a:path w="2029460" h="222885">
                  <a:moveTo>
                    <a:pt x="1466088" y="41909"/>
                  </a:moveTo>
                  <a:lnTo>
                    <a:pt x="1466088" y="39623"/>
                  </a:lnTo>
                  <a:lnTo>
                    <a:pt x="1465326" y="39623"/>
                  </a:lnTo>
                  <a:lnTo>
                    <a:pt x="1465326" y="41909"/>
                  </a:lnTo>
                  <a:lnTo>
                    <a:pt x="1466088" y="41909"/>
                  </a:lnTo>
                  <a:close/>
                </a:path>
                <a:path w="2029460" h="222885">
                  <a:moveTo>
                    <a:pt x="1466088" y="38861"/>
                  </a:moveTo>
                  <a:lnTo>
                    <a:pt x="1466088" y="36575"/>
                  </a:lnTo>
                  <a:lnTo>
                    <a:pt x="1465326" y="36575"/>
                  </a:lnTo>
                  <a:lnTo>
                    <a:pt x="1465326" y="38861"/>
                  </a:lnTo>
                  <a:lnTo>
                    <a:pt x="1466088" y="38861"/>
                  </a:lnTo>
                  <a:close/>
                </a:path>
                <a:path w="2029460" h="222885">
                  <a:moveTo>
                    <a:pt x="1466088" y="35813"/>
                  </a:moveTo>
                  <a:lnTo>
                    <a:pt x="1466088" y="33527"/>
                  </a:lnTo>
                  <a:lnTo>
                    <a:pt x="1465326" y="33527"/>
                  </a:lnTo>
                  <a:lnTo>
                    <a:pt x="1465326" y="35813"/>
                  </a:lnTo>
                  <a:lnTo>
                    <a:pt x="1466088" y="35813"/>
                  </a:lnTo>
                  <a:close/>
                </a:path>
                <a:path w="2029460" h="222885">
                  <a:moveTo>
                    <a:pt x="1466088" y="32765"/>
                  </a:moveTo>
                  <a:lnTo>
                    <a:pt x="1466088" y="30479"/>
                  </a:lnTo>
                  <a:lnTo>
                    <a:pt x="1465326" y="30479"/>
                  </a:lnTo>
                  <a:lnTo>
                    <a:pt x="1465326" y="32765"/>
                  </a:lnTo>
                  <a:lnTo>
                    <a:pt x="1466088" y="32765"/>
                  </a:lnTo>
                  <a:close/>
                </a:path>
                <a:path w="2029460" h="222885">
                  <a:moveTo>
                    <a:pt x="1466088" y="29717"/>
                  </a:moveTo>
                  <a:lnTo>
                    <a:pt x="1466088" y="27431"/>
                  </a:lnTo>
                  <a:lnTo>
                    <a:pt x="1465326" y="27431"/>
                  </a:lnTo>
                  <a:lnTo>
                    <a:pt x="1465326" y="29717"/>
                  </a:lnTo>
                  <a:lnTo>
                    <a:pt x="1466088" y="29717"/>
                  </a:lnTo>
                  <a:close/>
                </a:path>
                <a:path w="2029460" h="222885">
                  <a:moveTo>
                    <a:pt x="1466088" y="26669"/>
                  </a:moveTo>
                  <a:lnTo>
                    <a:pt x="1466088" y="24383"/>
                  </a:lnTo>
                  <a:lnTo>
                    <a:pt x="1465326" y="24383"/>
                  </a:lnTo>
                  <a:lnTo>
                    <a:pt x="1465326" y="26669"/>
                  </a:lnTo>
                  <a:lnTo>
                    <a:pt x="1466088" y="26669"/>
                  </a:lnTo>
                  <a:close/>
                </a:path>
                <a:path w="2029460" h="222885">
                  <a:moveTo>
                    <a:pt x="1466088" y="23621"/>
                  </a:moveTo>
                  <a:lnTo>
                    <a:pt x="1466088" y="21335"/>
                  </a:lnTo>
                  <a:lnTo>
                    <a:pt x="1465326" y="21335"/>
                  </a:lnTo>
                  <a:lnTo>
                    <a:pt x="1465326" y="23621"/>
                  </a:lnTo>
                  <a:lnTo>
                    <a:pt x="1466088" y="23621"/>
                  </a:lnTo>
                  <a:close/>
                </a:path>
                <a:path w="2029460" h="222885">
                  <a:moveTo>
                    <a:pt x="1466088" y="20573"/>
                  </a:moveTo>
                  <a:lnTo>
                    <a:pt x="1466088" y="18287"/>
                  </a:lnTo>
                  <a:lnTo>
                    <a:pt x="1465326" y="18287"/>
                  </a:lnTo>
                  <a:lnTo>
                    <a:pt x="1465326" y="20573"/>
                  </a:lnTo>
                  <a:lnTo>
                    <a:pt x="1466088" y="20573"/>
                  </a:lnTo>
                  <a:close/>
                </a:path>
                <a:path w="2029460" h="222885">
                  <a:moveTo>
                    <a:pt x="1466088" y="17525"/>
                  </a:moveTo>
                  <a:lnTo>
                    <a:pt x="1466088" y="15239"/>
                  </a:lnTo>
                  <a:lnTo>
                    <a:pt x="1465326" y="15239"/>
                  </a:lnTo>
                  <a:lnTo>
                    <a:pt x="1465326" y="17525"/>
                  </a:lnTo>
                  <a:lnTo>
                    <a:pt x="1466088" y="17525"/>
                  </a:lnTo>
                  <a:close/>
                </a:path>
                <a:path w="2029460" h="222885">
                  <a:moveTo>
                    <a:pt x="1466088" y="14477"/>
                  </a:moveTo>
                  <a:lnTo>
                    <a:pt x="1466088" y="12191"/>
                  </a:lnTo>
                  <a:lnTo>
                    <a:pt x="1465326" y="12191"/>
                  </a:lnTo>
                  <a:lnTo>
                    <a:pt x="1465326" y="14477"/>
                  </a:lnTo>
                  <a:lnTo>
                    <a:pt x="1466088" y="14477"/>
                  </a:lnTo>
                  <a:close/>
                </a:path>
                <a:path w="2029460" h="222885">
                  <a:moveTo>
                    <a:pt x="1466088" y="11429"/>
                  </a:moveTo>
                  <a:lnTo>
                    <a:pt x="1466088" y="9143"/>
                  </a:lnTo>
                  <a:lnTo>
                    <a:pt x="1465326" y="9143"/>
                  </a:lnTo>
                  <a:lnTo>
                    <a:pt x="1465326" y="11429"/>
                  </a:lnTo>
                  <a:lnTo>
                    <a:pt x="1466088" y="11429"/>
                  </a:lnTo>
                  <a:close/>
                </a:path>
                <a:path w="2029460" h="222885">
                  <a:moveTo>
                    <a:pt x="1466088" y="8381"/>
                  </a:moveTo>
                  <a:lnTo>
                    <a:pt x="1466088" y="6095"/>
                  </a:lnTo>
                  <a:lnTo>
                    <a:pt x="1465326" y="6095"/>
                  </a:lnTo>
                  <a:lnTo>
                    <a:pt x="1465326" y="8381"/>
                  </a:lnTo>
                  <a:lnTo>
                    <a:pt x="1466088" y="8381"/>
                  </a:lnTo>
                  <a:close/>
                </a:path>
                <a:path w="2029460" h="222885">
                  <a:moveTo>
                    <a:pt x="1466088" y="5333"/>
                  </a:moveTo>
                  <a:lnTo>
                    <a:pt x="1466088" y="3047"/>
                  </a:lnTo>
                  <a:lnTo>
                    <a:pt x="1465326" y="3047"/>
                  </a:lnTo>
                  <a:lnTo>
                    <a:pt x="1465326" y="5333"/>
                  </a:lnTo>
                  <a:lnTo>
                    <a:pt x="1466088" y="5333"/>
                  </a:lnTo>
                  <a:close/>
                </a:path>
                <a:path w="2029460" h="222885">
                  <a:moveTo>
                    <a:pt x="1466088" y="2285"/>
                  </a:moveTo>
                  <a:lnTo>
                    <a:pt x="1466088" y="0"/>
                  </a:lnTo>
                  <a:lnTo>
                    <a:pt x="1464564" y="0"/>
                  </a:lnTo>
                  <a:lnTo>
                    <a:pt x="1464564" y="761"/>
                  </a:lnTo>
                  <a:lnTo>
                    <a:pt x="1465326" y="761"/>
                  </a:lnTo>
                  <a:lnTo>
                    <a:pt x="1465326" y="2285"/>
                  </a:lnTo>
                  <a:lnTo>
                    <a:pt x="1466088" y="2285"/>
                  </a:lnTo>
                  <a:close/>
                </a:path>
                <a:path w="2029460" h="222885">
                  <a:moveTo>
                    <a:pt x="1463802" y="761"/>
                  </a:moveTo>
                  <a:lnTo>
                    <a:pt x="1463802" y="0"/>
                  </a:lnTo>
                  <a:lnTo>
                    <a:pt x="1461515" y="0"/>
                  </a:lnTo>
                  <a:lnTo>
                    <a:pt x="1461515" y="761"/>
                  </a:lnTo>
                  <a:lnTo>
                    <a:pt x="1463802" y="761"/>
                  </a:lnTo>
                  <a:close/>
                </a:path>
                <a:path w="2029460" h="222885">
                  <a:moveTo>
                    <a:pt x="1460754" y="761"/>
                  </a:moveTo>
                  <a:lnTo>
                    <a:pt x="1460754" y="0"/>
                  </a:lnTo>
                  <a:lnTo>
                    <a:pt x="1458468" y="0"/>
                  </a:lnTo>
                  <a:lnTo>
                    <a:pt x="1458468" y="761"/>
                  </a:lnTo>
                  <a:lnTo>
                    <a:pt x="1460754" y="761"/>
                  </a:lnTo>
                  <a:close/>
                </a:path>
                <a:path w="2029460" h="222885">
                  <a:moveTo>
                    <a:pt x="1457706" y="761"/>
                  </a:moveTo>
                  <a:lnTo>
                    <a:pt x="1457706" y="0"/>
                  </a:lnTo>
                  <a:lnTo>
                    <a:pt x="1455420" y="0"/>
                  </a:lnTo>
                  <a:lnTo>
                    <a:pt x="1455420" y="761"/>
                  </a:lnTo>
                  <a:lnTo>
                    <a:pt x="1457706" y="761"/>
                  </a:lnTo>
                  <a:close/>
                </a:path>
                <a:path w="2029460" h="222885">
                  <a:moveTo>
                    <a:pt x="1454658" y="761"/>
                  </a:moveTo>
                  <a:lnTo>
                    <a:pt x="1454658" y="0"/>
                  </a:lnTo>
                  <a:lnTo>
                    <a:pt x="1452372" y="0"/>
                  </a:lnTo>
                  <a:lnTo>
                    <a:pt x="1452372" y="761"/>
                  </a:lnTo>
                  <a:lnTo>
                    <a:pt x="1454658" y="761"/>
                  </a:lnTo>
                  <a:close/>
                </a:path>
                <a:path w="2029460" h="222885">
                  <a:moveTo>
                    <a:pt x="1451610" y="761"/>
                  </a:moveTo>
                  <a:lnTo>
                    <a:pt x="1451610" y="0"/>
                  </a:lnTo>
                  <a:lnTo>
                    <a:pt x="1449324" y="0"/>
                  </a:lnTo>
                  <a:lnTo>
                    <a:pt x="1449324" y="761"/>
                  </a:lnTo>
                  <a:lnTo>
                    <a:pt x="1451610" y="761"/>
                  </a:lnTo>
                  <a:close/>
                </a:path>
                <a:path w="2029460" h="222885">
                  <a:moveTo>
                    <a:pt x="1448562" y="761"/>
                  </a:moveTo>
                  <a:lnTo>
                    <a:pt x="1448562" y="0"/>
                  </a:lnTo>
                  <a:lnTo>
                    <a:pt x="1446276" y="0"/>
                  </a:lnTo>
                  <a:lnTo>
                    <a:pt x="1446276" y="761"/>
                  </a:lnTo>
                  <a:lnTo>
                    <a:pt x="1448562" y="761"/>
                  </a:lnTo>
                  <a:close/>
                </a:path>
                <a:path w="2029460" h="222885">
                  <a:moveTo>
                    <a:pt x="1445514" y="761"/>
                  </a:moveTo>
                  <a:lnTo>
                    <a:pt x="1445514" y="0"/>
                  </a:lnTo>
                  <a:lnTo>
                    <a:pt x="1443227" y="0"/>
                  </a:lnTo>
                  <a:lnTo>
                    <a:pt x="1443227" y="761"/>
                  </a:lnTo>
                  <a:lnTo>
                    <a:pt x="1445514" y="761"/>
                  </a:lnTo>
                  <a:close/>
                </a:path>
                <a:path w="2029460" h="222885">
                  <a:moveTo>
                    <a:pt x="1442466" y="761"/>
                  </a:moveTo>
                  <a:lnTo>
                    <a:pt x="1442466" y="0"/>
                  </a:lnTo>
                  <a:lnTo>
                    <a:pt x="1440180" y="0"/>
                  </a:lnTo>
                  <a:lnTo>
                    <a:pt x="1440180" y="761"/>
                  </a:lnTo>
                  <a:lnTo>
                    <a:pt x="1442466" y="761"/>
                  </a:lnTo>
                  <a:close/>
                </a:path>
                <a:path w="2029460" h="222885">
                  <a:moveTo>
                    <a:pt x="1439418" y="761"/>
                  </a:moveTo>
                  <a:lnTo>
                    <a:pt x="1439418" y="0"/>
                  </a:lnTo>
                  <a:lnTo>
                    <a:pt x="1437132" y="0"/>
                  </a:lnTo>
                  <a:lnTo>
                    <a:pt x="1437132" y="761"/>
                  </a:lnTo>
                  <a:lnTo>
                    <a:pt x="1439418" y="761"/>
                  </a:lnTo>
                  <a:close/>
                </a:path>
                <a:path w="2029460" h="222885">
                  <a:moveTo>
                    <a:pt x="1436370" y="761"/>
                  </a:moveTo>
                  <a:lnTo>
                    <a:pt x="1436370" y="0"/>
                  </a:lnTo>
                  <a:lnTo>
                    <a:pt x="1434084" y="0"/>
                  </a:lnTo>
                  <a:lnTo>
                    <a:pt x="1434084" y="761"/>
                  </a:lnTo>
                  <a:lnTo>
                    <a:pt x="1436370" y="761"/>
                  </a:lnTo>
                  <a:close/>
                </a:path>
                <a:path w="2029460" h="222885">
                  <a:moveTo>
                    <a:pt x="1433322" y="761"/>
                  </a:moveTo>
                  <a:lnTo>
                    <a:pt x="1433322" y="0"/>
                  </a:lnTo>
                  <a:lnTo>
                    <a:pt x="1431036" y="0"/>
                  </a:lnTo>
                  <a:lnTo>
                    <a:pt x="1431036" y="761"/>
                  </a:lnTo>
                  <a:lnTo>
                    <a:pt x="1433322" y="761"/>
                  </a:lnTo>
                  <a:close/>
                </a:path>
                <a:path w="2029460" h="222885">
                  <a:moveTo>
                    <a:pt x="1430274" y="761"/>
                  </a:moveTo>
                  <a:lnTo>
                    <a:pt x="1430274" y="0"/>
                  </a:lnTo>
                  <a:lnTo>
                    <a:pt x="1427988" y="0"/>
                  </a:lnTo>
                  <a:lnTo>
                    <a:pt x="1427988" y="761"/>
                  </a:lnTo>
                  <a:lnTo>
                    <a:pt x="1430274" y="761"/>
                  </a:lnTo>
                  <a:close/>
                </a:path>
                <a:path w="2029460" h="222885">
                  <a:moveTo>
                    <a:pt x="1427226" y="761"/>
                  </a:moveTo>
                  <a:lnTo>
                    <a:pt x="1427226" y="0"/>
                  </a:lnTo>
                  <a:lnTo>
                    <a:pt x="1424939" y="0"/>
                  </a:lnTo>
                  <a:lnTo>
                    <a:pt x="1424939" y="761"/>
                  </a:lnTo>
                  <a:lnTo>
                    <a:pt x="1427226" y="761"/>
                  </a:lnTo>
                  <a:close/>
                </a:path>
                <a:path w="2029460" h="222885">
                  <a:moveTo>
                    <a:pt x="1424178" y="761"/>
                  </a:moveTo>
                  <a:lnTo>
                    <a:pt x="1424178" y="0"/>
                  </a:lnTo>
                  <a:lnTo>
                    <a:pt x="1421892" y="0"/>
                  </a:lnTo>
                  <a:lnTo>
                    <a:pt x="1421892" y="761"/>
                  </a:lnTo>
                  <a:lnTo>
                    <a:pt x="1424178" y="761"/>
                  </a:lnTo>
                  <a:close/>
                </a:path>
                <a:path w="2029460" h="222885">
                  <a:moveTo>
                    <a:pt x="1421130" y="761"/>
                  </a:moveTo>
                  <a:lnTo>
                    <a:pt x="1421130" y="0"/>
                  </a:lnTo>
                  <a:lnTo>
                    <a:pt x="1418844" y="0"/>
                  </a:lnTo>
                  <a:lnTo>
                    <a:pt x="1418844" y="761"/>
                  </a:lnTo>
                  <a:lnTo>
                    <a:pt x="1421130" y="761"/>
                  </a:lnTo>
                  <a:close/>
                </a:path>
                <a:path w="2029460" h="222885">
                  <a:moveTo>
                    <a:pt x="1418082" y="761"/>
                  </a:moveTo>
                  <a:lnTo>
                    <a:pt x="1418082" y="0"/>
                  </a:lnTo>
                  <a:lnTo>
                    <a:pt x="1415796" y="0"/>
                  </a:lnTo>
                  <a:lnTo>
                    <a:pt x="1415796" y="761"/>
                  </a:lnTo>
                  <a:lnTo>
                    <a:pt x="1418082" y="761"/>
                  </a:lnTo>
                  <a:close/>
                </a:path>
                <a:path w="2029460" h="222885">
                  <a:moveTo>
                    <a:pt x="1415034" y="761"/>
                  </a:moveTo>
                  <a:lnTo>
                    <a:pt x="1415034" y="0"/>
                  </a:lnTo>
                  <a:lnTo>
                    <a:pt x="1412748" y="0"/>
                  </a:lnTo>
                  <a:lnTo>
                    <a:pt x="1412748" y="761"/>
                  </a:lnTo>
                  <a:lnTo>
                    <a:pt x="1415034" y="761"/>
                  </a:lnTo>
                  <a:close/>
                </a:path>
                <a:path w="2029460" h="222885">
                  <a:moveTo>
                    <a:pt x="1411986" y="761"/>
                  </a:moveTo>
                  <a:lnTo>
                    <a:pt x="1411986" y="0"/>
                  </a:lnTo>
                  <a:lnTo>
                    <a:pt x="1409700" y="0"/>
                  </a:lnTo>
                  <a:lnTo>
                    <a:pt x="1409700" y="761"/>
                  </a:lnTo>
                  <a:lnTo>
                    <a:pt x="1411986" y="761"/>
                  </a:lnTo>
                  <a:close/>
                </a:path>
                <a:path w="2029460" h="222885">
                  <a:moveTo>
                    <a:pt x="1408938" y="761"/>
                  </a:moveTo>
                  <a:lnTo>
                    <a:pt x="1408938" y="0"/>
                  </a:lnTo>
                  <a:lnTo>
                    <a:pt x="1406652" y="0"/>
                  </a:lnTo>
                  <a:lnTo>
                    <a:pt x="1406652" y="761"/>
                  </a:lnTo>
                  <a:lnTo>
                    <a:pt x="1408938" y="761"/>
                  </a:lnTo>
                  <a:close/>
                </a:path>
                <a:path w="2029460" h="222885">
                  <a:moveTo>
                    <a:pt x="1405890" y="761"/>
                  </a:moveTo>
                  <a:lnTo>
                    <a:pt x="1405890" y="0"/>
                  </a:lnTo>
                  <a:lnTo>
                    <a:pt x="1403604" y="0"/>
                  </a:lnTo>
                  <a:lnTo>
                    <a:pt x="1403604" y="761"/>
                  </a:lnTo>
                  <a:lnTo>
                    <a:pt x="1405890" y="761"/>
                  </a:lnTo>
                  <a:close/>
                </a:path>
                <a:path w="2029460" h="222885">
                  <a:moveTo>
                    <a:pt x="1402842" y="761"/>
                  </a:moveTo>
                  <a:lnTo>
                    <a:pt x="1402842" y="0"/>
                  </a:lnTo>
                  <a:lnTo>
                    <a:pt x="1400556" y="0"/>
                  </a:lnTo>
                  <a:lnTo>
                    <a:pt x="1400556" y="761"/>
                  </a:lnTo>
                  <a:lnTo>
                    <a:pt x="1402842" y="761"/>
                  </a:lnTo>
                  <a:close/>
                </a:path>
                <a:path w="2029460" h="222885">
                  <a:moveTo>
                    <a:pt x="1399794" y="761"/>
                  </a:moveTo>
                  <a:lnTo>
                    <a:pt x="1399794" y="0"/>
                  </a:lnTo>
                  <a:lnTo>
                    <a:pt x="1397508" y="0"/>
                  </a:lnTo>
                  <a:lnTo>
                    <a:pt x="1397508" y="761"/>
                  </a:lnTo>
                  <a:lnTo>
                    <a:pt x="1399794" y="761"/>
                  </a:lnTo>
                  <a:close/>
                </a:path>
                <a:path w="2029460" h="222885">
                  <a:moveTo>
                    <a:pt x="1396746" y="761"/>
                  </a:moveTo>
                  <a:lnTo>
                    <a:pt x="1396746" y="0"/>
                  </a:lnTo>
                  <a:lnTo>
                    <a:pt x="1394460" y="0"/>
                  </a:lnTo>
                  <a:lnTo>
                    <a:pt x="1394460" y="761"/>
                  </a:lnTo>
                  <a:lnTo>
                    <a:pt x="1396746" y="761"/>
                  </a:lnTo>
                  <a:close/>
                </a:path>
                <a:path w="2029460" h="222885">
                  <a:moveTo>
                    <a:pt x="1393698" y="761"/>
                  </a:moveTo>
                  <a:lnTo>
                    <a:pt x="1393698" y="0"/>
                  </a:lnTo>
                  <a:lnTo>
                    <a:pt x="1391412" y="0"/>
                  </a:lnTo>
                  <a:lnTo>
                    <a:pt x="1391412" y="761"/>
                  </a:lnTo>
                  <a:lnTo>
                    <a:pt x="1393698" y="761"/>
                  </a:lnTo>
                  <a:close/>
                </a:path>
                <a:path w="2029460" h="222885">
                  <a:moveTo>
                    <a:pt x="1390650" y="761"/>
                  </a:moveTo>
                  <a:lnTo>
                    <a:pt x="1390650" y="0"/>
                  </a:lnTo>
                  <a:lnTo>
                    <a:pt x="1388364" y="0"/>
                  </a:lnTo>
                  <a:lnTo>
                    <a:pt x="1388364" y="761"/>
                  </a:lnTo>
                  <a:lnTo>
                    <a:pt x="1390650" y="761"/>
                  </a:lnTo>
                  <a:close/>
                </a:path>
                <a:path w="2029460" h="222885">
                  <a:moveTo>
                    <a:pt x="1387602" y="761"/>
                  </a:moveTo>
                  <a:lnTo>
                    <a:pt x="1387602" y="0"/>
                  </a:lnTo>
                  <a:lnTo>
                    <a:pt x="1385315" y="0"/>
                  </a:lnTo>
                  <a:lnTo>
                    <a:pt x="1385315" y="761"/>
                  </a:lnTo>
                  <a:lnTo>
                    <a:pt x="1387602" y="761"/>
                  </a:lnTo>
                  <a:close/>
                </a:path>
                <a:path w="2029460" h="222885">
                  <a:moveTo>
                    <a:pt x="1384554" y="761"/>
                  </a:moveTo>
                  <a:lnTo>
                    <a:pt x="1384554" y="0"/>
                  </a:lnTo>
                  <a:lnTo>
                    <a:pt x="1382268" y="0"/>
                  </a:lnTo>
                  <a:lnTo>
                    <a:pt x="1382268" y="761"/>
                  </a:lnTo>
                  <a:lnTo>
                    <a:pt x="1384554" y="761"/>
                  </a:lnTo>
                  <a:close/>
                </a:path>
                <a:path w="2029460" h="222885">
                  <a:moveTo>
                    <a:pt x="1381506" y="761"/>
                  </a:moveTo>
                  <a:lnTo>
                    <a:pt x="1381506" y="0"/>
                  </a:lnTo>
                  <a:lnTo>
                    <a:pt x="1379220" y="0"/>
                  </a:lnTo>
                  <a:lnTo>
                    <a:pt x="1379220" y="761"/>
                  </a:lnTo>
                  <a:lnTo>
                    <a:pt x="1381506" y="761"/>
                  </a:lnTo>
                  <a:close/>
                </a:path>
                <a:path w="2029460" h="222885">
                  <a:moveTo>
                    <a:pt x="1378458" y="761"/>
                  </a:moveTo>
                  <a:lnTo>
                    <a:pt x="1378458" y="0"/>
                  </a:lnTo>
                  <a:lnTo>
                    <a:pt x="1376172" y="0"/>
                  </a:lnTo>
                  <a:lnTo>
                    <a:pt x="1376172" y="761"/>
                  </a:lnTo>
                  <a:lnTo>
                    <a:pt x="1378458" y="761"/>
                  </a:lnTo>
                  <a:close/>
                </a:path>
                <a:path w="2029460" h="222885">
                  <a:moveTo>
                    <a:pt x="1375410" y="761"/>
                  </a:moveTo>
                  <a:lnTo>
                    <a:pt x="1375410" y="0"/>
                  </a:lnTo>
                  <a:lnTo>
                    <a:pt x="1373124" y="0"/>
                  </a:lnTo>
                  <a:lnTo>
                    <a:pt x="1373124" y="761"/>
                  </a:lnTo>
                  <a:lnTo>
                    <a:pt x="1375410" y="761"/>
                  </a:lnTo>
                  <a:close/>
                </a:path>
                <a:path w="2029460" h="222885">
                  <a:moveTo>
                    <a:pt x="1372362" y="761"/>
                  </a:moveTo>
                  <a:lnTo>
                    <a:pt x="1372362" y="0"/>
                  </a:lnTo>
                  <a:lnTo>
                    <a:pt x="1370076" y="0"/>
                  </a:lnTo>
                  <a:lnTo>
                    <a:pt x="1370076" y="761"/>
                  </a:lnTo>
                  <a:lnTo>
                    <a:pt x="1372362" y="761"/>
                  </a:lnTo>
                  <a:close/>
                </a:path>
                <a:path w="2029460" h="222885">
                  <a:moveTo>
                    <a:pt x="1369314" y="761"/>
                  </a:moveTo>
                  <a:lnTo>
                    <a:pt x="1369314" y="0"/>
                  </a:lnTo>
                  <a:lnTo>
                    <a:pt x="1367027" y="0"/>
                  </a:lnTo>
                  <a:lnTo>
                    <a:pt x="1367027" y="761"/>
                  </a:lnTo>
                  <a:lnTo>
                    <a:pt x="1369314" y="761"/>
                  </a:lnTo>
                  <a:close/>
                </a:path>
                <a:path w="2029460" h="222885">
                  <a:moveTo>
                    <a:pt x="1366266" y="761"/>
                  </a:moveTo>
                  <a:lnTo>
                    <a:pt x="1366266" y="0"/>
                  </a:lnTo>
                  <a:lnTo>
                    <a:pt x="1363980" y="0"/>
                  </a:lnTo>
                  <a:lnTo>
                    <a:pt x="1363980" y="761"/>
                  </a:lnTo>
                  <a:lnTo>
                    <a:pt x="1366266" y="761"/>
                  </a:lnTo>
                  <a:close/>
                </a:path>
                <a:path w="2029460" h="222885">
                  <a:moveTo>
                    <a:pt x="1363218" y="761"/>
                  </a:moveTo>
                  <a:lnTo>
                    <a:pt x="1363218" y="0"/>
                  </a:lnTo>
                  <a:lnTo>
                    <a:pt x="1360932" y="0"/>
                  </a:lnTo>
                  <a:lnTo>
                    <a:pt x="1360932" y="761"/>
                  </a:lnTo>
                  <a:lnTo>
                    <a:pt x="1363218" y="761"/>
                  </a:lnTo>
                  <a:close/>
                </a:path>
                <a:path w="2029460" h="222885">
                  <a:moveTo>
                    <a:pt x="1360170" y="761"/>
                  </a:moveTo>
                  <a:lnTo>
                    <a:pt x="1360170" y="0"/>
                  </a:lnTo>
                  <a:lnTo>
                    <a:pt x="1357884" y="0"/>
                  </a:lnTo>
                  <a:lnTo>
                    <a:pt x="1357884" y="761"/>
                  </a:lnTo>
                  <a:lnTo>
                    <a:pt x="1360170" y="761"/>
                  </a:lnTo>
                  <a:close/>
                </a:path>
                <a:path w="2029460" h="222885">
                  <a:moveTo>
                    <a:pt x="1357122" y="761"/>
                  </a:moveTo>
                  <a:lnTo>
                    <a:pt x="1357122" y="0"/>
                  </a:lnTo>
                  <a:lnTo>
                    <a:pt x="1354836" y="0"/>
                  </a:lnTo>
                  <a:lnTo>
                    <a:pt x="1354836" y="761"/>
                  </a:lnTo>
                  <a:lnTo>
                    <a:pt x="1357122" y="761"/>
                  </a:lnTo>
                  <a:close/>
                </a:path>
                <a:path w="2029460" h="222885">
                  <a:moveTo>
                    <a:pt x="1354074" y="761"/>
                  </a:moveTo>
                  <a:lnTo>
                    <a:pt x="1354074" y="0"/>
                  </a:lnTo>
                  <a:lnTo>
                    <a:pt x="1351788" y="0"/>
                  </a:lnTo>
                  <a:lnTo>
                    <a:pt x="1351788" y="761"/>
                  </a:lnTo>
                  <a:lnTo>
                    <a:pt x="1354074" y="761"/>
                  </a:lnTo>
                  <a:close/>
                </a:path>
                <a:path w="2029460" h="222885">
                  <a:moveTo>
                    <a:pt x="1351026" y="761"/>
                  </a:moveTo>
                  <a:lnTo>
                    <a:pt x="1351026" y="0"/>
                  </a:lnTo>
                  <a:lnTo>
                    <a:pt x="1348739" y="0"/>
                  </a:lnTo>
                  <a:lnTo>
                    <a:pt x="1348739" y="761"/>
                  </a:lnTo>
                  <a:lnTo>
                    <a:pt x="1351026" y="761"/>
                  </a:lnTo>
                  <a:close/>
                </a:path>
                <a:path w="2029460" h="222885">
                  <a:moveTo>
                    <a:pt x="1347978" y="761"/>
                  </a:moveTo>
                  <a:lnTo>
                    <a:pt x="1347978" y="0"/>
                  </a:lnTo>
                  <a:lnTo>
                    <a:pt x="1345692" y="0"/>
                  </a:lnTo>
                  <a:lnTo>
                    <a:pt x="1345692" y="761"/>
                  </a:lnTo>
                  <a:lnTo>
                    <a:pt x="1347978" y="761"/>
                  </a:lnTo>
                  <a:close/>
                </a:path>
                <a:path w="2029460" h="222885">
                  <a:moveTo>
                    <a:pt x="1344930" y="761"/>
                  </a:moveTo>
                  <a:lnTo>
                    <a:pt x="1344930" y="0"/>
                  </a:lnTo>
                  <a:lnTo>
                    <a:pt x="1342644" y="0"/>
                  </a:lnTo>
                  <a:lnTo>
                    <a:pt x="1342644" y="761"/>
                  </a:lnTo>
                  <a:lnTo>
                    <a:pt x="1344930" y="761"/>
                  </a:lnTo>
                  <a:close/>
                </a:path>
                <a:path w="2029460" h="222885">
                  <a:moveTo>
                    <a:pt x="1341882" y="761"/>
                  </a:moveTo>
                  <a:lnTo>
                    <a:pt x="1341882" y="0"/>
                  </a:lnTo>
                  <a:lnTo>
                    <a:pt x="1339596" y="0"/>
                  </a:lnTo>
                  <a:lnTo>
                    <a:pt x="1339596" y="761"/>
                  </a:lnTo>
                  <a:lnTo>
                    <a:pt x="1341882" y="761"/>
                  </a:lnTo>
                  <a:close/>
                </a:path>
                <a:path w="2029460" h="222885">
                  <a:moveTo>
                    <a:pt x="1338834" y="761"/>
                  </a:moveTo>
                  <a:lnTo>
                    <a:pt x="1338834" y="0"/>
                  </a:lnTo>
                  <a:lnTo>
                    <a:pt x="1336548" y="0"/>
                  </a:lnTo>
                  <a:lnTo>
                    <a:pt x="1336548" y="761"/>
                  </a:lnTo>
                  <a:lnTo>
                    <a:pt x="1338834" y="761"/>
                  </a:lnTo>
                  <a:close/>
                </a:path>
                <a:path w="2029460" h="222885">
                  <a:moveTo>
                    <a:pt x="1335786" y="761"/>
                  </a:moveTo>
                  <a:lnTo>
                    <a:pt x="1335786" y="0"/>
                  </a:lnTo>
                  <a:lnTo>
                    <a:pt x="1333500" y="0"/>
                  </a:lnTo>
                  <a:lnTo>
                    <a:pt x="1333500" y="761"/>
                  </a:lnTo>
                  <a:lnTo>
                    <a:pt x="1335786" y="761"/>
                  </a:lnTo>
                  <a:close/>
                </a:path>
                <a:path w="2029460" h="222885">
                  <a:moveTo>
                    <a:pt x="1332738" y="761"/>
                  </a:moveTo>
                  <a:lnTo>
                    <a:pt x="1332738" y="0"/>
                  </a:lnTo>
                  <a:lnTo>
                    <a:pt x="1330452" y="0"/>
                  </a:lnTo>
                  <a:lnTo>
                    <a:pt x="1330452" y="761"/>
                  </a:lnTo>
                  <a:lnTo>
                    <a:pt x="1332738" y="761"/>
                  </a:lnTo>
                  <a:close/>
                </a:path>
                <a:path w="2029460" h="222885">
                  <a:moveTo>
                    <a:pt x="1329690" y="761"/>
                  </a:moveTo>
                  <a:lnTo>
                    <a:pt x="1329690" y="0"/>
                  </a:lnTo>
                  <a:lnTo>
                    <a:pt x="1327404" y="0"/>
                  </a:lnTo>
                  <a:lnTo>
                    <a:pt x="1327404" y="761"/>
                  </a:lnTo>
                  <a:lnTo>
                    <a:pt x="1329690" y="761"/>
                  </a:lnTo>
                  <a:close/>
                </a:path>
                <a:path w="2029460" h="222885">
                  <a:moveTo>
                    <a:pt x="1326642" y="761"/>
                  </a:moveTo>
                  <a:lnTo>
                    <a:pt x="1326642" y="0"/>
                  </a:lnTo>
                  <a:lnTo>
                    <a:pt x="1324356" y="0"/>
                  </a:lnTo>
                  <a:lnTo>
                    <a:pt x="1324356" y="761"/>
                  </a:lnTo>
                  <a:lnTo>
                    <a:pt x="1326642" y="761"/>
                  </a:lnTo>
                  <a:close/>
                </a:path>
                <a:path w="2029460" h="222885">
                  <a:moveTo>
                    <a:pt x="1323594" y="761"/>
                  </a:moveTo>
                  <a:lnTo>
                    <a:pt x="1323594" y="0"/>
                  </a:lnTo>
                  <a:lnTo>
                    <a:pt x="1321308" y="0"/>
                  </a:lnTo>
                  <a:lnTo>
                    <a:pt x="1321308" y="761"/>
                  </a:lnTo>
                  <a:lnTo>
                    <a:pt x="1323594" y="761"/>
                  </a:lnTo>
                  <a:close/>
                </a:path>
                <a:path w="2029460" h="222885">
                  <a:moveTo>
                    <a:pt x="1320546" y="761"/>
                  </a:moveTo>
                  <a:lnTo>
                    <a:pt x="1320546" y="0"/>
                  </a:lnTo>
                  <a:lnTo>
                    <a:pt x="1318260" y="0"/>
                  </a:lnTo>
                  <a:lnTo>
                    <a:pt x="1318260" y="761"/>
                  </a:lnTo>
                  <a:lnTo>
                    <a:pt x="1320546" y="761"/>
                  </a:lnTo>
                  <a:close/>
                </a:path>
                <a:path w="2029460" h="222885">
                  <a:moveTo>
                    <a:pt x="1317498" y="761"/>
                  </a:moveTo>
                  <a:lnTo>
                    <a:pt x="1317498" y="0"/>
                  </a:lnTo>
                  <a:lnTo>
                    <a:pt x="1315212" y="0"/>
                  </a:lnTo>
                  <a:lnTo>
                    <a:pt x="1315212" y="761"/>
                  </a:lnTo>
                  <a:lnTo>
                    <a:pt x="1317498" y="761"/>
                  </a:lnTo>
                  <a:close/>
                </a:path>
                <a:path w="2029460" h="222885">
                  <a:moveTo>
                    <a:pt x="1314450" y="761"/>
                  </a:moveTo>
                  <a:lnTo>
                    <a:pt x="1314450" y="0"/>
                  </a:lnTo>
                  <a:lnTo>
                    <a:pt x="1312164" y="0"/>
                  </a:lnTo>
                  <a:lnTo>
                    <a:pt x="1312164" y="761"/>
                  </a:lnTo>
                  <a:lnTo>
                    <a:pt x="1314450" y="761"/>
                  </a:lnTo>
                  <a:close/>
                </a:path>
                <a:path w="2029460" h="222885">
                  <a:moveTo>
                    <a:pt x="1311402" y="761"/>
                  </a:moveTo>
                  <a:lnTo>
                    <a:pt x="1311402" y="0"/>
                  </a:lnTo>
                  <a:lnTo>
                    <a:pt x="1309115" y="0"/>
                  </a:lnTo>
                  <a:lnTo>
                    <a:pt x="1309115" y="761"/>
                  </a:lnTo>
                  <a:lnTo>
                    <a:pt x="1311402" y="761"/>
                  </a:lnTo>
                  <a:close/>
                </a:path>
                <a:path w="2029460" h="222885">
                  <a:moveTo>
                    <a:pt x="1308354" y="761"/>
                  </a:moveTo>
                  <a:lnTo>
                    <a:pt x="1308354" y="0"/>
                  </a:lnTo>
                  <a:lnTo>
                    <a:pt x="1306068" y="0"/>
                  </a:lnTo>
                  <a:lnTo>
                    <a:pt x="1306068" y="761"/>
                  </a:lnTo>
                  <a:lnTo>
                    <a:pt x="1308354" y="761"/>
                  </a:lnTo>
                  <a:close/>
                </a:path>
                <a:path w="2029460" h="222885">
                  <a:moveTo>
                    <a:pt x="1305306" y="761"/>
                  </a:moveTo>
                  <a:lnTo>
                    <a:pt x="1305306" y="0"/>
                  </a:lnTo>
                  <a:lnTo>
                    <a:pt x="1303020" y="0"/>
                  </a:lnTo>
                  <a:lnTo>
                    <a:pt x="1303020" y="761"/>
                  </a:lnTo>
                  <a:lnTo>
                    <a:pt x="1305306" y="761"/>
                  </a:lnTo>
                  <a:close/>
                </a:path>
                <a:path w="2029460" h="222885">
                  <a:moveTo>
                    <a:pt x="1302258" y="761"/>
                  </a:moveTo>
                  <a:lnTo>
                    <a:pt x="1302258" y="0"/>
                  </a:lnTo>
                  <a:lnTo>
                    <a:pt x="1299972" y="0"/>
                  </a:lnTo>
                  <a:lnTo>
                    <a:pt x="1299972" y="761"/>
                  </a:lnTo>
                  <a:lnTo>
                    <a:pt x="1302258" y="761"/>
                  </a:lnTo>
                  <a:close/>
                </a:path>
                <a:path w="2029460" h="222885">
                  <a:moveTo>
                    <a:pt x="1299210" y="761"/>
                  </a:moveTo>
                  <a:lnTo>
                    <a:pt x="1299210" y="0"/>
                  </a:lnTo>
                  <a:lnTo>
                    <a:pt x="1296924" y="0"/>
                  </a:lnTo>
                  <a:lnTo>
                    <a:pt x="1296924" y="761"/>
                  </a:lnTo>
                  <a:lnTo>
                    <a:pt x="1299210" y="761"/>
                  </a:lnTo>
                  <a:close/>
                </a:path>
                <a:path w="2029460" h="222885">
                  <a:moveTo>
                    <a:pt x="1296162" y="761"/>
                  </a:moveTo>
                  <a:lnTo>
                    <a:pt x="1296162" y="0"/>
                  </a:lnTo>
                  <a:lnTo>
                    <a:pt x="1293876" y="0"/>
                  </a:lnTo>
                  <a:lnTo>
                    <a:pt x="1293876" y="761"/>
                  </a:lnTo>
                  <a:lnTo>
                    <a:pt x="1296162" y="761"/>
                  </a:lnTo>
                  <a:close/>
                </a:path>
                <a:path w="2029460" h="222885">
                  <a:moveTo>
                    <a:pt x="1293114" y="761"/>
                  </a:moveTo>
                  <a:lnTo>
                    <a:pt x="1293114" y="0"/>
                  </a:lnTo>
                  <a:lnTo>
                    <a:pt x="1290827" y="0"/>
                  </a:lnTo>
                  <a:lnTo>
                    <a:pt x="1290827" y="761"/>
                  </a:lnTo>
                  <a:lnTo>
                    <a:pt x="1293114" y="761"/>
                  </a:lnTo>
                  <a:close/>
                </a:path>
                <a:path w="2029460" h="222885">
                  <a:moveTo>
                    <a:pt x="1290066" y="761"/>
                  </a:moveTo>
                  <a:lnTo>
                    <a:pt x="1290066" y="0"/>
                  </a:lnTo>
                  <a:lnTo>
                    <a:pt x="1287780" y="0"/>
                  </a:lnTo>
                  <a:lnTo>
                    <a:pt x="1287780" y="761"/>
                  </a:lnTo>
                  <a:lnTo>
                    <a:pt x="1290066" y="761"/>
                  </a:lnTo>
                  <a:close/>
                </a:path>
                <a:path w="2029460" h="222885">
                  <a:moveTo>
                    <a:pt x="1287018" y="761"/>
                  </a:moveTo>
                  <a:lnTo>
                    <a:pt x="1287018" y="0"/>
                  </a:lnTo>
                  <a:lnTo>
                    <a:pt x="1284732" y="0"/>
                  </a:lnTo>
                  <a:lnTo>
                    <a:pt x="1284732" y="761"/>
                  </a:lnTo>
                  <a:lnTo>
                    <a:pt x="1287018" y="761"/>
                  </a:lnTo>
                  <a:close/>
                </a:path>
                <a:path w="2029460" h="222885">
                  <a:moveTo>
                    <a:pt x="1283970" y="761"/>
                  </a:moveTo>
                  <a:lnTo>
                    <a:pt x="1283970" y="0"/>
                  </a:lnTo>
                  <a:lnTo>
                    <a:pt x="1281684" y="0"/>
                  </a:lnTo>
                  <a:lnTo>
                    <a:pt x="1281684" y="761"/>
                  </a:lnTo>
                  <a:lnTo>
                    <a:pt x="1283970" y="761"/>
                  </a:lnTo>
                  <a:close/>
                </a:path>
                <a:path w="2029460" h="222885">
                  <a:moveTo>
                    <a:pt x="1280922" y="761"/>
                  </a:moveTo>
                  <a:lnTo>
                    <a:pt x="1280922" y="0"/>
                  </a:lnTo>
                  <a:lnTo>
                    <a:pt x="1278636" y="0"/>
                  </a:lnTo>
                  <a:lnTo>
                    <a:pt x="1278636" y="761"/>
                  </a:lnTo>
                  <a:lnTo>
                    <a:pt x="1280922" y="761"/>
                  </a:lnTo>
                  <a:close/>
                </a:path>
                <a:path w="2029460" h="222885">
                  <a:moveTo>
                    <a:pt x="1277874" y="761"/>
                  </a:moveTo>
                  <a:lnTo>
                    <a:pt x="1277874" y="0"/>
                  </a:lnTo>
                  <a:lnTo>
                    <a:pt x="1275588" y="0"/>
                  </a:lnTo>
                  <a:lnTo>
                    <a:pt x="1275588" y="761"/>
                  </a:lnTo>
                  <a:lnTo>
                    <a:pt x="1277874" y="761"/>
                  </a:lnTo>
                  <a:close/>
                </a:path>
                <a:path w="2029460" h="222885">
                  <a:moveTo>
                    <a:pt x="1274826" y="761"/>
                  </a:moveTo>
                  <a:lnTo>
                    <a:pt x="1274826" y="0"/>
                  </a:lnTo>
                  <a:lnTo>
                    <a:pt x="1272539" y="0"/>
                  </a:lnTo>
                  <a:lnTo>
                    <a:pt x="1272539" y="761"/>
                  </a:lnTo>
                  <a:lnTo>
                    <a:pt x="1274826" y="761"/>
                  </a:lnTo>
                  <a:close/>
                </a:path>
                <a:path w="2029460" h="222885">
                  <a:moveTo>
                    <a:pt x="1271778" y="761"/>
                  </a:moveTo>
                  <a:lnTo>
                    <a:pt x="1271778" y="0"/>
                  </a:lnTo>
                  <a:lnTo>
                    <a:pt x="1269492" y="0"/>
                  </a:lnTo>
                  <a:lnTo>
                    <a:pt x="1269492" y="761"/>
                  </a:lnTo>
                  <a:lnTo>
                    <a:pt x="1271778" y="761"/>
                  </a:lnTo>
                  <a:close/>
                </a:path>
                <a:path w="2029460" h="222885">
                  <a:moveTo>
                    <a:pt x="1268730" y="761"/>
                  </a:moveTo>
                  <a:lnTo>
                    <a:pt x="1268730" y="0"/>
                  </a:lnTo>
                  <a:lnTo>
                    <a:pt x="1266444" y="0"/>
                  </a:lnTo>
                  <a:lnTo>
                    <a:pt x="1266444" y="761"/>
                  </a:lnTo>
                  <a:lnTo>
                    <a:pt x="1268730" y="761"/>
                  </a:lnTo>
                  <a:close/>
                </a:path>
                <a:path w="2029460" h="222885">
                  <a:moveTo>
                    <a:pt x="1265682" y="761"/>
                  </a:moveTo>
                  <a:lnTo>
                    <a:pt x="1265682" y="0"/>
                  </a:lnTo>
                  <a:lnTo>
                    <a:pt x="1263396" y="0"/>
                  </a:lnTo>
                  <a:lnTo>
                    <a:pt x="1263396" y="761"/>
                  </a:lnTo>
                  <a:lnTo>
                    <a:pt x="1265682" y="761"/>
                  </a:lnTo>
                  <a:close/>
                </a:path>
                <a:path w="2029460" h="222885">
                  <a:moveTo>
                    <a:pt x="1262634" y="761"/>
                  </a:moveTo>
                  <a:lnTo>
                    <a:pt x="1262634" y="0"/>
                  </a:lnTo>
                  <a:lnTo>
                    <a:pt x="1260348" y="0"/>
                  </a:lnTo>
                  <a:lnTo>
                    <a:pt x="1260348" y="761"/>
                  </a:lnTo>
                  <a:lnTo>
                    <a:pt x="1262634" y="761"/>
                  </a:lnTo>
                  <a:close/>
                </a:path>
                <a:path w="2029460" h="222885">
                  <a:moveTo>
                    <a:pt x="1259586" y="761"/>
                  </a:moveTo>
                  <a:lnTo>
                    <a:pt x="1259586" y="0"/>
                  </a:lnTo>
                  <a:lnTo>
                    <a:pt x="1257300" y="0"/>
                  </a:lnTo>
                  <a:lnTo>
                    <a:pt x="1257300" y="761"/>
                  </a:lnTo>
                  <a:lnTo>
                    <a:pt x="1259586" y="761"/>
                  </a:lnTo>
                  <a:close/>
                </a:path>
                <a:path w="2029460" h="222885">
                  <a:moveTo>
                    <a:pt x="1256538" y="761"/>
                  </a:moveTo>
                  <a:lnTo>
                    <a:pt x="1256538" y="0"/>
                  </a:lnTo>
                  <a:lnTo>
                    <a:pt x="1254252" y="0"/>
                  </a:lnTo>
                  <a:lnTo>
                    <a:pt x="1254252" y="761"/>
                  </a:lnTo>
                  <a:lnTo>
                    <a:pt x="1256538" y="761"/>
                  </a:lnTo>
                  <a:close/>
                </a:path>
                <a:path w="2029460" h="222885">
                  <a:moveTo>
                    <a:pt x="1253490" y="761"/>
                  </a:moveTo>
                  <a:lnTo>
                    <a:pt x="1253490" y="0"/>
                  </a:lnTo>
                  <a:lnTo>
                    <a:pt x="1251204" y="0"/>
                  </a:lnTo>
                  <a:lnTo>
                    <a:pt x="1251204" y="761"/>
                  </a:lnTo>
                  <a:lnTo>
                    <a:pt x="1253490" y="761"/>
                  </a:lnTo>
                  <a:close/>
                </a:path>
                <a:path w="2029460" h="222885">
                  <a:moveTo>
                    <a:pt x="1250442" y="761"/>
                  </a:moveTo>
                  <a:lnTo>
                    <a:pt x="1250442" y="0"/>
                  </a:lnTo>
                  <a:lnTo>
                    <a:pt x="1248156" y="0"/>
                  </a:lnTo>
                  <a:lnTo>
                    <a:pt x="1248156" y="761"/>
                  </a:lnTo>
                  <a:lnTo>
                    <a:pt x="1250442" y="761"/>
                  </a:lnTo>
                  <a:close/>
                </a:path>
                <a:path w="2029460" h="222885">
                  <a:moveTo>
                    <a:pt x="1247394" y="761"/>
                  </a:moveTo>
                  <a:lnTo>
                    <a:pt x="1247394" y="0"/>
                  </a:lnTo>
                  <a:lnTo>
                    <a:pt x="1245108" y="0"/>
                  </a:lnTo>
                  <a:lnTo>
                    <a:pt x="1245108" y="761"/>
                  </a:lnTo>
                  <a:lnTo>
                    <a:pt x="1247394" y="761"/>
                  </a:lnTo>
                  <a:close/>
                </a:path>
                <a:path w="2029460" h="222885">
                  <a:moveTo>
                    <a:pt x="1244346" y="761"/>
                  </a:moveTo>
                  <a:lnTo>
                    <a:pt x="1244346" y="0"/>
                  </a:lnTo>
                  <a:lnTo>
                    <a:pt x="1242060" y="0"/>
                  </a:lnTo>
                  <a:lnTo>
                    <a:pt x="1242060" y="761"/>
                  </a:lnTo>
                  <a:lnTo>
                    <a:pt x="1244346" y="761"/>
                  </a:lnTo>
                  <a:close/>
                </a:path>
                <a:path w="2029460" h="222885">
                  <a:moveTo>
                    <a:pt x="1241298" y="761"/>
                  </a:moveTo>
                  <a:lnTo>
                    <a:pt x="1241298" y="0"/>
                  </a:lnTo>
                  <a:lnTo>
                    <a:pt x="1239012" y="0"/>
                  </a:lnTo>
                  <a:lnTo>
                    <a:pt x="1239012" y="761"/>
                  </a:lnTo>
                  <a:lnTo>
                    <a:pt x="1241298" y="761"/>
                  </a:lnTo>
                  <a:close/>
                </a:path>
                <a:path w="2029460" h="222885">
                  <a:moveTo>
                    <a:pt x="1238250" y="761"/>
                  </a:moveTo>
                  <a:lnTo>
                    <a:pt x="1238250" y="0"/>
                  </a:lnTo>
                  <a:lnTo>
                    <a:pt x="1235964" y="0"/>
                  </a:lnTo>
                  <a:lnTo>
                    <a:pt x="1235964" y="761"/>
                  </a:lnTo>
                  <a:lnTo>
                    <a:pt x="1238250" y="761"/>
                  </a:lnTo>
                  <a:close/>
                </a:path>
                <a:path w="2029460" h="222885">
                  <a:moveTo>
                    <a:pt x="1235202" y="761"/>
                  </a:moveTo>
                  <a:lnTo>
                    <a:pt x="1235202" y="0"/>
                  </a:lnTo>
                  <a:lnTo>
                    <a:pt x="1232915" y="0"/>
                  </a:lnTo>
                  <a:lnTo>
                    <a:pt x="1232915" y="761"/>
                  </a:lnTo>
                  <a:lnTo>
                    <a:pt x="1235202" y="761"/>
                  </a:lnTo>
                  <a:close/>
                </a:path>
                <a:path w="2029460" h="222885">
                  <a:moveTo>
                    <a:pt x="1232154" y="761"/>
                  </a:moveTo>
                  <a:lnTo>
                    <a:pt x="1232154" y="0"/>
                  </a:lnTo>
                  <a:lnTo>
                    <a:pt x="1229868" y="0"/>
                  </a:lnTo>
                  <a:lnTo>
                    <a:pt x="1229868" y="761"/>
                  </a:lnTo>
                  <a:lnTo>
                    <a:pt x="1232154" y="761"/>
                  </a:lnTo>
                  <a:close/>
                </a:path>
                <a:path w="2029460" h="222885">
                  <a:moveTo>
                    <a:pt x="1229106" y="761"/>
                  </a:moveTo>
                  <a:lnTo>
                    <a:pt x="1229106" y="0"/>
                  </a:lnTo>
                  <a:lnTo>
                    <a:pt x="1226820" y="0"/>
                  </a:lnTo>
                  <a:lnTo>
                    <a:pt x="1226820" y="761"/>
                  </a:lnTo>
                  <a:lnTo>
                    <a:pt x="1229106" y="761"/>
                  </a:lnTo>
                  <a:close/>
                </a:path>
                <a:path w="2029460" h="222885">
                  <a:moveTo>
                    <a:pt x="1226058" y="761"/>
                  </a:moveTo>
                  <a:lnTo>
                    <a:pt x="1226058" y="0"/>
                  </a:lnTo>
                  <a:lnTo>
                    <a:pt x="1223772" y="0"/>
                  </a:lnTo>
                  <a:lnTo>
                    <a:pt x="1223772" y="761"/>
                  </a:lnTo>
                  <a:lnTo>
                    <a:pt x="1226058" y="761"/>
                  </a:lnTo>
                  <a:close/>
                </a:path>
                <a:path w="2029460" h="222885">
                  <a:moveTo>
                    <a:pt x="1223010" y="761"/>
                  </a:moveTo>
                  <a:lnTo>
                    <a:pt x="1223010" y="0"/>
                  </a:lnTo>
                  <a:lnTo>
                    <a:pt x="1220724" y="0"/>
                  </a:lnTo>
                  <a:lnTo>
                    <a:pt x="1220724" y="761"/>
                  </a:lnTo>
                  <a:lnTo>
                    <a:pt x="1223010" y="761"/>
                  </a:lnTo>
                  <a:close/>
                </a:path>
                <a:path w="2029460" h="222885">
                  <a:moveTo>
                    <a:pt x="1219962" y="761"/>
                  </a:moveTo>
                  <a:lnTo>
                    <a:pt x="1219962" y="0"/>
                  </a:lnTo>
                  <a:lnTo>
                    <a:pt x="1217676" y="0"/>
                  </a:lnTo>
                  <a:lnTo>
                    <a:pt x="1217676" y="761"/>
                  </a:lnTo>
                  <a:lnTo>
                    <a:pt x="1219962" y="761"/>
                  </a:lnTo>
                  <a:close/>
                </a:path>
                <a:path w="2029460" h="222885">
                  <a:moveTo>
                    <a:pt x="1216914" y="761"/>
                  </a:moveTo>
                  <a:lnTo>
                    <a:pt x="1216914" y="0"/>
                  </a:lnTo>
                  <a:lnTo>
                    <a:pt x="1214627" y="0"/>
                  </a:lnTo>
                  <a:lnTo>
                    <a:pt x="1214627" y="761"/>
                  </a:lnTo>
                  <a:lnTo>
                    <a:pt x="1216914" y="761"/>
                  </a:lnTo>
                  <a:close/>
                </a:path>
                <a:path w="2029460" h="222885">
                  <a:moveTo>
                    <a:pt x="1213866" y="761"/>
                  </a:moveTo>
                  <a:lnTo>
                    <a:pt x="1213866" y="0"/>
                  </a:lnTo>
                  <a:lnTo>
                    <a:pt x="1211580" y="0"/>
                  </a:lnTo>
                  <a:lnTo>
                    <a:pt x="1211580" y="761"/>
                  </a:lnTo>
                  <a:lnTo>
                    <a:pt x="1213866" y="761"/>
                  </a:lnTo>
                  <a:close/>
                </a:path>
                <a:path w="2029460" h="222885">
                  <a:moveTo>
                    <a:pt x="1210818" y="761"/>
                  </a:moveTo>
                  <a:lnTo>
                    <a:pt x="1210818" y="0"/>
                  </a:lnTo>
                  <a:lnTo>
                    <a:pt x="1208532" y="0"/>
                  </a:lnTo>
                  <a:lnTo>
                    <a:pt x="1208532" y="761"/>
                  </a:lnTo>
                  <a:lnTo>
                    <a:pt x="1210818" y="761"/>
                  </a:lnTo>
                  <a:close/>
                </a:path>
                <a:path w="2029460" h="222885">
                  <a:moveTo>
                    <a:pt x="1207770" y="761"/>
                  </a:moveTo>
                  <a:lnTo>
                    <a:pt x="1207770" y="0"/>
                  </a:lnTo>
                  <a:lnTo>
                    <a:pt x="1205484" y="0"/>
                  </a:lnTo>
                  <a:lnTo>
                    <a:pt x="1205484" y="761"/>
                  </a:lnTo>
                  <a:lnTo>
                    <a:pt x="1207770" y="761"/>
                  </a:lnTo>
                  <a:close/>
                </a:path>
                <a:path w="2029460" h="222885">
                  <a:moveTo>
                    <a:pt x="1204722" y="761"/>
                  </a:moveTo>
                  <a:lnTo>
                    <a:pt x="1204722" y="0"/>
                  </a:lnTo>
                  <a:lnTo>
                    <a:pt x="1202436" y="0"/>
                  </a:lnTo>
                  <a:lnTo>
                    <a:pt x="1202436" y="761"/>
                  </a:lnTo>
                  <a:lnTo>
                    <a:pt x="1204722" y="761"/>
                  </a:lnTo>
                  <a:close/>
                </a:path>
                <a:path w="2029460" h="222885">
                  <a:moveTo>
                    <a:pt x="1201674" y="761"/>
                  </a:moveTo>
                  <a:lnTo>
                    <a:pt x="1201674" y="0"/>
                  </a:lnTo>
                  <a:lnTo>
                    <a:pt x="1199388" y="0"/>
                  </a:lnTo>
                  <a:lnTo>
                    <a:pt x="1199388" y="761"/>
                  </a:lnTo>
                  <a:lnTo>
                    <a:pt x="1201674" y="761"/>
                  </a:lnTo>
                  <a:close/>
                </a:path>
                <a:path w="2029460" h="222885">
                  <a:moveTo>
                    <a:pt x="1198626" y="761"/>
                  </a:moveTo>
                  <a:lnTo>
                    <a:pt x="1198626" y="0"/>
                  </a:lnTo>
                  <a:lnTo>
                    <a:pt x="1196339" y="0"/>
                  </a:lnTo>
                  <a:lnTo>
                    <a:pt x="1196339" y="761"/>
                  </a:lnTo>
                  <a:lnTo>
                    <a:pt x="1198626" y="761"/>
                  </a:lnTo>
                  <a:close/>
                </a:path>
                <a:path w="2029460" h="222885">
                  <a:moveTo>
                    <a:pt x="1195578" y="761"/>
                  </a:moveTo>
                  <a:lnTo>
                    <a:pt x="1195578" y="0"/>
                  </a:lnTo>
                  <a:lnTo>
                    <a:pt x="1193292" y="0"/>
                  </a:lnTo>
                  <a:lnTo>
                    <a:pt x="1193292" y="761"/>
                  </a:lnTo>
                  <a:lnTo>
                    <a:pt x="1195578" y="761"/>
                  </a:lnTo>
                  <a:close/>
                </a:path>
                <a:path w="2029460" h="222885">
                  <a:moveTo>
                    <a:pt x="1192530" y="761"/>
                  </a:moveTo>
                  <a:lnTo>
                    <a:pt x="1192530" y="0"/>
                  </a:lnTo>
                  <a:lnTo>
                    <a:pt x="1190244" y="0"/>
                  </a:lnTo>
                  <a:lnTo>
                    <a:pt x="1190244" y="761"/>
                  </a:lnTo>
                  <a:lnTo>
                    <a:pt x="1192530" y="761"/>
                  </a:lnTo>
                  <a:close/>
                </a:path>
                <a:path w="2029460" h="222885">
                  <a:moveTo>
                    <a:pt x="1189482" y="761"/>
                  </a:moveTo>
                  <a:lnTo>
                    <a:pt x="1189482" y="0"/>
                  </a:lnTo>
                  <a:lnTo>
                    <a:pt x="1187196" y="0"/>
                  </a:lnTo>
                  <a:lnTo>
                    <a:pt x="1187196" y="761"/>
                  </a:lnTo>
                  <a:lnTo>
                    <a:pt x="1189482" y="761"/>
                  </a:lnTo>
                  <a:close/>
                </a:path>
                <a:path w="2029460" h="222885">
                  <a:moveTo>
                    <a:pt x="1186434" y="761"/>
                  </a:moveTo>
                  <a:lnTo>
                    <a:pt x="1186434" y="0"/>
                  </a:lnTo>
                  <a:lnTo>
                    <a:pt x="1184148" y="0"/>
                  </a:lnTo>
                  <a:lnTo>
                    <a:pt x="1184148" y="761"/>
                  </a:lnTo>
                  <a:lnTo>
                    <a:pt x="1186434" y="761"/>
                  </a:lnTo>
                  <a:close/>
                </a:path>
                <a:path w="2029460" h="222885">
                  <a:moveTo>
                    <a:pt x="1183386" y="761"/>
                  </a:moveTo>
                  <a:lnTo>
                    <a:pt x="1183386" y="0"/>
                  </a:lnTo>
                  <a:lnTo>
                    <a:pt x="1181100" y="0"/>
                  </a:lnTo>
                  <a:lnTo>
                    <a:pt x="1181100" y="761"/>
                  </a:lnTo>
                  <a:lnTo>
                    <a:pt x="1183386" y="761"/>
                  </a:lnTo>
                  <a:close/>
                </a:path>
                <a:path w="2029460" h="222885">
                  <a:moveTo>
                    <a:pt x="1180338" y="761"/>
                  </a:moveTo>
                  <a:lnTo>
                    <a:pt x="1180338" y="0"/>
                  </a:lnTo>
                  <a:lnTo>
                    <a:pt x="1178052" y="0"/>
                  </a:lnTo>
                  <a:lnTo>
                    <a:pt x="1178052" y="761"/>
                  </a:lnTo>
                  <a:lnTo>
                    <a:pt x="1180338" y="761"/>
                  </a:lnTo>
                  <a:close/>
                </a:path>
                <a:path w="2029460" h="222885">
                  <a:moveTo>
                    <a:pt x="1177290" y="761"/>
                  </a:moveTo>
                  <a:lnTo>
                    <a:pt x="1177290" y="0"/>
                  </a:lnTo>
                  <a:lnTo>
                    <a:pt x="1175004" y="0"/>
                  </a:lnTo>
                  <a:lnTo>
                    <a:pt x="1175004" y="761"/>
                  </a:lnTo>
                  <a:lnTo>
                    <a:pt x="1177290" y="761"/>
                  </a:lnTo>
                  <a:close/>
                </a:path>
                <a:path w="2029460" h="222885">
                  <a:moveTo>
                    <a:pt x="1174242" y="761"/>
                  </a:moveTo>
                  <a:lnTo>
                    <a:pt x="1174242" y="0"/>
                  </a:lnTo>
                  <a:lnTo>
                    <a:pt x="1171956" y="0"/>
                  </a:lnTo>
                  <a:lnTo>
                    <a:pt x="1171956" y="761"/>
                  </a:lnTo>
                  <a:lnTo>
                    <a:pt x="1174242" y="761"/>
                  </a:lnTo>
                  <a:close/>
                </a:path>
                <a:path w="2029460" h="222885">
                  <a:moveTo>
                    <a:pt x="1171194" y="761"/>
                  </a:moveTo>
                  <a:lnTo>
                    <a:pt x="1171194" y="0"/>
                  </a:lnTo>
                  <a:lnTo>
                    <a:pt x="1168908" y="0"/>
                  </a:lnTo>
                  <a:lnTo>
                    <a:pt x="1168908" y="761"/>
                  </a:lnTo>
                  <a:lnTo>
                    <a:pt x="1171194" y="761"/>
                  </a:lnTo>
                  <a:close/>
                </a:path>
                <a:path w="2029460" h="222885">
                  <a:moveTo>
                    <a:pt x="1168146" y="761"/>
                  </a:moveTo>
                  <a:lnTo>
                    <a:pt x="1168146" y="0"/>
                  </a:lnTo>
                  <a:lnTo>
                    <a:pt x="1165860" y="0"/>
                  </a:lnTo>
                  <a:lnTo>
                    <a:pt x="1165860" y="761"/>
                  </a:lnTo>
                  <a:lnTo>
                    <a:pt x="1168146" y="761"/>
                  </a:lnTo>
                  <a:close/>
                </a:path>
                <a:path w="2029460" h="222885">
                  <a:moveTo>
                    <a:pt x="1165098" y="761"/>
                  </a:moveTo>
                  <a:lnTo>
                    <a:pt x="1165098" y="0"/>
                  </a:lnTo>
                  <a:lnTo>
                    <a:pt x="1162812" y="0"/>
                  </a:lnTo>
                  <a:lnTo>
                    <a:pt x="1162812" y="761"/>
                  </a:lnTo>
                  <a:lnTo>
                    <a:pt x="1165098" y="761"/>
                  </a:lnTo>
                  <a:close/>
                </a:path>
                <a:path w="2029460" h="222885">
                  <a:moveTo>
                    <a:pt x="1162050" y="761"/>
                  </a:moveTo>
                  <a:lnTo>
                    <a:pt x="1162050" y="0"/>
                  </a:lnTo>
                  <a:lnTo>
                    <a:pt x="1159764" y="0"/>
                  </a:lnTo>
                  <a:lnTo>
                    <a:pt x="1159764" y="761"/>
                  </a:lnTo>
                  <a:lnTo>
                    <a:pt x="1162050" y="761"/>
                  </a:lnTo>
                  <a:close/>
                </a:path>
                <a:path w="2029460" h="222885">
                  <a:moveTo>
                    <a:pt x="1159002" y="761"/>
                  </a:moveTo>
                  <a:lnTo>
                    <a:pt x="1159002" y="0"/>
                  </a:lnTo>
                  <a:lnTo>
                    <a:pt x="1156715" y="0"/>
                  </a:lnTo>
                  <a:lnTo>
                    <a:pt x="1156715" y="761"/>
                  </a:lnTo>
                  <a:lnTo>
                    <a:pt x="1159002" y="761"/>
                  </a:lnTo>
                  <a:close/>
                </a:path>
                <a:path w="2029460" h="222885">
                  <a:moveTo>
                    <a:pt x="1155954" y="761"/>
                  </a:moveTo>
                  <a:lnTo>
                    <a:pt x="1155954" y="0"/>
                  </a:lnTo>
                  <a:lnTo>
                    <a:pt x="1153668" y="0"/>
                  </a:lnTo>
                  <a:lnTo>
                    <a:pt x="1153668" y="761"/>
                  </a:lnTo>
                  <a:lnTo>
                    <a:pt x="1155954" y="761"/>
                  </a:lnTo>
                  <a:close/>
                </a:path>
                <a:path w="2029460" h="222885">
                  <a:moveTo>
                    <a:pt x="1152906" y="761"/>
                  </a:moveTo>
                  <a:lnTo>
                    <a:pt x="1152906" y="0"/>
                  </a:lnTo>
                  <a:lnTo>
                    <a:pt x="1150620" y="0"/>
                  </a:lnTo>
                  <a:lnTo>
                    <a:pt x="1150620" y="761"/>
                  </a:lnTo>
                  <a:lnTo>
                    <a:pt x="1152906" y="761"/>
                  </a:lnTo>
                  <a:close/>
                </a:path>
                <a:path w="2029460" h="222885">
                  <a:moveTo>
                    <a:pt x="1149858" y="761"/>
                  </a:moveTo>
                  <a:lnTo>
                    <a:pt x="1149858" y="0"/>
                  </a:lnTo>
                  <a:lnTo>
                    <a:pt x="1147572" y="0"/>
                  </a:lnTo>
                  <a:lnTo>
                    <a:pt x="1147572" y="761"/>
                  </a:lnTo>
                  <a:lnTo>
                    <a:pt x="1149858" y="761"/>
                  </a:lnTo>
                  <a:close/>
                </a:path>
                <a:path w="2029460" h="222885">
                  <a:moveTo>
                    <a:pt x="1146810" y="761"/>
                  </a:moveTo>
                  <a:lnTo>
                    <a:pt x="1146810" y="0"/>
                  </a:lnTo>
                  <a:lnTo>
                    <a:pt x="1144524" y="0"/>
                  </a:lnTo>
                  <a:lnTo>
                    <a:pt x="1144524" y="761"/>
                  </a:lnTo>
                  <a:lnTo>
                    <a:pt x="1146810" y="761"/>
                  </a:lnTo>
                  <a:close/>
                </a:path>
                <a:path w="2029460" h="222885">
                  <a:moveTo>
                    <a:pt x="1143762" y="761"/>
                  </a:moveTo>
                  <a:lnTo>
                    <a:pt x="1143762" y="0"/>
                  </a:lnTo>
                  <a:lnTo>
                    <a:pt x="1141476" y="0"/>
                  </a:lnTo>
                  <a:lnTo>
                    <a:pt x="1141476" y="761"/>
                  </a:lnTo>
                  <a:lnTo>
                    <a:pt x="1143762" y="761"/>
                  </a:lnTo>
                  <a:close/>
                </a:path>
                <a:path w="2029460" h="222885">
                  <a:moveTo>
                    <a:pt x="1140714" y="761"/>
                  </a:moveTo>
                  <a:lnTo>
                    <a:pt x="1140714" y="0"/>
                  </a:lnTo>
                  <a:lnTo>
                    <a:pt x="1138427" y="0"/>
                  </a:lnTo>
                  <a:lnTo>
                    <a:pt x="1138427" y="761"/>
                  </a:lnTo>
                  <a:lnTo>
                    <a:pt x="1140714" y="761"/>
                  </a:lnTo>
                  <a:close/>
                </a:path>
                <a:path w="2029460" h="222885">
                  <a:moveTo>
                    <a:pt x="1137666" y="761"/>
                  </a:moveTo>
                  <a:lnTo>
                    <a:pt x="1137666" y="0"/>
                  </a:lnTo>
                  <a:lnTo>
                    <a:pt x="1135380" y="0"/>
                  </a:lnTo>
                  <a:lnTo>
                    <a:pt x="1135380" y="761"/>
                  </a:lnTo>
                  <a:lnTo>
                    <a:pt x="1137666" y="761"/>
                  </a:lnTo>
                  <a:close/>
                </a:path>
                <a:path w="2029460" h="222885">
                  <a:moveTo>
                    <a:pt x="1134618" y="761"/>
                  </a:moveTo>
                  <a:lnTo>
                    <a:pt x="1134618" y="0"/>
                  </a:lnTo>
                  <a:lnTo>
                    <a:pt x="1132332" y="0"/>
                  </a:lnTo>
                  <a:lnTo>
                    <a:pt x="1132332" y="761"/>
                  </a:lnTo>
                  <a:lnTo>
                    <a:pt x="1134618" y="761"/>
                  </a:lnTo>
                  <a:close/>
                </a:path>
                <a:path w="2029460" h="222885">
                  <a:moveTo>
                    <a:pt x="1131570" y="761"/>
                  </a:moveTo>
                  <a:lnTo>
                    <a:pt x="1131570" y="0"/>
                  </a:lnTo>
                  <a:lnTo>
                    <a:pt x="1129284" y="0"/>
                  </a:lnTo>
                  <a:lnTo>
                    <a:pt x="1129284" y="761"/>
                  </a:lnTo>
                  <a:lnTo>
                    <a:pt x="1131570" y="761"/>
                  </a:lnTo>
                  <a:close/>
                </a:path>
                <a:path w="2029460" h="222885">
                  <a:moveTo>
                    <a:pt x="1128522" y="761"/>
                  </a:moveTo>
                  <a:lnTo>
                    <a:pt x="1128522" y="0"/>
                  </a:lnTo>
                  <a:lnTo>
                    <a:pt x="1126236" y="0"/>
                  </a:lnTo>
                  <a:lnTo>
                    <a:pt x="1126236" y="761"/>
                  </a:lnTo>
                  <a:lnTo>
                    <a:pt x="1128522" y="761"/>
                  </a:lnTo>
                  <a:close/>
                </a:path>
                <a:path w="2029460" h="222885">
                  <a:moveTo>
                    <a:pt x="1125474" y="761"/>
                  </a:moveTo>
                  <a:lnTo>
                    <a:pt x="1125474" y="0"/>
                  </a:lnTo>
                  <a:lnTo>
                    <a:pt x="1123188" y="0"/>
                  </a:lnTo>
                  <a:lnTo>
                    <a:pt x="1123188" y="761"/>
                  </a:lnTo>
                  <a:lnTo>
                    <a:pt x="1125474" y="761"/>
                  </a:lnTo>
                  <a:close/>
                </a:path>
                <a:path w="2029460" h="222885">
                  <a:moveTo>
                    <a:pt x="1122426" y="761"/>
                  </a:moveTo>
                  <a:lnTo>
                    <a:pt x="1122426" y="0"/>
                  </a:lnTo>
                  <a:lnTo>
                    <a:pt x="1120139" y="0"/>
                  </a:lnTo>
                  <a:lnTo>
                    <a:pt x="1120139" y="761"/>
                  </a:lnTo>
                  <a:lnTo>
                    <a:pt x="1122426" y="761"/>
                  </a:lnTo>
                  <a:close/>
                </a:path>
                <a:path w="2029460" h="222885">
                  <a:moveTo>
                    <a:pt x="1119378" y="761"/>
                  </a:moveTo>
                  <a:lnTo>
                    <a:pt x="1119378" y="0"/>
                  </a:lnTo>
                  <a:lnTo>
                    <a:pt x="1117092" y="0"/>
                  </a:lnTo>
                  <a:lnTo>
                    <a:pt x="1117092" y="761"/>
                  </a:lnTo>
                  <a:lnTo>
                    <a:pt x="1119378" y="761"/>
                  </a:lnTo>
                  <a:close/>
                </a:path>
                <a:path w="2029460" h="222885">
                  <a:moveTo>
                    <a:pt x="1116330" y="761"/>
                  </a:moveTo>
                  <a:lnTo>
                    <a:pt x="1116330" y="0"/>
                  </a:lnTo>
                  <a:lnTo>
                    <a:pt x="1114044" y="0"/>
                  </a:lnTo>
                  <a:lnTo>
                    <a:pt x="1114044" y="761"/>
                  </a:lnTo>
                  <a:lnTo>
                    <a:pt x="1116330" y="761"/>
                  </a:lnTo>
                  <a:close/>
                </a:path>
                <a:path w="2029460" h="222885">
                  <a:moveTo>
                    <a:pt x="1113282" y="761"/>
                  </a:moveTo>
                  <a:lnTo>
                    <a:pt x="1113282" y="0"/>
                  </a:lnTo>
                  <a:lnTo>
                    <a:pt x="1110996" y="0"/>
                  </a:lnTo>
                  <a:lnTo>
                    <a:pt x="1110996" y="761"/>
                  </a:lnTo>
                  <a:lnTo>
                    <a:pt x="1113282" y="761"/>
                  </a:lnTo>
                  <a:close/>
                </a:path>
                <a:path w="2029460" h="222885">
                  <a:moveTo>
                    <a:pt x="1110234" y="761"/>
                  </a:moveTo>
                  <a:lnTo>
                    <a:pt x="1110234" y="0"/>
                  </a:lnTo>
                  <a:lnTo>
                    <a:pt x="1107948" y="0"/>
                  </a:lnTo>
                  <a:lnTo>
                    <a:pt x="1107948" y="761"/>
                  </a:lnTo>
                  <a:lnTo>
                    <a:pt x="1110234" y="761"/>
                  </a:lnTo>
                  <a:close/>
                </a:path>
                <a:path w="2029460" h="222885">
                  <a:moveTo>
                    <a:pt x="1107186" y="761"/>
                  </a:moveTo>
                  <a:lnTo>
                    <a:pt x="1107186" y="0"/>
                  </a:lnTo>
                  <a:lnTo>
                    <a:pt x="1104900" y="0"/>
                  </a:lnTo>
                  <a:lnTo>
                    <a:pt x="1104900" y="761"/>
                  </a:lnTo>
                  <a:lnTo>
                    <a:pt x="1107186" y="761"/>
                  </a:lnTo>
                  <a:close/>
                </a:path>
                <a:path w="2029460" h="222885">
                  <a:moveTo>
                    <a:pt x="1104138" y="761"/>
                  </a:moveTo>
                  <a:lnTo>
                    <a:pt x="1104138" y="0"/>
                  </a:lnTo>
                  <a:lnTo>
                    <a:pt x="1101852" y="0"/>
                  </a:lnTo>
                  <a:lnTo>
                    <a:pt x="1101852" y="761"/>
                  </a:lnTo>
                  <a:lnTo>
                    <a:pt x="1104138" y="761"/>
                  </a:lnTo>
                  <a:close/>
                </a:path>
                <a:path w="2029460" h="222885">
                  <a:moveTo>
                    <a:pt x="1101090" y="761"/>
                  </a:moveTo>
                  <a:lnTo>
                    <a:pt x="1101090" y="0"/>
                  </a:lnTo>
                  <a:lnTo>
                    <a:pt x="1098804" y="0"/>
                  </a:lnTo>
                  <a:lnTo>
                    <a:pt x="1098804" y="761"/>
                  </a:lnTo>
                  <a:lnTo>
                    <a:pt x="1101090" y="761"/>
                  </a:lnTo>
                  <a:close/>
                </a:path>
                <a:path w="2029460" h="222885">
                  <a:moveTo>
                    <a:pt x="1098042" y="761"/>
                  </a:moveTo>
                  <a:lnTo>
                    <a:pt x="1098042" y="0"/>
                  </a:lnTo>
                  <a:lnTo>
                    <a:pt x="1095756" y="0"/>
                  </a:lnTo>
                  <a:lnTo>
                    <a:pt x="1095756" y="761"/>
                  </a:lnTo>
                  <a:lnTo>
                    <a:pt x="1098042" y="761"/>
                  </a:lnTo>
                  <a:close/>
                </a:path>
                <a:path w="2029460" h="222885">
                  <a:moveTo>
                    <a:pt x="1094994" y="761"/>
                  </a:moveTo>
                  <a:lnTo>
                    <a:pt x="1094994" y="0"/>
                  </a:lnTo>
                  <a:lnTo>
                    <a:pt x="1092708" y="0"/>
                  </a:lnTo>
                  <a:lnTo>
                    <a:pt x="1092708" y="761"/>
                  </a:lnTo>
                  <a:lnTo>
                    <a:pt x="1094994" y="761"/>
                  </a:lnTo>
                  <a:close/>
                </a:path>
                <a:path w="2029460" h="222885">
                  <a:moveTo>
                    <a:pt x="1091946" y="761"/>
                  </a:moveTo>
                  <a:lnTo>
                    <a:pt x="1091946" y="0"/>
                  </a:lnTo>
                  <a:lnTo>
                    <a:pt x="1089660" y="0"/>
                  </a:lnTo>
                  <a:lnTo>
                    <a:pt x="1089660" y="761"/>
                  </a:lnTo>
                  <a:lnTo>
                    <a:pt x="1091946" y="761"/>
                  </a:lnTo>
                  <a:close/>
                </a:path>
                <a:path w="2029460" h="222885">
                  <a:moveTo>
                    <a:pt x="1088898" y="761"/>
                  </a:moveTo>
                  <a:lnTo>
                    <a:pt x="1088898" y="0"/>
                  </a:lnTo>
                  <a:lnTo>
                    <a:pt x="1086612" y="0"/>
                  </a:lnTo>
                  <a:lnTo>
                    <a:pt x="1086612" y="761"/>
                  </a:lnTo>
                  <a:lnTo>
                    <a:pt x="1088898" y="761"/>
                  </a:lnTo>
                  <a:close/>
                </a:path>
                <a:path w="2029460" h="222885">
                  <a:moveTo>
                    <a:pt x="1085850" y="761"/>
                  </a:moveTo>
                  <a:lnTo>
                    <a:pt x="1085850" y="0"/>
                  </a:lnTo>
                  <a:lnTo>
                    <a:pt x="1083564" y="0"/>
                  </a:lnTo>
                  <a:lnTo>
                    <a:pt x="1083564" y="761"/>
                  </a:lnTo>
                  <a:lnTo>
                    <a:pt x="1085850" y="761"/>
                  </a:lnTo>
                  <a:close/>
                </a:path>
                <a:path w="2029460" h="222885">
                  <a:moveTo>
                    <a:pt x="1082802" y="761"/>
                  </a:moveTo>
                  <a:lnTo>
                    <a:pt x="1082802" y="0"/>
                  </a:lnTo>
                  <a:lnTo>
                    <a:pt x="1080515" y="0"/>
                  </a:lnTo>
                  <a:lnTo>
                    <a:pt x="1080515" y="761"/>
                  </a:lnTo>
                  <a:lnTo>
                    <a:pt x="1082802" y="761"/>
                  </a:lnTo>
                  <a:close/>
                </a:path>
                <a:path w="2029460" h="222885">
                  <a:moveTo>
                    <a:pt x="1079754" y="761"/>
                  </a:moveTo>
                  <a:lnTo>
                    <a:pt x="1079754" y="0"/>
                  </a:lnTo>
                  <a:lnTo>
                    <a:pt x="1077468" y="0"/>
                  </a:lnTo>
                  <a:lnTo>
                    <a:pt x="1077468" y="761"/>
                  </a:lnTo>
                  <a:lnTo>
                    <a:pt x="1079754" y="761"/>
                  </a:lnTo>
                  <a:close/>
                </a:path>
                <a:path w="2029460" h="222885">
                  <a:moveTo>
                    <a:pt x="1076706" y="761"/>
                  </a:moveTo>
                  <a:lnTo>
                    <a:pt x="1076706" y="0"/>
                  </a:lnTo>
                  <a:lnTo>
                    <a:pt x="1074420" y="0"/>
                  </a:lnTo>
                  <a:lnTo>
                    <a:pt x="1074420" y="761"/>
                  </a:lnTo>
                  <a:lnTo>
                    <a:pt x="1076706" y="761"/>
                  </a:lnTo>
                  <a:close/>
                </a:path>
                <a:path w="2029460" h="222885">
                  <a:moveTo>
                    <a:pt x="1073658" y="761"/>
                  </a:moveTo>
                  <a:lnTo>
                    <a:pt x="1073658" y="0"/>
                  </a:lnTo>
                  <a:lnTo>
                    <a:pt x="1071372" y="0"/>
                  </a:lnTo>
                  <a:lnTo>
                    <a:pt x="1071372" y="761"/>
                  </a:lnTo>
                  <a:lnTo>
                    <a:pt x="1073658" y="761"/>
                  </a:lnTo>
                  <a:close/>
                </a:path>
                <a:path w="2029460" h="222885">
                  <a:moveTo>
                    <a:pt x="1070610" y="761"/>
                  </a:moveTo>
                  <a:lnTo>
                    <a:pt x="1070610" y="0"/>
                  </a:lnTo>
                  <a:lnTo>
                    <a:pt x="1068324" y="0"/>
                  </a:lnTo>
                  <a:lnTo>
                    <a:pt x="1068324" y="761"/>
                  </a:lnTo>
                  <a:lnTo>
                    <a:pt x="1070610" y="761"/>
                  </a:lnTo>
                  <a:close/>
                </a:path>
                <a:path w="2029460" h="222885">
                  <a:moveTo>
                    <a:pt x="1067562" y="761"/>
                  </a:moveTo>
                  <a:lnTo>
                    <a:pt x="1067562" y="0"/>
                  </a:lnTo>
                  <a:lnTo>
                    <a:pt x="1065276" y="0"/>
                  </a:lnTo>
                  <a:lnTo>
                    <a:pt x="1065276" y="761"/>
                  </a:lnTo>
                  <a:lnTo>
                    <a:pt x="1067562" y="761"/>
                  </a:lnTo>
                  <a:close/>
                </a:path>
                <a:path w="2029460" h="222885">
                  <a:moveTo>
                    <a:pt x="1064514" y="761"/>
                  </a:moveTo>
                  <a:lnTo>
                    <a:pt x="1064514" y="0"/>
                  </a:lnTo>
                  <a:lnTo>
                    <a:pt x="1062227" y="0"/>
                  </a:lnTo>
                  <a:lnTo>
                    <a:pt x="1062227" y="761"/>
                  </a:lnTo>
                  <a:lnTo>
                    <a:pt x="1064514" y="761"/>
                  </a:lnTo>
                  <a:close/>
                </a:path>
                <a:path w="2029460" h="222885">
                  <a:moveTo>
                    <a:pt x="1061466" y="761"/>
                  </a:moveTo>
                  <a:lnTo>
                    <a:pt x="1061466" y="0"/>
                  </a:lnTo>
                  <a:lnTo>
                    <a:pt x="1059180" y="0"/>
                  </a:lnTo>
                  <a:lnTo>
                    <a:pt x="1059180" y="761"/>
                  </a:lnTo>
                  <a:lnTo>
                    <a:pt x="1061466" y="761"/>
                  </a:lnTo>
                  <a:close/>
                </a:path>
                <a:path w="2029460" h="222885">
                  <a:moveTo>
                    <a:pt x="1058418" y="761"/>
                  </a:moveTo>
                  <a:lnTo>
                    <a:pt x="1058418" y="0"/>
                  </a:lnTo>
                  <a:lnTo>
                    <a:pt x="1056132" y="0"/>
                  </a:lnTo>
                  <a:lnTo>
                    <a:pt x="1056132" y="761"/>
                  </a:lnTo>
                  <a:lnTo>
                    <a:pt x="1058418" y="761"/>
                  </a:lnTo>
                  <a:close/>
                </a:path>
                <a:path w="2029460" h="222885">
                  <a:moveTo>
                    <a:pt x="1055370" y="761"/>
                  </a:moveTo>
                  <a:lnTo>
                    <a:pt x="1055370" y="0"/>
                  </a:lnTo>
                  <a:lnTo>
                    <a:pt x="1053084" y="0"/>
                  </a:lnTo>
                  <a:lnTo>
                    <a:pt x="1053084" y="761"/>
                  </a:lnTo>
                  <a:lnTo>
                    <a:pt x="1055370" y="761"/>
                  </a:lnTo>
                  <a:close/>
                </a:path>
                <a:path w="2029460" h="222885">
                  <a:moveTo>
                    <a:pt x="1052322" y="761"/>
                  </a:moveTo>
                  <a:lnTo>
                    <a:pt x="1052322" y="0"/>
                  </a:lnTo>
                  <a:lnTo>
                    <a:pt x="1050036" y="0"/>
                  </a:lnTo>
                  <a:lnTo>
                    <a:pt x="1050036" y="761"/>
                  </a:lnTo>
                  <a:lnTo>
                    <a:pt x="1052322" y="761"/>
                  </a:lnTo>
                  <a:close/>
                </a:path>
                <a:path w="2029460" h="222885">
                  <a:moveTo>
                    <a:pt x="1049274" y="761"/>
                  </a:moveTo>
                  <a:lnTo>
                    <a:pt x="1049274" y="0"/>
                  </a:lnTo>
                  <a:lnTo>
                    <a:pt x="1046988" y="0"/>
                  </a:lnTo>
                  <a:lnTo>
                    <a:pt x="1046988" y="761"/>
                  </a:lnTo>
                  <a:lnTo>
                    <a:pt x="1049274" y="761"/>
                  </a:lnTo>
                  <a:close/>
                </a:path>
                <a:path w="2029460" h="222885">
                  <a:moveTo>
                    <a:pt x="1046226" y="761"/>
                  </a:moveTo>
                  <a:lnTo>
                    <a:pt x="1046226" y="0"/>
                  </a:lnTo>
                  <a:lnTo>
                    <a:pt x="1043939" y="0"/>
                  </a:lnTo>
                  <a:lnTo>
                    <a:pt x="1043939" y="761"/>
                  </a:lnTo>
                  <a:lnTo>
                    <a:pt x="1046226" y="761"/>
                  </a:lnTo>
                  <a:close/>
                </a:path>
                <a:path w="2029460" h="222885">
                  <a:moveTo>
                    <a:pt x="1043178" y="761"/>
                  </a:moveTo>
                  <a:lnTo>
                    <a:pt x="1043178" y="0"/>
                  </a:lnTo>
                  <a:lnTo>
                    <a:pt x="1040892" y="0"/>
                  </a:lnTo>
                  <a:lnTo>
                    <a:pt x="1040892" y="761"/>
                  </a:lnTo>
                  <a:lnTo>
                    <a:pt x="1043178" y="761"/>
                  </a:lnTo>
                  <a:close/>
                </a:path>
                <a:path w="2029460" h="222885">
                  <a:moveTo>
                    <a:pt x="1040130" y="761"/>
                  </a:moveTo>
                  <a:lnTo>
                    <a:pt x="1040130" y="0"/>
                  </a:lnTo>
                  <a:lnTo>
                    <a:pt x="1037844" y="0"/>
                  </a:lnTo>
                  <a:lnTo>
                    <a:pt x="1037844" y="761"/>
                  </a:lnTo>
                  <a:lnTo>
                    <a:pt x="1040130" y="761"/>
                  </a:lnTo>
                  <a:close/>
                </a:path>
                <a:path w="2029460" h="222885">
                  <a:moveTo>
                    <a:pt x="1037082" y="761"/>
                  </a:moveTo>
                  <a:lnTo>
                    <a:pt x="1037082" y="0"/>
                  </a:lnTo>
                  <a:lnTo>
                    <a:pt x="1034796" y="0"/>
                  </a:lnTo>
                  <a:lnTo>
                    <a:pt x="1034796" y="761"/>
                  </a:lnTo>
                  <a:lnTo>
                    <a:pt x="1037082" y="761"/>
                  </a:lnTo>
                  <a:close/>
                </a:path>
                <a:path w="2029460" h="222885">
                  <a:moveTo>
                    <a:pt x="1034034" y="761"/>
                  </a:moveTo>
                  <a:lnTo>
                    <a:pt x="1034034" y="0"/>
                  </a:lnTo>
                  <a:lnTo>
                    <a:pt x="1031748" y="0"/>
                  </a:lnTo>
                  <a:lnTo>
                    <a:pt x="1031748" y="761"/>
                  </a:lnTo>
                  <a:lnTo>
                    <a:pt x="1034034" y="761"/>
                  </a:lnTo>
                  <a:close/>
                </a:path>
                <a:path w="2029460" h="222885">
                  <a:moveTo>
                    <a:pt x="1030986" y="761"/>
                  </a:moveTo>
                  <a:lnTo>
                    <a:pt x="1030986" y="0"/>
                  </a:lnTo>
                  <a:lnTo>
                    <a:pt x="1028700" y="0"/>
                  </a:lnTo>
                  <a:lnTo>
                    <a:pt x="1028700" y="761"/>
                  </a:lnTo>
                  <a:lnTo>
                    <a:pt x="1030986" y="761"/>
                  </a:lnTo>
                  <a:close/>
                </a:path>
                <a:path w="2029460" h="222885">
                  <a:moveTo>
                    <a:pt x="1027938" y="761"/>
                  </a:moveTo>
                  <a:lnTo>
                    <a:pt x="1027938" y="0"/>
                  </a:lnTo>
                  <a:lnTo>
                    <a:pt x="1025651" y="0"/>
                  </a:lnTo>
                  <a:lnTo>
                    <a:pt x="1025651" y="761"/>
                  </a:lnTo>
                  <a:lnTo>
                    <a:pt x="1027938" y="761"/>
                  </a:lnTo>
                  <a:close/>
                </a:path>
                <a:path w="2029460" h="222885">
                  <a:moveTo>
                    <a:pt x="1024890" y="761"/>
                  </a:moveTo>
                  <a:lnTo>
                    <a:pt x="1024890" y="0"/>
                  </a:lnTo>
                  <a:lnTo>
                    <a:pt x="1022604" y="0"/>
                  </a:lnTo>
                  <a:lnTo>
                    <a:pt x="1022604" y="761"/>
                  </a:lnTo>
                  <a:lnTo>
                    <a:pt x="1024890" y="761"/>
                  </a:lnTo>
                  <a:close/>
                </a:path>
                <a:path w="2029460" h="222885">
                  <a:moveTo>
                    <a:pt x="1021842" y="761"/>
                  </a:moveTo>
                  <a:lnTo>
                    <a:pt x="1021842" y="0"/>
                  </a:lnTo>
                  <a:lnTo>
                    <a:pt x="1019556" y="0"/>
                  </a:lnTo>
                  <a:lnTo>
                    <a:pt x="1019556" y="761"/>
                  </a:lnTo>
                  <a:lnTo>
                    <a:pt x="1021842" y="761"/>
                  </a:lnTo>
                  <a:close/>
                </a:path>
                <a:path w="2029460" h="222885">
                  <a:moveTo>
                    <a:pt x="1018794" y="761"/>
                  </a:moveTo>
                  <a:lnTo>
                    <a:pt x="1018794" y="0"/>
                  </a:lnTo>
                  <a:lnTo>
                    <a:pt x="1016508" y="0"/>
                  </a:lnTo>
                  <a:lnTo>
                    <a:pt x="1016508" y="761"/>
                  </a:lnTo>
                  <a:lnTo>
                    <a:pt x="1018794" y="761"/>
                  </a:lnTo>
                  <a:close/>
                </a:path>
                <a:path w="2029460" h="222885">
                  <a:moveTo>
                    <a:pt x="1015746" y="761"/>
                  </a:moveTo>
                  <a:lnTo>
                    <a:pt x="1015746" y="0"/>
                  </a:lnTo>
                  <a:lnTo>
                    <a:pt x="1013460" y="0"/>
                  </a:lnTo>
                  <a:lnTo>
                    <a:pt x="1013460" y="761"/>
                  </a:lnTo>
                  <a:lnTo>
                    <a:pt x="1015746" y="761"/>
                  </a:lnTo>
                  <a:close/>
                </a:path>
                <a:path w="2029460" h="222885">
                  <a:moveTo>
                    <a:pt x="1012698" y="761"/>
                  </a:moveTo>
                  <a:lnTo>
                    <a:pt x="1012698" y="0"/>
                  </a:lnTo>
                  <a:lnTo>
                    <a:pt x="1010412" y="0"/>
                  </a:lnTo>
                  <a:lnTo>
                    <a:pt x="1010412" y="761"/>
                  </a:lnTo>
                  <a:lnTo>
                    <a:pt x="1012698" y="761"/>
                  </a:lnTo>
                  <a:close/>
                </a:path>
                <a:path w="2029460" h="222885">
                  <a:moveTo>
                    <a:pt x="1009650" y="761"/>
                  </a:moveTo>
                  <a:lnTo>
                    <a:pt x="1009650" y="0"/>
                  </a:lnTo>
                  <a:lnTo>
                    <a:pt x="1007363" y="0"/>
                  </a:lnTo>
                  <a:lnTo>
                    <a:pt x="1007363" y="761"/>
                  </a:lnTo>
                  <a:lnTo>
                    <a:pt x="1009650" y="761"/>
                  </a:lnTo>
                  <a:close/>
                </a:path>
                <a:path w="2029460" h="222885">
                  <a:moveTo>
                    <a:pt x="1006601" y="761"/>
                  </a:moveTo>
                  <a:lnTo>
                    <a:pt x="1006601" y="0"/>
                  </a:lnTo>
                  <a:lnTo>
                    <a:pt x="1004315" y="0"/>
                  </a:lnTo>
                  <a:lnTo>
                    <a:pt x="1004315" y="761"/>
                  </a:lnTo>
                  <a:lnTo>
                    <a:pt x="1006601" y="761"/>
                  </a:lnTo>
                  <a:close/>
                </a:path>
                <a:path w="2029460" h="222885">
                  <a:moveTo>
                    <a:pt x="1003554" y="761"/>
                  </a:moveTo>
                  <a:lnTo>
                    <a:pt x="1003554" y="0"/>
                  </a:lnTo>
                  <a:lnTo>
                    <a:pt x="1001268" y="0"/>
                  </a:lnTo>
                  <a:lnTo>
                    <a:pt x="1001268" y="761"/>
                  </a:lnTo>
                  <a:lnTo>
                    <a:pt x="1003554" y="761"/>
                  </a:lnTo>
                  <a:close/>
                </a:path>
                <a:path w="2029460" h="222885">
                  <a:moveTo>
                    <a:pt x="1000506" y="761"/>
                  </a:moveTo>
                  <a:lnTo>
                    <a:pt x="1000506" y="0"/>
                  </a:lnTo>
                  <a:lnTo>
                    <a:pt x="998220" y="0"/>
                  </a:lnTo>
                  <a:lnTo>
                    <a:pt x="998220" y="761"/>
                  </a:lnTo>
                  <a:lnTo>
                    <a:pt x="1000506" y="761"/>
                  </a:lnTo>
                  <a:close/>
                </a:path>
                <a:path w="2029460" h="222885">
                  <a:moveTo>
                    <a:pt x="997458" y="761"/>
                  </a:moveTo>
                  <a:lnTo>
                    <a:pt x="997458" y="0"/>
                  </a:lnTo>
                  <a:lnTo>
                    <a:pt x="995172" y="0"/>
                  </a:lnTo>
                  <a:lnTo>
                    <a:pt x="995172" y="761"/>
                  </a:lnTo>
                  <a:lnTo>
                    <a:pt x="997458" y="761"/>
                  </a:lnTo>
                  <a:close/>
                </a:path>
                <a:path w="2029460" h="222885">
                  <a:moveTo>
                    <a:pt x="994410" y="761"/>
                  </a:moveTo>
                  <a:lnTo>
                    <a:pt x="994410" y="0"/>
                  </a:lnTo>
                  <a:lnTo>
                    <a:pt x="992124" y="0"/>
                  </a:lnTo>
                  <a:lnTo>
                    <a:pt x="992124" y="761"/>
                  </a:lnTo>
                  <a:lnTo>
                    <a:pt x="994410" y="761"/>
                  </a:lnTo>
                  <a:close/>
                </a:path>
                <a:path w="2029460" h="222885">
                  <a:moveTo>
                    <a:pt x="991362" y="761"/>
                  </a:moveTo>
                  <a:lnTo>
                    <a:pt x="991362" y="0"/>
                  </a:lnTo>
                  <a:lnTo>
                    <a:pt x="989076" y="0"/>
                  </a:lnTo>
                  <a:lnTo>
                    <a:pt x="989076" y="761"/>
                  </a:lnTo>
                  <a:lnTo>
                    <a:pt x="991362" y="761"/>
                  </a:lnTo>
                  <a:close/>
                </a:path>
                <a:path w="2029460" h="222885">
                  <a:moveTo>
                    <a:pt x="988313" y="761"/>
                  </a:moveTo>
                  <a:lnTo>
                    <a:pt x="988313" y="0"/>
                  </a:lnTo>
                  <a:lnTo>
                    <a:pt x="986027" y="0"/>
                  </a:lnTo>
                  <a:lnTo>
                    <a:pt x="986027" y="761"/>
                  </a:lnTo>
                  <a:lnTo>
                    <a:pt x="988313" y="761"/>
                  </a:lnTo>
                  <a:close/>
                </a:path>
                <a:path w="2029460" h="222885">
                  <a:moveTo>
                    <a:pt x="985266" y="761"/>
                  </a:moveTo>
                  <a:lnTo>
                    <a:pt x="985266" y="0"/>
                  </a:lnTo>
                  <a:lnTo>
                    <a:pt x="982980" y="0"/>
                  </a:lnTo>
                  <a:lnTo>
                    <a:pt x="982980" y="761"/>
                  </a:lnTo>
                  <a:lnTo>
                    <a:pt x="985266" y="761"/>
                  </a:lnTo>
                  <a:close/>
                </a:path>
                <a:path w="2029460" h="222885">
                  <a:moveTo>
                    <a:pt x="982218" y="761"/>
                  </a:moveTo>
                  <a:lnTo>
                    <a:pt x="982218" y="0"/>
                  </a:lnTo>
                  <a:lnTo>
                    <a:pt x="979932" y="0"/>
                  </a:lnTo>
                  <a:lnTo>
                    <a:pt x="979932" y="761"/>
                  </a:lnTo>
                  <a:lnTo>
                    <a:pt x="982218" y="761"/>
                  </a:lnTo>
                  <a:close/>
                </a:path>
                <a:path w="2029460" h="222885">
                  <a:moveTo>
                    <a:pt x="979170" y="761"/>
                  </a:moveTo>
                  <a:lnTo>
                    <a:pt x="979170" y="0"/>
                  </a:lnTo>
                  <a:lnTo>
                    <a:pt x="976884" y="0"/>
                  </a:lnTo>
                  <a:lnTo>
                    <a:pt x="976884" y="761"/>
                  </a:lnTo>
                  <a:lnTo>
                    <a:pt x="979170" y="761"/>
                  </a:lnTo>
                  <a:close/>
                </a:path>
                <a:path w="2029460" h="222885">
                  <a:moveTo>
                    <a:pt x="976122" y="761"/>
                  </a:moveTo>
                  <a:lnTo>
                    <a:pt x="976122" y="0"/>
                  </a:lnTo>
                  <a:lnTo>
                    <a:pt x="973836" y="0"/>
                  </a:lnTo>
                  <a:lnTo>
                    <a:pt x="973836" y="761"/>
                  </a:lnTo>
                  <a:lnTo>
                    <a:pt x="976122" y="761"/>
                  </a:lnTo>
                  <a:close/>
                </a:path>
                <a:path w="2029460" h="222885">
                  <a:moveTo>
                    <a:pt x="973074" y="761"/>
                  </a:moveTo>
                  <a:lnTo>
                    <a:pt x="973074" y="0"/>
                  </a:lnTo>
                  <a:lnTo>
                    <a:pt x="970788" y="0"/>
                  </a:lnTo>
                  <a:lnTo>
                    <a:pt x="970788" y="761"/>
                  </a:lnTo>
                  <a:lnTo>
                    <a:pt x="973074" y="761"/>
                  </a:lnTo>
                  <a:close/>
                </a:path>
                <a:path w="2029460" h="222885">
                  <a:moveTo>
                    <a:pt x="970026" y="761"/>
                  </a:moveTo>
                  <a:lnTo>
                    <a:pt x="970026" y="0"/>
                  </a:lnTo>
                  <a:lnTo>
                    <a:pt x="967739" y="0"/>
                  </a:lnTo>
                  <a:lnTo>
                    <a:pt x="967739" y="761"/>
                  </a:lnTo>
                  <a:lnTo>
                    <a:pt x="970026" y="761"/>
                  </a:lnTo>
                  <a:close/>
                </a:path>
                <a:path w="2029460" h="222885">
                  <a:moveTo>
                    <a:pt x="966978" y="761"/>
                  </a:moveTo>
                  <a:lnTo>
                    <a:pt x="966978" y="0"/>
                  </a:lnTo>
                  <a:lnTo>
                    <a:pt x="964692" y="0"/>
                  </a:lnTo>
                  <a:lnTo>
                    <a:pt x="964692" y="761"/>
                  </a:lnTo>
                  <a:lnTo>
                    <a:pt x="966978" y="761"/>
                  </a:lnTo>
                  <a:close/>
                </a:path>
                <a:path w="2029460" h="222885">
                  <a:moveTo>
                    <a:pt x="963930" y="761"/>
                  </a:moveTo>
                  <a:lnTo>
                    <a:pt x="963930" y="0"/>
                  </a:lnTo>
                  <a:lnTo>
                    <a:pt x="961644" y="0"/>
                  </a:lnTo>
                  <a:lnTo>
                    <a:pt x="961644" y="761"/>
                  </a:lnTo>
                  <a:lnTo>
                    <a:pt x="963930" y="761"/>
                  </a:lnTo>
                  <a:close/>
                </a:path>
                <a:path w="2029460" h="222885">
                  <a:moveTo>
                    <a:pt x="960882" y="761"/>
                  </a:moveTo>
                  <a:lnTo>
                    <a:pt x="960882" y="0"/>
                  </a:lnTo>
                  <a:lnTo>
                    <a:pt x="958596" y="0"/>
                  </a:lnTo>
                  <a:lnTo>
                    <a:pt x="958596" y="761"/>
                  </a:lnTo>
                  <a:lnTo>
                    <a:pt x="960882" y="761"/>
                  </a:lnTo>
                  <a:close/>
                </a:path>
                <a:path w="2029460" h="222885">
                  <a:moveTo>
                    <a:pt x="957834" y="761"/>
                  </a:moveTo>
                  <a:lnTo>
                    <a:pt x="957834" y="0"/>
                  </a:lnTo>
                  <a:lnTo>
                    <a:pt x="955548" y="0"/>
                  </a:lnTo>
                  <a:lnTo>
                    <a:pt x="955548" y="761"/>
                  </a:lnTo>
                  <a:lnTo>
                    <a:pt x="957834" y="761"/>
                  </a:lnTo>
                  <a:close/>
                </a:path>
                <a:path w="2029460" h="222885">
                  <a:moveTo>
                    <a:pt x="954786" y="761"/>
                  </a:moveTo>
                  <a:lnTo>
                    <a:pt x="954786" y="0"/>
                  </a:lnTo>
                  <a:lnTo>
                    <a:pt x="952500" y="0"/>
                  </a:lnTo>
                  <a:lnTo>
                    <a:pt x="952500" y="761"/>
                  </a:lnTo>
                  <a:lnTo>
                    <a:pt x="954786" y="761"/>
                  </a:lnTo>
                  <a:close/>
                </a:path>
                <a:path w="2029460" h="222885">
                  <a:moveTo>
                    <a:pt x="951738" y="761"/>
                  </a:moveTo>
                  <a:lnTo>
                    <a:pt x="951738" y="0"/>
                  </a:lnTo>
                  <a:lnTo>
                    <a:pt x="949451" y="0"/>
                  </a:lnTo>
                  <a:lnTo>
                    <a:pt x="949451" y="761"/>
                  </a:lnTo>
                  <a:lnTo>
                    <a:pt x="951738" y="761"/>
                  </a:lnTo>
                  <a:close/>
                </a:path>
                <a:path w="2029460" h="222885">
                  <a:moveTo>
                    <a:pt x="948690" y="761"/>
                  </a:moveTo>
                  <a:lnTo>
                    <a:pt x="948690" y="0"/>
                  </a:lnTo>
                  <a:lnTo>
                    <a:pt x="946404" y="0"/>
                  </a:lnTo>
                  <a:lnTo>
                    <a:pt x="946404" y="761"/>
                  </a:lnTo>
                  <a:lnTo>
                    <a:pt x="948690" y="761"/>
                  </a:lnTo>
                  <a:close/>
                </a:path>
                <a:path w="2029460" h="222885">
                  <a:moveTo>
                    <a:pt x="945642" y="761"/>
                  </a:moveTo>
                  <a:lnTo>
                    <a:pt x="945642" y="0"/>
                  </a:lnTo>
                  <a:lnTo>
                    <a:pt x="943356" y="0"/>
                  </a:lnTo>
                  <a:lnTo>
                    <a:pt x="943356" y="761"/>
                  </a:lnTo>
                  <a:lnTo>
                    <a:pt x="945642" y="761"/>
                  </a:lnTo>
                  <a:close/>
                </a:path>
                <a:path w="2029460" h="222885">
                  <a:moveTo>
                    <a:pt x="942594" y="761"/>
                  </a:moveTo>
                  <a:lnTo>
                    <a:pt x="942594" y="0"/>
                  </a:lnTo>
                  <a:lnTo>
                    <a:pt x="940308" y="0"/>
                  </a:lnTo>
                  <a:lnTo>
                    <a:pt x="940308" y="761"/>
                  </a:lnTo>
                  <a:lnTo>
                    <a:pt x="942594" y="761"/>
                  </a:lnTo>
                  <a:close/>
                </a:path>
                <a:path w="2029460" h="222885">
                  <a:moveTo>
                    <a:pt x="939546" y="761"/>
                  </a:moveTo>
                  <a:lnTo>
                    <a:pt x="939546" y="0"/>
                  </a:lnTo>
                  <a:lnTo>
                    <a:pt x="936498" y="0"/>
                  </a:lnTo>
                  <a:lnTo>
                    <a:pt x="936498" y="761"/>
                  </a:lnTo>
                  <a:lnTo>
                    <a:pt x="939546" y="761"/>
                  </a:lnTo>
                  <a:close/>
                </a:path>
                <a:path w="2029460" h="222885">
                  <a:moveTo>
                    <a:pt x="935736" y="761"/>
                  </a:moveTo>
                  <a:lnTo>
                    <a:pt x="935736" y="0"/>
                  </a:lnTo>
                  <a:lnTo>
                    <a:pt x="933450" y="0"/>
                  </a:lnTo>
                  <a:lnTo>
                    <a:pt x="933450" y="761"/>
                  </a:lnTo>
                  <a:lnTo>
                    <a:pt x="935736" y="761"/>
                  </a:lnTo>
                  <a:close/>
                </a:path>
                <a:path w="2029460" h="222885">
                  <a:moveTo>
                    <a:pt x="932688" y="761"/>
                  </a:moveTo>
                  <a:lnTo>
                    <a:pt x="932688" y="0"/>
                  </a:lnTo>
                  <a:lnTo>
                    <a:pt x="930401" y="0"/>
                  </a:lnTo>
                  <a:lnTo>
                    <a:pt x="930401" y="761"/>
                  </a:lnTo>
                  <a:lnTo>
                    <a:pt x="932688" y="761"/>
                  </a:lnTo>
                  <a:close/>
                </a:path>
                <a:path w="2029460" h="222885">
                  <a:moveTo>
                    <a:pt x="929640" y="761"/>
                  </a:moveTo>
                  <a:lnTo>
                    <a:pt x="929640" y="0"/>
                  </a:lnTo>
                  <a:lnTo>
                    <a:pt x="927354" y="0"/>
                  </a:lnTo>
                  <a:lnTo>
                    <a:pt x="927354" y="761"/>
                  </a:lnTo>
                  <a:lnTo>
                    <a:pt x="929640" y="761"/>
                  </a:lnTo>
                  <a:close/>
                </a:path>
                <a:path w="2029460" h="222885">
                  <a:moveTo>
                    <a:pt x="926592" y="761"/>
                  </a:moveTo>
                  <a:lnTo>
                    <a:pt x="926592" y="0"/>
                  </a:lnTo>
                  <a:lnTo>
                    <a:pt x="924306" y="0"/>
                  </a:lnTo>
                  <a:lnTo>
                    <a:pt x="924306" y="761"/>
                  </a:lnTo>
                  <a:lnTo>
                    <a:pt x="926592" y="761"/>
                  </a:lnTo>
                  <a:close/>
                </a:path>
                <a:path w="2029460" h="222885">
                  <a:moveTo>
                    <a:pt x="923544" y="761"/>
                  </a:moveTo>
                  <a:lnTo>
                    <a:pt x="923544" y="0"/>
                  </a:lnTo>
                  <a:lnTo>
                    <a:pt x="921258" y="0"/>
                  </a:lnTo>
                  <a:lnTo>
                    <a:pt x="921258" y="761"/>
                  </a:lnTo>
                  <a:lnTo>
                    <a:pt x="923544" y="761"/>
                  </a:lnTo>
                  <a:close/>
                </a:path>
                <a:path w="2029460" h="222885">
                  <a:moveTo>
                    <a:pt x="920496" y="761"/>
                  </a:moveTo>
                  <a:lnTo>
                    <a:pt x="920496" y="0"/>
                  </a:lnTo>
                  <a:lnTo>
                    <a:pt x="918210" y="0"/>
                  </a:lnTo>
                  <a:lnTo>
                    <a:pt x="918210" y="761"/>
                  </a:lnTo>
                  <a:lnTo>
                    <a:pt x="920496" y="761"/>
                  </a:lnTo>
                  <a:close/>
                </a:path>
                <a:path w="2029460" h="222885">
                  <a:moveTo>
                    <a:pt x="917448" y="761"/>
                  </a:moveTo>
                  <a:lnTo>
                    <a:pt x="917448" y="0"/>
                  </a:lnTo>
                  <a:lnTo>
                    <a:pt x="915162" y="0"/>
                  </a:lnTo>
                  <a:lnTo>
                    <a:pt x="915162" y="761"/>
                  </a:lnTo>
                  <a:lnTo>
                    <a:pt x="917448" y="761"/>
                  </a:lnTo>
                  <a:close/>
                </a:path>
                <a:path w="2029460" h="222885">
                  <a:moveTo>
                    <a:pt x="914400" y="761"/>
                  </a:moveTo>
                  <a:lnTo>
                    <a:pt x="914400" y="0"/>
                  </a:lnTo>
                  <a:lnTo>
                    <a:pt x="912113" y="0"/>
                  </a:lnTo>
                  <a:lnTo>
                    <a:pt x="912113" y="761"/>
                  </a:lnTo>
                  <a:lnTo>
                    <a:pt x="914400" y="761"/>
                  </a:lnTo>
                  <a:close/>
                </a:path>
                <a:path w="2029460" h="222885">
                  <a:moveTo>
                    <a:pt x="911351" y="761"/>
                  </a:moveTo>
                  <a:lnTo>
                    <a:pt x="911351" y="0"/>
                  </a:lnTo>
                  <a:lnTo>
                    <a:pt x="909065" y="0"/>
                  </a:lnTo>
                  <a:lnTo>
                    <a:pt x="909065" y="761"/>
                  </a:lnTo>
                  <a:lnTo>
                    <a:pt x="911351" y="761"/>
                  </a:lnTo>
                  <a:close/>
                </a:path>
                <a:path w="2029460" h="222885">
                  <a:moveTo>
                    <a:pt x="908304" y="761"/>
                  </a:moveTo>
                  <a:lnTo>
                    <a:pt x="908304" y="0"/>
                  </a:lnTo>
                  <a:lnTo>
                    <a:pt x="906018" y="0"/>
                  </a:lnTo>
                  <a:lnTo>
                    <a:pt x="906018" y="761"/>
                  </a:lnTo>
                  <a:lnTo>
                    <a:pt x="908304" y="761"/>
                  </a:lnTo>
                  <a:close/>
                </a:path>
                <a:path w="2029460" h="222885">
                  <a:moveTo>
                    <a:pt x="905256" y="761"/>
                  </a:moveTo>
                  <a:lnTo>
                    <a:pt x="905256" y="0"/>
                  </a:lnTo>
                  <a:lnTo>
                    <a:pt x="902970" y="0"/>
                  </a:lnTo>
                  <a:lnTo>
                    <a:pt x="902970" y="761"/>
                  </a:lnTo>
                  <a:lnTo>
                    <a:pt x="905256" y="761"/>
                  </a:lnTo>
                  <a:close/>
                </a:path>
                <a:path w="2029460" h="222885">
                  <a:moveTo>
                    <a:pt x="902208" y="761"/>
                  </a:moveTo>
                  <a:lnTo>
                    <a:pt x="902208" y="0"/>
                  </a:lnTo>
                  <a:lnTo>
                    <a:pt x="899922" y="0"/>
                  </a:lnTo>
                  <a:lnTo>
                    <a:pt x="899922" y="761"/>
                  </a:lnTo>
                  <a:lnTo>
                    <a:pt x="902208" y="761"/>
                  </a:lnTo>
                  <a:close/>
                </a:path>
                <a:path w="2029460" h="222885">
                  <a:moveTo>
                    <a:pt x="899160" y="761"/>
                  </a:moveTo>
                  <a:lnTo>
                    <a:pt x="899160" y="0"/>
                  </a:lnTo>
                  <a:lnTo>
                    <a:pt x="896874" y="0"/>
                  </a:lnTo>
                  <a:lnTo>
                    <a:pt x="896874" y="761"/>
                  </a:lnTo>
                  <a:lnTo>
                    <a:pt x="899160" y="761"/>
                  </a:lnTo>
                  <a:close/>
                </a:path>
                <a:path w="2029460" h="222885">
                  <a:moveTo>
                    <a:pt x="896112" y="761"/>
                  </a:moveTo>
                  <a:lnTo>
                    <a:pt x="896112" y="0"/>
                  </a:lnTo>
                  <a:lnTo>
                    <a:pt x="893826" y="0"/>
                  </a:lnTo>
                  <a:lnTo>
                    <a:pt x="893826" y="761"/>
                  </a:lnTo>
                  <a:lnTo>
                    <a:pt x="896112" y="761"/>
                  </a:lnTo>
                  <a:close/>
                </a:path>
                <a:path w="2029460" h="222885">
                  <a:moveTo>
                    <a:pt x="893063" y="761"/>
                  </a:moveTo>
                  <a:lnTo>
                    <a:pt x="893063" y="0"/>
                  </a:lnTo>
                  <a:lnTo>
                    <a:pt x="890777" y="0"/>
                  </a:lnTo>
                  <a:lnTo>
                    <a:pt x="890777" y="761"/>
                  </a:lnTo>
                  <a:lnTo>
                    <a:pt x="893063" y="761"/>
                  </a:lnTo>
                  <a:close/>
                </a:path>
                <a:path w="2029460" h="222885">
                  <a:moveTo>
                    <a:pt x="890016" y="761"/>
                  </a:moveTo>
                  <a:lnTo>
                    <a:pt x="890016" y="0"/>
                  </a:lnTo>
                  <a:lnTo>
                    <a:pt x="887730" y="0"/>
                  </a:lnTo>
                  <a:lnTo>
                    <a:pt x="887730" y="761"/>
                  </a:lnTo>
                  <a:lnTo>
                    <a:pt x="890016" y="761"/>
                  </a:lnTo>
                  <a:close/>
                </a:path>
                <a:path w="2029460" h="222885">
                  <a:moveTo>
                    <a:pt x="886968" y="761"/>
                  </a:moveTo>
                  <a:lnTo>
                    <a:pt x="886968" y="0"/>
                  </a:lnTo>
                  <a:lnTo>
                    <a:pt x="884682" y="0"/>
                  </a:lnTo>
                  <a:lnTo>
                    <a:pt x="884682" y="761"/>
                  </a:lnTo>
                  <a:lnTo>
                    <a:pt x="886968" y="761"/>
                  </a:lnTo>
                  <a:close/>
                </a:path>
                <a:path w="2029460" h="222885">
                  <a:moveTo>
                    <a:pt x="883920" y="761"/>
                  </a:moveTo>
                  <a:lnTo>
                    <a:pt x="883920" y="0"/>
                  </a:lnTo>
                  <a:lnTo>
                    <a:pt x="881634" y="0"/>
                  </a:lnTo>
                  <a:lnTo>
                    <a:pt x="881634" y="761"/>
                  </a:lnTo>
                  <a:lnTo>
                    <a:pt x="883920" y="761"/>
                  </a:lnTo>
                  <a:close/>
                </a:path>
                <a:path w="2029460" h="222885">
                  <a:moveTo>
                    <a:pt x="880872" y="761"/>
                  </a:moveTo>
                  <a:lnTo>
                    <a:pt x="880872" y="0"/>
                  </a:lnTo>
                  <a:lnTo>
                    <a:pt x="878586" y="0"/>
                  </a:lnTo>
                  <a:lnTo>
                    <a:pt x="878586" y="761"/>
                  </a:lnTo>
                  <a:lnTo>
                    <a:pt x="880872" y="761"/>
                  </a:lnTo>
                  <a:close/>
                </a:path>
                <a:path w="2029460" h="222885">
                  <a:moveTo>
                    <a:pt x="877824" y="761"/>
                  </a:moveTo>
                  <a:lnTo>
                    <a:pt x="877824" y="0"/>
                  </a:lnTo>
                  <a:lnTo>
                    <a:pt x="875538" y="0"/>
                  </a:lnTo>
                  <a:lnTo>
                    <a:pt x="875538" y="761"/>
                  </a:lnTo>
                  <a:lnTo>
                    <a:pt x="877824" y="761"/>
                  </a:lnTo>
                  <a:close/>
                </a:path>
                <a:path w="2029460" h="222885">
                  <a:moveTo>
                    <a:pt x="874776" y="761"/>
                  </a:moveTo>
                  <a:lnTo>
                    <a:pt x="874776" y="0"/>
                  </a:lnTo>
                  <a:lnTo>
                    <a:pt x="872489" y="0"/>
                  </a:lnTo>
                  <a:lnTo>
                    <a:pt x="872489" y="761"/>
                  </a:lnTo>
                  <a:lnTo>
                    <a:pt x="874776" y="761"/>
                  </a:lnTo>
                  <a:close/>
                </a:path>
                <a:path w="2029460" h="222885">
                  <a:moveTo>
                    <a:pt x="871728" y="761"/>
                  </a:moveTo>
                  <a:lnTo>
                    <a:pt x="871728" y="0"/>
                  </a:lnTo>
                  <a:lnTo>
                    <a:pt x="869442" y="0"/>
                  </a:lnTo>
                  <a:lnTo>
                    <a:pt x="869442" y="761"/>
                  </a:lnTo>
                  <a:lnTo>
                    <a:pt x="871728" y="761"/>
                  </a:lnTo>
                  <a:close/>
                </a:path>
                <a:path w="2029460" h="222885">
                  <a:moveTo>
                    <a:pt x="868680" y="761"/>
                  </a:moveTo>
                  <a:lnTo>
                    <a:pt x="868680" y="0"/>
                  </a:lnTo>
                  <a:lnTo>
                    <a:pt x="866394" y="0"/>
                  </a:lnTo>
                  <a:lnTo>
                    <a:pt x="866394" y="761"/>
                  </a:lnTo>
                  <a:lnTo>
                    <a:pt x="868680" y="761"/>
                  </a:lnTo>
                  <a:close/>
                </a:path>
                <a:path w="2029460" h="222885">
                  <a:moveTo>
                    <a:pt x="865632" y="761"/>
                  </a:moveTo>
                  <a:lnTo>
                    <a:pt x="865632" y="0"/>
                  </a:lnTo>
                  <a:lnTo>
                    <a:pt x="863346" y="0"/>
                  </a:lnTo>
                  <a:lnTo>
                    <a:pt x="863346" y="761"/>
                  </a:lnTo>
                  <a:lnTo>
                    <a:pt x="865632" y="761"/>
                  </a:lnTo>
                  <a:close/>
                </a:path>
                <a:path w="2029460" h="222885">
                  <a:moveTo>
                    <a:pt x="862584" y="761"/>
                  </a:moveTo>
                  <a:lnTo>
                    <a:pt x="862584" y="0"/>
                  </a:lnTo>
                  <a:lnTo>
                    <a:pt x="860298" y="0"/>
                  </a:lnTo>
                  <a:lnTo>
                    <a:pt x="860298" y="761"/>
                  </a:lnTo>
                  <a:lnTo>
                    <a:pt x="862584" y="761"/>
                  </a:lnTo>
                  <a:close/>
                </a:path>
                <a:path w="2029460" h="222885">
                  <a:moveTo>
                    <a:pt x="859536" y="761"/>
                  </a:moveTo>
                  <a:lnTo>
                    <a:pt x="859536" y="0"/>
                  </a:lnTo>
                  <a:lnTo>
                    <a:pt x="857250" y="0"/>
                  </a:lnTo>
                  <a:lnTo>
                    <a:pt x="857250" y="761"/>
                  </a:lnTo>
                  <a:lnTo>
                    <a:pt x="859536" y="761"/>
                  </a:lnTo>
                  <a:close/>
                </a:path>
                <a:path w="2029460" h="222885">
                  <a:moveTo>
                    <a:pt x="856488" y="761"/>
                  </a:moveTo>
                  <a:lnTo>
                    <a:pt x="856488" y="0"/>
                  </a:lnTo>
                  <a:lnTo>
                    <a:pt x="854201" y="0"/>
                  </a:lnTo>
                  <a:lnTo>
                    <a:pt x="854201" y="761"/>
                  </a:lnTo>
                  <a:lnTo>
                    <a:pt x="856488" y="761"/>
                  </a:lnTo>
                  <a:close/>
                </a:path>
                <a:path w="2029460" h="222885">
                  <a:moveTo>
                    <a:pt x="853440" y="761"/>
                  </a:moveTo>
                  <a:lnTo>
                    <a:pt x="853440" y="0"/>
                  </a:lnTo>
                  <a:lnTo>
                    <a:pt x="851154" y="0"/>
                  </a:lnTo>
                  <a:lnTo>
                    <a:pt x="851154" y="761"/>
                  </a:lnTo>
                  <a:lnTo>
                    <a:pt x="853440" y="761"/>
                  </a:lnTo>
                  <a:close/>
                </a:path>
                <a:path w="2029460" h="222885">
                  <a:moveTo>
                    <a:pt x="850392" y="761"/>
                  </a:moveTo>
                  <a:lnTo>
                    <a:pt x="850392" y="0"/>
                  </a:lnTo>
                  <a:lnTo>
                    <a:pt x="848106" y="0"/>
                  </a:lnTo>
                  <a:lnTo>
                    <a:pt x="848106" y="761"/>
                  </a:lnTo>
                  <a:lnTo>
                    <a:pt x="850392" y="761"/>
                  </a:lnTo>
                  <a:close/>
                </a:path>
                <a:path w="2029460" h="222885">
                  <a:moveTo>
                    <a:pt x="847344" y="761"/>
                  </a:moveTo>
                  <a:lnTo>
                    <a:pt x="847344" y="0"/>
                  </a:lnTo>
                  <a:lnTo>
                    <a:pt x="845058" y="0"/>
                  </a:lnTo>
                  <a:lnTo>
                    <a:pt x="845058" y="761"/>
                  </a:lnTo>
                  <a:lnTo>
                    <a:pt x="847344" y="761"/>
                  </a:lnTo>
                  <a:close/>
                </a:path>
                <a:path w="2029460" h="222885">
                  <a:moveTo>
                    <a:pt x="844296" y="761"/>
                  </a:moveTo>
                  <a:lnTo>
                    <a:pt x="844296" y="0"/>
                  </a:lnTo>
                  <a:lnTo>
                    <a:pt x="842010" y="0"/>
                  </a:lnTo>
                  <a:lnTo>
                    <a:pt x="842010" y="761"/>
                  </a:lnTo>
                  <a:lnTo>
                    <a:pt x="844296" y="761"/>
                  </a:lnTo>
                  <a:close/>
                </a:path>
                <a:path w="2029460" h="222885">
                  <a:moveTo>
                    <a:pt x="841248" y="761"/>
                  </a:moveTo>
                  <a:lnTo>
                    <a:pt x="841248" y="0"/>
                  </a:lnTo>
                  <a:lnTo>
                    <a:pt x="838962" y="0"/>
                  </a:lnTo>
                  <a:lnTo>
                    <a:pt x="838962" y="761"/>
                  </a:lnTo>
                  <a:lnTo>
                    <a:pt x="841248" y="761"/>
                  </a:lnTo>
                  <a:close/>
                </a:path>
                <a:path w="2029460" h="222885">
                  <a:moveTo>
                    <a:pt x="838200" y="761"/>
                  </a:moveTo>
                  <a:lnTo>
                    <a:pt x="838200" y="0"/>
                  </a:lnTo>
                  <a:lnTo>
                    <a:pt x="835913" y="0"/>
                  </a:lnTo>
                  <a:lnTo>
                    <a:pt x="835913" y="761"/>
                  </a:lnTo>
                  <a:lnTo>
                    <a:pt x="838200" y="761"/>
                  </a:lnTo>
                  <a:close/>
                </a:path>
                <a:path w="2029460" h="222885">
                  <a:moveTo>
                    <a:pt x="835151" y="761"/>
                  </a:moveTo>
                  <a:lnTo>
                    <a:pt x="835151" y="0"/>
                  </a:lnTo>
                  <a:lnTo>
                    <a:pt x="832865" y="0"/>
                  </a:lnTo>
                  <a:lnTo>
                    <a:pt x="832865" y="761"/>
                  </a:lnTo>
                  <a:lnTo>
                    <a:pt x="835151" y="761"/>
                  </a:lnTo>
                  <a:close/>
                </a:path>
                <a:path w="2029460" h="222885">
                  <a:moveTo>
                    <a:pt x="832104" y="761"/>
                  </a:moveTo>
                  <a:lnTo>
                    <a:pt x="832104" y="0"/>
                  </a:lnTo>
                  <a:lnTo>
                    <a:pt x="829818" y="0"/>
                  </a:lnTo>
                  <a:lnTo>
                    <a:pt x="829818" y="761"/>
                  </a:lnTo>
                  <a:lnTo>
                    <a:pt x="832104" y="761"/>
                  </a:lnTo>
                  <a:close/>
                </a:path>
                <a:path w="2029460" h="222885">
                  <a:moveTo>
                    <a:pt x="829056" y="761"/>
                  </a:moveTo>
                  <a:lnTo>
                    <a:pt x="829056" y="0"/>
                  </a:lnTo>
                  <a:lnTo>
                    <a:pt x="826770" y="0"/>
                  </a:lnTo>
                  <a:lnTo>
                    <a:pt x="826770" y="761"/>
                  </a:lnTo>
                  <a:lnTo>
                    <a:pt x="829056" y="761"/>
                  </a:lnTo>
                  <a:close/>
                </a:path>
                <a:path w="2029460" h="222885">
                  <a:moveTo>
                    <a:pt x="826008" y="761"/>
                  </a:moveTo>
                  <a:lnTo>
                    <a:pt x="826008" y="0"/>
                  </a:lnTo>
                  <a:lnTo>
                    <a:pt x="823722" y="0"/>
                  </a:lnTo>
                  <a:lnTo>
                    <a:pt x="823722" y="761"/>
                  </a:lnTo>
                  <a:lnTo>
                    <a:pt x="826008" y="761"/>
                  </a:lnTo>
                  <a:close/>
                </a:path>
                <a:path w="2029460" h="222885">
                  <a:moveTo>
                    <a:pt x="822960" y="761"/>
                  </a:moveTo>
                  <a:lnTo>
                    <a:pt x="822960" y="0"/>
                  </a:lnTo>
                  <a:lnTo>
                    <a:pt x="820674" y="0"/>
                  </a:lnTo>
                  <a:lnTo>
                    <a:pt x="820674" y="761"/>
                  </a:lnTo>
                  <a:lnTo>
                    <a:pt x="822960" y="761"/>
                  </a:lnTo>
                  <a:close/>
                </a:path>
                <a:path w="2029460" h="222885">
                  <a:moveTo>
                    <a:pt x="819912" y="761"/>
                  </a:moveTo>
                  <a:lnTo>
                    <a:pt x="819912" y="0"/>
                  </a:lnTo>
                  <a:lnTo>
                    <a:pt x="817626" y="0"/>
                  </a:lnTo>
                  <a:lnTo>
                    <a:pt x="817626" y="761"/>
                  </a:lnTo>
                  <a:lnTo>
                    <a:pt x="819912" y="761"/>
                  </a:lnTo>
                  <a:close/>
                </a:path>
                <a:path w="2029460" h="222885">
                  <a:moveTo>
                    <a:pt x="816863" y="761"/>
                  </a:moveTo>
                  <a:lnTo>
                    <a:pt x="816863" y="0"/>
                  </a:lnTo>
                  <a:lnTo>
                    <a:pt x="814577" y="0"/>
                  </a:lnTo>
                  <a:lnTo>
                    <a:pt x="814577" y="761"/>
                  </a:lnTo>
                  <a:lnTo>
                    <a:pt x="816863" y="761"/>
                  </a:lnTo>
                  <a:close/>
                </a:path>
                <a:path w="2029460" h="222885">
                  <a:moveTo>
                    <a:pt x="813816" y="761"/>
                  </a:moveTo>
                  <a:lnTo>
                    <a:pt x="813816" y="0"/>
                  </a:lnTo>
                  <a:lnTo>
                    <a:pt x="811530" y="0"/>
                  </a:lnTo>
                  <a:lnTo>
                    <a:pt x="811530" y="761"/>
                  </a:lnTo>
                  <a:lnTo>
                    <a:pt x="813816" y="761"/>
                  </a:lnTo>
                  <a:close/>
                </a:path>
                <a:path w="2029460" h="222885">
                  <a:moveTo>
                    <a:pt x="810768" y="761"/>
                  </a:moveTo>
                  <a:lnTo>
                    <a:pt x="810768" y="0"/>
                  </a:lnTo>
                  <a:lnTo>
                    <a:pt x="808482" y="0"/>
                  </a:lnTo>
                  <a:lnTo>
                    <a:pt x="808482" y="761"/>
                  </a:lnTo>
                  <a:lnTo>
                    <a:pt x="810768" y="761"/>
                  </a:lnTo>
                  <a:close/>
                </a:path>
                <a:path w="2029460" h="222885">
                  <a:moveTo>
                    <a:pt x="807720" y="761"/>
                  </a:moveTo>
                  <a:lnTo>
                    <a:pt x="807720" y="0"/>
                  </a:lnTo>
                  <a:lnTo>
                    <a:pt x="805434" y="0"/>
                  </a:lnTo>
                  <a:lnTo>
                    <a:pt x="805434" y="761"/>
                  </a:lnTo>
                  <a:lnTo>
                    <a:pt x="807720" y="761"/>
                  </a:lnTo>
                  <a:close/>
                </a:path>
                <a:path w="2029460" h="222885">
                  <a:moveTo>
                    <a:pt x="804672" y="761"/>
                  </a:moveTo>
                  <a:lnTo>
                    <a:pt x="804672" y="0"/>
                  </a:lnTo>
                  <a:lnTo>
                    <a:pt x="802386" y="0"/>
                  </a:lnTo>
                  <a:lnTo>
                    <a:pt x="802386" y="761"/>
                  </a:lnTo>
                  <a:lnTo>
                    <a:pt x="804672" y="761"/>
                  </a:lnTo>
                  <a:close/>
                </a:path>
                <a:path w="2029460" h="222885">
                  <a:moveTo>
                    <a:pt x="801624" y="761"/>
                  </a:moveTo>
                  <a:lnTo>
                    <a:pt x="801624" y="0"/>
                  </a:lnTo>
                  <a:lnTo>
                    <a:pt x="799338" y="0"/>
                  </a:lnTo>
                  <a:lnTo>
                    <a:pt x="799338" y="761"/>
                  </a:lnTo>
                  <a:lnTo>
                    <a:pt x="801624" y="761"/>
                  </a:lnTo>
                  <a:close/>
                </a:path>
                <a:path w="2029460" h="222885">
                  <a:moveTo>
                    <a:pt x="798576" y="761"/>
                  </a:moveTo>
                  <a:lnTo>
                    <a:pt x="798576" y="0"/>
                  </a:lnTo>
                  <a:lnTo>
                    <a:pt x="796289" y="0"/>
                  </a:lnTo>
                  <a:lnTo>
                    <a:pt x="796289" y="761"/>
                  </a:lnTo>
                  <a:lnTo>
                    <a:pt x="798576" y="761"/>
                  </a:lnTo>
                  <a:close/>
                </a:path>
                <a:path w="2029460" h="222885">
                  <a:moveTo>
                    <a:pt x="795528" y="761"/>
                  </a:moveTo>
                  <a:lnTo>
                    <a:pt x="795528" y="0"/>
                  </a:lnTo>
                  <a:lnTo>
                    <a:pt x="793242" y="0"/>
                  </a:lnTo>
                  <a:lnTo>
                    <a:pt x="793242" y="761"/>
                  </a:lnTo>
                  <a:lnTo>
                    <a:pt x="795528" y="761"/>
                  </a:lnTo>
                  <a:close/>
                </a:path>
                <a:path w="2029460" h="222885">
                  <a:moveTo>
                    <a:pt x="792480" y="761"/>
                  </a:moveTo>
                  <a:lnTo>
                    <a:pt x="792480" y="0"/>
                  </a:lnTo>
                  <a:lnTo>
                    <a:pt x="790194" y="0"/>
                  </a:lnTo>
                  <a:lnTo>
                    <a:pt x="790194" y="761"/>
                  </a:lnTo>
                  <a:lnTo>
                    <a:pt x="792480" y="761"/>
                  </a:lnTo>
                  <a:close/>
                </a:path>
                <a:path w="2029460" h="222885">
                  <a:moveTo>
                    <a:pt x="789432" y="761"/>
                  </a:moveTo>
                  <a:lnTo>
                    <a:pt x="789432" y="0"/>
                  </a:lnTo>
                  <a:lnTo>
                    <a:pt x="787146" y="0"/>
                  </a:lnTo>
                  <a:lnTo>
                    <a:pt x="787146" y="761"/>
                  </a:lnTo>
                  <a:lnTo>
                    <a:pt x="789432" y="761"/>
                  </a:lnTo>
                  <a:close/>
                </a:path>
                <a:path w="2029460" h="222885">
                  <a:moveTo>
                    <a:pt x="786384" y="761"/>
                  </a:moveTo>
                  <a:lnTo>
                    <a:pt x="786384" y="0"/>
                  </a:lnTo>
                  <a:lnTo>
                    <a:pt x="784098" y="0"/>
                  </a:lnTo>
                  <a:lnTo>
                    <a:pt x="784098" y="761"/>
                  </a:lnTo>
                  <a:lnTo>
                    <a:pt x="786384" y="761"/>
                  </a:lnTo>
                  <a:close/>
                </a:path>
                <a:path w="2029460" h="222885">
                  <a:moveTo>
                    <a:pt x="783336" y="761"/>
                  </a:moveTo>
                  <a:lnTo>
                    <a:pt x="783336" y="0"/>
                  </a:lnTo>
                  <a:lnTo>
                    <a:pt x="781050" y="0"/>
                  </a:lnTo>
                  <a:lnTo>
                    <a:pt x="781050" y="761"/>
                  </a:lnTo>
                  <a:lnTo>
                    <a:pt x="783336" y="761"/>
                  </a:lnTo>
                  <a:close/>
                </a:path>
                <a:path w="2029460" h="222885">
                  <a:moveTo>
                    <a:pt x="780288" y="761"/>
                  </a:moveTo>
                  <a:lnTo>
                    <a:pt x="780288" y="0"/>
                  </a:lnTo>
                  <a:lnTo>
                    <a:pt x="778001" y="0"/>
                  </a:lnTo>
                  <a:lnTo>
                    <a:pt x="778001" y="761"/>
                  </a:lnTo>
                  <a:lnTo>
                    <a:pt x="780288" y="761"/>
                  </a:lnTo>
                  <a:close/>
                </a:path>
                <a:path w="2029460" h="222885">
                  <a:moveTo>
                    <a:pt x="777240" y="761"/>
                  </a:moveTo>
                  <a:lnTo>
                    <a:pt x="777240" y="0"/>
                  </a:lnTo>
                  <a:lnTo>
                    <a:pt x="774954" y="0"/>
                  </a:lnTo>
                  <a:lnTo>
                    <a:pt x="774954" y="761"/>
                  </a:lnTo>
                  <a:lnTo>
                    <a:pt x="777240" y="761"/>
                  </a:lnTo>
                  <a:close/>
                </a:path>
                <a:path w="2029460" h="222885">
                  <a:moveTo>
                    <a:pt x="774192" y="761"/>
                  </a:moveTo>
                  <a:lnTo>
                    <a:pt x="774192" y="0"/>
                  </a:lnTo>
                  <a:lnTo>
                    <a:pt x="771906" y="0"/>
                  </a:lnTo>
                  <a:lnTo>
                    <a:pt x="771906" y="761"/>
                  </a:lnTo>
                  <a:lnTo>
                    <a:pt x="774192" y="761"/>
                  </a:lnTo>
                  <a:close/>
                </a:path>
                <a:path w="2029460" h="222885">
                  <a:moveTo>
                    <a:pt x="771144" y="761"/>
                  </a:moveTo>
                  <a:lnTo>
                    <a:pt x="771144" y="0"/>
                  </a:lnTo>
                  <a:lnTo>
                    <a:pt x="768858" y="0"/>
                  </a:lnTo>
                  <a:lnTo>
                    <a:pt x="768858" y="761"/>
                  </a:lnTo>
                  <a:lnTo>
                    <a:pt x="771144" y="761"/>
                  </a:lnTo>
                  <a:close/>
                </a:path>
                <a:path w="2029460" h="222885">
                  <a:moveTo>
                    <a:pt x="768096" y="761"/>
                  </a:moveTo>
                  <a:lnTo>
                    <a:pt x="768096" y="0"/>
                  </a:lnTo>
                  <a:lnTo>
                    <a:pt x="765810" y="0"/>
                  </a:lnTo>
                  <a:lnTo>
                    <a:pt x="765810" y="761"/>
                  </a:lnTo>
                  <a:lnTo>
                    <a:pt x="768096" y="761"/>
                  </a:lnTo>
                  <a:close/>
                </a:path>
                <a:path w="2029460" h="222885">
                  <a:moveTo>
                    <a:pt x="765048" y="761"/>
                  </a:moveTo>
                  <a:lnTo>
                    <a:pt x="765048" y="0"/>
                  </a:lnTo>
                  <a:lnTo>
                    <a:pt x="762762" y="0"/>
                  </a:lnTo>
                  <a:lnTo>
                    <a:pt x="762762" y="761"/>
                  </a:lnTo>
                  <a:lnTo>
                    <a:pt x="765048" y="761"/>
                  </a:lnTo>
                  <a:close/>
                </a:path>
                <a:path w="2029460" h="222885">
                  <a:moveTo>
                    <a:pt x="762000" y="761"/>
                  </a:moveTo>
                  <a:lnTo>
                    <a:pt x="762000" y="0"/>
                  </a:lnTo>
                  <a:lnTo>
                    <a:pt x="759713" y="0"/>
                  </a:lnTo>
                  <a:lnTo>
                    <a:pt x="759713" y="761"/>
                  </a:lnTo>
                  <a:lnTo>
                    <a:pt x="762000" y="761"/>
                  </a:lnTo>
                  <a:close/>
                </a:path>
                <a:path w="2029460" h="222885">
                  <a:moveTo>
                    <a:pt x="758951" y="761"/>
                  </a:moveTo>
                  <a:lnTo>
                    <a:pt x="758951" y="0"/>
                  </a:lnTo>
                  <a:lnTo>
                    <a:pt x="756665" y="0"/>
                  </a:lnTo>
                  <a:lnTo>
                    <a:pt x="756665" y="761"/>
                  </a:lnTo>
                  <a:lnTo>
                    <a:pt x="758951" y="761"/>
                  </a:lnTo>
                  <a:close/>
                </a:path>
                <a:path w="2029460" h="222885">
                  <a:moveTo>
                    <a:pt x="755904" y="761"/>
                  </a:moveTo>
                  <a:lnTo>
                    <a:pt x="755904" y="0"/>
                  </a:lnTo>
                  <a:lnTo>
                    <a:pt x="753618" y="0"/>
                  </a:lnTo>
                  <a:lnTo>
                    <a:pt x="753618" y="761"/>
                  </a:lnTo>
                  <a:lnTo>
                    <a:pt x="755904" y="761"/>
                  </a:lnTo>
                  <a:close/>
                </a:path>
                <a:path w="2029460" h="222885">
                  <a:moveTo>
                    <a:pt x="752856" y="761"/>
                  </a:moveTo>
                  <a:lnTo>
                    <a:pt x="752856" y="0"/>
                  </a:lnTo>
                  <a:lnTo>
                    <a:pt x="750570" y="0"/>
                  </a:lnTo>
                  <a:lnTo>
                    <a:pt x="750570" y="761"/>
                  </a:lnTo>
                  <a:lnTo>
                    <a:pt x="752856" y="761"/>
                  </a:lnTo>
                  <a:close/>
                </a:path>
                <a:path w="2029460" h="222885">
                  <a:moveTo>
                    <a:pt x="749808" y="761"/>
                  </a:moveTo>
                  <a:lnTo>
                    <a:pt x="749808" y="0"/>
                  </a:lnTo>
                  <a:lnTo>
                    <a:pt x="747522" y="0"/>
                  </a:lnTo>
                  <a:lnTo>
                    <a:pt x="747522" y="761"/>
                  </a:lnTo>
                  <a:lnTo>
                    <a:pt x="749808" y="761"/>
                  </a:lnTo>
                  <a:close/>
                </a:path>
                <a:path w="2029460" h="222885">
                  <a:moveTo>
                    <a:pt x="746760" y="761"/>
                  </a:moveTo>
                  <a:lnTo>
                    <a:pt x="746760" y="0"/>
                  </a:lnTo>
                  <a:lnTo>
                    <a:pt x="744474" y="0"/>
                  </a:lnTo>
                  <a:lnTo>
                    <a:pt x="744474" y="761"/>
                  </a:lnTo>
                  <a:lnTo>
                    <a:pt x="746760" y="761"/>
                  </a:lnTo>
                  <a:close/>
                </a:path>
                <a:path w="2029460" h="222885">
                  <a:moveTo>
                    <a:pt x="743712" y="761"/>
                  </a:moveTo>
                  <a:lnTo>
                    <a:pt x="743712" y="0"/>
                  </a:lnTo>
                  <a:lnTo>
                    <a:pt x="741426" y="0"/>
                  </a:lnTo>
                  <a:lnTo>
                    <a:pt x="741426" y="761"/>
                  </a:lnTo>
                  <a:lnTo>
                    <a:pt x="743712" y="761"/>
                  </a:lnTo>
                  <a:close/>
                </a:path>
                <a:path w="2029460" h="222885">
                  <a:moveTo>
                    <a:pt x="740663" y="761"/>
                  </a:moveTo>
                  <a:lnTo>
                    <a:pt x="740663" y="0"/>
                  </a:lnTo>
                  <a:lnTo>
                    <a:pt x="738377" y="0"/>
                  </a:lnTo>
                  <a:lnTo>
                    <a:pt x="738377" y="761"/>
                  </a:lnTo>
                  <a:lnTo>
                    <a:pt x="740663" y="761"/>
                  </a:lnTo>
                  <a:close/>
                </a:path>
                <a:path w="2029460" h="222885">
                  <a:moveTo>
                    <a:pt x="737616" y="761"/>
                  </a:moveTo>
                  <a:lnTo>
                    <a:pt x="737616" y="0"/>
                  </a:lnTo>
                  <a:lnTo>
                    <a:pt x="735330" y="0"/>
                  </a:lnTo>
                  <a:lnTo>
                    <a:pt x="735330" y="761"/>
                  </a:lnTo>
                  <a:lnTo>
                    <a:pt x="737616" y="761"/>
                  </a:lnTo>
                  <a:close/>
                </a:path>
                <a:path w="2029460" h="222885">
                  <a:moveTo>
                    <a:pt x="734568" y="761"/>
                  </a:moveTo>
                  <a:lnTo>
                    <a:pt x="734568" y="0"/>
                  </a:lnTo>
                  <a:lnTo>
                    <a:pt x="732282" y="0"/>
                  </a:lnTo>
                  <a:lnTo>
                    <a:pt x="732282" y="761"/>
                  </a:lnTo>
                  <a:lnTo>
                    <a:pt x="734568" y="761"/>
                  </a:lnTo>
                  <a:close/>
                </a:path>
                <a:path w="2029460" h="222885">
                  <a:moveTo>
                    <a:pt x="731520" y="761"/>
                  </a:moveTo>
                  <a:lnTo>
                    <a:pt x="731520" y="0"/>
                  </a:lnTo>
                  <a:lnTo>
                    <a:pt x="729234" y="0"/>
                  </a:lnTo>
                  <a:lnTo>
                    <a:pt x="729234" y="761"/>
                  </a:lnTo>
                  <a:lnTo>
                    <a:pt x="731520" y="761"/>
                  </a:lnTo>
                  <a:close/>
                </a:path>
                <a:path w="2029460" h="222885">
                  <a:moveTo>
                    <a:pt x="728472" y="761"/>
                  </a:moveTo>
                  <a:lnTo>
                    <a:pt x="728472" y="0"/>
                  </a:lnTo>
                  <a:lnTo>
                    <a:pt x="726186" y="0"/>
                  </a:lnTo>
                  <a:lnTo>
                    <a:pt x="726186" y="761"/>
                  </a:lnTo>
                  <a:lnTo>
                    <a:pt x="728472" y="761"/>
                  </a:lnTo>
                  <a:close/>
                </a:path>
                <a:path w="2029460" h="222885">
                  <a:moveTo>
                    <a:pt x="725424" y="761"/>
                  </a:moveTo>
                  <a:lnTo>
                    <a:pt x="725424" y="0"/>
                  </a:lnTo>
                  <a:lnTo>
                    <a:pt x="723138" y="0"/>
                  </a:lnTo>
                  <a:lnTo>
                    <a:pt x="723138" y="761"/>
                  </a:lnTo>
                  <a:lnTo>
                    <a:pt x="725424" y="761"/>
                  </a:lnTo>
                  <a:close/>
                </a:path>
                <a:path w="2029460" h="222885">
                  <a:moveTo>
                    <a:pt x="722376" y="761"/>
                  </a:moveTo>
                  <a:lnTo>
                    <a:pt x="722376" y="0"/>
                  </a:lnTo>
                  <a:lnTo>
                    <a:pt x="720089" y="0"/>
                  </a:lnTo>
                  <a:lnTo>
                    <a:pt x="720089" y="761"/>
                  </a:lnTo>
                  <a:lnTo>
                    <a:pt x="722376" y="761"/>
                  </a:lnTo>
                  <a:close/>
                </a:path>
                <a:path w="2029460" h="222885">
                  <a:moveTo>
                    <a:pt x="719328" y="761"/>
                  </a:moveTo>
                  <a:lnTo>
                    <a:pt x="719328" y="0"/>
                  </a:lnTo>
                  <a:lnTo>
                    <a:pt x="717042" y="0"/>
                  </a:lnTo>
                  <a:lnTo>
                    <a:pt x="717042" y="761"/>
                  </a:lnTo>
                  <a:lnTo>
                    <a:pt x="719328" y="761"/>
                  </a:lnTo>
                  <a:close/>
                </a:path>
                <a:path w="2029460" h="222885">
                  <a:moveTo>
                    <a:pt x="716280" y="761"/>
                  </a:moveTo>
                  <a:lnTo>
                    <a:pt x="716280" y="0"/>
                  </a:lnTo>
                  <a:lnTo>
                    <a:pt x="713994" y="0"/>
                  </a:lnTo>
                  <a:lnTo>
                    <a:pt x="713994" y="761"/>
                  </a:lnTo>
                  <a:lnTo>
                    <a:pt x="716280" y="761"/>
                  </a:lnTo>
                  <a:close/>
                </a:path>
                <a:path w="2029460" h="222885">
                  <a:moveTo>
                    <a:pt x="713232" y="761"/>
                  </a:moveTo>
                  <a:lnTo>
                    <a:pt x="713232" y="0"/>
                  </a:lnTo>
                  <a:lnTo>
                    <a:pt x="710946" y="0"/>
                  </a:lnTo>
                  <a:lnTo>
                    <a:pt x="710946" y="761"/>
                  </a:lnTo>
                  <a:lnTo>
                    <a:pt x="713232" y="761"/>
                  </a:lnTo>
                  <a:close/>
                </a:path>
                <a:path w="2029460" h="222885">
                  <a:moveTo>
                    <a:pt x="710184" y="761"/>
                  </a:moveTo>
                  <a:lnTo>
                    <a:pt x="710184" y="0"/>
                  </a:lnTo>
                  <a:lnTo>
                    <a:pt x="707898" y="0"/>
                  </a:lnTo>
                  <a:lnTo>
                    <a:pt x="707898" y="761"/>
                  </a:lnTo>
                  <a:lnTo>
                    <a:pt x="710184" y="761"/>
                  </a:lnTo>
                  <a:close/>
                </a:path>
                <a:path w="2029460" h="222885">
                  <a:moveTo>
                    <a:pt x="707136" y="761"/>
                  </a:moveTo>
                  <a:lnTo>
                    <a:pt x="707136" y="0"/>
                  </a:lnTo>
                  <a:lnTo>
                    <a:pt x="704850" y="0"/>
                  </a:lnTo>
                  <a:lnTo>
                    <a:pt x="704850" y="761"/>
                  </a:lnTo>
                  <a:lnTo>
                    <a:pt x="707136" y="761"/>
                  </a:lnTo>
                  <a:close/>
                </a:path>
                <a:path w="2029460" h="222885">
                  <a:moveTo>
                    <a:pt x="704088" y="761"/>
                  </a:moveTo>
                  <a:lnTo>
                    <a:pt x="704088" y="0"/>
                  </a:lnTo>
                  <a:lnTo>
                    <a:pt x="701801" y="0"/>
                  </a:lnTo>
                  <a:lnTo>
                    <a:pt x="701801" y="761"/>
                  </a:lnTo>
                  <a:lnTo>
                    <a:pt x="704088" y="761"/>
                  </a:lnTo>
                  <a:close/>
                </a:path>
                <a:path w="2029460" h="222885">
                  <a:moveTo>
                    <a:pt x="701040" y="761"/>
                  </a:moveTo>
                  <a:lnTo>
                    <a:pt x="701040" y="0"/>
                  </a:lnTo>
                  <a:lnTo>
                    <a:pt x="698754" y="0"/>
                  </a:lnTo>
                  <a:lnTo>
                    <a:pt x="698754" y="761"/>
                  </a:lnTo>
                  <a:lnTo>
                    <a:pt x="701040" y="761"/>
                  </a:lnTo>
                  <a:close/>
                </a:path>
                <a:path w="2029460" h="222885">
                  <a:moveTo>
                    <a:pt x="697992" y="761"/>
                  </a:moveTo>
                  <a:lnTo>
                    <a:pt x="697992" y="0"/>
                  </a:lnTo>
                  <a:lnTo>
                    <a:pt x="695706" y="0"/>
                  </a:lnTo>
                  <a:lnTo>
                    <a:pt x="695706" y="761"/>
                  </a:lnTo>
                  <a:lnTo>
                    <a:pt x="697992" y="761"/>
                  </a:lnTo>
                  <a:close/>
                </a:path>
                <a:path w="2029460" h="222885">
                  <a:moveTo>
                    <a:pt x="694944" y="761"/>
                  </a:moveTo>
                  <a:lnTo>
                    <a:pt x="694944" y="0"/>
                  </a:lnTo>
                  <a:lnTo>
                    <a:pt x="692658" y="0"/>
                  </a:lnTo>
                  <a:lnTo>
                    <a:pt x="692658" y="761"/>
                  </a:lnTo>
                  <a:lnTo>
                    <a:pt x="694944" y="761"/>
                  </a:lnTo>
                  <a:close/>
                </a:path>
                <a:path w="2029460" h="222885">
                  <a:moveTo>
                    <a:pt x="691896" y="761"/>
                  </a:moveTo>
                  <a:lnTo>
                    <a:pt x="691896" y="0"/>
                  </a:lnTo>
                  <a:lnTo>
                    <a:pt x="689610" y="0"/>
                  </a:lnTo>
                  <a:lnTo>
                    <a:pt x="689610" y="761"/>
                  </a:lnTo>
                  <a:lnTo>
                    <a:pt x="691896" y="761"/>
                  </a:lnTo>
                  <a:close/>
                </a:path>
                <a:path w="2029460" h="222885">
                  <a:moveTo>
                    <a:pt x="688848" y="761"/>
                  </a:moveTo>
                  <a:lnTo>
                    <a:pt x="688848" y="0"/>
                  </a:lnTo>
                  <a:lnTo>
                    <a:pt x="686562" y="0"/>
                  </a:lnTo>
                  <a:lnTo>
                    <a:pt x="686562" y="761"/>
                  </a:lnTo>
                  <a:lnTo>
                    <a:pt x="688848" y="761"/>
                  </a:lnTo>
                  <a:close/>
                </a:path>
                <a:path w="2029460" h="222885">
                  <a:moveTo>
                    <a:pt x="685800" y="761"/>
                  </a:moveTo>
                  <a:lnTo>
                    <a:pt x="685800" y="0"/>
                  </a:lnTo>
                  <a:lnTo>
                    <a:pt x="683513" y="0"/>
                  </a:lnTo>
                  <a:lnTo>
                    <a:pt x="683513" y="761"/>
                  </a:lnTo>
                  <a:lnTo>
                    <a:pt x="685800" y="761"/>
                  </a:lnTo>
                  <a:close/>
                </a:path>
                <a:path w="2029460" h="222885">
                  <a:moveTo>
                    <a:pt x="682751" y="761"/>
                  </a:moveTo>
                  <a:lnTo>
                    <a:pt x="682751" y="0"/>
                  </a:lnTo>
                  <a:lnTo>
                    <a:pt x="680465" y="0"/>
                  </a:lnTo>
                  <a:lnTo>
                    <a:pt x="680465" y="761"/>
                  </a:lnTo>
                  <a:lnTo>
                    <a:pt x="682751" y="761"/>
                  </a:lnTo>
                  <a:close/>
                </a:path>
                <a:path w="2029460" h="222885">
                  <a:moveTo>
                    <a:pt x="679704" y="761"/>
                  </a:moveTo>
                  <a:lnTo>
                    <a:pt x="679704" y="0"/>
                  </a:lnTo>
                  <a:lnTo>
                    <a:pt x="677418" y="0"/>
                  </a:lnTo>
                  <a:lnTo>
                    <a:pt x="677418" y="761"/>
                  </a:lnTo>
                  <a:lnTo>
                    <a:pt x="679704" y="761"/>
                  </a:lnTo>
                  <a:close/>
                </a:path>
                <a:path w="2029460" h="222885">
                  <a:moveTo>
                    <a:pt x="676656" y="761"/>
                  </a:moveTo>
                  <a:lnTo>
                    <a:pt x="676656" y="0"/>
                  </a:lnTo>
                  <a:lnTo>
                    <a:pt x="674370" y="0"/>
                  </a:lnTo>
                  <a:lnTo>
                    <a:pt x="674370" y="761"/>
                  </a:lnTo>
                  <a:lnTo>
                    <a:pt x="676656" y="761"/>
                  </a:lnTo>
                  <a:close/>
                </a:path>
                <a:path w="2029460" h="222885">
                  <a:moveTo>
                    <a:pt x="673608" y="761"/>
                  </a:moveTo>
                  <a:lnTo>
                    <a:pt x="673608" y="0"/>
                  </a:lnTo>
                  <a:lnTo>
                    <a:pt x="671322" y="0"/>
                  </a:lnTo>
                  <a:lnTo>
                    <a:pt x="671322" y="761"/>
                  </a:lnTo>
                  <a:lnTo>
                    <a:pt x="673608" y="761"/>
                  </a:lnTo>
                  <a:close/>
                </a:path>
                <a:path w="2029460" h="222885">
                  <a:moveTo>
                    <a:pt x="670560" y="761"/>
                  </a:moveTo>
                  <a:lnTo>
                    <a:pt x="670560" y="0"/>
                  </a:lnTo>
                  <a:lnTo>
                    <a:pt x="668274" y="0"/>
                  </a:lnTo>
                  <a:lnTo>
                    <a:pt x="668274" y="761"/>
                  </a:lnTo>
                  <a:lnTo>
                    <a:pt x="670560" y="761"/>
                  </a:lnTo>
                  <a:close/>
                </a:path>
                <a:path w="2029460" h="222885">
                  <a:moveTo>
                    <a:pt x="667512" y="761"/>
                  </a:moveTo>
                  <a:lnTo>
                    <a:pt x="667512" y="0"/>
                  </a:lnTo>
                  <a:lnTo>
                    <a:pt x="665226" y="0"/>
                  </a:lnTo>
                  <a:lnTo>
                    <a:pt x="665226" y="761"/>
                  </a:lnTo>
                  <a:lnTo>
                    <a:pt x="667512" y="761"/>
                  </a:lnTo>
                  <a:close/>
                </a:path>
                <a:path w="2029460" h="222885">
                  <a:moveTo>
                    <a:pt x="664463" y="761"/>
                  </a:moveTo>
                  <a:lnTo>
                    <a:pt x="664463" y="0"/>
                  </a:lnTo>
                  <a:lnTo>
                    <a:pt x="662177" y="0"/>
                  </a:lnTo>
                  <a:lnTo>
                    <a:pt x="662177" y="761"/>
                  </a:lnTo>
                  <a:lnTo>
                    <a:pt x="664463" y="761"/>
                  </a:lnTo>
                  <a:close/>
                </a:path>
                <a:path w="2029460" h="222885">
                  <a:moveTo>
                    <a:pt x="661416" y="761"/>
                  </a:moveTo>
                  <a:lnTo>
                    <a:pt x="661416" y="0"/>
                  </a:lnTo>
                  <a:lnTo>
                    <a:pt x="659130" y="0"/>
                  </a:lnTo>
                  <a:lnTo>
                    <a:pt x="659130" y="761"/>
                  </a:lnTo>
                  <a:lnTo>
                    <a:pt x="661416" y="761"/>
                  </a:lnTo>
                  <a:close/>
                </a:path>
                <a:path w="2029460" h="222885">
                  <a:moveTo>
                    <a:pt x="658368" y="761"/>
                  </a:moveTo>
                  <a:lnTo>
                    <a:pt x="658368" y="0"/>
                  </a:lnTo>
                  <a:lnTo>
                    <a:pt x="656082" y="0"/>
                  </a:lnTo>
                  <a:lnTo>
                    <a:pt x="656082" y="761"/>
                  </a:lnTo>
                  <a:lnTo>
                    <a:pt x="658368" y="761"/>
                  </a:lnTo>
                  <a:close/>
                </a:path>
                <a:path w="2029460" h="222885">
                  <a:moveTo>
                    <a:pt x="655320" y="761"/>
                  </a:moveTo>
                  <a:lnTo>
                    <a:pt x="655320" y="0"/>
                  </a:lnTo>
                  <a:lnTo>
                    <a:pt x="653034" y="0"/>
                  </a:lnTo>
                  <a:lnTo>
                    <a:pt x="653034" y="761"/>
                  </a:lnTo>
                  <a:lnTo>
                    <a:pt x="655320" y="761"/>
                  </a:lnTo>
                  <a:close/>
                </a:path>
                <a:path w="2029460" h="222885">
                  <a:moveTo>
                    <a:pt x="652272" y="761"/>
                  </a:moveTo>
                  <a:lnTo>
                    <a:pt x="652272" y="0"/>
                  </a:lnTo>
                  <a:lnTo>
                    <a:pt x="649986" y="0"/>
                  </a:lnTo>
                  <a:lnTo>
                    <a:pt x="649986" y="761"/>
                  </a:lnTo>
                  <a:lnTo>
                    <a:pt x="652272" y="761"/>
                  </a:lnTo>
                  <a:close/>
                </a:path>
                <a:path w="2029460" h="222885">
                  <a:moveTo>
                    <a:pt x="649224" y="761"/>
                  </a:moveTo>
                  <a:lnTo>
                    <a:pt x="649224" y="0"/>
                  </a:lnTo>
                  <a:lnTo>
                    <a:pt x="646938" y="0"/>
                  </a:lnTo>
                  <a:lnTo>
                    <a:pt x="646938" y="761"/>
                  </a:lnTo>
                  <a:lnTo>
                    <a:pt x="649224" y="761"/>
                  </a:lnTo>
                  <a:close/>
                </a:path>
                <a:path w="2029460" h="222885">
                  <a:moveTo>
                    <a:pt x="646176" y="761"/>
                  </a:moveTo>
                  <a:lnTo>
                    <a:pt x="646176" y="0"/>
                  </a:lnTo>
                  <a:lnTo>
                    <a:pt x="643889" y="0"/>
                  </a:lnTo>
                  <a:lnTo>
                    <a:pt x="643889" y="761"/>
                  </a:lnTo>
                  <a:lnTo>
                    <a:pt x="646176" y="761"/>
                  </a:lnTo>
                  <a:close/>
                </a:path>
                <a:path w="2029460" h="222885">
                  <a:moveTo>
                    <a:pt x="643128" y="761"/>
                  </a:moveTo>
                  <a:lnTo>
                    <a:pt x="643128" y="0"/>
                  </a:lnTo>
                  <a:lnTo>
                    <a:pt x="640842" y="0"/>
                  </a:lnTo>
                  <a:lnTo>
                    <a:pt x="640842" y="761"/>
                  </a:lnTo>
                  <a:lnTo>
                    <a:pt x="643128" y="761"/>
                  </a:lnTo>
                  <a:close/>
                </a:path>
                <a:path w="2029460" h="222885">
                  <a:moveTo>
                    <a:pt x="640080" y="761"/>
                  </a:moveTo>
                  <a:lnTo>
                    <a:pt x="640080" y="0"/>
                  </a:lnTo>
                  <a:lnTo>
                    <a:pt x="637794" y="0"/>
                  </a:lnTo>
                  <a:lnTo>
                    <a:pt x="637794" y="761"/>
                  </a:lnTo>
                  <a:lnTo>
                    <a:pt x="640080" y="761"/>
                  </a:lnTo>
                  <a:close/>
                </a:path>
                <a:path w="2029460" h="222885">
                  <a:moveTo>
                    <a:pt x="637032" y="761"/>
                  </a:moveTo>
                  <a:lnTo>
                    <a:pt x="637032" y="0"/>
                  </a:lnTo>
                  <a:lnTo>
                    <a:pt x="634746" y="0"/>
                  </a:lnTo>
                  <a:lnTo>
                    <a:pt x="634746" y="761"/>
                  </a:lnTo>
                  <a:lnTo>
                    <a:pt x="637032" y="761"/>
                  </a:lnTo>
                  <a:close/>
                </a:path>
                <a:path w="2029460" h="222885">
                  <a:moveTo>
                    <a:pt x="633984" y="761"/>
                  </a:moveTo>
                  <a:lnTo>
                    <a:pt x="633984" y="0"/>
                  </a:lnTo>
                  <a:lnTo>
                    <a:pt x="631698" y="0"/>
                  </a:lnTo>
                  <a:lnTo>
                    <a:pt x="631698" y="761"/>
                  </a:lnTo>
                  <a:lnTo>
                    <a:pt x="633984" y="761"/>
                  </a:lnTo>
                  <a:close/>
                </a:path>
                <a:path w="2029460" h="222885">
                  <a:moveTo>
                    <a:pt x="630936" y="761"/>
                  </a:moveTo>
                  <a:lnTo>
                    <a:pt x="630936" y="0"/>
                  </a:lnTo>
                  <a:lnTo>
                    <a:pt x="628650" y="0"/>
                  </a:lnTo>
                  <a:lnTo>
                    <a:pt x="628650" y="761"/>
                  </a:lnTo>
                  <a:lnTo>
                    <a:pt x="630936" y="761"/>
                  </a:lnTo>
                  <a:close/>
                </a:path>
                <a:path w="2029460" h="222885">
                  <a:moveTo>
                    <a:pt x="627888" y="761"/>
                  </a:moveTo>
                  <a:lnTo>
                    <a:pt x="627888" y="0"/>
                  </a:lnTo>
                  <a:lnTo>
                    <a:pt x="625601" y="0"/>
                  </a:lnTo>
                  <a:lnTo>
                    <a:pt x="625601" y="761"/>
                  </a:lnTo>
                  <a:lnTo>
                    <a:pt x="627888" y="761"/>
                  </a:lnTo>
                  <a:close/>
                </a:path>
                <a:path w="2029460" h="222885">
                  <a:moveTo>
                    <a:pt x="624840" y="761"/>
                  </a:moveTo>
                  <a:lnTo>
                    <a:pt x="624840" y="0"/>
                  </a:lnTo>
                  <a:lnTo>
                    <a:pt x="622554" y="0"/>
                  </a:lnTo>
                  <a:lnTo>
                    <a:pt x="622554" y="761"/>
                  </a:lnTo>
                  <a:lnTo>
                    <a:pt x="624840" y="761"/>
                  </a:lnTo>
                  <a:close/>
                </a:path>
                <a:path w="2029460" h="222885">
                  <a:moveTo>
                    <a:pt x="621792" y="761"/>
                  </a:moveTo>
                  <a:lnTo>
                    <a:pt x="621792" y="0"/>
                  </a:lnTo>
                  <a:lnTo>
                    <a:pt x="619506" y="0"/>
                  </a:lnTo>
                  <a:lnTo>
                    <a:pt x="619506" y="761"/>
                  </a:lnTo>
                  <a:lnTo>
                    <a:pt x="621792" y="761"/>
                  </a:lnTo>
                  <a:close/>
                </a:path>
                <a:path w="2029460" h="222885">
                  <a:moveTo>
                    <a:pt x="618744" y="761"/>
                  </a:moveTo>
                  <a:lnTo>
                    <a:pt x="618744" y="0"/>
                  </a:lnTo>
                  <a:lnTo>
                    <a:pt x="616458" y="0"/>
                  </a:lnTo>
                  <a:lnTo>
                    <a:pt x="616458" y="761"/>
                  </a:lnTo>
                  <a:lnTo>
                    <a:pt x="618744" y="761"/>
                  </a:lnTo>
                  <a:close/>
                </a:path>
                <a:path w="2029460" h="222885">
                  <a:moveTo>
                    <a:pt x="615696" y="761"/>
                  </a:moveTo>
                  <a:lnTo>
                    <a:pt x="615696" y="0"/>
                  </a:lnTo>
                  <a:lnTo>
                    <a:pt x="613410" y="0"/>
                  </a:lnTo>
                  <a:lnTo>
                    <a:pt x="613410" y="761"/>
                  </a:lnTo>
                  <a:lnTo>
                    <a:pt x="615696" y="761"/>
                  </a:lnTo>
                  <a:close/>
                </a:path>
                <a:path w="2029460" h="222885">
                  <a:moveTo>
                    <a:pt x="612648" y="761"/>
                  </a:moveTo>
                  <a:lnTo>
                    <a:pt x="612648" y="0"/>
                  </a:lnTo>
                  <a:lnTo>
                    <a:pt x="610362" y="0"/>
                  </a:lnTo>
                  <a:lnTo>
                    <a:pt x="610362" y="761"/>
                  </a:lnTo>
                  <a:lnTo>
                    <a:pt x="612648" y="761"/>
                  </a:lnTo>
                  <a:close/>
                </a:path>
                <a:path w="2029460" h="222885">
                  <a:moveTo>
                    <a:pt x="609600" y="761"/>
                  </a:moveTo>
                  <a:lnTo>
                    <a:pt x="609600" y="0"/>
                  </a:lnTo>
                  <a:lnTo>
                    <a:pt x="607313" y="0"/>
                  </a:lnTo>
                  <a:lnTo>
                    <a:pt x="607313" y="761"/>
                  </a:lnTo>
                  <a:lnTo>
                    <a:pt x="609600" y="761"/>
                  </a:lnTo>
                  <a:close/>
                </a:path>
                <a:path w="2029460" h="222885">
                  <a:moveTo>
                    <a:pt x="606551" y="761"/>
                  </a:moveTo>
                  <a:lnTo>
                    <a:pt x="606551" y="0"/>
                  </a:lnTo>
                  <a:lnTo>
                    <a:pt x="604265" y="0"/>
                  </a:lnTo>
                  <a:lnTo>
                    <a:pt x="604265" y="761"/>
                  </a:lnTo>
                  <a:lnTo>
                    <a:pt x="606551" y="761"/>
                  </a:lnTo>
                  <a:close/>
                </a:path>
                <a:path w="2029460" h="222885">
                  <a:moveTo>
                    <a:pt x="603504" y="761"/>
                  </a:moveTo>
                  <a:lnTo>
                    <a:pt x="603504" y="0"/>
                  </a:lnTo>
                  <a:lnTo>
                    <a:pt x="601218" y="0"/>
                  </a:lnTo>
                  <a:lnTo>
                    <a:pt x="601218" y="761"/>
                  </a:lnTo>
                  <a:lnTo>
                    <a:pt x="603504" y="761"/>
                  </a:lnTo>
                  <a:close/>
                </a:path>
                <a:path w="2029460" h="222885">
                  <a:moveTo>
                    <a:pt x="600456" y="761"/>
                  </a:moveTo>
                  <a:lnTo>
                    <a:pt x="600456" y="0"/>
                  </a:lnTo>
                  <a:lnTo>
                    <a:pt x="598170" y="0"/>
                  </a:lnTo>
                  <a:lnTo>
                    <a:pt x="598170" y="761"/>
                  </a:lnTo>
                  <a:lnTo>
                    <a:pt x="600456" y="761"/>
                  </a:lnTo>
                  <a:close/>
                </a:path>
                <a:path w="2029460" h="222885">
                  <a:moveTo>
                    <a:pt x="597408" y="761"/>
                  </a:moveTo>
                  <a:lnTo>
                    <a:pt x="597408" y="0"/>
                  </a:lnTo>
                  <a:lnTo>
                    <a:pt x="595122" y="0"/>
                  </a:lnTo>
                  <a:lnTo>
                    <a:pt x="595122" y="761"/>
                  </a:lnTo>
                  <a:lnTo>
                    <a:pt x="597408" y="761"/>
                  </a:lnTo>
                  <a:close/>
                </a:path>
                <a:path w="2029460" h="222885">
                  <a:moveTo>
                    <a:pt x="594360" y="761"/>
                  </a:moveTo>
                  <a:lnTo>
                    <a:pt x="594360" y="0"/>
                  </a:lnTo>
                  <a:lnTo>
                    <a:pt x="592074" y="0"/>
                  </a:lnTo>
                  <a:lnTo>
                    <a:pt x="592074" y="761"/>
                  </a:lnTo>
                  <a:lnTo>
                    <a:pt x="594360" y="761"/>
                  </a:lnTo>
                  <a:close/>
                </a:path>
                <a:path w="2029460" h="222885">
                  <a:moveTo>
                    <a:pt x="591312" y="761"/>
                  </a:moveTo>
                  <a:lnTo>
                    <a:pt x="591312" y="0"/>
                  </a:lnTo>
                  <a:lnTo>
                    <a:pt x="589026" y="0"/>
                  </a:lnTo>
                  <a:lnTo>
                    <a:pt x="589026" y="761"/>
                  </a:lnTo>
                  <a:lnTo>
                    <a:pt x="591312" y="761"/>
                  </a:lnTo>
                  <a:close/>
                </a:path>
                <a:path w="2029460" h="222885">
                  <a:moveTo>
                    <a:pt x="588263" y="761"/>
                  </a:moveTo>
                  <a:lnTo>
                    <a:pt x="588263" y="0"/>
                  </a:lnTo>
                  <a:lnTo>
                    <a:pt x="585977" y="0"/>
                  </a:lnTo>
                  <a:lnTo>
                    <a:pt x="585977" y="761"/>
                  </a:lnTo>
                  <a:lnTo>
                    <a:pt x="588263" y="761"/>
                  </a:lnTo>
                  <a:close/>
                </a:path>
                <a:path w="2029460" h="222885">
                  <a:moveTo>
                    <a:pt x="585216" y="761"/>
                  </a:moveTo>
                  <a:lnTo>
                    <a:pt x="585216" y="0"/>
                  </a:lnTo>
                  <a:lnTo>
                    <a:pt x="582930" y="0"/>
                  </a:lnTo>
                  <a:lnTo>
                    <a:pt x="582930" y="761"/>
                  </a:lnTo>
                  <a:lnTo>
                    <a:pt x="585216" y="761"/>
                  </a:lnTo>
                  <a:close/>
                </a:path>
                <a:path w="2029460" h="222885">
                  <a:moveTo>
                    <a:pt x="582168" y="761"/>
                  </a:moveTo>
                  <a:lnTo>
                    <a:pt x="582168" y="0"/>
                  </a:lnTo>
                  <a:lnTo>
                    <a:pt x="579882" y="0"/>
                  </a:lnTo>
                  <a:lnTo>
                    <a:pt x="579882" y="761"/>
                  </a:lnTo>
                  <a:lnTo>
                    <a:pt x="582168" y="761"/>
                  </a:lnTo>
                  <a:close/>
                </a:path>
                <a:path w="2029460" h="222885">
                  <a:moveTo>
                    <a:pt x="579120" y="761"/>
                  </a:moveTo>
                  <a:lnTo>
                    <a:pt x="579120" y="0"/>
                  </a:lnTo>
                  <a:lnTo>
                    <a:pt x="576834" y="0"/>
                  </a:lnTo>
                  <a:lnTo>
                    <a:pt x="576834" y="761"/>
                  </a:lnTo>
                  <a:lnTo>
                    <a:pt x="579120" y="761"/>
                  </a:lnTo>
                  <a:close/>
                </a:path>
                <a:path w="2029460" h="222885">
                  <a:moveTo>
                    <a:pt x="576072" y="761"/>
                  </a:moveTo>
                  <a:lnTo>
                    <a:pt x="576072" y="0"/>
                  </a:lnTo>
                  <a:lnTo>
                    <a:pt x="573786" y="0"/>
                  </a:lnTo>
                  <a:lnTo>
                    <a:pt x="573786" y="761"/>
                  </a:lnTo>
                  <a:lnTo>
                    <a:pt x="576072" y="761"/>
                  </a:lnTo>
                  <a:close/>
                </a:path>
                <a:path w="2029460" h="222885">
                  <a:moveTo>
                    <a:pt x="573024" y="761"/>
                  </a:moveTo>
                  <a:lnTo>
                    <a:pt x="573024" y="0"/>
                  </a:lnTo>
                  <a:lnTo>
                    <a:pt x="570738" y="0"/>
                  </a:lnTo>
                  <a:lnTo>
                    <a:pt x="570738" y="761"/>
                  </a:lnTo>
                  <a:lnTo>
                    <a:pt x="573024" y="761"/>
                  </a:lnTo>
                  <a:close/>
                </a:path>
                <a:path w="2029460" h="222885">
                  <a:moveTo>
                    <a:pt x="569976" y="761"/>
                  </a:moveTo>
                  <a:lnTo>
                    <a:pt x="569976" y="0"/>
                  </a:lnTo>
                  <a:lnTo>
                    <a:pt x="567689" y="0"/>
                  </a:lnTo>
                  <a:lnTo>
                    <a:pt x="567689" y="761"/>
                  </a:lnTo>
                  <a:lnTo>
                    <a:pt x="569976" y="761"/>
                  </a:lnTo>
                  <a:close/>
                </a:path>
                <a:path w="2029460" h="222885">
                  <a:moveTo>
                    <a:pt x="566928" y="761"/>
                  </a:moveTo>
                  <a:lnTo>
                    <a:pt x="566928" y="0"/>
                  </a:lnTo>
                  <a:lnTo>
                    <a:pt x="564642" y="0"/>
                  </a:lnTo>
                  <a:lnTo>
                    <a:pt x="564642" y="761"/>
                  </a:lnTo>
                  <a:lnTo>
                    <a:pt x="566928" y="761"/>
                  </a:lnTo>
                  <a:close/>
                </a:path>
                <a:path w="2029460" h="222885">
                  <a:moveTo>
                    <a:pt x="563880" y="761"/>
                  </a:moveTo>
                  <a:lnTo>
                    <a:pt x="563880" y="0"/>
                  </a:lnTo>
                  <a:lnTo>
                    <a:pt x="561594" y="0"/>
                  </a:lnTo>
                  <a:lnTo>
                    <a:pt x="561594" y="761"/>
                  </a:lnTo>
                  <a:lnTo>
                    <a:pt x="563880" y="761"/>
                  </a:lnTo>
                  <a:close/>
                </a:path>
                <a:path w="2029460" h="222885">
                  <a:moveTo>
                    <a:pt x="560832" y="761"/>
                  </a:moveTo>
                  <a:lnTo>
                    <a:pt x="560832" y="0"/>
                  </a:lnTo>
                  <a:lnTo>
                    <a:pt x="558546" y="0"/>
                  </a:lnTo>
                  <a:lnTo>
                    <a:pt x="558546" y="761"/>
                  </a:lnTo>
                  <a:lnTo>
                    <a:pt x="560832" y="761"/>
                  </a:lnTo>
                  <a:close/>
                </a:path>
                <a:path w="2029460" h="222885">
                  <a:moveTo>
                    <a:pt x="557784" y="761"/>
                  </a:moveTo>
                  <a:lnTo>
                    <a:pt x="557784" y="0"/>
                  </a:lnTo>
                  <a:lnTo>
                    <a:pt x="555498" y="0"/>
                  </a:lnTo>
                  <a:lnTo>
                    <a:pt x="555498" y="761"/>
                  </a:lnTo>
                  <a:lnTo>
                    <a:pt x="557784" y="761"/>
                  </a:lnTo>
                  <a:close/>
                </a:path>
                <a:path w="2029460" h="222885">
                  <a:moveTo>
                    <a:pt x="554736" y="761"/>
                  </a:moveTo>
                  <a:lnTo>
                    <a:pt x="554736" y="0"/>
                  </a:lnTo>
                  <a:lnTo>
                    <a:pt x="552450" y="0"/>
                  </a:lnTo>
                  <a:lnTo>
                    <a:pt x="552450" y="761"/>
                  </a:lnTo>
                  <a:lnTo>
                    <a:pt x="554736" y="761"/>
                  </a:lnTo>
                  <a:close/>
                </a:path>
                <a:path w="2029460" h="222885">
                  <a:moveTo>
                    <a:pt x="551688" y="761"/>
                  </a:moveTo>
                  <a:lnTo>
                    <a:pt x="551688" y="0"/>
                  </a:lnTo>
                  <a:lnTo>
                    <a:pt x="549401" y="0"/>
                  </a:lnTo>
                  <a:lnTo>
                    <a:pt x="549401" y="761"/>
                  </a:lnTo>
                  <a:lnTo>
                    <a:pt x="551688" y="761"/>
                  </a:lnTo>
                  <a:close/>
                </a:path>
                <a:path w="2029460" h="222885">
                  <a:moveTo>
                    <a:pt x="548640" y="761"/>
                  </a:moveTo>
                  <a:lnTo>
                    <a:pt x="548640" y="0"/>
                  </a:lnTo>
                  <a:lnTo>
                    <a:pt x="546354" y="0"/>
                  </a:lnTo>
                  <a:lnTo>
                    <a:pt x="546354" y="761"/>
                  </a:lnTo>
                  <a:lnTo>
                    <a:pt x="548640" y="761"/>
                  </a:lnTo>
                  <a:close/>
                </a:path>
                <a:path w="2029460" h="222885">
                  <a:moveTo>
                    <a:pt x="545592" y="761"/>
                  </a:moveTo>
                  <a:lnTo>
                    <a:pt x="545592" y="0"/>
                  </a:lnTo>
                  <a:lnTo>
                    <a:pt x="543306" y="0"/>
                  </a:lnTo>
                  <a:lnTo>
                    <a:pt x="543306" y="761"/>
                  </a:lnTo>
                  <a:lnTo>
                    <a:pt x="545592" y="761"/>
                  </a:lnTo>
                  <a:close/>
                </a:path>
                <a:path w="2029460" h="222885">
                  <a:moveTo>
                    <a:pt x="542544" y="761"/>
                  </a:moveTo>
                  <a:lnTo>
                    <a:pt x="542544" y="0"/>
                  </a:lnTo>
                  <a:lnTo>
                    <a:pt x="540258" y="0"/>
                  </a:lnTo>
                  <a:lnTo>
                    <a:pt x="540258" y="761"/>
                  </a:lnTo>
                  <a:lnTo>
                    <a:pt x="542544" y="761"/>
                  </a:lnTo>
                  <a:close/>
                </a:path>
                <a:path w="2029460" h="222885">
                  <a:moveTo>
                    <a:pt x="539496" y="761"/>
                  </a:moveTo>
                  <a:lnTo>
                    <a:pt x="539496" y="0"/>
                  </a:lnTo>
                  <a:lnTo>
                    <a:pt x="537210" y="0"/>
                  </a:lnTo>
                  <a:lnTo>
                    <a:pt x="537210" y="761"/>
                  </a:lnTo>
                  <a:lnTo>
                    <a:pt x="539496" y="761"/>
                  </a:lnTo>
                  <a:close/>
                </a:path>
                <a:path w="2029460" h="222885">
                  <a:moveTo>
                    <a:pt x="536448" y="761"/>
                  </a:moveTo>
                  <a:lnTo>
                    <a:pt x="536448" y="0"/>
                  </a:lnTo>
                  <a:lnTo>
                    <a:pt x="534162" y="0"/>
                  </a:lnTo>
                  <a:lnTo>
                    <a:pt x="534162" y="761"/>
                  </a:lnTo>
                  <a:lnTo>
                    <a:pt x="536448" y="761"/>
                  </a:lnTo>
                  <a:close/>
                </a:path>
                <a:path w="2029460" h="222885">
                  <a:moveTo>
                    <a:pt x="533400" y="761"/>
                  </a:moveTo>
                  <a:lnTo>
                    <a:pt x="533400" y="0"/>
                  </a:lnTo>
                  <a:lnTo>
                    <a:pt x="531113" y="0"/>
                  </a:lnTo>
                  <a:lnTo>
                    <a:pt x="531113" y="761"/>
                  </a:lnTo>
                  <a:lnTo>
                    <a:pt x="533400" y="761"/>
                  </a:lnTo>
                  <a:close/>
                </a:path>
                <a:path w="2029460" h="222885">
                  <a:moveTo>
                    <a:pt x="530351" y="761"/>
                  </a:moveTo>
                  <a:lnTo>
                    <a:pt x="530351" y="0"/>
                  </a:lnTo>
                  <a:lnTo>
                    <a:pt x="528065" y="0"/>
                  </a:lnTo>
                  <a:lnTo>
                    <a:pt x="528065" y="761"/>
                  </a:lnTo>
                  <a:lnTo>
                    <a:pt x="530351" y="761"/>
                  </a:lnTo>
                  <a:close/>
                </a:path>
                <a:path w="2029460" h="222885">
                  <a:moveTo>
                    <a:pt x="527304" y="761"/>
                  </a:moveTo>
                  <a:lnTo>
                    <a:pt x="527304" y="0"/>
                  </a:lnTo>
                  <a:lnTo>
                    <a:pt x="525018" y="0"/>
                  </a:lnTo>
                  <a:lnTo>
                    <a:pt x="525018" y="761"/>
                  </a:lnTo>
                  <a:lnTo>
                    <a:pt x="527304" y="761"/>
                  </a:lnTo>
                  <a:close/>
                </a:path>
                <a:path w="2029460" h="222885">
                  <a:moveTo>
                    <a:pt x="524256" y="761"/>
                  </a:moveTo>
                  <a:lnTo>
                    <a:pt x="524256" y="0"/>
                  </a:lnTo>
                  <a:lnTo>
                    <a:pt x="521970" y="0"/>
                  </a:lnTo>
                  <a:lnTo>
                    <a:pt x="521970" y="761"/>
                  </a:lnTo>
                  <a:lnTo>
                    <a:pt x="524256" y="761"/>
                  </a:lnTo>
                  <a:close/>
                </a:path>
                <a:path w="2029460" h="222885">
                  <a:moveTo>
                    <a:pt x="521208" y="761"/>
                  </a:moveTo>
                  <a:lnTo>
                    <a:pt x="521208" y="0"/>
                  </a:lnTo>
                  <a:lnTo>
                    <a:pt x="518922" y="0"/>
                  </a:lnTo>
                  <a:lnTo>
                    <a:pt x="518922" y="761"/>
                  </a:lnTo>
                  <a:lnTo>
                    <a:pt x="521208" y="761"/>
                  </a:lnTo>
                  <a:close/>
                </a:path>
                <a:path w="2029460" h="222885">
                  <a:moveTo>
                    <a:pt x="518160" y="761"/>
                  </a:moveTo>
                  <a:lnTo>
                    <a:pt x="518160" y="0"/>
                  </a:lnTo>
                  <a:lnTo>
                    <a:pt x="515874" y="0"/>
                  </a:lnTo>
                  <a:lnTo>
                    <a:pt x="515874" y="761"/>
                  </a:lnTo>
                  <a:lnTo>
                    <a:pt x="518160" y="761"/>
                  </a:lnTo>
                  <a:close/>
                </a:path>
                <a:path w="2029460" h="222885">
                  <a:moveTo>
                    <a:pt x="515112" y="761"/>
                  </a:moveTo>
                  <a:lnTo>
                    <a:pt x="515112" y="0"/>
                  </a:lnTo>
                  <a:lnTo>
                    <a:pt x="512825" y="0"/>
                  </a:lnTo>
                  <a:lnTo>
                    <a:pt x="512825" y="761"/>
                  </a:lnTo>
                  <a:lnTo>
                    <a:pt x="515112" y="761"/>
                  </a:lnTo>
                  <a:close/>
                </a:path>
                <a:path w="2029460" h="222885">
                  <a:moveTo>
                    <a:pt x="512063" y="761"/>
                  </a:moveTo>
                  <a:lnTo>
                    <a:pt x="512063" y="0"/>
                  </a:lnTo>
                  <a:lnTo>
                    <a:pt x="509777" y="0"/>
                  </a:lnTo>
                  <a:lnTo>
                    <a:pt x="509777" y="761"/>
                  </a:lnTo>
                  <a:lnTo>
                    <a:pt x="512063" y="761"/>
                  </a:lnTo>
                  <a:close/>
                </a:path>
                <a:path w="2029460" h="222885">
                  <a:moveTo>
                    <a:pt x="509016" y="761"/>
                  </a:moveTo>
                  <a:lnTo>
                    <a:pt x="509016" y="0"/>
                  </a:lnTo>
                  <a:lnTo>
                    <a:pt x="506730" y="0"/>
                  </a:lnTo>
                  <a:lnTo>
                    <a:pt x="506730" y="761"/>
                  </a:lnTo>
                  <a:lnTo>
                    <a:pt x="509016" y="761"/>
                  </a:lnTo>
                  <a:close/>
                </a:path>
                <a:path w="2029460" h="222885">
                  <a:moveTo>
                    <a:pt x="505968" y="761"/>
                  </a:moveTo>
                  <a:lnTo>
                    <a:pt x="505968" y="0"/>
                  </a:lnTo>
                  <a:lnTo>
                    <a:pt x="503682" y="0"/>
                  </a:lnTo>
                  <a:lnTo>
                    <a:pt x="503682" y="761"/>
                  </a:lnTo>
                  <a:lnTo>
                    <a:pt x="505968" y="761"/>
                  </a:lnTo>
                  <a:close/>
                </a:path>
                <a:path w="2029460" h="222885">
                  <a:moveTo>
                    <a:pt x="502920" y="761"/>
                  </a:moveTo>
                  <a:lnTo>
                    <a:pt x="502920" y="0"/>
                  </a:lnTo>
                  <a:lnTo>
                    <a:pt x="500634" y="0"/>
                  </a:lnTo>
                  <a:lnTo>
                    <a:pt x="500634" y="761"/>
                  </a:lnTo>
                  <a:lnTo>
                    <a:pt x="502920" y="761"/>
                  </a:lnTo>
                  <a:close/>
                </a:path>
                <a:path w="2029460" h="222885">
                  <a:moveTo>
                    <a:pt x="499872" y="761"/>
                  </a:moveTo>
                  <a:lnTo>
                    <a:pt x="499872" y="0"/>
                  </a:lnTo>
                  <a:lnTo>
                    <a:pt x="497586" y="0"/>
                  </a:lnTo>
                  <a:lnTo>
                    <a:pt x="497586" y="761"/>
                  </a:lnTo>
                  <a:lnTo>
                    <a:pt x="499872" y="761"/>
                  </a:lnTo>
                  <a:close/>
                </a:path>
                <a:path w="2029460" h="222885">
                  <a:moveTo>
                    <a:pt x="496824" y="761"/>
                  </a:moveTo>
                  <a:lnTo>
                    <a:pt x="496824" y="0"/>
                  </a:lnTo>
                  <a:lnTo>
                    <a:pt x="494538" y="0"/>
                  </a:lnTo>
                  <a:lnTo>
                    <a:pt x="494538" y="761"/>
                  </a:lnTo>
                  <a:lnTo>
                    <a:pt x="496824" y="761"/>
                  </a:lnTo>
                  <a:close/>
                </a:path>
                <a:path w="2029460" h="222885">
                  <a:moveTo>
                    <a:pt x="493775" y="761"/>
                  </a:moveTo>
                  <a:lnTo>
                    <a:pt x="493775" y="0"/>
                  </a:lnTo>
                  <a:lnTo>
                    <a:pt x="491489" y="0"/>
                  </a:lnTo>
                  <a:lnTo>
                    <a:pt x="491489" y="761"/>
                  </a:lnTo>
                  <a:lnTo>
                    <a:pt x="493775" y="761"/>
                  </a:lnTo>
                  <a:close/>
                </a:path>
                <a:path w="2029460" h="222885">
                  <a:moveTo>
                    <a:pt x="490728" y="761"/>
                  </a:moveTo>
                  <a:lnTo>
                    <a:pt x="490728" y="0"/>
                  </a:lnTo>
                  <a:lnTo>
                    <a:pt x="488442" y="0"/>
                  </a:lnTo>
                  <a:lnTo>
                    <a:pt x="488442" y="761"/>
                  </a:lnTo>
                  <a:lnTo>
                    <a:pt x="490728" y="761"/>
                  </a:lnTo>
                  <a:close/>
                </a:path>
                <a:path w="2029460" h="222885">
                  <a:moveTo>
                    <a:pt x="487680" y="761"/>
                  </a:moveTo>
                  <a:lnTo>
                    <a:pt x="487680" y="0"/>
                  </a:lnTo>
                  <a:lnTo>
                    <a:pt x="485394" y="0"/>
                  </a:lnTo>
                  <a:lnTo>
                    <a:pt x="485394" y="761"/>
                  </a:lnTo>
                  <a:lnTo>
                    <a:pt x="487680" y="761"/>
                  </a:lnTo>
                  <a:close/>
                </a:path>
                <a:path w="2029460" h="222885">
                  <a:moveTo>
                    <a:pt x="484632" y="761"/>
                  </a:moveTo>
                  <a:lnTo>
                    <a:pt x="484632" y="0"/>
                  </a:lnTo>
                  <a:lnTo>
                    <a:pt x="482346" y="0"/>
                  </a:lnTo>
                  <a:lnTo>
                    <a:pt x="482346" y="761"/>
                  </a:lnTo>
                  <a:lnTo>
                    <a:pt x="484632" y="761"/>
                  </a:lnTo>
                  <a:close/>
                </a:path>
                <a:path w="2029460" h="222885">
                  <a:moveTo>
                    <a:pt x="481584" y="761"/>
                  </a:moveTo>
                  <a:lnTo>
                    <a:pt x="481584" y="0"/>
                  </a:lnTo>
                  <a:lnTo>
                    <a:pt x="479298" y="0"/>
                  </a:lnTo>
                  <a:lnTo>
                    <a:pt x="479298" y="761"/>
                  </a:lnTo>
                  <a:lnTo>
                    <a:pt x="481584" y="761"/>
                  </a:lnTo>
                  <a:close/>
                </a:path>
                <a:path w="2029460" h="222885">
                  <a:moveTo>
                    <a:pt x="478536" y="761"/>
                  </a:moveTo>
                  <a:lnTo>
                    <a:pt x="478536" y="0"/>
                  </a:lnTo>
                  <a:lnTo>
                    <a:pt x="476250" y="0"/>
                  </a:lnTo>
                  <a:lnTo>
                    <a:pt x="476250" y="761"/>
                  </a:lnTo>
                  <a:lnTo>
                    <a:pt x="478536" y="761"/>
                  </a:lnTo>
                  <a:close/>
                </a:path>
                <a:path w="2029460" h="222885">
                  <a:moveTo>
                    <a:pt x="475488" y="761"/>
                  </a:moveTo>
                  <a:lnTo>
                    <a:pt x="475488" y="0"/>
                  </a:lnTo>
                  <a:lnTo>
                    <a:pt x="473201" y="0"/>
                  </a:lnTo>
                  <a:lnTo>
                    <a:pt x="473201" y="761"/>
                  </a:lnTo>
                  <a:lnTo>
                    <a:pt x="475488" y="761"/>
                  </a:lnTo>
                  <a:close/>
                </a:path>
                <a:path w="2029460" h="222885">
                  <a:moveTo>
                    <a:pt x="472440" y="761"/>
                  </a:moveTo>
                  <a:lnTo>
                    <a:pt x="472440" y="0"/>
                  </a:lnTo>
                  <a:lnTo>
                    <a:pt x="470154" y="0"/>
                  </a:lnTo>
                  <a:lnTo>
                    <a:pt x="470154" y="761"/>
                  </a:lnTo>
                  <a:lnTo>
                    <a:pt x="472440" y="761"/>
                  </a:lnTo>
                  <a:close/>
                </a:path>
                <a:path w="2029460" h="222885">
                  <a:moveTo>
                    <a:pt x="469392" y="761"/>
                  </a:moveTo>
                  <a:lnTo>
                    <a:pt x="469392" y="0"/>
                  </a:lnTo>
                  <a:lnTo>
                    <a:pt x="467106" y="0"/>
                  </a:lnTo>
                  <a:lnTo>
                    <a:pt x="467106" y="761"/>
                  </a:lnTo>
                  <a:lnTo>
                    <a:pt x="469392" y="761"/>
                  </a:lnTo>
                  <a:close/>
                </a:path>
                <a:path w="2029460" h="222885">
                  <a:moveTo>
                    <a:pt x="466344" y="761"/>
                  </a:moveTo>
                  <a:lnTo>
                    <a:pt x="466344" y="0"/>
                  </a:lnTo>
                  <a:lnTo>
                    <a:pt x="464058" y="0"/>
                  </a:lnTo>
                  <a:lnTo>
                    <a:pt x="464058" y="761"/>
                  </a:lnTo>
                  <a:lnTo>
                    <a:pt x="466344" y="761"/>
                  </a:lnTo>
                  <a:close/>
                </a:path>
                <a:path w="2029460" h="222885">
                  <a:moveTo>
                    <a:pt x="463296" y="761"/>
                  </a:moveTo>
                  <a:lnTo>
                    <a:pt x="463296" y="0"/>
                  </a:lnTo>
                  <a:lnTo>
                    <a:pt x="461010" y="0"/>
                  </a:lnTo>
                  <a:lnTo>
                    <a:pt x="461010" y="761"/>
                  </a:lnTo>
                  <a:lnTo>
                    <a:pt x="463296" y="761"/>
                  </a:lnTo>
                  <a:close/>
                </a:path>
                <a:path w="2029460" h="222885">
                  <a:moveTo>
                    <a:pt x="460248" y="761"/>
                  </a:moveTo>
                  <a:lnTo>
                    <a:pt x="460248" y="0"/>
                  </a:lnTo>
                  <a:lnTo>
                    <a:pt x="457962" y="0"/>
                  </a:lnTo>
                  <a:lnTo>
                    <a:pt x="457962" y="761"/>
                  </a:lnTo>
                  <a:lnTo>
                    <a:pt x="460248" y="761"/>
                  </a:lnTo>
                  <a:close/>
                </a:path>
                <a:path w="2029460" h="222885">
                  <a:moveTo>
                    <a:pt x="457200" y="761"/>
                  </a:moveTo>
                  <a:lnTo>
                    <a:pt x="457200" y="0"/>
                  </a:lnTo>
                  <a:lnTo>
                    <a:pt x="454913" y="0"/>
                  </a:lnTo>
                  <a:lnTo>
                    <a:pt x="454913" y="761"/>
                  </a:lnTo>
                  <a:lnTo>
                    <a:pt x="457200" y="761"/>
                  </a:lnTo>
                  <a:close/>
                </a:path>
                <a:path w="2029460" h="222885">
                  <a:moveTo>
                    <a:pt x="454151" y="761"/>
                  </a:moveTo>
                  <a:lnTo>
                    <a:pt x="454151" y="0"/>
                  </a:lnTo>
                  <a:lnTo>
                    <a:pt x="451865" y="0"/>
                  </a:lnTo>
                  <a:lnTo>
                    <a:pt x="451865" y="761"/>
                  </a:lnTo>
                  <a:lnTo>
                    <a:pt x="454151" y="761"/>
                  </a:lnTo>
                  <a:close/>
                </a:path>
                <a:path w="2029460" h="222885">
                  <a:moveTo>
                    <a:pt x="451104" y="761"/>
                  </a:moveTo>
                  <a:lnTo>
                    <a:pt x="451104" y="0"/>
                  </a:lnTo>
                  <a:lnTo>
                    <a:pt x="448818" y="0"/>
                  </a:lnTo>
                  <a:lnTo>
                    <a:pt x="448818" y="761"/>
                  </a:lnTo>
                  <a:lnTo>
                    <a:pt x="451104" y="761"/>
                  </a:lnTo>
                  <a:close/>
                </a:path>
                <a:path w="2029460" h="222885">
                  <a:moveTo>
                    <a:pt x="448056" y="761"/>
                  </a:moveTo>
                  <a:lnTo>
                    <a:pt x="448056" y="0"/>
                  </a:lnTo>
                  <a:lnTo>
                    <a:pt x="445770" y="0"/>
                  </a:lnTo>
                  <a:lnTo>
                    <a:pt x="445770" y="761"/>
                  </a:lnTo>
                  <a:lnTo>
                    <a:pt x="448056" y="761"/>
                  </a:lnTo>
                  <a:close/>
                </a:path>
                <a:path w="2029460" h="222885">
                  <a:moveTo>
                    <a:pt x="445008" y="761"/>
                  </a:moveTo>
                  <a:lnTo>
                    <a:pt x="445008" y="0"/>
                  </a:lnTo>
                  <a:lnTo>
                    <a:pt x="442722" y="0"/>
                  </a:lnTo>
                  <a:lnTo>
                    <a:pt x="442722" y="761"/>
                  </a:lnTo>
                  <a:lnTo>
                    <a:pt x="445008" y="761"/>
                  </a:lnTo>
                  <a:close/>
                </a:path>
                <a:path w="2029460" h="222885">
                  <a:moveTo>
                    <a:pt x="441960" y="761"/>
                  </a:moveTo>
                  <a:lnTo>
                    <a:pt x="441960" y="0"/>
                  </a:lnTo>
                  <a:lnTo>
                    <a:pt x="439674" y="0"/>
                  </a:lnTo>
                  <a:lnTo>
                    <a:pt x="439674" y="761"/>
                  </a:lnTo>
                  <a:lnTo>
                    <a:pt x="441960" y="761"/>
                  </a:lnTo>
                  <a:close/>
                </a:path>
                <a:path w="2029460" h="222885">
                  <a:moveTo>
                    <a:pt x="438912" y="761"/>
                  </a:moveTo>
                  <a:lnTo>
                    <a:pt x="438912" y="0"/>
                  </a:lnTo>
                  <a:lnTo>
                    <a:pt x="436625" y="0"/>
                  </a:lnTo>
                  <a:lnTo>
                    <a:pt x="436625" y="761"/>
                  </a:lnTo>
                  <a:lnTo>
                    <a:pt x="438912" y="761"/>
                  </a:lnTo>
                  <a:close/>
                </a:path>
                <a:path w="2029460" h="222885">
                  <a:moveTo>
                    <a:pt x="435863" y="761"/>
                  </a:moveTo>
                  <a:lnTo>
                    <a:pt x="435863" y="0"/>
                  </a:lnTo>
                  <a:lnTo>
                    <a:pt x="433577" y="0"/>
                  </a:lnTo>
                  <a:lnTo>
                    <a:pt x="433577" y="761"/>
                  </a:lnTo>
                  <a:lnTo>
                    <a:pt x="435863" y="761"/>
                  </a:lnTo>
                  <a:close/>
                </a:path>
                <a:path w="2029460" h="222885">
                  <a:moveTo>
                    <a:pt x="432816" y="761"/>
                  </a:moveTo>
                  <a:lnTo>
                    <a:pt x="432816" y="0"/>
                  </a:lnTo>
                  <a:lnTo>
                    <a:pt x="430530" y="0"/>
                  </a:lnTo>
                  <a:lnTo>
                    <a:pt x="430530" y="761"/>
                  </a:lnTo>
                  <a:lnTo>
                    <a:pt x="432816" y="761"/>
                  </a:lnTo>
                  <a:close/>
                </a:path>
                <a:path w="2029460" h="222885">
                  <a:moveTo>
                    <a:pt x="429768" y="761"/>
                  </a:moveTo>
                  <a:lnTo>
                    <a:pt x="429768" y="0"/>
                  </a:lnTo>
                  <a:lnTo>
                    <a:pt x="427482" y="0"/>
                  </a:lnTo>
                  <a:lnTo>
                    <a:pt x="427482" y="761"/>
                  </a:lnTo>
                  <a:lnTo>
                    <a:pt x="429768" y="761"/>
                  </a:lnTo>
                  <a:close/>
                </a:path>
                <a:path w="2029460" h="222885">
                  <a:moveTo>
                    <a:pt x="426720" y="761"/>
                  </a:moveTo>
                  <a:lnTo>
                    <a:pt x="426720" y="0"/>
                  </a:lnTo>
                  <a:lnTo>
                    <a:pt x="424434" y="0"/>
                  </a:lnTo>
                  <a:lnTo>
                    <a:pt x="424434" y="761"/>
                  </a:lnTo>
                  <a:lnTo>
                    <a:pt x="426720" y="761"/>
                  </a:lnTo>
                  <a:close/>
                </a:path>
                <a:path w="2029460" h="222885">
                  <a:moveTo>
                    <a:pt x="423672" y="761"/>
                  </a:moveTo>
                  <a:lnTo>
                    <a:pt x="423672" y="0"/>
                  </a:lnTo>
                  <a:lnTo>
                    <a:pt x="421386" y="0"/>
                  </a:lnTo>
                  <a:lnTo>
                    <a:pt x="421386" y="761"/>
                  </a:lnTo>
                  <a:lnTo>
                    <a:pt x="423672" y="761"/>
                  </a:lnTo>
                  <a:close/>
                </a:path>
                <a:path w="2029460" h="222885">
                  <a:moveTo>
                    <a:pt x="420624" y="761"/>
                  </a:moveTo>
                  <a:lnTo>
                    <a:pt x="420624" y="0"/>
                  </a:lnTo>
                  <a:lnTo>
                    <a:pt x="418338" y="0"/>
                  </a:lnTo>
                  <a:lnTo>
                    <a:pt x="418338" y="761"/>
                  </a:lnTo>
                  <a:lnTo>
                    <a:pt x="420624" y="761"/>
                  </a:lnTo>
                  <a:close/>
                </a:path>
                <a:path w="2029460" h="222885">
                  <a:moveTo>
                    <a:pt x="417575" y="761"/>
                  </a:moveTo>
                  <a:lnTo>
                    <a:pt x="417575" y="0"/>
                  </a:lnTo>
                  <a:lnTo>
                    <a:pt x="415289" y="0"/>
                  </a:lnTo>
                  <a:lnTo>
                    <a:pt x="415289" y="761"/>
                  </a:lnTo>
                  <a:lnTo>
                    <a:pt x="417575" y="761"/>
                  </a:lnTo>
                  <a:close/>
                </a:path>
                <a:path w="2029460" h="222885">
                  <a:moveTo>
                    <a:pt x="414528" y="761"/>
                  </a:moveTo>
                  <a:lnTo>
                    <a:pt x="414528" y="0"/>
                  </a:lnTo>
                  <a:lnTo>
                    <a:pt x="412242" y="0"/>
                  </a:lnTo>
                  <a:lnTo>
                    <a:pt x="412242" y="761"/>
                  </a:lnTo>
                  <a:lnTo>
                    <a:pt x="414528" y="761"/>
                  </a:lnTo>
                  <a:close/>
                </a:path>
                <a:path w="2029460" h="222885">
                  <a:moveTo>
                    <a:pt x="411480" y="761"/>
                  </a:moveTo>
                  <a:lnTo>
                    <a:pt x="411480" y="0"/>
                  </a:lnTo>
                  <a:lnTo>
                    <a:pt x="409194" y="0"/>
                  </a:lnTo>
                  <a:lnTo>
                    <a:pt x="409194" y="761"/>
                  </a:lnTo>
                  <a:lnTo>
                    <a:pt x="411480" y="761"/>
                  </a:lnTo>
                  <a:close/>
                </a:path>
                <a:path w="2029460" h="222885">
                  <a:moveTo>
                    <a:pt x="408432" y="761"/>
                  </a:moveTo>
                  <a:lnTo>
                    <a:pt x="408432" y="0"/>
                  </a:lnTo>
                  <a:lnTo>
                    <a:pt x="406146" y="0"/>
                  </a:lnTo>
                  <a:lnTo>
                    <a:pt x="406146" y="761"/>
                  </a:lnTo>
                  <a:lnTo>
                    <a:pt x="408432" y="761"/>
                  </a:lnTo>
                  <a:close/>
                </a:path>
                <a:path w="2029460" h="222885">
                  <a:moveTo>
                    <a:pt x="405384" y="761"/>
                  </a:moveTo>
                  <a:lnTo>
                    <a:pt x="405384" y="0"/>
                  </a:lnTo>
                  <a:lnTo>
                    <a:pt x="403098" y="0"/>
                  </a:lnTo>
                  <a:lnTo>
                    <a:pt x="403098" y="761"/>
                  </a:lnTo>
                  <a:lnTo>
                    <a:pt x="405384" y="761"/>
                  </a:lnTo>
                  <a:close/>
                </a:path>
                <a:path w="2029460" h="222885">
                  <a:moveTo>
                    <a:pt x="402336" y="761"/>
                  </a:moveTo>
                  <a:lnTo>
                    <a:pt x="402336" y="0"/>
                  </a:lnTo>
                  <a:lnTo>
                    <a:pt x="400050" y="0"/>
                  </a:lnTo>
                  <a:lnTo>
                    <a:pt x="400050" y="761"/>
                  </a:lnTo>
                  <a:lnTo>
                    <a:pt x="402336" y="761"/>
                  </a:lnTo>
                  <a:close/>
                </a:path>
                <a:path w="2029460" h="222885">
                  <a:moveTo>
                    <a:pt x="399288" y="761"/>
                  </a:moveTo>
                  <a:lnTo>
                    <a:pt x="399288" y="0"/>
                  </a:lnTo>
                  <a:lnTo>
                    <a:pt x="397001" y="0"/>
                  </a:lnTo>
                  <a:lnTo>
                    <a:pt x="397001" y="761"/>
                  </a:lnTo>
                  <a:lnTo>
                    <a:pt x="399288" y="761"/>
                  </a:lnTo>
                  <a:close/>
                </a:path>
                <a:path w="2029460" h="222885">
                  <a:moveTo>
                    <a:pt x="396240" y="761"/>
                  </a:moveTo>
                  <a:lnTo>
                    <a:pt x="396240" y="0"/>
                  </a:lnTo>
                  <a:lnTo>
                    <a:pt x="393954" y="0"/>
                  </a:lnTo>
                  <a:lnTo>
                    <a:pt x="393954" y="761"/>
                  </a:lnTo>
                  <a:lnTo>
                    <a:pt x="396240" y="761"/>
                  </a:lnTo>
                  <a:close/>
                </a:path>
                <a:path w="2029460" h="222885">
                  <a:moveTo>
                    <a:pt x="393192" y="761"/>
                  </a:moveTo>
                  <a:lnTo>
                    <a:pt x="393192" y="0"/>
                  </a:lnTo>
                  <a:lnTo>
                    <a:pt x="390906" y="0"/>
                  </a:lnTo>
                  <a:lnTo>
                    <a:pt x="390906" y="761"/>
                  </a:lnTo>
                  <a:lnTo>
                    <a:pt x="393192" y="761"/>
                  </a:lnTo>
                  <a:close/>
                </a:path>
                <a:path w="2029460" h="222885">
                  <a:moveTo>
                    <a:pt x="390144" y="761"/>
                  </a:moveTo>
                  <a:lnTo>
                    <a:pt x="390144" y="0"/>
                  </a:lnTo>
                  <a:lnTo>
                    <a:pt x="387858" y="0"/>
                  </a:lnTo>
                  <a:lnTo>
                    <a:pt x="387858" y="761"/>
                  </a:lnTo>
                  <a:lnTo>
                    <a:pt x="390144" y="761"/>
                  </a:lnTo>
                  <a:close/>
                </a:path>
                <a:path w="2029460" h="222885">
                  <a:moveTo>
                    <a:pt x="387096" y="761"/>
                  </a:moveTo>
                  <a:lnTo>
                    <a:pt x="387096" y="0"/>
                  </a:lnTo>
                  <a:lnTo>
                    <a:pt x="384810" y="0"/>
                  </a:lnTo>
                  <a:lnTo>
                    <a:pt x="384810" y="761"/>
                  </a:lnTo>
                  <a:lnTo>
                    <a:pt x="387096" y="761"/>
                  </a:lnTo>
                  <a:close/>
                </a:path>
                <a:path w="2029460" h="222885">
                  <a:moveTo>
                    <a:pt x="384048" y="761"/>
                  </a:moveTo>
                  <a:lnTo>
                    <a:pt x="384048" y="0"/>
                  </a:lnTo>
                  <a:lnTo>
                    <a:pt x="381762" y="0"/>
                  </a:lnTo>
                  <a:lnTo>
                    <a:pt x="381762" y="761"/>
                  </a:lnTo>
                  <a:lnTo>
                    <a:pt x="384048" y="761"/>
                  </a:lnTo>
                  <a:close/>
                </a:path>
                <a:path w="2029460" h="222885">
                  <a:moveTo>
                    <a:pt x="381000" y="761"/>
                  </a:moveTo>
                  <a:lnTo>
                    <a:pt x="381000" y="0"/>
                  </a:lnTo>
                  <a:lnTo>
                    <a:pt x="378713" y="0"/>
                  </a:lnTo>
                  <a:lnTo>
                    <a:pt x="378713" y="761"/>
                  </a:lnTo>
                  <a:lnTo>
                    <a:pt x="381000" y="761"/>
                  </a:lnTo>
                  <a:close/>
                </a:path>
                <a:path w="2029460" h="222885">
                  <a:moveTo>
                    <a:pt x="377951" y="761"/>
                  </a:moveTo>
                  <a:lnTo>
                    <a:pt x="377951" y="0"/>
                  </a:lnTo>
                  <a:lnTo>
                    <a:pt x="375665" y="0"/>
                  </a:lnTo>
                  <a:lnTo>
                    <a:pt x="375665" y="761"/>
                  </a:lnTo>
                  <a:lnTo>
                    <a:pt x="377951" y="761"/>
                  </a:lnTo>
                  <a:close/>
                </a:path>
                <a:path w="2029460" h="222885">
                  <a:moveTo>
                    <a:pt x="374904" y="761"/>
                  </a:moveTo>
                  <a:lnTo>
                    <a:pt x="374904" y="0"/>
                  </a:lnTo>
                  <a:lnTo>
                    <a:pt x="372618" y="0"/>
                  </a:lnTo>
                  <a:lnTo>
                    <a:pt x="372618" y="761"/>
                  </a:lnTo>
                  <a:lnTo>
                    <a:pt x="374904" y="761"/>
                  </a:lnTo>
                  <a:close/>
                </a:path>
                <a:path w="2029460" h="222885">
                  <a:moveTo>
                    <a:pt x="371856" y="761"/>
                  </a:moveTo>
                  <a:lnTo>
                    <a:pt x="371856" y="0"/>
                  </a:lnTo>
                  <a:lnTo>
                    <a:pt x="369570" y="0"/>
                  </a:lnTo>
                  <a:lnTo>
                    <a:pt x="369570" y="761"/>
                  </a:lnTo>
                  <a:lnTo>
                    <a:pt x="371856" y="761"/>
                  </a:lnTo>
                  <a:close/>
                </a:path>
                <a:path w="2029460" h="222885">
                  <a:moveTo>
                    <a:pt x="368808" y="761"/>
                  </a:moveTo>
                  <a:lnTo>
                    <a:pt x="368808" y="0"/>
                  </a:lnTo>
                  <a:lnTo>
                    <a:pt x="366522" y="0"/>
                  </a:lnTo>
                  <a:lnTo>
                    <a:pt x="366522" y="761"/>
                  </a:lnTo>
                  <a:lnTo>
                    <a:pt x="368808" y="761"/>
                  </a:lnTo>
                  <a:close/>
                </a:path>
                <a:path w="2029460" h="222885">
                  <a:moveTo>
                    <a:pt x="365760" y="761"/>
                  </a:moveTo>
                  <a:lnTo>
                    <a:pt x="365760" y="0"/>
                  </a:lnTo>
                  <a:lnTo>
                    <a:pt x="363474" y="0"/>
                  </a:lnTo>
                  <a:lnTo>
                    <a:pt x="363474" y="761"/>
                  </a:lnTo>
                  <a:lnTo>
                    <a:pt x="365760" y="761"/>
                  </a:lnTo>
                  <a:close/>
                </a:path>
                <a:path w="2029460" h="222885">
                  <a:moveTo>
                    <a:pt x="362712" y="761"/>
                  </a:moveTo>
                  <a:lnTo>
                    <a:pt x="362712" y="0"/>
                  </a:lnTo>
                  <a:lnTo>
                    <a:pt x="360425" y="0"/>
                  </a:lnTo>
                  <a:lnTo>
                    <a:pt x="360425" y="761"/>
                  </a:lnTo>
                  <a:lnTo>
                    <a:pt x="362712" y="761"/>
                  </a:lnTo>
                  <a:close/>
                </a:path>
                <a:path w="2029460" h="222885">
                  <a:moveTo>
                    <a:pt x="359663" y="761"/>
                  </a:moveTo>
                  <a:lnTo>
                    <a:pt x="359663" y="0"/>
                  </a:lnTo>
                  <a:lnTo>
                    <a:pt x="357377" y="0"/>
                  </a:lnTo>
                  <a:lnTo>
                    <a:pt x="357377" y="761"/>
                  </a:lnTo>
                  <a:lnTo>
                    <a:pt x="359663" y="761"/>
                  </a:lnTo>
                  <a:close/>
                </a:path>
                <a:path w="2029460" h="222885">
                  <a:moveTo>
                    <a:pt x="356616" y="761"/>
                  </a:moveTo>
                  <a:lnTo>
                    <a:pt x="356616" y="0"/>
                  </a:lnTo>
                  <a:lnTo>
                    <a:pt x="354330" y="0"/>
                  </a:lnTo>
                  <a:lnTo>
                    <a:pt x="354330" y="761"/>
                  </a:lnTo>
                  <a:lnTo>
                    <a:pt x="356616" y="761"/>
                  </a:lnTo>
                  <a:close/>
                </a:path>
                <a:path w="2029460" h="222885">
                  <a:moveTo>
                    <a:pt x="353568" y="761"/>
                  </a:moveTo>
                  <a:lnTo>
                    <a:pt x="353568" y="0"/>
                  </a:lnTo>
                  <a:lnTo>
                    <a:pt x="351282" y="0"/>
                  </a:lnTo>
                  <a:lnTo>
                    <a:pt x="351282" y="761"/>
                  </a:lnTo>
                  <a:lnTo>
                    <a:pt x="353568" y="761"/>
                  </a:lnTo>
                  <a:close/>
                </a:path>
                <a:path w="2029460" h="222885">
                  <a:moveTo>
                    <a:pt x="350520" y="761"/>
                  </a:moveTo>
                  <a:lnTo>
                    <a:pt x="350520" y="0"/>
                  </a:lnTo>
                  <a:lnTo>
                    <a:pt x="348234" y="0"/>
                  </a:lnTo>
                  <a:lnTo>
                    <a:pt x="348234" y="761"/>
                  </a:lnTo>
                  <a:lnTo>
                    <a:pt x="350520" y="761"/>
                  </a:lnTo>
                  <a:close/>
                </a:path>
                <a:path w="2029460" h="222885">
                  <a:moveTo>
                    <a:pt x="347472" y="761"/>
                  </a:moveTo>
                  <a:lnTo>
                    <a:pt x="347472" y="0"/>
                  </a:lnTo>
                  <a:lnTo>
                    <a:pt x="345186" y="0"/>
                  </a:lnTo>
                  <a:lnTo>
                    <a:pt x="345186" y="761"/>
                  </a:lnTo>
                  <a:lnTo>
                    <a:pt x="347472" y="761"/>
                  </a:lnTo>
                  <a:close/>
                </a:path>
                <a:path w="2029460" h="222885">
                  <a:moveTo>
                    <a:pt x="344424" y="761"/>
                  </a:moveTo>
                  <a:lnTo>
                    <a:pt x="344424" y="0"/>
                  </a:lnTo>
                  <a:lnTo>
                    <a:pt x="342138" y="0"/>
                  </a:lnTo>
                  <a:lnTo>
                    <a:pt x="342138" y="761"/>
                  </a:lnTo>
                  <a:lnTo>
                    <a:pt x="344424" y="761"/>
                  </a:lnTo>
                  <a:close/>
                </a:path>
                <a:path w="2029460" h="222885">
                  <a:moveTo>
                    <a:pt x="341375" y="761"/>
                  </a:moveTo>
                  <a:lnTo>
                    <a:pt x="341375" y="0"/>
                  </a:lnTo>
                  <a:lnTo>
                    <a:pt x="339089" y="0"/>
                  </a:lnTo>
                  <a:lnTo>
                    <a:pt x="339089" y="761"/>
                  </a:lnTo>
                  <a:lnTo>
                    <a:pt x="341375" y="761"/>
                  </a:lnTo>
                  <a:close/>
                </a:path>
                <a:path w="2029460" h="222885">
                  <a:moveTo>
                    <a:pt x="338328" y="761"/>
                  </a:moveTo>
                  <a:lnTo>
                    <a:pt x="338328" y="0"/>
                  </a:lnTo>
                  <a:lnTo>
                    <a:pt x="336042" y="0"/>
                  </a:lnTo>
                  <a:lnTo>
                    <a:pt x="336042" y="761"/>
                  </a:lnTo>
                  <a:lnTo>
                    <a:pt x="338328" y="761"/>
                  </a:lnTo>
                  <a:close/>
                </a:path>
                <a:path w="2029460" h="222885">
                  <a:moveTo>
                    <a:pt x="335280" y="761"/>
                  </a:moveTo>
                  <a:lnTo>
                    <a:pt x="335280" y="0"/>
                  </a:lnTo>
                  <a:lnTo>
                    <a:pt x="332994" y="0"/>
                  </a:lnTo>
                  <a:lnTo>
                    <a:pt x="332994" y="761"/>
                  </a:lnTo>
                  <a:lnTo>
                    <a:pt x="335280" y="761"/>
                  </a:lnTo>
                  <a:close/>
                </a:path>
                <a:path w="2029460" h="222885">
                  <a:moveTo>
                    <a:pt x="332232" y="761"/>
                  </a:moveTo>
                  <a:lnTo>
                    <a:pt x="332232" y="0"/>
                  </a:lnTo>
                  <a:lnTo>
                    <a:pt x="329946" y="0"/>
                  </a:lnTo>
                  <a:lnTo>
                    <a:pt x="329946" y="761"/>
                  </a:lnTo>
                  <a:lnTo>
                    <a:pt x="332232" y="761"/>
                  </a:lnTo>
                  <a:close/>
                </a:path>
                <a:path w="2029460" h="222885">
                  <a:moveTo>
                    <a:pt x="329184" y="761"/>
                  </a:moveTo>
                  <a:lnTo>
                    <a:pt x="329184" y="0"/>
                  </a:lnTo>
                  <a:lnTo>
                    <a:pt x="326898" y="0"/>
                  </a:lnTo>
                  <a:lnTo>
                    <a:pt x="326898" y="761"/>
                  </a:lnTo>
                  <a:lnTo>
                    <a:pt x="329184" y="761"/>
                  </a:lnTo>
                  <a:close/>
                </a:path>
                <a:path w="2029460" h="222885">
                  <a:moveTo>
                    <a:pt x="326136" y="761"/>
                  </a:moveTo>
                  <a:lnTo>
                    <a:pt x="326136" y="0"/>
                  </a:lnTo>
                  <a:lnTo>
                    <a:pt x="323850" y="0"/>
                  </a:lnTo>
                  <a:lnTo>
                    <a:pt x="323850" y="761"/>
                  </a:lnTo>
                  <a:lnTo>
                    <a:pt x="326136" y="761"/>
                  </a:lnTo>
                  <a:close/>
                </a:path>
                <a:path w="2029460" h="222885">
                  <a:moveTo>
                    <a:pt x="323088" y="761"/>
                  </a:moveTo>
                  <a:lnTo>
                    <a:pt x="323088" y="0"/>
                  </a:lnTo>
                  <a:lnTo>
                    <a:pt x="320801" y="0"/>
                  </a:lnTo>
                  <a:lnTo>
                    <a:pt x="320801" y="761"/>
                  </a:lnTo>
                  <a:lnTo>
                    <a:pt x="323088" y="761"/>
                  </a:lnTo>
                  <a:close/>
                </a:path>
                <a:path w="2029460" h="222885">
                  <a:moveTo>
                    <a:pt x="320040" y="761"/>
                  </a:moveTo>
                  <a:lnTo>
                    <a:pt x="320040" y="0"/>
                  </a:lnTo>
                  <a:lnTo>
                    <a:pt x="317754" y="0"/>
                  </a:lnTo>
                  <a:lnTo>
                    <a:pt x="317754" y="761"/>
                  </a:lnTo>
                  <a:lnTo>
                    <a:pt x="320040" y="761"/>
                  </a:lnTo>
                  <a:close/>
                </a:path>
                <a:path w="2029460" h="222885">
                  <a:moveTo>
                    <a:pt x="316992" y="761"/>
                  </a:moveTo>
                  <a:lnTo>
                    <a:pt x="316992" y="0"/>
                  </a:lnTo>
                  <a:lnTo>
                    <a:pt x="314706" y="0"/>
                  </a:lnTo>
                  <a:lnTo>
                    <a:pt x="314706" y="761"/>
                  </a:lnTo>
                  <a:lnTo>
                    <a:pt x="316992" y="761"/>
                  </a:lnTo>
                  <a:close/>
                </a:path>
                <a:path w="2029460" h="222885">
                  <a:moveTo>
                    <a:pt x="313944" y="761"/>
                  </a:moveTo>
                  <a:lnTo>
                    <a:pt x="313944" y="0"/>
                  </a:lnTo>
                  <a:lnTo>
                    <a:pt x="311658" y="0"/>
                  </a:lnTo>
                  <a:lnTo>
                    <a:pt x="311658" y="761"/>
                  </a:lnTo>
                  <a:lnTo>
                    <a:pt x="313944" y="761"/>
                  </a:lnTo>
                  <a:close/>
                </a:path>
                <a:path w="2029460" h="222885">
                  <a:moveTo>
                    <a:pt x="310896" y="761"/>
                  </a:moveTo>
                  <a:lnTo>
                    <a:pt x="310896" y="0"/>
                  </a:lnTo>
                  <a:lnTo>
                    <a:pt x="308610" y="0"/>
                  </a:lnTo>
                  <a:lnTo>
                    <a:pt x="308610" y="761"/>
                  </a:lnTo>
                  <a:lnTo>
                    <a:pt x="310896" y="761"/>
                  </a:lnTo>
                  <a:close/>
                </a:path>
                <a:path w="2029460" h="222885">
                  <a:moveTo>
                    <a:pt x="307848" y="761"/>
                  </a:moveTo>
                  <a:lnTo>
                    <a:pt x="307848" y="0"/>
                  </a:lnTo>
                  <a:lnTo>
                    <a:pt x="305562" y="0"/>
                  </a:lnTo>
                  <a:lnTo>
                    <a:pt x="305562" y="761"/>
                  </a:lnTo>
                  <a:lnTo>
                    <a:pt x="307848" y="761"/>
                  </a:lnTo>
                  <a:close/>
                </a:path>
                <a:path w="2029460" h="222885">
                  <a:moveTo>
                    <a:pt x="304800" y="761"/>
                  </a:moveTo>
                  <a:lnTo>
                    <a:pt x="304800" y="0"/>
                  </a:lnTo>
                  <a:lnTo>
                    <a:pt x="302513" y="0"/>
                  </a:lnTo>
                  <a:lnTo>
                    <a:pt x="302513" y="761"/>
                  </a:lnTo>
                  <a:lnTo>
                    <a:pt x="304800" y="761"/>
                  </a:lnTo>
                  <a:close/>
                </a:path>
                <a:path w="2029460" h="222885">
                  <a:moveTo>
                    <a:pt x="301751" y="761"/>
                  </a:moveTo>
                  <a:lnTo>
                    <a:pt x="301751" y="0"/>
                  </a:lnTo>
                  <a:lnTo>
                    <a:pt x="299465" y="0"/>
                  </a:lnTo>
                  <a:lnTo>
                    <a:pt x="299465" y="761"/>
                  </a:lnTo>
                  <a:lnTo>
                    <a:pt x="301751" y="761"/>
                  </a:lnTo>
                  <a:close/>
                </a:path>
                <a:path w="2029460" h="222885">
                  <a:moveTo>
                    <a:pt x="298704" y="761"/>
                  </a:moveTo>
                  <a:lnTo>
                    <a:pt x="298704" y="0"/>
                  </a:lnTo>
                  <a:lnTo>
                    <a:pt x="296418" y="0"/>
                  </a:lnTo>
                  <a:lnTo>
                    <a:pt x="296418" y="761"/>
                  </a:lnTo>
                  <a:lnTo>
                    <a:pt x="298704" y="761"/>
                  </a:lnTo>
                  <a:close/>
                </a:path>
                <a:path w="2029460" h="222885">
                  <a:moveTo>
                    <a:pt x="295656" y="761"/>
                  </a:moveTo>
                  <a:lnTo>
                    <a:pt x="295656" y="0"/>
                  </a:lnTo>
                  <a:lnTo>
                    <a:pt x="293370" y="0"/>
                  </a:lnTo>
                  <a:lnTo>
                    <a:pt x="293370" y="761"/>
                  </a:lnTo>
                  <a:lnTo>
                    <a:pt x="295656" y="761"/>
                  </a:lnTo>
                  <a:close/>
                </a:path>
                <a:path w="2029460" h="222885">
                  <a:moveTo>
                    <a:pt x="292608" y="761"/>
                  </a:moveTo>
                  <a:lnTo>
                    <a:pt x="292608" y="0"/>
                  </a:lnTo>
                  <a:lnTo>
                    <a:pt x="290322" y="0"/>
                  </a:lnTo>
                  <a:lnTo>
                    <a:pt x="290322" y="761"/>
                  </a:lnTo>
                  <a:lnTo>
                    <a:pt x="292608" y="761"/>
                  </a:lnTo>
                  <a:close/>
                </a:path>
                <a:path w="2029460" h="222885">
                  <a:moveTo>
                    <a:pt x="289560" y="761"/>
                  </a:moveTo>
                  <a:lnTo>
                    <a:pt x="289560" y="0"/>
                  </a:lnTo>
                  <a:lnTo>
                    <a:pt x="287274" y="0"/>
                  </a:lnTo>
                  <a:lnTo>
                    <a:pt x="287274" y="761"/>
                  </a:lnTo>
                  <a:lnTo>
                    <a:pt x="289560" y="761"/>
                  </a:lnTo>
                  <a:close/>
                </a:path>
                <a:path w="2029460" h="222885">
                  <a:moveTo>
                    <a:pt x="286512" y="761"/>
                  </a:moveTo>
                  <a:lnTo>
                    <a:pt x="286512" y="0"/>
                  </a:lnTo>
                  <a:lnTo>
                    <a:pt x="284225" y="0"/>
                  </a:lnTo>
                  <a:lnTo>
                    <a:pt x="284225" y="761"/>
                  </a:lnTo>
                  <a:lnTo>
                    <a:pt x="286512" y="761"/>
                  </a:lnTo>
                  <a:close/>
                </a:path>
                <a:path w="2029460" h="222885">
                  <a:moveTo>
                    <a:pt x="283463" y="761"/>
                  </a:moveTo>
                  <a:lnTo>
                    <a:pt x="283463" y="0"/>
                  </a:lnTo>
                  <a:lnTo>
                    <a:pt x="281177" y="0"/>
                  </a:lnTo>
                  <a:lnTo>
                    <a:pt x="281177" y="761"/>
                  </a:lnTo>
                  <a:lnTo>
                    <a:pt x="283463" y="761"/>
                  </a:lnTo>
                  <a:close/>
                </a:path>
                <a:path w="2029460" h="222885">
                  <a:moveTo>
                    <a:pt x="280416" y="761"/>
                  </a:moveTo>
                  <a:lnTo>
                    <a:pt x="280416" y="0"/>
                  </a:lnTo>
                  <a:lnTo>
                    <a:pt x="278130" y="0"/>
                  </a:lnTo>
                  <a:lnTo>
                    <a:pt x="278130" y="761"/>
                  </a:lnTo>
                  <a:lnTo>
                    <a:pt x="280416" y="761"/>
                  </a:lnTo>
                  <a:close/>
                </a:path>
                <a:path w="2029460" h="222885">
                  <a:moveTo>
                    <a:pt x="277368" y="761"/>
                  </a:moveTo>
                  <a:lnTo>
                    <a:pt x="277368" y="0"/>
                  </a:lnTo>
                  <a:lnTo>
                    <a:pt x="275082" y="0"/>
                  </a:lnTo>
                  <a:lnTo>
                    <a:pt x="275082" y="761"/>
                  </a:lnTo>
                  <a:lnTo>
                    <a:pt x="277368" y="761"/>
                  </a:lnTo>
                  <a:close/>
                </a:path>
                <a:path w="2029460" h="222885">
                  <a:moveTo>
                    <a:pt x="274320" y="761"/>
                  </a:moveTo>
                  <a:lnTo>
                    <a:pt x="274320" y="0"/>
                  </a:lnTo>
                  <a:lnTo>
                    <a:pt x="272034" y="0"/>
                  </a:lnTo>
                  <a:lnTo>
                    <a:pt x="272034" y="761"/>
                  </a:lnTo>
                  <a:lnTo>
                    <a:pt x="274320" y="761"/>
                  </a:lnTo>
                  <a:close/>
                </a:path>
                <a:path w="2029460" h="222885">
                  <a:moveTo>
                    <a:pt x="271272" y="761"/>
                  </a:moveTo>
                  <a:lnTo>
                    <a:pt x="271272" y="0"/>
                  </a:lnTo>
                  <a:lnTo>
                    <a:pt x="268986" y="0"/>
                  </a:lnTo>
                  <a:lnTo>
                    <a:pt x="268986" y="761"/>
                  </a:lnTo>
                  <a:lnTo>
                    <a:pt x="271272" y="761"/>
                  </a:lnTo>
                  <a:close/>
                </a:path>
                <a:path w="2029460" h="222885">
                  <a:moveTo>
                    <a:pt x="268224" y="761"/>
                  </a:moveTo>
                  <a:lnTo>
                    <a:pt x="268224" y="0"/>
                  </a:lnTo>
                  <a:lnTo>
                    <a:pt x="265938" y="0"/>
                  </a:lnTo>
                  <a:lnTo>
                    <a:pt x="265938" y="761"/>
                  </a:lnTo>
                  <a:lnTo>
                    <a:pt x="268224" y="761"/>
                  </a:lnTo>
                  <a:close/>
                </a:path>
                <a:path w="2029460" h="222885">
                  <a:moveTo>
                    <a:pt x="265175" y="761"/>
                  </a:moveTo>
                  <a:lnTo>
                    <a:pt x="265175" y="0"/>
                  </a:lnTo>
                  <a:lnTo>
                    <a:pt x="262889" y="0"/>
                  </a:lnTo>
                  <a:lnTo>
                    <a:pt x="262889" y="761"/>
                  </a:lnTo>
                  <a:lnTo>
                    <a:pt x="265175" y="761"/>
                  </a:lnTo>
                  <a:close/>
                </a:path>
                <a:path w="2029460" h="222885">
                  <a:moveTo>
                    <a:pt x="262128" y="761"/>
                  </a:moveTo>
                  <a:lnTo>
                    <a:pt x="262128" y="0"/>
                  </a:lnTo>
                  <a:lnTo>
                    <a:pt x="259842" y="0"/>
                  </a:lnTo>
                  <a:lnTo>
                    <a:pt x="259842" y="761"/>
                  </a:lnTo>
                  <a:lnTo>
                    <a:pt x="262128" y="761"/>
                  </a:lnTo>
                  <a:close/>
                </a:path>
                <a:path w="2029460" h="222885">
                  <a:moveTo>
                    <a:pt x="259080" y="761"/>
                  </a:moveTo>
                  <a:lnTo>
                    <a:pt x="259080" y="0"/>
                  </a:lnTo>
                  <a:lnTo>
                    <a:pt x="256794" y="0"/>
                  </a:lnTo>
                  <a:lnTo>
                    <a:pt x="256794" y="761"/>
                  </a:lnTo>
                  <a:lnTo>
                    <a:pt x="259080" y="761"/>
                  </a:lnTo>
                  <a:close/>
                </a:path>
                <a:path w="2029460" h="222885">
                  <a:moveTo>
                    <a:pt x="256032" y="761"/>
                  </a:moveTo>
                  <a:lnTo>
                    <a:pt x="256032" y="0"/>
                  </a:lnTo>
                  <a:lnTo>
                    <a:pt x="253746" y="0"/>
                  </a:lnTo>
                  <a:lnTo>
                    <a:pt x="253746" y="761"/>
                  </a:lnTo>
                  <a:lnTo>
                    <a:pt x="256032" y="761"/>
                  </a:lnTo>
                  <a:close/>
                </a:path>
                <a:path w="2029460" h="222885">
                  <a:moveTo>
                    <a:pt x="252984" y="761"/>
                  </a:moveTo>
                  <a:lnTo>
                    <a:pt x="252984" y="0"/>
                  </a:lnTo>
                  <a:lnTo>
                    <a:pt x="250698" y="0"/>
                  </a:lnTo>
                  <a:lnTo>
                    <a:pt x="250698" y="761"/>
                  </a:lnTo>
                  <a:lnTo>
                    <a:pt x="252984" y="761"/>
                  </a:lnTo>
                  <a:close/>
                </a:path>
                <a:path w="2029460" h="222885">
                  <a:moveTo>
                    <a:pt x="249936" y="761"/>
                  </a:moveTo>
                  <a:lnTo>
                    <a:pt x="249936" y="0"/>
                  </a:lnTo>
                  <a:lnTo>
                    <a:pt x="247650" y="0"/>
                  </a:lnTo>
                  <a:lnTo>
                    <a:pt x="247650" y="761"/>
                  </a:lnTo>
                  <a:lnTo>
                    <a:pt x="249936" y="761"/>
                  </a:lnTo>
                  <a:close/>
                </a:path>
                <a:path w="2029460" h="222885">
                  <a:moveTo>
                    <a:pt x="246887" y="761"/>
                  </a:moveTo>
                  <a:lnTo>
                    <a:pt x="246887" y="0"/>
                  </a:lnTo>
                  <a:lnTo>
                    <a:pt x="244601" y="0"/>
                  </a:lnTo>
                  <a:lnTo>
                    <a:pt x="244601" y="761"/>
                  </a:lnTo>
                  <a:lnTo>
                    <a:pt x="246887" y="761"/>
                  </a:lnTo>
                  <a:close/>
                </a:path>
                <a:path w="2029460" h="222885">
                  <a:moveTo>
                    <a:pt x="243840" y="761"/>
                  </a:moveTo>
                  <a:lnTo>
                    <a:pt x="243840" y="0"/>
                  </a:lnTo>
                  <a:lnTo>
                    <a:pt x="241554" y="0"/>
                  </a:lnTo>
                  <a:lnTo>
                    <a:pt x="241554" y="761"/>
                  </a:lnTo>
                  <a:lnTo>
                    <a:pt x="243840" y="761"/>
                  </a:lnTo>
                  <a:close/>
                </a:path>
                <a:path w="2029460" h="222885">
                  <a:moveTo>
                    <a:pt x="240792" y="761"/>
                  </a:moveTo>
                  <a:lnTo>
                    <a:pt x="240792" y="0"/>
                  </a:lnTo>
                  <a:lnTo>
                    <a:pt x="238506" y="0"/>
                  </a:lnTo>
                  <a:lnTo>
                    <a:pt x="238506" y="761"/>
                  </a:lnTo>
                  <a:lnTo>
                    <a:pt x="240792" y="761"/>
                  </a:lnTo>
                  <a:close/>
                </a:path>
                <a:path w="2029460" h="222885">
                  <a:moveTo>
                    <a:pt x="237744" y="761"/>
                  </a:moveTo>
                  <a:lnTo>
                    <a:pt x="237744" y="0"/>
                  </a:lnTo>
                  <a:lnTo>
                    <a:pt x="235458" y="0"/>
                  </a:lnTo>
                  <a:lnTo>
                    <a:pt x="235458" y="761"/>
                  </a:lnTo>
                  <a:lnTo>
                    <a:pt x="237744" y="761"/>
                  </a:lnTo>
                  <a:close/>
                </a:path>
                <a:path w="2029460" h="222885">
                  <a:moveTo>
                    <a:pt x="234696" y="761"/>
                  </a:moveTo>
                  <a:lnTo>
                    <a:pt x="234696" y="0"/>
                  </a:lnTo>
                  <a:lnTo>
                    <a:pt x="232410" y="0"/>
                  </a:lnTo>
                  <a:lnTo>
                    <a:pt x="232410" y="761"/>
                  </a:lnTo>
                  <a:lnTo>
                    <a:pt x="234696" y="761"/>
                  </a:lnTo>
                  <a:close/>
                </a:path>
                <a:path w="2029460" h="222885">
                  <a:moveTo>
                    <a:pt x="231648" y="761"/>
                  </a:moveTo>
                  <a:lnTo>
                    <a:pt x="231648" y="0"/>
                  </a:lnTo>
                  <a:lnTo>
                    <a:pt x="229362" y="0"/>
                  </a:lnTo>
                  <a:lnTo>
                    <a:pt x="229362" y="761"/>
                  </a:lnTo>
                  <a:lnTo>
                    <a:pt x="231648" y="761"/>
                  </a:lnTo>
                  <a:close/>
                </a:path>
                <a:path w="2029460" h="222885">
                  <a:moveTo>
                    <a:pt x="228600" y="761"/>
                  </a:moveTo>
                  <a:lnTo>
                    <a:pt x="228600" y="0"/>
                  </a:lnTo>
                  <a:lnTo>
                    <a:pt x="226313" y="0"/>
                  </a:lnTo>
                  <a:lnTo>
                    <a:pt x="226313" y="761"/>
                  </a:lnTo>
                  <a:lnTo>
                    <a:pt x="228600" y="761"/>
                  </a:lnTo>
                  <a:close/>
                </a:path>
                <a:path w="2029460" h="222885">
                  <a:moveTo>
                    <a:pt x="225551" y="761"/>
                  </a:moveTo>
                  <a:lnTo>
                    <a:pt x="225551" y="0"/>
                  </a:lnTo>
                  <a:lnTo>
                    <a:pt x="223265" y="0"/>
                  </a:lnTo>
                  <a:lnTo>
                    <a:pt x="223265" y="761"/>
                  </a:lnTo>
                  <a:lnTo>
                    <a:pt x="225551" y="761"/>
                  </a:lnTo>
                  <a:close/>
                </a:path>
                <a:path w="2029460" h="222885">
                  <a:moveTo>
                    <a:pt x="222504" y="761"/>
                  </a:moveTo>
                  <a:lnTo>
                    <a:pt x="222504" y="0"/>
                  </a:lnTo>
                  <a:lnTo>
                    <a:pt x="220218" y="0"/>
                  </a:lnTo>
                  <a:lnTo>
                    <a:pt x="220218" y="761"/>
                  </a:lnTo>
                  <a:lnTo>
                    <a:pt x="222504" y="761"/>
                  </a:lnTo>
                  <a:close/>
                </a:path>
                <a:path w="2029460" h="222885">
                  <a:moveTo>
                    <a:pt x="219456" y="761"/>
                  </a:moveTo>
                  <a:lnTo>
                    <a:pt x="219456" y="0"/>
                  </a:lnTo>
                  <a:lnTo>
                    <a:pt x="217170" y="0"/>
                  </a:lnTo>
                  <a:lnTo>
                    <a:pt x="217170" y="761"/>
                  </a:lnTo>
                  <a:lnTo>
                    <a:pt x="219456" y="761"/>
                  </a:lnTo>
                  <a:close/>
                </a:path>
                <a:path w="2029460" h="222885">
                  <a:moveTo>
                    <a:pt x="216408" y="761"/>
                  </a:moveTo>
                  <a:lnTo>
                    <a:pt x="216408" y="0"/>
                  </a:lnTo>
                  <a:lnTo>
                    <a:pt x="214122" y="0"/>
                  </a:lnTo>
                  <a:lnTo>
                    <a:pt x="214122" y="761"/>
                  </a:lnTo>
                  <a:lnTo>
                    <a:pt x="216408" y="761"/>
                  </a:lnTo>
                  <a:close/>
                </a:path>
                <a:path w="2029460" h="222885">
                  <a:moveTo>
                    <a:pt x="213360" y="761"/>
                  </a:moveTo>
                  <a:lnTo>
                    <a:pt x="213360" y="0"/>
                  </a:lnTo>
                  <a:lnTo>
                    <a:pt x="211074" y="0"/>
                  </a:lnTo>
                  <a:lnTo>
                    <a:pt x="211074" y="761"/>
                  </a:lnTo>
                  <a:lnTo>
                    <a:pt x="213360" y="761"/>
                  </a:lnTo>
                  <a:close/>
                </a:path>
                <a:path w="2029460" h="222885">
                  <a:moveTo>
                    <a:pt x="210312" y="761"/>
                  </a:moveTo>
                  <a:lnTo>
                    <a:pt x="210312" y="0"/>
                  </a:lnTo>
                  <a:lnTo>
                    <a:pt x="207263" y="0"/>
                  </a:lnTo>
                  <a:lnTo>
                    <a:pt x="207263" y="761"/>
                  </a:lnTo>
                  <a:lnTo>
                    <a:pt x="210312" y="761"/>
                  </a:lnTo>
                  <a:close/>
                </a:path>
                <a:path w="2029460" h="222885">
                  <a:moveTo>
                    <a:pt x="206501" y="761"/>
                  </a:moveTo>
                  <a:lnTo>
                    <a:pt x="206501" y="0"/>
                  </a:lnTo>
                  <a:lnTo>
                    <a:pt x="204215" y="0"/>
                  </a:lnTo>
                  <a:lnTo>
                    <a:pt x="204215" y="761"/>
                  </a:lnTo>
                  <a:lnTo>
                    <a:pt x="206501" y="761"/>
                  </a:lnTo>
                  <a:close/>
                </a:path>
                <a:path w="2029460" h="222885">
                  <a:moveTo>
                    <a:pt x="203454" y="761"/>
                  </a:moveTo>
                  <a:lnTo>
                    <a:pt x="203454" y="0"/>
                  </a:lnTo>
                  <a:lnTo>
                    <a:pt x="201168" y="0"/>
                  </a:lnTo>
                  <a:lnTo>
                    <a:pt x="201168" y="761"/>
                  </a:lnTo>
                  <a:lnTo>
                    <a:pt x="203454" y="761"/>
                  </a:lnTo>
                  <a:close/>
                </a:path>
                <a:path w="2029460" h="222885">
                  <a:moveTo>
                    <a:pt x="200406" y="761"/>
                  </a:moveTo>
                  <a:lnTo>
                    <a:pt x="200406" y="0"/>
                  </a:lnTo>
                  <a:lnTo>
                    <a:pt x="198120" y="0"/>
                  </a:lnTo>
                  <a:lnTo>
                    <a:pt x="198120" y="761"/>
                  </a:lnTo>
                  <a:lnTo>
                    <a:pt x="200406" y="761"/>
                  </a:lnTo>
                  <a:close/>
                </a:path>
                <a:path w="2029460" h="222885">
                  <a:moveTo>
                    <a:pt x="197358" y="761"/>
                  </a:moveTo>
                  <a:lnTo>
                    <a:pt x="197358" y="0"/>
                  </a:lnTo>
                  <a:lnTo>
                    <a:pt x="195072" y="0"/>
                  </a:lnTo>
                  <a:lnTo>
                    <a:pt x="195072" y="761"/>
                  </a:lnTo>
                  <a:lnTo>
                    <a:pt x="197358" y="761"/>
                  </a:lnTo>
                  <a:close/>
                </a:path>
                <a:path w="2029460" h="222885">
                  <a:moveTo>
                    <a:pt x="194310" y="761"/>
                  </a:moveTo>
                  <a:lnTo>
                    <a:pt x="194310" y="0"/>
                  </a:lnTo>
                  <a:lnTo>
                    <a:pt x="192024" y="0"/>
                  </a:lnTo>
                  <a:lnTo>
                    <a:pt x="192024" y="761"/>
                  </a:lnTo>
                  <a:lnTo>
                    <a:pt x="194310" y="761"/>
                  </a:lnTo>
                  <a:close/>
                </a:path>
                <a:path w="2029460" h="222885">
                  <a:moveTo>
                    <a:pt x="191262" y="761"/>
                  </a:moveTo>
                  <a:lnTo>
                    <a:pt x="191262" y="0"/>
                  </a:lnTo>
                  <a:lnTo>
                    <a:pt x="188975" y="0"/>
                  </a:lnTo>
                  <a:lnTo>
                    <a:pt x="188975" y="761"/>
                  </a:lnTo>
                  <a:lnTo>
                    <a:pt x="191262" y="761"/>
                  </a:lnTo>
                  <a:close/>
                </a:path>
                <a:path w="2029460" h="222885">
                  <a:moveTo>
                    <a:pt x="188213" y="761"/>
                  </a:moveTo>
                  <a:lnTo>
                    <a:pt x="188213" y="0"/>
                  </a:lnTo>
                  <a:lnTo>
                    <a:pt x="185927" y="0"/>
                  </a:lnTo>
                  <a:lnTo>
                    <a:pt x="185927" y="761"/>
                  </a:lnTo>
                  <a:lnTo>
                    <a:pt x="188213" y="761"/>
                  </a:lnTo>
                  <a:close/>
                </a:path>
                <a:path w="2029460" h="222885">
                  <a:moveTo>
                    <a:pt x="185166" y="761"/>
                  </a:moveTo>
                  <a:lnTo>
                    <a:pt x="185166" y="0"/>
                  </a:lnTo>
                  <a:lnTo>
                    <a:pt x="182880" y="0"/>
                  </a:lnTo>
                  <a:lnTo>
                    <a:pt x="182880" y="761"/>
                  </a:lnTo>
                  <a:lnTo>
                    <a:pt x="185166" y="761"/>
                  </a:lnTo>
                  <a:close/>
                </a:path>
                <a:path w="2029460" h="222885">
                  <a:moveTo>
                    <a:pt x="182118" y="761"/>
                  </a:moveTo>
                  <a:lnTo>
                    <a:pt x="182118" y="0"/>
                  </a:lnTo>
                  <a:lnTo>
                    <a:pt x="179832" y="0"/>
                  </a:lnTo>
                  <a:lnTo>
                    <a:pt x="179832" y="761"/>
                  </a:lnTo>
                  <a:lnTo>
                    <a:pt x="182118" y="761"/>
                  </a:lnTo>
                  <a:close/>
                </a:path>
                <a:path w="2029460" h="222885">
                  <a:moveTo>
                    <a:pt x="179070" y="761"/>
                  </a:moveTo>
                  <a:lnTo>
                    <a:pt x="179070" y="0"/>
                  </a:lnTo>
                  <a:lnTo>
                    <a:pt x="176784" y="0"/>
                  </a:lnTo>
                  <a:lnTo>
                    <a:pt x="176784" y="761"/>
                  </a:lnTo>
                  <a:lnTo>
                    <a:pt x="179070" y="761"/>
                  </a:lnTo>
                  <a:close/>
                </a:path>
                <a:path w="2029460" h="222885">
                  <a:moveTo>
                    <a:pt x="176022" y="761"/>
                  </a:moveTo>
                  <a:lnTo>
                    <a:pt x="176022" y="0"/>
                  </a:lnTo>
                  <a:lnTo>
                    <a:pt x="173736" y="0"/>
                  </a:lnTo>
                  <a:lnTo>
                    <a:pt x="173736" y="761"/>
                  </a:lnTo>
                  <a:lnTo>
                    <a:pt x="176022" y="761"/>
                  </a:lnTo>
                  <a:close/>
                </a:path>
                <a:path w="2029460" h="222885">
                  <a:moveTo>
                    <a:pt x="172974" y="761"/>
                  </a:moveTo>
                  <a:lnTo>
                    <a:pt x="172974" y="0"/>
                  </a:lnTo>
                  <a:lnTo>
                    <a:pt x="170687" y="0"/>
                  </a:lnTo>
                  <a:lnTo>
                    <a:pt x="170687" y="761"/>
                  </a:lnTo>
                  <a:lnTo>
                    <a:pt x="172974" y="761"/>
                  </a:lnTo>
                  <a:close/>
                </a:path>
                <a:path w="2029460" h="222885">
                  <a:moveTo>
                    <a:pt x="169925" y="761"/>
                  </a:moveTo>
                  <a:lnTo>
                    <a:pt x="169925" y="0"/>
                  </a:lnTo>
                  <a:lnTo>
                    <a:pt x="167639" y="0"/>
                  </a:lnTo>
                  <a:lnTo>
                    <a:pt x="167639" y="761"/>
                  </a:lnTo>
                  <a:lnTo>
                    <a:pt x="169925" y="761"/>
                  </a:lnTo>
                  <a:close/>
                </a:path>
                <a:path w="2029460" h="222885">
                  <a:moveTo>
                    <a:pt x="166878" y="761"/>
                  </a:moveTo>
                  <a:lnTo>
                    <a:pt x="166878" y="0"/>
                  </a:lnTo>
                  <a:lnTo>
                    <a:pt x="164592" y="0"/>
                  </a:lnTo>
                  <a:lnTo>
                    <a:pt x="164592" y="761"/>
                  </a:lnTo>
                  <a:lnTo>
                    <a:pt x="166878" y="761"/>
                  </a:lnTo>
                  <a:close/>
                </a:path>
                <a:path w="2029460" h="222885">
                  <a:moveTo>
                    <a:pt x="163830" y="761"/>
                  </a:moveTo>
                  <a:lnTo>
                    <a:pt x="163830" y="0"/>
                  </a:lnTo>
                  <a:lnTo>
                    <a:pt x="161544" y="0"/>
                  </a:lnTo>
                  <a:lnTo>
                    <a:pt x="161544" y="761"/>
                  </a:lnTo>
                  <a:lnTo>
                    <a:pt x="163830" y="761"/>
                  </a:lnTo>
                  <a:close/>
                </a:path>
                <a:path w="2029460" h="222885">
                  <a:moveTo>
                    <a:pt x="160782" y="761"/>
                  </a:moveTo>
                  <a:lnTo>
                    <a:pt x="160782" y="0"/>
                  </a:lnTo>
                  <a:lnTo>
                    <a:pt x="158496" y="0"/>
                  </a:lnTo>
                  <a:lnTo>
                    <a:pt x="158496" y="761"/>
                  </a:lnTo>
                  <a:lnTo>
                    <a:pt x="160782" y="761"/>
                  </a:lnTo>
                  <a:close/>
                </a:path>
                <a:path w="2029460" h="222885">
                  <a:moveTo>
                    <a:pt x="157734" y="761"/>
                  </a:moveTo>
                  <a:lnTo>
                    <a:pt x="157734" y="0"/>
                  </a:lnTo>
                  <a:lnTo>
                    <a:pt x="155448" y="0"/>
                  </a:lnTo>
                  <a:lnTo>
                    <a:pt x="155448" y="761"/>
                  </a:lnTo>
                  <a:lnTo>
                    <a:pt x="157734" y="761"/>
                  </a:lnTo>
                  <a:close/>
                </a:path>
                <a:path w="2029460" h="222885">
                  <a:moveTo>
                    <a:pt x="154686" y="761"/>
                  </a:moveTo>
                  <a:lnTo>
                    <a:pt x="154686" y="0"/>
                  </a:lnTo>
                  <a:lnTo>
                    <a:pt x="152400" y="0"/>
                  </a:lnTo>
                  <a:lnTo>
                    <a:pt x="152400" y="761"/>
                  </a:lnTo>
                  <a:lnTo>
                    <a:pt x="154686" y="761"/>
                  </a:lnTo>
                  <a:close/>
                </a:path>
                <a:path w="2029460" h="222885">
                  <a:moveTo>
                    <a:pt x="151637" y="761"/>
                  </a:moveTo>
                  <a:lnTo>
                    <a:pt x="151637" y="0"/>
                  </a:lnTo>
                  <a:lnTo>
                    <a:pt x="149351" y="0"/>
                  </a:lnTo>
                  <a:lnTo>
                    <a:pt x="149351" y="761"/>
                  </a:lnTo>
                  <a:lnTo>
                    <a:pt x="151637" y="761"/>
                  </a:lnTo>
                  <a:close/>
                </a:path>
                <a:path w="2029460" h="222885">
                  <a:moveTo>
                    <a:pt x="148590" y="761"/>
                  </a:moveTo>
                  <a:lnTo>
                    <a:pt x="148590" y="0"/>
                  </a:lnTo>
                  <a:lnTo>
                    <a:pt x="146304" y="0"/>
                  </a:lnTo>
                  <a:lnTo>
                    <a:pt x="146304" y="761"/>
                  </a:lnTo>
                  <a:lnTo>
                    <a:pt x="148590" y="761"/>
                  </a:lnTo>
                  <a:close/>
                </a:path>
                <a:path w="2029460" h="222885">
                  <a:moveTo>
                    <a:pt x="145542" y="761"/>
                  </a:moveTo>
                  <a:lnTo>
                    <a:pt x="145542" y="0"/>
                  </a:lnTo>
                  <a:lnTo>
                    <a:pt x="143256" y="0"/>
                  </a:lnTo>
                  <a:lnTo>
                    <a:pt x="143256" y="761"/>
                  </a:lnTo>
                  <a:lnTo>
                    <a:pt x="145542" y="761"/>
                  </a:lnTo>
                  <a:close/>
                </a:path>
                <a:path w="2029460" h="222885">
                  <a:moveTo>
                    <a:pt x="142494" y="761"/>
                  </a:moveTo>
                  <a:lnTo>
                    <a:pt x="142494" y="0"/>
                  </a:lnTo>
                  <a:lnTo>
                    <a:pt x="140208" y="0"/>
                  </a:lnTo>
                  <a:lnTo>
                    <a:pt x="140208" y="761"/>
                  </a:lnTo>
                  <a:lnTo>
                    <a:pt x="142494" y="761"/>
                  </a:lnTo>
                  <a:close/>
                </a:path>
                <a:path w="2029460" h="222885">
                  <a:moveTo>
                    <a:pt x="139446" y="761"/>
                  </a:moveTo>
                  <a:lnTo>
                    <a:pt x="139446" y="0"/>
                  </a:lnTo>
                  <a:lnTo>
                    <a:pt x="137160" y="0"/>
                  </a:lnTo>
                  <a:lnTo>
                    <a:pt x="137160" y="761"/>
                  </a:lnTo>
                  <a:lnTo>
                    <a:pt x="139446" y="761"/>
                  </a:lnTo>
                  <a:close/>
                </a:path>
                <a:path w="2029460" h="222885">
                  <a:moveTo>
                    <a:pt x="136398" y="761"/>
                  </a:moveTo>
                  <a:lnTo>
                    <a:pt x="136398" y="0"/>
                  </a:lnTo>
                  <a:lnTo>
                    <a:pt x="134112" y="0"/>
                  </a:lnTo>
                  <a:lnTo>
                    <a:pt x="134112" y="761"/>
                  </a:lnTo>
                  <a:lnTo>
                    <a:pt x="136398" y="761"/>
                  </a:lnTo>
                  <a:close/>
                </a:path>
                <a:path w="2029460" h="222885">
                  <a:moveTo>
                    <a:pt x="133350" y="761"/>
                  </a:moveTo>
                  <a:lnTo>
                    <a:pt x="133350" y="0"/>
                  </a:lnTo>
                  <a:lnTo>
                    <a:pt x="131063" y="0"/>
                  </a:lnTo>
                  <a:lnTo>
                    <a:pt x="131063" y="761"/>
                  </a:lnTo>
                  <a:lnTo>
                    <a:pt x="133350" y="761"/>
                  </a:lnTo>
                  <a:close/>
                </a:path>
                <a:path w="2029460" h="222885">
                  <a:moveTo>
                    <a:pt x="130301" y="761"/>
                  </a:moveTo>
                  <a:lnTo>
                    <a:pt x="130301" y="0"/>
                  </a:lnTo>
                  <a:lnTo>
                    <a:pt x="128015" y="0"/>
                  </a:lnTo>
                  <a:lnTo>
                    <a:pt x="128015" y="761"/>
                  </a:lnTo>
                  <a:lnTo>
                    <a:pt x="130301" y="761"/>
                  </a:lnTo>
                  <a:close/>
                </a:path>
                <a:path w="2029460" h="222885">
                  <a:moveTo>
                    <a:pt x="127254" y="761"/>
                  </a:moveTo>
                  <a:lnTo>
                    <a:pt x="127254" y="0"/>
                  </a:lnTo>
                  <a:lnTo>
                    <a:pt x="124968" y="0"/>
                  </a:lnTo>
                  <a:lnTo>
                    <a:pt x="124968" y="761"/>
                  </a:lnTo>
                  <a:lnTo>
                    <a:pt x="127254" y="761"/>
                  </a:lnTo>
                  <a:close/>
                </a:path>
                <a:path w="2029460" h="222885">
                  <a:moveTo>
                    <a:pt x="124206" y="761"/>
                  </a:moveTo>
                  <a:lnTo>
                    <a:pt x="124206" y="0"/>
                  </a:lnTo>
                  <a:lnTo>
                    <a:pt x="121920" y="0"/>
                  </a:lnTo>
                  <a:lnTo>
                    <a:pt x="121920" y="761"/>
                  </a:lnTo>
                  <a:lnTo>
                    <a:pt x="124206" y="761"/>
                  </a:lnTo>
                  <a:close/>
                </a:path>
                <a:path w="2029460" h="222885">
                  <a:moveTo>
                    <a:pt x="121158" y="761"/>
                  </a:moveTo>
                  <a:lnTo>
                    <a:pt x="121158" y="0"/>
                  </a:lnTo>
                  <a:lnTo>
                    <a:pt x="118872" y="0"/>
                  </a:lnTo>
                  <a:lnTo>
                    <a:pt x="118872" y="761"/>
                  </a:lnTo>
                  <a:lnTo>
                    <a:pt x="121158" y="761"/>
                  </a:lnTo>
                  <a:close/>
                </a:path>
                <a:path w="2029460" h="222885">
                  <a:moveTo>
                    <a:pt x="118110" y="761"/>
                  </a:moveTo>
                  <a:lnTo>
                    <a:pt x="118110" y="0"/>
                  </a:lnTo>
                  <a:lnTo>
                    <a:pt x="115824" y="0"/>
                  </a:lnTo>
                  <a:lnTo>
                    <a:pt x="115824" y="761"/>
                  </a:lnTo>
                  <a:lnTo>
                    <a:pt x="118110" y="761"/>
                  </a:lnTo>
                  <a:close/>
                </a:path>
                <a:path w="2029460" h="222885">
                  <a:moveTo>
                    <a:pt x="115062" y="761"/>
                  </a:moveTo>
                  <a:lnTo>
                    <a:pt x="115062" y="0"/>
                  </a:lnTo>
                  <a:lnTo>
                    <a:pt x="112775" y="0"/>
                  </a:lnTo>
                  <a:lnTo>
                    <a:pt x="112775" y="761"/>
                  </a:lnTo>
                  <a:lnTo>
                    <a:pt x="115062" y="761"/>
                  </a:lnTo>
                  <a:close/>
                </a:path>
                <a:path w="2029460" h="222885">
                  <a:moveTo>
                    <a:pt x="112013" y="761"/>
                  </a:moveTo>
                  <a:lnTo>
                    <a:pt x="112013" y="0"/>
                  </a:lnTo>
                  <a:lnTo>
                    <a:pt x="109727" y="0"/>
                  </a:lnTo>
                  <a:lnTo>
                    <a:pt x="109727" y="761"/>
                  </a:lnTo>
                  <a:lnTo>
                    <a:pt x="112013" y="761"/>
                  </a:lnTo>
                  <a:close/>
                </a:path>
                <a:path w="2029460" h="222885">
                  <a:moveTo>
                    <a:pt x="108966" y="761"/>
                  </a:moveTo>
                  <a:lnTo>
                    <a:pt x="108966" y="0"/>
                  </a:lnTo>
                  <a:lnTo>
                    <a:pt x="106680" y="0"/>
                  </a:lnTo>
                  <a:lnTo>
                    <a:pt x="106680" y="761"/>
                  </a:lnTo>
                  <a:lnTo>
                    <a:pt x="108966" y="761"/>
                  </a:lnTo>
                  <a:close/>
                </a:path>
                <a:path w="2029460" h="222885">
                  <a:moveTo>
                    <a:pt x="105918" y="761"/>
                  </a:moveTo>
                  <a:lnTo>
                    <a:pt x="105918" y="0"/>
                  </a:lnTo>
                  <a:lnTo>
                    <a:pt x="103632" y="0"/>
                  </a:lnTo>
                  <a:lnTo>
                    <a:pt x="103632" y="761"/>
                  </a:lnTo>
                  <a:lnTo>
                    <a:pt x="105918" y="761"/>
                  </a:lnTo>
                  <a:close/>
                </a:path>
                <a:path w="2029460" h="222885">
                  <a:moveTo>
                    <a:pt x="102870" y="761"/>
                  </a:moveTo>
                  <a:lnTo>
                    <a:pt x="102870" y="0"/>
                  </a:lnTo>
                  <a:lnTo>
                    <a:pt x="100584" y="0"/>
                  </a:lnTo>
                  <a:lnTo>
                    <a:pt x="100584" y="761"/>
                  </a:lnTo>
                  <a:lnTo>
                    <a:pt x="102870" y="761"/>
                  </a:lnTo>
                  <a:close/>
                </a:path>
                <a:path w="2029460" h="222885">
                  <a:moveTo>
                    <a:pt x="99822" y="761"/>
                  </a:moveTo>
                  <a:lnTo>
                    <a:pt x="99822" y="0"/>
                  </a:lnTo>
                  <a:lnTo>
                    <a:pt x="97536" y="0"/>
                  </a:lnTo>
                  <a:lnTo>
                    <a:pt x="97536" y="761"/>
                  </a:lnTo>
                  <a:lnTo>
                    <a:pt x="99822" y="761"/>
                  </a:lnTo>
                  <a:close/>
                </a:path>
                <a:path w="2029460" h="222885">
                  <a:moveTo>
                    <a:pt x="96774" y="761"/>
                  </a:moveTo>
                  <a:lnTo>
                    <a:pt x="96774" y="0"/>
                  </a:lnTo>
                  <a:lnTo>
                    <a:pt x="94487" y="0"/>
                  </a:lnTo>
                  <a:lnTo>
                    <a:pt x="94487" y="761"/>
                  </a:lnTo>
                  <a:lnTo>
                    <a:pt x="96774" y="761"/>
                  </a:lnTo>
                  <a:close/>
                </a:path>
                <a:path w="2029460" h="222885">
                  <a:moveTo>
                    <a:pt x="93725" y="761"/>
                  </a:moveTo>
                  <a:lnTo>
                    <a:pt x="93725" y="0"/>
                  </a:lnTo>
                  <a:lnTo>
                    <a:pt x="91439" y="0"/>
                  </a:lnTo>
                  <a:lnTo>
                    <a:pt x="91439" y="761"/>
                  </a:lnTo>
                  <a:lnTo>
                    <a:pt x="93725" y="761"/>
                  </a:lnTo>
                  <a:close/>
                </a:path>
                <a:path w="2029460" h="222885">
                  <a:moveTo>
                    <a:pt x="90678" y="761"/>
                  </a:moveTo>
                  <a:lnTo>
                    <a:pt x="90678" y="0"/>
                  </a:lnTo>
                  <a:lnTo>
                    <a:pt x="88392" y="0"/>
                  </a:lnTo>
                  <a:lnTo>
                    <a:pt x="88392" y="761"/>
                  </a:lnTo>
                  <a:lnTo>
                    <a:pt x="90678" y="761"/>
                  </a:lnTo>
                  <a:close/>
                </a:path>
                <a:path w="2029460" h="222885">
                  <a:moveTo>
                    <a:pt x="87630" y="761"/>
                  </a:moveTo>
                  <a:lnTo>
                    <a:pt x="87630" y="0"/>
                  </a:lnTo>
                  <a:lnTo>
                    <a:pt x="85344" y="0"/>
                  </a:lnTo>
                  <a:lnTo>
                    <a:pt x="85344" y="761"/>
                  </a:lnTo>
                  <a:lnTo>
                    <a:pt x="87630" y="761"/>
                  </a:lnTo>
                  <a:close/>
                </a:path>
                <a:path w="2029460" h="222885">
                  <a:moveTo>
                    <a:pt x="84582" y="761"/>
                  </a:moveTo>
                  <a:lnTo>
                    <a:pt x="84582" y="0"/>
                  </a:lnTo>
                  <a:lnTo>
                    <a:pt x="82296" y="0"/>
                  </a:lnTo>
                  <a:lnTo>
                    <a:pt x="82296" y="761"/>
                  </a:lnTo>
                  <a:lnTo>
                    <a:pt x="84582" y="761"/>
                  </a:lnTo>
                  <a:close/>
                </a:path>
                <a:path w="2029460" h="222885">
                  <a:moveTo>
                    <a:pt x="81534" y="761"/>
                  </a:moveTo>
                  <a:lnTo>
                    <a:pt x="81534" y="0"/>
                  </a:lnTo>
                  <a:lnTo>
                    <a:pt x="79248" y="0"/>
                  </a:lnTo>
                  <a:lnTo>
                    <a:pt x="79248" y="761"/>
                  </a:lnTo>
                  <a:lnTo>
                    <a:pt x="81534" y="761"/>
                  </a:lnTo>
                  <a:close/>
                </a:path>
                <a:path w="2029460" h="222885">
                  <a:moveTo>
                    <a:pt x="78486" y="761"/>
                  </a:moveTo>
                  <a:lnTo>
                    <a:pt x="78486" y="0"/>
                  </a:lnTo>
                  <a:lnTo>
                    <a:pt x="76200" y="0"/>
                  </a:lnTo>
                  <a:lnTo>
                    <a:pt x="76200" y="761"/>
                  </a:lnTo>
                  <a:lnTo>
                    <a:pt x="78486" y="761"/>
                  </a:lnTo>
                  <a:close/>
                </a:path>
                <a:path w="2029460" h="222885">
                  <a:moveTo>
                    <a:pt x="75437" y="761"/>
                  </a:moveTo>
                  <a:lnTo>
                    <a:pt x="75437" y="0"/>
                  </a:lnTo>
                  <a:lnTo>
                    <a:pt x="73151" y="0"/>
                  </a:lnTo>
                  <a:lnTo>
                    <a:pt x="73151" y="761"/>
                  </a:lnTo>
                  <a:lnTo>
                    <a:pt x="75437" y="761"/>
                  </a:lnTo>
                  <a:close/>
                </a:path>
                <a:path w="2029460" h="222885">
                  <a:moveTo>
                    <a:pt x="72390" y="761"/>
                  </a:moveTo>
                  <a:lnTo>
                    <a:pt x="72390" y="0"/>
                  </a:lnTo>
                  <a:lnTo>
                    <a:pt x="70104" y="0"/>
                  </a:lnTo>
                  <a:lnTo>
                    <a:pt x="70104" y="761"/>
                  </a:lnTo>
                  <a:lnTo>
                    <a:pt x="72390" y="761"/>
                  </a:lnTo>
                  <a:close/>
                </a:path>
                <a:path w="2029460" h="222885">
                  <a:moveTo>
                    <a:pt x="69342" y="761"/>
                  </a:moveTo>
                  <a:lnTo>
                    <a:pt x="69342" y="0"/>
                  </a:lnTo>
                  <a:lnTo>
                    <a:pt x="67056" y="0"/>
                  </a:lnTo>
                  <a:lnTo>
                    <a:pt x="67056" y="761"/>
                  </a:lnTo>
                  <a:lnTo>
                    <a:pt x="69342" y="761"/>
                  </a:lnTo>
                  <a:close/>
                </a:path>
                <a:path w="2029460" h="222885">
                  <a:moveTo>
                    <a:pt x="66294" y="761"/>
                  </a:moveTo>
                  <a:lnTo>
                    <a:pt x="66294" y="0"/>
                  </a:lnTo>
                  <a:lnTo>
                    <a:pt x="64008" y="0"/>
                  </a:lnTo>
                  <a:lnTo>
                    <a:pt x="64008" y="761"/>
                  </a:lnTo>
                  <a:lnTo>
                    <a:pt x="66294" y="761"/>
                  </a:lnTo>
                  <a:close/>
                </a:path>
                <a:path w="2029460" h="222885">
                  <a:moveTo>
                    <a:pt x="63246" y="761"/>
                  </a:moveTo>
                  <a:lnTo>
                    <a:pt x="63246" y="0"/>
                  </a:lnTo>
                  <a:lnTo>
                    <a:pt x="60960" y="0"/>
                  </a:lnTo>
                  <a:lnTo>
                    <a:pt x="60960" y="761"/>
                  </a:lnTo>
                  <a:lnTo>
                    <a:pt x="63246" y="761"/>
                  </a:lnTo>
                  <a:close/>
                </a:path>
                <a:path w="2029460" h="222885">
                  <a:moveTo>
                    <a:pt x="60198" y="761"/>
                  </a:moveTo>
                  <a:lnTo>
                    <a:pt x="60198" y="0"/>
                  </a:lnTo>
                  <a:lnTo>
                    <a:pt x="57912" y="0"/>
                  </a:lnTo>
                  <a:lnTo>
                    <a:pt x="57912" y="761"/>
                  </a:lnTo>
                  <a:lnTo>
                    <a:pt x="60198" y="761"/>
                  </a:lnTo>
                  <a:close/>
                </a:path>
                <a:path w="2029460" h="222885">
                  <a:moveTo>
                    <a:pt x="57150" y="761"/>
                  </a:moveTo>
                  <a:lnTo>
                    <a:pt x="57150" y="0"/>
                  </a:lnTo>
                  <a:lnTo>
                    <a:pt x="54863" y="0"/>
                  </a:lnTo>
                  <a:lnTo>
                    <a:pt x="54863" y="761"/>
                  </a:lnTo>
                  <a:lnTo>
                    <a:pt x="57150" y="761"/>
                  </a:lnTo>
                  <a:close/>
                </a:path>
                <a:path w="2029460" h="222885">
                  <a:moveTo>
                    <a:pt x="54101" y="761"/>
                  </a:moveTo>
                  <a:lnTo>
                    <a:pt x="54101" y="0"/>
                  </a:lnTo>
                  <a:lnTo>
                    <a:pt x="51815" y="0"/>
                  </a:lnTo>
                  <a:lnTo>
                    <a:pt x="51815" y="761"/>
                  </a:lnTo>
                  <a:lnTo>
                    <a:pt x="54101" y="761"/>
                  </a:lnTo>
                  <a:close/>
                </a:path>
                <a:path w="2029460" h="222885">
                  <a:moveTo>
                    <a:pt x="51054" y="761"/>
                  </a:moveTo>
                  <a:lnTo>
                    <a:pt x="51054" y="0"/>
                  </a:lnTo>
                  <a:lnTo>
                    <a:pt x="48768" y="0"/>
                  </a:lnTo>
                  <a:lnTo>
                    <a:pt x="48768" y="761"/>
                  </a:lnTo>
                  <a:lnTo>
                    <a:pt x="51054" y="761"/>
                  </a:lnTo>
                  <a:close/>
                </a:path>
                <a:path w="2029460" h="222885">
                  <a:moveTo>
                    <a:pt x="48006" y="761"/>
                  </a:moveTo>
                  <a:lnTo>
                    <a:pt x="48006" y="0"/>
                  </a:lnTo>
                  <a:lnTo>
                    <a:pt x="45720" y="0"/>
                  </a:lnTo>
                  <a:lnTo>
                    <a:pt x="45720" y="761"/>
                  </a:lnTo>
                  <a:lnTo>
                    <a:pt x="48006" y="761"/>
                  </a:lnTo>
                  <a:close/>
                </a:path>
                <a:path w="2029460" h="222885">
                  <a:moveTo>
                    <a:pt x="44958" y="761"/>
                  </a:moveTo>
                  <a:lnTo>
                    <a:pt x="44958" y="0"/>
                  </a:lnTo>
                  <a:lnTo>
                    <a:pt x="42672" y="0"/>
                  </a:lnTo>
                  <a:lnTo>
                    <a:pt x="42672" y="761"/>
                  </a:lnTo>
                  <a:lnTo>
                    <a:pt x="44958" y="761"/>
                  </a:lnTo>
                  <a:close/>
                </a:path>
                <a:path w="2029460" h="222885">
                  <a:moveTo>
                    <a:pt x="41910" y="761"/>
                  </a:moveTo>
                  <a:lnTo>
                    <a:pt x="41910" y="0"/>
                  </a:lnTo>
                  <a:lnTo>
                    <a:pt x="39624" y="0"/>
                  </a:lnTo>
                  <a:lnTo>
                    <a:pt x="39624" y="761"/>
                  </a:lnTo>
                  <a:lnTo>
                    <a:pt x="41910" y="761"/>
                  </a:lnTo>
                  <a:close/>
                </a:path>
                <a:path w="2029460" h="222885">
                  <a:moveTo>
                    <a:pt x="38862" y="761"/>
                  </a:moveTo>
                  <a:lnTo>
                    <a:pt x="38862" y="0"/>
                  </a:lnTo>
                  <a:lnTo>
                    <a:pt x="36575" y="0"/>
                  </a:lnTo>
                  <a:lnTo>
                    <a:pt x="36575" y="761"/>
                  </a:lnTo>
                  <a:lnTo>
                    <a:pt x="38862" y="761"/>
                  </a:lnTo>
                  <a:close/>
                </a:path>
                <a:path w="2029460" h="222885">
                  <a:moveTo>
                    <a:pt x="35813" y="761"/>
                  </a:moveTo>
                  <a:lnTo>
                    <a:pt x="35813" y="0"/>
                  </a:lnTo>
                  <a:lnTo>
                    <a:pt x="33527" y="0"/>
                  </a:lnTo>
                  <a:lnTo>
                    <a:pt x="33527" y="761"/>
                  </a:lnTo>
                  <a:lnTo>
                    <a:pt x="35813" y="761"/>
                  </a:lnTo>
                  <a:close/>
                </a:path>
                <a:path w="2029460" h="222885">
                  <a:moveTo>
                    <a:pt x="32766" y="761"/>
                  </a:moveTo>
                  <a:lnTo>
                    <a:pt x="32766" y="0"/>
                  </a:lnTo>
                  <a:lnTo>
                    <a:pt x="30480" y="0"/>
                  </a:lnTo>
                  <a:lnTo>
                    <a:pt x="30480" y="761"/>
                  </a:lnTo>
                  <a:lnTo>
                    <a:pt x="32766" y="761"/>
                  </a:lnTo>
                  <a:close/>
                </a:path>
                <a:path w="2029460" h="222885">
                  <a:moveTo>
                    <a:pt x="29718" y="761"/>
                  </a:moveTo>
                  <a:lnTo>
                    <a:pt x="29718" y="0"/>
                  </a:lnTo>
                  <a:lnTo>
                    <a:pt x="27432" y="0"/>
                  </a:lnTo>
                  <a:lnTo>
                    <a:pt x="27432" y="761"/>
                  </a:lnTo>
                  <a:lnTo>
                    <a:pt x="29718" y="761"/>
                  </a:lnTo>
                  <a:close/>
                </a:path>
                <a:path w="2029460" h="222885">
                  <a:moveTo>
                    <a:pt x="26670" y="761"/>
                  </a:moveTo>
                  <a:lnTo>
                    <a:pt x="26670" y="0"/>
                  </a:lnTo>
                  <a:lnTo>
                    <a:pt x="24384" y="0"/>
                  </a:lnTo>
                  <a:lnTo>
                    <a:pt x="24384" y="761"/>
                  </a:lnTo>
                  <a:lnTo>
                    <a:pt x="26670" y="761"/>
                  </a:lnTo>
                  <a:close/>
                </a:path>
                <a:path w="2029460" h="222885">
                  <a:moveTo>
                    <a:pt x="23622" y="761"/>
                  </a:moveTo>
                  <a:lnTo>
                    <a:pt x="23622" y="0"/>
                  </a:lnTo>
                  <a:lnTo>
                    <a:pt x="21336" y="0"/>
                  </a:lnTo>
                  <a:lnTo>
                    <a:pt x="21336" y="761"/>
                  </a:lnTo>
                  <a:lnTo>
                    <a:pt x="23622" y="761"/>
                  </a:lnTo>
                  <a:close/>
                </a:path>
                <a:path w="2029460" h="222885">
                  <a:moveTo>
                    <a:pt x="20574" y="761"/>
                  </a:moveTo>
                  <a:lnTo>
                    <a:pt x="20574" y="0"/>
                  </a:lnTo>
                  <a:lnTo>
                    <a:pt x="18287" y="0"/>
                  </a:lnTo>
                  <a:lnTo>
                    <a:pt x="18287" y="761"/>
                  </a:lnTo>
                  <a:lnTo>
                    <a:pt x="20574" y="761"/>
                  </a:lnTo>
                  <a:close/>
                </a:path>
                <a:path w="2029460" h="222885">
                  <a:moveTo>
                    <a:pt x="17525" y="761"/>
                  </a:moveTo>
                  <a:lnTo>
                    <a:pt x="17525" y="0"/>
                  </a:lnTo>
                  <a:lnTo>
                    <a:pt x="15239" y="0"/>
                  </a:lnTo>
                  <a:lnTo>
                    <a:pt x="15239" y="761"/>
                  </a:lnTo>
                  <a:lnTo>
                    <a:pt x="17525" y="761"/>
                  </a:lnTo>
                  <a:close/>
                </a:path>
                <a:path w="2029460" h="222885">
                  <a:moveTo>
                    <a:pt x="14478" y="761"/>
                  </a:moveTo>
                  <a:lnTo>
                    <a:pt x="14478" y="0"/>
                  </a:lnTo>
                  <a:lnTo>
                    <a:pt x="12192" y="0"/>
                  </a:lnTo>
                  <a:lnTo>
                    <a:pt x="12192" y="761"/>
                  </a:lnTo>
                  <a:lnTo>
                    <a:pt x="14478" y="761"/>
                  </a:lnTo>
                  <a:close/>
                </a:path>
                <a:path w="2029460" h="222885">
                  <a:moveTo>
                    <a:pt x="11430" y="761"/>
                  </a:moveTo>
                  <a:lnTo>
                    <a:pt x="11430" y="0"/>
                  </a:lnTo>
                  <a:lnTo>
                    <a:pt x="9144" y="0"/>
                  </a:lnTo>
                  <a:lnTo>
                    <a:pt x="9144" y="761"/>
                  </a:lnTo>
                  <a:lnTo>
                    <a:pt x="11430" y="761"/>
                  </a:lnTo>
                  <a:close/>
                </a:path>
                <a:path w="2029460" h="222885">
                  <a:moveTo>
                    <a:pt x="8382" y="761"/>
                  </a:moveTo>
                  <a:lnTo>
                    <a:pt x="8382" y="0"/>
                  </a:lnTo>
                  <a:lnTo>
                    <a:pt x="6096" y="0"/>
                  </a:lnTo>
                  <a:lnTo>
                    <a:pt x="6096" y="761"/>
                  </a:lnTo>
                  <a:lnTo>
                    <a:pt x="8382" y="761"/>
                  </a:lnTo>
                  <a:close/>
                </a:path>
                <a:path w="2029460" h="222885">
                  <a:moveTo>
                    <a:pt x="5334" y="761"/>
                  </a:moveTo>
                  <a:lnTo>
                    <a:pt x="5334" y="0"/>
                  </a:lnTo>
                  <a:lnTo>
                    <a:pt x="3048" y="0"/>
                  </a:lnTo>
                  <a:lnTo>
                    <a:pt x="3048" y="761"/>
                  </a:lnTo>
                  <a:lnTo>
                    <a:pt x="5334" y="761"/>
                  </a:lnTo>
                  <a:close/>
                </a:path>
                <a:path w="2029460" h="222885">
                  <a:moveTo>
                    <a:pt x="2286" y="761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761"/>
                  </a:lnTo>
                  <a:lnTo>
                    <a:pt x="2286" y="7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9579" y="1614678"/>
              <a:ext cx="115062" cy="77724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5373878" y="1507489"/>
            <a:ext cx="3638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«trace»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4259579" y="1765553"/>
            <a:ext cx="2030730" cy="737235"/>
            <a:chOff x="4259579" y="1765553"/>
            <a:chExt cx="2030730" cy="737235"/>
          </a:xfrm>
        </p:grpSpPr>
        <p:sp>
          <p:nvSpPr>
            <p:cNvPr id="76" name="object 76"/>
            <p:cNvSpPr/>
            <p:nvPr/>
          </p:nvSpPr>
          <p:spPr>
            <a:xfrm>
              <a:off x="4261103" y="1803653"/>
              <a:ext cx="2029460" cy="699135"/>
            </a:xfrm>
            <a:custGeom>
              <a:avLst/>
              <a:gdLst/>
              <a:ahLst/>
              <a:cxnLst/>
              <a:rect l="l" t="t" r="r" b="b"/>
              <a:pathLst>
                <a:path w="2029460" h="699135">
                  <a:moveTo>
                    <a:pt x="2029206" y="698753"/>
                  </a:moveTo>
                  <a:lnTo>
                    <a:pt x="2028444" y="696467"/>
                  </a:lnTo>
                  <a:lnTo>
                    <a:pt x="2027682" y="696467"/>
                  </a:lnTo>
                  <a:lnTo>
                    <a:pt x="2028444" y="698753"/>
                  </a:lnTo>
                  <a:lnTo>
                    <a:pt x="2029206" y="698753"/>
                  </a:lnTo>
                  <a:close/>
                </a:path>
                <a:path w="2029460" h="699135">
                  <a:moveTo>
                    <a:pt x="2027682" y="695705"/>
                  </a:moveTo>
                  <a:lnTo>
                    <a:pt x="2027682" y="694943"/>
                  </a:lnTo>
                  <a:lnTo>
                    <a:pt x="2025396" y="694943"/>
                  </a:lnTo>
                  <a:lnTo>
                    <a:pt x="2025396" y="695705"/>
                  </a:lnTo>
                  <a:lnTo>
                    <a:pt x="2027682" y="695705"/>
                  </a:lnTo>
                  <a:close/>
                </a:path>
                <a:path w="2029460" h="699135">
                  <a:moveTo>
                    <a:pt x="2024634" y="695705"/>
                  </a:moveTo>
                  <a:lnTo>
                    <a:pt x="2024634" y="694943"/>
                  </a:lnTo>
                  <a:lnTo>
                    <a:pt x="2022348" y="694943"/>
                  </a:lnTo>
                  <a:lnTo>
                    <a:pt x="2022348" y="695705"/>
                  </a:lnTo>
                  <a:lnTo>
                    <a:pt x="2024634" y="695705"/>
                  </a:lnTo>
                  <a:close/>
                </a:path>
                <a:path w="2029460" h="699135">
                  <a:moveTo>
                    <a:pt x="2021586" y="695705"/>
                  </a:moveTo>
                  <a:lnTo>
                    <a:pt x="2021586" y="694943"/>
                  </a:lnTo>
                  <a:lnTo>
                    <a:pt x="2019300" y="694943"/>
                  </a:lnTo>
                  <a:lnTo>
                    <a:pt x="2019300" y="695705"/>
                  </a:lnTo>
                  <a:lnTo>
                    <a:pt x="2021586" y="695705"/>
                  </a:lnTo>
                  <a:close/>
                </a:path>
                <a:path w="2029460" h="699135">
                  <a:moveTo>
                    <a:pt x="2018538" y="695705"/>
                  </a:moveTo>
                  <a:lnTo>
                    <a:pt x="2018538" y="694943"/>
                  </a:lnTo>
                  <a:lnTo>
                    <a:pt x="2016252" y="694943"/>
                  </a:lnTo>
                  <a:lnTo>
                    <a:pt x="2016252" y="695705"/>
                  </a:lnTo>
                  <a:lnTo>
                    <a:pt x="2018538" y="695705"/>
                  </a:lnTo>
                  <a:close/>
                </a:path>
                <a:path w="2029460" h="699135">
                  <a:moveTo>
                    <a:pt x="2015490" y="695705"/>
                  </a:moveTo>
                  <a:lnTo>
                    <a:pt x="2015490" y="694943"/>
                  </a:lnTo>
                  <a:lnTo>
                    <a:pt x="2013204" y="694943"/>
                  </a:lnTo>
                  <a:lnTo>
                    <a:pt x="2013204" y="695705"/>
                  </a:lnTo>
                  <a:lnTo>
                    <a:pt x="2015490" y="695705"/>
                  </a:lnTo>
                  <a:close/>
                </a:path>
                <a:path w="2029460" h="699135">
                  <a:moveTo>
                    <a:pt x="2012442" y="695705"/>
                  </a:moveTo>
                  <a:lnTo>
                    <a:pt x="2012442" y="694943"/>
                  </a:lnTo>
                  <a:lnTo>
                    <a:pt x="2010156" y="694943"/>
                  </a:lnTo>
                  <a:lnTo>
                    <a:pt x="2010156" y="695705"/>
                  </a:lnTo>
                  <a:lnTo>
                    <a:pt x="2012442" y="695705"/>
                  </a:lnTo>
                  <a:close/>
                </a:path>
                <a:path w="2029460" h="699135">
                  <a:moveTo>
                    <a:pt x="2009394" y="695705"/>
                  </a:moveTo>
                  <a:lnTo>
                    <a:pt x="2009394" y="694943"/>
                  </a:lnTo>
                  <a:lnTo>
                    <a:pt x="2007108" y="694943"/>
                  </a:lnTo>
                  <a:lnTo>
                    <a:pt x="2007108" y="695705"/>
                  </a:lnTo>
                  <a:lnTo>
                    <a:pt x="2009394" y="695705"/>
                  </a:lnTo>
                  <a:close/>
                </a:path>
                <a:path w="2029460" h="699135">
                  <a:moveTo>
                    <a:pt x="2006346" y="695705"/>
                  </a:moveTo>
                  <a:lnTo>
                    <a:pt x="2006346" y="694943"/>
                  </a:lnTo>
                  <a:lnTo>
                    <a:pt x="2004060" y="694943"/>
                  </a:lnTo>
                  <a:lnTo>
                    <a:pt x="2004060" y="695705"/>
                  </a:lnTo>
                  <a:lnTo>
                    <a:pt x="2006346" y="695705"/>
                  </a:lnTo>
                  <a:close/>
                </a:path>
                <a:path w="2029460" h="699135">
                  <a:moveTo>
                    <a:pt x="2003298" y="695705"/>
                  </a:moveTo>
                  <a:lnTo>
                    <a:pt x="2003298" y="694943"/>
                  </a:lnTo>
                  <a:lnTo>
                    <a:pt x="2001012" y="694943"/>
                  </a:lnTo>
                  <a:lnTo>
                    <a:pt x="2001012" y="695705"/>
                  </a:lnTo>
                  <a:lnTo>
                    <a:pt x="2003298" y="695705"/>
                  </a:lnTo>
                  <a:close/>
                </a:path>
                <a:path w="2029460" h="699135">
                  <a:moveTo>
                    <a:pt x="2000250" y="695705"/>
                  </a:moveTo>
                  <a:lnTo>
                    <a:pt x="2000250" y="694943"/>
                  </a:lnTo>
                  <a:lnTo>
                    <a:pt x="1997964" y="694943"/>
                  </a:lnTo>
                  <a:lnTo>
                    <a:pt x="1997964" y="695705"/>
                  </a:lnTo>
                  <a:lnTo>
                    <a:pt x="2000250" y="695705"/>
                  </a:lnTo>
                  <a:close/>
                </a:path>
                <a:path w="2029460" h="699135">
                  <a:moveTo>
                    <a:pt x="1997202" y="695705"/>
                  </a:moveTo>
                  <a:lnTo>
                    <a:pt x="1997202" y="694943"/>
                  </a:lnTo>
                  <a:lnTo>
                    <a:pt x="1994916" y="694943"/>
                  </a:lnTo>
                  <a:lnTo>
                    <a:pt x="1994916" y="695705"/>
                  </a:lnTo>
                  <a:lnTo>
                    <a:pt x="1997202" y="695705"/>
                  </a:lnTo>
                  <a:close/>
                </a:path>
                <a:path w="2029460" h="699135">
                  <a:moveTo>
                    <a:pt x="1994154" y="695705"/>
                  </a:moveTo>
                  <a:lnTo>
                    <a:pt x="1994154" y="694943"/>
                  </a:lnTo>
                  <a:lnTo>
                    <a:pt x="1991868" y="694943"/>
                  </a:lnTo>
                  <a:lnTo>
                    <a:pt x="1991868" y="695705"/>
                  </a:lnTo>
                  <a:lnTo>
                    <a:pt x="1994154" y="695705"/>
                  </a:lnTo>
                  <a:close/>
                </a:path>
                <a:path w="2029460" h="699135">
                  <a:moveTo>
                    <a:pt x="1991106" y="695705"/>
                  </a:moveTo>
                  <a:lnTo>
                    <a:pt x="1991106" y="694943"/>
                  </a:lnTo>
                  <a:lnTo>
                    <a:pt x="1988820" y="694943"/>
                  </a:lnTo>
                  <a:lnTo>
                    <a:pt x="1988820" y="695705"/>
                  </a:lnTo>
                  <a:lnTo>
                    <a:pt x="1991106" y="695705"/>
                  </a:lnTo>
                  <a:close/>
                </a:path>
                <a:path w="2029460" h="699135">
                  <a:moveTo>
                    <a:pt x="1988058" y="695705"/>
                  </a:moveTo>
                  <a:lnTo>
                    <a:pt x="1988058" y="694943"/>
                  </a:lnTo>
                  <a:lnTo>
                    <a:pt x="1985772" y="694943"/>
                  </a:lnTo>
                  <a:lnTo>
                    <a:pt x="1985772" y="695705"/>
                  </a:lnTo>
                  <a:lnTo>
                    <a:pt x="1988058" y="695705"/>
                  </a:lnTo>
                  <a:close/>
                </a:path>
                <a:path w="2029460" h="699135">
                  <a:moveTo>
                    <a:pt x="1985010" y="695705"/>
                  </a:moveTo>
                  <a:lnTo>
                    <a:pt x="1985010" y="694943"/>
                  </a:lnTo>
                  <a:lnTo>
                    <a:pt x="1982724" y="694943"/>
                  </a:lnTo>
                  <a:lnTo>
                    <a:pt x="1982724" y="695705"/>
                  </a:lnTo>
                  <a:lnTo>
                    <a:pt x="1985010" y="695705"/>
                  </a:lnTo>
                  <a:close/>
                </a:path>
                <a:path w="2029460" h="699135">
                  <a:moveTo>
                    <a:pt x="1981962" y="695705"/>
                  </a:moveTo>
                  <a:lnTo>
                    <a:pt x="1981962" y="694943"/>
                  </a:lnTo>
                  <a:lnTo>
                    <a:pt x="1979676" y="694943"/>
                  </a:lnTo>
                  <a:lnTo>
                    <a:pt x="1979676" y="695705"/>
                  </a:lnTo>
                  <a:lnTo>
                    <a:pt x="1981962" y="695705"/>
                  </a:lnTo>
                  <a:close/>
                </a:path>
                <a:path w="2029460" h="699135">
                  <a:moveTo>
                    <a:pt x="1978914" y="695705"/>
                  </a:moveTo>
                  <a:lnTo>
                    <a:pt x="1978914" y="694943"/>
                  </a:lnTo>
                  <a:lnTo>
                    <a:pt x="1976628" y="694943"/>
                  </a:lnTo>
                  <a:lnTo>
                    <a:pt x="1976628" y="695705"/>
                  </a:lnTo>
                  <a:lnTo>
                    <a:pt x="1978914" y="695705"/>
                  </a:lnTo>
                  <a:close/>
                </a:path>
                <a:path w="2029460" h="699135">
                  <a:moveTo>
                    <a:pt x="1975866" y="695705"/>
                  </a:moveTo>
                  <a:lnTo>
                    <a:pt x="1975866" y="694943"/>
                  </a:lnTo>
                  <a:lnTo>
                    <a:pt x="1973580" y="694943"/>
                  </a:lnTo>
                  <a:lnTo>
                    <a:pt x="1973580" y="695705"/>
                  </a:lnTo>
                  <a:lnTo>
                    <a:pt x="1975866" y="695705"/>
                  </a:lnTo>
                  <a:close/>
                </a:path>
                <a:path w="2029460" h="699135">
                  <a:moveTo>
                    <a:pt x="1972818" y="695705"/>
                  </a:moveTo>
                  <a:lnTo>
                    <a:pt x="1972818" y="694943"/>
                  </a:lnTo>
                  <a:lnTo>
                    <a:pt x="1970532" y="694943"/>
                  </a:lnTo>
                  <a:lnTo>
                    <a:pt x="1970532" y="695705"/>
                  </a:lnTo>
                  <a:lnTo>
                    <a:pt x="1972818" y="695705"/>
                  </a:lnTo>
                  <a:close/>
                </a:path>
                <a:path w="2029460" h="699135">
                  <a:moveTo>
                    <a:pt x="1969770" y="695705"/>
                  </a:moveTo>
                  <a:lnTo>
                    <a:pt x="1969770" y="694943"/>
                  </a:lnTo>
                  <a:lnTo>
                    <a:pt x="1967484" y="694943"/>
                  </a:lnTo>
                  <a:lnTo>
                    <a:pt x="1967484" y="695705"/>
                  </a:lnTo>
                  <a:lnTo>
                    <a:pt x="1969770" y="695705"/>
                  </a:lnTo>
                  <a:close/>
                </a:path>
                <a:path w="2029460" h="699135">
                  <a:moveTo>
                    <a:pt x="1966722" y="695705"/>
                  </a:moveTo>
                  <a:lnTo>
                    <a:pt x="1966722" y="694943"/>
                  </a:lnTo>
                  <a:lnTo>
                    <a:pt x="1964436" y="694943"/>
                  </a:lnTo>
                  <a:lnTo>
                    <a:pt x="1964436" y="695705"/>
                  </a:lnTo>
                  <a:lnTo>
                    <a:pt x="1966722" y="695705"/>
                  </a:lnTo>
                  <a:close/>
                </a:path>
                <a:path w="2029460" h="699135">
                  <a:moveTo>
                    <a:pt x="1963674" y="695705"/>
                  </a:moveTo>
                  <a:lnTo>
                    <a:pt x="1963674" y="694943"/>
                  </a:lnTo>
                  <a:lnTo>
                    <a:pt x="1961388" y="694943"/>
                  </a:lnTo>
                  <a:lnTo>
                    <a:pt x="1961388" y="695705"/>
                  </a:lnTo>
                  <a:lnTo>
                    <a:pt x="1963674" y="695705"/>
                  </a:lnTo>
                  <a:close/>
                </a:path>
                <a:path w="2029460" h="699135">
                  <a:moveTo>
                    <a:pt x="1960626" y="695705"/>
                  </a:moveTo>
                  <a:lnTo>
                    <a:pt x="1960626" y="694943"/>
                  </a:lnTo>
                  <a:lnTo>
                    <a:pt x="1958340" y="694943"/>
                  </a:lnTo>
                  <a:lnTo>
                    <a:pt x="1958340" y="695705"/>
                  </a:lnTo>
                  <a:lnTo>
                    <a:pt x="1960626" y="695705"/>
                  </a:lnTo>
                  <a:close/>
                </a:path>
                <a:path w="2029460" h="699135">
                  <a:moveTo>
                    <a:pt x="1957578" y="695705"/>
                  </a:moveTo>
                  <a:lnTo>
                    <a:pt x="1957578" y="694943"/>
                  </a:lnTo>
                  <a:lnTo>
                    <a:pt x="1955292" y="694943"/>
                  </a:lnTo>
                  <a:lnTo>
                    <a:pt x="1955292" y="695705"/>
                  </a:lnTo>
                  <a:lnTo>
                    <a:pt x="1957578" y="695705"/>
                  </a:lnTo>
                  <a:close/>
                </a:path>
                <a:path w="2029460" h="699135">
                  <a:moveTo>
                    <a:pt x="1954530" y="695705"/>
                  </a:moveTo>
                  <a:lnTo>
                    <a:pt x="1954530" y="694943"/>
                  </a:lnTo>
                  <a:lnTo>
                    <a:pt x="1952244" y="694943"/>
                  </a:lnTo>
                  <a:lnTo>
                    <a:pt x="1952244" y="695705"/>
                  </a:lnTo>
                  <a:lnTo>
                    <a:pt x="1954530" y="695705"/>
                  </a:lnTo>
                  <a:close/>
                </a:path>
                <a:path w="2029460" h="699135">
                  <a:moveTo>
                    <a:pt x="1951482" y="695705"/>
                  </a:moveTo>
                  <a:lnTo>
                    <a:pt x="1951482" y="694943"/>
                  </a:lnTo>
                  <a:lnTo>
                    <a:pt x="1949196" y="694943"/>
                  </a:lnTo>
                  <a:lnTo>
                    <a:pt x="1949196" y="695705"/>
                  </a:lnTo>
                  <a:lnTo>
                    <a:pt x="1951482" y="695705"/>
                  </a:lnTo>
                  <a:close/>
                </a:path>
                <a:path w="2029460" h="699135">
                  <a:moveTo>
                    <a:pt x="1948434" y="695705"/>
                  </a:moveTo>
                  <a:lnTo>
                    <a:pt x="1948434" y="694943"/>
                  </a:lnTo>
                  <a:lnTo>
                    <a:pt x="1946148" y="694943"/>
                  </a:lnTo>
                  <a:lnTo>
                    <a:pt x="1946148" y="695705"/>
                  </a:lnTo>
                  <a:lnTo>
                    <a:pt x="1948434" y="695705"/>
                  </a:lnTo>
                  <a:close/>
                </a:path>
                <a:path w="2029460" h="699135">
                  <a:moveTo>
                    <a:pt x="1945386" y="695705"/>
                  </a:moveTo>
                  <a:lnTo>
                    <a:pt x="1945386" y="694943"/>
                  </a:lnTo>
                  <a:lnTo>
                    <a:pt x="1943100" y="694943"/>
                  </a:lnTo>
                  <a:lnTo>
                    <a:pt x="1943100" y="695705"/>
                  </a:lnTo>
                  <a:lnTo>
                    <a:pt x="1945386" y="695705"/>
                  </a:lnTo>
                  <a:close/>
                </a:path>
                <a:path w="2029460" h="699135">
                  <a:moveTo>
                    <a:pt x="1942338" y="695705"/>
                  </a:moveTo>
                  <a:lnTo>
                    <a:pt x="1942338" y="694943"/>
                  </a:lnTo>
                  <a:lnTo>
                    <a:pt x="1940052" y="694943"/>
                  </a:lnTo>
                  <a:lnTo>
                    <a:pt x="1940052" y="695705"/>
                  </a:lnTo>
                  <a:lnTo>
                    <a:pt x="1942338" y="695705"/>
                  </a:lnTo>
                  <a:close/>
                </a:path>
                <a:path w="2029460" h="699135">
                  <a:moveTo>
                    <a:pt x="1939290" y="695705"/>
                  </a:moveTo>
                  <a:lnTo>
                    <a:pt x="1939290" y="694943"/>
                  </a:lnTo>
                  <a:lnTo>
                    <a:pt x="1937004" y="694943"/>
                  </a:lnTo>
                  <a:lnTo>
                    <a:pt x="1937004" y="695705"/>
                  </a:lnTo>
                  <a:lnTo>
                    <a:pt x="1939290" y="695705"/>
                  </a:lnTo>
                  <a:close/>
                </a:path>
                <a:path w="2029460" h="699135">
                  <a:moveTo>
                    <a:pt x="1936242" y="695705"/>
                  </a:moveTo>
                  <a:lnTo>
                    <a:pt x="1936242" y="694943"/>
                  </a:lnTo>
                  <a:lnTo>
                    <a:pt x="1933956" y="694943"/>
                  </a:lnTo>
                  <a:lnTo>
                    <a:pt x="1933956" y="695705"/>
                  </a:lnTo>
                  <a:lnTo>
                    <a:pt x="1936242" y="695705"/>
                  </a:lnTo>
                  <a:close/>
                </a:path>
                <a:path w="2029460" h="699135">
                  <a:moveTo>
                    <a:pt x="1933194" y="695705"/>
                  </a:moveTo>
                  <a:lnTo>
                    <a:pt x="1933194" y="694943"/>
                  </a:lnTo>
                  <a:lnTo>
                    <a:pt x="1930908" y="694943"/>
                  </a:lnTo>
                  <a:lnTo>
                    <a:pt x="1930908" y="695705"/>
                  </a:lnTo>
                  <a:lnTo>
                    <a:pt x="1933194" y="695705"/>
                  </a:lnTo>
                  <a:close/>
                </a:path>
                <a:path w="2029460" h="699135">
                  <a:moveTo>
                    <a:pt x="1930146" y="695705"/>
                  </a:moveTo>
                  <a:lnTo>
                    <a:pt x="1930146" y="694943"/>
                  </a:lnTo>
                  <a:lnTo>
                    <a:pt x="1927860" y="694943"/>
                  </a:lnTo>
                  <a:lnTo>
                    <a:pt x="1927860" y="695705"/>
                  </a:lnTo>
                  <a:lnTo>
                    <a:pt x="1930146" y="695705"/>
                  </a:lnTo>
                  <a:close/>
                </a:path>
                <a:path w="2029460" h="699135">
                  <a:moveTo>
                    <a:pt x="1927098" y="695705"/>
                  </a:moveTo>
                  <a:lnTo>
                    <a:pt x="1927098" y="694943"/>
                  </a:lnTo>
                  <a:lnTo>
                    <a:pt x="1924812" y="694943"/>
                  </a:lnTo>
                  <a:lnTo>
                    <a:pt x="1924812" y="695705"/>
                  </a:lnTo>
                  <a:lnTo>
                    <a:pt x="1927098" y="695705"/>
                  </a:lnTo>
                  <a:close/>
                </a:path>
                <a:path w="2029460" h="699135">
                  <a:moveTo>
                    <a:pt x="1924050" y="695705"/>
                  </a:moveTo>
                  <a:lnTo>
                    <a:pt x="1924050" y="694943"/>
                  </a:lnTo>
                  <a:lnTo>
                    <a:pt x="1921764" y="694943"/>
                  </a:lnTo>
                  <a:lnTo>
                    <a:pt x="1921764" y="695705"/>
                  </a:lnTo>
                  <a:lnTo>
                    <a:pt x="1924050" y="695705"/>
                  </a:lnTo>
                  <a:close/>
                </a:path>
                <a:path w="2029460" h="699135">
                  <a:moveTo>
                    <a:pt x="1921002" y="695705"/>
                  </a:moveTo>
                  <a:lnTo>
                    <a:pt x="1921002" y="694943"/>
                  </a:lnTo>
                  <a:lnTo>
                    <a:pt x="1918716" y="694943"/>
                  </a:lnTo>
                  <a:lnTo>
                    <a:pt x="1918716" y="695705"/>
                  </a:lnTo>
                  <a:lnTo>
                    <a:pt x="1921002" y="695705"/>
                  </a:lnTo>
                  <a:close/>
                </a:path>
                <a:path w="2029460" h="699135">
                  <a:moveTo>
                    <a:pt x="1917954" y="695705"/>
                  </a:moveTo>
                  <a:lnTo>
                    <a:pt x="1917954" y="694943"/>
                  </a:lnTo>
                  <a:lnTo>
                    <a:pt x="1915668" y="694943"/>
                  </a:lnTo>
                  <a:lnTo>
                    <a:pt x="1915668" y="695705"/>
                  </a:lnTo>
                  <a:lnTo>
                    <a:pt x="1917954" y="695705"/>
                  </a:lnTo>
                  <a:close/>
                </a:path>
                <a:path w="2029460" h="699135">
                  <a:moveTo>
                    <a:pt x="1914906" y="695705"/>
                  </a:moveTo>
                  <a:lnTo>
                    <a:pt x="1914906" y="694943"/>
                  </a:lnTo>
                  <a:lnTo>
                    <a:pt x="1912620" y="694943"/>
                  </a:lnTo>
                  <a:lnTo>
                    <a:pt x="1912620" y="695705"/>
                  </a:lnTo>
                  <a:lnTo>
                    <a:pt x="1914906" y="695705"/>
                  </a:lnTo>
                  <a:close/>
                </a:path>
                <a:path w="2029460" h="699135">
                  <a:moveTo>
                    <a:pt x="1911858" y="695705"/>
                  </a:moveTo>
                  <a:lnTo>
                    <a:pt x="1911858" y="694943"/>
                  </a:lnTo>
                  <a:lnTo>
                    <a:pt x="1909572" y="694943"/>
                  </a:lnTo>
                  <a:lnTo>
                    <a:pt x="1909572" y="695705"/>
                  </a:lnTo>
                  <a:lnTo>
                    <a:pt x="1911858" y="695705"/>
                  </a:lnTo>
                  <a:close/>
                </a:path>
                <a:path w="2029460" h="699135">
                  <a:moveTo>
                    <a:pt x="1908810" y="695705"/>
                  </a:moveTo>
                  <a:lnTo>
                    <a:pt x="1908810" y="694943"/>
                  </a:lnTo>
                  <a:lnTo>
                    <a:pt x="1906524" y="694943"/>
                  </a:lnTo>
                  <a:lnTo>
                    <a:pt x="1906524" y="695705"/>
                  </a:lnTo>
                  <a:lnTo>
                    <a:pt x="1908810" y="695705"/>
                  </a:lnTo>
                  <a:close/>
                </a:path>
                <a:path w="2029460" h="699135">
                  <a:moveTo>
                    <a:pt x="1905762" y="695705"/>
                  </a:moveTo>
                  <a:lnTo>
                    <a:pt x="1905762" y="694943"/>
                  </a:lnTo>
                  <a:lnTo>
                    <a:pt x="1903476" y="694943"/>
                  </a:lnTo>
                  <a:lnTo>
                    <a:pt x="1903476" y="695705"/>
                  </a:lnTo>
                  <a:lnTo>
                    <a:pt x="1905762" y="695705"/>
                  </a:lnTo>
                  <a:close/>
                </a:path>
                <a:path w="2029460" h="699135">
                  <a:moveTo>
                    <a:pt x="1902714" y="695705"/>
                  </a:moveTo>
                  <a:lnTo>
                    <a:pt x="1902714" y="694943"/>
                  </a:lnTo>
                  <a:lnTo>
                    <a:pt x="1900428" y="694943"/>
                  </a:lnTo>
                  <a:lnTo>
                    <a:pt x="1900428" y="695705"/>
                  </a:lnTo>
                  <a:lnTo>
                    <a:pt x="1902714" y="695705"/>
                  </a:lnTo>
                  <a:close/>
                </a:path>
                <a:path w="2029460" h="699135">
                  <a:moveTo>
                    <a:pt x="1899666" y="695705"/>
                  </a:moveTo>
                  <a:lnTo>
                    <a:pt x="1899666" y="694943"/>
                  </a:lnTo>
                  <a:lnTo>
                    <a:pt x="1897380" y="694943"/>
                  </a:lnTo>
                  <a:lnTo>
                    <a:pt x="1897380" y="695705"/>
                  </a:lnTo>
                  <a:lnTo>
                    <a:pt x="1899666" y="695705"/>
                  </a:lnTo>
                  <a:close/>
                </a:path>
                <a:path w="2029460" h="699135">
                  <a:moveTo>
                    <a:pt x="1896618" y="695705"/>
                  </a:moveTo>
                  <a:lnTo>
                    <a:pt x="1896618" y="694943"/>
                  </a:lnTo>
                  <a:lnTo>
                    <a:pt x="1894332" y="694943"/>
                  </a:lnTo>
                  <a:lnTo>
                    <a:pt x="1894332" y="695705"/>
                  </a:lnTo>
                  <a:lnTo>
                    <a:pt x="1896618" y="695705"/>
                  </a:lnTo>
                  <a:close/>
                </a:path>
                <a:path w="2029460" h="699135">
                  <a:moveTo>
                    <a:pt x="1893570" y="695705"/>
                  </a:moveTo>
                  <a:lnTo>
                    <a:pt x="1893570" y="694943"/>
                  </a:lnTo>
                  <a:lnTo>
                    <a:pt x="1891284" y="694943"/>
                  </a:lnTo>
                  <a:lnTo>
                    <a:pt x="1891284" y="695705"/>
                  </a:lnTo>
                  <a:lnTo>
                    <a:pt x="1893570" y="695705"/>
                  </a:lnTo>
                  <a:close/>
                </a:path>
                <a:path w="2029460" h="699135">
                  <a:moveTo>
                    <a:pt x="1890522" y="695705"/>
                  </a:moveTo>
                  <a:lnTo>
                    <a:pt x="1890522" y="694943"/>
                  </a:lnTo>
                  <a:lnTo>
                    <a:pt x="1888236" y="694943"/>
                  </a:lnTo>
                  <a:lnTo>
                    <a:pt x="1888236" y="695705"/>
                  </a:lnTo>
                  <a:lnTo>
                    <a:pt x="1890522" y="695705"/>
                  </a:lnTo>
                  <a:close/>
                </a:path>
                <a:path w="2029460" h="699135">
                  <a:moveTo>
                    <a:pt x="1887474" y="695705"/>
                  </a:moveTo>
                  <a:lnTo>
                    <a:pt x="1887474" y="694943"/>
                  </a:lnTo>
                  <a:lnTo>
                    <a:pt x="1885188" y="694943"/>
                  </a:lnTo>
                  <a:lnTo>
                    <a:pt x="1885188" y="695705"/>
                  </a:lnTo>
                  <a:lnTo>
                    <a:pt x="1887474" y="695705"/>
                  </a:lnTo>
                  <a:close/>
                </a:path>
                <a:path w="2029460" h="699135">
                  <a:moveTo>
                    <a:pt x="1884426" y="695705"/>
                  </a:moveTo>
                  <a:lnTo>
                    <a:pt x="1884426" y="694943"/>
                  </a:lnTo>
                  <a:lnTo>
                    <a:pt x="1882140" y="694943"/>
                  </a:lnTo>
                  <a:lnTo>
                    <a:pt x="1882140" y="695705"/>
                  </a:lnTo>
                  <a:lnTo>
                    <a:pt x="1884426" y="695705"/>
                  </a:lnTo>
                  <a:close/>
                </a:path>
                <a:path w="2029460" h="699135">
                  <a:moveTo>
                    <a:pt x="1881378" y="695705"/>
                  </a:moveTo>
                  <a:lnTo>
                    <a:pt x="1881378" y="694943"/>
                  </a:lnTo>
                  <a:lnTo>
                    <a:pt x="1879092" y="694943"/>
                  </a:lnTo>
                  <a:lnTo>
                    <a:pt x="1879092" y="695705"/>
                  </a:lnTo>
                  <a:lnTo>
                    <a:pt x="1881378" y="695705"/>
                  </a:lnTo>
                  <a:close/>
                </a:path>
                <a:path w="2029460" h="699135">
                  <a:moveTo>
                    <a:pt x="1878330" y="695705"/>
                  </a:moveTo>
                  <a:lnTo>
                    <a:pt x="1878330" y="694943"/>
                  </a:lnTo>
                  <a:lnTo>
                    <a:pt x="1876044" y="694943"/>
                  </a:lnTo>
                  <a:lnTo>
                    <a:pt x="1876044" y="695705"/>
                  </a:lnTo>
                  <a:lnTo>
                    <a:pt x="1878330" y="695705"/>
                  </a:lnTo>
                  <a:close/>
                </a:path>
                <a:path w="2029460" h="699135">
                  <a:moveTo>
                    <a:pt x="1875282" y="695705"/>
                  </a:moveTo>
                  <a:lnTo>
                    <a:pt x="1875282" y="694943"/>
                  </a:lnTo>
                  <a:lnTo>
                    <a:pt x="1872996" y="694943"/>
                  </a:lnTo>
                  <a:lnTo>
                    <a:pt x="1872996" y="695705"/>
                  </a:lnTo>
                  <a:lnTo>
                    <a:pt x="1875282" y="695705"/>
                  </a:lnTo>
                  <a:close/>
                </a:path>
                <a:path w="2029460" h="699135">
                  <a:moveTo>
                    <a:pt x="1872234" y="695705"/>
                  </a:moveTo>
                  <a:lnTo>
                    <a:pt x="1872234" y="694943"/>
                  </a:lnTo>
                  <a:lnTo>
                    <a:pt x="1869948" y="694943"/>
                  </a:lnTo>
                  <a:lnTo>
                    <a:pt x="1869948" y="695705"/>
                  </a:lnTo>
                  <a:lnTo>
                    <a:pt x="1872234" y="695705"/>
                  </a:lnTo>
                  <a:close/>
                </a:path>
                <a:path w="2029460" h="699135">
                  <a:moveTo>
                    <a:pt x="1869186" y="695705"/>
                  </a:moveTo>
                  <a:lnTo>
                    <a:pt x="1869186" y="694943"/>
                  </a:lnTo>
                  <a:lnTo>
                    <a:pt x="1866900" y="694943"/>
                  </a:lnTo>
                  <a:lnTo>
                    <a:pt x="1866900" y="695705"/>
                  </a:lnTo>
                  <a:lnTo>
                    <a:pt x="1869186" y="695705"/>
                  </a:lnTo>
                  <a:close/>
                </a:path>
                <a:path w="2029460" h="699135">
                  <a:moveTo>
                    <a:pt x="1866138" y="695705"/>
                  </a:moveTo>
                  <a:lnTo>
                    <a:pt x="1866138" y="694943"/>
                  </a:lnTo>
                  <a:lnTo>
                    <a:pt x="1863852" y="694943"/>
                  </a:lnTo>
                  <a:lnTo>
                    <a:pt x="1863852" y="695705"/>
                  </a:lnTo>
                  <a:lnTo>
                    <a:pt x="1866138" y="695705"/>
                  </a:lnTo>
                  <a:close/>
                </a:path>
                <a:path w="2029460" h="699135">
                  <a:moveTo>
                    <a:pt x="1863090" y="695705"/>
                  </a:moveTo>
                  <a:lnTo>
                    <a:pt x="1863090" y="694943"/>
                  </a:lnTo>
                  <a:lnTo>
                    <a:pt x="1860804" y="694943"/>
                  </a:lnTo>
                  <a:lnTo>
                    <a:pt x="1860804" y="695705"/>
                  </a:lnTo>
                  <a:lnTo>
                    <a:pt x="1863090" y="695705"/>
                  </a:lnTo>
                  <a:close/>
                </a:path>
                <a:path w="2029460" h="699135">
                  <a:moveTo>
                    <a:pt x="1860042" y="695705"/>
                  </a:moveTo>
                  <a:lnTo>
                    <a:pt x="1860042" y="694943"/>
                  </a:lnTo>
                  <a:lnTo>
                    <a:pt x="1857756" y="694943"/>
                  </a:lnTo>
                  <a:lnTo>
                    <a:pt x="1857756" y="695705"/>
                  </a:lnTo>
                  <a:lnTo>
                    <a:pt x="1860042" y="695705"/>
                  </a:lnTo>
                  <a:close/>
                </a:path>
                <a:path w="2029460" h="699135">
                  <a:moveTo>
                    <a:pt x="1856994" y="695705"/>
                  </a:moveTo>
                  <a:lnTo>
                    <a:pt x="1856994" y="694943"/>
                  </a:lnTo>
                  <a:lnTo>
                    <a:pt x="1854708" y="694943"/>
                  </a:lnTo>
                  <a:lnTo>
                    <a:pt x="1854708" y="695705"/>
                  </a:lnTo>
                  <a:lnTo>
                    <a:pt x="1856994" y="695705"/>
                  </a:lnTo>
                  <a:close/>
                </a:path>
                <a:path w="2029460" h="699135">
                  <a:moveTo>
                    <a:pt x="1853946" y="695705"/>
                  </a:moveTo>
                  <a:lnTo>
                    <a:pt x="1853946" y="694943"/>
                  </a:lnTo>
                  <a:lnTo>
                    <a:pt x="1851660" y="694943"/>
                  </a:lnTo>
                  <a:lnTo>
                    <a:pt x="1851660" y="695705"/>
                  </a:lnTo>
                  <a:lnTo>
                    <a:pt x="1853946" y="695705"/>
                  </a:lnTo>
                  <a:close/>
                </a:path>
                <a:path w="2029460" h="699135">
                  <a:moveTo>
                    <a:pt x="1850898" y="695705"/>
                  </a:moveTo>
                  <a:lnTo>
                    <a:pt x="1850898" y="694943"/>
                  </a:lnTo>
                  <a:lnTo>
                    <a:pt x="1848612" y="694943"/>
                  </a:lnTo>
                  <a:lnTo>
                    <a:pt x="1848612" y="695705"/>
                  </a:lnTo>
                  <a:lnTo>
                    <a:pt x="1850898" y="695705"/>
                  </a:lnTo>
                  <a:close/>
                </a:path>
                <a:path w="2029460" h="699135">
                  <a:moveTo>
                    <a:pt x="1847850" y="695705"/>
                  </a:moveTo>
                  <a:lnTo>
                    <a:pt x="1847850" y="694943"/>
                  </a:lnTo>
                  <a:lnTo>
                    <a:pt x="1845564" y="694943"/>
                  </a:lnTo>
                  <a:lnTo>
                    <a:pt x="1845564" y="695705"/>
                  </a:lnTo>
                  <a:lnTo>
                    <a:pt x="1847850" y="695705"/>
                  </a:lnTo>
                  <a:close/>
                </a:path>
                <a:path w="2029460" h="699135">
                  <a:moveTo>
                    <a:pt x="1844802" y="695705"/>
                  </a:moveTo>
                  <a:lnTo>
                    <a:pt x="1844802" y="694943"/>
                  </a:lnTo>
                  <a:lnTo>
                    <a:pt x="1842516" y="694943"/>
                  </a:lnTo>
                  <a:lnTo>
                    <a:pt x="1842516" y="695705"/>
                  </a:lnTo>
                  <a:lnTo>
                    <a:pt x="1844802" y="695705"/>
                  </a:lnTo>
                  <a:close/>
                </a:path>
                <a:path w="2029460" h="699135">
                  <a:moveTo>
                    <a:pt x="1841754" y="695705"/>
                  </a:moveTo>
                  <a:lnTo>
                    <a:pt x="1841754" y="694943"/>
                  </a:lnTo>
                  <a:lnTo>
                    <a:pt x="1839468" y="694943"/>
                  </a:lnTo>
                  <a:lnTo>
                    <a:pt x="1839468" y="695705"/>
                  </a:lnTo>
                  <a:lnTo>
                    <a:pt x="1841754" y="695705"/>
                  </a:lnTo>
                  <a:close/>
                </a:path>
                <a:path w="2029460" h="699135">
                  <a:moveTo>
                    <a:pt x="1838706" y="695705"/>
                  </a:moveTo>
                  <a:lnTo>
                    <a:pt x="1838706" y="694943"/>
                  </a:lnTo>
                  <a:lnTo>
                    <a:pt x="1836420" y="694943"/>
                  </a:lnTo>
                  <a:lnTo>
                    <a:pt x="1836420" y="695705"/>
                  </a:lnTo>
                  <a:lnTo>
                    <a:pt x="1838706" y="695705"/>
                  </a:lnTo>
                  <a:close/>
                </a:path>
                <a:path w="2029460" h="699135">
                  <a:moveTo>
                    <a:pt x="1835658" y="695705"/>
                  </a:moveTo>
                  <a:lnTo>
                    <a:pt x="1835658" y="694943"/>
                  </a:lnTo>
                  <a:lnTo>
                    <a:pt x="1833372" y="694943"/>
                  </a:lnTo>
                  <a:lnTo>
                    <a:pt x="1833372" y="695705"/>
                  </a:lnTo>
                  <a:lnTo>
                    <a:pt x="1835658" y="695705"/>
                  </a:lnTo>
                  <a:close/>
                </a:path>
                <a:path w="2029460" h="699135">
                  <a:moveTo>
                    <a:pt x="1832610" y="695705"/>
                  </a:moveTo>
                  <a:lnTo>
                    <a:pt x="1832610" y="694943"/>
                  </a:lnTo>
                  <a:lnTo>
                    <a:pt x="1830324" y="694943"/>
                  </a:lnTo>
                  <a:lnTo>
                    <a:pt x="1830324" y="695705"/>
                  </a:lnTo>
                  <a:lnTo>
                    <a:pt x="1832610" y="695705"/>
                  </a:lnTo>
                  <a:close/>
                </a:path>
                <a:path w="2029460" h="699135">
                  <a:moveTo>
                    <a:pt x="1829562" y="695705"/>
                  </a:moveTo>
                  <a:lnTo>
                    <a:pt x="1829562" y="694943"/>
                  </a:lnTo>
                  <a:lnTo>
                    <a:pt x="1827276" y="694943"/>
                  </a:lnTo>
                  <a:lnTo>
                    <a:pt x="1827276" y="695705"/>
                  </a:lnTo>
                  <a:lnTo>
                    <a:pt x="1829562" y="695705"/>
                  </a:lnTo>
                  <a:close/>
                </a:path>
                <a:path w="2029460" h="699135">
                  <a:moveTo>
                    <a:pt x="1826514" y="695705"/>
                  </a:moveTo>
                  <a:lnTo>
                    <a:pt x="1826514" y="694943"/>
                  </a:lnTo>
                  <a:lnTo>
                    <a:pt x="1824228" y="694943"/>
                  </a:lnTo>
                  <a:lnTo>
                    <a:pt x="1824228" y="695705"/>
                  </a:lnTo>
                  <a:lnTo>
                    <a:pt x="1826514" y="695705"/>
                  </a:lnTo>
                  <a:close/>
                </a:path>
                <a:path w="2029460" h="699135">
                  <a:moveTo>
                    <a:pt x="1823466" y="695705"/>
                  </a:moveTo>
                  <a:lnTo>
                    <a:pt x="1823466" y="694943"/>
                  </a:lnTo>
                  <a:lnTo>
                    <a:pt x="1821180" y="694943"/>
                  </a:lnTo>
                  <a:lnTo>
                    <a:pt x="1821180" y="695705"/>
                  </a:lnTo>
                  <a:lnTo>
                    <a:pt x="1823466" y="695705"/>
                  </a:lnTo>
                  <a:close/>
                </a:path>
                <a:path w="2029460" h="699135">
                  <a:moveTo>
                    <a:pt x="1820418" y="695705"/>
                  </a:moveTo>
                  <a:lnTo>
                    <a:pt x="1820418" y="694943"/>
                  </a:lnTo>
                  <a:lnTo>
                    <a:pt x="1818132" y="694943"/>
                  </a:lnTo>
                  <a:lnTo>
                    <a:pt x="1818132" y="695705"/>
                  </a:lnTo>
                  <a:lnTo>
                    <a:pt x="1820418" y="695705"/>
                  </a:lnTo>
                  <a:close/>
                </a:path>
                <a:path w="2029460" h="699135">
                  <a:moveTo>
                    <a:pt x="1817370" y="695705"/>
                  </a:moveTo>
                  <a:lnTo>
                    <a:pt x="1817370" y="694943"/>
                  </a:lnTo>
                  <a:lnTo>
                    <a:pt x="1815084" y="694943"/>
                  </a:lnTo>
                  <a:lnTo>
                    <a:pt x="1815084" y="695705"/>
                  </a:lnTo>
                  <a:lnTo>
                    <a:pt x="1817370" y="695705"/>
                  </a:lnTo>
                  <a:close/>
                </a:path>
                <a:path w="2029460" h="699135">
                  <a:moveTo>
                    <a:pt x="1814322" y="695705"/>
                  </a:moveTo>
                  <a:lnTo>
                    <a:pt x="1814322" y="694943"/>
                  </a:lnTo>
                  <a:lnTo>
                    <a:pt x="1812036" y="694943"/>
                  </a:lnTo>
                  <a:lnTo>
                    <a:pt x="1812036" y="695705"/>
                  </a:lnTo>
                  <a:lnTo>
                    <a:pt x="1814322" y="695705"/>
                  </a:lnTo>
                  <a:close/>
                </a:path>
                <a:path w="2029460" h="699135">
                  <a:moveTo>
                    <a:pt x="1811274" y="695705"/>
                  </a:moveTo>
                  <a:lnTo>
                    <a:pt x="1811274" y="694943"/>
                  </a:lnTo>
                  <a:lnTo>
                    <a:pt x="1808988" y="694943"/>
                  </a:lnTo>
                  <a:lnTo>
                    <a:pt x="1808988" y="695705"/>
                  </a:lnTo>
                  <a:lnTo>
                    <a:pt x="1811274" y="695705"/>
                  </a:lnTo>
                  <a:close/>
                </a:path>
                <a:path w="2029460" h="699135">
                  <a:moveTo>
                    <a:pt x="1808226" y="695705"/>
                  </a:moveTo>
                  <a:lnTo>
                    <a:pt x="1808226" y="694943"/>
                  </a:lnTo>
                  <a:lnTo>
                    <a:pt x="1805940" y="694943"/>
                  </a:lnTo>
                  <a:lnTo>
                    <a:pt x="1805940" y="695705"/>
                  </a:lnTo>
                  <a:lnTo>
                    <a:pt x="1808226" y="695705"/>
                  </a:lnTo>
                  <a:close/>
                </a:path>
                <a:path w="2029460" h="699135">
                  <a:moveTo>
                    <a:pt x="1805178" y="695705"/>
                  </a:moveTo>
                  <a:lnTo>
                    <a:pt x="1805178" y="694943"/>
                  </a:lnTo>
                  <a:lnTo>
                    <a:pt x="1802892" y="694943"/>
                  </a:lnTo>
                  <a:lnTo>
                    <a:pt x="1802892" y="695705"/>
                  </a:lnTo>
                  <a:lnTo>
                    <a:pt x="1805178" y="695705"/>
                  </a:lnTo>
                  <a:close/>
                </a:path>
                <a:path w="2029460" h="699135">
                  <a:moveTo>
                    <a:pt x="1802130" y="695705"/>
                  </a:moveTo>
                  <a:lnTo>
                    <a:pt x="1802130" y="694943"/>
                  </a:lnTo>
                  <a:lnTo>
                    <a:pt x="1799844" y="694943"/>
                  </a:lnTo>
                  <a:lnTo>
                    <a:pt x="1799844" y="695705"/>
                  </a:lnTo>
                  <a:lnTo>
                    <a:pt x="1802130" y="695705"/>
                  </a:lnTo>
                  <a:close/>
                </a:path>
                <a:path w="2029460" h="699135">
                  <a:moveTo>
                    <a:pt x="1799082" y="695705"/>
                  </a:moveTo>
                  <a:lnTo>
                    <a:pt x="1799082" y="694943"/>
                  </a:lnTo>
                  <a:lnTo>
                    <a:pt x="1796796" y="694943"/>
                  </a:lnTo>
                  <a:lnTo>
                    <a:pt x="1796796" y="695705"/>
                  </a:lnTo>
                  <a:lnTo>
                    <a:pt x="1799082" y="695705"/>
                  </a:lnTo>
                  <a:close/>
                </a:path>
                <a:path w="2029460" h="699135">
                  <a:moveTo>
                    <a:pt x="1796034" y="695705"/>
                  </a:moveTo>
                  <a:lnTo>
                    <a:pt x="1796034" y="694943"/>
                  </a:lnTo>
                  <a:lnTo>
                    <a:pt x="1793748" y="694943"/>
                  </a:lnTo>
                  <a:lnTo>
                    <a:pt x="1793748" y="695705"/>
                  </a:lnTo>
                  <a:lnTo>
                    <a:pt x="1796034" y="695705"/>
                  </a:lnTo>
                  <a:close/>
                </a:path>
                <a:path w="2029460" h="699135">
                  <a:moveTo>
                    <a:pt x="1792986" y="695705"/>
                  </a:moveTo>
                  <a:lnTo>
                    <a:pt x="1792986" y="694943"/>
                  </a:lnTo>
                  <a:lnTo>
                    <a:pt x="1790700" y="694943"/>
                  </a:lnTo>
                  <a:lnTo>
                    <a:pt x="1790700" y="695705"/>
                  </a:lnTo>
                  <a:lnTo>
                    <a:pt x="1792986" y="695705"/>
                  </a:lnTo>
                  <a:close/>
                </a:path>
                <a:path w="2029460" h="699135">
                  <a:moveTo>
                    <a:pt x="1789938" y="695705"/>
                  </a:moveTo>
                  <a:lnTo>
                    <a:pt x="1789938" y="694943"/>
                  </a:lnTo>
                  <a:lnTo>
                    <a:pt x="1787652" y="694943"/>
                  </a:lnTo>
                  <a:lnTo>
                    <a:pt x="1787652" y="695705"/>
                  </a:lnTo>
                  <a:lnTo>
                    <a:pt x="1789938" y="695705"/>
                  </a:lnTo>
                  <a:close/>
                </a:path>
                <a:path w="2029460" h="699135">
                  <a:moveTo>
                    <a:pt x="1786890" y="695705"/>
                  </a:moveTo>
                  <a:lnTo>
                    <a:pt x="1786890" y="694943"/>
                  </a:lnTo>
                  <a:lnTo>
                    <a:pt x="1784604" y="694943"/>
                  </a:lnTo>
                  <a:lnTo>
                    <a:pt x="1784604" y="695705"/>
                  </a:lnTo>
                  <a:lnTo>
                    <a:pt x="1786890" y="695705"/>
                  </a:lnTo>
                  <a:close/>
                </a:path>
                <a:path w="2029460" h="699135">
                  <a:moveTo>
                    <a:pt x="1783842" y="695705"/>
                  </a:moveTo>
                  <a:lnTo>
                    <a:pt x="1783842" y="694943"/>
                  </a:lnTo>
                  <a:lnTo>
                    <a:pt x="1781556" y="694943"/>
                  </a:lnTo>
                  <a:lnTo>
                    <a:pt x="1781556" y="695705"/>
                  </a:lnTo>
                  <a:lnTo>
                    <a:pt x="1783842" y="695705"/>
                  </a:lnTo>
                  <a:close/>
                </a:path>
                <a:path w="2029460" h="699135">
                  <a:moveTo>
                    <a:pt x="1780794" y="695705"/>
                  </a:moveTo>
                  <a:lnTo>
                    <a:pt x="1780794" y="694943"/>
                  </a:lnTo>
                  <a:lnTo>
                    <a:pt x="1778508" y="694943"/>
                  </a:lnTo>
                  <a:lnTo>
                    <a:pt x="1778508" y="695705"/>
                  </a:lnTo>
                  <a:lnTo>
                    <a:pt x="1780794" y="695705"/>
                  </a:lnTo>
                  <a:close/>
                </a:path>
                <a:path w="2029460" h="699135">
                  <a:moveTo>
                    <a:pt x="1777746" y="695705"/>
                  </a:moveTo>
                  <a:lnTo>
                    <a:pt x="1777746" y="694943"/>
                  </a:lnTo>
                  <a:lnTo>
                    <a:pt x="1775460" y="694943"/>
                  </a:lnTo>
                  <a:lnTo>
                    <a:pt x="1775460" y="695705"/>
                  </a:lnTo>
                  <a:lnTo>
                    <a:pt x="1777746" y="695705"/>
                  </a:lnTo>
                  <a:close/>
                </a:path>
                <a:path w="2029460" h="699135">
                  <a:moveTo>
                    <a:pt x="1774698" y="695705"/>
                  </a:moveTo>
                  <a:lnTo>
                    <a:pt x="1774698" y="694943"/>
                  </a:lnTo>
                  <a:lnTo>
                    <a:pt x="1772412" y="694943"/>
                  </a:lnTo>
                  <a:lnTo>
                    <a:pt x="1772412" y="695705"/>
                  </a:lnTo>
                  <a:lnTo>
                    <a:pt x="1774698" y="695705"/>
                  </a:lnTo>
                  <a:close/>
                </a:path>
                <a:path w="2029460" h="699135">
                  <a:moveTo>
                    <a:pt x="1771650" y="695705"/>
                  </a:moveTo>
                  <a:lnTo>
                    <a:pt x="1771650" y="694943"/>
                  </a:lnTo>
                  <a:lnTo>
                    <a:pt x="1769364" y="694943"/>
                  </a:lnTo>
                  <a:lnTo>
                    <a:pt x="1769364" y="695705"/>
                  </a:lnTo>
                  <a:lnTo>
                    <a:pt x="1771650" y="695705"/>
                  </a:lnTo>
                  <a:close/>
                </a:path>
                <a:path w="2029460" h="699135">
                  <a:moveTo>
                    <a:pt x="1768602" y="695705"/>
                  </a:moveTo>
                  <a:lnTo>
                    <a:pt x="1768602" y="694943"/>
                  </a:lnTo>
                  <a:lnTo>
                    <a:pt x="1766316" y="694943"/>
                  </a:lnTo>
                  <a:lnTo>
                    <a:pt x="1766316" y="695705"/>
                  </a:lnTo>
                  <a:lnTo>
                    <a:pt x="1768602" y="695705"/>
                  </a:lnTo>
                  <a:close/>
                </a:path>
                <a:path w="2029460" h="699135">
                  <a:moveTo>
                    <a:pt x="1765554" y="695705"/>
                  </a:moveTo>
                  <a:lnTo>
                    <a:pt x="1765554" y="694943"/>
                  </a:lnTo>
                  <a:lnTo>
                    <a:pt x="1763268" y="694943"/>
                  </a:lnTo>
                  <a:lnTo>
                    <a:pt x="1763268" y="695705"/>
                  </a:lnTo>
                  <a:lnTo>
                    <a:pt x="1765554" y="695705"/>
                  </a:lnTo>
                  <a:close/>
                </a:path>
                <a:path w="2029460" h="699135">
                  <a:moveTo>
                    <a:pt x="1762506" y="695705"/>
                  </a:moveTo>
                  <a:lnTo>
                    <a:pt x="1762506" y="694943"/>
                  </a:lnTo>
                  <a:lnTo>
                    <a:pt x="1760220" y="694943"/>
                  </a:lnTo>
                  <a:lnTo>
                    <a:pt x="1760220" y="695705"/>
                  </a:lnTo>
                  <a:lnTo>
                    <a:pt x="1762506" y="695705"/>
                  </a:lnTo>
                  <a:close/>
                </a:path>
                <a:path w="2029460" h="699135">
                  <a:moveTo>
                    <a:pt x="1759458" y="695705"/>
                  </a:moveTo>
                  <a:lnTo>
                    <a:pt x="1759458" y="694943"/>
                  </a:lnTo>
                  <a:lnTo>
                    <a:pt x="1757172" y="694943"/>
                  </a:lnTo>
                  <a:lnTo>
                    <a:pt x="1757172" y="695705"/>
                  </a:lnTo>
                  <a:lnTo>
                    <a:pt x="1759458" y="695705"/>
                  </a:lnTo>
                  <a:close/>
                </a:path>
                <a:path w="2029460" h="699135">
                  <a:moveTo>
                    <a:pt x="1756410" y="695705"/>
                  </a:moveTo>
                  <a:lnTo>
                    <a:pt x="1756410" y="694943"/>
                  </a:lnTo>
                  <a:lnTo>
                    <a:pt x="1754124" y="694943"/>
                  </a:lnTo>
                  <a:lnTo>
                    <a:pt x="1754124" y="695705"/>
                  </a:lnTo>
                  <a:lnTo>
                    <a:pt x="1756410" y="695705"/>
                  </a:lnTo>
                  <a:close/>
                </a:path>
                <a:path w="2029460" h="699135">
                  <a:moveTo>
                    <a:pt x="1753362" y="695705"/>
                  </a:moveTo>
                  <a:lnTo>
                    <a:pt x="1753362" y="694943"/>
                  </a:lnTo>
                  <a:lnTo>
                    <a:pt x="1751076" y="694943"/>
                  </a:lnTo>
                  <a:lnTo>
                    <a:pt x="1751076" y="695705"/>
                  </a:lnTo>
                  <a:lnTo>
                    <a:pt x="1753362" y="695705"/>
                  </a:lnTo>
                  <a:close/>
                </a:path>
                <a:path w="2029460" h="699135">
                  <a:moveTo>
                    <a:pt x="1750314" y="695705"/>
                  </a:moveTo>
                  <a:lnTo>
                    <a:pt x="1750314" y="694943"/>
                  </a:lnTo>
                  <a:lnTo>
                    <a:pt x="1748028" y="694943"/>
                  </a:lnTo>
                  <a:lnTo>
                    <a:pt x="1748028" y="695705"/>
                  </a:lnTo>
                  <a:lnTo>
                    <a:pt x="1750314" y="695705"/>
                  </a:lnTo>
                  <a:close/>
                </a:path>
                <a:path w="2029460" h="699135">
                  <a:moveTo>
                    <a:pt x="1747266" y="695705"/>
                  </a:moveTo>
                  <a:lnTo>
                    <a:pt x="1747266" y="694943"/>
                  </a:lnTo>
                  <a:lnTo>
                    <a:pt x="1744980" y="694943"/>
                  </a:lnTo>
                  <a:lnTo>
                    <a:pt x="1744980" y="695705"/>
                  </a:lnTo>
                  <a:lnTo>
                    <a:pt x="1747266" y="695705"/>
                  </a:lnTo>
                  <a:close/>
                </a:path>
                <a:path w="2029460" h="699135">
                  <a:moveTo>
                    <a:pt x="1744218" y="695705"/>
                  </a:moveTo>
                  <a:lnTo>
                    <a:pt x="1744218" y="694943"/>
                  </a:lnTo>
                  <a:lnTo>
                    <a:pt x="1741932" y="694943"/>
                  </a:lnTo>
                  <a:lnTo>
                    <a:pt x="1741932" y="695705"/>
                  </a:lnTo>
                  <a:lnTo>
                    <a:pt x="1744218" y="695705"/>
                  </a:lnTo>
                  <a:close/>
                </a:path>
                <a:path w="2029460" h="699135">
                  <a:moveTo>
                    <a:pt x="1741170" y="695705"/>
                  </a:moveTo>
                  <a:lnTo>
                    <a:pt x="1741170" y="694943"/>
                  </a:lnTo>
                  <a:lnTo>
                    <a:pt x="1738884" y="694943"/>
                  </a:lnTo>
                  <a:lnTo>
                    <a:pt x="1738884" y="695705"/>
                  </a:lnTo>
                  <a:lnTo>
                    <a:pt x="1741170" y="695705"/>
                  </a:lnTo>
                  <a:close/>
                </a:path>
                <a:path w="2029460" h="699135">
                  <a:moveTo>
                    <a:pt x="1738122" y="695705"/>
                  </a:moveTo>
                  <a:lnTo>
                    <a:pt x="1738122" y="694943"/>
                  </a:lnTo>
                  <a:lnTo>
                    <a:pt x="1735836" y="694943"/>
                  </a:lnTo>
                  <a:lnTo>
                    <a:pt x="1735836" y="695705"/>
                  </a:lnTo>
                  <a:lnTo>
                    <a:pt x="1738122" y="695705"/>
                  </a:lnTo>
                  <a:close/>
                </a:path>
                <a:path w="2029460" h="699135">
                  <a:moveTo>
                    <a:pt x="1735074" y="695705"/>
                  </a:moveTo>
                  <a:lnTo>
                    <a:pt x="1735074" y="694943"/>
                  </a:lnTo>
                  <a:lnTo>
                    <a:pt x="1732788" y="694943"/>
                  </a:lnTo>
                  <a:lnTo>
                    <a:pt x="1732788" y="695705"/>
                  </a:lnTo>
                  <a:lnTo>
                    <a:pt x="1735074" y="695705"/>
                  </a:lnTo>
                  <a:close/>
                </a:path>
                <a:path w="2029460" h="699135">
                  <a:moveTo>
                    <a:pt x="1732026" y="695705"/>
                  </a:moveTo>
                  <a:lnTo>
                    <a:pt x="1732026" y="694943"/>
                  </a:lnTo>
                  <a:lnTo>
                    <a:pt x="1729740" y="694943"/>
                  </a:lnTo>
                  <a:lnTo>
                    <a:pt x="1729740" y="695705"/>
                  </a:lnTo>
                  <a:lnTo>
                    <a:pt x="1732026" y="695705"/>
                  </a:lnTo>
                  <a:close/>
                </a:path>
                <a:path w="2029460" h="699135">
                  <a:moveTo>
                    <a:pt x="1728978" y="695705"/>
                  </a:moveTo>
                  <a:lnTo>
                    <a:pt x="1728978" y="694943"/>
                  </a:lnTo>
                  <a:lnTo>
                    <a:pt x="1726692" y="694943"/>
                  </a:lnTo>
                  <a:lnTo>
                    <a:pt x="1726692" y="695705"/>
                  </a:lnTo>
                  <a:lnTo>
                    <a:pt x="1728978" y="695705"/>
                  </a:lnTo>
                  <a:close/>
                </a:path>
                <a:path w="2029460" h="699135">
                  <a:moveTo>
                    <a:pt x="1725930" y="695705"/>
                  </a:moveTo>
                  <a:lnTo>
                    <a:pt x="1725930" y="694943"/>
                  </a:lnTo>
                  <a:lnTo>
                    <a:pt x="1723644" y="694943"/>
                  </a:lnTo>
                  <a:lnTo>
                    <a:pt x="1723644" y="695705"/>
                  </a:lnTo>
                  <a:lnTo>
                    <a:pt x="1725930" y="695705"/>
                  </a:lnTo>
                  <a:close/>
                </a:path>
                <a:path w="2029460" h="699135">
                  <a:moveTo>
                    <a:pt x="1722882" y="695705"/>
                  </a:moveTo>
                  <a:lnTo>
                    <a:pt x="1722882" y="694943"/>
                  </a:lnTo>
                  <a:lnTo>
                    <a:pt x="1720596" y="694943"/>
                  </a:lnTo>
                  <a:lnTo>
                    <a:pt x="1720596" y="695705"/>
                  </a:lnTo>
                  <a:lnTo>
                    <a:pt x="1722882" y="695705"/>
                  </a:lnTo>
                  <a:close/>
                </a:path>
                <a:path w="2029460" h="699135">
                  <a:moveTo>
                    <a:pt x="1719834" y="695705"/>
                  </a:moveTo>
                  <a:lnTo>
                    <a:pt x="1719834" y="694943"/>
                  </a:lnTo>
                  <a:lnTo>
                    <a:pt x="1717548" y="694943"/>
                  </a:lnTo>
                  <a:lnTo>
                    <a:pt x="1717548" y="695705"/>
                  </a:lnTo>
                  <a:lnTo>
                    <a:pt x="1719834" y="695705"/>
                  </a:lnTo>
                  <a:close/>
                </a:path>
                <a:path w="2029460" h="699135">
                  <a:moveTo>
                    <a:pt x="1716786" y="695705"/>
                  </a:moveTo>
                  <a:lnTo>
                    <a:pt x="1716786" y="694943"/>
                  </a:lnTo>
                  <a:lnTo>
                    <a:pt x="1714500" y="694181"/>
                  </a:lnTo>
                  <a:lnTo>
                    <a:pt x="1714500" y="694943"/>
                  </a:lnTo>
                  <a:lnTo>
                    <a:pt x="1716786" y="695705"/>
                  </a:lnTo>
                  <a:close/>
                </a:path>
                <a:path w="2029460" h="699135">
                  <a:moveTo>
                    <a:pt x="1713738" y="694943"/>
                  </a:moveTo>
                  <a:lnTo>
                    <a:pt x="1713738" y="694181"/>
                  </a:lnTo>
                  <a:lnTo>
                    <a:pt x="1711452" y="694181"/>
                  </a:lnTo>
                  <a:lnTo>
                    <a:pt x="1711452" y="694943"/>
                  </a:lnTo>
                  <a:lnTo>
                    <a:pt x="1713738" y="694943"/>
                  </a:lnTo>
                  <a:close/>
                </a:path>
                <a:path w="2029460" h="699135">
                  <a:moveTo>
                    <a:pt x="1710690" y="694943"/>
                  </a:moveTo>
                  <a:lnTo>
                    <a:pt x="1710690" y="694181"/>
                  </a:lnTo>
                  <a:lnTo>
                    <a:pt x="1708404" y="694181"/>
                  </a:lnTo>
                  <a:lnTo>
                    <a:pt x="1708404" y="694943"/>
                  </a:lnTo>
                  <a:lnTo>
                    <a:pt x="1710690" y="694943"/>
                  </a:lnTo>
                  <a:close/>
                </a:path>
                <a:path w="2029460" h="699135">
                  <a:moveTo>
                    <a:pt x="1707642" y="694943"/>
                  </a:moveTo>
                  <a:lnTo>
                    <a:pt x="1707642" y="694181"/>
                  </a:lnTo>
                  <a:lnTo>
                    <a:pt x="1705356" y="694181"/>
                  </a:lnTo>
                  <a:lnTo>
                    <a:pt x="1705356" y="694943"/>
                  </a:lnTo>
                  <a:lnTo>
                    <a:pt x="1707642" y="694943"/>
                  </a:lnTo>
                  <a:close/>
                </a:path>
                <a:path w="2029460" h="699135">
                  <a:moveTo>
                    <a:pt x="1704594" y="694943"/>
                  </a:moveTo>
                  <a:lnTo>
                    <a:pt x="1704594" y="694181"/>
                  </a:lnTo>
                  <a:lnTo>
                    <a:pt x="1702308" y="694181"/>
                  </a:lnTo>
                  <a:lnTo>
                    <a:pt x="1702308" y="694943"/>
                  </a:lnTo>
                  <a:lnTo>
                    <a:pt x="1704594" y="694943"/>
                  </a:lnTo>
                  <a:close/>
                </a:path>
                <a:path w="2029460" h="699135">
                  <a:moveTo>
                    <a:pt x="1701546" y="694943"/>
                  </a:moveTo>
                  <a:lnTo>
                    <a:pt x="1701546" y="694181"/>
                  </a:lnTo>
                  <a:lnTo>
                    <a:pt x="1699260" y="694181"/>
                  </a:lnTo>
                  <a:lnTo>
                    <a:pt x="1699260" y="694943"/>
                  </a:lnTo>
                  <a:lnTo>
                    <a:pt x="1701546" y="694943"/>
                  </a:lnTo>
                  <a:close/>
                </a:path>
                <a:path w="2029460" h="699135">
                  <a:moveTo>
                    <a:pt x="1698498" y="694943"/>
                  </a:moveTo>
                  <a:lnTo>
                    <a:pt x="1698498" y="694181"/>
                  </a:lnTo>
                  <a:lnTo>
                    <a:pt x="1696212" y="694181"/>
                  </a:lnTo>
                  <a:lnTo>
                    <a:pt x="1696212" y="694943"/>
                  </a:lnTo>
                  <a:lnTo>
                    <a:pt x="1698498" y="694943"/>
                  </a:lnTo>
                  <a:close/>
                </a:path>
                <a:path w="2029460" h="699135">
                  <a:moveTo>
                    <a:pt x="1695450" y="694943"/>
                  </a:moveTo>
                  <a:lnTo>
                    <a:pt x="1695450" y="694181"/>
                  </a:lnTo>
                  <a:lnTo>
                    <a:pt x="1693164" y="694181"/>
                  </a:lnTo>
                  <a:lnTo>
                    <a:pt x="1693164" y="694943"/>
                  </a:lnTo>
                  <a:lnTo>
                    <a:pt x="1695450" y="694943"/>
                  </a:lnTo>
                  <a:close/>
                </a:path>
                <a:path w="2029460" h="699135">
                  <a:moveTo>
                    <a:pt x="1692402" y="694943"/>
                  </a:moveTo>
                  <a:lnTo>
                    <a:pt x="1692402" y="694181"/>
                  </a:lnTo>
                  <a:lnTo>
                    <a:pt x="1690116" y="694181"/>
                  </a:lnTo>
                  <a:lnTo>
                    <a:pt x="1690116" y="694943"/>
                  </a:lnTo>
                  <a:lnTo>
                    <a:pt x="1692402" y="694943"/>
                  </a:lnTo>
                  <a:close/>
                </a:path>
                <a:path w="2029460" h="699135">
                  <a:moveTo>
                    <a:pt x="1689354" y="694943"/>
                  </a:moveTo>
                  <a:lnTo>
                    <a:pt x="1689354" y="694181"/>
                  </a:lnTo>
                  <a:lnTo>
                    <a:pt x="1687068" y="694181"/>
                  </a:lnTo>
                  <a:lnTo>
                    <a:pt x="1687068" y="694943"/>
                  </a:lnTo>
                  <a:lnTo>
                    <a:pt x="1689354" y="694943"/>
                  </a:lnTo>
                  <a:close/>
                </a:path>
                <a:path w="2029460" h="699135">
                  <a:moveTo>
                    <a:pt x="1686306" y="694943"/>
                  </a:moveTo>
                  <a:lnTo>
                    <a:pt x="1686306" y="694181"/>
                  </a:lnTo>
                  <a:lnTo>
                    <a:pt x="1684020" y="694181"/>
                  </a:lnTo>
                  <a:lnTo>
                    <a:pt x="1684020" y="694943"/>
                  </a:lnTo>
                  <a:lnTo>
                    <a:pt x="1686306" y="694943"/>
                  </a:lnTo>
                  <a:close/>
                </a:path>
                <a:path w="2029460" h="699135">
                  <a:moveTo>
                    <a:pt x="1683258" y="694943"/>
                  </a:moveTo>
                  <a:lnTo>
                    <a:pt x="1683258" y="694181"/>
                  </a:lnTo>
                  <a:lnTo>
                    <a:pt x="1680972" y="694181"/>
                  </a:lnTo>
                  <a:lnTo>
                    <a:pt x="1680972" y="694943"/>
                  </a:lnTo>
                  <a:lnTo>
                    <a:pt x="1683258" y="694943"/>
                  </a:lnTo>
                  <a:close/>
                </a:path>
                <a:path w="2029460" h="699135">
                  <a:moveTo>
                    <a:pt x="1680210" y="694943"/>
                  </a:moveTo>
                  <a:lnTo>
                    <a:pt x="1680210" y="694181"/>
                  </a:lnTo>
                  <a:lnTo>
                    <a:pt x="1677924" y="694181"/>
                  </a:lnTo>
                  <a:lnTo>
                    <a:pt x="1677924" y="694943"/>
                  </a:lnTo>
                  <a:lnTo>
                    <a:pt x="1680210" y="694943"/>
                  </a:lnTo>
                  <a:close/>
                </a:path>
                <a:path w="2029460" h="699135">
                  <a:moveTo>
                    <a:pt x="1677162" y="694943"/>
                  </a:moveTo>
                  <a:lnTo>
                    <a:pt x="1677162" y="694181"/>
                  </a:lnTo>
                  <a:lnTo>
                    <a:pt x="1674876" y="694181"/>
                  </a:lnTo>
                  <a:lnTo>
                    <a:pt x="1674876" y="694943"/>
                  </a:lnTo>
                  <a:lnTo>
                    <a:pt x="1677162" y="694943"/>
                  </a:lnTo>
                  <a:close/>
                </a:path>
                <a:path w="2029460" h="699135">
                  <a:moveTo>
                    <a:pt x="1674114" y="694943"/>
                  </a:moveTo>
                  <a:lnTo>
                    <a:pt x="1674114" y="694181"/>
                  </a:lnTo>
                  <a:lnTo>
                    <a:pt x="1671828" y="694181"/>
                  </a:lnTo>
                  <a:lnTo>
                    <a:pt x="1671828" y="694943"/>
                  </a:lnTo>
                  <a:lnTo>
                    <a:pt x="1674114" y="694943"/>
                  </a:lnTo>
                  <a:close/>
                </a:path>
                <a:path w="2029460" h="699135">
                  <a:moveTo>
                    <a:pt x="1671066" y="694943"/>
                  </a:moveTo>
                  <a:lnTo>
                    <a:pt x="1671066" y="694181"/>
                  </a:lnTo>
                  <a:lnTo>
                    <a:pt x="1668780" y="694181"/>
                  </a:lnTo>
                  <a:lnTo>
                    <a:pt x="1668780" y="694943"/>
                  </a:lnTo>
                  <a:lnTo>
                    <a:pt x="1671066" y="694943"/>
                  </a:lnTo>
                  <a:close/>
                </a:path>
                <a:path w="2029460" h="699135">
                  <a:moveTo>
                    <a:pt x="1668018" y="694943"/>
                  </a:moveTo>
                  <a:lnTo>
                    <a:pt x="1668018" y="694181"/>
                  </a:lnTo>
                  <a:lnTo>
                    <a:pt x="1665732" y="694181"/>
                  </a:lnTo>
                  <a:lnTo>
                    <a:pt x="1665732" y="694943"/>
                  </a:lnTo>
                  <a:lnTo>
                    <a:pt x="1668018" y="694943"/>
                  </a:lnTo>
                  <a:close/>
                </a:path>
                <a:path w="2029460" h="699135">
                  <a:moveTo>
                    <a:pt x="1664970" y="694943"/>
                  </a:moveTo>
                  <a:lnTo>
                    <a:pt x="1664970" y="694181"/>
                  </a:lnTo>
                  <a:lnTo>
                    <a:pt x="1662684" y="694181"/>
                  </a:lnTo>
                  <a:lnTo>
                    <a:pt x="1662684" y="694943"/>
                  </a:lnTo>
                  <a:lnTo>
                    <a:pt x="1664970" y="694943"/>
                  </a:lnTo>
                  <a:close/>
                </a:path>
                <a:path w="2029460" h="699135">
                  <a:moveTo>
                    <a:pt x="1661922" y="694943"/>
                  </a:moveTo>
                  <a:lnTo>
                    <a:pt x="1661922" y="694181"/>
                  </a:lnTo>
                  <a:lnTo>
                    <a:pt x="1659636" y="694181"/>
                  </a:lnTo>
                  <a:lnTo>
                    <a:pt x="1659636" y="694943"/>
                  </a:lnTo>
                  <a:lnTo>
                    <a:pt x="1661922" y="694943"/>
                  </a:lnTo>
                  <a:close/>
                </a:path>
                <a:path w="2029460" h="699135">
                  <a:moveTo>
                    <a:pt x="1658874" y="694943"/>
                  </a:moveTo>
                  <a:lnTo>
                    <a:pt x="1658874" y="694181"/>
                  </a:lnTo>
                  <a:lnTo>
                    <a:pt x="1656588" y="694181"/>
                  </a:lnTo>
                  <a:lnTo>
                    <a:pt x="1656588" y="694943"/>
                  </a:lnTo>
                  <a:lnTo>
                    <a:pt x="1658874" y="694943"/>
                  </a:lnTo>
                  <a:close/>
                </a:path>
                <a:path w="2029460" h="699135">
                  <a:moveTo>
                    <a:pt x="1655826" y="694943"/>
                  </a:moveTo>
                  <a:lnTo>
                    <a:pt x="1655826" y="694181"/>
                  </a:lnTo>
                  <a:lnTo>
                    <a:pt x="1653540" y="694181"/>
                  </a:lnTo>
                  <a:lnTo>
                    <a:pt x="1653540" y="694943"/>
                  </a:lnTo>
                  <a:lnTo>
                    <a:pt x="1655826" y="694943"/>
                  </a:lnTo>
                  <a:close/>
                </a:path>
                <a:path w="2029460" h="699135">
                  <a:moveTo>
                    <a:pt x="1652778" y="694943"/>
                  </a:moveTo>
                  <a:lnTo>
                    <a:pt x="1652778" y="694181"/>
                  </a:lnTo>
                  <a:lnTo>
                    <a:pt x="1650492" y="694181"/>
                  </a:lnTo>
                  <a:lnTo>
                    <a:pt x="1650492" y="694943"/>
                  </a:lnTo>
                  <a:lnTo>
                    <a:pt x="1652778" y="694943"/>
                  </a:lnTo>
                  <a:close/>
                </a:path>
                <a:path w="2029460" h="699135">
                  <a:moveTo>
                    <a:pt x="1649730" y="694943"/>
                  </a:moveTo>
                  <a:lnTo>
                    <a:pt x="1649730" y="694181"/>
                  </a:lnTo>
                  <a:lnTo>
                    <a:pt x="1647444" y="694181"/>
                  </a:lnTo>
                  <a:lnTo>
                    <a:pt x="1647444" y="694943"/>
                  </a:lnTo>
                  <a:lnTo>
                    <a:pt x="1649730" y="694943"/>
                  </a:lnTo>
                  <a:close/>
                </a:path>
                <a:path w="2029460" h="699135">
                  <a:moveTo>
                    <a:pt x="1646682" y="694943"/>
                  </a:moveTo>
                  <a:lnTo>
                    <a:pt x="1646682" y="694181"/>
                  </a:lnTo>
                  <a:lnTo>
                    <a:pt x="1644396" y="694181"/>
                  </a:lnTo>
                  <a:lnTo>
                    <a:pt x="1644396" y="694943"/>
                  </a:lnTo>
                  <a:lnTo>
                    <a:pt x="1646682" y="694943"/>
                  </a:lnTo>
                  <a:close/>
                </a:path>
                <a:path w="2029460" h="699135">
                  <a:moveTo>
                    <a:pt x="1643634" y="694943"/>
                  </a:moveTo>
                  <a:lnTo>
                    <a:pt x="1643634" y="694181"/>
                  </a:lnTo>
                  <a:lnTo>
                    <a:pt x="1641348" y="694181"/>
                  </a:lnTo>
                  <a:lnTo>
                    <a:pt x="1641348" y="694943"/>
                  </a:lnTo>
                  <a:lnTo>
                    <a:pt x="1643634" y="694943"/>
                  </a:lnTo>
                  <a:close/>
                </a:path>
                <a:path w="2029460" h="699135">
                  <a:moveTo>
                    <a:pt x="1640586" y="694943"/>
                  </a:moveTo>
                  <a:lnTo>
                    <a:pt x="1640586" y="694181"/>
                  </a:lnTo>
                  <a:lnTo>
                    <a:pt x="1638300" y="694181"/>
                  </a:lnTo>
                  <a:lnTo>
                    <a:pt x="1638300" y="694943"/>
                  </a:lnTo>
                  <a:lnTo>
                    <a:pt x="1640586" y="694943"/>
                  </a:lnTo>
                  <a:close/>
                </a:path>
                <a:path w="2029460" h="699135">
                  <a:moveTo>
                    <a:pt x="1637538" y="694943"/>
                  </a:moveTo>
                  <a:lnTo>
                    <a:pt x="1637538" y="694181"/>
                  </a:lnTo>
                  <a:lnTo>
                    <a:pt x="1635252" y="694181"/>
                  </a:lnTo>
                  <a:lnTo>
                    <a:pt x="1635252" y="694943"/>
                  </a:lnTo>
                  <a:lnTo>
                    <a:pt x="1637538" y="694943"/>
                  </a:lnTo>
                  <a:close/>
                </a:path>
                <a:path w="2029460" h="699135">
                  <a:moveTo>
                    <a:pt x="1634490" y="694943"/>
                  </a:moveTo>
                  <a:lnTo>
                    <a:pt x="1634490" y="694181"/>
                  </a:lnTo>
                  <a:lnTo>
                    <a:pt x="1632204" y="694181"/>
                  </a:lnTo>
                  <a:lnTo>
                    <a:pt x="1632204" y="694943"/>
                  </a:lnTo>
                  <a:lnTo>
                    <a:pt x="1634490" y="694943"/>
                  </a:lnTo>
                  <a:close/>
                </a:path>
                <a:path w="2029460" h="699135">
                  <a:moveTo>
                    <a:pt x="1631442" y="694943"/>
                  </a:moveTo>
                  <a:lnTo>
                    <a:pt x="1631442" y="694181"/>
                  </a:lnTo>
                  <a:lnTo>
                    <a:pt x="1629156" y="694181"/>
                  </a:lnTo>
                  <a:lnTo>
                    <a:pt x="1629156" y="694943"/>
                  </a:lnTo>
                  <a:lnTo>
                    <a:pt x="1631442" y="694943"/>
                  </a:lnTo>
                  <a:close/>
                </a:path>
                <a:path w="2029460" h="699135">
                  <a:moveTo>
                    <a:pt x="1628394" y="694943"/>
                  </a:moveTo>
                  <a:lnTo>
                    <a:pt x="1628394" y="694181"/>
                  </a:lnTo>
                  <a:lnTo>
                    <a:pt x="1626108" y="694181"/>
                  </a:lnTo>
                  <a:lnTo>
                    <a:pt x="1626108" y="694943"/>
                  </a:lnTo>
                  <a:lnTo>
                    <a:pt x="1628394" y="694943"/>
                  </a:lnTo>
                  <a:close/>
                </a:path>
                <a:path w="2029460" h="699135">
                  <a:moveTo>
                    <a:pt x="1625346" y="694943"/>
                  </a:moveTo>
                  <a:lnTo>
                    <a:pt x="1625346" y="694181"/>
                  </a:lnTo>
                  <a:lnTo>
                    <a:pt x="1623060" y="694181"/>
                  </a:lnTo>
                  <a:lnTo>
                    <a:pt x="1623060" y="694943"/>
                  </a:lnTo>
                  <a:lnTo>
                    <a:pt x="1625346" y="694943"/>
                  </a:lnTo>
                  <a:close/>
                </a:path>
                <a:path w="2029460" h="699135">
                  <a:moveTo>
                    <a:pt x="1622298" y="694943"/>
                  </a:moveTo>
                  <a:lnTo>
                    <a:pt x="1622298" y="694181"/>
                  </a:lnTo>
                  <a:lnTo>
                    <a:pt x="1620012" y="694181"/>
                  </a:lnTo>
                  <a:lnTo>
                    <a:pt x="1620012" y="694943"/>
                  </a:lnTo>
                  <a:lnTo>
                    <a:pt x="1622298" y="694943"/>
                  </a:lnTo>
                  <a:close/>
                </a:path>
                <a:path w="2029460" h="699135">
                  <a:moveTo>
                    <a:pt x="1619250" y="694943"/>
                  </a:moveTo>
                  <a:lnTo>
                    <a:pt x="1619250" y="694181"/>
                  </a:lnTo>
                  <a:lnTo>
                    <a:pt x="1616964" y="694181"/>
                  </a:lnTo>
                  <a:lnTo>
                    <a:pt x="1616964" y="694943"/>
                  </a:lnTo>
                  <a:lnTo>
                    <a:pt x="1619250" y="694943"/>
                  </a:lnTo>
                  <a:close/>
                </a:path>
                <a:path w="2029460" h="699135">
                  <a:moveTo>
                    <a:pt x="1616202" y="694943"/>
                  </a:moveTo>
                  <a:lnTo>
                    <a:pt x="1616202" y="694181"/>
                  </a:lnTo>
                  <a:lnTo>
                    <a:pt x="1613916" y="694181"/>
                  </a:lnTo>
                  <a:lnTo>
                    <a:pt x="1613916" y="694943"/>
                  </a:lnTo>
                  <a:lnTo>
                    <a:pt x="1616202" y="694943"/>
                  </a:lnTo>
                  <a:close/>
                </a:path>
                <a:path w="2029460" h="699135">
                  <a:moveTo>
                    <a:pt x="1613154" y="694943"/>
                  </a:moveTo>
                  <a:lnTo>
                    <a:pt x="1613154" y="694181"/>
                  </a:lnTo>
                  <a:lnTo>
                    <a:pt x="1610868" y="694181"/>
                  </a:lnTo>
                  <a:lnTo>
                    <a:pt x="1610868" y="694943"/>
                  </a:lnTo>
                  <a:lnTo>
                    <a:pt x="1613154" y="694943"/>
                  </a:lnTo>
                  <a:close/>
                </a:path>
                <a:path w="2029460" h="699135">
                  <a:moveTo>
                    <a:pt x="1610106" y="694943"/>
                  </a:moveTo>
                  <a:lnTo>
                    <a:pt x="1610106" y="694181"/>
                  </a:lnTo>
                  <a:lnTo>
                    <a:pt x="1607820" y="694181"/>
                  </a:lnTo>
                  <a:lnTo>
                    <a:pt x="1607820" y="694943"/>
                  </a:lnTo>
                  <a:lnTo>
                    <a:pt x="1610106" y="694943"/>
                  </a:lnTo>
                  <a:close/>
                </a:path>
                <a:path w="2029460" h="699135">
                  <a:moveTo>
                    <a:pt x="1607058" y="694943"/>
                  </a:moveTo>
                  <a:lnTo>
                    <a:pt x="1607058" y="694181"/>
                  </a:lnTo>
                  <a:lnTo>
                    <a:pt x="1604772" y="694181"/>
                  </a:lnTo>
                  <a:lnTo>
                    <a:pt x="1604772" y="694943"/>
                  </a:lnTo>
                  <a:lnTo>
                    <a:pt x="1607058" y="694943"/>
                  </a:lnTo>
                  <a:close/>
                </a:path>
                <a:path w="2029460" h="699135">
                  <a:moveTo>
                    <a:pt x="1604010" y="694943"/>
                  </a:moveTo>
                  <a:lnTo>
                    <a:pt x="1604010" y="694181"/>
                  </a:lnTo>
                  <a:lnTo>
                    <a:pt x="1601724" y="694181"/>
                  </a:lnTo>
                  <a:lnTo>
                    <a:pt x="1601724" y="694943"/>
                  </a:lnTo>
                  <a:lnTo>
                    <a:pt x="1604010" y="694943"/>
                  </a:lnTo>
                  <a:close/>
                </a:path>
                <a:path w="2029460" h="699135">
                  <a:moveTo>
                    <a:pt x="1600962" y="694943"/>
                  </a:moveTo>
                  <a:lnTo>
                    <a:pt x="1600962" y="694181"/>
                  </a:lnTo>
                  <a:lnTo>
                    <a:pt x="1598676" y="694181"/>
                  </a:lnTo>
                  <a:lnTo>
                    <a:pt x="1598676" y="694943"/>
                  </a:lnTo>
                  <a:lnTo>
                    <a:pt x="1600962" y="694943"/>
                  </a:lnTo>
                  <a:close/>
                </a:path>
                <a:path w="2029460" h="699135">
                  <a:moveTo>
                    <a:pt x="1597914" y="694943"/>
                  </a:moveTo>
                  <a:lnTo>
                    <a:pt x="1597914" y="694181"/>
                  </a:lnTo>
                  <a:lnTo>
                    <a:pt x="1595628" y="694181"/>
                  </a:lnTo>
                  <a:lnTo>
                    <a:pt x="1595628" y="694943"/>
                  </a:lnTo>
                  <a:lnTo>
                    <a:pt x="1597914" y="694943"/>
                  </a:lnTo>
                  <a:close/>
                </a:path>
                <a:path w="2029460" h="699135">
                  <a:moveTo>
                    <a:pt x="1594866" y="694943"/>
                  </a:moveTo>
                  <a:lnTo>
                    <a:pt x="1594866" y="694181"/>
                  </a:lnTo>
                  <a:lnTo>
                    <a:pt x="1592580" y="694181"/>
                  </a:lnTo>
                  <a:lnTo>
                    <a:pt x="1592580" y="694943"/>
                  </a:lnTo>
                  <a:lnTo>
                    <a:pt x="1594866" y="694943"/>
                  </a:lnTo>
                  <a:close/>
                </a:path>
                <a:path w="2029460" h="699135">
                  <a:moveTo>
                    <a:pt x="1591818" y="694943"/>
                  </a:moveTo>
                  <a:lnTo>
                    <a:pt x="1591818" y="694181"/>
                  </a:lnTo>
                  <a:lnTo>
                    <a:pt x="1589532" y="694181"/>
                  </a:lnTo>
                  <a:lnTo>
                    <a:pt x="1589532" y="694943"/>
                  </a:lnTo>
                  <a:lnTo>
                    <a:pt x="1591818" y="694943"/>
                  </a:lnTo>
                  <a:close/>
                </a:path>
                <a:path w="2029460" h="699135">
                  <a:moveTo>
                    <a:pt x="1588770" y="694943"/>
                  </a:moveTo>
                  <a:lnTo>
                    <a:pt x="1588770" y="694181"/>
                  </a:lnTo>
                  <a:lnTo>
                    <a:pt x="1586484" y="694181"/>
                  </a:lnTo>
                  <a:lnTo>
                    <a:pt x="1586484" y="694943"/>
                  </a:lnTo>
                  <a:lnTo>
                    <a:pt x="1588770" y="694943"/>
                  </a:lnTo>
                  <a:close/>
                </a:path>
                <a:path w="2029460" h="699135">
                  <a:moveTo>
                    <a:pt x="1585722" y="694943"/>
                  </a:moveTo>
                  <a:lnTo>
                    <a:pt x="1585722" y="694181"/>
                  </a:lnTo>
                  <a:lnTo>
                    <a:pt x="1583436" y="694181"/>
                  </a:lnTo>
                  <a:lnTo>
                    <a:pt x="1583436" y="694943"/>
                  </a:lnTo>
                  <a:lnTo>
                    <a:pt x="1585722" y="694943"/>
                  </a:lnTo>
                  <a:close/>
                </a:path>
                <a:path w="2029460" h="699135">
                  <a:moveTo>
                    <a:pt x="1582674" y="694943"/>
                  </a:moveTo>
                  <a:lnTo>
                    <a:pt x="1582674" y="694181"/>
                  </a:lnTo>
                  <a:lnTo>
                    <a:pt x="1580388" y="694181"/>
                  </a:lnTo>
                  <a:lnTo>
                    <a:pt x="1580388" y="694943"/>
                  </a:lnTo>
                  <a:lnTo>
                    <a:pt x="1582674" y="694943"/>
                  </a:lnTo>
                  <a:close/>
                </a:path>
                <a:path w="2029460" h="699135">
                  <a:moveTo>
                    <a:pt x="1579626" y="694943"/>
                  </a:moveTo>
                  <a:lnTo>
                    <a:pt x="1579626" y="694181"/>
                  </a:lnTo>
                  <a:lnTo>
                    <a:pt x="1577340" y="694181"/>
                  </a:lnTo>
                  <a:lnTo>
                    <a:pt x="1577340" y="694943"/>
                  </a:lnTo>
                  <a:lnTo>
                    <a:pt x="1579626" y="694943"/>
                  </a:lnTo>
                  <a:close/>
                </a:path>
                <a:path w="2029460" h="699135">
                  <a:moveTo>
                    <a:pt x="1576578" y="694943"/>
                  </a:moveTo>
                  <a:lnTo>
                    <a:pt x="1576578" y="694181"/>
                  </a:lnTo>
                  <a:lnTo>
                    <a:pt x="1574292" y="694181"/>
                  </a:lnTo>
                  <a:lnTo>
                    <a:pt x="1574292" y="694943"/>
                  </a:lnTo>
                  <a:lnTo>
                    <a:pt x="1576578" y="694943"/>
                  </a:lnTo>
                  <a:close/>
                </a:path>
                <a:path w="2029460" h="699135">
                  <a:moveTo>
                    <a:pt x="1573530" y="694943"/>
                  </a:moveTo>
                  <a:lnTo>
                    <a:pt x="1573530" y="694181"/>
                  </a:lnTo>
                  <a:lnTo>
                    <a:pt x="1571244" y="694181"/>
                  </a:lnTo>
                  <a:lnTo>
                    <a:pt x="1571244" y="694943"/>
                  </a:lnTo>
                  <a:lnTo>
                    <a:pt x="1573530" y="694943"/>
                  </a:lnTo>
                  <a:close/>
                </a:path>
                <a:path w="2029460" h="699135">
                  <a:moveTo>
                    <a:pt x="1570482" y="694943"/>
                  </a:moveTo>
                  <a:lnTo>
                    <a:pt x="1570482" y="694181"/>
                  </a:lnTo>
                  <a:lnTo>
                    <a:pt x="1568196" y="694181"/>
                  </a:lnTo>
                  <a:lnTo>
                    <a:pt x="1568196" y="694943"/>
                  </a:lnTo>
                  <a:lnTo>
                    <a:pt x="1570482" y="694943"/>
                  </a:lnTo>
                  <a:close/>
                </a:path>
                <a:path w="2029460" h="699135">
                  <a:moveTo>
                    <a:pt x="1567434" y="694943"/>
                  </a:moveTo>
                  <a:lnTo>
                    <a:pt x="1567434" y="694181"/>
                  </a:lnTo>
                  <a:lnTo>
                    <a:pt x="1565148" y="694181"/>
                  </a:lnTo>
                  <a:lnTo>
                    <a:pt x="1565148" y="694943"/>
                  </a:lnTo>
                  <a:lnTo>
                    <a:pt x="1567434" y="694943"/>
                  </a:lnTo>
                  <a:close/>
                </a:path>
                <a:path w="2029460" h="699135">
                  <a:moveTo>
                    <a:pt x="1564386" y="694943"/>
                  </a:moveTo>
                  <a:lnTo>
                    <a:pt x="1564386" y="694181"/>
                  </a:lnTo>
                  <a:lnTo>
                    <a:pt x="1562100" y="694181"/>
                  </a:lnTo>
                  <a:lnTo>
                    <a:pt x="1562100" y="694943"/>
                  </a:lnTo>
                  <a:lnTo>
                    <a:pt x="1564386" y="694943"/>
                  </a:lnTo>
                  <a:close/>
                </a:path>
                <a:path w="2029460" h="699135">
                  <a:moveTo>
                    <a:pt x="1561338" y="694943"/>
                  </a:moveTo>
                  <a:lnTo>
                    <a:pt x="1561338" y="694181"/>
                  </a:lnTo>
                  <a:lnTo>
                    <a:pt x="1559052" y="694181"/>
                  </a:lnTo>
                  <a:lnTo>
                    <a:pt x="1559052" y="694943"/>
                  </a:lnTo>
                  <a:lnTo>
                    <a:pt x="1561338" y="694943"/>
                  </a:lnTo>
                  <a:close/>
                </a:path>
                <a:path w="2029460" h="699135">
                  <a:moveTo>
                    <a:pt x="1558290" y="694943"/>
                  </a:moveTo>
                  <a:lnTo>
                    <a:pt x="1558290" y="694181"/>
                  </a:lnTo>
                  <a:lnTo>
                    <a:pt x="1556004" y="694181"/>
                  </a:lnTo>
                  <a:lnTo>
                    <a:pt x="1556004" y="694943"/>
                  </a:lnTo>
                  <a:lnTo>
                    <a:pt x="1558290" y="694943"/>
                  </a:lnTo>
                  <a:close/>
                </a:path>
                <a:path w="2029460" h="699135">
                  <a:moveTo>
                    <a:pt x="1555242" y="694943"/>
                  </a:moveTo>
                  <a:lnTo>
                    <a:pt x="1555242" y="694181"/>
                  </a:lnTo>
                  <a:lnTo>
                    <a:pt x="1552956" y="694181"/>
                  </a:lnTo>
                  <a:lnTo>
                    <a:pt x="1552956" y="694943"/>
                  </a:lnTo>
                  <a:lnTo>
                    <a:pt x="1555242" y="694943"/>
                  </a:lnTo>
                  <a:close/>
                </a:path>
                <a:path w="2029460" h="699135">
                  <a:moveTo>
                    <a:pt x="1552194" y="694943"/>
                  </a:moveTo>
                  <a:lnTo>
                    <a:pt x="1552194" y="694181"/>
                  </a:lnTo>
                  <a:lnTo>
                    <a:pt x="1549908" y="694181"/>
                  </a:lnTo>
                  <a:lnTo>
                    <a:pt x="1549908" y="694943"/>
                  </a:lnTo>
                  <a:lnTo>
                    <a:pt x="1552194" y="694943"/>
                  </a:lnTo>
                  <a:close/>
                </a:path>
                <a:path w="2029460" h="699135">
                  <a:moveTo>
                    <a:pt x="1549146" y="694943"/>
                  </a:moveTo>
                  <a:lnTo>
                    <a:pt x="1549146" y="694181"/>
                  </a:lnTo>
                  <a:lnTo>
                    <a:pt x="1546860" y="694181"/>
                  </a:lnTo>
                  <a:lnTo>
                    <a:pt x="1546860" y="694943"/>
                  </a:lnTo>
                  <a:lnTo>
                    <a:pt x="1549146" y="694943"/>
                  </a:lnTo>
                  <a:close/>
                </a:path>
                <a:path w="2029460" h="699135">
                  <a:moveTo>
                    <a:pt x="1546098" y="694181"/>
                  </a:moveTo>
                  <a:lnTo>
                    <a:pt x="1543050" y="694181"/>
                  </a:lnTo>
                  <a:lnTo>
                    <a:pt x="1543050" y="694943"/>
                  </a:lnTo>
                  <a:lnTo>
                    <a:pt x="1545336" y="694943"/>
                  </a:lnTo>
                  <a:lnTo>
                    <a:pt x="1546098" y="694181"/>
                  </a:lnTo>
                  <a:close/>
                </a:path>
                <a:path w="2029460" h="699135">
                  <a:moveTo>
                    <a:pt x="1542288" y="694943"/>
                  </a:moveTo>
                  <a:lnTo>
                    <a:pt x="1542288" y="694181"/>
                  </a:lnTo>
                  <a:lnTo>
                    <a:pt x="1540002" y="694181"/>
                  </a:lnTo>
                  <a:lnTo>
                    <a:pt x="1540002" y="694943"/>
                  </a:lnTo>
                  <a:lnTo>
                    <a:pt x="1542288" y="694943"/>
                  </a:lnTo>
                  <a:close/>
                </a:path>
                <a:path w="2029460" h="699135">
                  <a:moveTo>
                    <a:pt x="1539240" y="694943"/>
                  </a:moveTo>
                  <a:lnTo>
                    <a:pt x="1539240" y="694181"/>
                  </a:lnTo>
                  <a:lnTo>
                    <a:pt x="1536954" y="694181"/>
                  </a:lnTo>
                  <a:lnTo>
                    <a:pt x="1536954" y="694943"/>
                  </a:lnTo>
                  <a:lnTo>
                    <a:pt x="1539240" y="694943"/>
                  </a:lnTo>
                  <a:close/>
                </a:path>
                <a:path w="2029460" h="699135">
                  <a:moveTo>
                    <a:pt x="1536192" y="694943"/>
                  </a:moveTo>
                  <a:lnTo>
                    <a:pt x="1536192" y="694181"/>
                  </a:lnTo>
                  <a:lnTo>
                    <a:pt x="1533906" y="694181"/>
                  </a:lnTo>
                  <a:lnTo>
                    <a:pt x="1533906" y="694943"/>
                  </a:lnTo>
                  <a:lnTo>
                    <a:pt x="1536192" y="694943"/>
                  </a:lnTo>
                  <a:close/>
                </a:path>
                <a:path w="2029460" h="699135">
                  <a:moveTo>
                    <a:pt x="1533144" y="694943"/>
                  </a:moveTo>
                  <a:lnTo>
                    <a:pt x="1533144" y="694181"/>
                  </a:lnTo>
                  <a:lnTo>
                    <a:pt x="1530858" y="694181"/>
                  </a:lnTo>
                  <a:lnTo>
                    <a:pt x="1530858" y="694943"/>
                  </a:lnTo>
                  <a:lnTo>
                    <a:pt x="1533144" y="694943"/>
                  </a:lnTo>
                  <a:close/>
                </a:path>
                <a:path w="2029460" h="699135">
                  <a:moveTo>
                    <a:pt x="1530096" y="694943"/>
                  </a:moveTo>
                  <a:lnTo>
                    <a:pt x="1530096" y="694181"/>
                  </a:lnTo>
                  <a:lnTo>
                    <a:pt x="1527810" y="694181"/>
                  </a:lnTo>
                  <a:lnTo>
                    <a:pt x="1527810" y="694943"/>
                  </a:lnTo>
                  <a:lnTo>
                    <a:pt x="1530096" y="694943"/>
                  </a:lnTo>
                  <a:close/>
                </a:path>
                <a:path w="2029460" h="699135">
                  <a:moveTo>
                    <a:pt x="1527048" y="694943"/>
                  </a:moveTo>
                  <a:lnTo>
                    <a:pt x="1527048" y="694181"/>
                  </a:lnTo>
                  <a:lnTo>
                    <a:pt x="1524762" y="694181"/>
                  </a:lnTo>
                  <a:lnTo>
                    <a:pt x="1524762" y="694943"/>
                  </a:lnTo>
                  <a:lnTo>
                    <a:pt x="1527048" y="694943"/>
                  </a:lnTo>
                  <a:close/>
                </a:path>
                <a:path w="2029460" h="699135">
                  <a:moveTo>
                    <a:pt x="1524000" y="694943"/>
                  </a:moveTo>
                  <a:lnTo>
                    <a:pt x="1524000" y="694181"/>
                  </a:lnTo>
                  <a:lnTo>
                    <a:pt x="1521714" y="694181"/>
                  </a:lnTo>
                  <a:lnTo>
                    <a:pt x="1521714" y="694943"/>
                  </a:lnTo>
                  <a:lnTo>
                    <a:pt x="1524000" y="694943"/>
                  </a:lnTo>
                  <a:close/>
                </a:path>
                <a:path w="2029460" h="699135">
                  <a:moveTo>
                    <a:pt x="1520952" y="694943"/>
                  </a:moveTo>
                  <a:lnTo>
                    <a:pt x="1520952" y="694181"/>
                  </a:lnTo>
                  <a:lnTo>
                    <a:pt x="1518666" y="694181"/>
                  </a:lnTo>
                  <a:lnTo>
                    <a:pt x="1518666" y="694943"/>
                  </a:lnTo>
                  <a:lnTo>
                    <a:pt x="1520952" y="694943"/>
                  </a:lnTo>
                  <a:close/>
                </a:path>
                <a:path w="2029460" h="699135">
                  <a:moveTo>
                    <a:pt x="1517904" y="694943"/>
                  </a:moveTo>
                  <a:lnTo>
                    <a:pt x="1517904" y="694181"/>
                  </a:lnTo>
                  <a:lnTo>
                    <a:pt x="1515618" y="694181"/>
                  </a:lnTo>
                  <a:lnTo>
                    <a:pt x="1515618" y="694943"/>
                  </a:lnTo>
                  <a:lnTo>
                    <a:pt x="1517904" y="694943"/>
                  </a:lnTo>
                  <a:close/>
                </a:path>
                <a:path w="2029460" h="699135">
                  <a:moveTo>
                    <a:pt x="1514856" y="694943"/>
                  </a:moveTo>
                  <a:lnTo>
                    <a:pt x="1514856" y="694181"/>
                  </a:lnTo>
                  <a:lnTo>
                    <a:pt x="1512570" y="694181"/>
                  </a:lnTo>
                  <a:lnTo>
                    <a:pt x="1512570" y="694943"/>
                  </a:lnTo>
                  <a:lnTo>
                    <a:pt x="1514856" y="694943"/>
                  </a:lnTo>
                  <a:close/>
                </a:path>
                <a:path w="2029460" h="699135">
                  <a:moveTo>
                    <a:pt x="1511808" y="694943"/>
                  </a:moveTo>
                  <a:lnTo>
                    <a:pt x="1511808" y="694181"/>
                  </a:lnTo>
                  <a:lnTo>
                    <a:pt x="1509522" y="694181"/>
                  </a:lnTo>
                  <a:lnTo>
                    <a:pt x="1509522" y="694943"/>
                  </a:lnTo>
                  <a:lnTo>
                    <a:pt x="1511808" y="694943"/>
                  </a:lnTo>
                  <a:close/>
                </a:path>
                <a:path w="2029460" h="699135">
                  <a:moveTo>
                    <a:pt x="1508760" y="694943"/>
                  </a:moveTo>
                  <a:lnTo>
                    <a:pt x="1508760" y="694181"/>
                  </a:lnTo>
                  <a:lnTo>
                    <a:pt x="1506474" y="694181"/>
                  </a:lnTo>
                  <a:lnTo>
                    <a:pt x="1506474" y="694943"/>
                  </a:lnTo>
                  <a:lnTo>
                    <a:pt x="1508760" y="694943"/>
                  </a:lnTo>
                  <a:close/>
                </a:path>
                <a:path w="2029460" h="699135">
                  <a:moveTo>
                    <a:pt x="1505712" y="694943"/>
                  </a:moveTo>
                  <a:lnTo>
                    <a:pt x="1505712" y="694181"/>
                  </a:lnTo>
                  <a:lnTo>
                    <a:pt x="1503426" y="694181"/>
                  </a:lnTo>
                  <a:lnTo>
                    <a:pt x="1503426" y="694943"/>
                  </a:lnTo>
                  <a:lnTo>
                    <a:pt x="1505712" y="694943"/>
                  </a:lnTo>
                  <a:close/>
                </a:path>
                <a:path w="2029460" h="699135">
                  <a:moveTo>
                    <a:pt x="1502664" y="694943"/>
                  </a:moveTo>
                  <a:lnTo>
                    <a:pt x="1502664" y="694181"/>
                  </a:lnTo>
                  <a:lnTo>
                    <a:pt x="1500378" y="694181"/>
                  </a:lnTo>
                  <a:lnTo>
                    <a:pt x="1500378" y="694943"/>
                  </a:lnTo>
                  <a:lnTo>
                    <a:pt x="1502664" y="694943"/>
                  </a:lnTo>
                  <a:close/>
                </a:path>
                <a:path w="2029460" h="699135">
                  <a:moveTo>
                    <a:pt x="1499616" y="694943"/>
                  </a:moveTo>
                  <a:lnTo>
                    <a:pt x="1499616" y="694181"/>
                  </a:lnTo>
                  <a:lnTo>
                    <a:pt x="1497330" y="694181"/>
                  </a:lnTo>
                  <a:lnTo>
                    <a:pt x="1497330" y="694943"/>
                  </a:lnTo>
                  <a:lnTo>
                    <a:pt x="1499616" y="694943"/>
                  </a:lnTo>
                  <a:close/>
                </a:path>
                <a:path w="2029460" h="699135">
                  <a:moveTo>
                    <a:pt x="1496568" y="694943"/>
                  </a:moveTo>
                  <a:lnTo>
                    <a:pt x="1496568" y="694181"/>
                  </a:lnTo>
                  <a:lnTo>
                    <a:pt x="1494282" y="694181"/>
                  </a:lnTo>
                  <a:lnTo>
                    <a:pt x="1494282" y="694943"/>
                  </a:lnTo>
                  <a:lnTo>
                    <a:pt x="1496568" y="694943"/>
                  </a:lnTo>
                  <a:close/>
                </a:path>
                <a:path w="2029460" h="699135">
                  <a:moveTo>
                    <a:pt x="1493520" y="694943"/>
                  </a:moveTo>
                  <a:lnTo>
                    <a:pt x="1493520" y="694181"/>
                  </a:lnTo>
                  <a:lnTo>
                    <a:pt x="1491234" y="694181"/>
                  </a:lnTo>
                  <a:lnTo>
                    <a:pt x="1491234" y="694943"/>
                  </a:lnTo>
                  <a:lnTo>
                    <a:pt x="1493520" y="694943"/>
                  </a:lnTo>
                  <a:close/>
                </a:path>
                <a:path w="2029460" h="699135">
                  <a:moveTo>
                    <a:pt x="1490472" y="694943"/>
                  </a:moveTo>
                  <a:lnTo>
                    <a:pt x="1490472" y="694181"/>
                  </a:lnTo>
                  <a:lnTo>
                    <a:pt x="1488186" y="694181"/>
                  </a:lnTo>
                  <a:lnTo>
                    <a:pt x="1488186" y="694943"/>
                  </a:lnTo>
                  <a:lnTo>
                    <a:pt x="1490472" y="694943"/>
                  </a:lnTo>
                  <a:close/>
                </a:path>
                <a:path w="2029460" h="699135">
                  <a:moveTo>
                    <a:pt x="1487424" y="694943"/>
                  </a:moveTo>
                  <a:lnTo>
                    <a:pt x="1487424" y="694181"/>
                  </a:lnTo>
                  <a:lnTo>
                    <a:pt x="1485138" y="694181"/>
                  </a:lnTo>
                  <a:lnTo>
                    <a:pt x="1485138" y="694943"/>
                  </a:lnTo>
                  <a:lnTo>
                    <a:pt x="1487424" y="694943"/>
                  </a:lnTo>
                  <a:close/>
                </a:path>
                <a:path w="2029460" h="699135">
                  <a:moveTo>
                    <a:pt x="1484376" y="694943"/>
                  </a:moveTo>
                  <a:lnTo>
                    <a:pt x="1484376" y="694181"/>
                  </a:lnTo>
                  <a:lnTo>
                    <a:pt x="1482090" y="694181"/>
                  </a:lnTo>
                  <a:lnTo>
                    <a:pt x="1482090" y="694943"/>
                  </a:lnTo>
                  <a:lnTo>
                    <a:pt x="1484376" y="694943"/>
                  </a:lnTo>
                  <a:close/>
                </a:path>
                <a:path w="2029460" h="699135">
                  <a:moveTo>
                    <a:pt x="1481328" y="694943"/>
                  </a:moveTo>
                  <a:lnTo>
                    <a:pt x="1481328" y="694181"/>
                  </a:lnTo>
                  <a:lnTo>
                    <a:pt x="1479042" y="694181"/>
                  </a:lnTo>
                  <a:lnTo>
                    <a:pt x="1479042" y="694943"/>
                  </a:lnTo>
                  <a:lnTo>
                    <a:pt x="1481328" y="694943"/>
                  </a:lnTo>
                  <a:close/>
                </a:path>
                <a:path w="2029460" h="699135">
                  <a:moveTo>
                    <a:pt x="1478280" y="694943"/>
                  </a:moveTo>
                  <a:lnTo>
                    <a:pt x="1478280" y="694181"/>
                  </a:lnTo>
                  <a:lnTo>
                    <a:pt x="1475994" y="694181"/>
                  </a:lnTo>
                  <a:lnTo>
                    <a:pt x="1475994" y="694943"/>
                  </a:lnTo>
                  <a:lnTo>
                    <a:pt x="1478280" y="694943"/>
                  </a:lnTo>
                  <a:close/>
                </a:path>
                <a:path w="2029460" h="699135">
                  <a:moveTo>
                    <a:pt x="1475232" y="694943"/>
                  </a:moveTo>
                  <a:lnTo>
                    <a:pt x="1475232" y="694181"/>
                  </a:lnTo>
                  <a:lnTo>
                    <a:pt x="1472946" y="694181"/>
                  </a:lnTo>
                  <a:lnTo>
                    <a:pt x="1472946" y="694943"/>
                  </a:lnTo>
                  <a:lnTo>
                    <a:pt x="1475232" y="694943"/>
                  </a:lnTo>
                  <a:close/>
                </a:path>
                <a:path w="2029460" h="699135">
                  <a:moveTo>
                    <a:pt x="1472184" y="694943"/>
                  </a:moveTo>
                  <a:lnTo>
                    <a:pt x="1472184" y="694181"/>
                  </a:lnTo>
                  <a:lnTo>
                    <a:pt x="1469898" y="694181"/>
                  </a:lnTo>
                  <a:lnTo>
                    <a:pt x="1469898" y="694943"/>
                  </a:lnTo>
                  <a:lnTo>
                    <a:pt x="1472184" y="694943"/>
                  </a:lnTo>
                  <a:close/>
                </a:path>
                <a:path w="2029460" h="699135">
                  <a:moveTo>
                    <a:pt x="1469136" y="694943"/>
                  </a:moveTo>
                  <a:lnTo>
                    <a:pt x="1469136" y="694181"/>
                  </a:lnTo>
                  <a:lnTo>
                    <a:pt x="1466850" y="694181"/>
                  </a:lnTo>
                  <a:lnTo>
                    <a:pt x="1466850" y="694943"/>
                  </a:lnTo>
                  <a:lnTo>
                    <a:pt x="1469136" y="694943"/>
                  </a:lnTo>
                  <a:close/>
                </a:path>
                <a:path w="2029460" h="699135">
                  <a:moveTo>
                    <a:pt x="1466088" y="694943"/>
                  </a:moveTo>
                  <a:lnTo>
                    <a:pt x="1466088" y="694181"/>
                  </a:lnTo>
                  <a:lnTo>
                    <a:pt x="1463802" y="694181"/>
                  </a:lnTo>
                  <a:lnTo>
                    <a:pt x="1463802" y="694943"/>
                  </a:lnTo>
                  <a:lnTo>
                    <a:pt x="1466088" y="694943"/>
                  </a:lnTo>
                  <a:close/>
                </a:path>
                <a:path w="2029460" h="699135">
                  <a:moveTo>
                    <a:pt x="1463040" y="694943"/>
                  </a:moveTo>
                  <a:lnTo>
                    <a:pt x="1463040" y="694181"/>
                  </a:lnTo>
                  <a:lnTo>
                    <a:pt x="1460754" y="694181"/>
                  </a:lnTo>
                  <a:lnTo>
                    <a:pt x="1460754" y="694943"/>
                  </a:lnTo>
                  <a:lnTo>
                    <a:pt x="1463040" y="694943"/>
                  </a:lnTo>
                  <a:close/>
                </a:path>
                <a:path w="2029460" h="699135">
                  <a:moveTo>
                    <a:pt x="1459992" y="694943"/>
                  </a:moveTo>
                  <a:lnTo>
                    <a:pt x="1459992" y="694181"/>
                  </a:lnTo>
                  <a:lnTo>
                    <a:pt x="1457706" y="694181"/>
                  </a:lnTo>
                  <a:lnTo>
                    <a:pt x="1457706" y="694943"/>
                  </a:lnTo>
                  <a:lnTo>
                    <a:pt x="1459992" y="694943"/>
                  </a:lnTo>
                  <a:close/>
                </a:path>
                <a:path w="2029460" h="699135">
                  <a:moveTo>
                    <a:pt x="1456944" y="694943"/>
                  </a:moveTo>
                  <a:lnTo>
                    <a:pt x="1456944" y="694181"/>
                  </a:lnTo>
                  <a:lnTo>
                    <a:pt x="1454658" y="694181"/>
                  </a:lnTo>
                  <a:lnTo>
                    <a:pt x="1454658" y="694943"/>
                  </a:lnTo>
                  <a:lnTo>
                    <a:pt x="1456944" y="694943"/>
                  </a:lnTo>
                  <a:close/>
                </a:path>
                <a:path w="2029460" h="699135">
                  <a:moveTo>
                    <a:pt x="1453896" y="694943"/>
                  </a:moveTo>
                  <a:lnTo>
                    <a:pt x="1453896" y="694181"/>
                  </a:lnTo>
                  <a:lnTo>
                    <a:pt x="1451610" y="694181"/>
                  </a:lnTo>
                  <a:lnTo>
                    <a:pt x="1451610" y="694943"/>
                  </a:lnTo>
                  <a:lnTo>
                    <a:pt x="1453896" y="694943"/>
                  </a:lnTo>
                  <a:close/>
                </a:path>
                <a:path w="2029460" h="699135">
                  <a:moveTo>
                    <a:pt x="1450848" y="694943"/>
                  </a:moveTo>
                  <a:lnTo>
                    <a:pt x="1450848" y="694181"/>
                  </a:lnTo>
                  <a:lnTo>
                    <a:pt x="1448562" y="694181"/>
                  </a:lnTo>
                  <a:lnTo>
                    <a:pt x="1448562" y="694943"/>
                  </a:lnTo>
                  <a:lnTo>
                    <a:pt x="1450848" y="694943"/>
                  </a:lnTo>
                  <a:close/>
                </a:path>
                <a:path w="2029460" h="699135">
                  <a:moveTo>
                    <a:pt x="1447800" y="694943"/>
                  </a:moveTo>
                  <a:lnTo>
                    <a:pt x="1447800" y="694181"/>
                  </a:lnTo>
                  <a:lnTo>
                    <a:pt x="1445514" y="694181"/>
                  </a:lnTo>
                  <a:lnTo>
                    <a:pt x="1445514" y="694943"/>
                  </a:lnTo>
                  <a:lnTo>
                    <a:pt x="1447800" y="694943"/>
                  </a:lnTo>
                  <a:close/>
                </a:path>
                <a:path w="2029460" h="699135">
                  <a:moveTo>
                    <a:pt x="1444752" y="694943"/>
                  </a:moveTo>
                  <a:lnTo>
                    <a:pt x="1444752" y="694181"/>
                  </a:lnTo>
                  <a:lnTo>
                    <a:pt x="1442466" y="694181"/>
                  </a:lnTo>
                  <a:lnTo>
                    <a:pt x="1442466" y="694943"/>
                  </a:lnTo>
                  <a:lnTo>
                    <a:pt x="1444752" y="694943"/>
                  </a:lnTo>
                  <a:close/>
                </a:path>
                <a:path w="2029460" h="699135">
                  <a:moveTo>
                    <a:pt x="1441704" y="694943"/>
                  </a:moveTo>
                  <a:lnTo>
                    <a:pt x="1441704" y="694181"/>
                  </a:lnTo>
                  <a:lnTo>
                    <a:pt x="1439418" y="694181"/>
                  </a:lnTo>
                  <a:lnTo>
                    <a:pt x="1439418" y="694943"/>
                  </a:lnTo>
                  <a:lnTo>
                    <a:pt x="1441704" y="694943"/>
                  </a:lnTo>
                  <a:close/>
                </a:path>
                <a:path w="2029460" h="699135">
                  <a:moveTo>
                    <a:pt x="1438656" y="694943"/>
                  </a:moveTo>
                  <a:lnTo>
                    <a:pt x="1438656" y="694181"/>
                  </a:lnTo>
                  <a:lnTo>
                    <a:pt x="1436370" y="694181"/>
                  </a:lnTo>
                  <a:lnTo>
                    <a:pt x="1436370" y="694943"/>
                  </a:lnTo>
                  <a:lnTo>
                    <a:pt x="1438656" y="694943"/>
                  </a:lnTo>
                  <a:close/>
                </a:path>
                <a:path w="2029460" h="699135">
                  <a:moveTo>
                    <a:pt x="1435608" y="694943"/>
                  </a:moveTo>
                  <a:lnTo>
                    <a:pt x="1435608" y="694181"/>
                  </a:lnTo>
                  <a:lnTo>
                    <a:pt x="1433322" y="694181"/>
                  </a:lnTo>
                  <a:lnTo>
                    <a:pt x="1433322" y="694943"/>
                  </a:lnTo>
                  <a:lnTo>
                    <a:pt x="1435608" y="694943"/>
                  </a:lnTo>
                  <a:close/>
                </a:path>
                <a:path w="2029460" h="699135">
                  <a:moveTo>
                    <a:pt x="1432560" y="694943"/>
                  </a:moveTo>
                  <a:lnTo>
                    <a:pt x="1432560" y="694181"/>
                  </a:lnTo>
                  <a:lnTo>
                    <a:pt x="1430274" y="694181"/>
                  </a:lnTo>
                  <a:lnTo>
                    <a:pt x="1430274" y="694943"/>
                  </a:lnTo>
                  <a:lnTo>
                    <a:pt x="1432560" y="694943"/>
                  </a:lnTo>
                  <a:close/>
                </a:path>
                <a:path w="2029460" h="699135">
                  <a:moveTo>
                    <a:pt x="1429512" y="694943"/>
                  </a:moveTo>
                  <a:lnTo>
                    <a:pt x="1429512" y="694181"/>
                  </a:lnTo>
                  <a:lnTo>
                    <a:pt x="1427226" y="694181"/>
                  </a:lnTo>
                  <a:lnTo>
                    <a:pt x="1427226" y="694943"/>
                  </a:lnTo>
                  <a:lnTo>
                    <a:pt x="1429512" y="694943"/>
                  </a:lnTo>
                  <a:close/>
                </a:path>
                <a:path w="2029460" h="699135">
                  <a:moveTo>
                    <a:pt x="1426464" y="694943"/>
                  </a:moveTo>
                  <a:lnTo>
                    <a:pt x="1426464" y="694181"/>
                  </a:lnTo>
                  <a:lnTo>
                    <a:pt x="1424178" y="694181"/>
                  </a:lnTo>
                  <a:lnTo>
                    <a:pt x="1424178" y="694943"/>
                  </a:lnTo>
                  <a:lnTo>
                    <a:pt x="1426464" y="694943"/>
                  </a:lnTo>
                  <a:close/>
                </a:path>
                <a:path w="2029460" h="699135">
                  <a:moveTo>
                    <a:pt x="1423416" y="694943"/>
                  </a:moveTo>
                  <a:lnTo>
                    <a:pt x="1423416" y="694181"/>
                  </a:lnTo>
                  <a:lnTo>
                    <a:pt x="1421130" y="694181"/>
                  </a:lnTo>
                  <a:lnTo>
                    <a:pt x="1421130" y="694943"/>
                  </a:lnTo>
                  <a:lnTo>
                    <a:pt x="1423416" y="694943"/>
                  </a:lnTo>
                  <a:close/>
                </a:path>
                <a:path w="2029460" h="699135">
                  <a:moveTo>
                    <a:pt x="1420368" y="694943"/>
                  </a:moveTo>
                  <a:lnTo>
                    <a:pt x="1420368" y="694181"/>
                  </a:lnTo>
                  <a:lnTo>
                    <a:pt x="1418082" y="694181"/>
                  </a:lnTo>
                  <a:lnTo>
                    <a:pt x="1418082" y="694943"/>
                  </a:lnTo>
                  <a:lnTo>
                    <a:pt x="1420368" y="694943"/>
                  </a:lnTo>
                  <a:close/>
                </a:path>
                <a:path w="2029460" h="699135">
                  <a:moveTo>
                    <a:pt x="1417320" y="694943"/>
                  </a:moveTo>
                  <a:lnTo>
                    <a:pt x="1417320" y="694181"/>
                  </a:lnTo>
                  <a:lnTo>
                    <a:pt x="1415034" y="694181"/>
                  </a:lnTo>
                  <a:lnTo>
                    <a:pt x="1415034" y="694943"/>
                  </a:lnTo>
                  <a:lnTo>
                    <a:pt x="1417320" y="694943"/>
                  </a:lnTo>
                  <a:close/>
                </a:path>
                <a:path w="2029460" h="699135">
                  <a:moveTo>
                    <a:pt x="1414272" y="694943"/>
                  </a:moveTo>
                  <a:lnTo>
                    <a:pt x="1414272" y="694181"/>
                  </a:lnTo>
                  <a:lnTo>
                    <a:pt x="1411986" y="694181"/>
                  </a:lnTo>
                  <a:lnTo>
                    <a:pt x="1411986" y="694943"/>
                  </a:lnTo>
                  <a:lnTo>
                    <a:pt x="1414272" y="694943"/>
                  </a:lnTo>
                  <a:close/>
                </a:path>
                <a:path w="2029460" h="699135">
                  <a:moveTo>
                    <a:pt x="1411224" y="694943"/>
                  </a:moveTo>
                  <a:lnTo>
                    <a:pt x="1411224" y="694181"/>
                  </a:lnTo>
                  <a:lnTo>
                    <a:pt x="1408938" y="694181"/>
                  </a:lnTo>
                  <a:lnTo>
                    <a:pt x="1408938" y="694943"/>
                  </a:lnTo>
                  <a:lnTo>
                    <a:pt x="1411224" y="694943"/>
                  </a:lnTo>
                  <a:close/>
                </a:path>
                <a:path w="2029460" h="699135">
                  <a:moveTo>
                    <a:pt x="1408176" y="694943"/>
                  </a:moveTo>
                  <a:lnTo>
                    <a:pt x="1408176" y="694181"/>
                  </a:lnTo>
                  <a:lnTo>
                    <a:pt x="1405890" y="694181"/>
                  </a:lnTo>
                  <a:lnTo>
                    <a:pt x="1405890" y="694943"/>
                  </a:lnTo>
                  <a:lnTo>
                    <a:pt x="1408176" y="694943"/>
                  </a:lnTo>
                  <a:close/>
                </a:path>
                <a:path w="2029460" h="699135">
                  <a:moveTo>
                    <a:pt x="1405128" y="694943"/>
                  </a:moveTo>
                  <a:lnTo>
                    <a:pt x="1405128" y="694181"/>
                  </a:lnTo>
                  <a:lnTo>
                    <a:pt x="1402842" y="694181"/>
                  </a:lnTo>
                  <a:lnTo>
                    <a:pt x="1402842" y="694943"/>
                  </a:lnTo>
                  <a:lnTo>
                    <a:pt x="1405128" y="694943"/>
                  </a:lnTo>
                  <a:close/>
                </a:path>
                <a:path w="2029460" h="699135">
                  <a:moveTo>
                    <a:pt x="1402080" y="694943"/>
                  </a:moveTo>
                  <a:lnTo>
                    <a:pt x="1402080" y="694181"/>
                  </a:lnTo>
                  <a:lnTo>
                    <a:pt x="1399794" y="694181"/>
                  </a:lnTo>
                  <a:lnTo>
                    <a:pt x="1399794" y="694943"/>
                  </a:lnTo>
                  <a:lnTo>
                    <a:pt x="1402080" y="694943"/>
                  </a:lnTo>
                  <a:close/>
                </a:path>
                <a:path w="2029460" h="699135">
                  <a:moveTo>
                    <a:pt x="1399032" y="694943"/>
                  </a:moveTo>
                  <a:lnTo>
                    <a:pt x="1399032" y="694181"/>
                  </a:lnTo>
                  <a:lnTo>
                    <a:pt x="1396746" y="694181"/>
                  </a:lnTo>
                  <a:lnTo>
                    <a:pt x="1396746" y="694943"/>
                  </a:lnTo>
                  <a:lnTo>
                    <a:pt x="1399032" y="694943"/>
                  </a:lnTo>
                  <a:close/>
                </a:path>
                <a:path w="2029460" h="699135">
                  <a:moveTo>
                    <a:pt x="1395984" y="694943"/>
                  </a:moveTo>
                  <a:lnTo>
                    <a:pt x="1395984" y="694181"/>
                  </a:lnTo>
                  <a:lnTo>
                    <a:pt x="1393698" y="694181"/>
                  </a:lnTo>
                  <a:lnTo>
                    <a:pt x="1393698" y="694943"/>
                  </a:lnTo>
                  <a:lnTo>
                    <a:pt x="1395984" y="694943"/>
                  </a:lnTo>
                  <a:close/>
                </a:path>
                <a:path w="2029460" h="699135">
                  <a:moveTo>
                    <a:pt x="1392936" y="694943"/>
                  </a:moveTo>
                  <a:lnTo>
                    <a:pt x="1392936" y="694181"/>
                  </a:lnTo>
                  <a:lnTo>
                    <a:pt x="1390650" y="694181"/>
                  </a:lnTo>
                  <a:lnTo>
                    <a:pt x="1390650" y="694943"/>
                  </a:lnTo>
                  <a:lnTo>
                    <a:pt x="1392936" y="694943"/>
                  </a:lnTo>
                  <a:close/>
                </a:path>
                <a:path w="2029460" h="699135">
                  <a:moveTo>
                    <a:pt x="1389888" y="694943"/>
                  </a:moveTo>
                  <a:lnTo>
                    <a:pt x="1389888" y="694181"/>
                  </a:lnTo>
                  <a:lnTo>
                    <a:pt x="1387602" y="694181"/>
                  </a:lnTo>
                  <a:lnTo>
                    <a:pt x="1387602" y="694943"/>
                  </a:lnTo>
                  <a:lnTo>
                    <a:pt x="1389888" y="694943"/>
                  </a:lnTo>
                  <a:close/>
                </a:path>
                <a:path w="2029460" h="699135">
                  <a:moveTo>
                    <a:pt x="1386840" y="694943"/>
                  </a:moveTo>
                  <a:lnTo>
                    <a:pt x="1386840" y="694181"/>
                  </a:lnTo>
                  <a:lnTo>
                    <a:pt x="1384554" y="694181"/>
                  </a:lnTo>
                  <a:lnTo>
                    <a:pt x="1384554" y="694943"/>
                  </a:lnTo>
                  <a:lnTo>
                    <a:pt x="1386840" y="694943"/>
                  </a:lnTo>
                  <a:close/>
                </a:path>
                <a:path w="2029460" h="699135">
                  <a:moveTo>
                    <a:pt x="1383792" y="694943"/>
                  </a:moveTo>
                  <a:lnTo>
                    <a:pt x="1383792" y="694181"/>
                  </a:lnTo>
                  <a:lnTo>
                    <a:pt x="1381506" y="694181"/>
                  </a:lnTo>
                  <a:lnTo>
                    <a:pt x="1381506" y="694943"/>
                  </a:lnTo>
                  <a:lnTo>
                    <a:pt x="1383792" y="694943"/>
                  </a:lnTo>
                  <a:close/>
                </a:path>
                <a:path w="2029460" h="699135">
                  <a:moveTo>
                    <a:pt x="1380744" y="694943"/>
                  </a:moveTo>
                  <a:lnTo>
                    <a:pt x="1380744" y="694181"/>
                  </a:lnTo>
                  <a:lnTo>
                    <a:pt x="1378458" y="694181"/>
                  </a:lnTo>
                  <a:lnTo>
                    <a:pt x="1378458" y="694943"/>
                  </a:lnTo>
                  <a:lnTo>
                    <a:pt x="1380744" y="694943"/>
                  </a:lnTo>
                  <a:close/>
                </a:path>
                <a:path w="2029460" h="699135">
                  <a:moveTo>
                    <a:pt x="1377696" y="694943"/>
                  </a:moveTo>
                  <a:lnTo>
                    <a:pt x="1377696" y="694181"/>
                  </a:lnTo>
                  <a:lnTo>
                    <a:pt x="1375410" y="694181"/>
                  </a:lnTo>
                  <a:lnTo>
                    <a:pt x="1375410" y="694943"/>
                  </a:lnTo>
                  <a:lnTo>
                    <a:pt x="1377696" y="694943"/>
                  </a:lnTo>
                  <a:close/>
                </a:path>
                <a:path w="2029460" h="699135">
                  <a:moveTo>
                    <a:pt x="1374648" y="694943"/>
                  </a:moveTo>
                  <a:lnTo>
                    <a:pt x="1374648" y="694181"/>
                  </a:lnTo>
                  <a:lnTo>
                    <a:pt x="1372362" y="694181"/>
                  </a:lnTo>
                  <a:lnTo>
                    <a:pt x="1372362" y="694943"/>
                  </a:lnTo>
                  <a:lnTo>
                    <a:pt x="1374648" y="694943"/>
                  </a:lnTo>
                  <a:close/>
                </a:path>
                <a:path w="2029460" h="699135">
                  <a:moveTo>
                    <a:pt x="1371600" y="694943"/>
                  </a:moveTo>
                  <a:lnTo>
                    <a:pt x="1371600" y="694181"/>
                  </a:lnTo>
                  <a:lnTo>
                    <a:pt x="1369314" y="694181"/>
                  </a:lnTo>
                  <a:lnTo>
                    <a:pt x="1369314" y="694943"/>
                  </a:lnTo>
                  <a:lnTo>
                    <a:pt x="1371600" y="694943"/>
                  </a:lnTo>
                  <a:close/>
                </a:path>
                <a:path w="2029460" h="699135">
                  <a:moveTo>
                    <a:pt x="1368552" y="694943"/>
                  </a:moveTo>
                  <a:lnTo>
                    <a:pt x="1368552" y="694181"/>
                  </a:lnTo>
                  <a:lnTo>
                    <a:pt x="1366266" y="694181"/>
                  </a:lnTo>
                  <a:lnTo>
                    <a:pt x="1366266" y="694943"/>
                  </a:lnTo>
                  <a:lnTo>
                    <a:pt x="1368552" y="694943"/>
                  </a:lnTo>
                  <a:close/>
                </a:path>
                <a:path w="2029460" h="699135">
                  <a:moveTo>
                    <a:pt x="1365504" y="694943"/>
                  </a:moveTo>
                  <a:lnTo>
                    <a:pt x="1365504" y="694181"/>
                  </a:lnTo>
                  <a:lnTo>
                    <a:pt x="1363218" y="694181"/>
                  </a:lnTo>
                  <a:lnTo>
                    <a:pt x="1363218" y="694943"/>
                  </a:lnTo>
                  <a:lnTo>
                    <a:pt x="1365504" y="694943"/>
                  </a:lnTo>
                  <a:close/>
                </a:path>
                <a:path w="2029460" h="699135">
                  <a:moveTo>
                    <a:pt x="1362456" y="694943"/>
                  </a:moveTo>
                  <a:lnTo>
                    <a:pt x="1362456" y="694181"/>
                  </a:lnTo>
                  <a:lnTo>
                    <a:pt x="1360170" y="694181"/>
                  </a:lnTo>
                  <a:lnTo>
                    <a:pt x="1360170" y="694943"/>
                  </a:lnTo>
                  <a:lnTo>
                    <a:pt x="1362456" y="694943"/>
                  </a:lnTo>
                  <a:close/>
                </a:path>
                <a:path w="2029460" h="699135">
                  <a:moveTo>
                    <a:pt x="1359408" y="694943"/>
                  </a:moveTo>
                  <a:lnTo>
                    <a:pt x="1359408" y="694181"/>
                  </a:lnTo>
                  <a:lnTo>
                    <a:pt x="1357122" y="694181"/>
                  </a:lnTo>
                  <a:lnTo>
                    <a:pt x="1357122" y="694943"/>
                  </a:lnTo>
                  <a:lnTo>
                    <a:pt x="1359408" y="694943"/>
                  </a:lnTo>
                  <a:close/>
                </a:path>
                <a:path w="2029460" h="699135">
                  <a:moveTo>
                    <a:pt x="1356360" y="694943"/>
                  </a:moveTo>
                  <a:lnTo>
                    <a:pt x="1356360" y="694181"/>
                  </a:lnTo>
                  <a:lnTo>
                    <a:pt x="1354074" y="694181"/>
                  </a:lnTo>
                  <a:lnTo>
                    <a:pt x="1354074" y="694943"/>
                  </a:lnTo>
                  <a:lnTo>
                    <a:pt x="1356360" y="694943"/>
                  </a:lnTo>
                  <a:close/>
                </a:path>
                <a:path w="2029460" h="699135">
                  <a:moveTo>
                    <a:pt x="1353312" y="694943"/>
                  </a:moveTo>
                  <a:lnTo>
                    <a:pt x="1353312" y="694181"/>
                  </a:lnTo>
                  <a:lnTo>
                    <a:pt x="1351026" y="694181"/>
                  </a:lnTo>
                  <a:lnTo>
                    <a:pt x="1351026" y="694943"/>
                  </a:lnTo>
                  <a:lnTo>
                    <a:pt x="1353312" y="694943"/>
                  </a:lnTo>
                  <a:close/>
                </a:path>
                <a:path w="2029460" h="699135">
                  <a:moveTo>
                    <a:pt x="1350264" y="694943"/>
                  </a:moveTo>
                  <a:lnTo>
                    <a:pt x="1350264" y="694181"/>
                  </a:lnTo>
                  <a:lnTo>
                    <a:pt x="1347978" y="694181"/>
                  </a:lnTo>
                  <a:lnTo>
                    <a:pt x="1347978" y="694943"/>
                  </a:lnTo>
                  <a:lnTo>
                    <a:pt x="1350264" y="694943"/>
                  </a:lnTo>
                  <a:close/>
                </a:path>
                <a:path w="2029460" h="699135">
                  <a:moveTo>
                    <a:pt x="1347216" y="694943"/>
                  </a:moveTo>
                  <a:lnTo>
                    <a:pt x="1347216" y="694181"/>
                  </a:lnTo>
                  <a:lnTo>
                    <a:pt x="1344930" y="694181"/>
                  </a:lnTo>
                  <a:lnTo>
                    <a:pt x="1344930" y="694943"/>
                  </a:lnTo>
                  <a:lnTo>
                    <a:pt x="1347216" y="694943"/>
                  </a:lnTo>
                  <a:close/>
                </a:path>
                <a:path w="2029460" h="699135">
                  <a:moveTo>
                    <a:pt x="1344168" y="694943"/>
                  </a:moveTo>
                  <a:lnTo>
                    <a:pt x="1344168" y="694181"/>
                  </a:lnTo>
                  <a:lnTo>
                    <a:pt x="1341882" y="694181"/>
                  </a:lnTo>
                  <a:lnTo>
                    <a:pt x="1341882" y="694943"/>
                  </a:lnTo>
                  <a:lnTo>
                    <a:pt x="1344168" y="694943"/>
                  </a:lnTo>
                  <a:close/>
                </a:path>
                <a:path w="2029460" h="699135">
                  <a:moveTo>
                    <a:pt x="1341120" y="694943"/>
                  </a:moveTo>
                  <a:lnTo>
                    <a:pt x="1341120" y="694181"/>
                  </a:lnTo>
                  <a:lnTo>
                    <a:pt x="1338834" y="694181"/>
                  </a:lnTo>
                  <a:lnTo>
                    <a:pt x="1338834" y="694943"/>
                  </a:lnTo>
                  <a:lnTo>
                    <a:pt x="1341120" y="694943"/>
                  </a:lnTo>
                  <a:close/>
                </a:path>
                <a:path w="2029460" h="699135">
                  <a:moveTo>
                    <a:pt x="1338072" y="694943"/>
                  </a:moveTo>
                  <a:lnTo>
                    <a:pt x="1338072" y="694181"/>
                  </a:lnTo>
                  <a:lnTo>
                    <a:pt x="1335786" y="694181"/>
                  </a:lnTo>
                  <a:lnTo>
                    <a:pt x="1335786" y="694943"/>
                  </a:lnTo>
                  <a:lnTo>
                    <a:pt x="1338072" y="694943"/>
                  </a:lnTo>
                  <a:close/>
                </a:path>
                <a:path w="2029460" h="699135">
                  <a:moveTo>
                    <a:pt x="1335024" y="694943"/>
                  </a:moveTo>
                  <a:lnTo>
                    <a:pt x="1335024" y="694181"/>
                  </a:lnTo>
                  <a:lnTo>
                    <a:pt x="1332738" y="694181"/>
                  </a:lnTo>
                  <a:lnTo>
                    <a:pt x="1332738" y="694943"/>
                  </a:lnTo>
                  <a:lnTo>
                    <a:pt x="1335024" y="694943"/>
                  </a:lnTo>
                  <a:close/>
                </a:path>
                <a:path w="2029460" h="699135">
                  <a:moveTo>
                    <a:pt x="1331976" y="694943"/>
                  </a:moveTo>
                  <a:lnTo>
                    <a:pt x="1331976" y="694181"/>
                  </a:lnTo>
                  <a:lnTo>
                    <a:pt x="1329690" y="694181"/>
                  </a:lnTo>
                  <a:lnTo>
                    <a:pt x="1329690" y="694943"/>
                  </a:lnTo>
                  <a:lnTo>
                    <a:pt x="1331976" y="694943"/>
                  </a:lnTo>
                  <a:close/>
                </a:path>
                <a:path w="2029460" h="699135">
                  <a:moveTo>
                    <a:pt x="1328928" y="694943"/>
                  </a:moveTo>
                  <a:lnTo>
                    <a:pt x="1328928" y="694181"/>
                  </a:lnTo>
                  <a:lnTo>
                    <a:pt x="1326642" y="694181"/>
                  </a:lnTo>
                  <a:lnTo>
                    <a:pt x="1326642" y="694943"/>
                  </a:lnTo>
                  <a:lnTo>
                    <a:pt x="1328928" y="694943"/>
                  </a:lnTo>
                  <a:close/>
                </a:path>
                <a:path w="2029460" h="699135">
                  <a:moveTo>
                    <a:pt x="1325880" y="694943"/>
                  </a:moveTo>
                  <a:lnTo>
                    <a:pt x="1325880" y="694181"/>
                  </a:lnTo>
                  <a:lnTo>
                    <a:pt x="1323594" y="694181"/>
                  </a:lnTo>
                  <a:lnTo>
                    <a:pt x="1323594" y="694943"/>
                  </a:lnTo>
                  <a:lnTo>
                    <a:pt x="1325880" y="694943"/>
                  </a:lnTo>
                  <a:close/>
                </a:path>
                <a:path w="2029460" h="699135">
                  <a:moveTo>
                    <a:pt x="1322832" y="694943"/>
                  </a:moveTo>
                  <a:lnTo>
                    <a:pt x="1322832" y="694181"/>
                  </a:lnTo>
                  <a:lnTo>
                    <a:pt x="1320546" y="694181"/>
                  </a:lnTo>
                  <a:lnTo>
                    <a:pt x="1320546" y="694943"/>
                  </a:lnTo>
                  <a:lnTo>
                    <a:pt x="1322832" y="694943"/>
                  </a:lnTo>
                  <a:close/>
                </a:path>
                <a:path w="2029460" h="699135">
                  <a:moveTo>
                    <a:pt x="1319784" y="694943"/>
                  </a:moveTo>
                  <a:lnTo>
                    <a:pt x="1319784" y="694181"/>
                  </a:lnTo>
                  <a:lnTo>
                    <a:pt x="1317498" y="694181"/>
                  </a:lnTo>
                  <a:lnTo>
                    <a:pt x="1317498" y="694943"/>
                  </a:lnTo>
                  <a:lnTo>
                    <a:pt x="1319784" y="694943"/>
                  </a:lnTo>
                  <a:close/>
                </a:path>
                <a:path w="2029460" h="699135">
                  <a:moveTo>
                    <a:pt x="1316736" y="694943"/>
                  </a:moveTo>
                  <a:lnTo>
                    <a:pt x="1316736" y="694181"/>
                  </a:lnTo>
                  <a:lnTo>
                    <a:pt x="1314450" y="694181"/>
                  </a:lnTo>
                  <a:lnTo>
                    <a:pt x="1314450" y="694943"/>
                  </a:lnTo>
                  <a:lnTo>
                    <a:pt x="1316736" y="694943"/>
                  </a:lnTo>
                  <a:close/>
                </a:path>
                <a:path w="2029460" h="699135">
                  <a:moveTo>
                    <a:pt x="1313688" y="694943"/>
                  </a:moveTo>
                  <a:lnTo>
                    <a:pt x="1313688" y="694181"/>
                  </a:lnTo>
                  <a:lnTo>
                    <a:pt x="1311402" y="694181"/>
                  </a:lnTo>
                  <a:lnTo>
                    <a:pt x="1311402" y="694943"/>
                  </a:lnTo>
                  <a:lnTo>
                    <a:pt x="1313688" y="694943"/>
                  </a:lnTo>
                  <a:close/>
                </a:path>
                <a:path w="2029460" h="699135">
                  <a:moveTo>
                    <a:pt x="1310640" y="694943"/>
                  </a:moveTo>
                  <a:lnTo>
                    <a:pt x="1310640" y="694181"/>
                  </a:lnTo>
                  <a:lnTo>
                    <a:pt x="1308354" y="694181"/>
                  </a:lnTo>
                  <a:lnTo>
                    <a:pt x="1308354" y="694943"/>
                  </a:lnTo>
                  <a:lnTo>
                    <a:pt x="1310640" y="694943"/>
                  </a:lnTo>
                  <a:close/>
                </a:path>
                <a:path w="2029460" h="699135">
                  <a:moveTo>
                    <a:pt x="1307592" y="694943"/>
                  </a:moveTo>
                  <a:lnTo>
                    <a:pt x="1307592" y="694181"/>
                  </a:lnTo>
                  <a:lnTo>
                    <a:pt x="1305306" y="694181"/>
                  </a:lnTo>
                  <a:lnTo>
                    <a:pt x="1305306" y="694943"/>
                  </a:lnTo>
                  <a:lnTo>
                    <a:pt x="1307592" y="694943"/>
                  </a:lnTo>
                  <a:close/>
                </a:path>
                <a:path w="2029460" h="699135">
                  <a:moveTo>
                    <a:pt x="1304544" y="694943"/>
                  </a:moveTo>
                  <a:lnTo>
                    <a:pt x="1304544" y="694181"/>
                  </a:lnTo>
                  <a:lnTo>
                    <a:pt x="1302258" y="694181"/>
                  </a:lnTo>
                  <a:lnTo>
                    <a:pt x="1302258" y="694943"/>
                  </a:lnTo>
                  <a:lnTo>
                    <a:pt x="1304544" y="694943"/>
                  </a:lnTo>
                  <a:close/>
                </a:path>
                <a:path w="2029460" h="699135">
                  <a:moveTo>
                    <a:pt x="1301496" y="694943"/>
                  </a:moveTo>
                  <a:lnTo>
                    <a:pt x="1301496" y="694181"/>
                  </a:lnTo>
                  <a:lnTo>
                    <a:pt x="1299210" y="694181"/>
                  </a:lnTo>
                  <a:lnTo>
                    <a:pt x="1299210" y="694943"/>
                  </a:lnTo>
                  <a:lnTo>
                    <a:pt x="1301496" y="694943"/>
                  </a:lnTo>
                  <a:close/>
                </a:path>
                <a:path w="2029460" h="699135">
                  <a:moveTo>
                    <a:pt x="1298448" y="694943"/>
                  </a:moveTo>
                  <a:lnTo>
                    <a:pt x="1298448" y="694181"/>
                  </a:lnTo>
                  <a:lnTo>
                    <a:pt x="1296162" y="694181"/>
                  </a:lnTo>
                  <a:lnTo>
                    <a:pt x="1296162" y="694943"/>
                  </a:lnTo>
                  <a:lnTo>
                    <a:pt x="1298448" y="694943"/>
                  </a:lnTo>
                  <a:close/>
                </a:path>
                <a:path w="2029460" h="699135">
                  <a:moveTo>
                    <a:pt x="1295400" y="694943"/>
                  </a:moveTo>
                  <a:lnTo>
                    <a:pt x="1295400" y="694181"/>
                  </a:lnTo>
                  <a:lnTo>
                    <a:pt x="1293114" y="694181"/>
                  </a:lnTo>
                  <a:lnTo>
                    <a:pt x="1293114" y="694943"/>
                  </a:lnTo>
                  <a:lnTo>
                    <a:pt x="1295400" y="694943"/>
                  </a:lnTo>
                  <a:close/>
                </a:path>
                <a:path w="2029460" h="699135">
                  <a:moveTo>
                    <a:pt x="1292352" y="694943"/>
                  </a:moveTo>
                  <a:lnTo>
                    <a:pt x="1292352" y="694181"/>
                  </a:lnTo>
                  <a:lnTo>
                    <a:pt x="1290066" y="694181"/>
                  </a:lnTo>
                  <a:lnTo>
                    <a:pt x="1290066" y="694943"/>
                  </a:lnTo>
                  <a:lnTo>
                    <a:pt x="1292352" y="694943"/>
                  </a:lnTo>
                  <a:close/>
                </a:path>
                <a:path w="2029460" h="699135">
                  <a:moveTo>
                    <a:pt x="1289304" y="694943"/>
                  </a:moveTo>
                  <a:lnTo>
                    <a:pt x="1289304" y="694181"/>
                  </a:lnTo>
                  <a:lnTo>
                    <a:pt x="1287018" y="694181"/>
                  </a:lnTo>
                  <a:lnTo>
                    <a:pt x="1287018" y="694943"/>
                  </a:lnTo>
                  <a:lnTo>
                    <a:pt x="1289304" y="694943"/>
                  </a:lnTo>
                  <a:close/>
                </a:path>
                <a:path w="2029460" h="699135">
                  <a:moveTo>
                    <a:pt x="1286256" y="694943"/>
                  </a:moveTo>
                  <a:lnTo>
                    <a:pt x="1286256" y="694181"/>
                  </a:lnTo>
                  <a:lnTo>
                    <a:pt x="1283970" y="694181"/>
                  </a:lnTo>
                  <a:lnTo>
                    <a:pt x="1283970" y="694943"/>
                  </a:lnTo>
                  <a:lnTo>
                    <a:pt x="1286256" y="694943"/>
                  </a:lnTo>
                  <a:close/>
                </a:path>
                <a:path w="2029460" h="699135">
                  <a:moveTo>
                    <a:pt x="1283208" y="694943"/>
                  </a:moveTo>
                  <a:lnTo>
                    <a:pt x="1283208" y="694181"/>
                  </a:lnTo>
                  <a:lnTo>
                    <a:pt x="1280922" y="694181"/>
                  </a:lnTo>
                  <a:lnTo>
                    <a:pt x="1280922" y="694943"/>
                  </a:lnTo>
                  <a:lnTo>
                    <a:pt x="1283208" y="694943"/>
                  </a:lnTo>
                  <a:close/>
                </a:path>
                <a:path w="2029460" h="699135">
                  <a:moveTo>
                    <a:pt x="1280160" y="694943"/>
                  </a:moveTo>
                  <a:lnTo>
                    <a:pt x="1280160" y="694181"/>
                  </a:lnTo>
                  <a:lnTo>
                    <a:pt x="1277874" y="694181"/>
                  </a:lnTo>
                  <a:lnTo>
                    <a:pt x="1277874" y="694943"/>
                  </a:lnTo>
                  <a:lnTo>
                    <a:pt x="1280160" y="694943"/>
                  </a:lnTo>
                  <a:close/>
                </a:path>
                <a:path w="2029460" h="699135">
                  <a:moveTo>
                    <a:pt x="1277112" y="694943"/>
                  </a:moveTo>
                  <a:lnTo>
                    <a:pt x="1277112" y="694181"/>
                  </a:lnTo>
                  <a:lnTo>
                    <a:pt x="1274826" y="694181"/>
                  </a:lnTo>
                  <a:lnTo>
                    <a:pt x="1274826" y="694943"/>
                  </a:lnTo>
                  <a:lnTo>
                    <a:pt x="1277112" y="694943"/>
                  </a:lnTo>
                  <a:close/>
                </a:path>
                <a:path w="2029460" h="699135">
                  <a:moveTo>
                    <a:pt x="1274064" y="694943"/>
                  </a:moveTo>
                  <a:lnTo>
                    <a:pt x="1274064" y="694181"/>
                  </a:lnTo>
                  <a:lnTo>
                    <a:pt x="1271778" y="694181"/>
                  </a:lnTo>
                  <a:lnTo>
                    <a:pt x="1271778" y="694943"/>
                  </a:lnTo>
                  <a:lnTo>
                    <a:pt x="1274064" y="694943"/>
                  </a:lnTo>
                  <a:close/>
                </a:path>
                <a:path w="2029460" h="699135">
                  <a:moveTo>
                    <a:pt x="1271016" y="694943"/>
                  </a:moveTo>
                  <a:lnTo>
                    <a:pt x="1271016" y="694181"/>
                  </a:lnTo>
                  <a:lnTo>
                    <a:pt x="1268730" y="694181"/>
                  </a:lnTo>
                  <a:lnTo>
                    <a:pt x="1268730" y="694943"/>
                  </a:lnTo>
                  <a:lnTo>
                    <a:pt x="1271016" y="694943"/>
                  </a:lnTo>
                  <a:close/>
                </a:path>
                <a:path w="2029460" h="699135">
                  <a:moveTo>
                    <a:pt x="1267968" y="694943"/>
                  </a:moveTo>
                  <a:lnTo>
                    <a:pt x="1267968" y="694181"/>
                  </a:lnTo>
                  <a:lnTo>
                    <a:pt x="1265682" y="694181"/>
                  </a:lnTo>
                  <a:lnTo>
                    <a:pt x="1265682" y="694943"/>
                  </a:lnTo>
                  <a:lnTo>
                    <a:pt x="1267968" y="694943"/>
                  </a:lnTo>
                  <a:close/>
                </a:path>
                <a:path w="2029460" h="699135">
                  <a:moveTo>
                    <a:pt x="1264920" y="694943"/>
                  </a:moveTo>
                  <a:lnTo>
                    <a:pt x="1264920" y="694181"/>
                  </a:lnTo>
                  <a:lnTo>
                    <a:pt x="1262634" y="694181"/>
                  </a:lnTo>
                  <a:lnTo>
                    <a:pt x="1262634" y="694943"/>
                  </a:lnTo>
                  <a:lnTo>
                    <a:pt x="1264920" y="694943"/>
                  </a:lnTo>
                  <a:close/>
                </a:path>
                <a:path w="2029460" h="699135">
                  <a:moveTo>
                    <a:pt x="1261872" y="694943"/>
                  </a:moveTo>
                  <a:lnTo>
                    <a:pt x="1261872" y="694181"/>
                  </a:lnTo>
                  <a:lnTo>
                    <a:pt x="1259586" y="694181"/>
                  </a:lnTo>
                  <a:lnTo>
                    <a:pt x="1259586" y="694943"/>
                  </a:lnTo>
                  <a:lnTo>
                    <a:pt x="1261872" y="694943"/>
                  </a:lnTo>
                  <a:close/>
                </a:path>
                <a:path w="2029460" h="699135">
                  <a:moveTo>
                    <a:pt x="1258824" y="694943"/>
                  </a:moveTo>
                  <a:lnTo>
                    <a:pt x="1258824" y="694181"/>
                  </a:lnTo>
                  <a:lnTo>
                    <a:pt x="1256538" y="694181"/>
                  </a:lnTo>
                  <a:lnTo>
                    <a:pt x="1256538" y="694943"/>
                  </a:lnTo>
                  <a:lnTo>
                    <a:pt x="1258824" y="694943"/>
                  </a:lnTo>
                  <a:close/>
                </a:path>
                <a:path w="2029460" h="699135">
                  <a:moveTo>
                    <a:pt x="1255776" y="694943"/>
                  </a:moveTo>
                  <a:lnTo>
                    <a:pt x="1255776" y="694181"/>
                  </a:lnTo>
                  <a:lnTo>
                    <a:pt x="1253490" y="694181"/>
                  </a:lnTo>
                  <a:lnTo>
                    <a:pt x="1253490" y="694943"/>
                  </a:lnTo>
                  <a:lnTo>
                    <a:pt x="1255776" y="694943"/>
                  </a:lnTo>
                  <a:close/>
                </a:path>
                <a:path w="2029460" h="699135">
                  <a:moveTo>
                    <a:pt x="1252728" y="694943"/>
                  </a:moveTo>
                  <a:lnTo>
                    <a:pt x="1252728" y="694181"/>
                  </a:lnTo>
                  <a:lnTo>
                    <a:pt x="1250442" y="694181"/>
                  </a:lnTo>
                  <a:lnTo>
                    <a:pt x="1250442" y="694943"/>
                  </a:lnTo>
                  <a:lnTo>
                    <a:pt x="1252728" y="694943"/>
                  </a:lnTo>
                  <a:close/>
                </a:path>
                <a:path w="2029460" h="699135">
                  <a:moveTo>
                    <a:pt x="1249680" y="694943"/>
                  </a:moveTo>
                  <a:lnTo>
                    <a:pt x="1249680" y="694181"/>
                  </a:lnTo>
                  <a:lnTo>
                    <a:pt x="1247394" y="694181"/>
                  </a:lnTo>
                  <a:lnTo>
                    <a:pt x="1247394" y="694943"/>
                  </a:lnTo>
                  <a:lnTo>
                    <a:pt x="1249680" y="694943"/>
                  </a:lnTo>
                  <a:close/>
                </a:path>
                <a:path w="2029460" h="699135">
                  <a:moveTo>
                    <a:pt x="1246632" y="694943"/>
                  </a:moveTo>
                  <a:lnTo>
                    <a:pt x="1246632" y="694181"/>
                  </a:lnTo>
                  <a:lnTo>
                    <a:pt x="1244346" y="694181"/>
                  </a:lnTo>
                  <a:lnTo>
                    <a:pt x="1244346" y="694943"/>
                  </a:lnTo>
                  <a:lnTo>
                    <a:pt x="1246632" y="694943"/>
                  </a:lnTo>
                  <a:close/>
                </a:path>
                <a:path w="2029460" h="699135">
                  <a:moveTo>
                    <a:pt x="1243584" y="694943"/>
                  </a:moveTo>
                  <a:lnTo>
                    <a:pt x="1243584" y="694181"/>
                  </a:lnTo>
                  <a:lnTo>
                    <a:pt x="1241298" y="694181"/>
                  </a:lnTo>
                  <a:lnTo>
                    <a:pt x="1241298" y="694943"/>
                  </a:lnTo>
                  <a:lnTo>
                    <a:pt x="1243584" y="694943"/>
                  </a:lnTo>
                  <a:close/>
                </a:path>
                <a:path w="2029460" h="699135">
                  <a:moveTo>
                    <a:pt x="1240536" y="694943"/>
                  </a:moveTo>
                  <a:lnTo>
                    <a:pt x="1240536" y="694181"/>
                  </a:lnTo>
                  <a:lnTo>
                    <a:pt x="1238250" y="694181"/>
                  </a:lnTo>
                  <a:lnTo>
                    <a:pt x="1238250" y="694943"/>
                  </a:lnTo>
                  <a:lnTo>
                    <a:pt x="1240536" y="694943"/>
                  </a:lnTo>
                  <a:close/>
                </a:path>
                <a:path w="2029460" h="699135">
                  <a:moveTo>
                    <a:pt x="1237488" y="694943"/>
                  </a:moveTo>
                  <a:lnTo>
                    <a:pt x="1237488" y="694181"/>
                  </a:lnTo>
                  <a:lnTo>
                    <a:pt x="1235202" y="694181"/>
                  </a:lnTo>
                  <a:lnTo>
                    <a:pt x="1235202" y="694943"/>
                  </a:lnTo>
                  <a:lnTo>
                    <a:pt x="1237488" y="694943"/>
                  </a:lnTo>
                  <a:close/>
                </a:path>
                <a:path w="2029460" h="699135">
                  <a:moveTo>
                    <a:pt x="1234440" y="694943"/>
                  </a:moveTo>
                  <a:lnTo>
                    <a:pt x="1234440" y="694181"/>
                  </a:lnTo>
                  <a:lnTo>
                    <a:pt x="1232154" y="694181"/>
                  </a:lnTo>
                  <a:lnTo>
                    <a:pt x="1232154" y="694943"/>
                  </a:lnTo>
                  <a:lnTo>
                    <a:pt x="1234440" y="694943"/>
                  </a:lnTo>
                  <a:close/>
                </a:path>
                <a:path w="2029460" h="699135">
                  <a:moveTo>
                    <a:pt x="1231392" y="694943"/>
                  </a:moveTo>
                  <a:lnTo>
                    <a:pt x="1231392" y="694181"/>
                  </a:lnTo>
                  <a:lnTo>
                    <a:pt x="1229106" y="694181"/>
                  </a:lnTo>
                  <a:lnTo>
                    <a:pt x="1229106" y="694943"/>
                  </a:lnTo>
                  <a:lnTo>
                    <a:pt x="1231392" y="694943"/>
                  </a:lnTo>
                  <a:close/>
                </a:path>
                <a:path w="2029460" h="699135">
                  <a:moveTo>
                    <a:pt x="1228344" y="694943"/>
                  </a:moveTo>
                  <a:lnTo>
                    <a:pt x="1228344" y="694181"/>
                  </a:lnTo>
                  <a:lnTo>
                    <a:pt x="1226058" y="694181"/>
                  </a:lnTo>
                  <a:lnTo>
                    <a:pt x="1226058" y="694943"/>
                  </a:lnTo>
                  <a:lnTo>
                    <a:pt x="1228344" y="694943"/>
                  </a:lnTo>
                  <a:close/>
                </a:path>
                <a:path w="2029460" h="699135">
                  <a:moveTo>
                    <a:pt x="1225296" y="694943"/>
                  </a:moveTo>
                  <a:lnTo>
                    <a:pt x="1225296" y="693419"/>
                  </a:lnTo>
                  <a:lnTo>
                    <a:pt x="1223010" y="693419"/>
                  </a:lnTo>
                  <a:lnTo>
                    <a:pt x="1223010" y="694181"/>
                  </a:lnTo>
                  <a:lnTo>
                    <a:pt x="1225296" y="694943"/>
                  </a:lnTo>
                  <a:close/>
                </a:path>
                <a:path w="2029460" h="699135">
                  <a:moveTo>
                    <a:pt x="1222248" y="694181"/>
                  </a:moveTo>
                  <a:lnTo>
                    <a:pt x="1222248" y="693419"/>
                  </a:lnTo>
                  <a:lnTo>
                    <a:pt x="1219962" y="693419"/>
                  </a:lnTo>
                  <a:lnTo>
                    <a:pt x="1219962" y="694181"/>
                  </a:lnTo>
                  <a:lnTo>
                    <a:pt x="1222248" y="694181"/>
                  </a:lnTo>
                  <a:close/>
                </a:path>
                <a:path w="2029460" h="699135">
                  <a:moveTo>
                    <a:pt x="1219200" y="694181"/>
                  </a:moveTo>
                  <a:lnTo>
                    <a:pt x="1219200" y="693419"/>
                  </a:lnTo>
                  <a:lnTo>
                    <a:pt x="1216914" y="693419"/>
                  </a:lnTo>
                  <a:lnTo>
                    <a:pt x="1216914" y="694181"/>
                  </a:lnTo>
                  <a:lnTo>
                    <a:pt x="1219200" y="694181"/>
                  </a:lnTo>
                  <a:close/>
                </a:path>
                <a:path w="2029460" h="699135">
                  <a:moveTo>
                    <a:pt x="1216152" y="694181"/>
                  </a:moveTo>
                  <a:lnTo>
                    <a:pt x="1216152" y="693419"/>
                  </a:lnTo>
                  <a:lnTo>
                    <a:pt x="1213866" y="693419"/>
                  </a:lnTo>
                  <a:lnTo>
                    <a:pt x="1213866" y="694181"/>
                  </a:lnTo>
                  <a:lnTo>
                    <a:pt x="1216152" y="694181"/>
                  </a:lnTo>
                  <a:close/>
                </a:path>
                <a:path w="2029460" h="699135">
                  <a:moveTo>
                    <a:pt x="1213104" y="694181"/>
                  </a:moveTo>
                  <a:lnTo>
                    <a:pt x="1213104" y="693419"/>
                  </a:lnTo>
                  <a:lnTo>
                    <a:pt x="1210818" y="693419"/>
                  </a:lnTo>
                  <a:lnTo>
                    <a:pt x="1210818" y="694181"/>
                  </a:lnTo>
                  <a:lnTo>
                    <a:pt x="1213104" y="694181"/>
                  </a:lnTo>
                  <a:close/>
                </a:path>
                <a:path w="2029460" h="699135">
                  <a:moveTo>
                    <a:pt x="1210056" y="694181"/>
                  </a:moveTo>
                  <a:lnTo>
                    <a:pt x="1210056" y="693419"/>
                  </a:lnTo>
                  <a:lnTo>
                    <a:pt x="1207770" y="693419"/>
                  </a:lnTo>
                  <a:lnTo>
                    <a:pt x="1207770" y="694181"/>
                  </a:lnTo>
                  <a:lnTo>
                    <a:pt x="1210056" y="694181"/>
                  </a:lnTo>
                  <a:close/>
                </a:path>
                <a:path w="2029460" h="699135">
                  <a:moveTo>
                    <a:pt x="1207008" y="694181"/>
                  </a:moveTo>
                  <a:lnTo>
                    <a:pt x="1207008" y="693419"/>
                  </a:lnTo>
                  <a:lnTo>
                    <a:pt x="1204722" y="693419"/>
                  </a:lnTo>
                  <a:lnTo>
                    <a:pt x="1204722" y="694181"/>
                  </a:lnTo>
                  <a:lnTo>
                    <a:pt x="1207008" y="694181"/>
                  </a:lnTo>
                  <a:close/>
                </a:path>
                <a:path w="2029460" h="699135">
                  <a:moveTo>
                    <a:pt x="1203960" y="694181"/>
                  </a:moveTo>
                  <a:lnTo>
                    <a:pt x="1203960" y="693419"/>
                  </a:lnTo>
                  <a:lnTo>
                    <a:pt x="1201674" y="693419"/>
                  </a:lnTo>
                  <a:lnTo>
                    <a:pt x="1201674" y="694181"/>
                  </a:lnTo>
                  <a:lnTo>
                    <a:pt x="1203960" y="694181"/>
                  </a:lnTo>
                  <a:close/>
                </a:path>
                <a:path w="2029460" h="699135">
                  <a:moveTo>
                    <a:pt x="1200912" y="694181"/>
                  </a:moveTo>
                  <a:lnTo>
                    <a:pt x="1200912" y="693419"/>
                  </a:lnTo>
                  <a:lnTo>
                    <a:pt x="1198626" y="693419"/>
                  </a:lnTo>
                  <a:lnTo>
                    <a:pt x="1198626" y="694181"/>
                  </a:lnTo>
                  <a:lnTo>
                    <a:pt x="1200912" y="694181"/>
                  </a:lnTo>
                  <a:close/>
                </a:path>
                <a:path w="2029460" h="699135">
                  <a:moveTo>
                    <a:pt x="1197864" y="694181"/>
                  </a:moveTo>
                  <a:lnTo>
                    <a:pt x="1197864" y="693419"/>
                  </a:lnTo>
                  <a:lnTo>
                    <a:pt x="1195578" y="693419"/>
                  </a:lnTo>
                  <a:lnTo>
                    <a:pt x="1195578" y="694181"/>
                  </a:lnTo>
                  <a:lnTo>
                    <a:pt x="1197864" y="694181"/>
                  </a:lnTo>
                  <a:close/>
                </a:path>
                <a:path w="2029460" h="699135">
                  <a:moveTo>
                    <a:pt x="1194816" y="694181"/>
                  </a:moveTo>
                  <a:lnTo>
                    <a:pt x="1194816" y="693419"/>
                  </a:lnTo>
                  <a:lnTo>
                    <a:pt x="1192530" y="693419"/>
                  </a:lnTo>
                  <a:lnTo>
                    <a:pt x="1192530" y="694181"/>
                  </a:lnTo>
                  <a:lnTo>
                    <a:pt x="1194816" y="694181"/>
                  </a:lnTo>
                  <a:close/>
                </a:path>
                <a:path w="2029460" h="699135">
                  <a:moveTo>
                    <a:pt x="1191768" y="694181"/>
                  </a:moveTo>
                  <a:lnTo>
                    <a:pt x="1191768" y="693419"/>
                  </a:lnTo>
                  <a:lnTo>
                    <a:pt x="1189482" y="693419"/>
                  </a:lnTo>
                  <a:lnTo>
                    <a:pt x="1189482" y="694181"/>
                  </a:lnTo>
                  <a:lnTo>
                    <a:pt x="1191768" y="694181"/>
                  </a:lnTo>
                  <a:close/>
                </a:path>
                <a:path w="2029460" h="699135">
                  <a:moveTo>
                    <a:pt x="1188720" y="694181"/>
                  </a:moveTo>
                  <a:lnTo>
                    <a:pt x="1188720" y="693419"/>
                  </a:lnTo>
                  <a:lnTo>
                    <a:pt x="1186434" y="693419"/>
                  </a:lnTo>
                  <a:lnTo>
                    <a:pt x="1186434" y="694181"/>
                  </a:lnTo>
                  <a:lnTo>
                    <a:pt x="1188720" y="694181"/>
                  </a:lnTo>
                  <a:close/>
                </a:path>
                <a:path w="2029460" h="699135">
                  <a:moveTo>
                    <a:pt x="1185672" y="694181"/>
                  </a:moveTo>
                  <a:lnTo>
                    <a:pt x="1185672" y="693419"/>
                  </a:lnTo>
                  <a:lnTo>
                    <a:pt x="1183386" y="693419"/>
                  </a:lnTo>
                  <a:lnTo>
                    <a:pt x="1183386" y="694181"/>
                  </a:lnTo>
                  <a:lnTo>
                    <a:pt x="1185672" y="694181"/>
                  </a:lnTo>
                  <a:close/>
                </a:path>
                <a:path w="2029460" h="699135">
                  <a:moveTo>
                    <a:pt x="1182624" y="694181"/>
                  </a:moveTo>
                  <a:lnTo>
                    <a:pt x="1182624" y="693419"/>
                  </a:lnTo>
                  <a:lnTo>
                    <a:pt x="1180338" y="693419"/>
                  </a:lnTo>
                  <a:lnTo>
                    <a:pt x="1180338" y="694181"/>
                  </a:lnTo>
                  <a:lnTo>
                    <a:pt x="1182624" y="694181"/>
                  </a:lnTo>
                  <a:close/>
                </a:path>
                <a:path w="2029460" h="699135">
                  <a:moveTo>
                    <a:pt x="1179576" y="694181"/>
                  </a:moveTo>
                  <a:lnTo>
                    <a:pt x="1179576" y="693419"/>
                  </a:lnTo>
                  <a:lnTo>
                    <a:pt x="1177290" y="693419"/>
                  </a:lnTo>
                  <a:lnTo>
                    <a:pt x="1177290" y="694181"/>
                  </a:lnTo>
                  <a:lnTo>
                    <a:pt x="1179576" y="694181"/>
                  </a:lnTo>
                  <a:close/>
                </a:path>
                <a:path w="2029460" h="699135">
                  <a:moveTo>
                    <a:pt x="1176528" y="694181"/>
                  </a:moveTo>
                  <a:lnTo>
                    <a:pt x="1176528" y="693419"/>
                  </a:lnTo>
                  <a:lnTo>
                    <a:pt x="1174242" y="693419"/>
                  </a:lnTo>
                  <a:lnTo>
                    <a:pt x="1174242" y="694181"/>
                  </a:lnTo>
                  <a:lnTo>
                    <a:pt x="1176528" y="694181"/>
                  </a:lnTo>
                  <a:close/>
                </a:path>
                <a:path w="2029460" h="699135">
                  <a:moveTo>
                    <a:pt x="1173480" y="694181"/>
                  </a:moveTo>
                  <a:lnTo>
                    <a:pt x="1173480" y="693419"/>
                  </a:lnTo>
                  <a:lnTo>
                    <a:pt x="1171194" y="693419"/>
                  </a:lnTo>
                  <a:lnTo>
                    <a:pt x="1171194" y="694181"/>
                  </a:lnTo>
                  <a:lnTo>
                    <a:pt x="1173480" y="694181"/>
                  </a:lnTo>
                  <a:close/>
                </a:path>
                <a:path w="2029460" h="699135">
                  <a:moveTo>
                    <a:pt x="1170432" y="694181"/>
                  </a:moveTo>
                  <a:lnTo>
                    <a:pt x="1170432" y="693419"/>
                  </a:lnTo>
                  <a:lnTo>
                    <a:pt x="1168146" y="693419"/>
                  </a:lnTo>
                  <a:lnTo>
                    <a:pt x="1168146" y="694181"/>
                  </a:lnTo>
                  <a:lnTo>
                    <a:pt x="1170432" y="694181"/>
                  </a:lnTo>
                  <a:close/>
                </a:path>
                <a:path w="2029460" h="699135">
                  <a:moveTo>
                    <a:pt x="1167384" y="694181"/>
                  </a:moveTo>
                  <a:lnTo>
                    <a:pt x="1167384" y="693419"/>
                  </a:lnTo>
                  <a:lnTo>
                    <a:pt x="1165098" y="693419"/>
                  </a:lnTo>
                  <a:lnTo>
                    <a:pt x="1165098" y="694181"/>
                  </a:lnTo>
                  <a:lnTo>
                    <a:pt x="1167384" y="694181"/>
                  </a:lnTo>
                  <a:close/>
                </a:path>
                <a:path w="2029460" h="699135">
                  <a:moveTo>
                    <a:pt x="1164336" y="694181"/>
                  </a:moveTo>
                  <a:lnTo>
                    <a:pt x="1164336" y="693419"/>
                  </a:lnTo>
                  <a:lnTo>
                    <a:pt x="1162050" y="693419"/>
                  </a:lnTo>
                  <a:lnTo>
                    <a:pt x="1162050" y="694181"/>
                  </a:lnTo>
                  <a:lnTo>
                    <a:pt x="1164336" y="694181"/>
                  </a:lnTo>
                  <a:close/>
                </a:path>
                <a:path w="2029460" h="699135">
                  <a:moveTo>
                    <a:pt x="1161288" y="694181"/>
                  </a:moveTo>
                  <a:lnTo>
                    <a:pt x="1161288" y="693419"/>
                  </a:lnTo>
                  <a:lnTo>
                    <a:pt x="1159002" y="693419"/>
                  </a:lnTo>
                  <a:lnTo>
                    <a:pt x="1159002" y="694181"/>
                  </a:lnTo>
                  <a:lnTo>
                    <a:pt x="1161288" y="694181"/>
                  </a:lnTo>
                  <a:close/>
                </a:path>
                <a:path w="2029460" h="699135">
                  <a:moveTo>
                    <a:pt x="1158240" y="694181"/>
                  </a:moveTo>
                  <a:lnTo>
                    <a:pt x="1158240" y="693419"/>
                  </a:lnTo>
                  <a:lnTo>
                    <a:pt x="1155954" y="693419"/>
                  </a:lnTo>
                  <a:lnTo>
                    <a:pt x="1155954" y="694181"/>
                  </a:lnTo>
                  <a:lnTo>
                    <a:pt x="1158240" y="694181"/>
                  </a:lnTo>
                  <a:close/>
                </a:path>
                <a:path w="2029460" h="699135">
                  <a:moveTo>
                    <a:pt x="1155192" y="694181"/>
                  </a:moveTo>
                  <a:lnTo>
                    <a:pt x="1155192" y="693419"/>
                  </a:lnTo>
                  <a:lnTo>
                    <a:pt x="1152906" y="693419"/>
                  </a:lnTo>
                  <a:lnTo>
                    <a:pt x="1152906" y="694181"/>
                  </a:lnTo>
                  <a:lnTo>
                    <a:pt x="1155192" y="694181"/>
                  </a:lnTo>
                  <a:close/>
                </a:path>
                <a:path w="2029460" h="699135">
                  <a:moveTo>
                    <a:pt x="1152144" y="694181"/>
                  </a:moveTo>
                  <a:lnTo>
                    <a:pt x="1152144" y="693419"/>
                  </a:lnTo>
                  <a:lnTo>
                    <a:pt x="1149858" y="693419"/>
                  </a:lnTo>
                  <a:lnTo>
                    <a:pt x="1149858" y="694181"/>
                  </a:lnTo>
                  <a:lnTo>
                    <a:pt x="1152144" y="694181"/>
                  </a:lnTo>
                  <a:close/>
                </a:path>
                <a:path w="2029460" h="699135">
                  <a:moveTo>
                    <a:pt x="1149096" y="694181"/>
                  </a:moveTo>
                  <a:lnTo>
                    <a:pt x="1149096" y="693419"/>
                  </a:lnTo>
                  <a:lnTo>
                    <a:pt x="1146810" y="693419"/>
                  </a:lnTo>
                  <a:lnTo>
                    <a:pt x="1146810" y="694181"/>
                  </a:lnTo>
                  <a:lnTo>
                    <a:pt x="1149096" y="694181"/>
                  </a:lnTo>
                  <a:close/>
                </a:path>
                <a:path w="2029460" h="699135">
                  <a:moveTo>
                    <a:pt x="1146048" y="694181"/>
                  </a:moveTo>
                  <a:lnTo>
                    <a:pt x="1146048" y="693419"/>
                  </a:lnTo>
                  <a:lnTo>
                    <a:pt x="1143762" y="693419"/>
                  </a:lnTo>
                  <a:lnTo>
                    <a:pt x="1143762" y="694181"/>
                  </a:lnTo>
                  <a:lnTo>
                    <a:pt x="1146048" y="694181"/>
                  </a:lnTo>
                  <a:close/>
                </a:path>
                <a:path w="2029460" h="699135">
                  <a:moveTo>
                    <a:pt x="1143000" y="694181"/>
                  </a:moveTo>
                  <a:lnTo>
                    <a:pt x="1143000" y="693419"/>
                  </a:lnTo>
                  <a:lnTo>
                    <a:pt x="1140714" y="693419"/>
                  </a:lnTo>
                  <a:lnTo>
                    <a:pt x="1140714" y="694181"/>
                  </a:lnTo>
                  <a:lnTo>
                    <a:pt x="1143000" y="694181"/>
                  </a:lnTo>
                  <a:close/>
                </a:path>
                <a:path w="2029460" h="699135">
                  <a:moveTo>
                    <a:pt x="1139952" y="694181"/>
                  </a:moveTo>
                  <a:lnTo>
                    <a:pt x="1139952" y="693419"/>
                  </a:lnTo>
                  <a:lnTo>
                    <a:pt x="1137666" y="693419"/>
                  </a:lnTo>
                  <a:lnTo>
                    <a:pt x="1137666" y="694181"/>
                  </a:lnTo>
                  <a:lnTo>
                    <a:pt x="1139952" y="694181"/>
                  </a:lnTo>
                  <a:close/>
                </a:path>
                <a:path w="2029460" h="699135">
                  <a:moveTo>
                    <a:pt x="1136904" y="694181"/>
                  </a:moveTo>
                  <a:lnTo>
                    <a:pt x="1136904" y="693419"/>
                  </a:lnTo>
                  <a:lnTo>
                    <a:pt x="1134618" y="693419"/>
                  </a:lnTo>
                  <a:lnTo>
                    <a:pt x="1134618" y="694181"/>
                  </a:lnTo>
                  <a:lnTo>
                    <a:pt x="1136904" y="694181"/>
                  </a:lnTo>
                  <a:close/>
                </a:path>
                <a:path w="2029460" h="699135">
                  <a:moveTo>
                    <a:pt x="1133856" y="694181"/>
                  </a:moveTo>
                  <a:lnTo>
                    <a:pt x="1133856" y="693419"/>
                  </a:lnTo>
                  <a:lnTo>
                    <a:pt x="1131570" y="693419"/>
                  </a:lnTo>
                  <a:lnTo>
                    <a:pt x="1131570" y="694181"/>
                  </a:lnTo>
                  <a:lnTo>
                    <a:pt x="1133856" y="694181"/>
                  </a:lnTo>
                  <a:close/>
                </a:path>
                <a:path w="2029460" h="699135">
                  <a:moveTo>
                    <a:pt x="1130808" y="694181"/>
                  </a:moveTo>
                  <a:lnTo>
                    <a:pt x="1130808" y="693419"/>
                  </a:lnTo>
                  <a:lnTo>
                    <a:pt x="1128522" y="693419"/>
                  </a:lnTo>
                  <a:lnTo>
                    <a:pt x="1128522" y="694181"/>
                  </a:lnTo>
                  <a:lnTo>
                    <a:pt x="1130808" y="694181"/>
                  </a:lnTo>
                  <a:close/>
                </a:path>
                <a:path w="2029460" h="699135">
                  <a:moveTo>
                    <a:pt x="1127760" y="694181"/>
                  </a:moveTo>
                  <a:lnTo>
                    <a:pt x="1127760" y="693419"/>
                  </a:lnTo>
                  <a:lnTo>
                    <a:pt x="1125474" y="693419"/>
                  </a:lnTo>
                  <a:lnTo>
                    <a:pt x="1125474" y="694181"/>
                  </a:lnTo>
                  <a:lnTo>
                    <a:pt x="1127760" y="694181"/>
                  </a:lnTo>
                  <a:close/>
                </a:path>
                <a:path w="2029460" h="699135">
                  <a:moveTo>
                    <a:pt x="1124712" y="694181"/>
                  </a:moveTo>
                  <a:lnTo>
                    <a:pt x="1124712" y="693419"/>
                  </a:lnTo>
                  <a:lnTo>
                    <a:pt x="1122426" y="693419"/>
                  </a:lnTo>
                  <a:lnTo>
                    <a:pt x="1122426" y="694181"/>
                  </a:lnTo>
                  <a:lnTo>
                    <a:pt x="1124712" y="694181"/>
                  </a:lnTo>
                  <a:close/>
                </a:path>
                <a:path w="2029460" h="699135">
                  <a:moveTo>
                    <a:pt x="1121664" y="694181"/>
                  </a:moveTo>
                  <a:lnTo>
                    <a:pt x="1121664" y="693419"/>
                  </a:lnTo>
                  <a:lnTo>
                    <a:pt x="1119378" y="693419"/>
                  </a:lnTo>
                  <a:lnTo>
                    <a:pt x="1119378" y="694181"/>
                  </a:lnTo>
                  <a:lnTo>
                    <a:pt x="1121664" y="694181"/>
                  </a:lnTo>
                  <a:close/>
                </a:path>
                <a:path w="2029460" h="699135">
                  <a:moveTo>
                    <a:pt x="1118616" y="694181"/>
                  </a:moveTo>
                  <a:lnTo>
                    <a:pt x="1118616" y="693419"/>
                  </a:lnTo>
                  <a:lnTo>
                    <a:pt x="1116330" y="693419"/>
                  </a:lnTo>
                  <a:lnTo>
                    <a:pt x="1116330" y="694181"/>
                  </a:lnTo>
                  <a:lnTo>
                    <a:pt x="1118616" y="694181"/>
                  </a:lnTo>
                  <a:close/>
                </a:path>
                <a:path w="2029460" h="699135">
                  <a:moveTo>
                    <a:pt x="1115568" y="694181"/>
                  </a:moveTo>
                  <a:lnTo>
                    <a:pt x="1115568" y="693419"/>
                  </a:lnTo>
                  <a:lnTo>
                    <a:pt x="1113282" y="693419"/>
                  </a:lnTo>
                  <a:lnTo>
                    <a:pt x="1113282" y="694181"/>
                  </a:lnTo>
                  <a:lnTo>
                    <a:pt x="1115568" y="694181"/>
                  </a:lnTo>
                  <a:close/>
                </a:path>
                <a:path w="2029460" h="699135">
                  <a:moveTo>
                    <a:pt x="1112520" y="694181"/>
                  </a:moveTo>
                  <a:lnTo>
                    <a:pt x="1112520" y="693419"/>
                  </a:lnTo>
                  <a:lnTo>
                    <a:pt x="1110234" y="693419"/>
                  </a:lnTo>
                  <a:lnTo>
                    <a:pt x="1110234" y="694181"/>
                  </a:lnTo>
                  <a:lnTo>
                    <a:pt x="1112520" y="694181"/>
                  </a:lnTo>
                  <a:close/>
                </a:path>
                <a:path w="2029460" h="699135">
                  <a:moveTo>
                    <a:pt x="1109472" y="694181"/>
                  </a:moveTo>
                  <a:lnTo>
                    <a:pt x="1109472" y="693419"/>
                  </a:lnTo>
                  <a:lnTo>
                    <a:pt x="1107186" y="693419"/>
                  </a:lnTo>
                  <a:lnTo>
                    <a:pt x="1107186" y="694181"/>
                  </a:lnTo>
                  <a:lnTo>
                    <a:pt x="1109472" y="694181"/>
                  </a:lnTo>
                  <a:close/>
                </a:path>
                <a:path w="2029460" h="699135">
                  <a:moveTo>
                    <a:pt x="1106424" y="694181"/>
                  </a:moveTo>
                  <a:lnTo>
                    <a:pt x="1106424" y="693419"/>
                  </a:lnTo>
                  <a:lnTo>
                    <a:pt x="1104138" y="693419"/>
                  </a:lnTo>
                  <a:lnTo>
                    <a:pt x="1104138" y="694181"/>
                  </a:lnTo>
                  <a:lnTo>
                    <a:pt x="1106424" y="694181"/>
                  </a:lnTo>
                  <a:close/>
                </a:path>
                <a:path w="2029460" h="699135">
                  <a:moveTo>
                    <a:pt x="1103376" y="694181"/>
                  </a:moveTo>
                  <a:lnTo>
                    <a:pt x="1103376" y="693419"/>
                  </a:lnTo>
                  <a:lnTo>
                    <a:pt x="1101090" y="693419"/>
                  </a:lnTo>
                  <a:lnTo>
                    <a:pt x="1101090" y="694181"/>
                  </a:lnTo>
                  <a:lnTo>
                    <a:pt x="1103376" y="694181"/>
                  </a:lnTo>
                  <a:close/>
                </a:path>
                <a:path w="2029460" h="699135">
                  <a:moveTo>
                    <a:pt x="1100328" y="694181"/>
                  </a:moveTo>
                  <a:lnTo>
                    <a:pt x="1100328" y="693419"/>
                  </a:lnTo>
                  <a:lnTo>
                    <a:pt x="1098042" y="693419"/>
                  </a:lnTo>
                  <a:lnTo>
                    <a:pt x="1098042" y="694181"/>
                  </a:lnTo>
                  <a:lnTo>
                    <a:pt x="1100328" y="694181"/>
                  </a:lnTo>
                  <a:close/>
                </a:path>
                <a:path w="2029460" h="699135">
                  <a:moveTo>
                    <a:pt x="1097280" y="694181"/>
                  </a:moveTo>
                  <a:lnTo>
                    <a:pt x="1097280" y="693419"/>
                  </a:lnTo>
                  <a:lnTo>
                    <a:pt x="1094994" y="693419"/>
                  </a:lnTo>
                  <a:lnTo>
                    <a:pt x="1094994" y="694181"/>
                  </a:lnTo>
                  <a:lnTo>
                    <a:pt x="1097280" y="694181"/>
                  </a:lnTo>
                  <a:close/>
                </a:path>
                <a:path w="2029460" h="699135">
                  <a:moveTo>
                    <a:pt x="1094232" y="694181"/>
                  </a:moveTo>
                  <a:lnTo>
                    <a:pt x="1094232" y="693419"/>
                  </a:lnTo>
                  <a:lnTo>
                    <a:pt x="1091946" y="693419"/>
                  </a:lnTo>
                  <a:lnTo>
                    <a:pt x="1091946" y="694181"/>
                  </a:lnTo>
                  <a:lnTo>
                    <a:pt x="1094232" y="694181"/>
                  </a:lnTo>
                  <a:close/>
                </a:path>
                <a:path w="2029460" h="699135">
                  <a:moveTo>
                    <a:pt x="1091184" y="694181"/>
                  </a:moveTo>
                  <a:lnTo>
                    <a:pt x="1091184" y="693419"/>
                  </a:lnTo>
                  <a:lnTo>
                    <a:pt x="1088898" y="693419"/>
                  </a:lnTo>
                  <a:lnTo>
                    <a:pt x="1088898" y="694181"/>
                  </a:lnTo>
                  <a:lnTo>
                    <a:pt x="1091184" y="694181"/>
                  </a:lnTo>
                  <a:close/>
                </a:path>
                <a:path w="2029460" h="699135">
                  <a:moveTo>
                    <a:pt x="1088136" y="694181"/>
                  </a:moveTo>
                  <a:lnTo>
                    <a:pt x="1088136" y="693419"/>
                  </a:lnTo>
                  <a:lnTo>
                    <a:pt x="1085850" y="693419"/>
                  </a:lnTo>
                  <a:lnTo>
                    <a:pt x="1085850" y="694181"/>
                  </a:lnTo>
                  <a:lnTo>
                    <a:pt x="1088136" y="694181"/>
                  </a:lnTo>
                  <a:close/>
                </a:path>
                <a:path w="2029460" h="699135">
                  <a:moveTo>
                    <a:pt x="1085088" y="694181"/>
                  </a:moveTo>
                  <a:lnTo>
                    <a:pt x="1085088" y="693419"/>
                  </a:lnTo>
                  <a:lnTo>
                    <a:pt x="1082802" y="693419"/>
                  </a:lnTo>
                  <a:lnTo>
                    <a:pt x="1082802" y="694181"/>
                  </a:lnTo>
                  <a:lnTo>
                    <a:pt x="1085088" y="694181"/>
                  </a:lnTo>
                  <a:close/>
                </a:path>
                <a:path w="2029460" h="699135">
                  <a:moveTo>
                    <a:pt x="1082040" y="694181"/>
                  </a:moveTo>
                  <a:lnTo>
                    <a:pt x="1082040" y="693419"/>
                  </a:lnTo>
                  <a:lnTo>
                    <a:pt x="1079754" y="693419"/>
                  </a:lnTo>
                  <a:lnTo>
                    <a:pt x="1079754" y="694181"/>
                  </a:lnTo>
                  <a:lnTo>
                    <a:pt x="1082040" y="694181"/>
                  </a:lnTo>
                  <a:close/>
                </a:path>
                <a:path w="2029460" h="699135">
                  <a:moveTo>
                    <a:pt x="1078992" y="694181"/>
                  </a:moveTo>
                  <a:lnTo>
                    <a:pt x="1078992" y="693419"/>
                  </a:lnTo>
                  <a:lnTo>
                    <a:pt x="1076706" y="693419"/>
                  </a:lnTo>
                  <a:lnTo>
                    <a:pt x="1076706" y="694181"/>
                  </a:lnTo>
                  <a:lnTo>
                    <a:pt x="1078992" y="694181"/>
                  </a:lnTo>
                  <a:close/>
                </a:path>
                <a:path w="2029460" h="699135">
                  <a:moveTo>
                    <a:pt x="1075944" y="694181"/>
                  </a:moveTo>
                  <a:lnTo>
                    <a:pt x="1075944" y="693419"/>
                  </a:lnTo>
                  <a:lnTo>
                    <a:pt x="1073658" y="693419"/>
                  </a:lnTo>
                  <a:lnTo>
                    <a:pt x="1073658" y="694181"/>
                  </a:lnTo>
                  <a:lnTo>
                    <a:pt x="1075944" y="694181"/>
                  </a:lnTo>
                  <a:close/>
                </a:path>
                <a:path w="2029460" h="699135">
                  <a:moveTo>
                    <a:pt x="1072896" y="694181"/>
                  </a:moveTo>
                  <a:lnTo>
                    <a:pt x="1072896" y="693419"/>
                  </a:lnTo>
                  <a:lnTo>
                    <a:pt x="1070610" y="693419"/>
                  </a:lnTo>
                  <a:lnTo>
                    <a:pt x="1070610" y="694181"/>
                  </a:lnTo>
                  <a:lnTo>
                    <a:pt x="1072896" y="694181"/>
                  </a:lnTo>
                  <a:close/>
                </a:path>
                <a:path w="2029460" h="699135">
                  <a:moveTo>
                    <a:pt x="1069848" y="694181"/>
                  </a:moveTo>
                  <a:lnTo>
                    <a:pt x="1069848" y="693419"/>
                  </a:lnTo>
                  <a:lnTo>
                    <a:pt x="1067562" y="693419"/>
                  </a:lnTo>
                  <a:lnTo>
                    <a:pt x="1067562" y="694181"/>
                  </a:lnTo>
                  <a:lnTo>
                    <a:pt x="1069848" y="694181"/>
                  </a:lnTo>
                  <a:close/>
                </a:path>
                <a:path w="2029460" h="699135">
                  <a:moveTo>
                    <a:pt x="1066800" y="694181"/>
                  </a:moveTo>
                  <a:lnTo>
                    <a:pt x="1066800" y="693419"/>
                  </a:lnTo>
                  <a:lnTo>
                    <a:pt x="1064514" y="693419"/>
                  </a:lnTo>
                  <a:lnTo>
                    <a:pt x="1064514" y="694181"/>
                  </a:lnTo>
                  <a:lnTo>
                    <a:pt x="1066800" y="694181"/>
                  </a:lnTo>
                  <a:close/>
                </a:path>
                <a:path w="2029460" h="699135">
                  <a:moveTo>
                    <a:pt x="1063752" y="694181"/>
                  </a:moveTo>
                  <a:lnTo>
                    <a:pt x="1063752" y="693419"/>
                  </a:lnTo>
                  <a:lnTo>
                    <a:pt x="1061466" y="693419"/>
                  </a:lnTo>
                  <a:lnTo>
                    <a:pt x="1061466" y="694181"/>
                  </a:lnTo>
                  <a:lnTo>
                    <a:pt x="1063752" y="694181"/>
                  </a:lnTo>
                  <a:close/>
                </a:path>
                <a:path w="2029460" h="699135">
                  <a:moveTo>
                    <a:pt x="1060704" y="694181"/>
                  </a:moveTo>
                  <a:lnTo>
                    <a:pt x="1060704" y="693419"/>
                  </a:lnTo>
                  <a:lnTo>
                    <a:pt x="1058418" y="693419"/>
                  </a:lnTo>
                  <a:lnTo>
                    <a:pt x="1058418" y="694181"/>
                  </a:lnTo>
                  <a:lnTo>
                    <a:pt x="1060704" y="694181"/>
                  </a:lnTo>
                  <a:close/>
                </a:path>
                <a:path w="2029460" h="699135">
                  <a:moveTo>
                    <a:pt x="1057656" y="694181"/>
                  </a:moveTo>
                  <a:lnTo>
                    <a:pt x="1057656" y="693419"/>
                  </a:lnTo>
                  <a:lnTo>
                    <a:pt x="1055370" y="693419"/>
                  </a:lnTo>
                  <a:lnTo>
                    <a:pt x="1055370" y="694181"/>
                  </a:lnTo>
                  <a:lnTo>
                    <a:pt x="1057656" y="694181"/>
                  </a:lnTo>
                  <a:close/>
                </a:path>
                <a:path w="2029460" h="699135">
                  <a:moveTo>
                    <a:pt x="1054608" y="694181"/>
                  </a:moveTo>
                  <a:lnTo>
                    <a:pt x="1054608" y="693419"/>
                  </a:lnTo>
                  <a:lnTo>
                    <a:pt x="1052322" y="693419"/>
                  </a:lnTo>
                  <a:lnTo>
                    <a:pt x="1052322" y="694181"/>
                  </a:lnTo>
                  <a:lnTo>
                    <a:pt x="1054608" y="694181"/>
                  </a:lnTo>
                  <a:close/>
                </a:path>
                <a:path w="2029460" h="699135">
                  <a:moveTo>
                    <a:pt x="1051560" y="694181"/>
                  </a:moveTo>
                  <a:lnTo>
                    <a:pt x="1051560" y="693419"/>
                  </a:lnTo>
                  <a:lnTo>
                    <a:pt x="1049274" y="693419"/>
                  </a:lnTo>
                  <a:lnTo>
                    <a:pt x="1049274" y="694181"/>
                  </a:lnTo>
                  <a:lnTo>
                    <a:pt x="1051560" y="694181"/>
                  </a:lnTo>
                  <a:close/>
                </a:path>
                <a:path w="2029460" h="699135">
                  <a:moveTo>
                    <a:pt x="1048512" y="694181"/>
                  </a:moveTo>
                  <a:lnTo>
                    <a:pt x="1048512" y="693419"/>
                  </a:lnTo>
                  <a:lnTo>
                    <a:pt x="1046226" y="693419"/>
                  </a:lnTo>
                  <a:lnTo>
                    <a:pt x="1046226" y="694181"/>
                  </a:lnTo>
                  <a:lnTo>
                    <a:pt x="1048512" y="694181"/>
                  </a:lnTo>
                  <a:close/>
                </a:path>
                <a:path w="2029460" h="699135">
                  <a:moveTo>
                    <a:pt x="1045464" y="694181"/>
                  </a:moveTo>
                  <a:lnTo>
                    <a:pt x="1045464" y="693419"/>
                  </a:lnTo>
                  <a:lnTo>
                    <a:pt x="1043178" y="693419"/>
                  </a:lnTo>
                  <a:lnTo>
                    <a:pt x="1043178" y="694181"/>
                  </a:lnTo>
                  <a:lnTo>
                    <a:pt x="1045464" y="694181"/>
                  </a:lnTo>
                  <a:close/>
                </a:path>
                <a:path w="2029460" h="699135">
                  <a:moveTo>
                    <a:pt x="1042416" y="694181"/>
                  </a:moveTo>
                  <a:lnTo>
                    <a:pt x="1042416" y="693419"/>
                  </a:lnTo>
                  <a:lnTo>
                    <a:pt x="1040130" y="693419"/>
                  </a:lnTo>
                  <a:lnTo>
                    <a:pt x="1040130" y="694181"/>
                  </a:lnTo>
                  <a:lnTo>
                    <a:pt x="1042416" y="694181"/>
                  </a:lnTo>
                  <a:close/>
                </a:path>
                <a:path w="2029460" h="699135">
                  <a:moveTo>
                    <a:pt x="1039368" y="694181"/>
                  </a:moveTo>
                  <a:lnTo>
                    <a:pt x="1039368" y="693419"/>
                  </a:lnTo>
                  <a:lnTo>
                    <a:pt x="1037082" y="693419"/>
                  </a:lnTo>
                  <a:lnTo>
                    <a:pt x="1037082" y="694181"/>
                  </a:lnTo>
                  <a:lnTo>
                    <a:pt x="1039368" y="694181"/>
                  </a:lnTo>
                  <a:close/>
                </a:path>
                <a:path w="2029460" h="699135">
                  <a:moveTo>
                    <a:pt x="1036320" y="694181"/>
                  </a:moveTo>
                  <a:lnTo>
                    <a:pt x="1036320" y="693419"/>
                  </a:lnTo>
                  <a:lnTo>
                    <a:pt x="1034034" y="693419"/>
                  </a:lnTo>
                  <a:lnTo>
                    <a:pt x="1034034" y="694181"/>
                  </a:lnTo>
                  <a:lnTo>
                    <a:pt x="1036320" y="694181"/>
                  </a:lnTo>
                  <a:close/>
                </a:path>
                <a:path w="2029460" h="699135">
                  <a:moveTo>
                    <a:pt x="1033272" y="694181"/>
                  </a:moveTo>
                  <a:lnTo>
                    <a:pt x="1033272" y="693419"/>
                  </a:lnTo>
                  <a:lnTo>
                    <a:pt x="1030986" y="693419"/>
                  </a:lnTo>
                  <a:lnTo>
                    <a:pt x="1030986" y="694181"/>
                  </a:lnTo>
                  <a:lnTo>
                    <a:pt x="1033272" y="694181"/>
                  </a:lnTo>
                  <a:close/>
                </a:path>
                <a:path w="2029460" h="699135">
                  <a:moveTo>
                    <a:pt x="1030224" y="694181"/>
                  </a:moveTo>
                  <a:lnTo>
                    <a:pt x="1030224" y="693419"/>
                  </a:lnTo>
                  <a:lnTo>
                    <a:pt x="1027938" y="693419"/>
                  </a:lnTo>
                  <a:lnTo>
                    <a:pt x="1027938" y="694181"/>
                  </a:lnTo>
                  <a:lnTo>
                    <a:pt x="1030224" y="694181"/>
                  </a:lnTo>
                  <a:close/>
                </a:path>
                <a:path w="2029460" h="699135">
                  <a:moveTo>
                    <a:pt x="1027176" y="694181"/>
                  </a:moveTo>
                  <a:lnTo>
                    <a:pt x="1027176" y="693419"/>
                  </a:lnTo>
                  <a:lnTo>
                    <a:pt x="1024890" y="693419"/>
                  </a:lnTo>
                  <a:lnTo>
                    <a:pt x="1024890" y="694181"/>
                  </a:lnTo>
                  <a:lnTo>
                    <a:pt x="1027176" y="694181"/>
                  </a:lnTo>
                  <a:close/>
                </a:path>
                <a:path w="2029460" h="699135">
                  <a:moveTo>
                    <a:pt x="1024128" y="694181"/>
                  </a:moveTo>
                  <a:lnTo>
                    <a:pt x="1024128" y="693419"/>
                  </a:lnTo>
                  <a:lnTo>
                    <a:pt x="1021842" y="693419"/>
                  </a:lnTo>
                  <a:lnTo>
                    <a:pt x="1021842" y="694181"/>
                  </a:lnTo>
                  <a:lnTo>
                    <a:pt x="1024128" y="694181"/>
                  </a:lnTo>
                  <a:close/>
                </a:path>
                <a:path w="2029460" h="699135">
                  <a:moveTo>
                    <a:pt x="1021080" y="694181"/>
                  </a:moveTo>
                  <a:lnTo>
                    <a:pt x="1021080" y="693419"/>
                  </a:lnTo>
                  <a:lnTo>
                    <a:pt x="1018794" y="693419"/>
                  </a:lnTo>
                  <a:lnTo>
                    <a:pt x="1018794" y="694181"/>
                  </a:lnTo>
                  <a:lnTo>
                    <a:pt x="1021080" y="694181"/>
                  </a:lnTo>
                  <a:close/>
                </a:path>
                <a:path w="2029460" h="699135">
                  <a:moveTo>
                    <a:pt x="1018032" y="694181"/>
                  </a:moveTo>
                  <a:lnTo>
                    <a:pt x="1018032" y="693419"/>
                  </a:lnTo>
                  <a:lnTo>
                    <a:pt x="1015746" y="693419"/>
                  </a:lnTo>
                  <a:lnTo>
                    <a:pt x="1015746" y="694181"/>
                  </a:lnTo>
                  <a:lnTo>
                    <a:pt x="1018032" y="694181"/>
                  </a:lnTo>
                  <a:close/>
                </a:path>
                <a:path w="2029460" h="699135">
                  <a:moveTo>
                    <a:pt x="1014984" y="694181"/>
                  </a:moveTo>
                  <a:lnTo>
                    <a:pt x="1014984" y="693419"/>
                  </a:lnTo>
                  <a:lnTo>
                    <a:pt x="1012698" y="693419"/>
                  </a:lnTo>
                  <a:lnTo>
                    <a:pt x="1012698" y="694181"/>
                  </a:lnTo>
                  <a:lnTo>
                    <a:pt x="1014984" y="694181"/>
                  </a:lnTo>
                  <a:close/>
                </a:path>
                <a:path w="2029460" h="699135">
                  <a:moveTo>
                    <a:pt x="1011936" y="694181"/>
                  </a:moveTo>
                  <a:lnTo>
                    <a:pt x="1011936" y="693419"/>
                  </a:lnTo>
                  <a:lnTo>
                    <a:pt x="1009650" y="693419"/>
                  </a:lnTo>
                  <a:lnTo>
                    <a:pt x="1009650" y="694181"/>
                  </a:lnTo>
                  <a:lnTo>
                    <a:pt x="1011936" y="694181"/>
                  </a:lnTo>
                  <a:close/>
                </a:path>
                <a:path w="2029460" h="699135">
                  <a:moveTo>
                    <a:pt x="1008888" y="694181"/>
                  </a:moveTo>
                  <a:lnTo>
                    <a:pt x="1008888" y="693419"/>
                  </a:lnTo>
                  <a:lnTo>
                    <a:pt x="1006602" y="693419"/>
                  </a:lnTo>
                  <a:lnTo>
                    <a:pt x="1006602" y="694181"/>
                  </a:lnTo>
                  <a:lnTo>
                    <a:pt x="1008888" y="694181"/>
                  </a:lnTo>
                  <a:close/>
                </a:path>
                <a:path w="2029460" h="699135">
                  <a:moveTo>
                    <a:pt x="1005840" y="694181"/>
                  </a:moveTo>
                  <a:lnTo>
                    <a:pt x="1005840" y="693419"/>
                  </a:lnTo>
                  <a:lnTo>
                    <a:pt x="1003554" y="693419"/>
                  </a:lnTo>
                  <a:lnTo>
                    <a:pt x="1003554" y="694181"/>
                  </a:lnTo>
                  <a:lnTo>
                    <a:pt x="1005840" y="694181"/>
                  </a:lnTo>
                  <a:close/>
                </a:path>
                <a:path w="2029460" h="699135">
                  <a:moveTo>
                    <a:pt x="1002792" y="694181"/>
                  </a:moveTo>
                  <a:lnTo>
                    <a:pt x="1002792" y="693419"/>
                  </a:lnTo>
                  <a:lnTo>
                    <a:pt x="1002030" y="693419"/>
                  </a:lnTo>
                  <a:lnTo>
                    <a:pt x="1002030" y="692657"/>
                  </a:lnTo>
                  <a:lnTo>
                    <a:pt x="1001268" y="692657"/>
                  </a:lnTo>
                  <a:lnTo>
                    <a:pt x="1001268" y="694181"/>
                  </a:lnTo>
                  <a:lnTo>
                    <a:pt x="1002792" y="694181"/>
                  </a:lnTo>
                  <a:close/>
                </a:path>
                <a:path w="2029460" h="699135">
                  <a:moveTo>
                    <a:pt x="1002030" y="691895"/>
                  </a:moveTo>
                  <a:lnTo>
                    <a:pt x="1002030" y="689609"/>
                  </a:lnTo>
                  <a:lnTo>
                    <a:pt x="1001268" y="689609"/>
                  </a:lnTo>
                  <a:lnTo>
                    <a:pt x="1001268" y="691895"/>
                  </a:lnTo>
                  <a:lnTo>
                    <a:pt x="1002030" y="691895"/>
                  </a:lnTo>
                  <a:close/>
                </a:path>
                <a:path w="2029460" h="699135">
                  <a:moveTo>
                    <a:pt x="1002030" y="688847"/>
                  </a:moveTo>
                  <a:lnTo>
                    <a:pt x="1002030" y="686561"/>
                  </a:lnTo>
                  <a:lnTo>
                    <a:pt x="1001268" y="686561"/>
                  </a:lnTo>
                  <a:lnTo>
                    <a:pt x="1001268" y="688847"/>
                  </a:lnTo>
                  <a:lnTo>
                    <a:pt x="1002030" y="688847"/>
                  </a:lnTo>
                  <a:close/>
                </a:path>
                <a:path w="2029460" h="699135">
                  <a:moveTo>
                    <a:pt x="1002030" y="685799"/>
                  </a:moveTo>
                  <a:lnTo>
                    <a:pt x="1002030" y="683513"/>
                  </a:lnTo>
                  <a:lnTo>
                    <a:pt x="1001268" y="683513"/>
                  </a:lnTo>
                  <a:lnTo>
                    <a:pt x="1001268" y="685799"/>
                  </a:lnTo>
                  <a:lnTo>
                    <a:pt x="1002030" y="685799"/>
                  </a:lnTo>
                  <a:close/>
                </a:path>
                <a:path w="2029460" h="699135">
                  <a:moveTo>
                    <a:pt x="1002030" y="682751"/>
                  </a:moveTo>
                  <a:lnTo>
                    <a:pt x="1002030" y="680465"/>
                  </a:lnTo>
                  <a:lnTo>
                    <a:pt x="1001268" y="680465"/>
                  </a:lnTo>
                  <a:lnTo>
                    <a:pt x="1001268" y="682751"/>
                  </a:lnTo>
                  <a:lnTo>
                    <a:pt x="1002030" y="682751"/>
                  </a:lnTo>
                  <a:close/>
                </a:path>
                <a:path w="2029460" h="699135">
                  <a:moveTo>
                    <a:pt x="1002030" y="679703"/>
                  </a:moveTo>
                  <a:lnTo>
                    <a:pt x="1002030" y="677417"/>
                  </a:lnTo>
                  <a:lnTo>
                    <a:pt x="1001268" y="677417"/>
                  </a:lnTo>
                  <a:lnTo>
                    <a:pt x="1001268" y="679703"/>
                  </a:lnTo>
                  <a:lnTo>
                    <a:pt x="1002030" y="679703"/>
                  </a:lnTo>
                  <a:close/>
                </a:path>
                <a:path w="2029460" h="699135">
                  <a:moveTo>
                    <a:pt x="1002030" y="676655"/>
                  </a:moveTo>
                  <a:lnTo>
                    <a:pt x="1002030" y="674369"/>
                  </a:lnTo>
                  <a:lnTo>
                    <a:pt x="1001268" y="674369"/>
                  </a:lnTo>
                  <a:lnTo>
                    <a:pt x="1001268" y="676655"/>
                  </a:lnTo>
                  <a:lnTo>
                    <a:pt x="1002030" y="676655"/>
                  </a:lnTo>
                  <a:close/>
                </a:path>
                <a:path w="2029460" h="699135">
                  <a:moveTo>
                    <a:pt x="1002030" y="673607"/>
                  </a:moveTo>
                  <a:lnTo>
                    <a:pt x="1002030" y="671321"/>
                  </a:lnTo>
                  <a:lnTo>
                    <a:pt x="1001268" y="671321"/>
                  </a:lnTo>
                  <a:lnTo>
                    <a:pt x="1001268" y="673607"/>
                  </a:lnTo>
                  <a:lnTo>
                    <a:pt x="1002030" y="673607"/>
                  </a:lnTo>
                  <a:close/>
                </a:path>
                <a:path w="2029460" h="699135">
                  <a:moveTo>
                    <a:pt x="1002030" y="670559"/>
                  </a:moveTo>
                  <a:lnTo>
                    <a:pt x="1002030" y="668273"/>
                  </a:lnTo>
                  <a:lnTo>
                    <a:pt x="1001268" y="668273"/>
                  </a:lnTo>
                  <a:lnTo>
                    <a:pt x="1001268" y="670559"/>
                  </a:lnTo>
                  <a:lnTo>
                    <a:pt x="1002030" y="670559"/>
                  </a:lnTo>
                  <a:close/>
                </a:path>
                <a:path w="2029460" h="699135">
                  <a:moveTo>
                    <a:pt x="1002030" y="667511"/>
                  </a:moveTo>
                  <a:lnTo>
                    <a:pt x="1002030" y="665225"/>
                  </a:lnTo>
                  <a:lnTo>
                    <a:pt x="1001268" y="665225"/>
                  </a:lnTo>
                  <a:lnTo>
                    <a:pt x="1001268" y="667511"/>
                  </a:lnTo>
                  <a:lnTo>
                    <a:pt x="1002030" y="667511"/>
                  </a:lnTo>
                  <a:close/>
                </a:path>
                <a:path w="2029460" h="699135">
                  <a:moveTo>
                    <a:pt x="1002792" y="664463"/>
                  </a:moveTo>
                  <a:lnTo>
                    <a:pt x="1002792" y="662177"/>
                  </a:lnTo>
                  <a:lnTo>
                    <a:pt x="1002030" y="662177"/>
                  </a:lnTo>
                  <a:lnTo>
                    <a:pt x="1002030" y="664463"/>
                  </a:lnTo>
                  <a:lnTo>
                    <a:pt x="1002792" y="664463"/>
                  </a:lnTo>
                  <a:close/>
                </a:path>
                <a:path w="2029460" h="699135">
                  <a:moveTo>
                    <a:pt x="1002792" y="661415"/>
                  </a:moveTo>
                  <a:lnTo>
                    <a:pt x="1002792" y="659129"/>
                  </a:lnTo>
                  <a:lnTo>
                    <a:pt x="1002030" y="659129"/>
                  </a:lnTo>
                  <a:lnTo>
                    <a:pt x="1002030" y="661415"/>
                  </a:lnTo>
                  <a:lnTo>
                    <a:pt x="1002792" y="661415"/>
                  </a:lnTo>
                  <a:close/>
                </a:path>
                <a:path w="2029460" h="699135">
                  <a:moveTo>
                    <a:pt x="1002792" y="658367"/>
                  </a:moveTo>
                  <a:lnTo>
                    <a:pt x="1002792" y="656081"/>
                  </a:lnTo>
                  <a:lnTo>
                    <a:pt x="1002030" y="656081"/>
                  </a:lnTo>
                  <a:lnTo>
                    <a:pt x="1002030" y="658367"/>
                  </a:lnTo>
                  <a:lnTo>
                    <a:pt x="1002792" y="658367"/>
                  </a:lnTo>
                  <a:close/>
                </a:path>
                <a:path w="2029460" h="699135">
                  <a:moveTo>
                    <a:pt x="1002792" y="655319"/>
                  </a:moveTo>
                  <a:lnTo>
                    <a:pt x="1002792" y="653033"/>
                  </a:lnTo>
                  <a:lnTo>
                    <a:pt x="1002030" y="653033"/>
                  </a:lnTo>
                  <a:lnTo>
                    <a:pt x="1002030" y="655319"/>
                  </a:lnTo>
                  <a:lnTo>
                    <a:pt x="1002792" y="655319"/>
                  </a:lnTo>
                  <a:close/>
                </a:path>
                <a:path w="2029460" h="699135">
                  <a:moveTo>
                    <a:pt x="1002792" y="652271"/>
                  </a:moveTo>
                  <a:lnTo>
                    <a:pt x="1002792" y="649985"/>
                  </a:lnTo>
                  <a:lnTo>
                    <a:pt x="1002030" y="649985"/>
                  </a:lnTo>
                  <a:lnTo>
                    <a:pt x="1002030" y="652271"/>
                  </a:lnTo>
                  <a:lnTo>
                    <a:pt x="1002792" y="652271"/>
                  </a:lnTo>
                  <a:close/>
                </a:path>
                <a:path w="2029460" h="699135">
                  <a:moveTo>
                    <a:pt x="1002792" y="649223"/>
                  </a:moveTo>
                  <a:lnTo>
                    <a:pt x="1002792" y="646937"/>
                  </a:lnTo>
                  <a:lnTo>
                    <a:pt x="1002030" y="646937"/>
                  </a:lnTo>
                  <a:lnTo>
                    <a:pt x="1002030" y="649223"/>
                  </a:lnTo>
                  <a:lnTo>
                    <a:pt x="1002792" y="649223"/>
                  </a:lnTo>
                  <a:close/>
                </a:path>
                <a:path w="2029460" h="699135">
                  <a:moveTo>
                    <a:pt x="1002792" y="646175"/>
                  </a:moveTo>
                  <a:lnTo>
                    <a:pt x="1002792" y="643889"/>
                  </a:lnTo>
                  <a:lnTo>
                    <a:pt x="1002030" y="643889"/>
                  </a:lnTo>
                  <a:lnTo>
                    <a:pt x="1002030" y="646175"/>
                  </a:lnTo>
                  <a:lnTo>
                    <a:pt x="1002792" y="646175"/>
                  </a:lnTo>
                  <a:close/>
                </a:path>
                <a:path w="2029460" h="699135">
                  <a:moveTo>
                    <a:pt x="1002792" y="643127"/>
                  </a:moveTo>
                  <a:lnTo>
                    <a:pt x="1002792" y="640841"/>
                  </a:lnTo>
                  <a:lnTo>
                    <a:pt x="1002030" y="640841"/>
                  </a:lnTo>
                  <a:lnTo>
                    <a:pt x="1002030" y="643127"/>
                  </a:lnTo>
                  <a:lnTo>
                    <a:pt x="1002792" y="643127"/>
                  </a:lnTo>
                  <a:close/>
                </a:path>
                <a:path w="2029460" h="699135">
                  <a:moveTo>
                    <a:pt x="1002792" y="640079"/>
                  </a:moveTo>
                  <a:lnTo>
                    <a:pt x="1002792" y="637793"/>
                  </a:lnTo>
                  <a:lnTo>
                    <a:pt x="1002030" y="637793"/>
                  </a:lnTo>
                  <a:lnTo>
                    <a:pt x="1002030" y="640079"/>
                  </a:lnTo>
                  <a:lnTo>
                    <a:pt x="1002792" y="640079"/>
                  </a:lnTo>
                  <a:close/>
                </a:path>
                <a:path w="2029460" h="699135">
                  <a:moveTo>
                    <a:pt x="1002792" y="637031"/>
                  </a:moveTo>
                  <a:lnTo>
                    <a:pt x="1002792" y="634745"/>
                  </a:lnTo>
                  <a:lnTo>
                    <a:pt x="1002030" y="634745"/>
                  </a:lnTo>
                  <a:lnTo>
                    <a:pt x="1002030" y="637031"/>
                  </a:lnTo>
                  <a:lnTo>
                    <a:pt x="1002792" y="637031"/>
                  </a:lnTo>
                  <a:close/>
                </a:path>
                <a:path w="2029460" h="699135">
                  <a:moveTo>
                    <a:pt x="1002792" y="633983"/>
                  </a:moveTo>
                  <a:lnTo>
                    <a:pt x="1002792" y="631697"/>
                  </a:lnTo>
                  <a:lnTo>
                    <a:pt x="1002030" y="631697"/>
                  </a:lnTo>
                  <a:lnTo>
                    <a:pt x="1002030" y="633983"/>
                  </a:lnTo>
                  <a:lnTo>
                    <a:pt x="1002792" y="633983"/>
                  </a:lnTo>
                  <a:close/>
                </a:path>
                <a:path w="2029460" h="699135">
                  <a:moveTo>
                    <a:pt x="1002792" y="630935"/>
                  </a:moveTo>
                  <a:lnTo>
                    <a:pt x="1002792" y="628649"/>
                  </a:lnTo>
                  <a:lnTo>
                    <a:pt x="1002030" y="628649"/>
                  </a:lnTo>
                  <a:lnTo>
                    <a:pt x="1002030" y="630935"/>
                  </a:lnTo>
                  <a:lnTo>
                    <a:pt x="1002792" y="630935"/>
                  </a:lnTo>
                  <a:close/>
                </a:path>
                <a:path w="2029460" h="699135">
                  <a:moveTo>
                    <a:pt x="1002792" y="627887"/>
                  </a:moveTo>
                  <a:lnTo>
                    <a:pt x="1002792" y="625601"/>
                  </a:lnTo>
                  <a:lnTo>
                    <a:pt x="1002030" y="625601"/>
                  </a:lnTo>
                  <a:lnTo>
                    <a:pt x="1002030" y="627887"/>
                  </a:lnTo>
                  <a:lnTo>
                    <a:pt x="1002792" y="627887"/>
                  </a:lnTo>
                  <a:close/>
                </a:path>
                <a:path w="2029460" h="699135">
                  <a:moveTo>
                    <a:pt x="1002792" y="624839"/>
                  </a:moveTo>
                  <a:lnTo>
                    <a:pt x="1002792" y="622553"/>
                  </a:lnTo>
                  <a:lnTo>
                    <a:pt x="1002030" y="622553"/>
                  </a:lnTo>
                  <a:lnTo>
                    <a:pt x="1002030" y="624839"/>
                  </a:lnTo>
                  <a:lnTo>
                    <a:pt x="1002792" y="624839"/>
                  </a:lnTo>
                  <a:close/>
                </a:path>
                <a:path w="2029460" h="699135">
                  <a:moveTo>
                    <a:pt x="1002792" y="621791"/>
                  </a:moveTo>
                  <a:lnTo>
                    <a:pt x="1002792" y="619505"/>
                  </a:lnTo>
                  <a:lnTo>
                    <a:pt x="1002030" y="619505"/>
                  </a:lnTo>
                  <a:lnTo>
                    <a:pt x="1002030" y="621791"/>
                  </a:lnTo>
                  <a:lnTo>
                    <a:pt x="1002792" y="621791"/>
                  </a:lnTo>
                  <a:close/>
                </a:path>
                <a:path w="2029460" h="699135">
                  <a:moveTo>
                    <a:pt x="1002792" y="618743"/>
                  </a:moveTo>
                  <a:lnTo>
                    <a:pt x="1002792" y="616457"/>
                  </a:lnTo>
                  <a:lnTo>
                    <a:pt x="1002030" y="616457"/>
                  </a:lnTo>
                  <a:lnTo>
                    <a:pt x="1002030" y="618743"/>
                  </a:lnTo>
                  <a:lnTo>
                    <a:pt x="1002792" y="618743"/>
                  </a:lnTo>
                  <a:close/>
                </a:path>
                <a:path w="2029460" h="699135">
                  <a:moveTo>
                    <a:pt x="1002792" y="615695"/>
                  </a:moveTo>
                  <a:lnTo>
                    <a:pt x="1002792" y="613409"/>
                  </a:lnTo>
                  <a:lnTo>
                    <a:pt x="1002030" y="613409"/>
                  </a:lnTo>
                  <a:lnTo>
                    <a:pt x="1002030" y="615695"/>
                  </a:lnTo>
                  <a:lnTo>
                    <a:pt x="1002792" y="615695"/>
                  </a:lnTo>
                  <a:close/>
                </a:path>
                <a:path w="2029460" h="699135">
                  <a:moveTo>
                    <a:pt x="1002792" y="612647"/>
                  </a:moveTo>
                  <a:lnTo>
                    <a:pt x="1002792" y="610361"/>
                  </a:lnTo>
                  <a:lnTo>
                    <a:pt x="1002030" y="610361"/>
                  </a:lnTo>
                  <a:lnTo>
                    <a:pt x="1002030" y="612647"/>
                  </a:lnTo>
                  <a:lnTo>
                    <a:pt x="1002792" y="612647"/>
                  </a:lnTo>
                  <a:close/>
                </a:path>
                <a:path w="2029460" h="699135">
                  <a:moveTo>
                    <a:pt x="1002792" y="609599"/>
                  </a:moveTo>
                  <a:lnTo>
                    <a:pt x="1002792" y="607313"/>
                  </a:lnTo>
                  <a:lnTo>
                    <a:pt x="1002030" y="607313"/>
                  </a:lnTo>
                  <a:lnTo>
                    <a:pt x="1002030" y="609599"/>
                  </a:lnTo>
                  <a:lnTo>
                    <a:pt x="1002792" y="609599"/>
                  </a:lnTo>
                  <a:close/>
                </a:path>
                <a:path w="2029460" h="699135">
                  <a:moveTo>
                    <a:pt x="1002792" y="606551"/>
                  </a:moveTo>
                  <a:lnTo>
                    <a:pt x="1002792" y="604265"/>
                  </a:lnTo>
                  <a:lnTo>
                    <a:pt x="1002030" y="604265"/>
                  </a:lnTo>
                  <a:lnTo>
                    <a:pt x="1002030" y="606551"/>
                  </a:lnTo>
                  <a:lnTo>
                    <a:pt x="1002792" y="606551"/>
                  </a:lnTo>
                  <a:close/>
                </a:path>
                <a:path w="2029460" h="699135">
                  <a:moveTo>
                    <a:pt x="1002792" y="603503"/>
                  </a:moveTo>
                  <a:lnTo>
                    <a:pt x="1002792" y="601217"/>
                  </a:lnTo>
                  <a:lnTo>
                    <a:pt x="1002030" y="601217"/>
                  </a:lnTo>
                  <a:lnTo>
                    <a:pt x="1002030" y="603503"/>
                  </a:lnTo>
                  <a:lnTo>
                    <a:pt x="1002792" y="603503"/>
                  </a:lnTo>
                  <a:close/>
                </a:path>
                <a:path w="2029460" h="699135">
                  <a:moveTo>
                    <a:pt x="1002792" y="600455"/>
                  </a:moveTo>
                  <a:lnTo>
                    <a:pt x="1002792" y="598169"/>
                  </a:lnTo>
                  <a:lnTo>
                    <a:pt x="1002030" y="598169"/>
                  </a:lnTo>
                  <a:lnTo>
                    <a:pt x="1002030" y="600455"/>
                  </a:lnTo>
                  <a:lnTo>
                    <a:pt x="1002792" y="600455"/>
                  </a:lnTo>
                  <a:close/>
                </a:path>
                <a:path w="2029460" h="699135">
                  <a:moveTo>
                    <a:pt x="1002792" y="597407"/>
                  </a:moveTo>
                  <a:lnTo>
                    <a:pt x="1002792" y="595121"/>
                  </a:lnTo>
                  <a:lnTo>
                    <a:pt x="1002030" y="595121"/>
                  </a:lnTo>
                  <a:lnTo>
                    <a:pt x="1002030" y="597407"/>
                  </a:lnTo>
                  <a:lnTo>
                    <a:pt x="1002792" y="597407"/>
                  </a:lnTo>
                  <a:close/>
                </a:path>
                <a:path w="2029460" h="699135">
                  <a:moveTo>
                    <a:pt x="1002792" y="594359"/>
                  </a:moveTo>
                  <a:lnTo>
                    <a:pt x="1002792" y="592073"/>
                  </a:lnTo>
                  <a:lnTo>
                    <a:pt x="1002030" y="592073"/>
                  </a:lnTo>
                  <a:lnTo>
                    <a:pt x="1002030" y="594359"/>
                  </a:lnTo>
                  <a:lnTo>
                    <a:pt x="1002792" y="594359"/>
                  </a:lnTo>
                  <a:close/>
                </a:path>
                <a:path w="2029460" h="699135">
                  <a:moveTo>
                    <a:pt x="1002792" y="591311"/>
                  </a:moveTo>
                  <a:lnTo>
                    <a:pt x="1002792" y="589025"/>
                  </a:lnTo>
                  <a:lnTo>
                    <a:pt x="1002030" y="589025"/>
                  </a:lnTo>
                  <a:lnTo>
                    <a:pt x="1002030" y="591311"/>
                  </a:lnTo>
                  <a:lnTo>
                    <a:pt x="1002792" y="591311"/>
                  </a:lnTo>
                  <a:close/>
                </a:path>
                <a:path w="2029460" h="699135">
                  <a:moveTo>
                    <a:pt x="1002792" y="588263"/>
                  </a:moveTo>
                  <a:lnTo>
                    <a:pt x="1002792" y="585977"/>
                  </a:lnTo>
                  <a:lnTo>
                    <a:pt x="1002030" y="585977"/>
                  </a:lnTo>
                  <a:lnTo>
                    <a:pt x="1002030" y="588263"/>
                  </a:lnTo>
                  <a:lnTo>
                    <a:pt x="1002792" y="588263"/>
                  </a:lnTo>
                  <a:close/>
                </a:path>
                <a:path w="2029460" h="699135">
                  <a:moveTo>
                    <a:pt x="1002792" y="585215"/>
                  </a:moveTo>
                  <a:lnTo>
                    <a:pt x="1002792" y="582929"/>
                  </a:lnTo>
                  <a:lnTo>
                    <a:pt x="1002030" y="582929"/>
                  </a:lnTo>
                  <a:lnTo>
                    <a:pt x="1002030" y="585215"/>
                  </a:lnTo>
                  <a:lnTo>
                    <a:pt x="1002792" y="585215"/>
                  </a:lnTo>
                  <a:close/>
                </a:path>
                <a:path w="2029460" h="699135">
                  <a:moveTo>
                    <a:pt x="1002792" y="582167"/>
                  </a:moveTo>
                  <a:lnTo>
                    <a:pt x="1002792" y="579881"/>
                  </a:lnTo>
                  <a:lnTo>
                    <a:pt x="1002030" y="579881"/>
                  </a:lnTo>
                  <a:lnTo>
                    <a:pt x="1002030" y="582167"/>
                  </a:lnTo>
                  <a:lnTo>
                    <a:pt x="1002792" y="582167"/>
                  </a:lnTo>
                  <a:close/>
                </a:path>
                <a:path w="2029460" h="699135">
                  <a:moveTo>
                    <a:pt x="1002792" y="579119"/>
                  </a:moveTo>
                  <a:lnTo>
                    <a:pt x="1002792" y="576833"/>
                  </a:lnTo>
                  <a:lnTo>
                    <a:pt x="1002030" y="576833"/>
                  </a:lnTo>
                  <a:lnTo>
                    <a:pt x="1002030" y="579119"/>
                  </a:lnTo>
                  <a:lnTo>
                    <a:pt x="1002792" y="579119"/>
                  </a:lnTo>
                  <a:close/>
                </a:path>
                <a:path w="2029460" h="699135">
                  <a:moveTo>
                    <a:pt x="1002792" y="576071"/>
                  </a:moveTo>
                  <a:lnTo>
                    <a:pt x="1002792" y="573785"/>
                  </a:lnTo>
                  <a:lnTo>
                    <a:pt x="1002030" y="573785"/>
                  </a:lnTo>
                  <a:lnTo>
                    <a:pt x="1002030" y="576071"/>
                  </a:lnTo>
                  <a:lnTo>
                    <a:pt x="1002792" y="576071"/>
                  </a:lnTo>
                  <a:close/>
                </a:path>
                <a:path w="2029460" h="699135">
                  <a:moveTo>
                    <a:pt x="1002792" y="573023"/>
                  </a:moveTo>
                  <a:lnTo>
                    <a:pt x="1002792" y="570737"/>
                  </a:lnTo>
                  <a:lnTo>
                    <a:pt x="1002030" y="570737"/>
                  </a:lnTo>
                  <a:lnTo>
                    <a:pt x="1002030" y="573023"/>
                  </a:lnTo>
                  <a:lnTo>
                    <a:pt x="1002792" y="573023"/>
                  </a:lnTo>
                  <a:close/>
                </a:path>
                <a:path w="2029460" h="699135">
                  <a:moveTo>
                    <a:pt x="1002792" y="569975"/>
                  </a:moveTo>
                  <a:lnTo>
                    <a:pt x="1002792" y="567689"/>
                  </a:lnTo>
                  <a:lnTo>
                    <a:pt x="1002030" y="567689"/>
                  </a:lnTo>
                  <a:lnTo>
                    <a:pt x="1002030" y="569975"/>
                  </a:lnTo>
                  <a:lnTo>
                    <a:pt x="1002792" y="569975"/>
                  </a:lnTo>
                  <a:close/>
                </a:path>
                <a:path w="2029460" h="699135">
                  <a:moveTo>
                    <a:pt x="1002792" y="566927"/>
                  </a:moveTo>
                  <a:lnTo>
                    <a:pt x="1002792" y="564641"/>
                  </a:lnTo>
                  <a:lnTo>
                    <a:pt x="1002030" y="564641"/>
                  </a:lnTo>
                  <a:lnTo>
                    <a:pt x="1002030" y="566927"/>
                  </a:lnTo>
                  <a:lnTo>
                    <a:pt x="1002792" y="566927"/>
                  </a:lnTo>
                  <a:close/>
                </a:path>
                <a:path w="2029460" h="699135">
                  <a:moveTo>
                    <a:pt x="1002792" y="563879"/>
                  </a:moveTo>
                  <a:lnTo>
                    <a:pt x="1002792" y="561593"/>
                  </a:lnTo>
                  <a:lnTo>
                    <a:pt x="1002030" y="561593"/>
                  </a:lnTo>
                  <a:lnTo>
                    <a:pt x="1002030" y="563879"/>
                  </a:lnTo>
                  <a:lnTo>
                    <a:pt x="1002792" y="563879"/>
                  </a:lnTo>
                  <a:close/>
                </a:path>
                <a:path w="2029460" h="699135">
                  <a:moveTo>
                    <a:pt x="1002792" y="560831"/>
                  </a:moveTo>
                  <a:lnTo>
                    <a:pt x="1002792" y="558545"/>
                  </a:lnTo>
                  <a:lnTo>
                    <a:pt x="1002030" y="558545"/>
                  </a:lnTo>
                  <a:lnTo>
                    <a:pt x="1002030" y="560831"/>
                  </a:lnTo>
                  <a:lnTo>
                    <a:pt x="1002792" y="560831"/>
                  </a:lnTo>
                  <a:close/>
                </a:path>
                <a:path w="2029460" h="699135">
                  <a:moveTo>
                    <a:pt x="1002792" y="557783"/>
                  </a:moveTo>
                  <a:lnTo>
                    <a:pt x="1002792" y="555497"/>
                  </a:lnTo>
                  <a:lnTo>
                    <a:pt x="1002030" y="555497"/>
                  </a:lnTo>
                  <a:lnTo>
                    <a:pt x="1002030" y="557783"/>
                  </a:lnTo>
                  <a:lnTo>
                    <a:pt x="1002792" y="557783"/>
                  </a:lnTo>
                  <a:close/>
                </a:path>
                <a:path w="2029460" h="699135">
                  <a:moveTo>
                    <a:pt x="1002792" y="554735"/>
                  </a:moveTo>
                  <a:lnTo>
                    <a:pt x="1002792" y="552449"/>
                  </a:lnTo>
                  <a:lnTo>
                    <a:pt x="1002030" y="552449"/>
                  </a:lnTo>
                  <a:lnTo>
                    <a:pt x="1002030" y="554735"/>
                  </a:lnTo>
                  <a:lnTo>
                    <a:pt x="1002792" y="554735"/>
                  </a:lnTo>
                  <a:close/>
                </a:path>
                <a:path w="2029460" h="699135">
                  <a:moveTo>
                    <a:pt x="1003554" y="549401"/>
                  </a:moveTo>
                  <a:lnTo>
                    <a:pt x="1002792" y="549401"/>
                  </a:lnTo>
                  <a:lnTo>
                    <a:pt x="1002030" y="551687"/>
                  </a:lnTo>
                  <a:lnTo>
                    <a:pt x="1002792" y="551687"/>
                  </a:lnTo>
                  <a:lnTo>
                    <a:pt x="1003554" y="549401"/>
                  </a:lnTo>
                  <a:close/>
                </a:path>
                <a:path w="2029460" h="699135">
                  <a:moveTo>
                    <a:pt x="1003554" y="548639"/>
                  </a:moveTo>
                  <a:lnTo>
                    <a:pt x="1003554" y="546353"/>
                  </a:lnTo>
                  <a:lnTo>
                    <a:pt x="1002792" y="546353"/>
                  </a:lnTo>
                  <a:lnTo>
                    <a:pt x="1002792" y="548639"/>
                  </a:lnTo>
                  <a:lnTo>
                    <a:pt x="1003554" y="548639"/>
                  </a:lnTo>
                  <a:close/>
                </a:path>
                <a:path w="2029460" h="699135">
                  <a:moveTo>
                    <a:pt x="1003554" y="542543"/>
                  </a:moveTo>
                  <a:lnTo>
                    <a:pt x="1003554" y="539495"/>
                  </a:lnTo>
                  <a:lnTo>
                    <a:pt x="1002792" y="539495"/>
                  </a:lnTo>
                  <a:lnTo>
                    <a:pt x="1002792" y="541781"/>
                  </a:lnTo>
                  <a:lnTo>
                    <a:pt x="1003554" y="542543"/>
                  </a:lnTo>
                  <a:close/>
                </a:path>
                <a:path w="2029460" h="699135">
                  <a:moveTo>
                    <a:pt x="1003554" y="545591"/>
                  </a:moveTo>
                  <a:lnTo>
                    <a:pt x="1003554" y="543305"/>
                  </a:lnTo>
                  <a:lnTo>
                    <a:pt x="1002792" y="542543"/>
                  </a:lnTo>
                  <a:lnTo>
                    <a:pt x="1002792" y="544829"/>
                  </a:lnTo>
                  <a:lnTo>
                    <a:pt x="1003554" y="545591"/>
                  </a:lnTo>
                  <a:close/>
                </a:path>
                <a:path w="2029460" h="699135">
                  <a:moveTo>
                    <a:pt x="1003554" y="538733"/>
                  </a:moveTo>
                  <a:lnTo>
                    <a:pt x="1003554" y="536447"/>
                  </a:lnTo>
                  <a:lnTo>
                    <a:pt x="1002792" y="536447"/>
                  </a:lnTo>
                  <a:lnTo>
                    <a:pt x="1002792" y="538733"/>
                  </a:lnTo>
                  <a:lnTo>
                    <a:pt x="1003554" y="538733"/>
                  </a:lnTo>
                  <a:close/>
                </a:path>
                <a:path w="2029460" h="699135">
                  <a:moveTo>
                    <a:pt x="1003554" y="535685"/>
                  </a:moveTo>
                  <a:lnTo>
                    <a:pt x="1003554" y="533399"/>
                  </a:lnTo>
                  <a:lnTo>
                    <a:pt x="1002792" y="533399"/>
                  </a:lnTo>
                  <a:lnTo>
                    <a:pt x="1002792" y="535685"/>
                  </a:lnTo>
                  <a:lnTo>
                    <a:pt x="1003554" y="535685"/>
                  </a:lnTo>
                  <a:close/>
                </a:path>
                <a:path w="2029460" h="699135">
                  <a:moveTo>
                    <a:pt x="1003554" y="532637"/>
                  </a:moveTo>
                  <a:lnTo>
                    <a:pt x="1003554" y="530351"/>
                  </a:lnTo>
                  <a:lnTo>
                    <a:pt x="1002792" y="530351"/>
                  </a:lnTo>
                  <a:lnTo>
                    <a:pt x="1002792" y="532637"/>
                  </a:lnTo>
                  <a:lnTo>
                    <a:pt x="1003554" y="532637"/>
                  </a:lnTo>
                  <a:close/>
                </a:path>
                <a:path w="2029460" h="699135">
                  <a:moveTo>
                    <a:pt x="1003554" y="529589"/>
                  </a:moveTo>
                  <a:lnTo>
                    <a:pt x="1003554" y="527303"/>
                  </a:lnTo>
                  <a:lnTo>
                    <a:pt x="1002792" y="527303"/>
                  </a:lnTo>
                  <a:lnTo>
                    <a:pt x="1002792" y="529589"/>
                  </a:lnTo>
                  <a:lnTo>
                    <a:pt x="1003554" y="529589"/>
                  </a:lnTo>
                  <a:close/>
                </a:path>
                <a:path w="2029460" h="699135">
                  <a:moveTo>
                    <a:pt x="1003554" y="526541"/>
                  </a:moveTo>
                  <a:lnTo>
                    <a:pt x="1003554" y="524255"/>
                  </a:lnTo>
                  <a:lnTo>
                    <a:pt x="1002792" y="524255"/>
                  </a:lnTo>
                  <a:lnTo>
                    <a:pt x="1002792" y="526541"/>
                  </a:lnTo>
                  <a:lnTo>
                    <a:pt x="1003554" y="526541"/>
                  </a:lnTo>
                  <a:close/>
                </a:path>
                <a:path w="2029460" h="699135">
                  <a:moveTo>
                    <a:pt x="1003554" y="523493"/>
                  </a:moveTo>
                  <a:lnTo>
                    <a:pt x="1003554" y="521207"/>
                  </a:lnTo>
                  <a:lnTo>
                    <a:pt x="1002792" y="521207"/>
                  </a:lnTo>
                  <a:lnTo>
                    <a:pt x="1002792" y="523493"/>
                  </a:lnTo>
                  <a:lnTo>
                    <a:pt x="1003554" y="523493"/>
                  </a:lnTo>
                  <a:close/>
                </a:path>
                <a:path w="2029460" h="699135">
                  <a:moveTo>
                    <a:pt x="1003554" y="520445"/>
                  </a:moveTo>
                  <a:lnTo>
                    <a:pt x="1003554" y="518159"/>
                  </a:lnTo>
                  <a:lnTo>
                    <a:pt x="1002792" y="518159"/>
                  </a:lnTo>
                  <a:lnTo>
                    <a:pt x="1002792" y="520445"/>
                  </a:lnTo>
                  <a:lnTo>
                    <a:pt x="1003554" y="520445"/>
                  </a:lnTo>
                  <a:close/>
                </a:path>
                <a:path w="2029460" h="699135">
                  <a:moveTo>
                    <a:pt x="1003554" y="517397"/>
                  </a:moveTo>
                  <a:lnTo>
                    <a:pt x="1003554" y="515111"/>
                  </a:lnTo>
                  <a:lnTo>
                    <a:pt x="1002792" y="515111"/>
                  </a:lnTo>
                  <a:lnTo>
                    <a:pt x="1002792" y="517397"/>
                  </a:lnTo>
                  <a:lnTo>
                    <a:pt x="1003554" y="517397"/>
                  </a:lnTo>
                  <a:close/>
                </a:path>
                <a:path w="2029460" h="699135">
                  <a:moveTo>
                    <a:pt x="1003554" y="514349"/>
                  </a:moveTo>
                  <a:lnTo>
                    <a:pt x="1003554" y="512063"/>
                  </a:lnTo>
                  <a:lnTo>
                    <a:pt x="1002792" y="512063"/>
                  </a:lnTo>
                  <a:lnTo>
                    <a:pt x="1002792" y="514349"/>
                  </a:lnTo>
                  <a:lnTo>
                    <a:pt x="1003554" y="514349"/>
                  </a:lnTo>
                  <a:close/>
                </a:path>
                <a:path w="2029460" h="699135">
                  <a:moveTo>
                    <a:pt x="1003554" y="511301"/>
                  </a:moveTo>
                  <a:lnTo>
                    <a:pt x="1003554" y="509015"/>
                  </a:lnTo>
                  <a:lnTo>
                    <a:pt x="1002792" y="509015"/>
                  </a:lnTo>
                  <a:lnTo>
                    <a:pt x="1002792" y="511301"/>
                  </a:lnTo>
                  <a:lnTo>
                    <a:pt x="1003554" y="511301"/>
                  </a:lnTo>
                  <a:close/>
                </a:path>
                <a:path w="2029460" h="699135">
                  <a:moveTo>
                    <a:pt x="1003554" y="508253"/>
                  </a:moveTo>
                  <a:lnTo>
                    <a:pt x="1003554" y="505967"/>
                  </a:lnTo>
                  <a:lnTo>
                    <a:pt x="1002792" y="505967"/>
                  </a:lnTo>
                  <a:lnTo>
                    <a:pt x="1002792" y="508253"/>
                  </a:lnTo>
                  <a:lnTo>
                    <a:pt x="1003554" y="508253"/>
                  </a:lnTo>
                  <a:close/>
                </a:path>
                <a:path w="2029460" h="699135">
                  <a:moveTo>
                    <a:pt x="1003554" y="505205"/>
                  </a:moveTo>
                  <a:lnTo>
                    <a:pt x="1003554" y="502919"/>
                  </a:lnTo>
                  <a:lnTo>
                    <a:pt x="1002792" y="502919"/>
                  </a:lnTo>
                  <a:lnTo>
                    <a:pt x="1002792" y="505205"/>
                  </a:lnTo>
                  <a:lnTo>
                    <a:pt x="1003554" y="505205"/>
                  </a:lnTo>
                  <a:close/>
                </a:path>
                <a:path w="2029460" h="699135">
                  <a:moveTo>
                    <a:pt x="1003554" y="502157"/>
                  </a:moveTo>
                  <a:lnTo>
                    <a:pt x="1003554" y="499871"/>
                  </a:lnTo>
                  <a:lnTo>
                    <a:pt x="1002792" y="499871"/>
                  </a:lnTo>
                  <a:lnTo>
                    <a:pt x="1002792" y="502157"/>
                  </a:lnTo>
                  <a:lnTo>
                    <a:pt x="1003554" y="502157"/>
                  </a:lnTo>
                  <a:close/>
                </a:path>
                <a:path w="2029460" h="699135">
                  <a:moveTo>
                    <a:pt x="1003554" y="499109"/>
                  </a:moveTo>
                  <a:lnTo>
                    <a:pt x="1003554" y="496823"/>
                  </a:lnTo>
                  <a:lnTo>
                    <a:pt x="1002792" y="496823"/>
                  </a:lnTo>
                  <a:lnTo>
                    <a:pt x="1002792" y="499109"/>
                  </a:lnTo>
                  <a:lnTo>
                    <a:pt x="1003554" y="499109"/>
                  </a:lnTo>
                  <a:close/>
                </a:path>
                <a:path w="2029460" h="699135">
                  <a:moveTo>
                    <a:pt x="1003554" y="496061"/>
                  </a:moveTo>
                  <a:lnTo>
                    <a:pt x="1003554" y="493775"/>
                  </a:lnTo>
                  <a:lnTo>
                    <a:pt x="1002792" y="493775"/>
                  </a:lnTo>
                  <a:lnTo>
                    <a:pt x="1002792" y="496061"/>
                  </a:lnTo>
                  <a:lnTo>
                    <a:pt x="1003554" y="496061"/>
                  </a:lnTo>
                  <a:close/>
                </a:path>
                <a:path w="2029460" h="699135">
                  <a:moveTo>
                    <a:pt x="1003554" y="493013"/>
                  </a:moveTo>
                  <a:lnTo>
                    <a:pt x="1003554" y="490727"/>
                  </a:lnTo>
                  <a:lnTo>
                    <a:pt x="1002792" y="490727"/>
                  </a:lnTo>
                  <a:lnTo>
                    <a:pt x="1002792" y="493013"/>
                  </a:lnTo>
                  <a:lnTo>
                    <a:pt x="1003554" y="493013"/>
                  </a:lnTo>
                  <a:close/>
                </a:path>
                <a:path w="2029460" h="699135">
                  <a:moveTo>
                    <a:pt x="1003554" y="489965"/>
                  </a:moveTo>
                  <a:lnTo>
                    <a:pt x="1003554" y="487679"/>
                  </a:lnTo>
                  <a:lnTo>
                    <a:pt x="1002792" y="487679"/>
                  </a:lnTo>
                  <a:lnTo>
                    <a:pt x="1002792" y="489965"/>
                  </a:lnTo>
                  <a:lnTo>
                    <a:pt x="1003554" y="489965"/>
                  </a:lnTo>
                  <a:close/>
                </a:path>
                <a:path w="2029460" h="699135">
                  <a:moveTo>
                    <a:pt x="1003554" y="486917"/>
                  </a:moveTo>
                  <a:lnTo>
                    <a:pt x="1003554" y="484631"/>
                  </a:lnTo>
                  <a:lnTo>
                    <a:pt x="1002792" y="484631"/>
                  </a:lnTo>
                  <a:lnTo>
                    <a:pt x="1002792" y="486917"/>
                  </a:lnTo>
                  <a:lnTo>
                    <a:pt x="1003554" y="486917"/>
                  </a:lnTo>
                  <a:close/>
                </a:path>
                <a:path w="2029460" h="699135">
                  <a:moveTo>
                    <a:pt x="1003554" y="483869"/>
                  </a:moveTo>
                  <a:lnTo>
                    <a:pt x="1003554" y="481583"/>
                  </a:lnTo>
                  <a:lnTo>
                    <a:pt x="1002792" y="481583"/>
                  </a:lnTo>
                  <a:lnTo>
                    <a:pt x="1002792" y="483869"/>
                  </a:lnTo>
                  <a:lnTo>
                    <a:pt x="1003554" y="483869"/>
                  </a:lnTo>
                  <a:close/>
                </a:path>
                <a:path w="2029460" h="699135">
                  <a:moveTo>
                    <a:pt x="1003554" y="480821"/>
                  </a:moveTo>
                  <a:lnTo>
                    <a:pt x="1003554" y="478535"/>
                  </a:lnTo>
                  <a:lnTo>
                    <a:pt x="1002792" y="478535"/>
                  </a:lnTo>
                  <a:lnTo>
                    <a:pt x="1002792" y="480821"/>
                  </a:lnTo>
                  <a:lnTo>
                    <a:pt x="1003554" y="480821"/>
                  </a:lnTo>
                  <a:close/>
                </a:path>
                <a:path w="2029460" h="699135">
                  <a:moveTo>
                    <a:pt x="1003554" y="477773"/>
                  </a:moveTo>
                  <a:lnTo>
                    <a:pt x="1003554" y="475487"/>
                  </a:lnTo>
                  <a:lnTo>
                    <a:pt x="1002792" y="475487"/>
                  </a:lnTo>
                  <a:lnTo>
                    <a:pt x="1002792" y="477773"/>
                  </a:lnTo>
                  <a:lnTo>
                    <a:pt x="1003554" y="477773"/>
                  </a:lnTo>
                  <a:close/>
                </a:path>
                <a:path w="2029460" h="699135">
                  <a:moveTo>
                    <a:pt x="1003554" y="474725"/>
                  </a:moveTo>
                  <a:lnTo>
                    <a:pt x="1003554" y="472439"/>
                  </a:lnTo>
                  <a:lnTo>
                    <a:pt x="1002792" y="472439"/>
                  </a:lnTo>
                  <a:lnTo>
                    <a:pt x="1002792" y="474725"/>
                  </a:lnTo>
                  <a:lnTo>
                    <a:pt x="1003554" y="474725"/>
                  </a:lnTo>
                  <a:close/>
                </a:path>
                <a:path w="2029460" h="699135">
                  <a:moveTo>
                    <a:pt x="1003554" y="471677"/>
                  </a:moveTo>
                  <a:lnTo>
                    <a:pt x="1003554" y="469391"/>
                  </a:lnTo>
                  <a:lnTo>
                    <a:pt x="1002792" y="469391"/>
                  </a:lnTo>
                  <a:lnTo>
                    <a:pt x="1002792" y="471677"/>
                  </a:lnTo>
                  <a:lnTo>
                    <a:pt x="1003554" y="471677"/>
                  </a:lnTo>
                  <a:close/>
                </a:path>
                <a:path w="2029460" h="699135">
                  <a:moveTo>
                    <a:pt x="1003554" y="468629"/>
                  </a:moveTo>
                  <a:lnTo>
                    <a:pt x="1003554" y="466343"/>
                  </a:lnTo>
                  <a:lnTo>
                    <a:pt x="1002792" y="466343"/>
                  </a:lnTo>
                  <a:lnTo>
                    <a:pt x="1002792" y="468629"/>
                  </a:lnTo>
                  <a:lnTo>
                    <a:pt x="1003554" y="468629"/>
                  </a:lnTo>
                  <a:close/>
                </a:path>
                <a:path w="2029460" h="699135">
                  <a:moveTo>
                    <a:pt x="1003554" y="465581"/>
                  </a:moveTo>
                  <a:lnTo>
                    <a:pt x="1003554" y="463295"/>
                  </a:lnTo>
                  <a:lnTo>
                    <a:pt x="1002792" y="463295"/>
                  </a:lnTo>
                  <a:lnTo>
                    <a:pt x="1002792" y="465581"/>
                  </a:lnTo>
                  <a:lnTo>
                    <a:pt x="1003554" y="465581"/>
                  </a:lnTo>
                  <a:close/>
                </a:path>
                <a:path w="2029460" h="699135">
                  <a:moveTo>
                    <a:pt x="1003554" y="462533"/>
                  </a:moveTo>
                  <a:lnTo>
                    <a:pt x="1003554" y="460247"/>
                  </a:lnTo>
                  <a:lnTo>
                    <a:pt x="1002792" y="460247"/>
                  </a:lnTo>
                  <a:lnTo>
                    <a:pt x="1002792" y="462533"/>
                  </a:lnTo>
                  <a:lnTo>
                    <a:pt x="1003554" y="462533"/>
                  </a:lnTo>
                  <a:close/>
                </a:path>
                <a:path w="2029460" h="699135">
                  <a:moveTo>
                    <a:pt x="1003554" y="459485"/>
                  </a:moveTo>
                  <a:lnTo>
                    <a:pt x="1003554" y="457199"/>
                  </a:lnTo>
                  <a:lnTo>
                    <a:pt x="1002792" y="457199"/>
                  </a:lnTo>
                  <a:lnTo>
                    <a:pt x="1002792" y="459485"/>
                  </a:lnTo>
                  <a:lnTo>
                    <a:pt x="1003554" y="459485"/>
                  </a:lnTo>
                  <a:close/>
                </a:path>
                <a:path w="2029460" h="699135">
                  <a:moveTo>
                    <a:pt x="1003554" y="456437"/>
                  </a:moveTo>
                  <a:lnTo>
                    <a:pt x="1003554" y="454151"/>
                  </a:lnTo>
                  <a:lnTo>
                    <a:pt x="1002792" y="454151"/>
                  </a:lnTo>
                  <a:lnTo>
                    <a:pt x="1002792" y="456437"/>
                  </a:lnTo>
                  <a:lnTo>
                    <a:pt x="1003554" y="456437"/>
                  </a:lnTo>
                  <a:close/>
                </a:path>
                <a:path w="2029460" h="699135">
                  <a:moveTo>
                    <a:pt x="1003554" y="453389"/>
                  </a:moveTo>
                  <a:lnTo>
                    <a:pt x="1003554" y="451103"/>
                  </a:lnTo>
                  <a:lnTo>
                    <a:pt x="1002792" y="451103"/>
                  </a:lnTo>
                  <a:lnTo>
                    <a:pt x="1002792" y="453389"/>
                  </a:lnTo>
                  <a:lnTo>
                    <a:pt x="1003554" y="453389"/>
                  </a:lnTo>
                  <a:close/>
                </a:path>
                <a:path w="2029460" h="699135">
                  <a:moveTo>
                    <a:pt x="1003554" y="450341"/>
                  </a:moveTo>
                  <a:lnTo>
                    <a:pt x="1003554" y="448055"/>
                  </a:lnTo>
                  <a:lnTo>
                    <a:pt x="1002792" y="448055"/>
                  </a:lnTo>
                  <a:lnTo>
                    <a:pt x="1002792" y="450341"/>
                  </a:lnTo>
                  <a:lnTo>
                    <a:pt x="1003554" y="450341"/>
                  </a:lnTo>
                  <a:close/>
                </a:path>
                <a:path w="2029460" h="699135">
                  <a:moveTo>
                    <a:pt x="1003554" y="447293"/>
                  </a:moveTo>
                  <a:lnTo>
                    <a:pt x="1003554" y="445007"/>
                  </a:lnTo>
                  <a:lnTo>
                    <a:pt x="1002792" y="445007"/>
                  </a:lnTo>
                  <a:lnTo>
                    <a:pt x="1002792" y="447293"/>
                  </a:lnTo>
                  <a:lnTo>
                    <a:pt x="1003554" y="447293"/>
                  </a:lnTo>
                  <a:close/>
                </a:path>
                <a:path w="2029460" h="699135">
                  <a:moveTo>
                    <a:pt x="1003554" y="444245"/>
                  </a:moveTo>
                  <a:lnTo>
                    <a:pt x="1003554" y="441959"/>
                  </a:lnTo>
                  <a:lnTo>
                    <a:pt x="1002792" y="441959"/>
                  </a:lnTo>
                  <a:lnTo>
                    <a:pt x="1002792" y="444245"/>
                  </a:lnTo>
                  <a:lnTo>
                    <a:pt x="1003554" y="444245"/>
                  </a:lnTo>
                  <a:close/>
                </a:path>
                <a:path w="2029460" h="699135">
                  <a:moveTo>
                    <a:pt x="1003554" y="441197"/>
                  </a:moveTo>
                  <a:lnTo>
                    <a:pt x="1003554" y="438911"/>
                  </a:lnTo>
                  <a:lnTo>
                    <a:pt x="1002792" y="438911"/>
                  </a:lnTo>
                  <a:lnTo>
                    <a:pt x="1002792" y="441197"/>
                  </a:lnTo>
                  <a:lnTo>
                    <a:pt x="1003554" y="441197"/>
                  </a:lnTo>
                  <a:close/>
                </a:path>
                <a:path w="2029460" h="699135">
                  <a:moveTo>
                    <a:pt x="1004316" y="435863"/>
                  </a:moveTo>
                  <a:lnTo>
                    <a:pt x="1003554" y="435863"/>
                  </a:lnTo>
                  <a:lnTo>
                    <a:pt x="1002792" y="438149"/>
                  </a:lnTo>
                  <a:lnTo>
                    <a:pt x="1003554" y="438149"/>
                  </a:lnTo>
                  <a:lnTo>
                    <a:pt x="1004316" y="435863"/>
                  </a:lnTo>
                  <a:close/>
                </a:path>
                <a:path w="2029460" h="699135">
                  <a:moveTo>
                    <a:pt x="1004316" y="435101"/>
                  </a:moveTo>
                  <a:lnTo>
                    <a:pt x="1004316" y="432815"/>
                  </a:lnTo>
                  <a:lnTo>
                    <a:pt x="1003554" y="432815"/>
                  </a:lnTo>
                  <a:lnTo>
                    <a:pt x="1003554" y="435101"/>
                  </a:lnTo>
                  <a:lnTo>
                    <a:pt x="1004316" y="435101"/>
                  </a:lnTo>
                  <a:close/>
                </a:path>
                <a:path w="2029460" h="699135">
                  <a:moveTo>
                    <a:pt x="1004316" y="432053"/>
                  </a:moveTo>
                  <a:lnTo>
                    <a:pt x="1004316" y="429767"/>
                  </a:lnTo>
                  <a:lnTo>
                    <a:pt x="1003554" y="429767"/>
                  </a:lnTo>
                  <a:lnTo>
                    <a:pt x="1003554" y="432053"/>
                  </a:lnTo>
                  <a:lnTo>
                    <a:pt x="1004316" y="432053"/>
                  </a:lnTo>
                  <a:close/>
                </a:path>
                <a:path w="2029460" h="699135">
                  <a:moveTo>
                    <a:pt x="1004316" y="429005"/>
                  </a:moveTo>
                  <a:lnTo>
                    <a:pt x="1004316" y="426719"/>
                  </a:lnTo>
                  <a:lnTo>
                    <a:pt x="1003554" y="426719"/>
                  </a:lnTo>
                  <a:lnTo>
                    <a:pt x="1003554" y="429005"/>
                  </a:lnTo>
                  <a:lnTo>
                    <a:pt x="1004316" y="429005"/>
                  </a:lnTo>
                  <a:close/>
                </a:path>
                <a:path w="2029460" h="699135">
                  <a:moveTo>
                    <a:pt x="1004316" y="425957"/>
                  </a:moveTo>
                  <a:lnTo>
                    <a:pt x="1004316" y="423671"/>
                  </a:lnTo>
                  <a:lnTo>
                    <a:pt x="1003554" y="423671"/>
                  </a:lnTo>
                  <a:lnTo>
                    <a:pt x="1003554" y="425957"/>
                  </a:lnTo>
                  <a:lnTo>
                    <a:pt x="1004316" y="425957"/>
                  </a:lnTo>
                  <a:close/>
                </a:path>
                <a:path w="2029460" h="699135">
                  <a:moveTo>
                    <a:pt x="1004316" y="422909"/>
                  </a:moveTo>
                  <a:lnTo>
                    <a:pt x="1004316" y="420623"/>
                  </a:lnTo>
                  <a:lnTo>
                    <a:pt x="1003554" y="420623"/>
                  </a:lnTo>
                  <a:lnTo>
                    <a:pt x="1003554" y="422909"/>
                  </a:lnTo>
                  <a:lnTo>
                    <a:pt x="1004316" y="422909"/>
                  </a:lnTo>
                  <a:close/>
                </a:path>
                <a:path w="2029460" h="699135">
                  <a:moveTo>
                    <a:pt x="1004316" y="419861"/>
                  </a:moveTo>
                  <a:lnTo>
                    <a:pt x="1004316" y="417575"/>
                  </a:lnTo>
                  <a:lnTo>
                    <a:pt x="1003554" y="417575"/>
                  </a:lnTo>
                  <a:lnTo>
                    <a:pt x="1003554" y="419861"/>
                  </a:lnTo>
                  <a:lnTo>
                    <a:pt x="1004316" y="419861"/>
                  </a:lnTo>
                  <a:close/>
                </a:path>
                <a:path w="2029460" h="699135">
                  <a:moveTo>
                    <a:pt x="1004316" y="416813"/>
                  </a:moveTo>
                  <a:lnTo>
                    <a:pt x="1004316" y="414527"/>
                  </a:lnTo>
                  <a:lnTo>
                    <a:pt x="1003554" y="414527"/>
                  </a:lnTo>
                  <a:lnTo>
                    <a:pt x="1003554" y="416813"/>
                  </a:lnTo>
                  <a:lnTo>
                    <a:pt x="1004316" y="416813"/>
                  </a:lnTo>
                  <a:close/>
                </a:path>
                <a:path w="2029460" h="699135">
                  <a:moveTo>
                    <a:pt x="1004316" y="413765"/>
                  </a:moveTo>
                  <a:lnTo>
                    <a:pt x="1004316" y="411479"/>
                  </a:lnTo>
                  <a:lnTo>
                    <a:pt x="1003554" y="411479"/>
                  </a:lnTo>
                  <a:lnTo>
                    <a:pt x="1003554" y="413765"/>
                  </a:lnTo>
                  <a:lnTo>
                    <a:pt x="1004316" y="413765"/>
                  </a:lnTo>
                  <a:close/>
                </a:path>
                <a:path w="2029460" h="699135">
                  <a:moveTo>
                    <a:pt x="1004316" y="410717"/>
                  </a:moveTo>
                  <a:lnTo>
                    <a:pt x="1004316" y="408431"/>
                  </a:lnTo>
                  <a:lnTo>
                    <a:pt x="1003554" y="408431"/>
                  </a:lnTo>
                  <a:lnTo>
                    <a:pt x="1003554" y="410717"/>
                  </a:lnTo>
                  <a:lnTo>
                    <a:pt x="1004316" y="410717"/>
                  </a:lnTo>
                  <a:close/>
                </a:path>
                <a:path w="2029460" h="699135">
                  <a:moveTo>
                    <a:pt x="1004316" y="407669"/>
                  </a:moveTo>
                  <a:lnTo>
                    <a:pt x="1004316" y="405383"/>
                  </a:lnTo>
                  <a:lnTo>
                    <a:pt x="1003554" y="405383"/>
                  </a:lnTo>
                  <a:lnTo>
                    <a:pt x="1003554" y="407669"/>
                  </a:lnTo>
                  <a:lnTo>
                    <a:pt x="1004316" y="407669"/>
                  </a:lnTo>
                  <a:close/>
                </a:path>
                <a:path w="2029460" h="699135">
                  <a:moveTo>
                    <a:pt x="1004316" y="404621"/>
                  </a:moveTo>
                  <a:lnTo>
                    <a:pt x="1004316" y="402335"/>
                  </a:lnTo>
                  <a:lnTo>
                    <a:pt x="1003554" y="402335"/>
                  </a:lnTo>
                  <a:lnTo>
                    <a:pt x="1003554" y="404621"/>
                  </a:lnTo>
                  <a:lnTo>
                    <a:pt x="1004316" y="404621"/>
                  </a:lnTo>
                  <a:close/>
                </a:path>
                <a:path w="2029460" h="699135">
                  <a:moveTo>
                    <a:pt x="1004316" y="401573"/>
                  </a:moveTo>
                  <a:lnTo>
                    <a:pt x="1004316" y="399287"/>
                  </a:lnTo>
                  <a:lnTo>
                    <a:pt x="1003554" y="399287"/>
                  </a:lnTo>
                  <a:lnTo>
                    <a:pt x="1003554" y="401573"/>
                  </a:lnTo>
                  <a:lnTo>
                    <a:pt x="1004316" y="401573"/>
                  </a:lnTo>
                  <a:close/>
                </a:path>
                <a:path w="2029460" h="699135">
                  <a:moveTo>
                    <a:pt x="1004316" y="398525"/>
                  </a:moveTo>
                  <a:lnTo>
                    <a:pt x="1004316" y="396239"/>
                  </a:lnTo>
                  <a:lnTo>
                    <a:pt x="1003554" y="396239"/>
                  </a:lnTo>
                  <a:lnTo>
                    <a:pt x="1003554" y="398525"/>
                  </a:lnTo>
                  <a:lnTo>
                    <a:pt x="1004316" y="398525"/>
                  </a:lnTo>
                  <a:close/>
                </a:path>
                <a:path w="2029460" h="699135">
                  <a:moveTo>
                    <a:pt x="1004316" y="395477"/>
                  </a:moveTo>
                  <a:lnTo>
                    <a:pt x="1004316" y="393191"/>
                  </a:lnTo>
                  <a:lnTo>
                    <a:pt x="1003554" y="393191"/>
                  </a:lnTo>
                  <a:lnTo>
                    <a:pt x="1003554" y="395477"/>
                  </a:lnTo>
                  <a:lnTo>
                    <a:pt x="1004316" y="395477"/>
                  </a:lnTo>
                  <a:close/>
                </a:path>
                <a:path w="2029460" h="699135">
                  <a:moveTo>
                    <a:pt x="1004316" y="392429"/>
                  </a:moveTo>
                  <a:lnTo>
                    <a:pt x="1004316" y="390143"/>
                  </a:lnTo>
                  <a:lnTo>
                    <a:pt x="1003554" y="390143"/>
                  </a:lnTo>
                  <a:lnTo>
                    <a:pt x="1003554" y="392429"/>
                  </a:lnTo>
                  <a:lnTo>
                    <a:pt x="1004316" y="392429"/>
                  </a:lnTo>
                  <a:close/>
                </a:path>
                <a:path w="2029460" h="699135">
                  <a:moveTo>
                    <a:pt x="1004316" y="389381"/>
                  </a:moveTo>
                  <a:lnTo>
                    <a:pt x="1004316" y="387095"/>
                  </a:lnTo>
                  <a:lnTo>
                    <a:pt x="1003554" y="387095"/>
                  </a:lnTo>
                  <a:lnTo>
                    <a:pt x="1003554" y="389381"/>
                  </a:lnTo>
                  <a:lnTo>
                    <a:pt x="1004316" y="389381"/>
                  </a:lnTo>
                  <a:close/>
                </a:path>
                <a:path w="2029460" h="699135">
                  <a:moveTo>
                    <a:pt x="1004316" y="386333"/>
                  </a:moveTo>
                  <a:lnTo>
                    <a:pt x="1004316" y="384047"/>
                  </a:lnTo>
                  <a:lnTo>
                    <a:pt x="1003554" y="384047"/>
                  </a:lnTo>
                  <a:lnTo>
                    <a:pt x="1003554" y="386333"/>
                  </a:lnTo>
                  <a:lnTo>
                    <a:pt x="1004316" y="386333"/>
                  </a:lnTo>
                  <a:close/>
                </a:path>
                <a:path w="2029460" h="699135">
                  <a:moveTo>
                    <a:pt x="1004316" y="383285"/>
                  </a:moveTo>
                  <a:lnTo>
                    <a:pt x="1004316" y="380999"/>
                  </a:lnTo>
                  <a:lnTo>
                    <a:pt x="1003554" y="380999"/>
                  </a:lnTo>
                  <a:lnTo>
                    <a:pt x="1003554" y="383285"/>
                  </a:lnTo>
                  <a:lnTo>
                    <a:pt x="1004316" y="383285"/>
                  </a:lnTo>
                  <a:close/>
                </a:path>
                <a:path w="2029460" h="699135">
                  <a:moveTo>
                    <a:pt x="1004316" y="380237"/>
                  </a:moveTo>
                  <a:lnTo>
                    <a:pt x="1004316" y="377951"/>
                  </a:lnTo>
                  <a:lnTo>
                    <a:pt x="1003554" y="377951"/>
                  </a:lnTo>
                  <a:lnTo>
                    <a:pt x="1003554" y="380237"/>
                  </a:lnTo>
                  <a:lnTo>
                    <a:pt x="1004316" y="380237"/>
                  </a:lnTo>
                  <a:close/>
                </a:path>
                <a:path w="2029460" h="699135">
                  <a:moveTo>
                    <a:pt x="1004316" y="377189"/>
                  </a:moveTo>
                  <a:lnTo>
                    <a:pt x="1004316" y="374903"/>
                  </a:lnTo>
                  <a:lnTo>
                    <a:pt x="1003554" y="374903"/>
                  </a:lnTo>
                  <a:lnTo>
                    <a:pt x="1003554" y="377189"/>
                  </a:lnTo>
                  <a:lnTo>
                    <a:pt x="1004316" y="377189"/>
                  </a:lnTo>
                  <a:close/>
                </a:path>
                <a:path w="2029460" h="699135">
                  <a:moveTo>
                    <a:pt x="1004316" y="374141"/>
                  </a:moveTo>
                  <a:lnTo>
                    <a:pt x="1004316" y="371855"/>
                  </a:lnTo>
                  <a:lnTo>
                    <a:pt x="1003554" y="371855"/>
                  </a:lnTo>
                  <a:lnTo>
                    <a:pt x="1003554" y="374141"/>
                  </a:lnTo>
                  <a:lnTo>
                    <a:pt x="1004316" y="374141"/>
                  </a:lnTo>
                  <a:close/>
                </a:path>
                <a:path w="2029460" h="699135">
                  <a:moveTo>
                    <a:pt x="1004316" y="371093"/>
                  </a:moveTo>
                  <a:lnTo>
                    <a:pt x="1004316" y="368807"/>
                  </a:lnTo>
                  <a:lnTo>
                    <a:pt x="1003554" y="368807"/>
                  </a:lnTo>
                  <a:lnTo>
                    <a:pt x="1003554" y="371093"/>
                  </a:lnTo>
                  <a:lnTo>
                    <a:pt x="1004316" y="371093"/>
                  </a:lnTo>
                  <a:close/>
                </a:path>
                <a:path w="2029460" h="699135">
                  <a:moveTo>
                    <a:pt x="1004316" y="368045"/>
                  </a:moveTo>
                  <a:lnTo>
                    <a:pt x="1004316" y="365759"/>
                  </a:lnTo>
                  <a:lnTo>
                    <a:pt x="1003554" y="365759"/>
                  </a:lnTo>
                  <a:lnTo>
                    <a:pt x="1003554" y="368045"/>
                  </a:lnTo>
                  <a:lnTo>
                    <a:pt x="1004316" y="368045"/>
                  </a:lnTo>
                  <a:close/>
                </a:path>
                <a:path w="2029460" h="699135">
                  <a:moveTo>
                    <a:pt x="1004316" y="364997"/>
                  </a:moveTo>
                  <a:lnTo>
                    <a:pt x="1004316" y="362711"/>
                  </a:lnTo>
                  <a:lnTo>
                    <a:pt x="1003554" y="362711"/>
                  </a:lnTo>
                  <a:lnTo>
                    <a:pt x="1003554" y="364997"/>
                  </a:lnTo>
                  <a:lnTo>
                    <a:pt x="1004316" y="364997"/>
                  </a:lnTo>
                  <a:close/>
                </a:path>
                <a:path w="2029460" h="699135">
                  <a:moveTo>
                    <a:pt x="1004316" y="361949"/>
                  </a:moveTo>
                  <a:lnTo>
                    <a:pt x="1004316" y="359663"/>
                  </a:lnTo>
                  <a:lnTo>
                    <a:pt x="1003554" y="359663"/>
                  </a:lnTo>
                  <a:lnTo>
                    <a:pt x="1003554" y="361949"/>
                  </a:lnTo>
                  <a:lnTo>
                    <a:pt x="1004316" y="361949"/>
                  </a:lnTo>
                  <a:close/>
                </a:path>
                <a:path w="2029460" h="699135">
                  <a:moveTo>
                    <a:pt x="1004316" y="358901"/>
                  </a:moveTo>
                  <a:lnTo>
                    <a:pt x="1004316" y="356615"/>
                  </a:lnTo>
                  <a:lnTo>
                    <a:pt x="1003554" y="356615"/>
                  </a:lnTo>
                  <a:lnTo>
                    <a:pt x="1003554" y="358901"/>
                  </a:lnTo>
                  <a:lnTo>
                    <a:pt x="1004316" y="358901"/>
                  </a:lnTo>
                  <a:close/>
                </a:path>
                <a:path w="2029460" h="699135">
                  <a:moveTo>
                    <a:pt x="1004316" y="355853"/>
                  </a:moveTo>
                  <a:lnTo>
                    <a:pt x="1004316" y="353567"/>
                  </a:lnTo>
                  <a:lnTo>
                    <a:pt x="1003554" y="353567"/>
                  </a:lnTo>
                  <a:lnTo>
                    <a:pt x="1003554" y="355853"/>
                  </a:lnTo>
                  <a:lnTo>
                    <a:pt x="1004316" y="355853"/>
                  </a:lnTo>
                  <a:close/>
                </a:path>
                <a:path w="2029460" h="699135">
                  <a:moveTo>
                    <a:pt x="1004316" y="352805"/>
                  </a:moveTo>
                  <a:lnTo>
                    <a:pt x="1004316" y="350519"/>
                  </a:lnTo>
                  <a:lnTo>
                    <a:pt x="1003554" y="350519"/>
                  </a:lnTo>
                  <a:lnTo>
                    <a:pt x="1003554" y="352805"/>
                  </a:lnTo>
                  <a:lnTo>
                    <a:pt x="1004316" y="352805"/>
                  </a:lnTo>
                  <a:close/>
                </a:path>
                <a:path w="2029460" h="699135">
                  <a:moveTo>
                    <a:pt x="1004316" y="349757"/>
                  </a:moveTo>
                  <a:lnTo>
                    <a:pt x="1004316" y="347471"/>
                  </a:lnTo>
                  <a:lnTo>
                    <a:pt x="1003554" y="347471"/>
                  </a:lnTo>
                  <a:lnTo>
                    <a:pt x="1003554" y="349757"/>
                  </a:lnTo>
                  <a:lnTo>
                    <a:pt x="1004316" y="349757"/>
                  </a:lnTo>
                  <a:close/>
                </a:path>
                <a:path w="2029460" h="699135">
                  <a:moveTo>
                    <a:pt x="1004316" y="346709"/>
                  </a:moveTo>
                  <a:lnTo>
                    <a:pt x="1004316" y="344423"/>
                  </a:lnTo>
                  <a:lnTo>
                    <a:pt x="1003554" y="344423"/>
                  </a:lnTo>
                  <a:lnTo>
                    <a:pt x="1003554" y="346709"/>
                  </a:lnTo>
                  <a:lnTo>
                    <a:pt x="1004316" y="346709"/>
                  </a:lnTo>
                  <a:close/>
                </a:path>
                <a:path w="2029460" h="699135">
                  <a:moveTo>
                    <a:pt x="1004316" y="343661"/>
                  </a:moveTo>
                  <a:lnTo>
                    <a:pt x="1004316" y="341375"/>
                  </a:lnTo>
                  <a:lnTo>
                    <a:pt x="1003554" y="341375"/>
                  </a:lnTo>
                  <a:lnTo>
                    <a:pt x="1003554" y="343661"/>
                  </a:lnTo>
                  <a:lnTo>
                    <a:pt x="1004316" y="343661"/>
                  </a:lnTo>
                  <a:close/>
                </a:path>
                <a:path w="2029460" h="699135">
                  <a:moveTo>
                    <a:pt x="1004316" y="340613"/>
                  </a:moveTo>
                  <a:lnTo>
                    <a:pt x="1004316" y="338327"/>
                  </a:lnTo>
                  <a:lnTo>
                    <a:pt x="1003554" y="338327"/>
                  </a:lnTo>
                  <a:lnTo>
                    <a:pt x="1003554" y="340613"/>
                  </a:lnTo>
                  <a:lnTo>
                    <a:pt x="1004316" y="340613"/>
                  </a:lnTo>
                  <a:close/>
                </a:path>
                <a:path w="2029460" h="699135">
                  <a:moveTo>
                    <a:pt x="1004316" y="337565"/>
                  </a:moveTo>
                  <a:lnTo>
                    <a:pt x="1004316" y="335279"/>
                  </a:lnTo>
                  <a:lnTo>
                    <a:pt x="1003554" y="335279"/>
                  </a:lnTo>
                  <a:lnTo>
                    <a:pt x="1003554" y="337565"/>
                  </a:lnTo>
                  <a:lnTo>
                    <a:pt x="1004316" y="337565"/>
                  </a:lnTo>
                  <a:close/>
                </a:path>
                <a:path w="2029460" h="699135">
                  <a:moveTo>
                    <a:pt x="1004316" y="334517"/>
                  </a:moveTo>
                  <a:lnTo>
                    <a:pt x="1004316" y="332231"/>
                  </a:lnTo>
                  <a:lnTo>
                    <a:pt x="1003554" y="332231"/>
                  </a:lnTo>
                  <a:lnTo>
                    <a:pt x="1003554" y="334517"/>
                  </a:lnTo>
                  <a:lnTo>
                    <a:pt x="1004316" y="334517"/>
                  </a:lnTo>
                  <a:close/>
                </a:path>
                <a:path w="2029460" h="699135">
                  <a:moveTo>
                    <a:pt x="1004316" y="331469"/>
                  </a:moveTo>
                  <a:lnTo>
                    <a:pt x="1004316" y="329183"/>
                  </a:lnTo>
                  <a:lnTo>
                    <a:pt x="1003554" y="329183"/>
                  </a:lnTo>
                  <a:lnTo>
                    <a:pt x="1003554" y="331469"/>
                  </a:lnTo>
                  <a:lnTo>
                    <a:pt x="1004316" y="331469"/>
                  </a:lnTo>
                  <a:close/>
                </a:path>
                <a:path w="2029460" h="699135">
                  <a:moveTo>
                    <a:pt x="1004316" y="328421"/>
                  </a:moveTo>
                  <a:lnTo>
                    <a:pt x="1004316" y="326135"/>
                  </a:lnTo>
                  <a:lnTo>
                    <a:pt x="1003554" y="326135"/>
                  </a:lnTo>
                  <a:lnTo>
                    <a:pt x="1003554" y="328421"/>
                  </a:lnTo>
                  <a:lnTo>
                    <a:pt x="1004316" y="328421"/>
                  </a:lnTo>
                  <a:close/>
                </a:path>
                <a:path w="2029460" h="699135">
                  <a:moveTo>
                    <a:pt x="1005078" y="323087"/>
                  </a:moveTo>
                  <a:lnTo>
                    <a:pt x="1004316" y="323087"/>
                  </a:lnTo>
                  <a:lnTo>
                    <a:pt x="1003554" y="325373"/>
                  </a:lnTo>
                  <a:lnTo>
                    <a:pt x="1004316" y="325373"/>
                  </a:lnTo>
                  <a:lnTo>
                    <a:pt x="1005078" y="323087"/>
                  </a:lnTo>
                  <a:close/>
                </a:path>
                <a:path w="2029460" h="699135">
                  <a:moveTo>
                    <a:pt x="1005078" y="322325"/>
                  </a:moveTo>
                  <a:lnTo>
                    <a:pt x="1005078" y="320039"/>
                  </a:lnTo>
                  <a:lnTo>
                    <a:pt x="1004316" y="320039"/>
                  </a:lnTo>
                  <a:lnTo>
                    <a:pt x="1004316" y="322325"/>
                  </a:lnTo>
                  <a:lnTo>
                    <a:pt x="1005078" y="322325"/>
                  </a:lnTo>
                  <a:close/>
                </a:path>
                <a:path w="2029460" h="699135">
                  <a:moveTo>
                    <a:pt x="1005078" y="319277"/>
                  </a:moveTo>
                  <a:lnTo>
                    <a:pt x="1005078" y="316991"/>
                  </a:lnTo>
                  <a:lnTo>
                    <a:pt x="1004316" y="316991"/>
                  </a:lnTo>
                  <a:lnTo>
                    <a:pt x="1004316" y="319277"/>
                  </a:lnTo>
                  <a:lnTo>
                    <a:pt x="1005078" y="319277"/>
                  </a:lnTo>
                  <a:close/>
                </a:path>
                <a:path w="2029460" h="699135">
                  <a:moveTo>
                    <a:pt x="1005078" y="316229"/>
                  </a:moveTo>
                  <a:lnTo>
                    <a:pt x="1005078" y="313943"/>
                  </a:lnTo>
                  <a:lnTo>
                    <a:pt x="1004316" y="313943"/>
                  </a:lnTo>
                  <a:lnTo>
                    <a:pt x="1004316" y="316229"/>
                  </a:lnTo>
                  <a:lnTo>
                    <a:pt x="1005078" y="316229"/>
                  </a:lnTo>
                  <a:close/>
                </a:path>
                <a:path w="2029460" h="699135">
                  <a:moveTo>
                    <a:pt x="1005078" y="313181"/>
                  </a:moveTo>
                  <a:lnTo>
                    <a:pt x="1005078" y="310895"/>
                  </a:lnTo>
                  <a:lnTo>
                    <a:pt x="1004316" y="310895"/>
                  </a:lnTo>
                  <a:lnTo>
                    <a:pt x="1004316" y="313181"/>
                  </a:lnTo>
                  <a:lnTo>
                    <a:pt x="1005078" y="313181"/>
                  </a:lnTo>
                  <a:close/>
                </a:path>
                <a:path w="2029460" h="699135">
                  <a:moveTo>
                    <a:pt x="1005078" y="310133"/>
                  </a:moveTo>
                  <a:lnTo>
                    <a:pt x="1005078" y="307847"/>
                  </a:lnTo>
                  <a:lnTo>
                    <a:pt x="1004316" y="307847"/>
                  </a:lnTo>
                  <a:lnTo>
                    <a:pt x="1004316" y="310133"/>
                  </a:lnTo>
                  <a:lnTo>
                    <a:pt x="1005078" y="310133"/>
                  </a:lnTo>
                  <a:close/>
                </a:path>
                <a:path w="2029460" h="699135">
                  <a:moveTo>
                    <a:pt x="1005078" y="307085"/>
                  </a:moveTo>
                  <a:lnTo>
                    <a:pt x="1005078" y="304799"/>
                  </a:lnTo>
                  <a:lnTo>
                    <a:pt x="1004316" y="304799"/>
                  </a:lnTo>
                  <a:lnTo>
                    <a:pt x="1004316" y="307085"/>
                  </a:lnTo>
                  <a:lnTo>
                    <a:pt x="1005078" y="307085"/>
                  </a:lnTo>
                  <a:close/>
                </a:path>
                <a:path w="2029460" h="699135">
                  <a:moveTo>
                    <a:pt x="1005078" y="304037"/>
                  </a:moveTo>
                  <a:lnTo>
                    <a:pt x="1005078" y="301751"/>
                  </a:lnTo>
                  <a:lnTo>
                    <a:pt x="1004316" y="301751"/>
                  </a:lnTo>
                  <a:lnTo>
                    <a:pt x="1004316" y="304037"/>
                  </a:lnTo>
                  <a:lnTo>
                    <a:pt x="1005078" y="304037"/>
                  </a:lnTo>
                  <a:close/>
                </a:path>
                <a:path w="2029460" h="699135">
                  <a:moveTo>
                    <a:pt x="1005078" y="300989"/>
                  </a:moveTo>
                  <a:lnTo>
                    <a:pt x="1005078" y="298703"/>
                  </a:lnTo>
                  <a:lnTo>
                    <a:pt x="1004316" y="298703"/>
                  </a:lnTo>
                  <a:lnTo>
                    <a:pt x="1004316" y="300989"/>
                  </a:lnTo>
                  <a:lnTo>
                    <a:pt x="1005078" y="300989"/>
                  </a:lnTo>
                  <a:close/>
                </a:path>
                <a:path w="2029460" h="699135">
                  <a:moveTo>
                    <a:pt x="1005078" y="297941"/>
                  </a:moveTo>
                  <a:lnTo>
                    <a:pt x="1005078" y="295655"/>
                  </a:lnTo>
                  <a:lnTo>
                    <a:pt x="1004316" y="295655"/>
                  </a:lnTo>
                  <a:lnTo>
                    <a:pt x="1004316" y="297941"/>
                  </a:lnTo>
                  <a:lnTo>
                    <a:pt x="1005078" y="297941"/>
                  </a:lnTo>
                  <a:close/>
                </a:path>
                <a:path w="2029460" h="699135">
                  <a:moveTo>
                    <a:pt x="1005078" y="294893"/>
                  </a:moveTo>
                  <a:lnTo>
                    <a:pt x="1005078" y="292607"/>
                  </a:lnTo>
                  <a:lnTo>
                    <a:pt x="1004316" y="292607"/>
                  </a:lnTo>
                  <a:lnTo>
                    <a:pt x="1004316" y="294893"/>
                  </a:lnTo>
                  <a:lnTo>
                    <a:pt x="1005078" y="294893"/>
                  </a:lnTo>
                  <a:close/>
                </a:path>
                <a:path w="2029460" h="699135">
                  <a:moveTo>
                    <a:pt x="1005078" y="291845"/>
                  </a:moveTo>
                  <a:lnTo>
                    <a:pt x="1005078" y="289559"/>
                  </a:lnTo>
                  <a:lnTo>
                    <a:pt x="1004316" y="289559"/>
                  </a:lnTo>
                  <a:lnTo>
                    <a:pt x="1004316" y="291845"/>
                  </a:lnTo>
                  <a:lnTo>
                    <a:pt x="1005078" y="291845"/>
                  </a:lnTo>
                  <a:close/>
                </a:path>
                <a:path w="2029460" h="699135">
                  <a:moveTo>
                    <a:pt x="1005078" y="288797"/>
                  </a:moveTo>
                  <a:lnTo>
                    <a:pt x="1005078" y="286511"/>
                  </a:lnTo>
                  <a:lnTo>
                    <a:pt x="1004316" y="286511"/>
                  </a:lnTo>
                  <a:lnTo>
                    <a:pt x="1004316" y="288797"/>
                  </a:lnTo>
                  <a:lnTo>
                    <a:pt x="1005078" y="288797"/>
                  </a:lnTo>
                  <a:close/>
                </a:path>
                <a:path w="2029460" h="699135">
                  <a:moveTo>
                    <a:pt x="1005078" y="285749"/>
                  </a:moveTo>
                  <a:lnTo>
                    <a:pt x="1005078" y="283463"/>
                  </a:lnTo>
                  <a:lnTo>
                    <a:pt x="1004316" y="283463"/>
                  </a:lnTo>
                  <a:lnTo>
                    <a:pt x="1004316" y="285749"/>
                  </a:lnTo>
                  <a:lnTo>
                    <a:pt x="1005078" y="285749"/>
                  </a:lnTo>
                  <a:close/>
                </a:path>
                <a:path w="2029460" h="699135">
                  <a:moveTo>
                    <a:pt x="1005078" y="282701"/>
                  </a:moveTo>
                  <a:lnTo>
                    <a:pt x="1005078" y="280415"/>
                  </a:lnTo>
                  <a:lnTo>
                    <a:pt x="1004316" y="280415"/>
                  </a:lnTo>
                  <a:lnTo>
                    <a:pt x="1004316" y="282701"/>
                  </a:lnTo>
                  <a:lnTo>
                    <a:pt x="1005078" y="282701"/>
                  </a:lnTo>
                  <a:close/>
                </a:path>
                <a:path w="2029460" h="699135">
                  <a:moveTo>
                    <a:pt x="1005078" y="279653"/>
                  </a:moveTo>
                  <a:lnTo>
                    <a:pt x="1005078" y="277367"/>
                  </a:lnTo>
                  <a:lnTo>
                    <a:pt x="1004316" y="277367"/>
                  </a:lnTo>
                  <a:lnTo>
                    <a:pt x="1004316" y="279653"/>
                  </a:lnTo>
                  <a:lnTo>
                    <a:pt x="1005078" y="279653"/>
                  </a:lnTo>
                  <a:close/>
                </a:path>
                <a:path w="2029460" h="699135">
                  <a:moveTo>
                    <a:pt x="1005078" y="276605"/>
                  </a:moveTo>
                  <a:lnTo>
                    <a:pt x="1005078" y="274319"/>
                  </a:lnTo>
                  <a:lnTo>
                    <a:pt x="1004316" y="274319"/>
                  </a:lnTo>
                  <a:lnTo>
                    <a:pt x="1004316" y="276605"/>
                  </a:lnTo>
                  <a:lnTo>
                    <a:pt x="1005078" y="276605"/>
                  </a:lnTo>
                  <a:close/>
                </a:path>
                <a:path w="2029460" h="699135">
                  <a:moveTo>
                    <a:pt x="1005078" y="273557"/>
                  </a:moveTo>
                  <a:lnTo>
                    <a:pt x="1005078" y="271271"/>
                  </a:lnTo>
                  <a:lnTo>
                    <a:pt x="1004316" y="271271"/>
                  </a:lnTo>
                  <a:lnTo>
                    <a:pt x="1004316" y="273557"/>
                  </a:lnTo>
                  <a:lnTo>
                    <a:pt x="1005078" y="273557"/>
                  </a:lnTo>
                  <a:close/>
                </a:path>
                <a:path w="2029460" h="699135">
                  <a:moveTo>
                    <a:pt x="1005078" y="270509"/>
                  </a:moveTo>
                  <a:lnTo>
                    <a:pt x="1005078" y="268223"/>
                  </a:lnTo>
                  <a:lnTo>
                    <a:pt x="1004316" y="268223"/>
                  </a:lnTo>
                  <a:lnTo>
                    <a:pt x="1004316" y="270509"/>
                  </a:lnTo>
                  <a:lnTo>
                    <a:pt x="1005078" y="270509"/>
                  </a:lnTo>
                  <a:close/>
                </a:path>
                <a:path w="2029460" h="699135">
                  <a:moveTo>
                    <a:pt x="1005078" y="267461"/>
                  </a:moveTo>
                  <a:lnTo>
                    <a:pt x="1005078" y="265175"/>
                  </a:lnTo>
                  <a:lnTo>
                    <a:pt x="1004316" y="265175"/>
                  </a:lnTo>
                  <a:lnTo>
                    <a:pt x="1004316" y="267461"/>
                  </a:lnTo>
                  <a:lnTo>
                    <a:pt x="1005078" y="267461"/>
                  </a:lnTo>
                  <a:close/>
                </a:path>
                <a:path w="2029460" h="699135">
                  <a:moveTo>
                    <a:pt x="1005078" y="264413"/>
                  </a:moveTo>
                  <a:lnTo>
                    <a:pt x="1005078" y="262127"/>
                  </a:lnTo>
                  <a:lnTo>
                    <a:pt x="1004316" y="262127"/>
                  </a:lnTo>
                  <a:lnTo>
                    <a:pt x="1004316" y="264413"/>
                  </a:lnTo>
                  <a:lnTo>
                    <a:pt x="1005078" y="264413"/>
                  </a:lnTo>
                  <a:close/>
                </a:path>
                <a:path w="2029460" h="699135">
                  <a:moveTo>
                    <a:pt x="1005078" y="261365"/>
                  </a:moveTo>
                  <a:lnTo>
                    <a:pt x="1005078" y="259079"/>
                  </a:lnTo>
                  <a:lnTo>
                    <a:pt x="1004316" y="259079"/>
                  </a:lnTo>
                  <a:lnTo>
                    <a:pt x="1004316" y="261365"/>
                  </a:lnTo>
                  <a:lnTo>
                    <a:pt x="1005078" y="261365"/>
                  </a:lnTo>
                  <a:close/>
                </a:path>
                <a:path w="2029460" h="699135">
                  <a:moveTo>
                    <a:pt x="1005078" y="258317"/>
                  </a:moveTo>
                  <a:lnTo>
                    <a:pt x="1005078" y="256031"/>
                  </a:lnTo>
                  <a:lnTo>
                    <a:pt x="1004316" y="256031"/>
                  </a:lnTo>
                  <a:lnTo>
                    <a:pt x="1004316" y="258317"/>
                  </a:lnTo>
                  <a:lnTo>
                    <a:pt x="1005078" y="258317"/>
                  </a:lnTo>
                  <a:close/>
                </a:path>
                <a:path w="2029460" h="699135">
                  <a:moveTo>
                    <a:pt x="1005078" y="255269"/>
                  </a:moveTo>
                  <a:lnTo>
                    <a:pt x="1005078" y="252983"/>
                  </a:lnTo>
                  <a:lnTo>
                    <a:pt x="1004316" y="252983"/>
                  </a:lnTo>
                  <a:lnTo>
                    <a:pt x="1004316" y="255269"/>
                  </a:lnTo>
                  <a:lnTo>
                    <a:pt x="1005078" y="255269"/>
                  </a:lnTo>
                  <a:close/>
                </a:path>
                <a:path w="2029460" h="699135">
                  <a:moveTo>
                    <a:pt x="1005078" y="252221"/>
                  </a:moveTo>
                  <a:lnTo>
                    <a:pt x="1005078" y="249935"/>
                  </a:lnTo>
                  <a:lnTo>
                    <a:pt x="1004316" y="249935"/>
                  </a:lnTo>
                  <a:lnTo>
                    <a:pt x="1004316" y="252221"/>
                  </a:lnTo>
                  <a:lnTo>
                    <a:pt x="1005078" y="252221"/>
                  </a:lnTo>
                  <a:close/>
                </a:path>
                <a:path w="2029460" h="699135">
                  <a:moveTo>
                    <a:pt x="1005078" y="249173"/>
                  </a:moveTo>
                  <a:lnTo>
                    <a:pt x="1005078" y="246887"/>
                  </a:lnTo>
                  <a:lnTo>
                    <a:pt x="1004316" y="246887"/>
                  </a:lnTo>
                  <a:lnTo>
                    <a:pt x="1004316" y="249173"/>
                  </a:lnTo>
                  <a:lnTo>
                    <a:pt x="1005078" y="249173"/>
                  </a:lnTo>
                  <a:close/>
                </a:path>
                <a:path w="2029460" h="699135">
                  <a:moveTo>
                    <a:pt x="1005078" y="246125"/>
                  </a:moveTo>
                  <a:lnTo>
                    <a:pt x="1005078" y="243839"/>
                  </a:lnTo>
                  <a:lnTo>
                    <a:pt x="1004316" y="243839"/>
                  </a:lnTo>
                  <a:lnTo>
                    <a:pt x="1004316" y="246125"/>
                  </a:lnTo>
                  <a:lnTo>
                    <a:pt x="1005078" y="246125"/>
                  </a:lnTo>
                  <a:close/>
                </a:path>
                <a:path w="2029460" h="699135">
                  <a:moveTo>
                    <a:pt x="1005078" y="243077"/>
                  </a:moveTo>
                  <a:lnTo>
                    <a:pt x="1005078" y="240791"/>
                  </a:lnTo>
                  <a:lnTo>
                    <a:pt x="1004316" y="240791"/>
                  </a:lnTo>
                  <a:lnTo>
                    <a:pt x="1004316" y="243077"/>
                  </a:lnTo>
                  <a:lnTo>
                    <a:pt x="1005078" y="243077"/>
                  </a:lnTo>
                  <a:close/>
                </a:path>
                <a:path w="2029460" h="699135">
                  <a:moveTo>
                    <a:pt x="1005078" y="240029"/>
                  </a:moveTo>
                  <a:lnTo>
                    <a:pt x="1005078" y="237743"/>
                  </a:lnTo>
                  <a:lnTo>
                    <a:pt x="1004316" y="237743"/>
                  </a:lnTo>
                  <a:lnTo>
                    <a:pt x="1004316" y="240029"/>
                  </a:lnTo>
                  <a:lnTo>
                    <a:pt x="1005078" y="240029"/>
                  </a:lnTo>
                  <a:close/>
                </a:path>
                <a:path w="2029460" h="699135">
                  <a:moveTo>
                    <a:pt x="1005078" y="236981"/>
                  </a:moveTo>
                  <a:lnTo>
                    <a:pt x="1005078" y="234695"/>
                  </a:lnTo>
                  <a:lnTo>
                    <a:pt x="1004316" y="234695"/>
                  </a:lnTo>
                  <a:lnTo>
                    <a:pt x="1004316" y="236981"/>
                  </a:lnTo>
                  <a:lnTo>
                    <a:pt x="1005078" y="236981"/>
                  </a:lnTo>
                  <a:close/>
                </a:path>
                <a:path w="2029460" h="699135">
                  <a:moveTo>
                    <a:pt x="1005078" y="233933"/>
                  </a:moveTo>
                  <a:lnTo>
                    <a:pt x="1005078" y="231647"/>
                  </a:lnTo>
                  <a:lnTo>
                    <a:pt x="1004316" y="231647"/>
                  </a:lnTo>
                  <a:lnTo>
                    <a:pt x="1004316" y="233933"/>
                  </a:lnTo>
                  <a:lnTo>
                    <a:pt x="1005078" y="233933"/>
                  </a:lnTo>
                  <a:close/>
                </a:path>
                <a:path w="2029460" h="699135">
                  <a:moveTo>
                    <a:pt x="1005078" y="230885"/>
                  </a:moveTo>
                  <a:lnTo>
                    <a:pt x="1005078" y="228599"/>
                  </a:lnTo>
                  <a:lnTo>
                    <a:pt x="1004316" y="228599"/>
                  </a:lnTo>
                  <a:lnTo>
                    <a:pt x="1004316" y="230885"/>
                  </a:lnTo>
                  <a:lnTo>
                    <a:pt x="1005078" y="230885"/>
                  </a:lnTo>
                  <a:close/>
                </a:path>
                <a:path w="2029460" h="699135">
                  <a:moveTo>
                    <a:pt x="1005078" y="227837"/>
                  </a:moveTo>
                  <a:lnTo>
                    <a:pt x="1005078" y="225551"/>
                  </a:lnTo>
                  <a:lnTo>
                    <a:pt x="1004316" y="225551"/>
                  </a:lnTo>
                  <a:lnTo>
                    <a:pt x="1004316" y="227837"/>
                  </a:lnTo>
                  <a:lnTo>
                    <a:pt x="1005078" y="227837"/>
                  </a:lnTo>
                  <a:close/>
                </a:path>
                <a:path w="2029460" h="699135">
                  <a:moveTo>
                    <a:pt x="1005078" y="224789"/>
                  </a:moveTo>
                  <a:lnTo>
                    <a:pt x="1005078" y="222503"/>
                  </a:lnTo>
                  <a:lnTo>
                    <a:pt x="1004316" y="222503"/>
                  </a:lnTo>
                  <a:lnTo>
                    <a:pt x="1004316" y="224789"/>
                  </a:lnTo>
                  <a:lnTo>
                    <a:pt x="1005078" y="224789"/>
                  </a:lnTo>
                  <a:close/>
                </a:path>
                <a:path w="2029460" h="699135">
                  <a:moveTo>
                    <a:pt x="1005078" y="221741"/>
                  </a:moveTo>
                  <a:lnTo>
                    <a:pt x="1005078" y="219455"/>
                  </a:lnTo>
                  <a:lnTo>
                    <a:pt x="1004316" y="219455"/>
                  </a:lnTo>
                  <a:lnTo>
                    <a:pt x="1004316" y="221741"/>
                  </a:lnTo>
                  <a:lnTo>
                    <a:pt x="1005078" y="221741"/>
                  </a:lnTo>
                  <a:close/>
                </a:path>
                <a:path w="2029460" h="699135">
                  <a:moveTo>
                    <a:pt x="1005078" y="218693"/>
                  </a:moveTo>
                  <a:lnTo>
                    <a:pt x="1005078" y="216407"/>
                  </a:lnTo>
                  <a:lnTo>
                    <a:pt x="1004316" y="216407"/>
                  </a:lnTo>
                  <a:lnTo>
                    <a:pt x="1004316" y="218693"/>
                  </a:lnTo>
                  <a:lnTo>
                    <a:pt x="1005078" y="218693"/>
                  </a:lnTo>
                  <a:close/>
                </a:path>
                <a:path w="2029460" h="699135">
                  <a:moveTo>
                    <a:pt x="1005840" y="213359"/>
                  </a:moveTo>
                  <a:lnTo>
                    <a:pt x="1005078" y="213359"/>
                  </a:lnTo>
                  <a:lnTo>
                    <a:pt x="1004316" y="215645"/>
                  </a:lnTo>
                  <a:lnTo>
                    <a:pt x="1005078" y="215645"/>
                  </a:lnTo>
                  <a:lnTo>
                    <a:pt x="1005840" y="213359"/>
                  </a:lnTo>
                  <a:close/>
                </a:path>
                <a:path w="2029460" h="699135">
                  <a:moveTo>
                    <a:pt x="1005840" y="212597"/>
                  </a:moveTo>
                  <a:lnTo>
                    <a:pt x="1005840" y="210311"/>
                  </a:lnTo>
                  <a:lnTo>
                    <a:pt x="1005078" y="210311"/>
                  </a:lnTo>
                  <a:lnTo>
                    <a:pt x="1005078" y="212597"/>
                  </a:lnTo>
                  <a:lnTo>
                    <a:pt x="1005840" y="212597"/>
                  </a:lnTo>
                  <a:close/>
                </a:path>
                <a:path w="2029460" h="699135">
                  <a:moveTo>
                    <a:pt x="1005840" y="209549"/>
                  </a:moveTo>
                  <a:lnTo>
                    <a:pt x="1005840" y="207263"/>
                  </a:lnTo>
                  <a:lnTo>
                    <a:pt x="1005078" y="207263"/>
                  </a:lnTo>
                  <a:lnTo>
                    <a:pt x="1005078" y="209549"/>
                  </a:lnTo>
                  <a:lnTo>
                    <a:pt x="1005840" y="209549"/>
                  </a:lnTo>
                  <a:close/>
                </a:path>
                <a:path w="2029460" h="699135">
                  <a:moveTo>
                    <a:pt x="1005840" y="206501"/>
                  </a:moveTo>
                  <a:lnTo>
                    <a:pt x="1005840" y="204215"/>
                  </a:lnTo>
                  <a:lnTo>
                    <a:pt x="1005078" y="204215"/>
                  </a:lnTo>
                  <a:lnTo>
                    <a:pt x="1005078" y="206501"/>
                  </a:lnTo>
                  <a:lnTo>
                    <a:pt x="1005840" y="206501"/>
                  </a:lnTo>
                  <a:close/>
                </a:path>
                <a:path w="2029460" h="699135">
                  <a:moveTo>
                    <a:pt x="1005840" y="203453"/>
                  </a:moveTo>
                  <a:lnTo>
                    <a:pt x="1005840" y="201167"/>
                  </a:lnTo>
                  <a:lnTo>
                    <a:pt x="1005078" y="201167"/>
                  </a:lnTo>
                  <a:lnTo>
                    <a:pt x="1005078" y="203453"/>
                  </a:lnTo>
                  <a:lnTo>
                    <a:pt x="1005840" y="203453"/>
                  </a:lnTo>
                  <a:close/>
                </a:path>
                <a:path w="2029460" h="699135">
                  <a:moveTo>
                    <a:pt x="1005840" y="200405"/>
                  </a:moveTo>
                  <a:lnTo>
                    <a:pt x="1005840" y="198119"/>
                  </a:lnTo>
                  <a:lnTo>
                    <a:pt x="1005078" y="198119"/>
                  </a:lnTo>
                  <a:lnTo>
                    <a:pt x="1005078" y="200405"/>
                  </a:lnTo>
                  <a:lnTo>
                    <a:pt x="1005840" y="200405"/>
                  </a:lnTo>
                  <a:close/>
                </a:path>
                <a:path w="2029460" h="699135">
                  <a:moveTo>
                    <a:pt x="1005840" y="197357"/>
                  </a:moveTo>
                  <a:lnTo>
                    <a:pt x="1005840" y="195071"/>
                  </a:lnTo>
                  <a:lnTo>
                    <a:pt x="1005078" y="195071"/>
                  </a:lnTo>
                  <a:lnTo>
                    <a:pt x="1005078" y="197357"/>
                  </a:lnTo>
                  <a:lnTo>
                    <a:pt x="1005840" y="197357"/>
                  </a:lnTo>
                  <a:close/>
                </a:path>
                <a:path w="2029460" h="699135">
                  <a:moveTo>
                    <a:pt x="1005840" y="194309"/>
                  </a:moveTo>
                  <a:lnTo>
                    <a:pt x="1005840" y="192023"/>
                  </a:lnTo>
                  <a:lnTo>
                    <a:pt x="1005078" y="192023"/>
                  </a:lnTo>
                  <a:lnTo>
                    <a:pt x="1005078" y="194309"/>
                  </a:lnTo>
                  <a:lnTo>
                    <a:pt x="1005840" y="194309"/>
                  </a:lnTo>
                  <a:close/>
                </a:path>
                <a:path w="2029460" h="699135">
                  <a:moveTo>
                    <a:pt x="1005840" y="191261"/>
                  </a:moveTo>
                  <a:lnTo>
                    <a:pt x="1005840" y="188975"/>
                  </a:lnTo>
                  <a:lnTo>
                    <a:pt x="1005078" y="188975"/>
                  </a:lnTo>
                  <a:lnTo>
                    <a:pt x="1005078" y="191261"/>
                  </a:lnTo>
                  <a:lnTo>
                    <a:pt x="1005840" y="191261"/>
                  </a:lnTo>
                  <a:close/>
                </a:path>
                <a:path w="2029460" h="699135">
                  <a:moveTo>
                    <a:pt x="1005840" y="188213"/>
                  </a:moveTo>
                  <a:lnTo>
                    <a:pt x="1005840" y="185927"/>
                  </a:lnTo>
                  <a:lnTo>
                    <a:pt x="1005078" y="185927"/>
                  </a:lnTo>
                  <a:lnTo>
                    <a:pt x="1005078" y="188213"/>
                  </a:lnTo>
                  <a:lnTo>
                    <a:pt x="1005840" y="188213"/>
                  </a:lnTo>
                  <a:close/>
                </a:path>
                <a:path w="2029460" h="699135">
                  <a:moveTo>
                    <a:pt x="1005840" y="185165"/>
                  </a:moveTo>
                  <a:lnTo>
                    <a:pt x="1005840" y="182879"/>
                  </a:lnTo>
                  <a:lnTo>
                    <a:pt x="1005078" y="182879"/>
                  </a:lnTo>
                  <a:lnTo>
                    <a:pt x="1005078" y="185165"/>
                  </a:lnTo>
                  <a:lnTo>
                    <a:pt x="1005840" y="185165"/>
                  </a:lnTo>
                  <a:close/>
                </a:path>
                <a:path w="2029460" h="699135">
                  <a:moveTo>
                    <a:pt x="1005840" y="182117"/>
                  </a:moveTo>
                  <a:lnTo>
                    <a:pt x="1005840" y="179831"/>
                  </a:lnTo>
                  <a:lnTo>
                    <a:pt x="1005078" y="179831"/>
                  </a:lnTo>
                  <a:lnTo>
                    <a:pt x="1005078" y="182117"/>
                  </a:lnTo>
                  <a:lnTo>
                    <a:pt x="1005840" y="182117"/>
                  </a:lnTo>
                  <a:close/>
                </a:path>
                <a:path w="2029460" h="699135">
                  <a:moveTo>
                    <a:pt x="1005840" y="179069"/>
                  </a:moveTo>
                  <a:lnTo>
                    <a:pt x="1005840" y="176783"/>
                  </a:lnTo>
                  <a:lnTo>
                    <a:pt x="1005078" y="176783"/>
                  </a:lnTo>
                  <a:lnTo>
                    <a:pt x="1005078" y="179069"/>
                  </a:lnTo>
                  <a:lnTo>
                    <a:pt x="1005840" y="179069"/>
                  </a:lnTo>
                  <a:close/>
                </a:path>
                <a:path w="2029460" h="699135">
                  <a:moveTo>
                    <a:pt x="1005840" y="176021"/>
                  </a:moveTo>
                  <a:lnTo>
                    <a:pt x="1005840" y="173735"/>
                  </a:lnTo>
                  <a:lnTo>
                    <a:pt x="1005078" y="173735"/>
                  </a:lnTo>
                  <a:lnTo>
                    <a:pt x="1005078" y="176021"/>
                  </a:lnTo>
                  <a:lnTo>
                    <a:pt x="1005840" y="176021"/>
                  </a:lnTo>
                  <a:close/>
                </a:path>
                <a:path w="2029460" h="699135">
                  <a:moveTo>
                    <a:pt x="1005840" y="172973"/>
                  </a:moveTo>
                  <a:lnTo>
                    <a:pt x="1005840" y="170687"/>
                  </a:lnTo>
                  <a:lnTo>
                    <a:pt x="1005078" y="170687"/>
                  </a:lnTo>
                  <a:lnTo>
                    <a:pt x="1005078" y="172973"/>
                  </a:lnTo>
                  <a:lnTo>
                    <a:pt x="1005840" y="172973"/>
                  </a:lnTo>
                  <a:close/>
                </a:path>
                <a:path w="2029460" h="699135">
                  <a:moveTo>
                    <a:pt x="1005840" y="169925"/>
                  </a:moveTo>
                  <a:lnTo>
                    <a:pt x="1005840" y="167639"/>
                  </a:lnTo>
                  <a:lnTo>
                    <a:pt x="1005078" y="167639"/>
                  </a:lnTo>
                  <a:lnTo>
                    <a:pt x="1005078" y="169925"/>
                  </a:lnTo>
                  <a:lnTo>
                    <a:pt x="1005840" y="169925"/>
                  </a:lnTo>
                  <a:close/>
                </a:path>
                <a:path w="2029460" h="699135">
                  <a:moveTo>
                    <a:pt x="1005840" y="166877"/>
                  </a:moveTo>
                  <a:lnTo>
                    <a:pt x="1005840" y="164591"/>
                  </a:lnTo>
                  <a:lnTo>
                    <a:pt x="1005078" y="164591"/>
                  </a:lnTo>
                  <a:lnTo>
                    <a:pt x="1005078" y="166877"/>
                  </a:lnTo>
                  <a:lnTo>
                    <a:pt x="1005840" y="166877"/>
                  </a:lnTo>
                  <a:close/>
                </a:path>
                <a:path w="2029460" h="699135">
                  <a:moveTo>
                    <a:pt x="1005840" y="163829"/>
                  </a:moveTo>
                  <a:lnTo>
                    <a:pt x="1005840" y="161543"/>
                  </a:lnTo>
                  <a:lnTo>
                    <a:pt x="1005078" y="161543"/>
                  </a:lnTo>
                  <a:lnTo>
                    <a:pt x="1005078" y="163829"/>
                  </a:lnTo>
                  <a:lnTo>
                    <a:pt x="1005840" y="163829"/>
                  </a:lnTo>
                  <a:close/>
                </a:path>
                <a:path w="2029460" h="699135">
                  <a:moveTo>
                    <a:pt x="1005840" y="160781"/>
                  </a:moveTo>
                  <a:lnTo>
                    <a:pt x="1005840" y="158495"/>
                  </a:lnTo>
                  <a:lnTo>
                    <a:pt x="1005078" y="158495"/>
                  </a:lnTo>
                  <a:lnTo>
                    <a:pt x="1005078" y="160781"/>
                  </a:lnTo>
                  <a:lnTo>
                    <a:pt x="1005840" y="160781"/>
                  </a:lnTo>
                  <a:close/>
                </a:path>
                <a:path w="2029460" h="699135">
                  <a:moveTo>
                    <a:pt x="1005840" y="157733"/>
                  </a:moveTo>
                  <a:lnTo>
                    <a:pt x="1005840" y="155447"/>
                  </a:lnTo>
                  <a:lnTo>
                    <a:pt x="1005078" y="155447"/>
                  </a:lnTo>
                  <a:lnTo>
                    <a:pt x="1005078" y="157733"/>
                  </a:lnTo>
                  <a:lnTo>
                    <a:pt x="1005840" y="157733"/>
                  </a:lnTo>
                  <a:close/>
                </a:path>
                <a:path w="2029460" h="699135">
                  <a:moveTo>
                    <a:pt x="1005840" y="154685"/>
                  </a:moveTo>
                  <a:lnTo>
                    <a:pt x="1005840" y="152399"/>
                  </a:lnTo>
                  <a:lnTo>
                    <a:pt x="1005078" y="152399"/>
                  </a:lnTo>
                  <a:lnTo>
                    <a:pt x="1005078" y="154685"/>
                  </a:lnTo>
                  <a:lnTo>
                    <a:pt x="1005840" y="154685"/>
                  </a:lnTo>
                  <a:close/>
                </a:path>
                <a:path w="2029460" h="699135">
                  <a:moveTo>
                    <a:pt x="1005840" y="151637"/>
                  </a:moveTo>
                  <a:lnTo>
                    <a:pt x="1005840" y="149351"/>
                  </a:lnTo>
                  <a:lnTo>
                    <a:pt x="1005078" y="149351"/>
                  </a:lnTo>
                  <a:lnTo>
                    <a:pt x="1005078" y="151637"/>
                  </a:lnTo>
                  <a:lnTo>
                    <a:pt x="1005840" y="151637"/>
                  </a:lnTo>
                  <a:close/>
                </a:path>
                <a:path w="2029460" h="699135">
                  <a:moveTo>
                    <a:pt x="1005840" y="148589"/>
                  </a:moveTo>
                  <a:lnTo>
                    <a:pt x="1005840" y="146303"/>
                  </a:lnTo>
                  <a:lnTo>
                    <a:pt x="1005078" y="146303"/>
                  </a:lnTo>
                  <a:lnTo>
                    <a:pt x="1005078" y="148589"/>
                  </a:lnTo>
                  <a:lnTo>
                    <a:pt x="1005840" y="148589"/>
                  </a:lnTo>
                  <a:close/>
                </a:path>
                <a:path w="2029460" h="699135">
                  <a:moveTo>
                    <a:pt x="1005840" y="145541"/>
                  </a:moveTo>
                  <a:lnTo>
                    <a:pt x="1005840" y="143255"/>
                  </a:lnTo>
                  <a:lnTo>
                    <a:pt x="1005078" y="143255"/>
                  </a:lnTo>
                  <a:lnTo>
                    <a:pt x="1005078" y="145541"/>
                  </a:lnTo>
                  <a:lnTo>
                    <a:pt x="1005840" y="145541"/>
                  </a:lnTo>
                  <a:close/>
                </a:path>
                <a:path w="2029460" h="699135">
                  <a:moveTo>
                    <a:pt x="1005840" y="142493"/>
                  </a:moveTo>
                  <a:lnTo>
                    <a:pt x="1005840" y="140207"/>
                  </a:lnTo>
                  <a:lnTo>
                    <a:pt x="1005078" y="140207"/>
                  </a:lnTo>
                  <a:lnTo>
                    <a:pt x="1005078" y="142493"/>
                  </a:lnTo>
                  <a:lnTo>
                    <a:pt x="1005840" y="142493"/>
                  </a:lnTo>
                  <a:close/>
                </a:path>
                <a:path w="2029460" h="699135">
                  <a:moveTo>
                    <a:pt x="1005840" y="139445"/>
                  </a:moveTo>
                  <a:lnTo>
                    <a:pt x="1005840" y="137159"/>
                  </a:lnTo>
                  <a:lnTo>
                    <a:pt x="1005078" y="137159"/>
                  </a:lnTo>
                  <a:lnTo>
                    <a:pt x="1005078" y="139445"/>
                  </a:lnTo>
                  <a:lnTo>
                    <a:pt x="1005840" y="139445"/>
                  </a:lnTo>
                  <a:close/>
                </a:path>
                <a:path w="2029460" h="699135">
                  <a:moveTo>
                    <a:pt x="1005840" y="136397"/>
                  </a:moveTo>
                  <a:lnTo>
                    <a:pt x="1005840" y="134111"/>
                  </a:lnTo>
                  <a:lnTo>
                    <a:pt x="1005078" y="134111"/>
                  </a:lnTo>
                  <a:lnTo>
                    <a:pt x="1005078" y="136397"/>
                  </a:lnTo>
                  <a:lnTo>
                    <a:pt x="1005840" y="136397"/>
                  </a:lnTo>
                  <a:close/>
                </a:path>
                <a:path w="2029460" h="699135">
                  <a:moveTo>
                    <a:pt x="1005840" y="133349"/>
                  </a:moveTo>
                  <a:lnTo>
                    <a:pt x="1005840" y="131063"/>
                  </a:lnTo>
                  <a:lnTo>
                    <a:pt x="1005078" y="131063"/>
                  </a:lnTo>
                  <a:lnTo>
                    <a:pt x="1005078" y="133349"/>
                  </a:lnTo>
                  <a:lnTo>
                    <a:pt x="1005840" y="133349"/>
                  </a:lnTo>
                  <a:close/>
                </a:path>
                <a:path w="2029460" h="699135">
                  <a:moveTo>
                    <a:pt x="1005840" y="130301"/>
                  </a:moveTo>
                  <a:lnTo>
                    <a:pt x="1005840" y="128015"/>
                  </a:lnTo>
                  <a:lnTo>
                    <a:pt x="1005078" y="128015"/>
                  </a:lnTo>
                  <a:lnTo>
                    <a:pt x="1005078" y="130301"/>
                  </a:lnTo>
                  <a:lnTo>
                    <a:pt x="1005840" y="130301"/>
                  </a:lnTo>
                  <a:close/>
                </a:path>
                <a:path w="2029460" h="699135">
                  <a:moveTo>
                    <a:pt x="1005840" y="127253"/>
                  </a:moveTo>
                  <a:lnTo>
                    <a:pt x="1005840" y="124967"/>
                  </a:lnTo>
                  <a:lnTo>
                    <a:pt x="1005078" y="124967"/>
                  </a:lnTo>
                  <a:lnTo>
                    <a:pt x="1005078" y="127253"/>
                  </a:lnTo>
                  <a:lnTo>
                    <a:pt x="1005840" y="127253"/>
                  </a:lnTo>
                  <a:close/>
                </a:path>
                <a:path w="2029460" h="699135">
                  <a:moveTo>
                    <a:pt x="1005840" y="124205"/>
                  </a:moveTo>
                  <a:lnTo>
                    <a:pt x="1005840" y="121919"/>
                  </a:lnTo>
                  <a:lnTo>
                    <a:pt x="1005078" y="121919"/>
                  </a:lnTo>
                  <a:lnTo>
                    <a:pt x="1005078" y="124205"/>
                  </a:lnTo>
                  <a:lnTo>
                    <a:pt x="1005840" y="124205"/>
                  </a:lnTo>
                  <a:close/>
                </a:path>
                <a:path w="2029460" h="699135">
                  <a:moveTo>
                    <a:pt x="1005840" y="121157"/>
                  </a:moveTo>
                  <a:lnTo>
                    <a:pt x="1005840" y="118871"/>
                  </a:lnTo>
                  <a:lnTo>
                    <a:pt x="1005078" y="118871"/>
                  </a:lnTo>
                  <a:lnTo>
                    <a:pt x="1005078" y="121157"/>
                  </a:lnTo>
                  <a:lnTo>
                    <a:pt x="1005840" y="121157"/>
                  </a:lnTo>
                  <a:close/>
                </a:path>
                <a:path w="2029460" h="699135">
                  <a:moveTo>
                    <a:pt x="1005840" y="118109"/>
                  </a:moveTo>
                  <a:lnTo>
                    <a:pt x="1005840" y="115823"/>
                  </a:lnTo>
                  <a:lnTo>
                    <a:pt x="1005078" y="115823"/>
                  </a:lnTo>
                  <a:lnTo>
                    <a:pt x="1005078" y="118109"/>
                  </a:lnTo>
                  <a:lnTo>
                    <a:pt x="1005840" y="118109"/>
                  </a:lnTo>
                  <a:close/>
                </a:path>
                <a:path w="2029460" h="699135">
                  <a:moveTo>
                    <a:pt x="1005840" y="115061"/>
                  </a:moveTo>
                  <a:lnTo>
                    <a:pt x="1005840" y="112775"/>
                  </a:lnTo>
                  <a:lnTo>
                    <a:pt x="1005078" y="112775"/>
                  </a:lnTo>
                  <a:lnTo>
                    <a:pt x="1005078" y="115061"/>
                  </a:lnTo>
                  <a:lnTo>
                    <a:pt x="1005840" y="115061"/>
                  </a:lnTo>
                  <a:close/>
                </a:path>
                <a:path w="2029460" h="699135">
                  <a:moveTo>
                    <a:pt x="1005840" y="112013"/>
                  </a:moveTo>
                  <a:lnTo>
                    <a:pt x="1005840" y="109727"/>
                  </a:lnTo>
                  <a:lnTo>
                    <a:pt x="1005078" y="109727"/>
                  </a:lnTo>
                  <a:lnTo>
                    <a:pt x="1005078" y="112013"/>
                  </a:lnTo>
                  <a:lnTo>
                    <a:pt x="1005840" y="112013"/>
                  </a:lnTo>
                  <a:close/>
                </a:path>
                <a:path w="2029460" h="699135">
                  <a:moveTo>
                    <a:pt x="1005840" y="108965"/>
                  </a:moveTo>
                  <a:lnTo>
                    <a:pt x="1005840" y="106679"/>
                  </a:lnTo>
                  <a:lnTo>
                    <a:pt x="1005078" y="106679"/>
                  </a:lnTo>
                  <a:lnTo>
                    <a:pt x="1005078" y="108965"/>
                  </a:lnTo>
                  <a:lnTo>
                    <a:pt x="1005840" y="108965"/>
                  </a:lnTo>
                  <a:close/>
                </a:path>
                <a:path w="2029460" h="699135">
                  <a:moveTo>
                    <a:pt x="1006602" y="103631"/>
                  </a:moveTo>
                  <a:lnTo>
                    <a:pt x="1005840" y="103631"/>
                  </a:lnTo>
                  <a:lnTo>
                    <a:pt x="1005078" y="105917"/>
                  </a:lnTo>
                  <a:lnTo>
                    <a:pt x="1005840" y="105917"/>
                  </a:lnTo>
                  <a:lnTo>
                    <a:pt x="1006602" y="103631"/>
                  </a:lnTo>
                  <a:close/>
                </a:path>
                <a:path w="2029460" h="699135">
                  <a:moveTo>
                    <a:pt x="1006602" y="102869"/>
                  </a:moveTo>
                  <a:lnTo>
                    <a:pt x="1006602" y="100583"/>
                  </a:lnTo>
                  <a:lnTo>
                    <a:pt x="1005840" y="100583"/>
                  </a:lnTo>
                  <a:lnTo>
                    <a:pt x="1005840" y="102869"/>
                  </a:lnTo>
                  <a:lnTo>
                    <a:pt x="1006602" y="102869"/>
                  </a:lnTo>
                  <a:close/>
                </a:path>
                <a:path w="2029460" h="699135">
                  <a:moveTo>
                    <a:pt x="1006602" y="99821"/>
                  </a:moveTo>
                  <a:lnTo>
                    <a:pt x="1006602" y="97535"/>
                  </a:lnTo>
                  <a:lnTo>
                    <a:pt x="1005840" y="97535"/>
                  </a:lnTo>
                  <a:lnTo>
                    <a:pt x="1005840" y="99821"/>
                  </a:lnTo>
                  <a:lnTo>
                    <a:pt x="1006602" y="99821"/>
                  </a:lnTo>
                  <a:close/>
                </a:path>
                <a:path w="2029460" h="699135">
                  <a:moveTo>
                    <a:pt x="1006602" y="96773"/>
                  </a:moveTo>
                  <a:lnTo>
                    <a:pt x="1006602" y="94487"/>
                  </a:lnTo>
                  <a:lnTo>
                    <a:pt x="1005840" y="94487"/>
                  </a:lnTo>
                  <a:lnTo>
                    <a:pt x="1005840" y="96773"/>
                  </a:lnTo>
                  <a:lnTo>
                    <a:pt x="1006602" y="96773"/>
                  </a:lnTo>
                  <a:close/>
                </a:path>
                <a:path w="2029460" h="699135">
                  <a:moveTo>
                    <a:pt x="1006602" y="93725"/>
                  </a:moveTo>
                  <a:lnTo>
                    <a:pt x="1006602" y="91439"/>
                  </a:lnTo>
                  <a:lnTo>
                    <a:pt x="1005840" y="91439"/>
                  </a:lnTo>
                  <a:lnTo>
                    <a:pt x="1005840" y="93725"/>
                  </a:lnTo>
                  <a:lnTo>
                    <a:pt x="1006602" y="93725"/>
                  </a:lnTo>
                  <a:close/>
                </a:path>
                <a:path w="2029460" h="699135">
                  <a:moveTo>
                    <a:pt x="1006602" y="90677"/>
                  </a:moveTo>
                  <a:lnTo>
                    <a:pt x="1006602" y="88391"/>
                  </a:lnTo>
                  <a:lnTo>
                    <a:pt x="1005840" y="88391"/>
                  </a:lnTo>
                  <a:lnTo>
                    <a:pt x="1005840" y="90677"/>
                  </a:lnTo>
                  <a:lnTo>
                    <a:pt x="1006602" y="90677"/>
                  </a:lnTo>
                  <a:close/>
                </a:path>
                <a:path w="2029460" h="699135">
                  <a:moveTo>
                    <a:pt x="1006602" y="87629"/>
                  </a:moveTo>
                  <a:lnTo>
                    <a:pt x="1006602" y="85343"/>
                  </a:lnTo>
                  <a:lnTo>
                    <a:pt x="1005840" y="85343"/>
                  </a:lnTo>
                  <a:lnTo>
                    <a:pt x="1005840" y="87629"/>
                  </a:lnTo>
                  <a:lnTo>
                    <a:pt x="1006602" y="87629"/>
                  </a:lnTo>
                  <a:close/>
                </a:path>
                <a:path w="2029460" h="699135">
                  <a:moveTo>
                    <a:pt x="1006602" y="84581"/>
                  </a:moveTo>
                  <a:lnTo>
                    <a:pt x="1006602" y="82295"/>
                  </a:lnTo>
                  <a:lnTo>
                    <a:pt x="1005840" y="82295"/>
                  </a:lnTo>
                  <a:lnTo>
                    <a:pt x="1005840" y="84581"/>
                  </a:lnTo>
                  <a:lnTo>
                    <a:pt x="1006602" y="84581"/>
                  </a:lnTo>
                  <a:close/>
                </a:path>
                <a:path w="2029460" h="699135">
                  <a:moveTo>
                    <a:pt x="1006602" y="81533"/>
                  </a:moveTo>
                  <a:lnTo>
                    <a:pt x="1006602" y="79247"/>
                  </a:lnTo>
                  <a:lnTo>
                    <a:pt x="1005840" y="79247"/>
                  </a:lnTo>
                  <a:lnTo>
                    <a:pt x="1005840" y="81533"/>
                  </a:lnTo>
                  <a:lnTo>
                    <a:pt x="1006602" y="81533"/>
                  </a:lnTo>
                  <a:close/>
                </a:path>
                <a:path w="2029460" h="699135">
                  <a:moveTo>
                    <a:pt x="1006602" y="78485"/>
                  </a:moveTo>
                  <a:lnTo>
                    <a:pt x="1006602" y="76199"/>
                  </a:lnTo>
                  <a:lnTo>
                    <a:pt x="1005840" y="76199"/>
                  </a:lnTo>
                  <a:lnTo>
                    <a:pt x="1005840" y="78485"/>
                  </a:lnTo>
                  <a:lnTo>
                    <a:pt x="1006602" y="78485"/>
                  </a:lnTo>
                  <a:close/>
                </a:path>
                <a:path w="2029460" h="699135">
                  <a:moveTo>
                    <a:pt x="1006602" y="75437"/>
                  </a:moveTo>
                  <a:lnTo>
                    <a:pt x="1006602" y="73151"/>
                  </a:lnTo>
                  <a:lnTo>
                    <a:pt x="1005840" y="73151"/>
                  </a:lnTo>
                  <a:lnTo>
                    <a:pt x="1005840" y="75437"/>
                  </a:lnTo>
                  <a:lnTo>
                    <a:pt x="1006602" y="75437"/>
                  </a:lnTo>
                  <a:close/>
                </a:path>
                <a:path w="2029460" h="699135">
                  <a:moveTo>
                    <a:pt x="1006602" y="72389"/>
                  </a:moveTo>
                  <a:lnTo>
                    <a:pt x="1006602" y="70103"/>
                  </a:lnTo>
                  <a:lnTo>
                    <a:pt x="1005840" y="70103"/>
                  </a:lnTo>
                  <a:lnTo>
                    <a:pt x="1005840" y="72389"/>
                  </a:lnTo>
                  <a:lnTo>
                    <a:pt x="1006602" y="72389"/>
                  </a:lnTo>
                  <a:close/>
                </a:path>
                <a:path w="2029460" h="699135">
                  <a:moveTo>
                    <a:pt x="1006602" y="69341"/>
                  </a:moveTo>
                  <a:lnTo>
                    <a:pt x="1006602" y="67055"/>
                  </a:lnTo>
                  <a:lnTo>
                    <a:pt x="1005840" y="67055"/>
                  </a:lnTo>
                  <a:lnTo>
                    <a:pt x="1005840" y="69341"/>
                  </a:lnTo>
                  <a:lnTo>
                    <a:pt x="1006602" y="69341"/>
                  </a:lnTo>
                  <a:close/>
                </a:path>
                <a:path w="2029460" h="699135">
                  <a:moveTo>
                    <a:pt x="1006602" y="66293"/>
                  </a:moveTo>
                  <a:lnTo>
                    <a:pt x="1006602" y="64007"/>
                  </a:lnTo>
                  <a:lnTo>
                    <a:pt x="1005840" y="64007"/>
                  </a:lnTo>
                  <a:lnTo>
                    <a:pt x="1005840" y="66293"/>
                  </a:lnTo>
                  <a:lnTo>
                    <a:pt x="1006602" y="66293"/>
                  </a:lnTo>
                  <a:close/>
                </a:path>
                <a:path w="2029460" h="699135">
                  <a:moveTo>
                    <a:pt x="1006602" y="63245"/>
                  </a:moveTo>
                  <a:lnTo>
                    <a:pt x="1006602" y="60959"/>
                  </a:lnTo>
                  <a:lnTo>
                    <a:pt x="1005840" y="60959"/>
                  </a:lnTo>
                  <a:lnTo>
                    <a:pt x="1005840" y="63245"/>
                  </a:lnTo>
                  <a:lnTo>
                    <a:pt x="1006602" y="63245"/>
                  </a:lnTo>
                  <a:close/>
                </a:path>
                <a:path w="2029460" h="699135">
                  <a:moveTo>
                    <a:pt x="1006602" y="60197"/>
                  </a:moveTo>
                  <a:lnTo>
                    <a:pt x="1006602" y="57911"/>
                  </a:lnTo>
                  <a:lnTo>
                    <a:pt x="1005840" y="57911"/>
                  </a:lnTo>
                  <a:lnTo>
                    <a:pt x="1005840" y="60197"/>
                  </a:lnTo>
                  <a:lnTo>
                    <a:pt x="1006602" y="60197"/>
                  </a:lnTo>
                  <a:close/>
                </a:path>
                <a:path w="2029460" h="699135">
                  <a:moveTo>
                    <a:pt x="1006602" y="57149"/>
                  </a:moveTo>
                  <a:lnTo>
                    <a:pt x="1006602" y="54863"/>
                  </a:lnTo>
                  <a:lnTo>
                    <a:pt x="1005840" y="54863"/>
                  </a:lnTo>
                  <a:lnTo>
                    <a:pt x="1005840" y="57149"/>
                  </a:lnTo>
                  <a:lnTo>
                    <a:pt x="1006602" y="57149"/>
                  </a:lnTo>
                  <a:close/>
                </a:path>
                <a:path w="2029460" h="699135">
                  <a:moveTo>
                    <a:pt x="1006602" y="54101"/>
                  </a:moveTo>
                  <a:lnTo>
                    <a:pt x="1006602" y="51815"/>
                  </a:lnTo>
                  <a:lnTo>
                    <a:pt x="1005840" y="51815"/>
                  </a:lnTo>
                  <a:lnTo>
                    <a:pt x="1005840" y="54101"/>
                  </a:lnTo>
                  <a:lnTo>
                    <a:pt x="1006602" y="54101"/>
                  </a:lnTo>
                  <a:close/>
                </a:path>
                <a:path w="2029460" h="699135">
                  <a:moveTo>
                    <a:pt x="1006602" y="51053"/>
                  </a:moveTo>
                  <a:lnTo>
                    <a:pt x="1006602" y="48767"/>
                  </a:lnTo>
                  <a:lnTo>
                    <a:pt x="1005840" y="48767"/>
                  </a:lnTo>
                  <a:lnTo>
                    <a:pt x="1005840" y="51053"/>
                  </a:lnTo>
                  <a:lnTo>
                    <a:pt x="1006602" y="51053"/>
                  </a:lnTo>
                  <a:close/>
                </a:path>
                <a:path w="2029460" h="699135">
                  <a:moveTo>
                    <a:pt x="1006602" y="48005"/>
                  </a:moveTo>
                  <a:lnTo>
                    <a:pt x="1006602" y="45719"/>
                  </a:lnTo>
                  <a:lnTo>
                    <a:pt x="1005840" y="45719"/>
                  </a:lnTo>
                  <a:lnTo>
                    <a:pt x="1005840" y="48005"/>
                  </a:lnTo>
                  <a:lnTo>
                    <a:pt x="1006602" y="48005"/>
                  </a:lnTo>
                  <a:close/>
                </a:path>
                <a:path w="2029460" h="699135">
                  <a:moveTo>
                    <a:pt x="1006602" y="44957"/>
                  </a:moveTo>
                  <a:lnTo>
                    <a:pt x="1006602" y="42671"/>
                  </a:lnTo>
                  <a:lnTo>
                    <a:pt x="1005840" y="42671"/>
                  </a:lnTo>
                  <a:lnTo>
                    <a:pt x="1005840" y="44957"/>
                  </a:lnTo>
                  <a:lnTo>
                    <a:pt x="1006602" y="44957"/>
                  </a:lnTo>
                  <a:close/>
                </a:path>
                <a:path w="2029460" h="699135">
                  <a:moveTo>
                    <a:pt x="1006602" y="41909"/>
                  </a:moveTo>
                  <a:lnTo>
                    <a:pt x="1006602" y="39623"/>
                  </a:lnTo>
                  <a:lnTo>
                    <a:pt x="1005840" y="39623"/>
                  </a:lnTo>
                  <a:lnTo>
                    <a:pt x="1005840" y="41909"/>
                  </a:lnTo>
                  <a:lnTo>
                    <a:pt x="1006602" y="41909"/>
                  </a:lnTo>
                  <a:close/>
                </a:path>
                <a:path w="2029460" h="699135">
                  <a:moveTo>
                    <a:pt x="1006602" y="38861"/>
                  </a:moveTo>
                  <a:lnTo>
                    <a:pt x="1006602" y="36575"/>
                  </a:lnTo>
                  <a:lnTo>
                    <a:pt x="1005840" y="36575"/>
                  </a:lnTo>
                  <a:lnTo>
                    <a:pt x="1005840" y="38861"/>
                  </a:lnTo>
                  <a:lnTo>
                    <a:pt x="1006602" y="38861"/>
                  </a:lnTo>
                  <a:close/>
                </a:path>
                <a:path w="2029460" h="699135">
                  <a:moveTo>
                    <a:pt x="1006602" y="35813"/>
                  </a:moveTo>
                  <a:lnTo>
                    <a:pt x="1006602" y="33527"/>
                  </a:lnTo>
                  <a:lnTo>
                    <a:pt x="1005840" y="33527"/>
                  </a:lnTo>
                  <a:lnTo>
                    <a:pt x="1005840" y="35813"/>
                  </a:lnTo>
                  <a:lnTo>
                    <a:pt x="1006602" y="35813"/>
                  </a:lnTo>
                  <a:close/>
                </a:path>
                <a:path w="2029460" h="699135">
                  <a:moveTo>
                    <a:pt x="1006602" y="32765"/>
                  </a:moveTo>
                  <a:lnTo>
                    <a:pt x="1006602" y="30479"/>
                  </a:lnTo>
                  <a:lnTo>
                    <a:pt x="1005840" y="30479"/>
                  </a:lnTo>
                  <a:lnTo>
                    <a:pt x="1005840" y="32765"/>
                  </a:lnTo>
                  <a:lnTo>
                    <a:pt x="1006602" y="32765"/>
                  </a:lnTo>
                  <a:close/>
                </a:path>
                <a:path w="2029460" h="699135">
                  <a:moveTo>
                    <a:pt x="1006602" y="29717"/>
                  </a:moveTo>
                  <a:lnTo>
                    <a:pt x="1006602" y="27431"/>
                  </a:lnTo>
                  <a:lnTo>
                    <a:pt x="1005840" y="27431"/>
                  </a:lnTo>
                  <a:lnTo>
                    <a:pt x="1005840" y="29717"/>
                  </a:lnTo>
                  <a:lnTo>
                    <a:pt x="1006602" y="29717"/>
                  </a:lnTo>
                  <a:close/>
                </a:path>
                <a:path w="2029460" h="699135">
                  <a:moveTo>
                    <a:pt x="1006602" y="26669"/>
                  </a:moveTo>
                  <a:lnTo>
                    <a:pt x="1006602" y="24383"/>
                  </a:lnTo>
                  <a:lnTo>
                    <a:pt x="1005840" y="24383"/>
                  </a:lnTo>
                  <a:lnTo>
                    <a:pt x="1005840" y="26669"/>
                  </a:lnTo>
                  <a:lnTo>
                    <a:pt x="1006602" y="26669"/>
                  </a:lnTo>
                  <a:close/>
                </a:path>
                <a:path w="2029460" h="699135">
                  <a:moveTo>
                    <a:pt x="1006602" y="23621"/>
                  </a:moveTo>
                  <a:lnTo>
                    <a:pt x="1006602" y="21335"/>
                  </a:lnTo>
                  <a:lnTo>
                    <a:pt x="1005840" y="21335"/>
                  </a:lnTo>
                  <a:lnTo>
                    <a:pt x="1005840" y="23621"/>
                  </a:lnTo>
                  <a:lnTo>
                    <a:pt x="1006602" y="23621"/>
                  </a:lnTo>
                  <a:close/>
                </a:path>
                <a:path w="2029460" h="699135">
                  <a:moveTo>
                    <a:pt x="1006602" y="20573"/>
                  </a:moveTo>
                  <a:lnTo>
                    <a:pt x="1006602" y="18287"/>
                  </a:lnTo>
                  <a:lnTo>
                    <a:pt x="1005840" y="18287"/>
                  </a:lnTo>
                  <a:lnTo>
                    <a:pt x="1005840" y="20573"/>
                  </a:lnTo>
                  <a:lnTo>
                    <a:pt x="1006602" y="20573"/>
                  </a:lnTo>
                  <a:close/>
                </a:path>
                <a:path w="2029460" h="699135">
                  <a:moveTo>
                    <a:pt x="1006602" y="17525"/>
                  </a:moveTo>
                  <a:lnTo>
                    <a:pt x="1006602" y="15239"/>
                  </a:lnTo>
                  <a:lnTo>
                    <a:pt x="1005840" y="15239"/>
                  </a:lnTo>
                  <a:lnTo>
                    <a:pt x="1005840" y="17525"/>
                  </a:lnTo>
                  <a:lnTo>
                    <a:pt x="1006602" y="17525"/>
                  </a:lnTo>
                  <a:close/>
                </a:path>
                <a:path w="2029460" h="699135">
                  <a:moveTo>
                    <a:pt x="1006602" y="14477"/>
                  </a:moveTo>
                  <a:lnTo>
                    <a:pt x="1006602" y="12191"/>
                  </a:lnTo>
                  <a:lnTo>
                    <a:pt x="1005840" y="12191"/>
                  </a:lnTo>
                  <a:lnTo>
                    <a:pt x="1005840" y="14477"/>
                  </a:lnTo>
                  <a:lnTo>
                    <a:pt x="1006602" y="14477"/>
                  </a:lnTo>
                  <a:close/>
                </a:path>
                <a:path w="2029460" h="699135">
                  <a:moveTo>
                    <a:pt x="1006602" y="11429"/>
                  </a:moveTo>
                  <a:lnTo>
                    <a:pt x="1006602" y="9143"/>
                  </a:lnTo>
                  <a:lnTo>
                    <a:pt x="1005840" y="9143"/>
                  </a:lnTo>
                  <a:lnTo>
                    <a:pt x="1005840" y="11429"/>
                  </a:lnTo>
                  <a:lnTo>
                    <a:pt x="1006602" y="11429"/>
                  </a:lnTo>
                  <a:close/>
                </a:path>
                <a:path w="2029460" h="699135">
                  <a:moveTo>
                    <a:pt x="1006602" y="8381"/>
                  </a:moveTo>
                  <a:lnTo>
                    <a:pt x="1006602" y="6095"/>
                  </a:lnTo>
                  <a:lnTo>
                    <a:pt x="1005840" y="6095"/>
                  </a:lnTo>
                  <a:lnTo>
                    <a:pt x="1005840" y="8381"/>
                  </a:lnTo>
                  <a:lnTo>
                    <a:pt x="1006602" y="8381"/>
                  </a:lnTo>
                  <a:close/>
                </a:path>
                <a:path w="2029460" h="699135">
                  <a:moveTo>
                    <a:pt x="1006602" y="5333"/>
                  </a:moveTo>
                  <a:lnTo>
                    <a:pt x="1006602" y="3047"/>
                  </a:lnTo>
                  <a:lnTo>
                    <a:pt x="1005840" y="3047"/>
                  </a:lnTo>
                  <a:lnTo>
                    <a:pt x="1005840" y="5333"/>
                  </a:lnTo>
                  <a:lnTo>
                    <a:pt x="1006602" y="5333"/>
                  </a:lnTo>
                  <a:close/>
                </a:path>
                <a:path w="2029460" h="699135">
                  <a:moveTo>
                    <a:pt x="1006602" y="2285"/>
                  </a:moveTo>
                  <a:lnTo>
                    <a:pt x="1006602" y="761"/>
                  </a:lnTo>
                  <a:lnTo>
                    <a:pt x="1005840" y="0"/>
                  </a:lnTo>
                  <a:lnTo>
                    <a:pt x="1003554" y="0"/>
                  </a:lnTo>
                  <a:lnTo>
                    <a:pt x="1003554" y="761"/>
                  </a:lnTo>
                  <a:lnTo>
                    <a:pt x="1005840" y="761"/>
                  </a:lnTo>
                  <a:lnTo>
                    <a:pt x="1005840" y="2285"/>
                  </a:lnTo>
                  <a:lnTo>
                    <a:pt x="1006602" y="2285"/>
                  </a:lnTo>
                  <a:close/>
                </a:path>
                <a:path w="2029460" h="699135">
                  <a:moveTo>
                    <a:pt x="1002792" y="761"/>
                  </a:moveTo>
                  <a:lnTo>
                    <a:pt x="1002792" y="0"/>
                  </a:lnTo>
                  <a:lnTo>
                    <a:pt x="1000506" y="0"/>
                  </a:lnTo>
                  <a:lnTo>
                    <a:pt x="1000506" y="761"/>
                  </a:lnTo>
                  <a:lnTo>
                    <a:pt x="1002792" y="761"/>
                  </a:lnTo>
                  <a:close/>
                </a:path>
                <a:path w="2029460" h="699135">
                  <a:moveTo>
                    <a:pt x="999744" y="761"/>
                  </a:moveTo>
                  <a:lnTo>
                    <a:pt x="999744" y="0"/>
                  </a:lnTo>
                  <a:lnTo>
                    <a:pt x="997458" y="0"/>
                  </a:lnTo>
                  <a:lnTo>
                    <a:pt x="997458" y="761"/>
                  </a:lnTo>
                  <a:lnTo>
                    <a:pt x="999744" y="761"/>
                  </a:lnTo>
                  <a:close/>
                </a:path>
                <a:path w="2029460" h="699135">
                  <a:moveTo>
                    <a:pt x="996696" y="761"/>
                  </a:moveTo>
                  <a:lnTo>
                    <a:pt x="996696" y="0"/>
                  </a:lnTo>
                  <a:lnTo>
                    <a:pt x="994410" y="0"/>
                  </a:lnTo>
                  <a:lnTo>
                    <a:pt x="994410" y="761"/>
                  </a:lnTo>
                  <a:lnTo>
                    <a:pt x="996696" y="761"/>
                  </a:lnTo>
                  <a:close/>
                </a:path>
                <a:path w="2029460" h="699135">
                  <a:moveTo>
                    <a:pt x="993648" y="761"/>
                  </a:moveTo>
                  <a:lnTo>
                    <a:pt x="993648" y="0"/>
                  </a:lnTo>
                  <a:lnTo>
                    <a:pt x="991362" y="0"/>
                  </a:lnTo>
                  <a:lnTo>
                    <a:pt x="991362" y="761"/>
                  </a:lnTo>
                  <a:lnTo>
                    <a:pt x="993648" y="761"/>
                  </a:lnTo>
                  <a:close/>
                </a:path>
                <a:path w="2029460" h="699135">
                  <a:moveTo>
                    <a:pt x="990600" y="761"/>
                  </a:moveTo>
                  <a:lnTo>
                    <a:pt x="990600" y="0"/>
                  </a:lnTo>
                  <a:lnTo>
                    <a:pt x="988314" y="0"/>
                  </a:lnTo>
                  <a:lnTo>
                    <a:pt x="988314" y="761"/>
                  </a:lnTo>
                  <a:lnTo>
                    <a:pt x="990600" y="761"/>
                  </a:lnTo>
                  <a:close/>
                </a:path>
                <a:path w="2029460" h="699135">
                  <a:moveTo>
                    <a:pt x="987552" y="761"/>
                  </a:moveTo>
                  <a:lnTo>
                    <a:pt x="987552" y="0"/>
                  </a:lnTo>
                  <a:lnTo>
                    <a:pt x="985266" y="0"/>
                  </a:lnTo>
                  <a:lnTo>
                    <a:pt x="985266" y="761"/>
                  </a:lnTo>
                  <a:lnTo>
                    <a:pt x="987552" y="761"/>
                  </a:lnTo>
                  <a:close/>
                </a:path>
                <a:path w="2029460" h="699135">
                  <a:moveTo>
                    <a:pt x="984504" y="761"/>
                  </a:moveTo>
                  <a:lnTo>
                    <a:pt x="984504" y="0"/>
                  </a:lnTo>
                  <a:lnTo>
                    <a:pt x="982218" y="0"/>
                  </a:lnTo>
                  <a:lnTo>
                    <a:pt x="982218" y="761"/>
                  </a:lnTo>
                  <a:lnTo>
                    <a:pt x="984504" y="761"/>
                  </a:lnTo>
                  <a:close/>
                </a:path>
                <a:path w="2029460" h="699135">
                  <a:moveTo>
                    <a:pt x="981456" y="761"/>
                  </a:moveTo>
                  <a:lnTo>
                    <a:pt x="981456" y="0"/>
                  </a:lnTo>
                  <a:lnTo>
                    <a:pt x="979170" y="0"/>
                  </a:lnTo>
                  <a:lnTo>
                    <a:pt x="979170" y="761"/>
                  </a:lnTo>
                  <a:lnTo>
                    <a:pt x="981456" y="761"/>
                  </a:lnTo>
                  <a:close/>
                </a:path>
                <a:path w="2029460" h="699135">
                  <a:moveTo>
                    <a:pt x="978408" y="761"/>
                  </a:moveTo>
                  <a:lnTo>
                    <a:pt x="978408" y="0"/>
                  </a:lnTo>
                  <a:lnTo>
                    <a:pt x="976122" y="0"/>
                  </a:lnTo>
                  <a:lnTo>
                    <a:pt x="976122" y="761"/>
                  </a:lnTo>
                  <a:lnTo>
                    <a:pt x="978408" y="761"/>
                  </a:lnTo>
                  <a:close/>
                </a:path>
                <a:path w="2029460" h="699135">
                  <a:moveTo>
                    <a:pt x="975360" y="761"/>
                  </a:moveTo>
                  <a:lnTo>
                    <a:pt x="975360" y="0"/>
                  </a:lnTo>
                  <a:lnTo>
                    <a:pt x="973074" y="0"/>
                  </a:lnTo>
                  <a:lnTo>
                    <a:pt x="973074" y="761"/>
                  </a:lnTo>
                  <a:lnTo>
                    <a:pt x="975360" y="761"/>
                  </a:lnTo>
                  <a:close/>
                </a:path>
                <a:path w="2029460" h="699135">
                  <a:moveTo>
                    <a:pt x="972312" y="761"/>
                  </a:moveTo>
                  <a:lnTo>
                    <a:pt x="972312" y="0"/>
                  </a:lnTo>
                  <a:lnTo>
                    <a:pt x="970026" y="0"/>
                  </a:lnTo>
                  <a:lnTo>
                    <a:pt x="970026" y="761"/>
                  </a:lnTo>
                  <a:lnTo>
                    <a:pt x="972312" y="761"/>
                  </a:lnTo>
                  <a:close/>
                </a:path>
                <a:path w="2029460" h="699135">
                  <a:moveTo>
                    <a:pt x="969264" y="761"/>
                  </a:moveTo>
                  <a:lnTo>
                    <a:pt x="969264" y="0"/>
                  </a:lnTo>
                  <a:lnTo>
                    <a:pt x="966978" y="0"/>
                  </a:lnTo>
                  <a:lnTo>
                    <a:pt x="966978" y="761"/>
                  </a:lnTo>
                  <a:lnTo>
                    <a:pt x="969264" y="761"/>
                  </a:lnTo>
                  <a:close/>
                </a:path>
                <a:path w="2029460" h="699135">
                  <a:moveTo>
                    <a:pt x="966216" y="761"/>
                  </a:moveTo>
                  <a:lnTo>
                    <a:pt x="966216" y="0"/>
                  </a:lnTo>
                  <a:lnTo>
                    <a:pt x="963930" y="0"/>
                  </a:lnTo>
                  <a:lnTo>
                    <a:pt x="963930" y="761"/>
                  </a:lnTo>
                  <a:lnTo>
                    <a:pt x="966216" y="761"/>
                  </a:lnTo>
                  <a:close/>
                </a:path>
                <a:path w="2029460" h="699135">
                  <a:moveTo>
                    <a:pt x="963168" y="761"/>
                  </a:moveTo>
                  <a:lnTo>
                    <a:pt x="963168" y="0"/>
                  </a:lnTo>
                  <a:lnTo>
                    <a:pt x="960882" y="0"/>
                  </a:lnTo>
                  <a:lnTo>
                    <a:pt x="960882" y="761"/>
                  </a:lnTo>
                  <a:lnTo>
                    <a:pt x="963168" y="761"/>
                  </a:lnTo>
                  <a:close/>
                </a:path>
                <a:path w="2029460" h="699135">
                  <a:moveTo>
                    <a:pt x="960120" y="761"/>
                  </a:moveTo>
                  <a:lnTo>
                    <a:pt x="960120" y="0"/>
                  </a:lnTo>
                  <a:lnTo>
                    <a:pt x="957834" y="0"/>
                  </a:lnTo>
                  <a:lnTo>
                    <a:pt x="957834" y="761"/>
                  </a:lnTo>
                  <a:lnTo>
                    <a:pt x="960120" y="761"/>
                  </a:lnTo>
                  <a:close/>
                </a:path>
                <a:path w="2029460" h="699135">
                  <a:moveTo>
                    <a:pt x="957072" y="761"/>
                  </a:moveTo>
                  <a:lnTo>
                    <a:pt x="957072" y="0"/>
                  </a:lnTo>
                  <a:lnTo>
                    <a:pt x="954786" y="0"/>
                  </a:lnTo>
                  <a:lnTo>
                    <a:pt x="954786" y="761"/>
                  </a:lnTo>
                  <a:lnTo>
                    <a:pt x="957072" y="761"/>
                  </a:lnTo>
                  <a:close/>
                </a:path>
                <a:path w="2029460" h="699135">
                  <a:moveTo>
                    <a:pt x="954024" y="761"/>
                  </a:moveTo>
                  <a:lnTo>
                    <a:pt x="954024" y="0"/>
                  </a:lnTo>
                  <a:lnTo>
                    <a:pt x="951738" y="0"/>
                  </a:lnTo>
                  <a:lnTo>
                    <a:pt x="951738" y="761"/>
                  </a:lnTo>
                  <a:lnTo>
                    <a:pt x="954024" y="761"/>
                  </a:lnTo>
                  <a:close/>
                </a:path>
                <a:path w="2029460" h="699135">
                  <a:moveTo>
                    <a:pt x="950976" y="761"/>
                  </a:moveTo>
                  <a:lnTo>
                    <a:pt x="950976" y="0"/>
                  </a:lnTo>
                  <a:lnTo>
                    <a:pt x="948690" y="0"/>
                  </a:lnTo>
                  <a:lnTo>
                    <a:pt x="948690" y="761"/>
                  </a:lnTo>
                  <a:lnTo>
                    <a:pt x="950976" y="761"/>
                  </a:lnTo>
                  <a:close/>
                </a:path>
                <a:path w="2029460" h="699135">
                  <a:moveTo>
                    <a:pt x="947928" y="761"/>
                  </a:moveTo>
                  <a:lnTo>
                    <a:pt x="947928" y="0"/>
                  </a:lnTo>
                  <a:lnTo>
                    <a:pt x="945642" y="0"/>
                  </a:lnTo>
                  <a:lnTo>
                    <a:pt x="945642" y="761"/>
                  </a:lnTo>
                  <a:lnTo>
                    <a:pt x="947928" y="761"/>
                  </a:lnTo>
                  <a:close/>
                </a:path>
                <a:path w="2029460" h="699135">
                  <a:moveTo>
                    <a:pt x="944880" y="761"/>
                  </a:moveTo>
                  <a:lnTo>
                    <a:pt x="944880" y="0"/>
                  </a:lnTo>
                  <a:lnTo>
                    <a:pt x="942594" y="0"/>
                  </a:lnTo>
                  <a:lnTo>
                    <a:pt x="942594" y="761"/>
                  </a:lnTo>
                  <a:lnTo>
                    <a:pt x="944880" y="761"/>
                  </a:lnTo>
                  <a:close/>
                </a:path>
                <a:path w="2029460" h="699135">
                  <a:moveTo>
                    <a:pt x="941832" y="761"/>
                  </a:moveTo>
                  <a:lnTo>
                    <a:pt x="941832" y="0"/>
                  </a:lnTo>
                  <a:lnTo>
                    <a:pt x="939546" y="0"/>
                  </a:lnTo>
                  <a:lnTo>
                    <a:pt x="939546" y="761"/>
                  </a:lnTo>
                  <a:lnTo>
                    <a:pt x="941832" y="761"/>
                  </a:lnTo>
                  <a:close/>
                </a:path>
                <a:path w="2029460" h="699135">
                  <a:moveTo>
                    <a:pt x="938784" y="761"/>
                  </a:moveTo>
                  <a:lnTo>
                    <a:pt x="938784" y="0"/>
                  </a:lnTo>
                  <a:lnTo>
                    <a:pt x="936498" y="0"/>
                  </a:lnTo>
                  <a:lnTo>
                    <a:pt x="936498" y="761"/>
                  </a:lnTo>
                  <a:lnTo>
                    <a:pt x="938784" y="761"/>
                  </a:lnTo>
                  <a:close/>
                </a:path>
                <a:path w="2029460" h="699135">
                  <a:moveTo>
                    <a:pt x="935736" y="761"/>
                  </a:moveTo>
                  <a:lnTo>
                    <a:pt x="935736" y="0"/>
                  </a:lnTo>
                  <a:lnTo>
                    <a:pt x="933450" y="0"/>
                  </a:lnTo>
                  <a:lnTo>
                    <a:pt x="933450" y="761"/>
                  </a:lnTo>
                  <a:lnTo>
                    <a:pt x="935736" y="761"/>
                  </a:lnTo>
                  <a:close/>
                </a:path>
                <a:path w="2029460" h="699135">
                  <a:moveTo>
                    <a:pt x="932688" y="761"/>
                  </a:moveTo>
                  <a:lnTo>
                    <a:pt x="932688" y="0"/>
                  </a:lnTo>
                  <a:lnTo>
                    <a:pt x="930402" y="0"/>
                  </a:lnTo>
                  <a:lnTo>
                    <a:pt x="930402" y="761"/>
                  </a:lnTo>
                  <a:lnTo>
                    <a:pt x="932688" y="761"/>
                  </a:lnTo>
                  <a:close/>
                </a:path>
                <a:path w="2029460" h="699135">
                  <a:moveTo>
                    <a:pt x="929640" y="761"/>
                  </a:moveTo>
                  <a:lnTo>
                    <a:pt x="929640" y="0"/>
                  </a:lnTo>
                  <a:lnTo>
                    <a:pt x="927354" y="0"/>
                  </a:lnTo>
                  <a:lnTo>
                    <a:pt x="927354" y="761"/>
                  </a:lnTo>
                  <a:lnTo>
                    <a:pt x="929640" y="761"/>
                  </a:lnTo>
                  <a:close/>
                </a:path>
                <a:path w="2029460" h="699135">
                  <a:moveTo>
                    <a:pt x="926592" y="761"/>
                  </a:moveTo>
                  <a:lnTo>
                    <a:pt x="926592" y="0"/>
                  </a:lnTo>
                  <a:lnTo>
                    <a:pt x="924306" y="0"/>
                  </a:lnTo>
                  <a:lnTo>
                    <a:pt x="924306" y="761"/>
                  </a:lnTo>
                  <a:lnTo>
                    <a:pt x="926592" y="761"/>
                  </a:lnTo>
                  <a:close/>
                </a:path>
                <a:path w="2029460" h="699135">
                  <a:moveTo>
                    <a:pt x="923544" y="761"/>
                  </a:moveTo>
                  <a:lnTo>
                    <a:pt x="923544" y="0"/>
                  </a:lnTo>
                  <a:lnTo>
                    <a:pt x="920496" y="0"/>
                  </a:lnTo>
                  <a:lnTo>
                    <a:pt x="920496" y="761"/>
                  </a:lnTo>
                  <a:lnTo>
                    <a:pt x="923544" y="761"/>
                  </a:lnTo>
                  <a:close/>
                </a:path>
                <a:path w="2029460" h="699135">
                  <a:moveTo>
                    <a:pt x="919734" y="761"/>
                  </a:moveTo>
                  <a:lnTo>
                    <a:pt x="919734" y="0"/>
                  </a:lnTo>
                  <a:lnTo>
                    <a:pt x="917448" y="0"/>
                  </a:lnTo>
                  <a:lnTo>
                    <a:pt x="917448" y="761"/>
                  </a:lnTo>
                  <a:lnTo>
                    <a:pt x="919734" y="761"/>
                  </a:lnTo>
                  <a:close/>
                </a:path>
                <a:path w="2029460" h="699135">
                  <a:moveTo>
                    <a:pt x="916686" y="761"/>
                  </a:moveTo>
                  <a:lnTo>
                    <a:pt x="916686" y="0"/>
                  </a:lnTo>
                  <a:lnTo>
                    <a:pt x="914400" y="0"/>
                  </a:lnTo>
                  <a:lnTo>
                    <a:pt x="914400" y="761"/>
                  </a:lnTo>
                  <a:lnTo>
                    <a:pt x="916686" y="761"/>
                  </a:lnTo>
                  <a:close/>
                </a:path>
                <a:path w="2029460" h="699135">
                  <a:moveTo>
                    <a:pt x="913638" y="761"/>
                  </a:moveTo>
                  <a:lnTo>
                    <a:pt x="913638" y="0"/>
                  </a:lnTo>
                  <a:lnTo>
                    <a:pt x="911352" y="0"/>
                  </a:lnTo>
                  <a:lnTo>
                    <a:pt x="911352" y="761"/>
                  </a:lnTo>
                  <a:lnTo>
                    <a:pt x="913638" y="761"/>
                  </a:lnTo>
                  <a:close/>
                </a:path>
                <a:path w="2029460" h="699135">
                  <a:moveTo>
                    <a:pt x="910590" y="761"/>
                  </a:moveTo>
                  <a:lnTo>
                    <a:pt x="910590" y="0"/>
                  </a:lnTo>
                  <a:lnTo>
                    <a:pt x="908304" y="0"/>
                  </a:lnTo>
                  <a:lnTo>
                    <a:pt x="908304" y="761"/>
                  </a:lnTo>
                  <a:lnTo>
                    <a:pt x="910590" y="761"/>
                  </a:lnTo>
                  <a:close/>
                </a:path>
                <a:path w="2029460" h="699135">
                  <a:moveTo>
                    <a:pt x="907542" y="761"/>
                  </a:moveTo>
                  <a:lnTo>
                    <a:pt x="907542" y="0"/>
                  </a:lnTo>
                  <a:lnTo>
                    <a:pt x="905256" y="0"/>
                  </a:lnTo>
                  <a:lnTo>
                    <a:pt x="905256" y="761"/>
                  </a:lnTo>
                  <a:lnTo>
                    <a:pt x="907542" y="761"/>
                  </a:lnTo>
                  <a:close/>
                </a:path>
                <a:path w="2029460" h="699135">
                  <a:moveTo>
                    <a:pt x="904494" y="761"/>
                  </a:moveTo>
                  <a:lnTo>
                    <a:pt x="904494" y="0"/>
                  </a:lnTo>
                  <a:lnTo>
                    <a:pt x="902208" y="0"/>
                  </a:lnTo>
                  <a:lnTo>
                    <a:pt x="902208" y="761"/>
                  </a:lnTo>
                  <a:lnTo>
                    <a:pt x="904494" y="761"/>
                  </a:lnTo>
                  <a:close/>
                </a:path>
                <a:path w="2029460" h="699135">
                  <a:moveTo>
                    <a:pt x="901446" y="761"/>
                  </a:moveTo>
                  <a:lnTo>
                    <a:pt x="901446" y="0"/>
                  </a:lnTo>
                  <a:lnTo>
                    <a:pt x="899160" y="0"/>
                  </a:lnTo>
                  <a:lnTo>
                    <a:pt x="899160" y="761"/>
                  </a:lnTo>
                  <a:lnTo>
                    <a:pt x="901446" y="761"/>
                  </a:lnTo>
                  <a:close/>
                </a:path>
                <a:path w="2029460" h="699135">
                  <a:moveTo>
                    <a:pt x="898398" y="761"/>
                  </a:moveTo>
                  <a:lnTo>
                    <a:pt x="898398" y="0"/>
                  </a:lnTo>
                  <a:lnTo>
                    <a:pt x="896112" y="0"/>
                  </a:lnTo>
                  <a:lnTo>
                    <a:pt x="896112" y="761"/>
                  </a:lnTo>
                  <a:lnTo>
                    <a:pt x="898398" y="761"/>
                  </a:lnTo>
                  <a:close/>
                </a:path>
                <a:path w="2029460" h="699135">
                  <a:moveTo>
                    <a:pt x="895350" y="761"/>
                  </a:moveTo>
                  <a:lnTo>
                    <a:pt x="895350" y="0"/>
                  </a:lnTo>
                  <a:lnTo>
                    <a:pt x="893064" y="0"/>
                  </a:lnTo>
                  <a:lnTo>
                    <a:pt x="893064" y="761"/>
                  </a:lnTo>
                  <a:lnTo>
                    <a:pt x="895350" y="761"/>
                  </a:lnTo>
                  <a:close/>
                </a:path>
                <a:path w="2029460" h="699135">
                  <a:moveTo>
                    <a:pt x="892302" y="761"/>
                  </a:moveTo>
                  <a:lnTo>
                    <a:pt x="892302" y="0"/>
                  </a:lnTo>
                  <a:lnTo>
                    <a:pt x="890016" y="0"/>
                  </a:lnTo>
                  <a:lnTo>
                    <a:pt x="890016" y="761"/>
                  </a:lnTo>
                  <a:lnTo>
                    <a:pt x="892302" y="761"/>
                  </a:lnTo>
                  <a:close/>
                </a:path>
                <a:path w="2029460" h="699135">
                  <a:moveTo>
                    <a:pt x="889254" y="761"/>
                  </a:moveTo>
                  <a:lnTo>
                    <a:pt x="889254" y="0"/>
                  </a:lnTo>
                  <a:lnTo>
                    <a:pt x="886968" y="0"/>
                  </a:lnTo>
                  <a:lnTo>
                    <a:pt x="886968" y="761"/>
                  </a:lnTo>
                  <a:lnTo>
                    <a:pt x="889254" y="761"/>
                  </a:lnTo>
                  <a:close/>
                </a:path>
                <a:path w="2029460" h="699135">
                  <a:moveTo>
                    <a:pt x="886206" y="761"/>
                  </a:moveTo>
                  <a:lnTo>
                    <a:pt x="886206" y="0"/>
                  </a:lnTo>
                  <a:lnTo>
                    <a:pt x="883920" y="0"/>
                  </a:lnTo>
                  <a:lnTo>
                    <a:pt x="883920" y="761"/>
                  </a:lnTo>
                  <a:lnTo>
                    <a:pt x="886206" y="761"/>
                  </a:lnTo>
                  <a:close/>
                </a:path>
                <a:path w="2029460" h="699135">
                  <a:moveTo>
                    <a:pt x="883158" y="761"/>
                  </a:moveTo>
                  <a:lnTo>
                    <a:pt x="883158" y="0"/>
                  </a:lnTo>
                  <a:lnTo>
                    <a:pt x="880872" y="0"/>
                  </a:lnTo>
                  <a:lnTo>
                    <a:pt x="880872" y="761"/>
                  </a:lnTo>
                  <a:lnTo>
                    <a:pt x="883158" y="761"/>
                  </a:lnTo>
                  <a:close/>
                </a:path>
                <a:path w="2029460" h="699135">
                  <a:moveTo>
                    <a:pt x="880110" y="761"/>
                  </a:moveTo>
                  <a:lnTo>
                    <a:pt x="880110" y="0"/>
                  </a:lnTo>
                  <a:lnTo>
                    <a:pt x="877824" y="0"/>
                  </a:lnTo>
                  <a:lnTo>
                    <a:pt x="877824" y="761"/>
                  </a:lnTo>
                  <a:lnTo>
                    <a:pt x="880110" y="761"/>
                  </a:lnTo>
                  <a:close/>
                </a:path>
                <a:path w="2029460" h="699135">
                  <a:moveTo>
                    <a:pt x="877062" y="761"/>
                  </a:moveTo>
                  <a:lnTo>
                    <a:pt x="877062" y="0"/>
                  </a:lnTo>
                  <a:lnTo>
                    <a:pt x="874776" y="0"/>
                  </a:lnTo>
                  <a:lnTo>
                    <a:pt x="874776" y="761"/>
                  </a:lnTo>
                  <a:lnTo>
                    <a:pt x="877062" y="761"/>
                  </a:lnTo>
                  <a:close/>
                </a:path>
                <a:path w="2029460" h="699135">
                  <a:moveTo>
                    <a:pt x="874014" y="761"/>
                  </a:moveTo>
                  <a:lnTo>
                    <a:pt x="874014" y="0"/>
                  </a:lnTo>
                  <a:lnTo>
                    <a:pt x="871728" y="0"/>
                  </a:lnTo>
                  <a:lnTo>
                    <a:pt x="871728" y="761"/>
                  </a:lnTo>
                  <a:lnTo>
                    <a:pt x="874014" y="761"/>
                  </a:lnTo>
                  <a:close/>
                </a:path>
                <a:path w="2029460" h="699135">
                  <a:moveTo>
                    <a:pt x="870966" y="761"/>
                  </a:moveTo>
                  <a:lnTo>
                    <a:pt x="870966" y="0"/>
                  </a:lnTo>
                  <a:lnTo>
                    <a:pt x="868680" y="0"/>
                  </a:lnTo>
                  <a:lnTo>
                    <a:pt x="868680" y="761"/>
                  </a:lnTo>
                  <a:lnTo>
                    <a:pt x="870966" y="761"/>
                  </a:lnTo>
                  <a:close/>
                </a:path>
                <a:path w="2029460" h="699135">
                  <a:moveTo>
                    <a:pt x="867918" y="761"/>
                  </a:moveTo>
                  <a:lnTo>
                    <a:pt x="867918" y="0"/>
                  </a:lnTo>
                  <a:lnTo>
                    <a:pt x="865632" y="0"/>
                  </a:lnTo>
                  <a:lnTo>
                    <a:pt x="865632" y="761"/>
                  </a:lnTo>
                  <a:lnTo>
                    <a:pt x="867918" y="761"/>
                  </a:lnTo>
                  <a:close/>
                </a:path>
                <a:path w="2029460" h="699135">
                  <a:moveTo>
                    <a:pt x="864870" y="761"/>
                  </a:moveTo>
                  <a:lnTo>
                    <a:pt x="864870" y="0"/>
                  </a:lnTo>
                  <a:lnTo>
                    <a:pt x="862584" y="0"/>
                  </a:lnTo>
                  <a:lnTo>
                    <a:pt x="862584" y="761"/>
                  </a:lnTo>
                  <a:lnTo>
                    <a:pt x="864870" y="761"/>
                  </a:lnTo>
                  <a:close/>
                </a:path>
                <a:path w="2029460" h="699135">
                  <a:moveTo>
                    <a:pt x="861822" y="761"/>
                  </a:moveTo>
                  <a:lnTo>
                    <a:pt x="861822" y="0"/>
                  </a:lnTo>
                  <a:lnTo>
                    <a:pt x="859536" y="0"/>
                  </a:lnTo>
                  <a:lnTo>
                    <a:pt x="859536" y="761"/>
                  </a:lnTo>
                  <a:lnTo>
                    <a:pt x="861822" y="761"/>
                  </a:lnTo>
                  <a:close/>
                </a:path>
                <a:path w="2029460" h="699135">
                  <a:moveTo>
                    <a:pt x="858774" y="761"/>
                  </a:moveTo>
                  <a:lnTo>
                    <a:pt x="858774" y="0"/>
                  </a:lnTo>
                  <a:lnTo>
                    <a:pt x="856488" y="0"/>
                  </a:lnTo>
                  <a:lnTo>
                    <a:pt x="856488" y="761"/>
                  </a:lnTo>
                  <a:lnTo>
                    <a:pt x="858774" y="761"/>
                  </a:lnTo>
                  <a:close/>
                </a:path>
                <a:path w="2029460" h="699135">
                  <a:moveTo>
                    <a:pt x="855726" y="761"/>
                  </a:moveTo>
                  <a:lnTo>
                    <a:pt x="855726" y="0"/>
                  </a:lnTo>
                  <a:lnTo>
                    <a:pt x="853440" y="0"/>
                  </a:lnTo>
                  <a:lnTo>
                    <a:pt x="853440" y="761"/>
                  </a:lnTo>
                  <a:lnTo>
                    <a:pt x="855726" y="761"/>
                  </a:lnTo>
                  <a:close/>
                </a:path>
                <a:path w="2029460" h="699135">
                  <a:moveTo>
                    <a:pt x="852678" y="761"/>
                  </a:moveTo>
                  <a:lnTo>
                    <a:pt x="852678" y="0"/>
                  </a:lnTo>
                  <a:lnTo>
                    <a:pt x="850392" y="0"/>
                  </a:lnTo>
                  <a:lnTo>
                    <a:pt x="850392" y="761"/>
                  </a:lnTo>
                  <a:lnTo>
                    <a:pt x="852678" y="761"/>
                  </a:lnTo>
                  <a:close/>
                </a:path>
                <a:path w="2029460" h="699135">
                  <a:moveTo>
                    <a:pt x="849630" y="761"/>
                  </a:moveTo>
                  <a:lnTo>
                    <a:pt x="849630" y="0"/>
                  </a:lnTo>
                  <a:lnTo>
                    <a:pt x="847344" y="0"/>
                  </a:lnTo>
                  <a:lnTo>
                    <a:pt x="847344" y="761"/>
                  </a:lnTo>
                  <a:lnTo>
                    <a:pt x="849630" y="761"/>
                  </a:lnTo>
                  <a:close/>
                </a:path>
                <a:path w="2029460" h="699135">
                  <a:moveTo>
                    <a:pt x="846582" y="761"/>
                  </a:moveTo>
                  <a:lnTo>
                    <a:pt x="846582" y="0"/>
                  </a:lnTo>
                  <a:lnTo>
                    <a:pt x="844296" y="0"/>
                  </a:lnTo>
                  <a:lnTo>
                    <a:pt x="844296" y="761"/>
                  </a:lnTo>
                  <a:lnTo>
                    <a:pt x="846582" y="761"/>
                  </a:lnTo>
                  <a:close/>
                </a:path>
                <a:path w="2029460" h="699135">
                  <a:moveTo>
                    <a:pt x="843534" y="761"/>
                  </a:moveTo>
                  <a:lnTo>
                    <a:pt x="843534" y="0"/>
                  </a:lnTo>
                  <a:lnTo>
                    <a:pt x="841248" y="0"/>
                  </a:lnTo>
                  <a:lnTo>
                    <a:pt x="841248" y="761"/>
                  </a:lnTo>
                  <a:lnTo>
                    <a:pt x="843534" y="761"/>
                  </a:lnTo>
                  <a:close/>
                </a:path>
                <a:path w="2029460" h="699135">
                  <a:moveTo>
                    <a:pt x="840486" y="761"/>
                  </a:moveTo>
                  <a:lnTo>
                    <a:pt x="840486" y="0"/>
                  </a:lnTo>
                  <a:lnTo>
                    <a:pt x="838200" y="0"/>
                  </a:lnTo>
                  <a:lnTo>
                    <a:pt x="838200" y="761"/>
                  </a:lnTo>
                  <a:lnTo>
                    <a:pt x="840486" y="761"/>
                  </a:lnTo>
                  <a:close/>
                </a:path>
                <a:path w="2029460" h="699135">
                  <a:moveTo>
                    <a:pt x="837438" y="761"/>
                  </a:moveTo>
                  <a:lnTo>
                    <a:pt x="837438" y="0"/>
                  </a:lnTo>
                  <a:lnTo>
                    <a:pt x="835152" y="0"/>
                  </a:lnTo>
                  <a:lnTo>
                    <a:pt x="835152" y="761"/>
                  </a:lnTo>
                  <a:lnTo>
                    <a:pt x="837438" y="761"/>
                  </a:lnTo>
                  <a:close/>
                </a:path>
                <a:path w="2029460" h="699135">
                  <a:moveTo>
                    <a:pt x="834390" y="761"/>
                  </a:moveTo>
                  <a:lnTo>
                    <a:pt x="834390" y="0"/>
                  </a:lnTo>
                  <a:lnTo>
                    <a:pt x="832104" y="0"/>
                  </a:lnTo>
                  <a:lnTo>
                    <a:pt x="832104" y="761"/>
                  </a:lnTo>
                  <a:lnTo>
                    <a:pt x="834390" y="761"/>
                  </a:lnTo>
                  <a:close/>
                </a:path>
                <a:path w="2029460" h="699135">
                  <a:moveTo>
                    <a:pt x="831342" y="761"/>
                  </a:moveTo>
                  <a:lnTo>
                    <a:pt x="831342" y="0"/>
                  </a:lnTo>
                  <a:lnTo>
                    <a:pt x="829056" y="0"/>
                  </a:lnTo>
                  <a:lnTo>
                    <a:pt x="829056" y="761"/>
                  </a:lnTo>
                  <a:lnTo>
                    <a:pt x="831342" y="761"/>
                  </a:lnTo>
                  <a:close/>
                </a:path>
                <a:path w="2029460" h="699135">
                  <a:moveTo>
                    <a:pt x="828294" y="761"/>
                  </a:moveTo>
                  <a:lnTo>
                    <a:pt x="828294" y="0"/>
                  </a:lnTo>
                  <a:lnTo>
                    <a:pt x="826008" y="0"/>
                  </a:lnTo>
                  <a:lnTo>
                    <a:pt x="826008" y="761"/>
                  </a:lnTo>
                  <a:lnTo>
                    <a:pt x="828294" y="761"/>
                  </a:lnTo>
                  <a:close/>
                </a:path>
                <a:path w="2029460" h="699135">
                  <a:moveTo>
                    <a:pt x="825246" y="761"/>
                  </a:moveTo>
                  <a:lnTo>
                    <a:pt x="825246" y="0"/>
                  </a:lnTo>
                  <a:lnTo>
                    <a:pt x="822960" y="0"/>
                  </a:lnTo>
                  <a:lnTo>
                    <a:pt x="822960" y="761"/>
                  </a:lnTo>
                  <a:lnTo>
                    <a:pt x="825246" y="761"/>
                  </a:lnTo>
                  <a:close/>
                </a:path>
                <a:path w="2029460" h="699135">
                  <a:moveTo>
                    <a:pt x="822198" y="761"/>
                  </a:moveTo>
                  <a:lnTo>
                    <a:pt x="822198" y="0"/>
                  </a:lnTo>
                  <a:lnTo>
                    <a:pt x="819912" y="0"/>
                  </a:lnTo>
                  <a:lnTo>
                    <a:pt x="819912" y="761"/>
                  </a:lnTo>
                  <a:lnTo>
                    <a:pt x="822198" y="761"/>
                  </a:lnTo>
                  <a:close/>
                </a:path>
                <a:path w="2029460" h="699135">
                  <a:moveTo>
                    <a:pt x="819150" y="761"/>
                  </a:moveTo>
                  <a:lnTo>
                    <a:pt x="819150" y="0"/>
                  </a:lnTo>
                  <a:lnTo>
                    <a:pt x="816864" y="0"/>
                  </a:lnTo>
                  <a:lnTo>
                    <a:pt x="816864" y="761"/>
                  </a:lnTo>
                  <a:lnTo>
                    <a:pt x="819150" y="761"/>
                  </a:lnTo>
                  <a:close/>
                </a:path>
                <a:path w="2029460" h="699135">
                  <a:moveTo>
                    <a:pt x="816102" y="761"/>
                  </a:moveTo>
                  <a:lnTo>
                    <a:pt x="816102" y="0"/>
                  </a:lnTo>
                  <a:lnTo>
                    <a:pt x="813816" y="0"/>
                  </a:lnTo>
                  <a:lnTo>
                    <a:pt x="813816" y="761"/>
                  </a:lnTo>
                  <a:lnTo>
                    <a:pt x="816102" y="761"/>
                  </a:lnTo>
                  <a:close/>
                </a:path>
                <a:path w="2029460" h="699135">
                  <a:moveTo>
                    <a:pt x="813054" y="761"/>
                  </a:moveTo>
                  <a:lnTo>
                    <a:pt x="813054" y="0"/>
                  </a:lnTo>
                  <a:lnTo>
                    <a:pt x="810768" y="0"/>
                  </a:lnTo>
                  <a:lnTo>
                    <a:pt x="810768" y="761"/>
                  </a:lnTo>
                  <a:lnTo>
                    <a:pt x="813054" y="761"/>
                  </a:lnTo>
                  <a:close/>
                </a:path>
                <a:path w="2029460" h="699135">
                  <a:moveTo>
                    <a:pt x="810006" y="761"/>
                  </a:moveTo>
                  <a:lnTo>
                    <a:pt x="810006" y="0"/>
                  </a:lnTo>
                  <a:lnTo>
                    <a:pt x="807720" y="0"/>
                  </a:lnTo>
                  <a:lnTo>
                    <a:pt x="807720" y="761"/>
                  </a:lnTo>
                  <a:lnTo>
                    <a:pt x="810006" y="761"/>
                  </a:lnTo>
                  <a:close/>
                </a:path>
                <a:path w="2029460" h="699135">
                  <a:moveTo>
                    <a:pt x="806958" y="761"/>
                  </a:moveTo>
                  <a:lnTo>
                    <a:pt x="806958" y="0"/>
                  </a:lnTo>
                  <a:lnTo>
                    <a:pt x="804672" y="0"/>
                  </a:lnTo>
                  <a:lnTo>
                    <a:pt x="804672" y="761"/>
                  </a:lnTo>
                  <a:lnTo>
                    <a:pt x="806958" y="761"/>
                  </a:lnTo>
                  <a:close/>
                </a:path>
                <a:path w="2029460" h="699135">
                  <a:moveTo>
                    <a:pt x="803910" y="761"/>
                  </a:moveTo>
                  <a:lnTo>
                    <a:pt x="803910" y="0"/>
                  </a:lnTo>
                  <a:lnTo>
                    <a:pt x="801624" y="0"/>
                  </a:lnTo>
                  <a:lnTo>
                    <a:pt x="801624" y="761"/>
                  </a:lnTo>
                  <a:lnTo>
                    <a:pt x="803910" y="761"/>
                  </a:lnTo>
                  <a:close/>
                </a:path>
                <a:path w="2029460" h="699135">
                  <a:moveTo>
                    <a:pt x="800862" y="761"/>
                  </a:moveTo>
                  <a:lnTo>
                    <a:pt x="800862" y="0"/>
                  </a:lnTo>
                  <a:lnTo>
                    <a:pt x="798576" y="0"/>
                  </a:lnTo>
                  <a:lnTo>
                    <a:pt x="798576" y="761"/>
                  </a:lnTo>
                  <a:lnTo>
                    <a:pt x="800862" y="761"/>
                  </a:lnTo>
                  <a:close/>
                </a:path>
                <a:path w="2029460" h="699135">
                  <a:moveTo>
                    <a:pt x="797814" y="761"/>
                  </a:moveTo>
                  <a:lnTo>
                    <a:pt x="797814" y="0"/>
                  </a:lnTo>
                  <a:lnTo>
                    <a:pt x="795528" y="0"/>
                  </a:lnTo>
                  <a:lnTo>
                    <a:pt x="795528" y="761"/>
                  </a:lnTo>
                  <a:lnTo>
                    <a:pt x="797814" y="761"/>
                  </a:lnTo>
                  <a:close/>
                </a:path>
                <a:path w="2029460" h="699135">
                  <a:moveTo>
                    <a:pt x="794766" y="761"/>
                  </a:moveTo>
                  <a:lnTo>
                    <a:pt x="794766" y="0"/>
                  </a:lnTo>
                  <a:lnTo>
                    <a:pt x="792480" y="0"/>
                  </a:lnTo>
                  <a:lnTo>
                    <a:pt x="792480" y="761"/>
                  </a:lnTo>
                  <a:lnTo>
                    <a:pt x="794766" y="761"/>
                  </a:lnTo>
                  <a:close/>
                </a:path>
                <a:path w="2029460" h="699135">
                  <a:moveTo>
                    <a:pt x="791718" y="761"/>
                  </a:moveTo>
                  <a:lnTo>
                    <a:pt x="791718" y="0"/>
                  </a:lnTo>
                  <a:lnTo>
                    <a:pt x="789432" y="0"/>
                  </a:lnTo>
                  <a:lnTo>
                    <a:pt x="789432" y="761"/>
                  </a:lnTo>
                  <a:lnTo>
                    <a:pt x="791718" y="761"/>
                  </a:lnTo>
                  <a:close/>
                </a:path>
                <a:path w="2029460" h="699135">
                  <a:moveTo>
                    <a:pt x="788670" y="761"/>
                  </a:moveTo>
                  <a:lnTo>
                    <a:pt x="788670" y="0"/>
                  </a:lnTo>
                  <a:lnTo>
                    <a:pt x="786384" y="0"/>
                  </a:lnTo>
                  <a:lnTo>
                    <a:pt x="786384" y="761"/>
                  </a:lnTo>
                  <a:lnTo>
                    <a:pt x="788670" y="761"/>
                  </a:lnTo>
                  <a:close/>
                </a:path>
                <a:path w="2029460" h="699135">
                  <a:moveTo>
                    <a:pt x="785622" y="761"/>
                  </a:moveTo>
                  <a:lnTo>
                    <a:pt x="785622" y="0"/>
                  </a:lnTo>
                  <a:lnTo>
                    <a:pt x="783336" y="0"/>
                  </a:lnTo>
                  <a:lnTo>
                    <a:pt x="783336" y="761"/>
                  </a:lnTo>
                  <a:lnTo>
                    <a:pt x="785622" y="761"/>
                  </a:lnTo>
                  <a:close/>
                </a:path>
                <a:path w="2029460" h="699135">
                  <a:moveTo>
                    <a:pt x="782574" y="761"/>
                  </a:moveTo>
                  <a:lnTo>
                    <a:pt x="782574" y="0"/>
                  </a:lnTo>
                  <a:lnTo>
                    <a:pt x="780288" y="0"/>
                  </a:lnTo>
                  <a:lnTo>
                    <a:pt x="780288" y="761"/>
                  </a:lnTo>
                  <a:lnTo>
                    <a:pt x="782574" y="761"/>
                  </a:lnTo>
                  <a:close/>
                </a:path>
                <a:path w="2029460" h="699135">
                  <a:moveTo>
                    <a:pt x="779526" y="761"/>
                  </a:moveTo>
                  <a:lnTo>
                    <a:pt x="779526" y="0"/>
                  </a:lnTo>
                  <a:lnTo>
                    <a:pt x="777240" y="0"/>
                  </a:lnTo>
                  <a:lnTo>
                    <a:pt x="777240" y="761"/>
                  </a:lnTo>
                  <a:lnTo>
                    <a:pt x="779526" y="761"/>
                  </a:lnTo>
                  <a:close/>
                </a:path>
                <a:path w="2029460" h="699135">
                  <a:moveTo>
                    <a:pt x="776478" y="761"/>
                  </a:moveTo>
                  <a:lnTo>
                    <a:pt x="776478" y="0"/>
                  </a:lnTo>
                  <a:lnTo>
                    <a:pt x="774192" y="0"/>
                  </a:lnTo>
                  <a:lnTo>
                    <a:pt x="774192" y="761"/>
                  </a:lnTo>
                  <a:lnTo>
                    <a:pt x="776478" y="761"/>
                  </a:lnTo>
                  <a:close/>
                </a:path>
                <a:path w="2029460" h="699135">
                  <a:moveTo>
                    <a:pt x="773430" y="761"/>
                  </a:moveTo>
                  <a:lnTo>
                    <a:pt x="773430" y="0"/>
                  </a:lnTo>
                  <a:lnTo>
                    <a:pt x="771144" y="0"/>
                  </a:lnTo>
                  <a:lnTo>
                    <a:pt x="771144" y="761"/>
                  </a:lnTo>
                  <a:lnTo>
                    <a:pt x="773430" y="761"/>
                  </a:lnTo>
                  <a:close/>
                </a:path>
                <a:path w="2029460" h="699135">
                  <a:moveTo>
                    <a:pt x="770382" y="761"/>
                  </a:moveTo>
                  <a:lnTo>
                    <a:pt x="770382" y="0"/>
                  </a:lnTo>
                  <a:lnTo>
                    <a:pt x="768096" y="0"/>
                  </a:lnTo>
                  <a:lnTo>
                    <a:pt x="768096" y="761"/>
                  </a:lnTo>
                  <a:lnTo>
                    <a:pt x="770382" y="761"/>
                  </a:lnTo>
                  <a:close/>
                </a:path>
                <a:path w="2029460" h="699135">
                  <a:moveTo>
                    <a:pt x="767334" y="761"/>
                  </a:moveTo>
                  <a:lnTo>
                    <a:pt x="767334" y="0"/>
                  </a:lnTo>
                  <a:lnTo>
                    <a:pt x="765048" y="0"/>
                  </a:lnTo>
                  <a:lnTo>
                    <a:pt x="765048" y="761"/>
                  </a:lnTo>
                  <a:lnTo>
                    <a:pt x="767334" y="761"/>
                  </a:lnTo>
                  <a:close/>
                </a:path>
                <a:path w="2029460" h="699135">
                  <a:moveTo>
                    <a:pt x="764286" y="761"/>
                  </a:moveTo>
                  <a:lnTo>
                    <a:pt x="764286" y="0"/>
                  </a:lnTo>
                  <a:lnTo>
                    <a:pt x="762000" y="0"/>
                  </a:lnTo>
                  <a:lnTo>
                    <a:pt x="762000" y="761"/>
                  </a:lnTo>
                  <a:lnTo>
                    <a:pt x="764286" y="761"/>
                  </a:lnTo>
                  <a:close/>
                </a:path>
                <a:path w="2029460" h="699135">
                  <a:moveTo>
                    <a:pt x="761238" y="761"/>
                  </a:moveTo>
                  <a:lnTo>
                    <a:pt x="761238" y="0"/>
                  </a:lnTo>
                  <a:lnTo>
                    <a:pt x="758952" y="0"/>
                  </a:lnTo>
                  <a:lnTo>
                    <a:pt x="758952" y="761"/>
                  </a:lnTo>
                  <a:lnTo>
                    <a:pt x="761238" y="761"/>
                  </a:lnTo>
                  <a:close/>
                </a:path>
                <a:path w="2029460" h="699135">
                  <a:moveTo>
                    <a:pt x="758190" y="761"/>
                  </a:moveTo>
                  <a:lnTo>
                    <a:pt x="758190" y="0"/>
                  </a:lnTo>
                  <a:lnTo>
                    <a:pt x="755904" y="0"/>
                  </a:lnTo>
                  <a:lnTo>
                    <a:pt x="755904" y="761"/>
                  </a:lnTo>
                  <a:lnTo>
                    <a:pt x="758190" y="761"/>
                  </a:lnTo>
                  <a:close/>
                </a:path>
                <a:path w="2029460" h="699135">
                  <a:moveTo>
                    <a:pt x="755142" y="761"/>
                  </a:moveTo>
                  <a:lnTo>
                    <a:pt x="755142" y="0"/>
                  </a:lnTo>
                  <a:lnTo>
                    <a:pt x="752856" y="0"/>
                  </a:lnTo>
                  <a:lnTo>
                    <a:pt x="752856" y="761"/>
                  </a:lnTo>
                  <a:lnTo>
                    <a:pt x="755142" y="761"/>
                  </a:lnTo>
                  <a:close/>
                </a:path>
                <a:path w="2029460" h="699135">
                  <a:moveTo>
                    <a:pt x="752094" y="761"/>
                  </a:moveTo>
                  <a:lnTo>
                    <a:pt x="752094" y="0"/>
                  </a:lnTo>
                  <a:lnTo>
                    <a:pt x="749808" y="0"/>
                  </a:lnTo>
                  <a:lnTo>
                    <a:pt x="749808" y="761"/>
                  </a:lnTo>
                  <a:lnTo>
                    <a:pt x="752094" y="761"/>
                  </a:lnTo>
                  <a:close/>
                </a:path>
                <a:path w="2029460" h="699135">
                  <a:moveTo>
                    <a:pt x="749046" y="761"/>
                  </a:moveTo>
                  <a:lnTo>
                    <a:pt x="749046" y="0"/>
                  </a:lnTo>
                  <a:lnTo>
                    <a:pt x="746760" y="0"/>
                  </a:lnTo>
                  <a:lnTo>
                    <a:pt x="746760" y="761"/>
                  </a:lnTo>
                  <a:lnTo>
                    <a:pt x="749046" y="761"/>
                  </a:lnTo>
                  <a:close/>
                </a:path>
                <a:path w="2029460" h="699135">
                  <a:moveTo>
                    <a:pt x="745998" y="761"/>
                  </a:moveTo>
                  <a:lnTo>
                    <a:pt x="745998" y="0"/>
                  </a:lnTo>
                  <a:lnTo>
                    <a:pt x="743712" y="0"/>
                  </a:lnTo>
                  <a:lnTo>
                    <a:pt x="743712" y="761"/>
                  </a:lnTo>
                  <a:lnTo>
                    <a:pt x="745998" y="761"/>
                  </a:lnTo>
                  <a:close/>
                </a:path>
                <a:path w="2029460" h="699135">
                  <a:moveTo>
                    <a:pt x="742950" y="761"/>
                  </a:moveTo>
                  <a:lnTo>
                    <a:pt x="742950" y="0"/>
                  </a:lnTo>
                  <a:lnTo>
                    <a:pt x="740664" y="0"/>
                  </a:lnTo>
                  <a:lnTo>
                    <a:pt x="740664" y="761"/>
                  </a:lnTo>
                  <a:lnTo>
                    <a:pt x="742950" y="761"/>
                  </a:lnTo>
                  <a:close/>
                </a:path>
                <a:path w="2029460" h="699135">
                  <a:moveTo>
                    <a:pt x="739902" y="761"/>
                  </a:moveTo>
                  <a:lnTo>
                    <a:pt x="739902" y="0"/>
                  </a:lnTo>
                  <a:lnTo>
                    <a:pt x="737616" y="0"/>
                  </a:lnTo>
                  <a:lnTo>
                    <a:pt x="737616" y="761"/>
                  </a:lnTo>
                  <a:lnTo>
                    <a:pt x="739902" y="761"/>
                  </a:lnTo>
                  <a:close/>
                </a:path>
                <a:path w="2029460" h="699135">
                  <a:moveTo>
                    <a:pt x="736854" y="761"/>
                  </a:moveTo>
                  <a:lnTo>
                    <a:pt x="736854" y="0"/>
                  </a:lnTo>
                  <a:lnTo>
                    <a:pt x="734568" y="0"/>
                  </a:lnTo>
                  <a:lnTo>
                    <a:pt x="734568" y="761"/>
                  </a:lnTo>
                  <a:lnTo>
                    <a:pt x="736854" y="761"/>
                  </a:lnTo>
                  <a:close/>
                </a:path>
                <a:path w="2029460" h="699135">
                  <a:moveTo>
                    <a:pt x="733806" y="761"/>
                  </a:moveTo>
                  <a:lnTo>
                    <a:pt x="733806" y="0"/>
                  </a:lnTo>
                  <a:lnTo>
                    <a:pt x="731520" y="0"/>
                  </a:lnTo>
                  <a:lnTo>
                    <a:pt x="731520" y="761"/>
                  </a:lnTo>
                  <a:lnTo>
                    <a:pt x="733806" y="761"/>
                  </a:lnTo>
                  <a:close/>
                </a:path>
                <a:path w="2029460" h="699135">
                  <a:moveTo>
                    <a:pt x="730758" y="761"/>
                  </a:moveTo>
                  <a:lnTo>
                    <a:pt x="730758" y="0"/>
                  </a:lnTo>
                  <a:lnTo>
                    <a:pt x="728472" y="0"/>
                  </a:lnTo>
                  <a:lnTo>
                    <a:pt x="728472" y="761"/>
                  </a:lnTo>
                  <a:lnTo>
                    <a:pt x="730758" y="761"/>
                  </a:lnTo>
                  <a:close/>
                </a:path>
                <a:path w="2029460" h="699135">
                  <a:moveTo>
                    <a:pt x="727710" y="761"/>
                  </a:moveTo>
                  <a:lnTo>
                    <a:pt x="727710" y="0"/>
                  </a:lnTo>
                  <a:lnTo>
                    <a:pt x="725424" y="0"/>
                  </a:lnTo>
                  <a:lnTo>
                    <a:pt x="725424" y="761"/>
                  </a:lnTo>
                  <a:lnTo>
                    <a:pt x="727710" y="761"/>
                  </a:lnTo>
                  <a:close/>
                </a:path>
                <a:path w="2029460" h="699135">
                  <a:moveTo>
                    <a:pt x="724662" y="761"/>
                  </a:moveTo>
                  <a:lnTo>
                    <a:pt x="724662" y="0"/>
                  </a:lnTo>
                  <a:lnTo>
                    <a:pt x="722376" y="0"/>
                  </a:lnTo>
                  <a:lnTo>
                    <a:pt x="722376" y="761"/>
                  </a:lnTo>
                  <a:lnTo>
                    <a:pt x="724662" y="761"/>
                  </a:lnTo>
                  <a:close/>
                </a:path>
                <a:path w="2029460" h="699135">
                  <a:moveTo>
                    <a:pt x="721614" y="761"/>
                  </a:moveTo>
                  <a:lnTo>
                    <a:pt x="721614" y="0"/>
                  </a:lnTo>
                  <a:lnTo>
                    <a:pt x="719328" y="0"/>
                  </a:lnTo>
                  <a:lnTo>
                    <a:pt x="719328" y="761"/>
                  </a:lnTo>
                  <a:lnTo>
                    <a:pt x="721614" y="761"/>
                  </a:lnTo>
                  <a:close/>
                </a:path>
                <a:path w="2029460" h="699135">
                  <a:moveTo>
                    <a:pt x="718566" y="761"/>
                  </a:moveTo>
                  <a:lnTo>
                    <a:pt x="718566" y="0"/>
                  </a:lnTo>
                  <a:lnTo>
                    <a:pt x="716280" y="0"/>
                  </a:lnTo>
                  <a:lnTo>
                    <a:pt x="716280" y="761"/>
                  </a:lnTo>
                  <a:lnTo>
                    <a:pt x="718566" y="761"/>
                  </a:lnTo>
                  <a:close/>
                </a:path>
                <a:path w="2029460" h="699135">
                  <a:moveTo>
                    <a:pt x="715518" y="761"/>
                  </a:moveTo>
                  <a:lnTo>
                    <a:pt x="715518" y="0"/>
                  </a:lnTo>
                  <a:lnTo>
                    <a:pt x="713232" y="0"/>
                  </a:lnTo>
                  <a:lnTo>
                    <a:pt x="713232" y="761"/>
                  </a:lnTo>
                  <a:lnTo>
                    <a:pt x="715518" y="761"/>
                  </a:lnTo>
                  <a:close/>
                </a:path>
                <a:path w="2029460" h="699135">
                  <a:moveTo>
                    <a:pt x="712470" y="761"/>
                  </a:moveTo>
                  <a:lnTo>
                    <a:pt x="712470" y="0"/>
                  </a:lnTo>
                  <a:lnTo>
                    <a:pt x="710184" y="0"/>
                  </a:lnTo>
                  <a:lnTo>
                    <a:pt x="710184" y="761"/>
                  </a:lnTo>
                  <a:lnTo>
                    <a:pt x="712470" y="761"/>
                  </a:lnTo>
                  <a:close/>
                </a:path>
                <a:path w="2029460" h="699135">
                  <a:moveTo>
                    <a:pt x="709422" y="761"/>
                  </a:moveTo>
                  <a:lnTo>
                    <a:pt x="709422" y="0"/>
                  </a:lnTo>
                  <a:lnTo>
                    <a:pt x="707136" y="0"/>
                  </a:lnTo>
                  <a:lnTo>
                    <a:pt x="707136" y="761"/>
                  </a:lnTo>
                  <a:lnTo>
                    <a:pt x="709422" y="761"/>
                  </a:lnTo>
                  <a:close/>
                </a:path>
                <a:path w="2029460" h="699135">
                  <a:moveTo>
                    <a:pt x="706374" y="761"/>
                  </a:moveTo>
                  <a:lnTo>
                    <a:pt x="706374" y="0"/>
                  </a:lnTo>
                  <a:lnTo>
                    <a:pt x="704088" y="0"/>
                  </a:lnTo>
                  <a:lnTo>
                    <a:pt x="704088" y="761"/>
                  </a:lnTo>
                  <a:lnTo>
                    <a:pt x="706374" y="761"/>
                  </a:lnTo>
                  <a:close/>
                </a:path>
                <a:path w="2029460" h="699135">
                  <a:moveTo>
                    <a:pt x="703326" y="761"/>
                  </a:moveTo>
                  <a:lnTo>
                    <a:pt x="703326" y="0"/>
                  </a:lnTo>
                  <a:lnTo>
                    <a:pt x="701040" y="0"/>
                  </a:lnTo>
                  <a:lnTo>
                    <a:pt x="701040" y="761"/>
                  </a:lnTo>
                  <a:lnTo>
                    <a:pt x="703326" y="761"/>
                  </a:lnTo>
                  <a:close/>
                </a:path>
                <a:path w="2029460" h="699135">
                  <a:moveTo>
                    <a:pt x="700278" y="761"/>
                  </a:moveTo>
                  <a:lnTo>
                    <a:pt x="700278" y="0"/>
                  </a:lnTo>
                  <a:lnTo>
                    <a:pt x="697992" y="0"/>
                  </a:lnTo>
                  <a:lnTo>
                    <a:pt x="697992" y="761"/>
                  </a:lnTo>
                  <a:lnTo>
                    <a:pt x="700278" y="761"/>
                  </a:lnTo>
                  <a:close/>
                </a:path>
                <a:path w="2029460" h="699135">
                  <a:moveTo>
                    <a:pt x="697230" y="761"/>
                  </a:moveTo>
                  <a:lnTo>
                    <a:pt x="697230" y="0"/>
                  </a:lnTo>
                  <a:lnTo>
                    <a:pt x="694944" y="0"/>
                  </a:lnTo>
                  <a:lnTo>
                    <a:pt x="694944" y="761"/>
                  </a:lnTo>
                  <a:lnTo>
                    <a:pt x="697230" y="761"/>
                  </a:lnTo>
                  <a:close/>
                </a:path>
                <a:path w="2029460" h="699135">
                  <a:moveTo>
                    <a:pt x="694182" y="761"/>
                  </a:moveTo>
                  <a:lnTo>
                    <a:pt x="694182" y="0"/>
                  </a:lnTo>
                  <a:lnTo>
                    <a:pt x="691896" y="0"/>
                  </a:lnTo>
                  <a:lnTo>
                    <a:pt x="691896" y="761"/>
                  </a:lnTo>
                  <a:lnTo>
                    <a:pt x="694182" y="761"/>
                  </a:lnTo>
                  <a:close/>
                </a:path>
                <a:path w="2029460" h="699135">
                  <a:moveTo>
                    <a:pt x="691134" y="761"/>
                  </a:moveTo>
                  <a:lnTo>
                    <a:pt x="691134" y="0"/>
                  </a:lnTo>
                  <a:lnTo>
                    <a:pt x="688848" y="0"/>
                  </a:lnTo>
                  <a:lnTo>
                    <a:pt x="688848" y="761"/>
                  </a:lnTo>
                  <a:lnTo>
                    <a:pt x="691134" y="761"/>
                  </a:lnTo>
                  <a:close/>
                </a:path>
                <a:path w="2029460" h="699135">
                  <a:moveTo>
                    <a:pt x="688086" y="761"/>
                  </a:moveTo>
                  <a:lnTo>
                    <a:pt x="688086" y="0"/>
                  </a:lnTo>
                  <a:lnTo>
                    <a:pt x="685800" y="0"/>
                  </a:lnTo>
                  <a:lnTo>
                    <a:pt x="685800" y="761"/>
                  </a:lnTo>
                  <a:lnTo>
                    <a:pt x="688086" y="761"/>
                  </a:lnTo>
                  <a:close/>
                </a:path>
                <a:path w="2029460" h="699135">
                  <a:moveTo>
                    <a:pt x="685038" y="761"/>
                  </a:moveTo>
                  <a:lnTo>
                    <a:pt x="685038" y="0"/>
                  </a:lnTo>
                  <a:lnTo>
                    <a:pt x="682752" y="0"/>
                  </a:lnTo>
                  <a:lnTo>
                    <a:pt x="682752" y="761"/>
                  </a:lnTo>
                  <a:lnTo>
                    <a:pt x="685038" y="761"/>
                  </a:lnTo>
                  <a:close/>
                </a:path>
                <a:path w="2029460" h="699135">
                  <a:moveTo>
                    <a:pt x="681990" y="761"/>
                  </a:moveTo>
                  <a:lnTo>
                    <a:pt x="681990" y="0"/>
                  </a:lnTo>
                  <a:lnTo>
                    <a:pt x="679704" y="0"/>
                  </a:lnTo>
                  <a:lnTo>
                    <a:pt x="679704" y="761"/>
                  </a:lnTo>
                  <a:lnTo>
                    <a:pt x="681990" y="761"/>
                  </a:lnTo>
                  <a:close/>
                </a:path>
                <a:path w="2029460" h="699135">
                  <a:moveTo>
                    <a:pt x="678942" y="761"/>
                  </a:moveTo>
                  <a:lnTo>
                    <a:pt x="678942" y="0"/>
                  </a:lnTo>
                  <a:lnTo>
                    <a:pt x="676656" y="0"/>
                  </a:lnTo>
                  <a:lnTo>
                    <a:pt x="676656" y="761"/>
                  </a:lnTo>
                  <a:lnTo>
                    <a:pt x="678942" y="761"/>
                  </a:lnTo>
                  <a:close/>
                </a:path>
                <a:path w="2029460" h="699135">
                  <a:moveTo>
                    <a:pt x="675894" y="761"/>
                  </a:moveTo>
                  <a:lnTo>
                    <a:pt x="675894" y="0"/>
                  </a:lnTo>
                  <a:lnTo>
                    <a:pt x="673608" y="0"/>
                  </a:lnTo>
                  <a:lnTo>
                    <a:pt x="673608" y="761"/>
                  </a:lnTo>
                  <a:lnTo>
                    <a:pt x="675894" y="761"/>
                  </a:lnTo>
                  <a:close/>
                </a:path>
                <a:path w="2029460" h="699135">
                  <a:moveTo>
                    <a:pt x="672846" y="761"/>
                  </a:moveTo>
                  <a:lnTo>
                    <a:pt x="672846" y="0"/>
                  </a:lnTo>
                  <a:lnTo>
                    <a:pt x="670560" y="0"/>
                  </a:lnTo>
                  <a:lnTo>
                    <a:pt x="670560" y="761"/>
                  </a:lnTo>
                  <a:lnTo>
                    <a:pt x="672846" y="761"/>
                  </a:lnTo>
                  <a:close/>
                </a:path>
                <a:path w="2029460" h="699135">
                  <a:moveTo>
                    <a:pt x="669798" y="761"/>
                  </a:moveTo>
                  <a:lnTo>
                    <a:pt x="669798" y="0"/>
                  </a:lnTo>
                  <a:lnTo>
                    <a:pt x="667512" y="0"/>
                  </a:lnTo>
                  <a:lnTo>
                    <a:pt x="667512" y="761"/>
                  </a:lnTo>
                  <a:lnTo>
                    <a:pt x="669798" y="761"/>
                  </a:lnTo>
                  <a:close/>
                </a:path>
                <a:path w="2029460" h="699135">
                  <a:moveTo>
                    <a:pt x="666750" y="761"/>
                  </a:moveTo>
                  <a:lnTo>
                    <a:pt x="666750" y="0"/>
                  </a:lnTo>
                  <a:lnTo>
                    <a:pt x="664464" y="0"/>
                  </a:lnTo>
                  <a:lnTo>
                    <a:pt x="664464" y="761"/>
                  </a:lnTo>
                  <a:lnTo>
                    <a:pt x="666750" y="761"/>
                  </a:lnTo>
                  <a:close/>
                </a:path>
                <a:path w="2029460" h="699135">
                  <a:moveTo>
                    <a:pt x="663702" y="761"/>
                  </a:moveTo>
                  <a:lnTo>
                    <a:pt x="663702" y="0"/>
                  </a:lnTo>
                  <a:lnTo>
                    <a:pt x="661416" y="0"/>
                  </a:lnTo>
                  <a:lnTo>
                    <a:pt x="661416" y="761"/>
                  </a:lnTo>
                  <a:lnTo>
                    <a:pt x="663702" y="761"/>
                  </a:lnTo>
                  <a:close/>
                </a:path>
                <a:path w="2029460" h="699135">
                  <a:moveTo>
                    <a:pt x="660654" y="761"/>
                  </a:moveTo>
                  <a:lnTo>
                    <a:pt x="660654" y="0"/>
                  </a:lnTo>
                  <a:lnTo>
                    <a:pt x="658368" y="0"/>
                  </a:lnTo>
                  <a:lnTo>
                    <a:pt x="658368" y="761"/>
                  </a:lnTo>
                  <a:lnTo>
                    <a:pt x="660654" y="761"/>
                  </a:lnTo>
                  <a:close/>
                </a:path>
                <a:path w="2029460" h="699135">
                  <a:moveTo>
                    <a:pt x="657606" y="761"/>
                  </a:moveTo>
                  <a:lnTo>
                    <a:pt x="657606" y="0"/>
                  </a:lnTo>
                  <a:lnTo>
                    <a:pt x="655320" y="0"/>
                  </a:lnTo>
                  <a:lnTo>
                    <a:pt x="655320" y="761"/>
                  </a:lnTo>
                  <a:lnTo>
                    <a:pt x="657606" y="761"/>
                  </a:lnTo>
                  <a:close/>
                </a:path>
                <a:path w="2029460" h="699135">
                  <a:moveTo>
                    <a:pt x="654558" y="761"/>
                  </a:moveTo>
                  <a:lnTo>
                    <a:pt x="654558" y="0"/>
                  </a:lnTo>
                  <a:lnTo>
                    <a:pt x="652272" y="0"/>
                  </a:lnTo>
                  <a:lnTo>
                    <a:pt x="652272" y="761"/>
                  </a:lnTo>
                  <a:lnTo>
                    <a:pt x="654558" y="761"/>
                  </a:lnTo>
                  <a:close/>
                </a:path>
                <a:path w="2029460" h="699135">
                  <a:moveTo>
                    <a:pt x="651510" y="761"/>
                  </a:moveTo>
                  <a:lnTo>
                    <a:pt x="651510" y="0"/>
                  </a:lnTo>
                  <a:lnTo>
                    <a:pt x="649224" y="0"/>
                  </a:lnTo>
                  <a:lnTo>
                    <a:pt x="649224" y="761"/>
                  </a:lnTo>
                  <a:lnTo>
                    <a:pt x="651510" y="761"/>
                  </a:lnTo>
                  <a:close/>
                </a:path>
                <a:path w="2029460" h="699135">
                  <a:moveTo>
                    <a:pt x="648462" y="761"/>
                  </a:moveTo>
                  <a:lnTo>
                    <a:pt x="648462" y="0"/>
                  </a:lnTo>
                  <a:lnTo>
                    <a:pt x="646176" y="0"/>
                  </a:lnTo>
                  <a:lnTo>
                    <a:pt x="646176" y="761"/>
                  </a:lnTo>
                  <a:lnTo>
                    <a:pt x="648462" y="761"/>
                  </a:lnTo>
                  <a:close/>
                </a:path>
                <a:path w="2029460" h="699135">
                  <a:moveTo>
                    <a:pt x="645414" y="761"/>
                  </a:moveTo>
                  <a:lnTo>
                    <a:pt x="645414" y="0"/>
                  </a:lnTo>
                  <a:lnTo>
                    <a:pt x="643128" y="0"/>
                  </a:lnTo>
                  <a:lnTo>
                    <a:pt x="643128" y="761"/>
                  </a:lnTo>
                  <a:lnTo>
                    <a:pt x="645414" y="761"/>
                  </a:lnTo>
                  <a:close/>
                </a:path>
                <a:path w="2029460" h="699135">
                  <a:moveTo>
                    <a:pt x="642366" y="761"/>
                  </a:moveTo>
                  <a:lnTo>
                    <a:pt x="642366" y="0"/>
                  </a:lnTo>
                  <a:lnTo>
                    <a:pt x="640080" y="0"/>
                  </a:lnTo>
                  <a:lnTo>
                    <a:pt x="640080" y="761"/>
                  </a:lnTo>
                  <a:lnTo>
                    <a:pt x="642366" y="761"/>
                  </a:lnTo>
                  <a:close/>
                </a:path>
                <a:path w="2029460" h="699135">
                  <a:moveTo>
                    <a:pt x="639318" y="761"/>
                  </a:moveTo>
                  <a:lnTo>
                    <a:pt x="639318" y="0"/>
                  </a:lnTo>
                  <a:lnTo>
                    <a:pt x="637032" y="0"/>
                  </a:lnTo>
                  <a:lnTo>
                    <a:pt x="637032" y="761"/>
                  </a:lnTo>
                  <a:lnTo>
                    <a:pt x="639318" y="761"/>
                  </a:lnTo>
                  <a:close/>
                </a:path>
                <a:path w="2029460" h="699135">
                  <a:moveTo>
                    <a:pt x="636270" y="761"/>
                  </a:moveTo>
                  <a:lnTo>
                    <a:pt x="636270" y="0"/>
                  </a:lnTo>
                  <a:lnTo>
                    <a:pt x="633984" y="0"/>
                  </a:lnTo>
                  <a:lnTo>
                    <a:pt x="633984" y="761"/>
                  </a:lnTo>
                  <a:lnTo>
                    <a:pt x="636270" y="761"/>
                  </a:lnTo>
                  <a:close/>
                </a:path>
                <a:path w="2029460" h="699135">
                  <a:moveTo>
                    <a:pt x="633222" y="761"/>
                  </a:moveTo>
                  <a:lnTo>
                    <a:pt x="633222" y="0"/>
                  </a:lnTo>
                  <a:lnTo>
                    <a:pt x="630936" y="0"/>
                  </a:lnTo>
                  <a:lnTo>
                    <a:pt x="630936" y="761"/>
                  </a:lnTo>
                  <a:lnTo>
                    <a:pt x="633222" y="761"/>
                  </a:lnTo>
                  <a:close/>
                </a:path>
                <a:path w="2029460" h="699135">
                  <a:moveTo>
                    <a:pt x="630174" y="761"/>
                  </a:moveTo>
                  <a:lnTo>
                    <a:pt x="630174" y="0"/>
                  </a:lnTo>
                  <a:lnTo>
                    <a:pt x="627888" y="0"/>
                  </a:lnTo>
                  <a:lnTo>
                    <a:pt x="627888" y="761"/>
                  </a:lnTo>
                  <a:lnTo>
                    <a:pt x="630174" y="761"/>
                  </a:lnTo>
                  <a:close/>
                </a:path>
                <a:path w="2029460" h="699135">
                  <a:moveTo>
                    <a:pt x="627126" y="761"/>
                  </a:moveTo>
                  <a:lnTo>
                    <a:pt x="627126" y="0"/>
                  </a:lnTo>
                  <a:lnTo>
                    <a:pt x="624840" y="0"/>
                  </a:lnTo>
                  <a:lnTo>
                    <a:pt x="624840" y="761"/>
                  </a:lnTo>
                  <a:lnTo>
                    <a:pt x="627126" y="761"/>
                  </a:lnTo>
                  <a:close/>
                </a:path>
                <a:path w="2029460" h="699135">
                  <a:moveTo>
                    <a:pt x="624078" y="761"/>
                  </a:moveTo>
                  <a:lnTo>
                    <a:pt x="624078" y="0"/>
                  </a:lnTo>
                  <a:lnTo>
                    <a:pt x="621792" y="0"/>
                  </a:lnTo>
                  <a:lnTo>
                    <a:pt x="621792" y="761"/>
                  </a:lnTo>
                  <a:lnTo>
                    <a:pt x="624078" y="761"/>
                  </a:lnTo>
                  <a:close/>
                </a:path>
                <a:path w="2029460" h="699135">
                  <a:moveTo>
                    <a:pt x="621030" y="761"/>
                  </a:moveTo>
                  <a:lnTo>
                    <a:pt x="621030" y="0"/>
                  </a:lnTo>
                  <a:lnTo>
                    <a:pt x="618744" y="0"/>
                  </a:lnTo>
                  <a:lnTo>
                    <a:pt x="618744" y="761"/>
                  </a:lnTo>
                  <a:lnTo>
                    <a:pt x="621030" y="761"/>
                  </a:lnTo>
                  <a:close/>
                </a:path>
                <a:path w="2029460" h="699135">
                  <a:moveTo>
                    <a:pt x="617982" y="761"/>
                  </a:moveTo>
                  <a:lnTo>
                    <a:pt x="617982" y="0"/>
                  </a:lnTo>
                  <a:lnTo>
                    <a:pt x="615696" y="0"/>
                  </a:lnTo>
                  <a:lnTo>
                    <a:pt x="615696" y="761"/>
                  </a:lnTo>
                  <a:lnTo>
                    <a:pt x="617982" y="761"/>
                  </a:lnTo>
                  <a:close/>
                </a:path>
                <a:path w="2029460" h="699135">
                  <a:moveTo>
                    <a:pt x="614934" y="761"/>
                  </a:moveTo>
                  <a:lnTo>
                    <a:pt x="614934" y="0"/>
                  </a:lnTo>
                  <a:lnTo>
                    <a:pt x="612648" y="0"/>
                  </a:lnTo>
                  <a:lnTo>
                    <a:pt x="612648" y="761"/>
                  </a:lnTo>
                  <a:lnTo>
                    <a:pt x="614934" y="761"/>
                  </a:lnTo>
                  <a:close/>
                </a:path>
                <a:path w="2029460" h="699135">
                  <a:moveTo>
                    <a:pt x="611886" y="761"/>
                  </a:moveTo>
                  <a:lnTo>
                    <a:pt x="611886" y="0"/>
                  </a:lnTo>
                  <a:lnTo>
                    <a:pt x="609600" y="0"/>
                  </a:lnTo>
                  <a:lnTo>
                    <a:pt x="609600" y="761"/>
                  </a:lnTo>
                  <a:lnTo>
                    <a:pt x="611886" y="761"/>
                  </a:lnTo>
                  <a:close/>
                </a:path>
                <a:path w="2029460" h="699135">
                  <a:moveTo>
                    <a:pt x="608838" y="761"/>
                  </a:moveTo>
                  <a:lnTo>
                    <a:pt x="608838" y="0"/>
                  </a:lnTo>
                  <a:lnTo>
                    <a:pt x="606552" y="0"/>
                  </a:lnTo>
                  <a:lnTo>
                    <a:pt x="606552" y="761"/>
                  </a:lnTo>
                  <a:lnTo>
                    <a:pt x="608838" y="761"/>
                  </a:lnTo>
                  <a:close/>
                </a:path>
                <a:path w="2029460" h="699135">
                  <a:moveTo>
                    <a:pt x="605790" y="761"/>
                  </a:moveTo>
                  <a:lnTo>
                    <a:pt x="605790" y="0"/>
                  </a:lnTo>
                  <a:lnTo>
                    <a:pt x="603504" y="0"/>
                  </a:lnTo>
                  <a:lnTo>
                    <a:pt x="603504" y="761"/>
                  </a:lnTo>
                  <a:lnTo>
                    <a:pt x="605790" y="761"/>
                  </a:lnTo>
                  <a:close/>
                </a:path>
                <a:path w="2029460" h="699135">
                  <a:moveTo>
                    <a:pt x="602742" y="761"/>
                  </a:moveTo>
                  <a:lnTo>
                    <a:pt x="602742" y="0"/>
                  </a:lnTo>
                  <a:lnTo>
                    <a:pt x="600456" y="0"/>
                  </a:lnTo>
                  <a:lnTo>
                    <a:pt x="600456" y="761"/>
                  </a:lnTo>
                  <a:lnTo>
                    <a:pt x="602742" y="761"/>
                  </a:lnTo>
                  <a:close/>
                </a:path>
                <a:path w="2029460" h="699135">
                  <a:moveTo>
                    <a:pt x="599694" y="761"/>
                  </a:moveTo>
                  <a:lnTo>
                    <a:pt x="599694" y="0"/>
                  </a:lnTo>
                  <a:lnTo>
                    <a:pt x="597408" y="0"/>
                  </a:lnTo>
                  <a:lnTo>
                    <a:pt x="597408" y="761"/>
                  </a:lnTo>
                  <a:lnTo>
                    <a:pt x="599694" y="761"/>
                  </a:lnTo>
                  <a:close/>
                </a:path>
                <a:path w="2029460" h="699135">
                  <a:moveTo>
                    <a:pt x="596646" y="761"/>
                  </a:moveTo>
                  <a:lnTo>
                    <a:pt x="596646" y="0"/>
                  </a:lnTo>
                  <a:lnTo>
                    <a:pt x="594360" y="0"/>
                  </a:lnTo>
                  <a:lnTo>
                    <a:pt x="594360" y="761"/>
                  </a:lnTo>
                  <a:lnTo>
                    <a:pt x="596646" y="761"/>
                  </a:lnTo>
                  <a:close/>
                </a:path>
                <a:path w="2029460" h="699135">
                  <a:moveTo>
                    <a:pt x="593598" y="761"/>
                  </a:moveTo>
                  <a:lnTo>
                    <a:pt x="593598" y="0"/>
                  </a:lnTo>
                  <a:lnTo>
                    <a:pt x="591312" y="0"/>
                  </a:lnTo>
                  <a:lnTo>
                    <a:pt x="591312" y="761"/>
                  </a:lnTo>
                  <a:lnTo>
                    <a:pt x="593598" y="761"/>
                  </a:lnTo>
                  <a:close/>
                </a:path>
                <a:path w="2029460" h="699135">
                  <a:moveTo>
                    <a:pt x="590550" y="761"/>
                  </a:moveTo>
                  <a:lnTo>
                    <a:pt x="590550" y="0"/>
                  </a:lnTo>
                  <a:lnTo>
                    <a:pt x="588264" y="0"/>
                  </a:lnTo>
                  <a:lnTo>
                    <a:pt x="588264" y="761"/>
                  </a:lnTo>
                  <a:lnTo>
                    <a:pt x="590550" y="761"/>
                  </a:lnTo>
                  <a:close/>
                </a:path>
                <a:path w="2029460" h="699135">
                  <a:moveTo>
                    <a:pt x="587502" y="761"/>
                  </a:moveTo>
                  <a:lnTo>
                    <a:pt x="587502" y="0"/>
                  </a:lnTo>
                  <a:lnTo>
                    <a:pt x="585216" y="0"/>
                  </a:lnTo>
                  <a:lnTo>
                    <a:pt x="585216" y="761"/>
                  </a:lnTo>
                  <a:lnTo>
                    <a:pt x="587502" y="761"/>
                  </a:lnTo>
                  <a:close/>
                </a:path>
                <a:path w="2029460" h="699135">
                  <a:moveTo>
                    <a:pt x="584454" y="761"/>
                  </a:moveTo>
                  <a:lnTo>
                    <a:pt x="584454" y="0"/>
                  </a:lnTo>
                  <a:lnTo>
                    <a:pt x="582168" y="0"/>
                  </a:lnTo>
                  <a:lnTo>
                    <a:pt x="582168" y="761"/>
                  </a:lnTo>
                  <a:lnTo>
                    <a:pt x="584454" y="761"/>
                  </a:lnTo>
                  <a:close/>
                </a:path>
                <a:path w="2029460" h="699135">
                  <a:moveTo>
                    <a:pt x="581406" y="761"/>
                  </a:moveTo>
                  <a:lnTo>
                    <a:pt x="581406" y="0"/>
                  </a:lnTo>
                  <a:lnTo>
                    <a:pt x="579120" y="0"/>
                  </a:lnTo>
                  <a:lnTo>
                    <a:pt x="579120" y="761"/>
                  </a:lnTo>
                  <a:lnTo>
                    <a:pt x="581406" y="761"/>
                  </a:lnTo>
                  <a:close/>
                </a:path>
                <a:path w="2029460" h="699135">
                  <a:moveTo>
                    <a:pt x="578358" y="761"/>
                  </a:moveTo>
                  <a:lnTo>
                    <a:pt x="578358" y="0"/>
                  </a:lnTo>
                  <a:lnTo>
                    <a:pt x="576072" y="0"/>
                  </a:lnTo>
                  <a:lnTo>
                    <a:pt x="576072" y="761"/>
                  </a:lnTo>
                  <a:lnTo>
                    <a:pt x="578358" y="761"/>
                  </a:lnTo>
                  <a:close/>
                </a:path>
                <a:path w="2029460" h="699135">
                  <a:moveTo>
                    <a:pt x="575310" y="761"/>
                  </a:moveTo>
                  <a:lnTo>
                    <a:pt x="575310" y="0"/>
                  </a:lnTo>
                  <a:lnTo>
                    <a:pt x="573024" y="0"/>
                  </a:lnTo>
                  <a:lnTo>
                    <a:pt x="573024" y="761"/>
                  </a:lnTo>
                  <a:lnTo>
                    <a:pt x="575310" y="761"/>
                  </a:lnTo>
                  <a:close/>
                </a:path>
                <a:path w="2029460" h="699135">
                  <a:moveTo>
                    <a:pt x="572262" y="761"/>
                  </a:moveTo>
                  <a:lnTo>
                    <a:pt x="572262" y="0"/>
                  </a:lnTo>
                  <a:lnTo>
                    <a:pt x="569976" y="0"/>
                  </a:lnTo>
                  <a:lnTo>
                    <a:pt x="569976" y="761"/>
                  </a:lnTo>
                  <a:lnTo>
                    <a:pt x="572262" y="761"/>
                  </a:lnTo>
                  <a:close/>
                </a:path>
                <a:path w="2029460" h="699135">
                  <a:moveTo>
                    <a:pt x="569214" y="761"/>
                  </a:moveTo>
                  <a:lnTo>
                    <a:pt x="569214" y="0"/>
                  </a:lnTo>
                  <a:lnTo>
                    <a:pt x="566928" y="0"/>
                  </a:lnTo>
                  <a:lnTo>
                    <a:pt x="566928" y="761"/>
                  </a:lnTo>
                  <a:lnTo>
                    <a:pt x="569214" y="761"/>
                  </a:lnTo>
                  <a:close/>
                </a:path>
                <a:path w="2029460" h="699135">
                  <a:moveTo>
                    <a:pt x="566166" y="761"/>
                  </a:moveTo>
                  <a:lnTo>
                    <a:pt x="566166" y="0"/>
                  </a:lnTo>
                  <a:lnTo>
                    <a:pt x="563880" y="0"/>
                  </a:lnTo>
                  <a:lnTo>
                    <a:pt x="563880" y="761"/>
                  </a:lnTo>
                  <a:lnTo>
                    <a:pt x="566166" y="761"/>
                  </a:lnTo>
                  <a:close/>
                </a:path>
                <a:path w="2029460" h="699135">
                  <a:moveTo>
                    <a:pt x="563118" y="761"/>
                  </a:moveTo>
                  <a:lnTo>
                    <a:pt x="563118" y="0"/>
                  </a:lnTo>
                  <a:lnTo>
                    <a:pt x="560832" y="0"/>
                  </a:lnTo>
                  <a:lnTo>
                    <a:pt x="560832" y="761"/>
                  </a:lnTo>
                  <a:lnTo>
                    <a:pt x="563118" y="761"/>
                  </a:lnTo>
                  <a:close/>
                </a:path>
                <a:path w="2029460" h="699135">
                  <a:moveTo>
                    <a:pt x="560070" y="761"/>
                  </a:moveTo>
                  <a:lnTo>
                    <a:pt x="560070" y="0"/>
                  </a:lnTo>
                  <a:lnTo>
                    <a:pt x="557784" y="0"/>
                  </a:lnTo>
                  <a:lnTo>
                    <a:pt x="557784" y="761"/>
                  </a:lnTo>
                  <a:lnTo>
                    <a:pt x="560070" y="761"/>
                  </a:lnTo>
                  <a:close/>
                </a:path>
                <a:path w="2029460" h="699135">
                  <a:moveTo>
                    <a:pt x="557022" y="761"/>
                  </a:moveTo>
                  <a:lnTo>
                    <a:pt x="557022" y="0"/>
                  </a:lnTo>
                  <a:lnTo>
                    <a:pt x="554736" y="0"/>
                  </a:lnTo>
                  <a:lnTo>
                    <a:pt x="554736" y="761"/>
                  </a:lnTo>
                  <a:lnTo>
                    <a:pt x="557022" y="761"/>
                  </a:lnTo>
                  <a:close/>
                </a:path>
                <a:path w="2029460" h="699135">
                  <a:moveTo>
                    <a:pt x="553974" y="761"/>
                  </a:moveTo>
                  <a:lnTo>
                    <a:pt x="553974" y="0"/>
                  </a:lnTo>
                  <a:lnTo>
                    <a:pt x="551688" y="0"/>
                  </a:lnTo>
                  <a:lnTo>
                    <a:pt x="551688" y="761"/>
                  </a:lnTo>
                  <a:lnTo>
                    <a:pt x="553974" y="761"/>
                  </a:lnTo>
                  <a:close/>
                </a:path>
                <a:path w="2029460" h="699135">
                  <a:moveTo>
                    <a:pt x="550926" y="761"/>
                  </a:moveTo>
                  <a:lnTo>
                    <a:pt x="550926" y="0"/>
                  </a:lnTo>
                  <a:lnTo>
                    <a:pt x="548640" y="0"/>
                  </a:lnTo>
                  <a:lnTo>
                    <a:pt x="548640" y="761"/>
                  </a:lnTo>
                  <a:lnTo>
                    <a:pt x="550926" y="761"/>
                  </a:lnTo>
                  <a:close/>
                </a:path>
                <a:path w="2029460" h="699135">
                  <a:moveTo>
                    <a:pt x="547878" y="761"/>
                  </a:moveTo>
                  <a:lnTo>
                    <a:pt x="547878" y="0"/>
                  </a:lnTo>
                  <a:lnTo>
                    <a:pt x="545592" y="0"/>
                  </a:lnTo>
                  <a:lnTo>
                    <a:pt x="545592" y="761"/>
                  </a:lnTo>
                  <a:lnTo>
                    <a:pt x="547878" y="761"/>
                  </a:lnTo>
                  <a:close/>
                </a:path>
                <a:path w="2029460" h="699135">
                  <a:moveTo>
                    <a:pt x="544830" y="761"/>
                  </a:moveTo>
                  <a:lnTo>
                    <a:pt x="544830" y="0"/>
                  </a:lnTo>
                  <a:lnTo>
                    <a:pt x="542544" y="0"/>
                  </a:lnTo>
                  <a:lnTo>
                    <a:pt x="542544" y="761"/>
                  </a:lnTo>
                  <a:lnTo>
                    <a:pt x="544830" y="761"/>
                  </a:lnTo>
                  <a:close/>
                </a:path>
                <a:path w="2029460" h="699135">
                  <a:moveTo>
                    <a:pt x="541782" y="761"/>
                  </a:moveTo>
                  <a:lnTo>
                    <a:pt x="541782" y="0"/>
                  </a:lnTo>
                  <a:lnTo>
                    <a:pt x="539496" y="0"/>
                  </a:lnTo>
                  <a:lnTo>
                    <a:pt x="539496" y="761"/>
                  </a:lnTo>
                  <a:lnTo>
                    <a:pt x="541782" y="761"/>
                  </a:lnTo>
                  <a:close/>
                </a:path>
                <a:path w="2029460" h="699135">
                  <a:moveTo>
                    <a:pt x="538734" y="761"/>
                  </a:moveTo>
                  <a:lnTo>
                    <a:pt x="538734" y="0"/>
                  </a:lnTo>
                  <a:lnTo>
                    <a:pt x="536448" y="0"/>
                  </a:lnTo>
                  <a:lnTo>
                    <a:pt x="536448" y="761"/>
                  </a:lnTo>
                  <a:lnTo>
                    <a:pt x="538734" y="761"/>
                  </a:lnTo>
                  <a:close/>
                </a:path>
                <a:path w="2029460" h="699135">
                  <a:moveTo>
                    <a:pt x="535686" y="761"/>
                  </a:moveTo>
                  <a:lnTo>
                    <a:pt x="535686" y="0"/>
                  </a:lnTo>
                  <a:lnTo>
                    <a:pt x="533400" y="0"/>
                  </a:lnTo>
                  <a:lnTo>
                    <a:pt x="533400" y="761"/>
                  </a:lnTo>
                  <a:lnTo>
                    <a:pt x="535686" y="761"/>
                  </a:lnTo>
                  <a:close/>
                </a:path>
                <a:path w="2029460" h="699135">
                  <a:moveTo>
                    <a:pt x="532638" y="761"/>
                  </a:moveTo>
                  <a:lnTo>
                    <a:pt x="532638" y="0"/>
                  </a:lnTo>
                  <a:lnTo>
                    <a:pt x="530352" y="0"/>
                  </a:lnTo>
                  <a:lnTo>
                    <a:pt x="530352" y="761"/>
                  </a:lnTo>
                  <a:lnTo>
                    <a:pt x="532638" y="761"/>
                  </a:lnTo>
                  <a:close/>
                </a:path>
                <a:path w="2029460" h="699135">
                  <a:moveTo>
                    <a:pt x="529590" y="761"/>
                  </a:moveTo>
                  <a:lnTo>
                    <a:pt x="529590" y="0"/>
                  </a:lnTo>
                  <a:lnTo>
                    <a:pt x="527304" y="0"/>
                  </a:lnTo>
                  <a:lnTo>
                    <a:pt x="527304" y="761"/>
                  </a:lnTo>
                  <a:lnTo>
                    <a:pt x="529590" y="761"/>
                  </a:lnTo>
                  <a:close/>
                </a:path>
                <a:path w="2029460" h="699135">
                  <a:moveTo>
                    <a:pt x="526542" y="761"/>
                  </a:moveTo>
                  <a:lnTo>
                    <a:pt x="526542" y="0"/>
                  </a:lnTo>
                  <a:lnTo>
                    <a:pt x="524256" y="0"/>
                  </a:lnTo>
                  <a:lnTo>
                    <a:pt x="524256" y="761"/>
                  </a:lnTo>
                  <a:lnTo>
                    <a:pt x="526542" y="761"/>
                  </a:lnTo>
                  <a:close/>
                </a:path>
                <a:path w="2029460" h="699135">
                  <a:moveTo>
                    <a:pt x="523494" y="761"/>
                  </a:moveTo>
                  <a:lnTo>
                    <a:pt x="523494" y="0"/>
                  </a:lnTo>
                  <a:lnTo>
                    <a:pt x="521208" y="0"/>
                  </a:lnTo>
                  <a:lnTo>
                    <a:pt x="521208" y="761"/>
                  </a:lnTo>
                  <a:lnTo>
                    <a:pt x="523494" y="761"/>
                  </a:lnTo>
                  <a:close/>
                </a:path>
                <a:path w="2029460" h="699135">
                  <a:moveTo>
                    <a:pt x="520446" y="761"/>
                  </a:moveTo>
                  <a:lnTo>
                    <a:pt x="520446" y="0"/>
                  </a:lnTo>
                  <a:lnTo>
                    <a:pt x="518160" y="0"/>
                  </a:lnTo>
                  <a:lnTo>
                    <a:pt x="518160" y="761"/>
                  </a:lnTo>
                  <a:lnTo>
                    <a:pt x="520446" y="761"/>
                  </a:lnTo>
                  <a:close/>
                </a:path>
                <a:path w="2029460" h="699135">
                  <a:moveTo>
                    <a:pt x="517398" y="761"/>
                  </a:moveTo>
                  <a:lnTo>
                    <a:pt x="517398" y="0"/>
                  </a:lnTo>
                  <a:lnTo>
                    <a:pt x="515112" y="0"/>
                  </a:lnTo>
                  <a:lnTo>
                    <a:pt x="515112" y="761"/>
                  </a:lnTo>
                  <a:lnTo>
                    <a:pt x="517398" y="761"/>
                  </a:lnTo>
                  <a:close/>
                </a:path>
                <a:path w="2029460" h="699135">
                  <a:moveTo>
                    <a:pt x="514350" y="761"/>
                  </a:moveTo>
                  <a:lnTo>
                    <a:pt x="514350" y="0"/>
                  </a:lnTo>
                  <a:lnTo>
                    <a:pt x="512064" y="0"/>
                  </a:lnTo>
                  <a:lnTo>
                    <a:pt x="512064" y="761"/>
                  </a:lnTo>
                  <a:lnTo>
                    <a:pt x="514350" y="761"/>
                  </a:lnTo>
                  <a:close/>
                </a:path>
                <a:path w="2029460" h="699135">
                  <a:moveTo>
                    <a:pt x="511302" y="761"/>
                  </a:moveTo>
                  <a:lnTo>
                    <a:pt x="511302" y="0"/>
                  </a:lnTo>
                  <a:lnTo>
                    <a:pt x="509016" y="0"/>
                  </a:lnTo>
                  <a:lnTo>
                    <a:pt x="509016" y="761"/>
                  </a:lnTo>
                  <a:lnTo>
                    <a:pt x="511302" y="761"/>
                  </a:lnTo>
                  <a:close/>
                </a:path>
                <a:path w="2029460" h="699135">
                  <a:moveTo>
                    <a:pt x="508254" y="761"/>
                  </a:moveTo>
                  <a:lnTo>
                    <a:pt x="508254" y="0"/>
                  </a:lnTo>
                  <a:lnTo>
                    <a:pt x="505968" y="0"/>
                  </a:lnTo>
                  <a:lnTo>
                    <a:pt x="505968" y="761"/>
                  </a:lnTo>
                  <a:lnTo>
                    <a:pt x="508254" y="761"/>
                  </a:lnTo>
                  <a:close/>
                </a:path>
                <a:path w="2029460" h="699135">
                  <a:moveTo>
                    <a:pt x="505206" y="761"/>
                  </a:moveTo>
                  <a:lnTo>
                    <a:pt x="505206" y="0"/>
                  </a:lnTo>
                  <a:lnTo>
                    <a:pt x="502920" y="0"/>
                  </a:lnTo>
                  <a:lnTo>
                    <a:pt x="502920" y="761"/>
                  </a:lnTo>
                  <a:lnTo>
                    <a:pt x="505206" y="761"/>
                  </a:lnTo>
                  <a:close/>
                </a:path>
                <a:path w="2029460" h="699135">
                  <a:moveTo>
                    <a:pt x="502158" y="761"/>
                  </a:moveTo>
                  <a:lnTo>
                    <a:pt x="502158" y="0"/>
                  </a:lnTo>
                  <a:lnTo>
                    <a:pt x="499872" y="0"/>
                  </a:lnTo>
                  <a:lnTo>
                    <a:pt x="499872" y="761"/>
                  </a:lnTo>
                  <a:lnTo>
                    <a:pt x="502158" y="761"/>
                  </a:lnTo>
                  <a:close/>
                </a:path>
                <a:path w="2029460" h="699135">
                  <a:moveTo>
                    <a:pt x="499110" y="761"/>
                  </a:moveTo>
                  <a:lnTo>
                    <a:pt x="499110" y="0"/>
                  </a:lnTo>
                  <a:lnTo>
                    <a:pt x="496824" y="0"/>
                  </a:lnTo>
                  <a:lnTo>
                    <a:pt x="496824" y="761"/>
                  </a:lnTo>
                  <a:lnTo>
                    <a:pt x="499110" y="761"/>
                  </a:lnTo>
                  <a:close/>
                </a:path>
                <a:path w="2029460" h="699135">
                  <a:moveTo>
                    <a:pt x="496062" y="761"/>
                  </a:moveTo>
                  <a:lnTo>
                    <a:pt x="496062" y="0"/>
                  </a:lnTo>
                  <a:lnTo>
                    <a:pt x="493776" y="0"/>
                  </a:lnTo>
                  <a:lnTo>
                    <a:pt x="493776" y="761"/>
                  </a:lnTo>
                  <a:lnTo>
                    <a:pt x="496062" y="761"/>
                  </a:lnTo>
                  <a:close/>
                </a:path>
                <a:path w="2029460" h="699135">
                  <a:moveTo>
                    <a:pt x="493014" y="761"/>
                  </a:moveTo>
                  <a:lnTo>
                    <a:pt x="493014" y="0"/>
                  </a:lnTo>
                  <a:lnTo>
                    <a:pt x="490728" y="0"/>
                  </a:lnTo>
                  <a:lnTo>
                    <a:pt x="490728" y="761"/>
                  </a:lnTo>
                  <a:lnTo>
                    <a:pt x="493014" y="761"/>
                  </a:lnTo>
                  <a:close/>
                </a:path>
                <a:path w="2029460" h="699135">
                  <a:moveTo>
                    <a:pt x="489966" y="761"/>
                  </a:moveTo>
                  <a:lnTo>
                    <a:pt x="489966" y="0"/>
                  </a:lnTo>
                  <a:lnTo>
                    <a:pt x="487680" y="0"/>
                  </a:lnTo>
                  <a:lnTo>
                    <a:pt x="487680" y="761"/>
                  </a:lnTo>
                  <a:lnTo>
                    <a:pt x="489966" y="761"/>
                  </a:lnTo>
                  <a:close/>
                </a:path>
                <a:path w="2029460" h="699135">
                  <a:moveTo>
                    <a:pt x="486918" y="761"/>
                  </a:moveTo>
                  <a:lnTo>
                    <a:pt x="486918" y="0"/>
                  </a:lnTo>
                  <a:lnTo>
                    <a:pt x="484632" y="0"/>
                  </a:lnTo>
                  <a:lnTo>
                    <a:pt x="484632" y="761"/>
                  </a:lnTo>
                  <a:lnTo>
                    <a:pt x="486918" y="761"/>
                  </a:lnTo>
                  <a:close/>
                </a:path>
                <a:path w="2029460" h="699135">
                  <a:moveTo>
                    <a:pt x="483870" y="761"/>
                  </a:moveTo>
                  <a:lnTo>
                    <a:pt x="483870" y="0"/>
                  </a:lnTo>
                  <a:lnTo>
                    <a:pt x="481584" y="0"/>
                  </a:lnTo>
                  <a:lnTo>
                    <a:pt x="481584" y="761"/>
                  </a:lnTo>
                  <a:lnTo>
                    <a:pt x="483870" y="761"/>
                  </a:lnTo>
                  <a:close/>
                </a:path>
                <a:path w="2029460" h="699135">
                  <a:moveTo>
                    <a:pt x="480822" y="761"/>
                  </a:moveTo>
                  <a:lnTo>
                    <a:pt x="480822" y="0"/>
                  </a:lnTo>
                  <a:lnTo>
                    <a:pt x="478536" y="0"/>
                  </a:lnTo>
                  <a:lnTo>
                    <a:pt x="478536" y="761"/>
                  </a:lnTo>
                  <a:lnTo>
                    <a:pt x="480822" y="761"/>
                  </a:lnTo>
                  <a:close/>
                </a:path>
                <a:path w="2029460" h="699135">
                  <a:moveTo>
                    <a:pt x="477774" y="761"/>
                  </a:moveTo>
                  <a:lnTo>
                    <a:pt x="477774" y="0"/>
                  </a:lnTo>
                  <a:lnTo>
                    <a:pt x="475488" y="0"/>
                  </a:lnTo>
                  <a:lnTo>
                    <a:pt x="475488" y="761"/>
                  </a:lnTo>
                  <a:lnTo>
                    <a:pt x="477774" y="761"/>
                  </a:lnTo>
                  <a:close/>
                </a:path>
                <a:path w="2029460" h="699135">
                  <a:moveTo>
                    <a:pt x="474726" y="761"/>
                  </a:moveTo>
                  <a:lnTo>
                    <a:pt x="474726" y="0"/>
                  </a:lnTo>
                  <a:lnTo>
                    <a:pt x="472440" y="0"/>
                  </a:lnTo>
                  <a:lnTo>
                    <a:pt x="472440" y="761"/>
                  </a:lnTo>
                  <a:lnTo>
                    <a:pt x="474726" y="761"/>
                  </a:lnTo>
                  <a:close/>
                </a:path>
                <a:path w="2029460" h="699135">
                  <a:moveTo>
                    <a:pt x="471678" y="761"/>
                  </a:moveTo>
                  <a:lnTo>
                    <a:pt x="471678" y="0"/>
                  </a:lnTo>
                  <a:lnTo>
                    <a:pt x="469392" y="0"/>
                  </a:lnTo>
                  <a:lnTo>
                    <a:pt x="469392" y="761"/>
                  </a:lnTo>
                  <a:lnTo>
                    <a:pt x="471678" y="761"/>
                  </a:lnTo>
                  <a:close/>
                </a:path>
                <a:path w="2029460" h="699135">
                  <a:moveTo>
                    <a:pt x="468630" y="761"/>
                  </a:moveTo>
                  <a:lnTo>
                    <a:pt x="468630" y="0"/>
                  </a:lnTo>
                  <a:lnTo>
                    <a:pt x="466344" y="0"/>
                  </a:lnTo>
                  <a:lnTo>
                    <a:pt x="466344" y="761"/>
                  </a:lnTo>
                  <a:lnTo>
                    <a:pt x="468630" y="761"/>
                  </a:lnTo>
                  <a:close/>
                </a:path>
                <a:path w="2029460" h="699135">
                  <a:moveTo>
                    <a:pt x="465582" y="761"/>
                  </a:moveTo>
                  <a:lnTo>
                    <a:pt x="465582" y="0"/>
                  </a:lnTo>
                  <a:lnTo>
                    <a:pt x="463296" y="0"/>
                  </a:lnTo>
                  <a:lnTo>
                    <a:pt x="463296" y="761"/>
                  </a:lnTo>
                  <a:lnTo>
                    <a:pt x="465582" y="761"/>
                  </a:lnTo>
                  <a:close/>
                </a:path>
                <a:path w="2029460" h="699135">
                  <a:moveTo>
                    <a:pt x="462534" y="761"/>
                  </a:moveTo>
                  <a:lnTo>
                    <a:pt x="462534" y="0"/>
                  </a:lnTo>
                  <a:lnTo>
                    <a:pt x="460248" y="0"/>
                  </a:lnTo>
                  <a:lnTo>
                    <a:pt x="460248" y="761"/>
                  </a:lnTo>
                  <a:lnTo>
                    <a:pt x="462534" y="761"/>
                  </a:lnTo>
                  <a:close/>
                </a:path>
                <a:path w="2029460" h="699135">
                  <a:moveTo>
                    <a:pt x="459486" y="761"/>
                  </a:moveTo>
                  <a:lnTo>
                    <a:pt x="459486" y="0"/>
                  </a:lnTo>
                  <a:lnTo>
                    <a:pt x="457200" y="0"/>
                  </a:lnTo>
                  <a:lnTo>
                    <a:pt x="457200" y="761"/>
                  </a:lnTo>
                  <a:lnTo>
                    <a:pt x="459486" y="761"/>
                  </a:lnTo>
                  <a:close/>
                </a:path>
                <a:path w="2029460" h="699135">
                  <a:moveTo>
                    <a:pt x="456438" y="761"/>
                  </a:moveTo>
                  <a:lnTo>
                    <a:pt x="456438" y="0"/>
                  </a:lnTo>
                  <a:lnTo>
                    <a:pt x="454152" y="0"/>
                  </a:lnTo>
                  <a:lnTo>
                    <a:pt x="454152" y="761"/>
                  </a:lnTo>
                  <a:lnTo>
                    <a:pt x="456438" y="761"/>
                  </a:lnTo>
                  <a:close/>
                </a:path>
                <a:path w="2029460" h="699135">
                  <a:moveTo>
                    <a:pt x="453390" y="761"/>
                  </a:moveTo>
                  <a:lnTo>
                    <a:pt x="453390" y="0"/>
                  </a:lnTo>
                  <a:lnTo>
                    <a:pt x="451104" y="0"/>
                  </a:lnTo>
                  <a:lnTo>
                    <a:pt x="451104" y="761"/>
                  </a:lnTo>
                  <a:lnTo>
                    <a:pt x="453390" y="761"/>
                  </a:lnTo>
                  <a:close/>
                </a:path>
                <a:path w="2029460" h="699135">
                  <a:moveTo>
                    <a:pt x="450342" y="761"/>
                  </a:moveTo>
                  <a:lnTo>
                    <a:pt x="450342" y="0"/>
                  </a:lnTo>
                  <a:lnTo>
                    <a:pt x="448056" y="0"/>
                  </a:lnTo>
                  <a:lnTo>
                    <a:pt x="448056" y="761"/>
                  </a:lnTo>
                  <a:lnTo>
                    <a:pt x="450342" y="761"/>
                  </a:lnTo>
                  <a:close/>
                </a:path>
                <a:path w="2029460" h="699135">
                  <a:moveTo>
                    <a:pt x="447294" y="761"/>
                  </a:moveTo>
                  <a:lnTo>
                    <a:pt x="447294" y="0"/>
                  </a:lnTo>
                  <a:lnTo>
                    <a:pt x="445008" y="0"/>
                  </a:lnTo>
                  <a:lnTo>
                    <a:pt x="445008" y="761"/>
                  </a:lnTo>
                  <a:lnTo>
                    <a:pt x="447294" y="761"/>
                  </a:lnTo>
                  <a:close/>
                </a:path>
                <a:path w="2029460" h="699135">
                  <a:moveTo>
                    <a:pt x="444246" y="761"/>
                  </a:moveTo>
                  <a:lnTo>
                    <a:pt x="444246" y="0"/>
                  </a:lnTo>
                  <a:lnTo>
                    <a:pt x="441960" y="0"/>
                  </a:lnTo>
                  <a:lnTo>
                    <a:pt x="441960" y="761"/>
                  </a:lnTo>
                  <a:lnTo>
                    <a:pt x="444246" y="761"/>
                  </a:lnTo>
                  <a:close/>
                </a:path>
                <a:path w="2029460" h="699135">
                  <a:moveTo>
                    <a:pt x="441198" y="761"/>
                  </a:moveTo>
                  <a:lnTo>
                    <a:pt x="441198" y="0"/>
                  </a:lnTo>
                  <a:lnTo>
                    <a:pt x="438912" y="0"/>
                  </a:lnTo>
                  <a:lnTo>
                    <a:pt x="438912" y="761"/>
                  </a:lnTo>
                  <a:lnTo>
                    <a:pt x="441198" y="761"/>
                  </a:lnTo>
                  <a:close/>
                </a:path>
                <a:path w="2029460" h="699135">
                  <a:moveTo>
                    <a:pt x="438150" y="761"/>
                  </a:moveTo>
                  <a:lnTo>
                    <a:pt x="438150" y="0"/>
                  </a:lnTo>
                  <a:lnTo>
                    <a:pt x="435864" y="0"/>
                  </a:lnTo>
                  <a:lnTo>
                    <a:pt x="435864" y="761"/>
                  </a:lnTo>
                  <a:lnTo>
                    <a:pt x="438150" y="761"/>
                  </a:lnTo>
                  <a:close/>
                </a:path>
                <a:path w="2029460" h="699135">
                  <a:moveTo>
                    <a:pt x="435102" y="761"/>
                  </a:moveTo>
                  <a:lnTo>
                    <a:pt x="435102" y="0"/>
                  </a:lnTo>
                  <a:lnTo>
                    <a:pt x="432816" y="0"/>
                  </a:lnTo>
                  <a:lnTo>
                    <a:pt x="432816" y="761"/>
                  </a:lnTo>
                  <a:lnTo>
                    <a:pt x="435102" y="761"/>
                  </a:lnTo>
                  <a:close/>
                </a:path>
                <a:path w="2029460" h="699135">
                  <a:moveTo>
                    <a:pt x="432054" y="761"/>
                  </a:moveTo>
                  <a:lnTo>
                    <a:pt x="432054" y="0"/>
                  </a:lnTo>
                  <a:lnTo>
                    <a:pt x="429768" y="0"/>
                  </a:lnTo>
                  <a:lnTo>
                    <a:pt x="429768" y="761"/>
                  </a:lnTo>
                  <a:lnTo>
                    <a:pt x="432054" y="761"/>
                  </a:lnTo>
                  <a:close/>
                </a:path>
                <a:path w="2029460" h="699135">
                  <a:moveTo>
                    <a:pt x="429006" y="761"/>
                  </a:moveTo>
                  <a:lnTo>
                    <a:pt x="429006" y="0"/>
                  </a:lnTo>
                  <a:lnTo>
                    <a:pt x="426720" y="0"/>
                  </a:lnTo>
                  <a:lnTo>
                    <a:pt x="426720" y="761"/>
                  </a:lnTo>
                  <a:lnTo>
                    <a:pt x="429006" y="761"/>
                  </a:lnTo>
                  <a:close/>
                </a:path>
                <a:path w="2029460" h="699135">
                  <a:moveTo>
                    <a:pt x="425958" y="761"/>
                  </a:moveTo>
                  <a:lnTo>
                    <a:pt x="425958" y="0"/>
                  </a:lnTo>
                  <a:lnTo>
                    <a:pt x="423672" y="0"/>
                  </a:lnTo>
                  <a:lnTo>
                    <a:pt x="423672" y="761"/>
                  </a:lnTo>
                  <a:lnTo>
                    <a:pt x="425958" y="761"/>
                  </a:lnTo>
                  <a:close/>
                </a:path>
                <a:path w="2029460" h="699135">
                  <a:moveTo>
                    <a:pt x="422910" y="761"/>
                  </a:moveTo>
                  <a:lnTo>
                    <a:pt x="422910" y="0"/>
                  </a:lnTo>
                  <a:lnTo>
                    <a:pt x="420624" y="0"/>
                  </a:lnTo>
                  <a:lnTo>
                    <a:pt x="420624" y="761"/>
                  </a:lnTo>
                  <a:lnTo>
                    <a:pt x="422910" y="761"/>
                  </a:lnTo>
                  <a:close/>
                </a:path>
                <a:path w="2029460" h="699135">
                  <a:moveTo>
                    <a:pt x="419862" y="761"/>
                  </a:moveTo>
                  <a:lnTo>
                    <a:pt x="419862" y="0"/>
                  </a:lnTo>
                  <a:lnTo>
                    <a:pt x="417576" y="0"/>
                  </a:lnTo>
                  <a:lnTo>
                    <a:pt x="417576" y="761"/>
                  </a:lnTo>
                  <a:lnTo>
                    <a:pt x="419862" y="761"/>
                  </a:lnTo>
                  <a:close/>
                </a:path>
                <a:path w="2029460" h="699135">
                  <a:moveTo>
                    <a:pt x="416814" y="761"/>
                  </a:moveTo>
                  <a:lnTo>
                    <a:pt x="416814" y="0"/>
                  </a:lnTo>
                  <a:lnTo>
                    <a:pt x="414528" y="0"/>
                  </a:lnTo>
                  <a:lnTo>
                    <a:pt x="414528" y="761"/>
                  </a:lnTo>
                  <a:lnTo>
                    <a:pt x="416814" y="761"/>
                  </a:lnTo>
                  <a:close/>
                </a:path>
                <a:path w="2029460" h="699135">
                  <a:moveTo>
                    <a:pt x="413766" y="761"/>
                  </a:moveTo>
                  <a:lnTo>
                    <a:pt x="413766" y="0"/>
                  </a:lnTo>
                  <a:lnTo>
                    <a:pt x="411480" y="0"/>
                  </a:lnTo>
                  <a:lnTo>
                    <a:pt x="411480" y="761"/>
                  </a:lnTo>
                  <a:lnTo>
                    <a:pt x="413766" y="761"/>
                  </a:lnTo>
                  <a:close/>
                </a:path>
                <a:path w="2029460" h="699135">
                  <a:moveTo>
                    <a:pt x="410718" y="761"/>
                  </a:moveTo>
                  <a:lnTo>
                    <a:pt x="410718" y="0"/>
                  </a:lnTo>
                  <a:lnTo>
                    <a:pt x="408432" y="0"/>
                  </a:lnTo>
                  <a:lnTo>
                    <a:pt x="408432" y="761"/>
                  </a:lnTo>
                  <a:lnTo>
                    <a:pt x="410718" y="761"/>
                  </a:lnTo>
                  <a:close/>
                </a:path>
                <a:path w="2029460" h="699135">
                  <a:moveTo>
                    <a:pt x="407670" y="761"/>
                  </a:moveTo>
                  <a:lnTo>
                    <a:pt x="407670" y="0"/>
                  </a:lnTo>
                  <a:lnTo>
                    <a:pt x="405384" y="0"/>
                  </a:lnTo>
                  <a:lnTo>
                    <a:pt x="405384" y="761"/>
                  </a:lnTo>
                  <a:lnTo>
                    <a:pt x="407670" y="761"/>
                  </a:lnTo>
                  <a:close/>
                </a:path>
                <a:path w="2029460" h="699135">
                  <a:moveTo>
                    <a:pt x="404622" y="761"/>
                  </a:moveTo>
                  <a:lnTo>
                    <a:pt x="404622" y="0"/>
                  </a:lnTo>
                  <a:lnTo>
                    <a:pt x="402336" y="0"/>
                  </a:lnTo>
                  <a:lnTo>
                    <a:pt x="402336" y="761"/>
                  </a:lnTo>
                  <a:lnTo>
                    <a:pt x="404622" y="761"/>
                  </a:lnTo>
                  <a:close/>
                </a:path>
                <a:path w="2029460" h="699135">
                  <a:moveTo>
                    <a:pt x="401574" y="761"/>
                  </a:moveTo>
                  <a:lnTo>
                    <a:pt x="401574" y="0"/>
                  </a:lnTo>
                  <a:lnTo>
                    <a:pt x="399288" y="0"/>
                  </a:lnTo>
                  <a:lnTo>
                    <a:pt x="399288" y="761"/>
                  </a:lnTo>
                  <a:lnTo>
                    <a:pt x="401574" y="761"/>
                  </a:lnTo>
                  <a:close/>
                </a:path>
                <a:path w="2029460" h="699135">
                  <a:moveTo>
                    <a:pt x="398526" y="761"/>
                  </a:moveTo>
                  <a:lnTo>
                    <a:pt x="398526" y="0"/>
                  </a:lnTo>
                  <a:lnTo>
                    <a:pt x="396240" y="0"/>
                  </a:lnTo>
                  <a:lnTo>
                    <a:pt x="396240" y="761"/>
                  </a:lnTo>
                  <a:lnTo>
                    <a:pt x="398526" y="761"/>
                  </a:lnTo>
                  <a:close/>
                </a:path>
                <a:path w="2029460" h="699135">
                  <a:moveTo>
                    <a:pt x="395478" y="761"/>
                  </a:moveTo>
                  <a:lnTo>
                    <a:pt x="395478" y="0"/>
                  </a:lnTo>
                  <a:lnTo>
                    <a:pt x="393192" y="0"/>
                  </a:lnTo>
                  <a:lnTo>
                    <a:pt x="393192" y="761"/>
                  </a:lnTo>
                  <a:lnTo>
                    <a:pt x="395478" y="761"/>
                  </a:lnTo>
                  <a:close/>
                </a:path>
                <a:path w="2029460" h="699135">
                  <a:moveTo>
                    <a:pt x="392430" y="761"/>
                  </a:moveTo>
                  <a:lnTo>
                    <a:pt x="392430" y="0"/>
                  </a:lnTo>
                  <a:lnTo>
                    <a:pt x="390144" y="0"/>
                  </a:lnTo>
                  <a:lnTo>
                    <a:pt x="390144" y="761"/>
                  </a:lnTo>
                  <a:lnTo>
                    <a:pt x="392430" y="761"/>
                  </a:lnTo>
                  <a:close/>
                </a:path>
                <a:path w="2029460" h="699135">
                  <a:moveTo>
                    <a:pt x="389382" y="761"/>
                  </a:moveTo>
                  <a:lnTo>
                    <a:pt x="389382" y="0"/>
                  </a:lnTo>
                  <a:lnTo>
                    <a:pt x="387096" y="0"/>
                  </a:lnTo>
                  <a:lnTo>
                    <a:pt x="387096" y="761"/>
                  </a:lnTo>
                  <a:lnTo>
                    <a:pt x="389382" y="761"/>
                  </a:lnTo>
                  <a:close/>
                </a:path>
                <a:path w="2029460" h="699135">
                  <a:moveTo>
                    <a:pt x="386334" y="761"/>
                  </a:moveTo>
                  <a:lnTo>
                    <a:pt x="386334" y="0"/>
                  </a:lnTo>
                  <a:lnTo>
                    <a:pt x="384048" y="0"/>
                  </a:lnTo>
                  <a:lnTo>
                    <a:pt x="384048" y="761"/>
                  </a:lnTo>
                  <a:lnTo>
                    <a:pt x="386334" y="761"/>
                  </a:lnTo>
                  <a:close/>
                </a:path>
                <a:path w="2029460" h="699135">
                  <a:moveTo>
                    <a:pt x="383286" y="761"/>
                  </a:moveTo>
                  <a:lnTo>
                    <a:pt x="383286" y="0"/>
                  </a:lnTo>
                  <a:lnTo>
                    <a:pt x="381000" y="0"/>
                  </a:lnTo>
                  <a:lnTo>
                    <a:pt x="381000" y="761"/>
                  </a:lnTo>
                  <a:lnTo>
                    <a:pt x="383286" y="761"/>
                  </a:lnTo>
                  <a:close/>
                </a:path>
                <a:path w="2029460" h="699135">
                  <a:moveTo>
                    <a:pt x="380238" y="761"/>
                  </a:moveTo>
                  <a:lnTo>
                    <a:pt x="380238" y="0"/>
                  </a:lnTo>
                  <a:lnTo>
                    <a:pt x="377952" y="0"/>
                  </a:lnTo>
                  <a:lnTo>
                    <a:pt x="377952" y="761"/>
                  </a:lnTo>
                  <a:lnTo>
                    <a:pt x="380238" y="761"/>
                  </a:lnTo>
                  <a:close/>
                </a:path>
                <a:path w="2029460" h="699135">
                  <a:moveTo>
                    <a:pt x="377190" y="761"/>
                  </a:moveTo>
                  <a:lnTo>
                    <a:pt x="377190" y="0"/>
                  </a:lnTo>
                  <a:lnTo>
                    <a:pt x="374904" y="0"/>
                  </a:lnTo>
                  <a:lnTo>
                    <a:pt x="374904" y="761"/>
                  </a:lnTo>
                  <a:lnTo>
                    <a:pt x="377190" y="761"/>
                  </a:lnTo>
                  <a:close/>
                </a:path>
                <a:path w="2029460" h="699135">
                  <a:moveTo>
                    <a:pt x="374142" y="761"/>
                  </a:moveTo>
                  <a:lnTo>
                    <a:pt x="374142" y="0"/>
                  </a:lnTo>
                  <a:lnTo>
                    <a:pt x="371856" y="0"/>
                  </a:lnTo>
                  <a:lnTo>
                    <a:pt x="371856" y="761"/>
                  </a:lnTo>
                  <a:lnTo>
                    <a:pt x="374142" y="761"/>
                  </a:lnTo>
                  <a:close/>
                </a:path>
                <a:path w="2029460" h="699135">
                  <a:moveTo>
                    <a:pt x="371094" y="761"/>
                  </a:moveTo>
                  <a:lnTo>
                    <a:pt x="371094" y="0"/>
                  </a:lnTo>
                  <a:lnTo>
                    <a:pt x="368808" y="0"/>
                  </a:lnTo>
                  <a:lnTo>
                    <a:pt x="368808" y="761"/>
                  </a:lnTo>
                  <a:lnTo>
                    <a:pt x="371094" y="761"/>
                  </a:lnTo>
                  <a:close/>
                </a:path>
                <a:path w="2029460" h="699135">
                  <a:moveTo>
                    <a:pt x="368046" y="761"/>
                  </a:moveTo>
                  <a:lnTo>
                    <a:pt x="368046" y="0"/>
                  </a:lnTo>
                  <a:lnTo>
                    <a:pt x="365760" y="0"/>
                  </a:lnTo>
                  <a:lnTo>
                    <a:pt x="365760" y="761"/>
                  </a:lnTo>
                  <a:lnTo>
                    <a:pt x="368046" y="761"/>
                  </a:lnTo>
                  <a:close/>
                </a:path>
                <a:path w="2029460" h="699135">
                  <a:moveTo>
                    <a:pt x="364998" y="761"/>
                  </a:moveTo>
                  <a:lnTo>
                    <a:pt x="364998" y="0"/>
                  </a:lnTo>
                  <a:lnTo>
                    <a:pt x="362712" y="0"/>
                  </a:lnTo>
                  <a:lnTo>
                    <a:pt x="362712" y="761"/>
                  </a:lnTo>
                  <a:lnTo>
                    <a:pt x="364998" y="761"/>
                  </a:lnTo>
                  <a:close/>
                </a:path>
                <a:path w="2029460" h="699135">
                  <a:moveTo>
                    <a:pt x="361950" y="761"/>
                  </a:moveTo>
                  <a:lnTo>
                    <a:pt x="361950" y="0"/>
                  </a:lnTo>
                  <a:lnTo>
                    <a:pt x="359664" y="0"/>
                  </a:lnTo>
                  <a:lnTo>
                    <a:pt x="359664" y="761"/>
                  </a:lnTo>
                  <a:lnTo>
                    <a:pt x="361950" y="761"/>
                  </a:lnTo>
                  <a:close/>
                </a:path>
                <a:path w="2029460" h="699135">
                  <a:moveTo>
                    <a:pt x="358902" y="761"/>
                  </a:moveTo>
                  <a:lnTo>
                    <a:pt x="358902" y="0"/>
                  </a:lnTo>
                  <a:lnTo>
                    <a:pt x="356616" y="0"/>
                  </a:lnTo>
                  <a:lnTo>
                    <a:pt x="356616" y="761"/>
                  </a:lnTo>
                  <a:lnTo>
                    <a:pt x="358902" y="761"/>
                  </a:lnTo>
                  <a:close/>
                </a:path>
                <a:path w="2029460" h="699135">
                  <a:moveTo>
                    <a:pt x="355854" y="761"/>
                  </a:moveTo>
                  <a:lnTo>
                    <a:pt x="355854" y="0"/>
                  </a:lnTo>
                  <a:lnTo>
                    <a:pt x="353568" y="0"/>
                  </a:lnTo>
                  <a:lnTo>
                    <a:pt x="353568" y="761"/>
                  </a:lnTo>
                  <a:lnTo>
                    <a:pt x="355854" y="761"/>
                  </a:lnTo>
                  <a:close/>
                </a:path>
                <a:path w="2029460" h="699135">
                  <a:moveTo>
                    <a:pt x="352806" y="761"/>
                  </a:moveTo>
                  <a:lnTo>
                    <a:pt x="352806" y="0"/>
                  </a:lnTo>
                  <a:lnTo>
                    <a:pt x="350520" y="0"/>
                  </a:lnTo>
                  <a:lnTo>
                    <a:pt x="350520" y="761"/>
                  </a:lnTo>
                  <a:lnTo>
                    <a:pt x="352806" y="761"/>
                  </a:lnTo>
                  <a:close/>
                </a:path>
                <a:path w="2029460" h="699135">
                  <a:moveTo>
                    <a:pt x="349758" y="761"/>
                  </a:moveTo>
                  <a:lnTo>
                    <a:pt x="349758" y="0"/>
                  </a:lnTo>
                  <a:lnTo>
                    <a:pt x="347472" y="0"/>
                  </a:lnTo>
                  <a:lnTo>
                    <a:pt x="347472" y="761"/>
                  </a:lnTo>
                  <a:lnTo>
                    <a:pt x="349758" y="761"/>
                  </a:lnTo>
                  <a:close/>
                </a:path>
                <a:path w="2029460" h="699135">
                  <a:moveTo>
                    <a:pt x="346710" y="761"/>
                  </a:moveTo>
                  <a:lnTo>
                    <a:pt x="346710" y="0"/>
                  </a:lnTo>
                  <a:lnTo>
                    <a:pt x="344424" y="0"/>
                  </a:lnTo>
                  <a:lnTo>
                    <a:pt x="344424" y="761"/>
                  </a:lnTo>
                  <a:lnTo>
                    <a:pt x="346710" y="761"/>
                  </a:lnTo>
                  <a:close/>
                </a:path>
                <a:path w="2029460" h="699135">
                  <a:moveTo>
                    <a:pt x="343662" y="761"/>
                  </a:moveTo>
                  <a:lnTo>
                    <a:pt x="343662" y="0"/>
                  </a:lnTo>
                  <a:lnTo>
                    <a:pt x="341376" y="0"/>
                  </a:lnTo>
                  <a:lnTo>
                    <a:pt x="341376" y="761"/>
                  </a:lnTo>
                  <a:lnTo>
                    <a:pt x="343662" y="761"/>
                  </a:lnTo>
                  <a:close/>
                </a:path>
                <a:path w="2029460" h="699135">
                  <a:moveTo>
                    <a:pt x="340614" y="761"/>
                  </a:moveTo>
                  <a:lnTo>
                    <a:pt x="340614" y="0"/>
                  </a:lnTo>
                  <a:lnTo>
                    <a:pt x="338328" y="0"/>
                  </a:lnTo>
                  <a:lnTo>
                    <a:pt x="338328" y="761"/>
                  </a:lnTo>
                  <a:lnTo>
                    <a:pt x="340614" y="761"/>
                  </a:lnTo>
                  <a:close/>
                </a:path>
                <a:path w="2029460" h="699135">
                  <a:moveTo>
                    <a:pt x="337566" y="761"/>
                  </a:moveTo>
                  <a:lnTo>
                    <a:pt x="337566" y="0"/>
                  </a:lnTo>
                  <a:lnTo>
                    <a:pt x="335280" y="0"/>
                  </a:lnTo>
                  <a:lnTo>
                    <a:pt x="335280" y="761"/>
                  </a:lnTo>
                  <a:lnTo>
                    <a:pt x="337566" y="761"/>
                  </a:lnTo>
                  <a:close/>
                </a:path>
                <a:path w="2029460" h="699135">
                  <a:moveTo>
                    <a:pt x="334518" y="761"/>
                  </a:moveTo>
                  <a:lnTo>
                    <a:pt x="334518" y="0"/>
                  </a:lnTo>
                  <a:lnTo>
                    <a:pt x="332232" y="0"/>
                  </a:lnTo>
                  <a:lnTo>
                    <a:pt x="332232" y="761"/>
                  </a:lnTo>
                  <a:lnTo>
                    <a:pt x="334518" y="761"/>
                  </a:lnTo>
                  <a:close/>
                </a:path>
                <a:path w="2029460" h="699135">
                  <a:moveTo>
                    <a:pt x="331470" y="761"/>
                  </a:moveTo>
                  <a:lnTo>
                    <a:pt x="331470" y="0"/>
                  </a:lnTo>
                  <a:lnTo>
                    <a:pt x="329184" y="0"/>
                  </a:lnTo>
                  <a:lnTo>
                    <a:pt x="329184" y="761"/>
                  </a:lnTo>
                  <a:lnTo>
                    <a:pt x="331470" y="761"/>
                  </a:lnTo>
                  <a:close/>
                </a:path>
                <a:path w="2029460" h="699135">
                  <a:moveTo>
                    <a:pt x="328422" y="761"/>
                  </a:moveTo>
                  <a:lnTo>
                    <a:pt x="328422" y="0"/>
                  </a:lnTo>
                  <a:lnTo>
                    <a:pt x="326136" y="0"/>
                  </a:lnTo>
                  <a:lnTo>
                    <a:pt x="326136" y="761"/>
                  </a:lnTo>
                  <a:lnTo>
                    <a:pt x="328422" y="761"/>
                  </a:lnTo>
                  <a:close/>
                </a:path>
                <a:path w="2029460" h="699135">
                  <a:moveTo>
                    <a:pt x="325374" y="761"/>
                  </a:moveTo>
                  <a:lnTo>
                    <a:pt x="325374" y="0"/>
                  </a:lnTo>
                  <a:lnTo>
                    <a:pt x="323088" y="0"/>
                  </a:lnTo>
                  <a:lnTo>
                    <a:pt x="323088" y="761"/>
                  </a:lnTo>
                  <a:lnTo>
                    <a:pt x="325374" y="761"/>
                  </a:lnTo>
                  <a:close/>
                </a:path>
                <a:path w="2029460" h="699135">
                  <a:moveTo>
                    <a:pt x="322326" y="761"/>
                  </a:moveTo>
                  <a:lnTo>
                    <a:pt x="322326" y="0"/>
                  </a:lnTo>
                  <a:lnTo>
                    <a:pt x="320040" y="0"/>
                  </a:lnTo>
                  <a:lnTo>
                    <a:pt x="320040" y="761"/>
                  </a:lnTo>
                  <a:lnTo>
                    <a:pt x="322326" y="761"/>
                  </a:lnTo>
                  <a:close/>
                </a:path>
                <a:path w="2029460" h="699135">
                  <a:moveTo>
                    <a:pt x="319278" y="761"/>
                  </a:moveTo>
                  <a:lnTo>
                    <a:pt x="319278" y="0"/>
                  </a:lnTo>
                  <a:lnTo>
                    <a:pt x="316992" y="0"/>
                  </a:lnTo>
                  <a:lnTo>
                    <a:pt x="316992" y="761"/>
                  </a:lnTo>
                  <a:lnTo>
                    <a:pt x="319278" y="761"/>
                  </a:lnTo>
                  <a:close/>
                </a:path>
                <a:path w="2029460" h="699135">
                  <a:moveTo>
                    <a:pt x="316230" y="761"/>
                  </a:moveTo>
                  <a:lnTo>
                    <a:pt x="316230" y="0"/>
                  </a:lnTo>
                  <a:lnTo>
                    <a:pt x="313944" y="0"/>
                  </a:lnTo>
                  <a:lnTo>
                    <a:pt x="313944" y="761"/>
                  </a:lnTo>
                  <a:lnTo>
                    <a:pt x="316230" y="761"/>
                  </a:lnTo>
                  <a:close/>
                </a:path>
                <a:path w="2029460" h="699135">
                  <a:moveTo>
                    <a:pt x="313182" y="761"/>
                  </a:moveTo>
                  <a:lnTo>
                    <a:pt x="313182" y="0"/>
                  </a:lnTo>
                  <a:lnTo>
                    <a:pt x="310896" y="0"/>
                  </a:lnTo>
                  <a:lnTo>
                    <a:pt x="310896" y="761"/>
                  </a:lnTo>
                  <a:lnTo>
                    <a:pt x="313182" y="761"/>
                  </a:lnTo>
                  <a:close/>
                </a:path>
                <a:path w="2029460" h="699135">
                  <a:moveTo>
                    <a:pt x="310134" y="761"/>
                  </a:moveTo>
                  <a:lnTo>
                    <a:pt x="310134" y="0"/>
                  </a:lnTo>
                  <a:lnTo>
                    <a:pt x="307848" y="0"/>
                  </a:lnTo>
                  <a:lnTo>
                    <a:pt x="307848" y="761"/>
                  </a:lnTo>
                  <a:lnTo>
                    <a:pt x="310134" y="761"/>
                  </a:lnTo>
                  <a:close/>
                </a:path>
                <a:path w="2029460" h="699135">
                  <a:moveTo>
                    <a:pt x="307086" y="761"/>
                  </a:moveTo>
                  <a:lnTo>
                    <a:pt x="307086" y="0"/>
                  </a:lnTo>
                  <a:lnTo>
                    <a:pt x="304800" y="0"/>
                  </a:lnTo>
                  <a:lnTo>
                    <a:pt x="304800" y="761"/>
                  </a:lnTo>
                  <a:lnTo>
                    <a:pt x="307086" y="761"/>
                  </a:lnTo>
                  <a:close/>
                </a:path>
                <a:path w="2029460" h="699135">
                  <a:moveTo>
                    <a:pt x="304038" y="761"/>
                  </a:moveTo>
                  <a:lnTo>
                    <a:pt x="304038" y="0"/>
                  </a:lnTo>
                  <a:lnTo>
                    <a:pt x="301752" y="0"/>
                  </a:lnTo>
                  <a:lnTo>
                    <a:pt x="301752" y="761"/>
                  </a:lnTo>
                  <a:lnTo>
                    <a:pt x="304038" y="761"/>
                  </a:lnTo>
                  <a:close/>
                </a:path>
                <a:path w="2029460" h="699135">
                  <a:moveTo>
                    <a:pt x="300990" y="761"/>
                  </a:moveTo>
                  <a:lnTo>
                    <a:pt x="300990" y="0"/>
                  </a:lnTo>
                  <a:lnTo>
                    <a:pt x="298704" y="0"/>
                  </a:lnTo>
                  <a:lnTo>
                    <a:pt x="298704" y="761"/>
                  </a:lnTo>
                  <a:lnTo>
                    <a:pt x="300990" y="761"/>
                  </a:lnTo>
                  <a:close/>
                </a:path>
                <a:path w="2029460" h="699135">
                  <a:moveTo>
                    <a:pt x="297942" y="761"/>
                  </a:moveTo>
                  <a:lnTo>
                    <a:pt x="297942" y="0"/>
                  </a:lnTo>
                  <a:lnTo>
                    <a:pt x="295656" y="0"/>
                  </a:lnTo>
                  <a:lnTo>
                    <a:pt x="295656" y="761"/>
                  </a:lnTo>
                  <a:lnTo>
                    <a:pt x="297942" y="761"/>
                  </a:lnTo>
                  <a:close/>
                </a:path>
                <a:path w="2029460" h="699135">
                  <a:moveTo>
                    <a:pt x="294894" y="761"/>
                  </a:moveTo>
                  <a:lnTo>
                    <a:pt x="294894" y="0"/>
                  </a:lnTo>
                  <a:lnTo>
                    <a:pt x="292608" y="0"/>
                  </a:lnTo>
                  <a:lnTo>
                    <a:pt x="292608" y="761"/>
                  </a:lnTo>
                  <a:lnTo>
                    <a:pt x="294894" y="761"/>
                  </a:lnTo>
                  <a:close/>
                </a:path>
                <a:path w="2029460" h="699135">
                  <a:moveTo>
                    <a:pt x="291846" y="761"/>
                  </a:moveTo>
                  <a:lnTo>
                    <a:pt x="291846" y="0"/>
                  </a:lnTo>
                  <a:lnTo>
                    <a:pt x="289560" y="0"/>
                  </a:lnTo>
                  <a:lnTo>
                    <a:pt x="289560" y="761"/>
                  </a:lnTo>
                  <a:lnTo>
                    <a:pt x="291846" y="761"/>
                  </a:lnTo>
                  <a:close/>
                </a:path>
                <a:path w="2029460" h="699135">
                  <a:moveTo>
                    <a:pt x="288798" y="761"/>
                  </a:moveTo>
                  <a:lnTo>
                    <a:pt x="288798" y="0"/>
                  </a:lnTo>
                  <a:lnTo>
                    <a:pt x="286512" y="0"/>
                  </a:lnTo>
                  <a:lnTo>
                    <a:pt x="286512" y="761"/>
                  </a:lnTo>
                  <a:lnTo>
                    <a:pt x="288798" y="761"/>
                  </a:lnTo>
                  <a:close/>
                </a:path>
                <a:path w="2029460" h="699135">
                  <a:moveTo>
                    <a:pt x="285750" y="761"/>
                  </a:moveTo>
                  <a:lnTo>
                    <a:pt x="285750" y="0"/>
                  </a:lnTo>
                  <a:lnTo>
                    <a:pt x="283464" y="0"/>
                  </a:lnTo>
                  <a:lnTo>
                    <a:pt x="283464" y="761"/>
                  </a:lnTo>
                  <a:lnTo>
                    <a:pt x="285750" y="761"/>
                  </a:lnTo>
                  <a:close/>
                </a:path>
                <a:path w="2029460" h="699135">
                  <a:moveTo>
                    <a:pt x="282702" y="761"/>
                  </a:moveTo>
                  <a:lnTo>
                    <a:pt x="282702" y="0"/>
                  </a:lnTo>
                  <a:lnTo>
                    <a:pt x="280416" y="0"/>
                  </a:lnTo>
                  <a:lnTo>
                    <a:pt x="280416" y="761"/>
                  </a:lnTo>
                  <a:lnTo>
                    <a:pt x="282702" y="761"/>
                  </a:lnTo>
                  <a:close/>
                </a:path>
                <a:path w="2029460" h="699135">
                  <a:moveTo>
                    <a:pt x="279654" y="761"/>
                  </a:moveTo>
                  <a:lnTo>
                    <a:pt x="279654" y="0"/>
                  </a:lnTo>
                  <a:lnTo>
                    <a:pt x="277368" y="0"/>
                  </a:lnTo>
                  <a:lnTo>
                    <a:pt x="277368" y="761"/>
                  </a:lnTo>
                  <a:lnTo>
                    <a:pt x="279654" y="761"/>
                  </a:lnTo>
                  <a:close/>
                </a:path>
                <a:path w="2029460" h="699135">
                  <a:moveTo>
                    <a:pt x="276606" y="761"/>
                  </a:moveTo>
                  <a:lnTo>
                    <a:pt x="276606" y="0"/>
                  </a:lnTo>
                  <a:lnTo>
                    <a:pt x="274320" y="0"/>
                  </a:lnTo>
                  <a:lnTo>
                    <a:pt x="274320" y="761"/>
                  </a:lnTo>
                  <a:lnTo>
                    <a:pt x="276606" y="761"/>
                  </a:lnTo>
                  <a:close/>
                </a:path>
                <a:path w="2029460" h="699135">
                  <a:moveTo>
                    <a:pt x="273558" y="761"/>
                  </a:moveTo>
                  <a:lnTo>
                    <a:pt x="273558" y="0"/>
                  </a:lnTo>
                  <a:lnTo>
                    <a:pt x="271272" y="0"/>
                  </a:lnTo>
                  <a:lnTo>
                    <a:pt x="271272" y="761"/>
                  </a:lnTo>
                  <a:lnTo>
                    <a:pt x="273558" y="761"/>
                  </a:lnTo>
                  <a:close/>
                </a:path>
                <a:path w="2029460" h="699135">
                  <a:moveTo>
                    <a:pt x="270510" y="761"/>
                  </a:moveTo>
                  <a:lnTo>
                    <a:pt x="270510" y="0"/>
                  </a:lnTo>
                  <a:lnTo>
                    <a:pt x="268224" y="0"/>
                  </a:lnTo>
                  <a:lnTo>
                    <a:pt x="268224" y="761"/>
                  </a:lnTo>
                  <a:lnTo>
                    <a:pt x="270510" y="761"/>
                  </a:lnTo>
                  <a:close/>
                </a:path>
                <a:path w="2029460" h="699135">
                  <a:moveTo>
                    <a:pt x="267462" y="761"/>
                  </a:moveTo>
                  <a:lnTo>
                    <a:pt x="267462" y="0"/>
                  </a:lnTo>
                  <a:lnTo>
                    <a:pt x="265176" y="0"/>
                  </a:lnTo>
                  <a:lnTo>
                    <a:pt x="265176" y="761"/>
                  </a:lnTo>
                  <a:lnTo>
                    <a:pt x="267462" y="761"/>
                  </a:lnTo>
                  <a:close/>
                </a:path>
                <a:path w="2029460" h="699135">
                  <a:moveTo>
                    <a:pt x="264414" y="761"/>
                  </a:moveTo>
                  <a:lnTo>
                    <a:pt x="264414" y="0"/>
                  </a:lnTo>
                  <a:lnTo>
                    <a:pt x="262128" y="0"/>
                  </a:lnTo>
                  <a:lnTo>
                    <a:pt x="262128" y="761"/>
                  </a:lnTo>
                  <a:lnTo>
                    <a:pt x="264414" y="761"/>
                  </a:lnTo>
                  <a:close/>
                </a:path>
                <a:path w="2029460" h="699135">
                  <a:moveTo>
                    <a:pt x="261366" y="761"/>
                  </a:moveTo>
                  <a:lnTo>
                    <a:pt x="261366" y="0"/>
                  </a:lnTo>
                  <a:lnTo>
                    <a:pt x="259080" y="0"/>
                  </a:lnTo>
                  <a:lnTo>
                    <a:pt x="259080" y="761"/>
                  </a:lnTo>
                  <a:lnTo>
                    <a:pt x="261366" y="761"/>
                  </a:lnTo>
                  <a:close/>
                </a:path>
                <a:path w="2029460" h="699135">
                  <a:moveTo>
                    <a:pt x="258318" y="761"/>
                  </a:moveTo>
                  <a:lnTo>
                    <a:pt x="258318" y="0"/>
                  </a:lnTo>
                  <a:lnTo>
                    <a:pt x="256032" y="0"/>
                  </a:lnTo>
                  <a:lnTo>
                    <a:pt x="256032" y="761"/>
                  </a:lnTo>
                  <a:lnTo>
                    <a:pt x="258318" y="761"/>
                  </a:lnTo>
                  <a:close/>
                </a:path>
                <a:path w="2029460" h="699135">
                  <a:moveTo>
                    <a:pt x="255270" y="761"/>
                  </a:moveTo>
                  <a:lnTo>
                    <a:pt x="255270" y="0"/>
                  </a:lnTo>
                  <a:lnTo>
                    <a:pt x="252984" y="0"/>
                  </a:lnTo>
                  <a:lnTo>
                    <a:pt x="252984" y="761"/>
                  </a:lnTo>
                  <a:lnTo>
                    <a:pt x="255270" y="761"/>
                  </a:lnTo>
                  <a:close/>
                </a:path>
                <a:path w="2029460" h="699135">
                  <a:moveTo>
                    <a:pt x="252222" y="761"/>
                  </a:moveTo>
                  <a:lnTo>
                    <a:pt x="252222" y="0"/>
                  </a:lnTo>
                  <a:lnTo>
                    <a:pt x="249936" y="0"/>
                  </a:lnTo>
                  <a:lnTo>
                    <a:pt x="249936" y="761"/>
                  </a:lnTo>
                  <a:lnTo>
                    <a:pt x="252222" y="761"/>
                  </a:lnTo>
                  <a:close/>
                </a:path>
                <a:path w="2029460" h="699135">
                  <a:moveTo>
                    <a:pt x="249174" y="761"/>
                  </a:moveTo>
                  <a:lnTo>
                    <a:pt x="249174" y="0"/>
                  </a:lnTo>
                  <a:lnTo>
                    <a:pt x="246888" y="0"/>
                  </a:lnTo>
                  <a:lnTo>
                    <a:pt x="246888" y="761"/>
                  </a:lnTo>
                  <a:lnTo>
                    <a:pt x="249174" y="761"/>
                  </a:lnTo>
                  <a:close/>
                </a:path>
                <a:path w="2029460" h="699135">
                  <a:moveTo>
                    <a:pt x="246126" y="761"/>
                  </a:moveTo>
                  <a:lnTo>
                    <a:pt x="246126" y="0"/>
                  </a:lnTo>
                  <a:lnTo>
                    <a:pt x="243840" y="0"/>
                  </a:lnTo>
                  <a:lnTo>
                    <a:pt x="243840" y="761"/>
                  </a:lnTo>
                  <a:lnTo>
                    <a:pt x="246126" y="761"/>
                  </a:lnTo>
                  <a:close/>
                </a:path>
                <a:path w="2029460" h="699135">
                  <a:moveTo>
                    <a:pt x="243078" y="761"/>
                  </a:moveTo>
                  <a:lnTo>
                    <a:pt x="243078" y="0"/>
                  </a:lnTo>
                  <a:lnTo>
                    <a:pt x="240792" y="0"/>
                  </a:lnTo>
                  <a:lnTo>
                    <a:pt x="240792" y="761"/>
                  </a:lnTo>
                  <a:lnTo>
                    <a:pt x="243078" y="761"/>
                  </a:lnTo>
                  <a:close/>
                </a:path>
                <a:path w="2029460" h="699135">
                  <a:moveTo>
                    <a:pt x="240030" y="761"/>
                  </a:moveTo>
                  <a:lnTo>
                    <a:pt x="240030" y="0"/>
                  </a:lnTo>
                  <a:lnTo>
                    <a:pt x="237744" y="0"/>
                  </a:lnTo>
                  <a:lnTo>
                    <a:pt x="237744" y="761"/>
                  </a:lnTo>
                  <a:lnTo>
                    <a:pt x="240030" y="761"/>
                  </a:lnTo>
                  <a:close/>
                </a:path>
                <a:path w="2029460" h="699135">
                  <a:moveTo>
                    <a:pt x="236982" y="761"/>
                  </a:moveTo>
                  <a:lnTo>
                    <a:pt x="236982" y="0"/>
                  </a:lnTo>
                  <a:lnTo>
                    <a:pt x="234696" y="0"/>
                  </a:lnTo>
                  <a:lnTo>
                    <a:pt x="234696" y="761"/>
                  </a:lnTo>
                  <a:lnTo>
                    <a:pt x="236982" y="761"/>
                  </a:lnTo>
                  <a:close/>
                </a:path>
                <a:path w="2029460" h="699135">
                  <a:moveTo>
                    <a:pt x="233934" y="761"/>
                  </a:moveTo>
                  <a:lnTo>
                    <a:pt x="233934" y="0"/>
                  </a:lnTo>
                  <a:lnTo>
                    <a:pt x="231648" y="0"/>
                  </a:lnTo>
                  <a:lnTo>
                    <a:pt x="231648" y="761"/>
                  </a:lnTo>
                  <a:lnTo>
                    <a:pt x="233934" y="761"/>
                  </a:lnTo>
                  <a:close/>
                </a:path>
                <a:path w="2029460" h="699135">
                  <a:moveTo>
                    <a:pt x="230886" y="761"/>
                  </a:moveTo>
                  <a:lnTo>
                    <a:pt x="230886" y="0"/>
                  </a:lnTo>
                  <a:lnTo>
                    <a:pt x="228600" y="0"/>
                  </a:lnTo>
                  <a:lnTo>
                    <a:pt x="228600" y="761"/>
                  </a:lnTo>
                  <a:lnTo>
                    <a:pt x="230886" y="761"/>
                  </a:lnTo>
                  <a:close/>
                </a:path>
                <a:path w="2029460" h="699135">
                  <a:moveTo>
                    <a:pt x="227838" y="761"/>
                  </a:moveTo>
                  <a:lnTo>
                    <a:pt x="227838" y="0"/>
                  </a:lnTo>
                  <a:lnTo>
                    <a:pt x="225552" y="0"/>
                  </a:lnTo>
                  <a:lnTo>
                    <a:pt x="225552" y="761"/>
                  </a:lnTo>
                  <a:lnTo>
                    <a:pt x="227838" y="761"/>
                  </a:lnTo>
                  <a:close/>
                </a:path>
                <a:path w="2029460" h="699135">
                  <a:moveTo>
                    <a:pt x="224790" y="761"/>
                  </a:moveTo>
                  <a:lnTo>
                    <a:pt x="224790" y="0"/>
                  </a:lnTo>
                  <a:lnTo>
                    <a:pt x="222504" y="0"/>
                  </a:lnTo>
                  <a:lnTo>
                    <a:pt x="222504" y="761"/>
                  </a:lnTo>
                  <a:lnTo>
                    <a:pt x="224790" y="761"/>
                  </a:lnTo>
                  <a:close/>
                </a:path>
                <a:path w="2029460" h="699135">
                  <a:moveTo>
                    <a:pt x="221742" y="761"/>
                  </a:moveTo>
                  <a:lnTo>
                    <a:pt x="221742" y="0"/>
                  </a:lnTo>
                  <a:lnTo>
                    <a:pt x="219456" y="0"/>
                  </a:lnTo>
                  <a:lnTo>
                    <a:pt x="219456" y="761"/>
                  </a:lnTo>
                  <a:lnTo>
                    <a:pt x="221742" y="761"/>
                  </a:lnTo>
                  <a:close/>
                </a:path>
                <a:path w="2029460" h="699135">
                  <a:moveTo>
                    <a:pt x="217932" y="761"/>
                  </a:moveTo>
                  <a:lnTo>
                    <a:pt x="217932" y="0"/>
                  </a:lnTo>
                  <a:lnTo>
                    <a:pt x="215646" y="0"/>
                  </a:lnTo>
                  <a:lnTo>
                    <a:pt x="215646" y="761"/>
                  </a:lnTo>
                  <a:lnTo>
                    <a:pt x="217932" y="761"/>
                  </a:lnTo>
                  <a:close/>
                </a:path>
                <a:path w="2029460" h="699135">
                  <a:moveTo>
                    <a:pt x="214884" y="761"/>
                  </a:moveTo>
                  <a:lnTo>
                    <a:pt x="214884" y="0"/>
                  </a:lnTo>
                  <a:lnTo>
                    <a:pt x="212598" y="0"/>
                  </a:lnTo>
                  <a:lnTo>
                    <a:pt x="212598" y="761"/>
                  </a:lnTo>
                  <a:lnTo>
                    <a:pt x="214884" y="761"/>
                  </a:lnTo>
                  <a:close/>
                </a:path>
                <a:path w="2029460" h="699135">
                  <a:moveTo>
                    <a:pt x="211836" y="761"/>
                  </a:moveTo>
                  <a:lnTo>
                    <a:pt x="211836" y="0"/>
                  </a:lnTo>
                  <a:lnTo>
                    <a:pt x="209550" y="0"/>
                  </a:lnTo>
                  <a:lnTo>
                    <a:pt x="209550" y="761"/>
                  </a:lnTo>
                  <a:lnTo>
                    <a:pt x="211836" y="761"/>
                  </a:lnTo>
                  <a:close/>
                </a:path>
                <a:path w="2029460" h="699135">
                  <a:moveTo>
                    <a:pt x="208788" y="761"/>
                  </a:moveTo>
                  <a:lnTo>
                    <a:pt x="208788" y="0"/>
                  </a:lnTo>
                  <a:lnTo>
                    <a:pt x="206502" y="0"/>
                  </a:lnTo>
                  <a:lnTo>
                    <a:pt x="206502" y="761"/>
                  </a:lnTo>
                  <a:lnTo>
                    <a:pt x="208788" y="761"/>
                  </a:lnTo>
                  <a:close/>
                </a:path>
                <a:path w="2029460" h="699135">
                  <a:moveTo>
                    <a:pt x="205740" y="761"/>
                  </a:moveTo>
                  <a:lnTo>
                    <a:pt x="205740" y="0"/>
                  </a:lnTo>
                  <a:lnTo>
                    <a:pt x="203454" y="0"/>
                  </a:lnTo>
                  <a:lnTo>
                    <a:pt x="203454" y="761"/>
                  </a:lnTo>
                  <a:lnTo>
                    <a:pt x="205740" y="761"/>
                  </a:lnTo>
                  <a:close/>
                </a:path>
                <a:path w="2029460" h="699135">
                  <a:moveTo>
                    <a:pt x="202692" y="761"/>
                  </a:moveTo>
                  <a:lnTo>
                    <a:pt x="202692" y="0"/>
                  </a:lnTo>
                  <a:lnTo>
                    <a:pt x="200406" y="0"/>
                  </a:lnTo>
                  <a:lnTo>
                    <a:pt x="200406" y="761"/>
                  </a:lnTo>
                  <a:lnTo>
                    <a:pt x="202692" y="761"/>
                  </a:lnTo>
                  <a:close/>
                </a:path>
                <a:path w="2029460" h="699135">
                  <a:moveTo>
                    <a:pt x="199644" y="761"/>
                  </a:moveTo>
                  <a:lnTo>
                    <a:pt x="199644" y="0"/>
                  </a:lnTo>
                  <a:lnTo>
                    <a:pt x="197358" y="0"/>
                  </a:lnTo>
                  <a:lnTo>
                    <a:pt x="197358" y="761"/>
                  </a:lnTo>
                  <a:lnTo>
                    <a:pt x="199644" y="761"/>
                  </a:lnTo>
                  <a:close/>
                </a:path>
                <a:path w="2029460" h="699135">
                  <a:moveTo>
                    <a:pt x="196596" y="761"/>
                  </a:moveTo>
                  <a:lnTo>
                    <a:pt x="196596" y="0"/>
                  </a:lnTo>
                  <a:lnTo>
                    <a:pt x="194310" y="0"/>
                  </a:lnTo>
                  <a:lnTo>
                    <a:pt x="194310" y="761"/>
                  </a:lnTo>
                  <a:lnTo>
                    <a:pt x="196596" y="761"/>
                  </a:lnTo>
                  <a:close/>
                </a:path>
                <a:path w="2029460" h="699135">
                  <a:moveTo>
                    <a:pt x="193548" y="761"/>
                  </a:moveTo>
                  <a:lnTo>
                    <a:pt x="193548" y="0"/>
                  </a:lnTo>
                  <a:lnTo>
                    <a:pt x="191262" y="0"/>
                  </a:lnTo>
                  <a:lnTo>
                    <a:pt x="191262" y="761"/>
                  </a:lnTo>
                  <a:lnTo>
                    <a:pt x="193548" y="761"/>
                  </a:lnTo>
                  <a:close/>
                </a:path>
                <a:path w="2029460" h="699135">
                  <a:moveTo>
                    <a:pt x="190500" y="761"/>
                  </a:moveTo>
                  <a:lnTo>
                    <a:pt x="190500" y="0"/>
                  </a:lnTo>
                  <a:lnTo>
                    <a:pt x="188214" y="0"/>
                  </a:lnTo>
                  <a:lnTo>
                    <a:pt x="188214" y="761"/>
                  </a:lnTo>
                  <a:lnTo>
                    <a:pt x="190500" y="761"/>
                  </a:lnTo>
                  <a:close/>
                </a:path>
                <a:path w="2029460" h="699135">
                  <a:moveTo>
                    <a:pt x="187452" y="761"/>
                  </a:moveTo>
                  <a:lnTo>
                    <a:pt x="187452" y="0"/>
                  </a:lnTo>
                  <a:lnTo>
                    <a:pt x="185166" y="0"/>
                  </a:lnTo>
                  <a:lnTo>
                    <a:pt x="185166" y="761"/>
                  </a:lnTo>
                  <a:lnTo>
                    <a:pt x="187452" y="761"/>
                  </a:lnTo>
                  <a:close/>
                </a:path>
                <a:path w="2029460" h="699135">
                  <a:moveTo>
                    <a:pt x="184404" y="761"/>
                  </a:moveTo>
                  <a:lnTo>
                    <a:pt x="184404" y="0"/>
                  </a:lnTo>
                  <a:lnTo>
                    <a:pt x="182118" y="0"/>
                  </a:lnTo>
                  <a:lnTo>
                    <a:pt x="182118" y="761"/>
                  </a:lnTo>
                  <a:lnTo>
                    <a:pt x="184404" y="761"/>
                  </a:lnTo>
                  <a:close/>
                </a:path>
                <a:path w="2029460" h="699135">
                  <a:moveTo>
                    <a:pt x="181356" y="761"/>
                  </a:moveTo>
                  <a:lnTo>
                    <a:pt x="181356" y="0"/>
                  </a:lnTo>
                  <a:lnTo>
                    <a:pt x="179070" y="0"/>
                  </a:lnTo>
                  <a:lnTo>
                    <a:pt x="179070" y="761"/>
                  </a:lnTo>
                  <a:lnTo>
                    <a:pt x="181356" y="761"/>
                  </a:lnTo>
                  <a:close/>
                </a:path>
                <a:path w="2029460" h="699135">
                  <a:moveTo>
                    <a:pt x="178308" y="761"/>
                  </a:moveTo>
                  <a:lnTo>
                    <a:pt x="178308" y="0"/>
                  </a:lnTo>
                  <a:lnTo>
                    <a:pt x="176022" y="0"/>
                  </a:lnTo>
                  <a:lnTo>
                    <a:pt x="176022" y="761"/>
                  </a:lnTo>
                  <a:lnTo>
                    <a:pt x="178308" y="761"/>
                  </a:lnTo>
                  <a:close/>
                </a:path>
                <a:path w="2029460" h="699135">
                  <a:moveTo>
                    <a:pt x="175260" y="761"/>
                  </a:moveTo>
                  <a:lnTo>
                    <a:pt x="175260" y="0"/>
                  </a:lnTo>
                  <a:lnTo>
                    <a:pt x="172974" y="0"/>
                  </a:lnTo>
                  <a:lnTo>
                    <a:pt x="172974" y="761"/>
                  </a:lnTo>
                  <a:lnTo>
                    <a:pt x="175260" y="761"/>
                  </a:lnTo>
                  <a:close/>
                </a:path>
                <a:path w="2029460" h="699135">
                  <a:moveTo>
                    <a:pt x="172212" y="761"/>
                  </a:moveTo>
                  <a:lnTo>
                    <a:pt x="172212" y="0"/>
                  </a:lnTo>
                  <a:lnTo>
                    <a:pt x="169926" y="0"/>
                  </a:lnTo>
                  <a:lnTo>
                    <a:pt x="169926" y="761"/>
                  </a:lnTo>
                  <a:lnTo>
                    <a:pt x="172212" y="761"/>
                  </a:lnTo>
                  <a:close/>
                </a:path>
                <a:path w="2029460" h="699135">
                  <a:moveTo>
                    <a:pt x="169164" y="761"/>
                  </a:moveTo>
                  <a:lnTo>
                    <a:pt x="169164" y="0"/>
                  </a:lnTo>
                  <a:lnTo>
                    <a:pt x="166878" y="0"/>
                  </a:lnTo>
                  <a:lnTo>
                    <a:pt x="166878" y="761"/>
                  </a:lnTo>
                  <a:lnTo>
                    <a:pt x="169164" y="761"/>
                  </a:lnTo>
                  <a:close/>
                </a:path>
                <a:path w="2029460" h="699135">
                  <a:moveTo>
                    <a:pt x="166116" y="761"/>
                  </a:moveTo>
                  <a:lnTo>
                    <a:pt x="166116" y="0"/>
                  </a:lnTo>
                  <a:lnTo>
                    <a:pt x="163830" y="0"/>
                  </a:lnTo>
                  <a:lnTo>
                    <a:pt x="163830" y="761"/>
                  </a:lnTo>
                  <a:lnTo>
                    <a:pt x="166116" y="761"/>
                  </a:lnTo>
                  <a:close/>
                </a:path>
                <a:path w="2029460" h="699135">
                  <a:moveTo>
                    <a:pt x="163068" y="761"/>
                  </a:moveTo>
                  <a:lnTo>
                    <a:pt x="163068" y="0"/>
                  </a:lnTo>
                  <a:lnTo>
                    <a:pt x="160782" y="0"/>
                  </a:lnTo>
                  <a:lnTo>
                    <a:pt x="160782" y="761"/>
                  </a:lnTo>
                  <a:lnTo>
                    <a:pt x="163068" y="761"/>
                  </a:lnTo>
                  <a:close/>
                </a:path>
                <a:path w="2029460" h="699135">
                  <a:moveTo>
                    <a:pt x="160020" y="761"/>
                  </a:moveTo>
                  <a:lnTo>
                    <a:pt x="160020" y="0"/>
                  </a:lnTo>
                  <a:lnTo>
                    <a:pt x="157734" y="0"/>
                  </a:lnTo>
                  <a:lnTo>
                    <a:pt x="157734" y="761"/>
                  </a:lnTo>
                  <a:lnTo>
                    <a:pt x="160020" y="761"/>
                  </a:lnTo>
                  <a:close/>
                </a:path>
                <a:path w="2029460" h="699135">
                  <a:moveTo>
                    <a:pt x="156972" y="761"/>
                  </a:moveTo>
                  <a:lnTo>
                    <a:pt x="156972" y="0"/>
                  </a:lnTo>
                  <a:lnTo>
                    <a:pt x="154686" y="0"/>
                  </a:lnTo>
                  <a:lnTo>
                    <a:pt x="154686" y="761"/>
                  </a:lnTo>
                  <a:lnTo>
                    <a:pt x="156972" y="761"/>
                  </a:lnTo>
                  <a:close/>
                </a:path>
                <a:path w="2029460" h="699135">
                  <a:moveTo>
                    <a:pt x="153924" y="761"/>
                  </a:moveTo>
                  <a:lnTo>
                    <a:pt x="153924" y="0"/>
                  </a:lnTo>
                  <a:lnTo>
                    <a:pt x="151638" y="0"/>
                  </a:lnTo>
                  <a:lnTo>
                    <a:pt x="151638" y="761"/>
                  </a:lnTo>
                  <a:lnTo>
                    <a:pt x="153924" y="761"/>
                  </a:lnTo>
                  <a:close/>
                </a:path>
                <a:path w="2029460" h="699135">
                  <a:moveTo>
                    <a:pt x="150876" y="761"/>
                  </a:moveTo>
                  <a:lnTo>
                    <a:pt x="150876" y="0"/>
                  </a:lnTo>
                  <a:lnTo>
                    <a:pt x="148590" y="0"/>
                  </a:lnTo>
                  <a:lnTo>
                    <a:pt x="148590" y="761"/>
                  </a:lnTo>
                  <a:lnTo>
                    <a:pt x="150876" y="761"/>
                  </a:lnTo>
                  <a:close/>
                </a:path>
                <a:path w="2029460" h="699135">
                  <a:moveTo>
                    <a:pt x="147828" y="761"/>
                  </a:moveTo>
                  <a:lnTo>
                    <a:pt x="147828" y="0"/>
                  </a:lnTo>
                  <a:lnTo>
                    <a:pt x="145542" y="0"/>
                  </a:lnTo>
                  <a:lnTo>
                    <a:pt x="145542" y="761"/>
                  </a:lnTo>
                  <a:lnTo>
                    <a:pt x="147828" y="761"/>
                  </a:lnTo>
                  <a:close/>
                </a:path>
                <a:path w="2029460" h="699135">
                  <a:moveTo>
                    <a:pt x="144780" y="761"/>
                  </a:moveTo>
                  <a:lnTo>
                    <a:pt x="144780" y="0"/>
                  </a:lnTo>
                  <a:lnTo>
                    <a:pt x="142494" y="0"/>
                  </a:lnTo>
                  <a:lnTo>
                    <a:pt x="142494" y="761"/>
                  </a:lnTo>
                  <a:lnTo>
                    <a:pt x="144780" y="761"/>
                  </a:lnTo>
                  <a:close/>
                </a:path>
                <a:path w="2029460" h="699135">
                  <a:moveTo>
                    <a:pt x="141732" y="761"/>
                  </a:moveTo>
                  <a:lnTo>
                    <a:pt x="141732" y="0"/>
                  </a:lnTo>
                  <a:lnTo>
                    <a:pt x="139446" y="0"/>
                  </a:lnTo>
                  <a:lnTo>
                    <a:pt x="139446" y="761"/>
                  </a:lnTo>
                  <a:lnTo>
                    <a:pt x="141732" y="761"/>
                  </a:lnTo>
                  <a:close/>
                </a:path>
                <a:path w="2029460" h="699135">
                  <a:moveTo>
                    <a:pt x="138684" y="761"/>
                  </a:moveTo>
                  <a:lnTo>
                    <a:pt x="138684" y="0"/>
                  </a:lnTo>
                  <a:lnTo>
                    <a:pt x="136398" y="0"/>
                  </a:lnTo>
                  <a:lnTo>
                    <a:pt x="136398" y="761"/>
                  </a:lnTo>
                  <a:lnTo>
                    <a:pt x="138684" y="761"/>
                  </a:lnTo>
                  <a:close/>
                </a:path>
                <a:path w="2029460" h="699135">
                  <a:moveTo>
                    <a:pt x="135636" y="761"/>
                  </a:moveTo>
                  <a:lnTo>
                    <a:pt x="135636" y="0"/>
                  </a:lnTo>
                  <a:lnTo>
                    <a:pt x="133350" y="0"/>
                  </a:lnTo>
                  <a:lnTo>
                    <a:pt x="133350" y="761"/>
                  </a:lnTo>
                  <a:lnTo>
                    <a:pt x="135636" y="761"/>
                  </a:lnTo>
                  <a:close/>
                </a:path>
                <a:path w="2029460" h="699135">
                  <a:moveTo>
                    <a:pt x="132588" y="761"/>
                  </a:moveTo>
                  <a:lnTo>
                    <a:pt x="132588" y="0"/>
                  </a:lnTo>
                  <a:lnTo>
                    <a:pt x="130302" y="0"/>
                  </a:lnTo>
                  <a:lnTo>
                    <a:pt x="130302" y="761"/>
                  </a:lnTo>
                  <a:lnTo>
                    <a:pt x="132588" y="761"/>
                  </a:lnTo>
                  <a:close/>
                </a:path>
                <a:path w="2029460" h="699135">
                  <a:moveTo>
                    <a:pt x="129540" y="761"/>
                  </a:moveTo>
                  <a:lnTo>
                    <a:pt x="129540" y="0"/>
                  </a:lnTo>
                  <a:lnTo>
                    <a:pt x="127254" y="0"/>
                  </a:lnTo>
                  <a:lnTo>
                    <a:pt x="127254" y="761"/>
                  </a:lnTo>
                  <a:lnTo>
                    <a:pt x="129540" y="761"/>
                  </a:lnTo>
                  <a:close/>
                </a:path>
                <a:path w="2029460" h="699135">
                  <a:moveTo>
                    <a:pt x="126492" y="761"/>
                  </a:moveTo>
                  <a:lnTo>
                    <a:pt x="126492" y="0"/>
                  </a:lnTo>
                  <a:lnTo>
                    <a:pt x="124206" y="0"/>
                  </a:lnTo>
                  <a:lnTo>
                    <a:pt x="124206" y="761"/>
                  </a:lnTo>
                  <a:lnTo>
                    <a:pt x="126492" y="761"/>
                  </a:lnTo>
                  <a:close/>
                </a:path>
                <a:path w="2029460" h="699135">
                  <a:moveTo>
                    <a:pt x="123444" y="761"/>
                  </a:moveTo>
                  <a:lnTo>
                    <a:pt x="123444" y="0"/>
                  </a:lnTo>
                  <a:lnTo>
                    <a:pt x="121158" y="0"/>
                  </a:lnTo>
                  <a:lnTo>
                    <a:pt x="121158" y="761"/>
                  </a:lnTo>
                  <a:lnTo>
                    <a:pt x="123444" y="761"/>
                  </a:lnTo>
                  <a:close/>
                </a:path>
                <a:path w="2029460" h="699135">
                  <a:moveTo>
                    <a:pt x="120396" y="761"/>
                  </a:moveTo>
                  <a:lnTo>
                    <a:pt x="120396" y="0"/>
                  </a:lnTo>
                  <a:lnTo>
                    <a:pt x="118110" y="0"/>
                  </a:lnTo>
                  <a:lnTo>
                    <a:pt x="118110" y="761"/>
                  </a:lnTo>
                  <a:lnTo>
                    <a:pt x="120396" y="761"/>
                  </a:lnTo>
                  <a:close/>
                </a:path>
                <a:path w="2029460" h="699135">
                  <a:moveTo>
                    <a:pt x="117348" y="761"/>
                  </a:moveTo>
                  <a:lnTo>
                    <a:pt x="117348" y="0"/>
                  </a:lnTo>
                  <a:lnTo>
                    <a:pt x="115062" y="0"/>
                  </a:lnTo>
                  <a:lnTo>
                    <a:pt x="115062" y="761"/>
                  </a:lnTo>
                  <a:lnTo>
                    <a:pt x="117348" y="761"/>
                  </a:lnTo>
                  <a:close/>
                </a:path>
                <a:path w="2029460" h="699135">
                  <a:moveTo>
                    <a:pt x="114300" y="761"/>
                  </a:moveTo>
                  <a:lnTo>
                    <a:pt x="114300" y="0"/>
                  </a:lnTo>
                  <a:lnTo>
                    <a:pt x="112014" y="0"/>
                  </a:lnTo>
                  <a:lnTo>
                    <a:pt x="112014" y="761"/>
                  </a:lnTo>
                  <a:lnTo>
                    <a:pt x="114300" y="761"/>
                  </a:lnTo>
                  <a:close/>
                </a:path>
                <a:path w="2029460" h="699135">
                  <a:moveTo>
                    <a:pt x="111252" y="761"/>
                  </a:moveTo>
                  <a:lnTo>
                    <a:pt x="111252" y="0"/>
                  </a:lnTo>
                  <a:lnTo>
                    <a:pt x="108966" y="0"/>
                  </a:lnTo>
                  <a:lnTo>
                    <a:pt x="108966" y="761"/>
                  </a:lnTo>
                  <a:lnTo>
                    <a:pt x="111252" y="761"/>
                  </a:lnTo>
                  <a:close/>
                </a:path>
                <a:path w="2029460" h="699135">
                  <a:moveTo>
                    <a:pt x="108204" y="761"/>
                  </a:moveTo>
                  <a:lnTo>
                    <a:pt x="108204" y="0"/>
                  </a:lnTo>
                  <a:lnTo>
                    <a:pt x="105918" y="0"/>
                  </a:lnTo>
                  <a:lnTo>
                    <a:pt x="105918" y="761"/>
                  </a:lnTo>
                  <a:lnTo>
                    <a:pt x="108204" y="761"/>
                  </a:lnTo>
                  <a:close/>
                </a:path>
                <a:path w="2029460" h="699135">
                  <a:moveTo>
                    <a:pt x="105156" y="761"/>
                  </a:moveTo>
                  <a:lnTo>
                    <a:pt x="105156" y="0"/>
                  </a:lnTo>
                  <a:lnTo>
                    <a:pt x="102870" y="0"/>
                  </a:lnTo>
                  <a:lnTo>
                    <a:pt x="102870" y="761"/>
                  </a:lnTo>
                  <a:lnTo>
                    <a:pt x="105156" y="761"/>
                  </a:lnTo>
                  <a:close/>
                </a:path>
                <a:path w="2029460" h="699135">
                  <a:moveTo>
                    <a:pt x="102108" y="761"/>
                  </a:moveTo>
                  <a:lnTo>
                    <a:pt x="102108" y="0"/>
                  </a:lnTo>
                  <a:lnTo>
                    <a:pt x="99822" y="0"/>
                  </a:lnTo>
                  <a:lnTo>
                    <a:pt x="99822" y="761"/>
                  </a:lnTo>
                  <a:lnTo>
                    <a:pt x="102108" y="761"/>
                  </a:lnTo>
                  <a:close/>
                </a:path>
                <a:path w="2029460" h="699135">
                  <a:moveTo>
                    <a:pt x="99060" y="761"/>
                  </a:moveTo>
                  <a:lnTo>
                    <a:pt x="99060" y="0"/>
                  </a:lnTo>
                  <a:lnTo>
                    <a:pt x="96774" y="0"/>
                  </a:lnTo>
                  <a:lnTo>
                    <a:pt x="96774" y="761"/>
                  </a:lnTo>
                  <a:lnTo>
                    <a:pt x="99060" y="761"/>
                  </a:lnTo>
                  <a:close/>
                </a:path>
                <a:path w="2029460" h="699135">
                  <a:moveTo>
                    <a:pt x="96012" y="761"/>
                  </a:moveTo>
                  <a:lnTo>
                    <a:pt x="96012" y="0"/>
                  </a:lnTo>
                  <a:lnTo>
                    <a:pt x="93726" y="0"/>
                  </a:lnTo>
                  <a:lnTo>
                    <a:pt x="93726" y="761"/>
                  </a:lnTo>
                  <a:lnTo>
                    <a:pt x="96012" y="761"/>
                  </a:lnTo>
                  <a:close/>
                </a:path>
                <a:path w="2029460" h="699135">
                  <a:moveTo>
                    <a:pt x="92964" y="761"/>
                  </a:moveTo>
                  <a:lnTo>
                    <a:pt x="92964" y="0"/>
                  </a:lnTo>
                  <a:lnTo>
                    <a:pt x="90678" y="0"/>
                  </a:lnTo>
                  <a:lnTo>
                    <a:pt x="90678" y="761"/>
                  </a:lnTo>
                  <a:lnTo>
                    <a:pt x="92964" y="761"/>
                  </a:lnTo>
                  <a:close/>
                </a:path>
                <a:path w="2029460" h="699135">
                  <a:moveTo>
                    <a:pt x="89916" y="761"/>
                  </a:moveTo>
                  <a:lnTo>
                    <a:pt x="89916" y="0"/>
                  </a:lnTo>
                  <a:lnTo>
                    <a:pt x="87630" y="0"/>
                  </a:lnTo>
                  <a:lnTo>
                    <a:pt x="87630" y="761"/>
                  </a:lnTo>
                  <a:lnTo>
                    <a:pt x="89916" y="761"/>
                  </a:lnTo>
                  <a:close/>
                </a:path>
                <a:path w="2029460" h="699135">
                  <a:moveTo>
                    <a:pt x="86868" y="761"/>
                  </a:moveTo>
                  <a:lnTo>
                    <a:pt x="86868" y="0"/>
                  </a:lnTo>
                  <a:lnTo>
                    <a:pt x="84582" y="0"/>
                  </a:lnTo>
                  <a:lnTo>
                    <a:pt x="84582" y="761"/>
                  </a:lnTo>
                  <a:lnTo>
                    <a:pt x="86868" y="761"/>
                  </a:lnTo>
                  <a:close/>
                </a:path>
                <a:path w="2029460" h="699135">
                  <a:moveTo>
                    <a:pt x="83820" y="761"/>
                  </a:moveTo>
                  <a:lnTo>
                    <a:pt x="83820" y="0"/>
                  </a:lnTo>
                  <a:lnTo>
                    <a:pt x="81534" y="0"/>
                  </a:lnTo>
                  <a:lnTo>
                    <a:pt x="81534" y="761"/>
                  </a:lnTo>
                  <a:lnTo>
                    <a:pt x="83820" y="761"/>
                  </a:lnTo>
                  <a:close/>
                </a:path>
                <a:path w="2029460" h="699135">
                  <a:moveTo>
                    <a:pt x="80772" y="761"/>
                  </a:moveTo>
                  <a:lnTo>
                    <a:pt x="80772" y="0"/>
                  </a:lnTo>
                  <a:lnTo>
                    <a:pt x="78486" y="0"/>
                  </a:lnTo>
                  <a:lnTo>
                    <a:pt x="78486" y="761"/>
                  </a:lnTo>
                  <a:lnTo>
                    <a:pt x="80772" y="761"/>
                  </a:lnTo>
                  <a:close/>
                </a:path>
                <a:path w="2029460" h="699135">
                  <a:moveTo>
                    <a:pt x="77724" y="761"/>
                  </a:moveTo>
                  <a:lnTo>
                    <a:pt x="77724" y="0"/>
                  </a:lnTo>
                  <a:lnTo>
                    <a:pt x="75438" y="0"/>
                  </a:lnTo>
                  <a:lnTo>
                    <a:pt x="75438" y="761"/>
                  </a:lnTo>
                  <a:lnTo>
                    <a:pt x="77724" y="761"/>
                  </a:lnTo>
                  <a:close/>
                </a:path>
                <a:path w="2029460" h="699135">
                  <a:moveTo>
                    <a:pt x="74676" y="761"/>
                  </a:moveTo>
                  <a:lnTo>
                    <a:pt x="74676" y="0"/>
                  </a:lnTo>
                  <a:lnTo>
                    <a:pt x="72390" y="0"/>
                  </a:lnTo>
                  <a:lnTo>
                    <a:pt x="72390" y="761"/>
                  </a:lnTo>
                  <a:lnTo>
                    <a:pt x="74676" y="761"/>
                  </a:lnTo>
                  <a:close/>
                </a:path>
                <a:path w="2029460" h="699135">
                  <a:moveTo>
                    <a:pt x="71628" y="761"/>
                  </a:moveTo>
                  <a:lnTo>
                    <a:pt x="71628" y="0"/>
                  </a:lnTo>
                  <a:lnTo>
                    <a:pt x="69342" y="0"/>
                  </a:lnTo>
                  <a:lnTo>
                    <a:pt x="69342" y="761"/>
                  </a:lnTo>
                  <a:lnTo>
                    <a:pt x="71628" y="761"/>
                  </a:lnTo>
                  <a:close/>
                </a:path>
                <a:path w="2029460" h="699135">
                  <a:moveTo>
                    <a:pt x="68580" y="761"/>
                  </a:moveTo>
                  <a:lnTo>
                    <a:pt x="68580" y="0"/>
                  </a:lnTo>
                  <a:lnTo>
                    <a:pt x="66294" y="0"/>
                  </a:lnTo>
                  <a:lnTo>
                    <a:pt x="66294" y="761"/>
                  </a:lnTo>
                  <a:lnTo>
                    <a:pt x="68580" y="761"/>
                  </a:lnTo>
                  <a:close/>
                </a:path>
                <a:path w="2029460" h="699135">
                  <a:moveTo>
                    <a:pt x="65532" y="761"/>
                  </a:moveTo>
                  <a:lnTo>
                    <a:pt x="65532" y="0"/>
                  </a:lnTo>
                  <a:lnTo>
                    <a:pt x="63246" y="0"/>
                  </a:lnTo>
                  <a:lnTo>
                    <a:pt x="63246" y="761"/>
                  </a:lnTo>
                  <a:lnTo>
                    <a:pt x="65532" y="761"/>
                  </a:lnTo>
                  <a:close/>
                </a:path>
                <a:path w="2029460" h="699135">
                  <a:moveTo>
                    <a:pt x="62484" y="761"/>
                  </a:moveTo>
                  <a:lnTo>
                    <a:pt x="62484" y="0"/>
                  </a:lnTo>
                  <a:lnTo>
                    <a:pt x="60198" y="0"/>
                  </a:lnTo>
                  <a:lnTo>
                    <a:pt x="60198" y="761"/>
                  </a:lnTo>
                  <a:lnTo>
                    <a:pt x="62484" y="761"/>
                  </a:lnTo>
                  <a:close/>
                </a:path>
                <a:path w="2029460" h="699135">
                  <a:moveTo>
                    <a:pt x="59436" y="761"/>
                  </a:moveTo>
                  <a:lnTo>
                    <a:pt x="59436" y="0"/>
                  </a:lnTo>
                  <a:lnTo>
                    <a:pt x="57150" y="0"/>
                  </a:lnTo>
                  <a:lnTo>
                    <a:pt x="57150" y="761"/>
                  </a:lnTo>
                  <a:lnTo>
                    <a:pt x="59436" y="761"/>
                  </a:lnTo>
                  <a:close/>
                </a:path>
                <a:path w="2029460" h="699135">
                  <a:moveTo>
                    <a:pt x="56388" y="761"/>
                  </a:moveTo>
                  <a:lnTo>
                    <a:pt x="56388" y="0"/>
                  </a:lnTo>
                  <a:lnTo>
                    <a:pt x="54102" y="0"/>
                  </a:lnTo>
                  <a:lnTo>
                    <a:pt x="54102" y="761"/>
                  </a:lnTo>
                  <a:lnTo>
                    <a:pt x="56388" y="761"/>
                  </a:lnTo>
                  <a:close/>
                </a:path>
                <a:path w="2029460" h="699135">
                  <a:moveTo>
                    <a:pt x="53340" y="761"/>
                  </a:moveTo>
                  <a:lnTo>
                    <a:pt x="53340" y="0"/>
                  </a:lnTo>
                  <a:lnTo>
                    <a:pt x="51054" y="0"/>
                  </a:lnTo>
                  <a:lnTo>
                    <a:pt x="51054" y="761"/>
                  </a:lnTo>
                  <a:lnTo>
                    <a:pt x="53340" y="761"/>
                  </a:lnTo>
                  <a:close/>
                </a:path>
                <a:path w="2029460" h="699135">
                  <a:moveTo>
                    <a:pt x="50292" y="761"/>
                  </a:moveTo>
                  <a:lnTo>
                    <a:pt x="50292" y="0"/>
                  </a:lnTo>
                  <a:lnTo>
                    <a:pt x="48006" y="0"/>
                  </a:lnTo>
                  <a:lnTo>
                    <a:pt x="48006" y="761"/>
                  </a:lnTo>
                  <a:lnTo>
                    <a:pt x="50292" y="761"/>
                  </a:lnTo>
                  <a:close/>
                </a:path>
                <a:path w="2029460" h="699135">
                  <a:moveTo>
                    <a:pt x="47244" y="761"/>
                  </a:moveTo>
                  <a:lnTo>
                    <a:pt x="47244" y="0"/>
                  </a:lnTo>
                  <a:lnTo>
                    <a:pt x="44958" y="0"/>
                  </a:lnTo>
                  <a:lnTo>
                    <a:pt x="44958" y="761"/>
                  </a:lnTo>
                  <a:lnTo>
                    <a:pt x="47244" y="761"/>
                  </a:lnTo>
                  <a:close/>
                </a:path>
                <a:path w="2029460" h="699135">
                  <a:moveTo>
                    <a:pt x="44196" y="761"/>
                  </a:moveTo>
                  <a:lnTo>
                    <a:pt x="44196" y="0"/>
                  </a:lnTo>
                  <a:lnTo>
                    <a:pt x="41910" y="0"/>
                  </a:lnTo>
                  <a:lnTo>
                    <a:pt x="41910" y="761"/>
                  </a:lnTo>
                  <a:lnTo>
                    <a:pt x="44196" y="761"/>
                  </a:lnTo>
                  <a:close/>
                </a:path>
                <a:path w="2029460" h="699135">
                  <a:moveTo>
                    <a:pt x="41148" y="761"/>
                  </a:moveTo>
                  <a:lnTo>
                    <a:pt x="41148" y="0"/>
                  </a:lnTo>
                  <a:lnTo>
                    <a:pt x="38862" y="0"/>
                  </a:lnTo>
                  <a:lnTo>
                    <a:pt x="38862" y="761"/>
                  </a:lnTo>
                  <a:lnTo>
                    <a:pt x="41148" y="761"/>
                  </a:lnTo>
                  <a:close/>
                </a:path>
                <a:path w="2029460" h="699135">
                  <a:moveTo>
                    <a:pt x="38100" y="761"/>
                  </a:moveTo>
                  <a:lnTo>
                    <a:pt x="38100" y="0"/>
                  </a:lnTo>
                  <a:lnTo>
                    <a:pt x="35814" y="0"/>
                  </a:lnTo>
                  <a:lnTo>
                    <a:pt x="35814" y="761"/>
                  </a:lnTo>
                  <a:lnTo>
                    <a:pt x="38100" y="761"/>
                  </a:lnTo>
                  <a:close/>
                </a:path>
                <a:path w="2029460" h="699135">
                  <a:moveTo>
                    <a:pt x="35052" y="761"/>
                  </a:moveTo>
                  <a:lnTo>
                    <a:pt x="35052" y="0"/>
                  </a:lnTo>
                  <a:lnTo>
                    <a:pt x="32766" y="0"/>
                  </a:lnTo>
                  <a:lnTo>
                    <a:pt x="32766" y="761"/>
                  </a:lnTo>
                  <a:lnTo>
                    <a:pt x="35052" y="761"/>
                  </a:lnTo>
                  <a:close/>
                </a:path>
                <a:path w="2029460" h="699135">
                  <a:moveTo>
                    <a:pt x="32004" y="761"/>
                  </a:moveTo>
                  <a:lnTo>
                    <a:pt x="32004" y="0"/>
                  </a:lnTo>
                  <a:lnTo>
                    <a:pt x="29718" y="0"/>
                  </a:lnTo>
                  <a:lnTo>
                    <a:pt x="29718" y="761"/>
                  </a:lnTo>
                  <a:lnTo>
                    <a:pt x="32004" y="761"/>
                  </a:lnTo>
                  <a:close/>
                </a:path>
                <a:path w="2029460" h="699135">
                  <a:moveTo>
                    <a:pt x="28956" y="761"/>
                  </a:moveTo>
                  <a:lnTo>
                    <a:pt x="28956" y="0"/>
                  </a:lnTo>
                  <a:lnTo>
                    <a:pt x="26670" y="0"/>
                  </a:lnTo>
                  <a:lnTo>
                    <a:pt x="26670" y="761"/>
                  </a:lnTo>
                  <a:lnTo>
                    <a:pt x="28956" y="761"/>
                  </a:lnTo>
                  <a:close/>
                </a:path>
                <a:path w="2029460" h="699135">
                  <a:moveTo>
                    <a:pt x="25908" y="761"/>
                  </a:moveTo>
                  <a:lnTo>
                    <a:pt x="25908" y="0"/>
                  </a:lnTo>
                  <a:lnTo>
                    <a:pt x="23622" y="0"/>
                  </a:lnTo>
                  <a:lnTo>
                    <a:pt x="23622" y="761"/>
                  </a:lnTo>
                  <a:lnTo>
                    <a:pt x="25908" y="761"/>
                  </a:lnTo>
                  <a:close/>
                </a:path>
                <a:path w="2029460" h="699135">
                  <a:moveTo>
                    <a:pt x="22860" y="761"/>
                  </a:moveTo>
                  <a:lnTo>
                    <a:pt x="22860" y="0"/>
                  </a:lnTo>
                  <a:lnTo>
                    <a:pt x="20574" y="0"/>
                  </a:lnTo>
                  <a:lnTo>
                    <a:pt x="20574" y="761"/>
                  </a:lnTo>
                  <a:lnTo>
                    <a:pt x="22860" y="761"/>
                  </a:lnTo>
                  <a:close/>
                </a:path>
                <a:path w="2029460" h="699135">
                  <a:moveTo>
                    <a:pt x="19812" y="761"/>
                  </a:moveTo>
                  <a:lnTo>
                    <a:pt x="19812" y="0"/>
                  </a:lnTo>
                  <a:lnTo>
                    <a:pt x="17526" y="0"/>
                  </a:lnTo>
                  <a:lnTo>
                    <a:pt x="17526" y="761"/>
                  </a:lnTo>
                  <a:lnTo>
                    <a:pt x="19812" y="761"/>
                  </a:lnTo>
                  <a:close/>
                </a:path>
                <a:path w="2029460" h="699135">
                  <a:moveTo>
                    <a:pt x="16764" y="761"/>
                  </a:moveTo>
                  <a:lnTo>
                    <a:pt x="16764" y="0"/>
                  </a:lnTo>
                  <a:lnTo>
                    <a:pt x="14478" y="0"/>
                  </a:lnTo>
                  <a:lnTo>
                    <a:pt x="14478" y="761"/>
                  </a:lnTo>
                  <a:lnTo>
                    <a:pt x="16764" y="761"/>
                  </a:lnTo>
                  <a:close/>
                </a:path>
                <a:path w="2029460" h="699135">
                  <a:moveTo>
                    <a:pt x="13716" y="761"/>
                  </a:moveTo>
                  <a:lnTo>
                    <a:pt x="13716" y="0"/>
                  </a:lnTo>
                  <a:lnTo>
                    <a:pt x="11430" y="0"/>
                  </a:lnTo>
                  <a:lnTo>
                    <a:pt x="11430" y="761"/>
                  </a:lnTo>
                  <a:lnTo>
                    <a:pt x="13716" y="761"/>
                  </a:lnTo>
                  <a:close/>
                </a:path>
                <a:path w="2029460" h="699135">
                  <a:moveTo>
                    <a:pt x="10668" y="761"/>
                  </a:moveTo>
                  <a:lnTo>
                    <a:pt x="10668" y="0"/>
                  </a:lnTo>
                  <a:lnTo>
                    <a:pt x="8382" y="0"/>
                  </a:lnTo>
                  <a:lnTo>
                    <a:pt x="8382" y="761"/>
                  </a:lnTo>
                  <a:lnTo>
                    <a:pt x="10668" y="761"/>
                  </a:lnTo>
                  <a:close/>
                </a:path>
                <a:path w="2029460" h="699135">
                  <a:moveTo>
                    <a:pt x="7620" y="761"/>
                  </a:moveTo>
                  <a:lnTo>
                    <a:pt x="7620" y="0"/>
                  </a:lnTo>
                  <a:lnTo>
                    <a:pt x="5334" y="0"/>
                  </a:lnTo>
                  <a:lnTo>
                    <a:pt x="5334" y="761"/>
                  </a:lnTo>
                  <a:lnTo>
                    <a:pt x="7620" y="761"/>
                  </a:lnTo>
                  <a:close/>
                </a:path>
                <a:path w="2029460" h="699135">
                  <a:moveTo>
                    <a:pt x="4572" y="761"/>
                  </a:moveTo>
                  <a:lnTo>
                    <a:pt x="4572" y="0"/>
                  </a:lnTo>
                  <a:lnTo>
                    <a:pt x="2286" y="0"/>
                  </a:lnTo>
                  <a:lnTo>
                    <a:pt x="2286" y="761"/>
                  </a:lnTo>
                  <a:lnTo>
                    <a:pt x="4572" y="761"/>
                  </a:lnTo>
                  <a:close/>
                </a:path>
                <a:path w="2029460" h="699135">
                  <a:moveTo>
                    <a:pt x="1524" y="761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761"/>
                  </a:lnTo>
                  <a:lnTo>
                    <a:pt x="1524" y="7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59579" y="1765553"/>
              <a:ext cx="115062" cy="77724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5803646" y="2474468"/>
            <a:ext cx="4254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«satisfy»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9" name="object 7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83252" y="2763011"/>
            <a:ext cx="1627631" cy="1452371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5505703" y="3658615"/>
            <a:ext cx="4254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«satisfy»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4134611" y="4440935"/>
            <a:ext cx="2189480" cy="800100"/>
            <a:chOff x="4134611" y="4440935"/>
            <a:chExt cx="2189480" cy="800100"/>
          </a:xfrm>
        </p:grpSpPr>
        <p:sp>
          <p:nvSpPr>
            <p:cNvPr id="82" name="object 82"/>
            <p:cNvSpPr/>
            <p:nvPr/>
          </p:nvSpPr>
          <p:spPr>
            <a:xfrm>
              <a:off x="4134611" y="4479797"/>
              <a:ext cx="2189480" cy="761365"/>
            </a:xfrm>
            <a:custGeom>
              <a:avLst/>
              <a:gdLst/>
              <a:ahLst/>
              <a:cxnLst/>
              <a:rect l="l" t="t" r="r" b="b"/>
              <a:pathLst>
                <a:path w="2189479" h="761364">
                  <a:moveTo>
                    <a:pt x="2178557" y="759713"/>
                  </a:moveTo>
                  <a:lnTo>
                    <a:pt x="2178557" y="758951"/>
                  </a:lnTo>
                  <a:lnTo>
                    <a:pt x="2176271" y="758951"/>
                  </a:lnTo>
                  <a:lnTo>
                    <a:pt x="2176271" y="759713"/>
                  </a:lnTo>
                  <a:lnTo>
                    <a:pt x="2178557" y="759713"/>
                  </a:lnTo>
                  <a:close/>
                </a:path>
                <a:path w="2189479" h="761364">
                  <a:moveTo>
                    <a:pt x="2180082" y="761237"/>
                  </a:moveTo>
                  <a:lnTo>
                    <a:pt x="2180082" y="760475"/>
                  </a:lnTo>
                  <a:lnTo>
                    <a:pt x="2177796" y="760475"/>
                  </a:lnTo>
                  <a:lnTo>
                    <a:pt x="2177796" y="761237"/>
                  </a:lnTo>
                  <a:lnTo>
                    <a:pt x="2180082" y="761237"/>
                  </a:lnTo>
                  <a:close/>
                </a:path>
                <a:path w="2189479" h="761364">
                  <a:moveTo>
                    <a:pt x="2181606" y="760475"/>
                  </a:moveTo>
                  <a:lnTo>
                    <a:pt x="2181606" y="759713"/>
                  </a:lnTo>
                  <a:lnTo>
                    <a:pt x="2179319" y="758951"/>
                  </a:lnTo>
                  <a:lnTo>
                    <a:pt x="2179319" y="759713"/>
                  </a:lnTo>
                  <a:lnTo>
                    <a:pt x="2181606" y="760475"/>
                  </a:lnTo>
                  <a:close/>
                </a:path>
                <a:path w="2189479" h="761364">
                  <a:moveTo>
                    <a:pt x="2183130" y="761237"/>
                  </a:moveTo>
                  <a:lnTo>
                    <a:pt x="2183130" y="760475"/>
                  </a:lnTo>
                  <a:lnTo>
                    <a:pt x="2180844" y="760475"/>
                  </a:lnTo>
                  <a:lnTo>
                    <a:pt x="2180844" y="761237"/>
                  </a:lnTo>
                  <a:lnTo>
                    <a:pt x="2183130" y="761237"/>
                  </a:lnTo>
                  <a:close/>
                </a:path>
                <a:path w="2189479" h="761364">
                  <a:moveTo>
                    <a:pt x="2184653" y="760475"/>
                  </a:moveTo>
                  <a:lnTo>
                    <a:pt x="2184653" y="759713"/>
                  </a:lnTo>
                  <a:lnTo>
                    <a:pt x="2182367" y="759713"/>
                  </a:lnTo>
                  <a:lnTo>
                    <a:pt x="2182367" y="760475"/>
                  </a:lnTo>
                  <a:lnTo>
                    <a:pt x="2184653" y="760475"/>
                  </a:lnTo>
                  <a:close/>
                </a:path>
                <a:path w="2189479" h="761364">
                  <a:moveTo>
                    <a:pt x="2189226" y="761237"/>
                  </a:moveTo>
                  <a:lnTo>
                    <a:pt x="2188464" y="760475"/>
                  </a:lnTo>
                  <a:lnTo>
                    <a:pt x="2183892" y="760475"/>
                  </a:lnTo>
                  <a:lnTo>
                    <a:pt x="2183892" y="761237"/>
                  </a:lnTo>
                  <a:lnTo>
                    <a:pt x="2189226" y="761237"/>
                  </a:lnTo>
                  <a:close/>
                </a:path>
                <a:path w="2189479" h="761364">
                  <a:moveTo>
                    <a:pt x="2177034" y="761237"/>
                  </a:moveTo>
                  <a:lnTo>
                    <a:pt x="2177034" y="760475"/>
                  </a:lnTo>
                  <a:lnTo>
                    <a:pt x="2174748" y="760475"/>
                  </a:lnTo>
                  <a:lnTo>
                    <a:pt x="2174748" y="761237"/>
                  </a:lnTo>
                  <a:lnTo>
                    <a:pt x="2177034" y="761237"/>
                  </a:lnTo>
                  <a:close/>
                </a:path>
                <a:path w="2189479" h="761364">
                  <a:moveTo>
                    <a:pt x="2173986" y="761237"/>
                  </a:moveTo>
                  <a:lnTo>
                    <a:pt x="2173986" y="760475"/>
                  </a:lnTo>
                  <a:lnTo>
                    <a:pt x="2171700" y="760475"/>
                  </a:lnTo>
                  <a:lnTo>
                    <a:pt x="2171700" y="761237"/>
                  </a:lnTo>
                  <a:lnTo>
                    <a:pt x="2173986" y="761237"/>
                  </a:lnTo>
                  <a:close/>
                </a:path>
                <a:path w="2189479" h="761364">
                  <a:moveTo>
                    <a:pt x="2170938" y="761237"/>
                  </a:moveTo>
                  <a:lnTo>
                    <a:pt x="2170938" y="760475"/>
                  </a:lnTo>
                  <a:lnTo>
                    <a:pt x="2168652" y="760475"/>
                  </a:lnTo>
                  <a:lnTo>
                    <a:pt x="2168652" y="761237"/>
                  </a:lnTo>
                  <a:lnTo>
                    <a:pt x="2170938" y="761237"/>
                  </a:lnTo>
                  <a:close/>
                </a:path>
                <a:path w="2189479" h="761364">
                  <a:moveTo>
                    <a:pt x="2167890" y="761237"/>
                  </a:moveTo>
                  <a:lnTo>
                    <a:pt x="2167890" y="760475"/>
                  </a:lnTo>
                  <a:lnTo>
                    <a:pt x="2165604" y="760475"/>
                  </a:lnTo>
                  <a:lnTo>
                    <a:pt x="2165604" y="761237"/>
                  </a:lnTo>
                  <a:lnTo>
                    <a:pt x="2167890" y="761237"/>
                  </a:lnTo>
                  <a:close/>
                </a:path>
                <a:path w="2189479" h="761364">
                  <a:moveTo>
                    <a:pt x="2164841" y="761237"/>
                  </a:moveTo>
                  <a:lnTo>
                    <a:pt x="2164841" y="760475"/>
                  </a:lnTo>
                  <a:lnTo>
                    <a:pt x="2162556" y="760475"/>
                  </a:lnTo>
                  <a:lnTo>
                    <a:pt x="2162556" y="761237"/>
                  </a:lnTo>
                  <a:lnTo>
                    <a:pt x="2164841" y="761237"/>
                  </a:lnTo>
                  <a:close/>
                </a:path>
                <a:path w="2189479" h="761364">
                  <a:moveTo>
                    <a:pt x="2161793" y="761237"/>
                  </a:moveTo>
                  <a:lnTo>
                    <a:pt x="2161793" y="760475"/>
                  </a:lnTo>
                  <a:lnTo>
                    <a:pt x="2159508" y="760475"/>
                  </a:lnTo>
                  <a:lnTo>
                    <a:pt x="2159508" y="761237"/>
                  </a:lnTo>
                  <a:lnTo>
                    <a:pt x="2161793" y="761237"/>
                  </a:lnTo>
                  <a:close/>
                </a:path>
                <a:path w="2189479" h="761364">
                  <a:moveTo>
                    <a:pt x="2158745" y="761237"/>
                  </a:moveTo>
                  <a:lnTo>
                    <a:pt x="2158745" y="760475"/>
                  </a:lnTo>
                  <a:lnTo>
                    <a:pt x="2156460" y="760475"/>
                  </a:lnTo>
                  <a:lnTo>
                    <a:pt x="2156460" y="761237"/>
                  </a:lnTo>
                  <a:lnTo>
                    <a:pt x="2158745" y="761237"/>
                  </a:lnTo>
                  <a:close/>
                </a:path>
                <a:path w="2189479" h="761364">
                  <a:moveTo>
                    <a:pt x="2155697" y="761237"/>
                  </a:moveTo>
                  <a:lnTo>
                    <a:pt x="2155697" y="760475"/>
                  </a:lnTo>
                  <a:lnTo>
                    <a:pt x="2153412" y="760475"/>
                  </a:lnTo>
                  <a:lnTo>
                    <a:pt x="2153412" y="761237"/>
                  </a:lnTo>
                  <a:lnTo>
                    <a:pt x="2155697" y="761237"/>
                  </a:lnTo>
                  <a:close/>
                </a:path>
                <a:path w="2189479" h="761364">
                  <a:moveTo>
                    <a:pt x="2152649" y="761237"/>
                  </a:moveTo>
                  <a:lnTo>
                    <a:pt x="2152649" y="760475"/>
                  </a:lnTo>
                  <a:lnTo>
                    <a:pt x="2150364" y="760475"/>
                  </a:lnTo>
                  <a:lnTo>
                    <a:pt x="2150364" y="761237"/>
                  </a:lnTo>
                  <a:lnTo>
                    <a:pt x="2152649" y="761237"/>
                  </a:lnTo>
                  <a:close/>
                </a:path>
                <a:path w="2189479" h="761364">
                  <a:moveTo>
                    <a:pt x="2149602" y="761237"/>
                  </a:moveTo>
                  <a:lnTo>
                    <a:pt x="2149602" y="760475"/>
                  </a:lnTo>
                  <a:lnTo>
                    <a:pt x="2147316" y="760475"/>
                  </a:lnTo>
                  <a:lnTo>
                    <a:pt x="2147316" y="761237"/>
                  </a:lnTo>
                  <a:lnTo>
                    <a:pt x="2149602" y="761237"/>
                  </a:lnTo>
                  <a:close/>
                </a:path>
                <a:path w="2189479" h="761364">
                  <a:moveTo>
                    <a:pt x="2146554" y="761237"/>
                  </a:moveTo>
                  <a:lnTo>
                    <a:pt x="2146554" y="760475"/>
                  </a:lnTo>
                  <a:lnTo>
                    <a:pt x="2144268" y="760475"/>
                  </a:lnTo>
                  <a:lnTo>
                    <a:pt x="2144268" y="761237"/>
                  </a:lnTo>
                  <a:lnTo>
                    <a:pt x="2146554" y="761237"/>
                  </a:lnTo>
                  <a:close/>
                </a:path>
                <a:path w="2189479" h="761364">
                  <a:moveTo>
                    <a:pt x="2143506" y="761237"/>
                  </a:moveTo>
                  <a:lnTo>
                    <a:pt x="2143506" y="760475"/>
                  </a:lnTo>
                  <a:lnTo>
                    <a:pt x="2141220" y="760475"/>
                  </a:lnTo>
                  <a:lnTo>
                    <a:pt x="2141220" y="761237"/>
                  </a:lnTo>
                  <a:lnTo>
                    <a:pt x="2143506" y="761237"/>
                  </a:lnTo>
                  <a:close/>
                </a:path>
                <a:path w="2189479" h="761364">
                  <a:moveTo>
                    <a:pt x="2140458" y="761237"/>
                  </a:moveTo>
                  <a:lnTo>
                    <a:pt x="2140458" y="760475"/>
                  </a:lnTo>
                  <a:lnTo>
                    <a:pt x="2138172" y="760475"/>
                  </a:lnTo>
                  <a:lnTo>
                    <a:pt x="2138172" y="761237"/>
                  </a:lnTo>
                  <a:lnTo>
                    <a:pt x="2140458" y="761237"/>
                  </a:lnTo>
                  <a:close/>
                </a:path>
                <a:path w="2189479" h="761364">
                  <a:moveTo>
                    <a:pt x="2137410" y="761237"/>
                  </a:moveTo>
                  <a:lnTo>
                    <a:pt x="2137410" y="760475"/>
                  </a:lnTo>
                  <a:lnTo>
                    <a:pt x="2135124" y="760475"/>
                  </a:lnTo>
                  <a:lnTo>
                    <a:pt x="2135124" y="761237"/>
                  </a:lnTo>
                  <a:lnTo>
                    <a:pt x="2137410" y="761237"/>
                  </a:lnTo>
                  <a:close/>
                </a:path>
                <a:path w="2189479" h="761364">
                  <a:moveTo>
                    <a:pt x="2134362" y="761237"/>
                  </a:moveTo>
                  <a:lnTo>
                    <a:pt x="2134362" y="760475"/>
                  </a:lnTo>
                  <a:lnTo>
                    <a:pt x="2132076" y="760475"/>
                  </a:lnTo>
                  <a:lnTo>
                    <a:pt x="2132076" y="761237"/>
                  </a:lnTo>
                  <a:lnTo>
                    <a:pt x="2134362" y="761237"/>
                  </a:lnTo>
                  <a:close/>
                </a:path>
                <a:path w="2189479" h="761364">
                  <a:moveTo>
                    <a:pt x="2131314" y="761237"/>
                  </a:moveTo>
                  <a:lnTo>
                    <a:pt x="2131314" y="760475"/>
                  </a:lnTo>
                  <a:lnTo>
                    <a:pt x="2129028" y="760475"/>
                  </a:lnTo>
                  <a:lnTo>
                    <a:pt x="2129028" y="761237"/>
                  </a:lnTo>
                  <a:lnTo>
                    <a:pt x="2131314" y="761237"/>
                  </a:lnTo>
                  <a:close/>
                </a:path>
                <a:path w="2189479" h="761364">
                  <a:moveTo>
                    <a:pt x="2128266" y="761237"/>
                  </a:moveTo>
                  <a:lnTo>
                    <a:pt x="2128266" y="760475"/>
                  </a:lnTo>
                  <a:lnTo>
                    <a:pt x="2125980" y="760475"/>
                  </a:lnTo>
                  <a:lnTo>
                    <a:pt x="2125980" y="761237"/>
                  </a:lnTo>
                  <a:lnTo>
                    <a:pt x="2128266" y="761237"/>
                  </a:lnTo>
                  <a:close/>
                </a:path>
                <a:path w="2189479" h="761364">
                  <a:moveTo>
                    <a:pt x="2125217" y="761237"/>
                  </a:moveTo>
                  <a:lnTo>
                    <a:pt x="2125217" y="760475"/>
                  </a:lnTo>
                  <a:lnTo>
                    <a:pt x="2122932" y="760475"/>
                  </a:lnTo>
                  <a:lnTo>
                    <a:pt x="2122932" y="761237"/>
                  </a:lnTo>
                  <a:lnTo>
                    <a:pt x="2125217" y="761237"/>
                  </a:lnTo>
                  <a:close/>
                </a:path>
                <a:path w="2189479" h="761364">
                  <a:moveTo>
                    <a:pt x="2122169" y="761237"/>
                  </a:moveTo>
                  <a:lnTo>
                    <a:pt x="2122169" y="760475"/>
                  </a:lnTo>
                  <a:lnTo>
                    <a:pt x="2119884" y="760475"/>
                  </a:lnTo>
                  <a:lnTo>
                    <a:pt x="2119884" y="761237"/>
                  </a:lnTo>
                  <a:lnTo>
                    <a:pt x="2122169" y="761237"/>
                  </a:lnTo>
                  <a:close/>
                </a:path>
                <a:path w="2189479" h="761364">
                  <a:moveTo>
                    <a:pt x="2119121" y="761237"/>
                  </a:moveTo>
                  <a:lnTo>
                    <a:pt x="2119121" y="760475"/>
                  </a:lnTo>
                  <a:lnTo>
                    <a:pt x="2116836" y="760475"/>
                  </a:lnTo>
                  <a:lnTo>
                    <a:pt x="2116836" y="761237"/>
                  </a:lnTo>
                  <a:lnTo>
                    <a:pt x="2119121" y="761237"/>
                  </a:lnTo>
                  <a:close/>
                </a:path>
                <a:path w="2189479" h="761364">
                  <a:moveTo>
                    <a:pt x="2116073" y="761237"/>
                  </a:moveTo>
                  <a:lnTo>
                    <a:pt x="2116073" y="760475"/>
                  </a:lnTo>
                  <a:lnTo>
                    <a:pt x="2113788" y="760475"/>
                  </a:lnTo>
                  <a:lnTo>
                    <a:pt x="2113788" y="761237"/>
                  </a:lnTo>
                  <a:lnTo>
                    <a:pt x="2116073" y="761237"/>
                  </a:lnTo>
                  <a:close/>
                </a:path>
                <a:path w="2189479" h="761364">
                  <a:moveTo>
                    <a:pt x="2113026" y="761237"/>
                  </a:moveTo>
                  <a:lnTo>
                    <a:pt x="2113026" y="760475"/>
                  </a:lnTo>
                  <a:lnTo>
                    <a:pt x="2110740" y="760475"/>
                  </a:lnTo>
                  <a:lnTo>
                    <a:pt x="2110740" y="761237"/>
                  </a:lnTo>
                  <a:lnTo>
                    <a:pt x="2113026" y="761237"/>
                  </a:lnTo>
                  <a:close/>
                </a:path>
                <a:path w="2189479" h="761364">
                  <a:moveTo>
                    <a:pt x="2109978" y="761237"/>
                  </a:moveTo>
                  <a:lnTo>
                    <a:pt x="2109978" y="760475"/>
                  </a:lnTo>
                  <a:lnTo>
                    <a:pt x="2107692" y="760475"/>
                  </a:lnTo>
                  <a:lnTo>
                    <a:pt x="2107692" y="761237"/>
                  </a:lnTo>
                  <a:lnTo>
                    <a:pt x="2109978" y="761237"/>
                  </a:lnTo>
                  <a:close/>
                </a:path>
                <a:path w="2189479" h="761364">
                  <a:moveTo>
                    <a:pt x="2106930" y="761237"/>
                  </a:moveTo>
                  <a:lnTo>
                    <a:pt x="2106930" y="760475"/>
                  </a:lnTo>
                  <a:lnTo>
                    <a:pt x="2104644" y="760475"/>
                  </a:lnTo>
                  <a:lnTo>
                    <a:pt x="2104644" y="761237"/>
                  </a:lnTo>
                  <a:lnTo>
                    <a:pt x="2106930" y="761237"/>
                  </a:lnTo>
                  <a:close/>
                </a:path>
                <a:path w="2189479" h="761364">
                  <a:moveTo>
                    <a:pt x="2103882" y="761237"/>
                  </a:moveTo>
                  <a:lnTo>
                    <a:pt x="2103882" y="760475"/>
                  </a:lnTo>
                  <a:lnTo>
                    <a:pt x="2101596" y="760475"/>
                  </a:lnTo>
                  <a:lnTo>
                    <a:pt x="2101596" y="761237"/>
                  </a:lnTo>
                  <a:lnTo>
                    <a:pt x="2103882" y="761237"/>
                  </a:lnTo>
                  <a:close/>
                </a:path>
                <a:path w="2189479" h="761364">
                  <a:moveTo>
                    <a:pt x="2100834" y="761237"/>
                  </a:moveTo>
                  <a:lnTo>
                    <a:pt x="2100834" y="760475"/>
                  </a:lnTo>
                  <a:lnTo>
                    <a:pt x="2098548" y="760475"/>
                  </a:lnTo>
                  <a:lnTo>
                    <a:pt x="2098548" y="761237"/>
                  </a:lnTo>
                  <a:lnTo>
                    <a:pt x="2100834" y="761237"/>
                  </a:lnTo>
                  <a:close/>
                </a:path>
                <a:path w="2189479" h="761364">
                  <a:moveTo>
                    <a:pt x="2097786" y="761237"/>
                  </a:moveTo>
                  <a:lnTo>
                    <a:pt x="2097786" y="760475"/>
                  </a:lnTo>
                  <a:lnTo>
                    <a:pt x="2095500" y="760475"/>
                  </a:lnTo>
                  <a:lnTo>
                    <a:pt x="2095500" y="761237"/>
                  </a:lnTo>
                  <a:lnTo>
                    <a:pt x="2097786" y="761237"/>
                  </a:lnTo>
                  <a:close/>
                </a:path>
                <a:path w="2189479" h="761364">
                  <a:moveTo>
                    <a:pt x="2094738" y="761237"/>
                  </a:moveTo>
                  <a:lnTo>
                    <a:pt x="2094738" y="760475"/>
                  </a:lnTo>
                  <a:lnTo>
                    <a:pt x="2092452" y="760475"/>
                  </a:lnTo>
                  <a:lnTo>
                    <a:pt x="2092452" y="761237"/>
                  </a:lnTo>
                  <a:lnTo>
                    <a:pt x="2094738" y="761237"/>
                  </a:lnTo>
                  <a:close/>
                </a:path>
                <a:path w="2189479" h="761364">
                  <a:moveTo>
                    <a:pt x="2091689" y="761237"/>
                  </a:moveTo>
                  <a:lnTo>
                    <a:pt x="2091689" y="760475"/>
                  </a:lnTo>
                  <a:lnTo>
                    <a:pt x="2089404" y="760475"/>
                  </a:lnTo>
                  <a:lnTo>
                    <a:pt x="2089404" y="761237"/>
                  </a:lnTo>
                  <a:lnTo>
                    <a:pt x="2091689" y="761237"/>
                  </a:lnTo>
                  <a:close/>
                </a:path>
                <a:path w="2189479" h="761364">
                  <a:moveTo>
                    <a:pt x="2088641" y="761237"/>
                  </a:moveTo>
                  <a:lnTo>
                    <a:pt x="2088641" y="760475"/>
                  </a:lnTo>
                  <a:lnTo>
                    <a:pt x="2086356" y="760475"/>
                  </a:lnTo>
                  <a:lnTo>
                    <a:pt x="2086356" y="761237"/>
                  </a:lnTo>
                  <a:lnTo>
                    <a:pt x="2088641" y="761237"/>
                  </a:lnTo>
                  <a:close/>
                </a:path>
                <a:path w="2189479" h="761364">
                  <a:moveTo>
                    <a:pt x="2085593" y="761237"/>
                  </a:moveTo>
                  <a:lnTo>
                    <a:pt x="2085593" y="760475"/>
                  </a:lnTo>
                  <a:lnTo>
                    <a:pt x="2083308" y="760475"/>
                  </a:lnTo>
                  <a:lnTo>
                    <a:pt x="2083308" y="761237"/>
                  </a:lnTo>
                  <a:lnTo>
                    <a:pt x="2085593" y="761237"/>
                  </a:lnTo>
                  <a:close/>
                </a:path>
                <a:path w="2189479" h="761364">
                  <a:moveTo>
                    <a:pt x="2082545" y="761237"/>
                  </a:moveTo>
                  <a:lnTo>
                    <a:pt x="2082545" y="760475"/>
                  </a:lnTo>
                  <a:lnTo>
                    <a:pt x="2080260" y="760475"/>
                  </a:lnTo>
                  <a:lnTo>
                    <a:pt x="2080260" y="761237"/>
                  </a:lnTo>
                  <a:lnTo>
                    <a:pt x="2082545" y="761237"/>
                  </a:lnTo>
                  <a:close/>
                </a:path>
                <a:path w="2189479" h="761364">
                  <a:moveTo>
                    <a:pt x="2079497" y="761237"/>
                  </a:moveTo>
                  <a:lnTo>
                    <a:pt x="2079497" y="760475"/>
                  </a:lnTo>
                  <a:lnTo>
                    <a:pt x="2077212" y="760475"/>
                  </a:lnTo>
                  <a:lnTo>
                    <a:pt x="2077212" y="761237"/>
                  </a:lnTo>
                  <a:lnTo>
                    <a:pt x="2079497" y="761237"/>
                  </a:lnTo>
                  <a:close/>
                </a:path>
                <a:path w="2189479" h="761364">
                  <a:moveTo>
                    <a:pt x="2076449" y="761237"/>
                  </a:moveTo>
                  <a:lnTo>
                    <a:pt x="2076449" y="760475"/>
                  </a:lnTo>
                  <a:lnTo>
                    <a:pt x="2074164" y="760475"/>
                  </a:lnTo>
                  <a:lnTo>
                    <a:pt x="2074164" y="761237"/>
                  </a:lnTo>
                  <a:lnTo>
                    <a:pt x="2076449" y="761237"/>
                  </a:lnTo>
                  <a:close/>
                </a:path>
                <a:path w="2189479" h="761364">
                  <a:moveTo>
                    <a:pt x="2073402" y="761237"/>
                  </a:moveTo>
                  <a:lnTo>
                    <a:pt x="2073402" y="760475"/>
                  </a:lnTo>
                  <a:lnTo>
                    <a:pt x="2071116" y="760475"/>
                  </a:lnTo>
                  <a:lnTo>
                    <a:pt x="2071116" y="761237"/>
                  </a:lnTo>
                  <a:lnTo>
                    <a:pt x="2073402" y="761237"/>
                  </a:lnTo>
                  <a:close/>
                </a:path>
                <a:path w="2189479" h="761364">
                  <a:moveTo>
                    <a:pt x="2070354" y="761237"/>
                  </a:moveTo>
                  <a:lnTo>
                    <a:pt x="2070354" y="760475"/>
                  </a:lnTo>
                  <a:lnTo>
                    <a:pt x="2068068" y="760475"/>
                  </a:lnTo>
                  <a:lnTo>
                    <a:pt x="2068068" y="761237"/>
                  </a:lnTo>
                  <a:lnTo>
                    <a:pt x="2070354" y="761237"/>
                  </a:lnTo>
                  <a:close/>
                </a:path>
                <a:path w="2189479" h="761364">
                  <a:moveTo>
                    <a:pt x="2067306" y="761237"/>
                  </a:moveTo>
                  <a:lnTo>
                    <a:pt x="2067306" y="760475"/>
                  </a:lnTo>
                  <a:lnTo>
                    <a:pt x="2065020" y="760475"/>
                  </a:lnTo>
                  <a:lnTo>
                    <a:pt x="2065020" y="761237"/>
                  </a:lnTo>
                  <a:lnTo>
                    <a:pt x="2067306" y="761237"/>
                  </a:lnTo>
                  <a:close/>
                </a:path>
                <a:path w="2189479" h="761364">
                  <a:moveTo>
                    <a:pt x="2064258" y="761237"/>
                  </a:moveTo>
                  <a:lnTo>
                    <a:pt x="2064258" y="760475"/>
                  </a:lnTo>
                  <a:lnTo>
                    <a:pt x="2061972" y="760475"/>
                  </a:lnTo>
                  <a:lnTo>
                    <a:pt x="2061972" y="761237"/>
                  </a:lnTo>
                  <a:lnTo>
                    <a:pt x="2064258" y="761237"/>
                  </a:lnTo>
                  <a:close/>
                </a:path>
                <a:path w="2189479" h="761364">
                  <a:moveTo>
                    <a:pt x="2061210" y="761237"/>
                  </a:moveTo>
                  <a:lnTo>
                    <a:pt x="2061210" y="760475"/>
                  </a:lnTo>
                  <a:lnTo>
                    <a:pt x="2058924" y="760475"/>
                  </a:lnTo>
                  <a:lnTo>
                    <a:pt x="2058924" y="761237"/>
                  </a:lnTo>
                  <a:lnTo>
                    <a:pt x="2061210" y="761237"/>
                  </a:lnTo>
                  <a:close/>
                </a:path>
                <a:path w="2189479" h="761364">
                  <a:moveTo>
                    <a:pt x="2058162" y="761237"/>
                  </a:moveTo>
                  <a:lnTo>
                    <a:pt x="2058162" y="760475"/>
                  </a:lnTo>
                  <a:lnTo>
                    <a:pt x="2055876" y="760475"/>
                  </a:lnTo>
                  <a:lnTo>
                    <a:pt x="2055876" y="761237"/>
                  </a:lnTo>
                  <a:lnTo>
                    <a:pt x="2058162" y="761237"/>
                  </a:lnTo>
                  <a:close/>
                </a:path>
                <a:path w="2189479" h="761364">
                  <a:moveTo>
                    <a:pt x="2055114" y="761237"/>
                  </a:moveTo>
                  <a:lnTo>
                    <a:pt x="2055114" y="760475"/>
                  </a:lnTo>
                  <a:lnTo>
                    <a:pt x="2052828" y="760475"/>
                  </a:lnTo>
                  <a:lnTo>
                    <a:pt x="2052828" y="761237"/>
                  </a:lnTo>
                  <a:lnTo>
                    <a:pt x="2055114" y="761237"/>
                  </a:lnTo>
                  <a:close/>
                </a:path>
                <a:path w="2189479" h="761364">
                  <a:moveTo>
                    <a:pt x="2052065" y="761237"/>
                  </a:moveTo>
                  <a:lnTo>
                    <a:pt x="2052065" y="760475"/>
                  </a:lnTo>
                  <a:lnTo>
                    <a:pt x="2049780" y="760475"/>
                  </a:lnTo>
                  <a:lnTo>
                    <a:pt x="2049780" y="761237"/>
                  </a:lnTo>
                  <a:lnTo>
                    <a:pt x="2052065" y="761237"/>
                  </a:lnTo>
                  <a:close/>
                </a:path>
                <a:path w="2189479" h="761364">
                  <a:moveTo>
                    <a:pt x="2049017" y="761237"/>
                  </a:moveTo>
                  <a:lnTo>
                    <a:pt x="2049017" y="760475"/>
                  </a:lnTo>
                  <a:lnTo>
                    <a:pt x="2046732" y="760475"/>
                  </a:lnTo>
                  <a:lnTo>
                    <a:pt x="2046732" y="761237"/>
                  </a:lnTo>
                  <a:lnTo>
                    <a:pt x="2049017" y="761237"/>
                  </a:lnTo>
                  <a:close/>
                </a:path>
                <a:path w="2189479" h="761364">
                  <a:moveTo>
                    <a:pt x="2045969" y="761237"/>
                  </a:moveTo>
                  <a:lnTo>
                    <a:pt x="2045969" y="760475"/>
                  </a:lnTo>
                  <a:lnTo>
                    <a:pt x="2043684" y="760475"/>
                  </a:lnTo>
                  <a:lnTo>
                    <a:pt x="2043684" y="761237"/>
                  </a:lnTo>
                  <a:lnTo>
                    <a:pt x="2045969" y="761237"/>
                  </a:lnTo>
                  <a:close/>
                </a:path>
                <a:path w="2189479" h="761364">
                  <a:moveTo>
                    <a:pt x="2042921" y="761237"/>
                  </a:moveTo>
                  <a:lnTo>
                    <a:pt x="2042921" y="760475"/>
                  </a:lnTo>
                  <a:lnTo>
                    <a:pt x="2040636" y="760475"/>
                  </a:lnTo>
                  <a:lnTo>
                    <a:pt x="2040636" y="761237"/>
                  </a:lnTo>
                  <a:lnTo>
                    <a:pt x="2042921" y="761237"/>
                  </a:lnTo>
                  <a:close/>
                </a:path>
                <a:path w="2189479" h="761364">
                  <a:moveTo>
                    <a:pt x="2039873" y="761237"/>
                  </a:moveTo>
                  <a:lnTo>
                    <a:pt x="2039873" y="760475"/>
                  </a:lnTo>
                  <a:lnTo>
                    <a:pt x="2037588" y="760475"/>
                  </a:lnTo>
                  <a:lnTo>
                    <a:pt x="2037588" y="761237"/>
                  </a:lnTo>
                  <a:lnTo>
                    <a:pt x="2039873" y="761237"/>
                  </a:lnTo>
                  <a:close/>
                </a:path>
                <a:path w="2189479" h="761364">
                  <a:moveTo>
                    <a:pt x="2036826" y="761237"/>
                  </a:moveTo>
                  <a:lnTo>
                    <a:pt x="2036826" y="760475"/>
                  </a:lnTo>
                  <a:lnTo>
                    <a:pt x="2034540" y="760475"/>
                  </a:lnTo>
                  <a:lnTo>
                    <a:pt x="2034540" y="761237"/>
                  </a:lnTo>
                  <a:lnTo>
                    <a:pt x="2036826" y="761237"/>
                  </a:lnTo>
                  <a:close/>
                </a:path>
                <a:path w="2189479" h="761364">
                  <a:moveTo>
                    <a:pt x="2033778" y="761237"/>
                  </a:moveTo>
                  <a:lnTo>
                    <a:pt x="2033778" y="760475"/>
                  </a:lnTo>
                  <a:lnTo>
                    <a:pt x="2031492" y="760475"/>
                  </a:lnTo>
                  <a:lnTo>
                    <a:pt x="2031492" y="761237"/>
                  </a:lnTo>
                  <a:lnTo>
                    <a:pt x="2033778" y="761237"/>
                  </a:lnTo>
                  <a:close/>
                </a:path>
                <a:path w="2189479" h="761364">
                  <a:moveTo>
                    <a:pt x="2030730" y="761237"/>
                  </a:moveTo>
                  <a:lnTo>
                    <a:pt x="2030730" y="760475"/>
                  </a:lnTo>
                  <a:lnTo>
                    <a:pt x="2028444" y="760475"/>
                  </a:lnTo>
                  <a:lnTo>
                    <a:pt x="2028444" y="761237"/>
                  </a:lnTo>
                  <a:lnTo>
                    <a:pt x="2030730" y="761237"/>
                  </a:lnTo>
                  <a:close/>
                </a:path>
                <a:path w="2189479" h="761364">
                  <a:moveTo>
                    <a:pt x="2027682" y="761237"/>
                  </a:moveTo>
                  <a:lnTo>
                    <a:pt x="2027682" y="760475"/>
                  </a:lnTo>
                  <a:lnTo>
                    <a:pt x="2025396" y="760475"/>
                  </a:lnTo>
                  <a:lnTo>
                    <a:pt x="2025396" y="761237"/>
                  </a:lnTo>
                  <a:lnTo>
                    <a:pt x="2027682" y="761237"/>
                  </a:lnTo>
                  <a:close/>
                </a:path>
                <a:path w="2189479" h="761364">
                  <a:moveTo>
                    <a:pt x="2024634" y="761237"/>
                  </a:moveTo>
                  <a:lnTo>
                    <a:pt x="2024634" y="760475"/>
                  </a:lnTo>
                  <a:lnTo>
                    <a:pt x="2022348" y="760475"/>
                  </a:lnTo>
                  <a:lnTo>
                    <a:pt x="2022348" y="761237"/>
                  </a:lnTo>
                  <a:lnTo>
                    <a:pt x="2024634" y="761237"/>
                  </a:lnTo>
                  <a:close/>
                </a:path>
                <a:path w="2189479" h="761364">
                  <a:moveTo>
                    <a:pt x="2021586" y="761237"/>
                  </a:moveTo>
                  <a:lnTo>
                    <a:pt x="2021586" y="760475"/>
                  </a:lnTo>
                  <a:lnTo>
                    <a:pt x="2019300" y="760475"/>
                  </a:lnTo>
                  <a:lnTo>
                    <a:pt x="2019300" y="761237"/>
                  </a:lnTo>
                  <a:lnTo>
                    <a:pt x="2021586" y="761237"/>
                  </a:lnTo>
                  <a:close/>
                </a:path>
                <a:path w="2189479" h="761364">
                  <a:moveTo>
                    <a:pt x="2018538" y="761237"/>
                  </a:moveTo>
                  <a:lnTo>
                    <a:pt x="2018538" y="760475"/>
                  </a:lnTo>
                  <a:lnTo>
                    <a:pt x="2016252" y="760475"/>
                  </a:lnTo>
                  <a:lnTo>
                    <a:pt x="2016252" y="761237"/>
                  </a:lnTo>
                  <a:lnTo>
                    <a:pt x="2018538" y="761237"/>
                  </a:lnTo>
                  <a:close/>
                </a:path>
                <a:path w="2189479" h="761364">
                  <a:moveTo>
                    <a:pt x="2015489" y="761237"/>
                  </a:moveTo>
                  <a:lnTo>
                    <a:pt x="2015489" y="760475"/>
                  </a:lnTo>
                  <a:lnTo>
                    <a:pt x="2013204" y="760475"/>
                  </a:lnTo>
                  <a:lnTo>
                    <a:pt x="2013204" y="761237"/>
                  </a:lnTo>
                  <a:lnTo>
                    <a:pt x="2015489" y="761237"/>
                  </a:lnTo>
                  <a:close/>
                </a:path>
                <a:path w="2189479" h="761364">
                  <a:moveTo>
                    <a:pt x="2012441" y="761237"/>
                  </a:moveTo>
                  <a:lnTo>
                    <a:pt x="2012441" y="760475"/>
                  </a:lnTo>
                  <a:lnTo>
                    <a:pt x="2010156" y="760475"/>
                  </a:lnTo>
                  <a:lnTo>
                    <a:pt x="2010156" y="761237"/>
                  </a:lnTo>
                  <a:lnTo>
                    <a:pt x="2012441" y="761237"/>
                  </a:lnTo>
                  <a:close/>
                </a:path>
                <a:path w="2189479" h="761364">
                  <a:moveTo>
                    <a:pt x="2009393" y="761237"/>
                  </a:moveTo>
                  <a:lnTo>
                    <a:pt x="2009393" y="760475"/>
                  </a:lnTo>
                  <a:lnTo>
                    <a:pt x="2007108" y="760475"/>
                  </a:lnTo>
                  <a:lnTo>
                    <a:pt x="2007108" y="761237"/>
                  </a:lnTo>
                  <a:lnTo>
                    <a:pt x="2009393" y="761237"/>
                  </a:lnTo>
                  <a:close/>
                </a:path>
                <a:path w="2189479" h="761364">
                  <a:moveTo>
                    <a:pt x="2006345" y="761237"/>
                  </a:moveTo>
                  <a:lnTo>
                    <a:pt x="2006345" y="760475"/>
                  </a:lnTo>
                  <a:lnTo>
                    <a:pt x="2004060" y="760475"/>
                  </a:lnTo>
                  <a:lnTo>
                    <a:pt x="2004060" y="761237"/>
                  </a:lnTo>
                  <a:lnTo>
                    <a:pt x="2006345" y="761237"/>
                  </a:lnTo>
                  <a:close/>
                </a:path>
                <a:path w="2189479" h="761364">
                  <a:moveTo>
                    <a:pt x="2003297" y="761237"/>
                  </a:moveTo>
                  <a:lnTo>
                    <a:pt x="2003297" y="760475"/>
                  </a:lnTo>
                  <a:lnTo>
                    <a:pt x="2001012" y="760475"/>
                  </a:lnTo>
                  <a:lnTo>
                    <a:pt x="2001012" y="761237"/>
                  </a:lnTo>
                  <a:lnTo>
                    <a:pt x="2003297" y="761237"/>
                  </a:lnTo>
                  <a:close/>
                </a:path>
                <a:path w="2189479" h="761364">
                  <a:moveTo>
                    <a:pt x="2000249" y="761237"/>
                  </a:moveTo>
                  <a:lnTo>
                    <a:pt x="2000249" y="760475"/>
                  </a:lnTo>
                  <a:lnTo>
                    <a:pt x="1997964" y="760475"/>
                  </a:lnTo>
                  <a:lnTo>
                    <a:pt x="1997964" y="761237"/>
                  </a:lnTo>
                  <a:lnTo>
                    <a:pt x="2000249" y="761237"/>
                  </a:lnTo>
                  <a:close/>
                </a:path>
                <a:path w="2189479" h="761364">
                  <a:moveTo>
                    <a:pt x="1997202" y="761237"/>
                  </a:moveTo>
                  <a:lnTo>
                    <a:pt x="1997202" y="760475"/>
                  </a:lnTo>
                  <a:lnTo>
                    <a:pt x="1994916" y="760475"/>
                  </a:lnTo>
                  <a:lnTo>
                    <a:pt x="1994916" y="761237"/>
                  </a:lnTo>
                  <a:lnTo>
                    <a:pt x="1997202" y="761237"/>
                  </a:lnTo>
                  <a:close/>
                </a:path>
                <a:path w="2189479" h="761364">
                  <a:moveTo>
                    <a:pt x="1994154" y="761237"/>
                  </a:moveTo>
                  <a:lnTo>
                    <a:pt x="1994154" y="760475"/>
                  </a:lnTo>
                  <a:lnTo>
                    <a:pt x="1991868" y="760475"/>
                  </a:lnTo>
                  <a:lnTo>
                    <a:pt x="1991868" y="761237"/>
                  </a:lnTo>
                  <a:lnTo>
                    <a:pt x="1994154" y="761237"/>
                  </a:lnTo>
                  <a:close/>
                </a:path>
                <a:path w="2189479" h="761364">
                  <a:moveTo>
                    <a:pt x="1991106" y="761237"/>
                  </a:moveTo>
                  <a:lnTo>
                    <a:pt x="1991106" y="760475"/>
                  </a:lnTo>
                  <a:lnTo>
                    <a:pt x="1988820" y="760475"/>
                  </a:lnTo>
                  <a:lnTo>
                    <a:pt x="1988820" y="761237"/>
                  </a:lnTo>
                  <a:lnTo>
                    <a:pt x="1991106" y="761237"/>
                  </a:lnTo>
                  <a:close/>
                </a:path>
                <a:path w="2189479" h="761364">
                  <a:moveTo>
                    <a:pt x="1988058" y="761237"/>
                  </a:moveTo>
                  <a:lnTo>
                    <a:pt x="1988058" y="760475"/>
                  </a:lnTo>
                  <a:lnTo>
                    <a:pt x="1985772" y="760475"/>
                  </a:lnTo>
                  <a:lnTo>
                    <a:pt x="1985772" y="761237"/>
                  </a:lnTo>
                  <a:lnTo>
                    <a:pt x="1988058" y="761237"/>
                  </a:lnTo>
                  <a:close/>
                </a:path>
                <a:path w="2189479" h="761364">
                  <a:moveTo>
                    <a:pt x="1985010" y="761237"/>
                  </a:moveTo>
                  <a:lnTo>
                    <a:pt x="1985010" y="760475"/>
                  </a:lnTo>
                  <a:lnTo>
                    <a:pt x="1982724" y="760475"/>
                  </a:lnTo>
                  <a:lnTo>
                    <a:pt x="1982724" y="761237"/>
                  </a:lnTo>
                  <a:lnTo>
                    <a:pt x="1985010" y="761237"/>
                  </a:lnTo>
                  <a:close/>
                </a:path>
                <a:path w="2189479" h="761364">
                  <a:moveTo>
                    <a:pt x="1981962" y="761237"/>
                  </a:moveTo>
                  <a:lnTo>
                    <a:pt x="1981962" y="760475"/>
                  </a:lnTo>
                  <a:lnTo>
                    <a:pt x="1979676" y="760475"/>
                  </a:lnTo>
                  <a:lnTo>
                    <a:pt x="1979676" y="761237"/>
                  </a:lnTo>
                  <a:lnTo>
                    <a:pt x="1981962" y="761237"/>
                  </a:lnTo>
                  <a:close/>
                </a:path>
                <a:path w="2189479" h="761364">
                  <a:moveTo>
                    <a:pt x="1978914" y="761237"/>
                  </a:moveTo>
                  <a:lnTo>
                    <a:pt x="1978914" y="760475"/>
                  </a:lnTo>
                  <a:lnTo>
                    <a:pt x="1976628" y="760475"/>
                  </a:lnTo>
                  <a:lnTo>
                    <a:pt x="1976628" y="761237"/>
                  </a:lnTo>
                  <a:lnTo>
                    <a:pt x="1978914" y="761237"/>
                  </a:lnTo>
                  <a:close/>
                </a:path>
                <a:path w="2189479" h="761364">
                  <a:moveTo>
                    <a:pt x="1975865" y="761237"/>
                  </a:moveTo>
                  <a:lnTo>
                    <a:pt x="1975865" y="760475"/>
                  </a:lnTo>
                  <a:lnTo>
                    <a:pt x="1973580" y="760475"/>
                  </a:lnTo>
                  <a:lnTo>
                    <a:pt x="1973580" y="761237"/>
                  </a:lnTo>
                  <a:lnTo>
                    <a:pt x="1975865" y="761237"/>
                  </a:lnTo>
                  <a:close/>
                </a:path>
                <a:path w="2189479" h="761364">
                  <a:moveTo>
                    <a:pt x="1972817" y="761237"/>
                  </a:moveTo>
                  <a:lnTo>
                    <a:pt x="1972817" y="760475"/>
                  </a:lnTo>
                  <a:lnTo>
                    <a:pt x="1970532" y="760475"/>
                  </a:lnTo>
                  <a:lnTo>
                    <a:pt x="1970532" y="761237"/>
                  </a:lnTo>
                  <a:lnTo>
                    <a:pt x="1972817" y="761237"/>
                  </a:lnTo>
                  <a:close/>
                </a:path>
                <a:path w="2189479" h="761364">
                  <a:moveTo>
                    <a:pt x="1969769" y="761237"/>
                  </a:moveTo>
                  <a:lnTo>
                    <a:pt x="1969769" y="760475"/>
                  </a:lnTo>
                  <a:lnTo>
                    <a:pt x="1967484" y="760475"/>
                  </a:lnTo>
                  <a:lnTo>
                    <a:pt x="1967484" y="761237"/>
                  </a:lnTo>
                  <a:lnTo>
                    <a:pt x="1969769" y="761237"/>
                  </a:lnTo>
                  <a:close/>
                </a:path>
                <a:path w="2189479" h="761364">
                  <a:moveTo>
                    <a:pt x="1966721" y="761237"/>
                  </a:moveTo>
                  <a:lnTo>
                    <a:pt x="1966721" y="760475"/>
                  </a:lnTo>
                  <a:lnTo>
                    <a:pt x="1964436" y="760475"/>
                  </a:lnTo>
                  <a:lnTo>
                    <a:pt x="1964436" y="761237"/>
                  </a:lnTo>
                  <a:lnTo>
                    <a:pt x="1966721" y="761237"/>
                  </a:lnTo>
                  <a:close/>
                </a:path>
                <a:path w="2189479" h="761364">
                  <a:moveTo>
                    <a:pt x="1963673" y="761237"/>
                  </a:moveTo>
                  <a:lnTo>
                    <a:pt x="1963673" y="760475"/>
                  </a:lnTo>
                  <a:lnTo>
                    <a:pt x="1961388" y="760475"/>
                  </a:lnTo>
                  <a:lnTo>
                    <a:pt x="1961388" y="761237"/>
                  </a:lnTo>
                  <a:lnTo>
                    <a:pt x="1963673" y="761237"/>
                  </a:lnTo>
                  <a:close/>
                </a:path>
                <a:path w="2189479" h="761364">
                  <a:moveTo>
                    <a:pt x="1960626" y="761237"/>
                  </a:moveTo>
                  <a:lnTo>
                    <a:pt x="1960626" y="760475"/>
                  </a:lnTo>
                  <a:lnTo>
                    <a:pt x="1958340" y="760475"/>
                  </a:lnTo>
                  <a:lnTo>
                    <a:pt x="1958340" y="761237"/>
                  </a:lnTo>
                  <a:lnTo>
                    <a:pt x="1960626" y="761237"/>
                  </a:lnTo>
                  <a:close/>
                </a:path>
                <a:path w="2189479" h="761364">
                  <a:moveTo>
                    <a:pt x="1957578" y="761237"/>
                  </a:moveTo>
                  <a:lnTo>
                    <a:pt x="1957578" y="760475"/>
                  </a:lnTo>
                  <a:lnTo>
                    <a:pt x="1955292" y="760475"/>
                  </a:lnTo>
                  <a:lnTo>
                    <a:pt x="1955292" y="761237"/>
                  </a:lnTo>
                  <a:lnTo>
                    <a:pt x="1957578" y="761237"/>
                  </a:lnTo>
                  <a:close/>
                </a:path>
                <a:path w="2189479" h="761364">
                  <a:moveTo>
                    <a:pt x="1954530" y="761237"/>
                  </a:moveTo>
                  <a:lnTo>
                    <a:pt x="1954530" y="760475"/>
                  </a:lnTo>
                  <a:lnTo>
                    <a:pt x="1952244" y="760475"/>
                  </a:lnTo>
                  <a:lnTo>
                    <a:pt x="1952244" y="761237"/>
                  </a:lnTo>
                  <a:lnTo>
                    <a:pt x="1954530" y="761237"/>
                  </a:lnTo>
                  <a:close/>
                </a:path>
                <a:path w="2189479" h="761364">
                  <a:moveTo>
                    <a:pt x="1950719" y="761237"/>
                  </a:moveTo>
                  <a:lnTo>
                    <a:pt x="1950719" y="760475"/>
                  </a:lnTo>
                  <a:lnTo>
                    <a:pt x="1948434" y="760475"/>
                  </a:lnTo>
                  <a:lnTo>
                    <a:pt x="1948434" y="761237"/>
                  </a:lnTo>
                  <a:lnTo>
                    <a:pt x="1950719" y="761237"/>
                  </a:lnTo>
                  <a:close/>
                </a:path>
                <a:path w="2189479" h="761364">
                  <a:moveTo>
                    <a:pt x="1947671" y="761237"/>
                  </a:moveTo>
                  <a:lnTo>
                    <a:pt x="1947671" y="760475"/>
                  </a:lnTo>
                  <a:lnTo>
                    <a:pt x="1945386" y="760475"/>
                  </a:lnTo>
                  <a:lnTo>
                    <a:pt x="1945386" y="761237"/>
                  </a:lnTo>
                  <a:lnTo>
                    <a:pt x="1947671" y="761237"/>
                  </a:lnTo>
                  <a:close/>
                </a:path>
                <a:path w="2189479" h="761364">
                  <a:moveTo>
                    <a:pt x="1944623" y="761237"/>
                  </a:moveTo>
                  <a:lnTo>
                    <a:pt x="1944623" y="760475"/>
                  </a:lnTo>
                  <a:lnTo>
                    <a:pt x="1942338" y="760475"/>
                  </a:lnTo>
                  <a:lnTo>
                    <a:pt x="1942338" y="761237"/>
                  </a:lnTo>
                  <a:lnTo>
                    <a:pt x="1944623" y="761237"/>
                  </a:lnTo>
                  <a:close/>
                </a:path>
                <a:path w="2189479" h="761364">
                  <a:moveTo>
                    <a:pt x="1941576" y="761237"/>
                  </a:moveTo>
                  <a:lnTo>
                    <a:pt x="1941576" y="760475"/>
                  </a:lnTo>
                  <a:lnTo>
                    <a:pt x="1939290" y="760475"/>
                  </a:lnTo>
                  <a:lnTo>
                    <a:pt x="1939290" y="761237"/>
                  </a:lnTo>
                  <a:lnTo>
                    <a:pt x="1941576" y="761237"/>
                  </a:lnTo>
                  <a:close/>
                </a:path>
                <a:path w="2189479" h="761364">
                  <a:moveTo>
                    <a:pt x="1938528" y="761237"/>
                  </a:moveTo>
                  <a:lnTo>
                    <a:pt x="1938528" y="760475"/>
                  </a:lnTo>
                  <a:lnTo>
                    <a:pt x="1936242" y="760475"/>
                  </a:lnTo>
                  <a:lnTo>
                    <a:pt x="1936242" y="761237"/>
                  </a:lnTo>
                  <a:lnTo>
                    <a:pt x="1938528" y="761237"/>
                  </a:lnTo>
                  <a:close/>
                </a:path>
                <a:path w="2189479" h="761364">
                  <a:moveTo>
                    <a:pt x="1935480" y="761237"/>
                  </a:moveTo>
                  <a:lnTo>
                    <a:pt x="1935480" y="760475"/>
                  </a:lnTo>
                  <a:lnTo>
                    <a:pt x="1933194" y="760475"/>
                  </a:lnTo>
                  <a:lnTo>
                    <a:pt x="1933194" y="761237"/>
                  </a:lnTo>
                  <a:lnTo>
                    <a:pt x="1935480" y="761237"/>
                  </a:lnTo>
                  <a:close/>
                </a:path>
                <a:path w="2189479" h="761364">
                  <a:moveTo>
                    <a:pt x="1932432" y="761237"/>
                  </a:moveTo>
                  <a:lnTo>
                    <a:pt x="1932432" y="760475"/>
                  </a:lnTo>
                  <a:lnTo>
                    <a:pt x="1930146" y="760475"/>
                  </a:lnTo>
                  <a:lnTo>
                    <a:pt x="1930146" y="761237"/>
                  </a:lnTo>
                  <a:lnTo>
                    <a:pt x="1932432" y="761237"/>
                  </a:lnTo>
                  <a:close/>
                </a:path>
                <a:path w="2189479" h="761364">
                  <a:moveTo>
                    <a:pt x="1929384" y="761237"/>
                  </a:moveTo>
                  <a:lnTo>
                    <a:pt x="1929384" y="760475"/>
                  </a:lnTo>
                  <a:lnTo>
                    <a:pt x="1927098" y="760475"/>
                  </a:lnTo>
                  <a:lnTo>
                    <a:pt x="1927098" y="761237"/>
                  </a:lnTo>
                  <a:lnTo>
                    <a:pt x="1929384" y="761237"/>
                  </a:lnTo>
                  <a:close/>
                </a:path>
                <a:path w="2189479" h="761364">
                  <a:moveTo>
                    <a:pt x="1926336" y="761237"/>
                  </a:moveTo>
                  <a:lnTo>
                    <a:pt x="1926336" y="760475"/>
                  </a:lnTo>
                  <a:lnTo>
                    <a:pt x="1924050" y="760475"/>
                  </a:lnTo>
                  <a:lnTo>
                    <a:pt x="1924050" y="761237"/>
                  </a:lnTo>
                  <a:lnTo>
                    <a:pt x="1926336" y="761237"/>
                  </a:lnTo>
                  <a:close/>
                </a:path>
                <a:path w="2189479" h="761364">
                  <a:moveTo>
                    <a:pt x="1923288" y="761237"/>
                  </a:moveTo>
                  <a:lnTo>
                    <a:pt x="1923288" y="760475"/>
                  </a:lnTo>
                  <a:lnTo>
                    <a:pt x="1921002" y="760475"/>
                  </a:lnTo>
                  <a:lnTo>
                    <a:pt x="1921002" y="761237"/>
                  </a:lnTo>
                  <a:lnTo>
                    <a:pt x="1923288" y="761237"/>
                  </a:lnTo>
                  <a:close/>
                </a:path>
                <a:path w="2189479" h="761364">
                  <a:moveTo>
                    <a:pt x="1920239" y="761237"/>
                  </a:moveTo>
                  <a:lnTo>
                    <a:pt x="1920239" y="760475"/>
                  </a:lnTo>
                  <a:lnTo>
                    <a:pt x="1917954" y="760475"/>
                  </a:lnTo>
                  <a:lnTo>
                    <a:pt x="1917954" y="761237"/>
                  </a:lnTo>
                  <a:lnTo>
                    <a:pt x="1920239" y="761237"/>
                  </a:lnTo>
                  <a:close/>
                </a:path>
                <a:path w="2189479" h="761364">
                  <a:moveTo>
                    <a:pt x="1917191" y="761237"/>
                  </a:moveTo>
                  <a:lnTo>
                    <a:pt x="1917191" y="760475"/>
                  </a:lnTo>
                  <a:lnTo>
                    <a:pt x="1914906" y="760475"/>
                  </a:lnTo>
                  <a:lnTo>
                    <a:pt x="1914906" y="761237"/>
                  </a:lnTo>
                  <a:lnTo>
                    <a:pt x="1917191" y="761237"/>
                  </a:lnTo>
                  <a:close/>
                </a:path>
                <a:path w="2189479" h="761364">
                  <a:moveTo>
                    <a:pt x="1914143" y="761237"/>
                  </a:moveTo>
                  <a:lnTo>
                    <a:pt x="1914143" y="760475"/>
                  </a:lnTo>
                  <a:lnTo>
                    <a:pt x="1911858" y="760475"/>
                  </a:lnTo>
                  <a:lnTo>
                    <a:pt x="1911858" y="761237"/>
                  </a:lnTo>
                  <a:lnTo>
                    <a:pt x="1914143" y="761237"/>
                  </a:lnTo>
                  <a:close/>
                </a:path>
                <a:path w="2189479" h="761364">
                  <a:moveTo>
                    <a:pt x="1911095" y="761237"/>
                  </a:moveTo>
                  <a:lnTo>
                    <a:pt x="1911095" y="760475"/>
                  </a:lnTo>
                  <a:lnTo>
                    <a:pt x="1908809" y="760475"/>
                  </a:lnTo>
                  <a:lnTo>
                    <a:pt x="1908809" y="761237"/>
                  </a:lnTo>
                  <a:lnTo>
                    <a:pt x="1911095" y="761237"/>
                  </a:lnTo>
                  <a:close/>
                </a:path>
                <a:path w="2189479" h="761364">
                  <a:moveTo>
                    <a:pt x="1908048" y="761237"/>
                  </a:moveTo>
                  <a:lnTo>
                    <a:pt x="1908048" y="760475"/>
                  </a:lnTo>
                  <a:lnTo>
                    <a:pt x="1905762" y="760475"/>
                  </a:lnTo>
                  <a:lnTo>
                    <a:pt x="1905762" y="761237"/>
                  </a:lnTo>
                  <a:lnTo>
                    <a:pt x="1908048" y="761237"/>
                  </a:lnTo>
                  <a:close/>
                </a:path>
                <a:path w="2189479" h="761364">
                  <a:moveTo>
                    <a:pt x="1905000" y="761237"/>
                  </a:moveTo>
                  <a:lnTo>
                    <a:pt x="1905000" y="760475"/>
                  </a:lnTo>
                  <a:lnTo>
                    <a:pt x="1902714" y="760475"/>
                  </a:lnTo>
                  <a:lnTo>
                    <a:pt x="1902714" y="761237"/>
                  </a:lnTo>
                  <a:lnTo>
                    <a:pt x="1905000" y="761237"/>
                  </a:lnTo>
                  <a:close/>
                </a:path>
                <a:path w="2189479" h="761364">
                  <a:moveTo>
                    <a:pt x="1901952" y="761237"/>
                  </a:moveTo>
                  <a:lnTo>
                    <a:pt x="1901952" y="760475"/>
                  </a:lnTo>
                  <a:lnTo>
                    <a:pt x="1899665" y="760475"/>
                  </a:lnTo>
                  <a:lnTo>
                    <a:pt x="1899665" y="761237"/>
                  </a:lnTo>
                  <a:lnTo>
                    <a:pt x="1901952" y="761237"/>
                  </a:lnTo>
                  <a:close/>
                </a:path>
                <a:path w="2189479" h="761364">
                  <a:moveTo>
                    <a:pt x="1898903" y="761237"/>
                  </a:moveTo>
                  <a:lnTo>
                    <a:pt x="1898903" y="760475"/>
                  </a:lnTo>
                  <a:lnTo>
                    <a:pt x="1896617" y="760475"/>
                  </a:lnTo>
                  <a:lnTo>
                    <a:pt x="1896617" y="761237"/>
                  </a:lnTo>
                  <a:lnTo>
                    <a:pt x="1898903" y="761237"/>
                  </a:lnTo>
                  <a:close/>
                </a:path>
                <a:path w="2189479" h="761364">
                  <a:moveTo>
                    <a:pt x="1895855" y="761237"/>
                  </a:moveTo>
                  <a:lnTo>
                    <a:pt x="1895855" y="760475"/>
                  </a:lnTo>
                  <a:lnTo>
                    <a:pt x="1893569" y="760475"/>
                  </a:lnTo>
                  <a:lnTo>
                    <a:pt x="1893569" y="761237"/>
                  </a:lnTo>
                  <a:lnTo>
                    <a:pt x="1895855" y="761237"/>
                  </a:lnTo>
                  <a:close/>
                </a:path>
                <a:path w="2189479" h="761364">
                  <a:moveTo>
                    <a:pt x="1892808" y="761237"/>
                  </a:moveTo>
                  <a:lnTo>
                    <a:pt x="1892808" y="760475"/>
                  </a:lnTo>
                  <a:lnTo>
                    <a:pt x="1890522" y="760475"/>
                  </a:lnTo>
                  <a:lnTo>
                    <a:pt x="1890522" y="761237"/>
                  </a:lnTo>
                  <a:lnTo>
                    <a:pt x="1892808" y="761237"/>
                  </a:lnTo>
                  <a:close/>
                </a:path>
                <a:path w="2189479" h="761364">
                  <a:moveTo>
                    <a:pt x="1889760" y="761237"/>
                  </a:moveTo>
                  <a:lnTo>
                    <a:pt x="1889760" y="760475"/>
                  </a:lnTo>
                  <a:lnTo>
                    <a:pt x="1887474" y="760475"/>
                  </a:lnTo>
                  <a:lnTo>
                    <a:pt x="1887474" y="761237"/>
                  </a:lnTo>
                  <a:lnTo>
                    <a:pt x="1889760" y="761237"/>
                  </a:lnTo>
                  <a:close/>
                </a:path>
                <a:path w="2189479" h="761364">
                  <a:moveTo>
                    <a:pt x="1886712" y="761237"/>
                  </a:moveTo>
                  <a:lnTo>
                    <a:pt x="1886712" y="760475"/>
                  </a:lnTo>
                  <a:lnTo>
                    <a:pt x="1884426" y="760475"/>
                  </a:lnTo>
                  <a:lnTo>
                    <a:pt x="1884426" y="761237"/>
                  </a:lnTo>
                  <a:lnTo>
                    <a:pt x="1886712" y="761237"/>
                  </a:lnTo>
                  <a:close/>
                </a:path>
                <a:path w="2189479" h="761364">
                  <a:moveTo>
                    <a:pt x="1883664" y="761237"/>
                  </a:moveTo>
                  <a:lnTo>
                    <a:pt x="1883664" y="760475"/>
                  </a:lnTo>
                  <a:lnTo>
                    <a:pt x="1881377" y="760475"/>
                  </a:lnTo>
                  <a:lnTo>
                    <a:pt x="1881377" y="761237"/>
                  </a:lnTo>
                  <a:lnTo>
                    <a:pt x="1883664" y="761237"/>
                  </a:lnTo>
                  <a:close/>
                </a:path>
                <a:path w="2189479" h="761364">
                  <a:moveTo>
                    <a:pt x="1880615" y="761237"/>
                  </a:moveTo>
                  <a:lnTo>
                    <a:pt x="1880615" y="760475"/>
                  </a:lnTo>
                  <a:lnTo>
                    <a:pt x="1878329" y="760475"/>
                  </a:lnTo>
                  <a:lnTo>
                    <a:pt x="1878329" y="761237"/>
                  </a:lnTo>
                  <a:lnTo>
                    <a:pt x="1880615" y="761237"/>
                  </a:lnTo>
                  <a:close/>
                </a:path>
                <a:path w="2189479" h="761364">
                  <a:moveTo>
                    <a:pt x="1877567" y="761237"/>
                  </a:moveTo>
                  <a:lnTo>
                    <a:pt x="1877567" y="760475"/>
                  </a:lnTo>
                  <a:lnTo>
                    <a:pt x="1875281" y="760475"/>
                  </a:lnTo>
                  <a:lnTo>
                    <a:pt x="1875281" y="761237"/>
                  </a:lnTo>
                  <a:lnTo>
                    <a:pt x="1877567" y="761237"/>
                  </a:lnTo>
                  <a:close/>
                </a:path>
                <a:path w="2189479" h="761364">
                  <a:moveTo>
                    <a:pt x="1874520" y="761237"/>
                  </a:moveTo>
                  <a:lnTo>
                    <a:pt x="1874520" y="760475"/>
                  </a:lnTo>
                  <a:lnTo>
                    <a:pt x="1872234" y="760475"/>
                  </a:lnTo>
                  <a:lnTo>
                    <a:pt x="1872234" y="761237"/>
                  </a:lnTo>
                  <a:lnTo>
                    <a:pt x="1874520" y="761237"/>
                  </a:lnTo>
                  <a:close/>
                </a:path>
                <a:path w="2189479" h="761364">
                  <a:moveTo>
                    <a:pt x="1871472" y="761237"/>
                  </a:moveTo>
                  <a:lnTo>
                    <a:pt x="1871472" y="760475"/>
                  </a:lnTo>
                  <a:lnTo>
                    <a:pt x="1869186" y="760475"/>
                  </a:lnTo>
                  <a:lnTo>
                    <a:pt x="1869186" y="761237"/>
                  </a:lnTo>
                  <a:lnTo>
                    <a:pt x="1871472" y="761237"/>
                  </a:lnTo>
                  <a:close/>
                </a:path>
                <a:path w="2189479" h="761364">
                  <a:moveTo>
                    <a:pt x="1868424" y="761237"/>
                  </a:moveTo>
                  <a:lnTo>
                    <a:pt x="1868424" y="760475"/>
                  </a:lnTo>
                  <a:lnTo>
                    <a:pt x="1866138" y="760475"/>
                  </a:lnTo>
                  <a:lnTo>
                    <a:pt x="1866138" y="761237"/>
                  </a:lnTo>
                  <a:lnTo>
                    <a:pt x="1868424" y="761237"/>
                  </a:lnTo>
                  <a:close/>
                </a:path>
                <a:path w="2189479" h="761364">
                  <a:moveTo>
                    <a:pt x="1865376" y="761237"/>
                  </a:moveTo>
                  <a:lnTo>
                    <a:pt x="1865376" y="760475"/>
                  </a:lnTo>
                  <a:lnTo>
                    <a:pt x="1863089" y="760475"/>
                  </a:lnTo>
                  <a:lnTo>
                    <a:pt x="1863089" y="761237"/>
                  </a:lnTo>
                  <a:lnTo>
                    <a:pt x="1865376" y="761237"/>
                  </a:lnTo>
                  <a:close/>
                </a:path>
                <a:path w="2189479" h="761364">
                  <a:moveTo>
                    <a:pt x="1862327" y="761237"/>
                  </a:moveTo>
                  <a:lnTo>
                    <a:pt x="1862327" y="760475"/>
                  </a:lnTo>
                  <a:lnTo>
                    <a:pt x="1860041" y="760475"/>
                  </a:lnTo>
                  <a:lnTo>
                    <a:pt x="1860041" y="761237"/>
                  </a:lnTo>
                  <a:lnTo>
                    <a:pt x="1862327" y="761237"/>
                  </a:lnTo>
                  <a:close/>
                </a:path>
                <a:path w="2189479" h="761364">
                  <a:moveTo>
                    <a:pt x="1859279" y="761237"/>
                  </a:moveTo>
                  <a:lnTo>
                    <a:pt x="1859279" y="760475"/>
                  </a:lnTo>
                  <a:lnTo>
                    <a:pt x="1856993" y="760475"/>
                  </a:lnTo>
                  <a:lnTo>
                    <a:pt x="1856993" y="761237"/>
                  </a:lnTo>
                  <a:lnTo>
                    <a:pt x="1859279" y="761237"/>
                  </a:lnTo>
                  <a:close/>
                </a:path>
                <a:path w="2189479" h="761364">
                  <a:moveTo>
                    <a:pt x="1856232" y="761237"/>
                  </a:moveTo>
                  <a:lnTo>
                    <a:pt x="1856232" y="760475"/>
                  </a:lnTo>
                  <a:lnTo>
                    <a:pt x="1853946" y="760475"/>
                  </a:lnTo>
                  <a:lnTo>
                    <a:pt x="1853946" y="761237"/>
                  </a:lnTo>
                  <a:lnTo>
                    <a:pt x="1856232" y="761237"/>
                  </a:lnTo>
                  <a:close/>
                </a:path>
                <a:path w="2189479" h="761364">
                  <a:moveTo>
                    <a:pt x="1853184" y="761237"/>
                  </a:moveTo>
                  <a:lnTo>
                    <a:pt x="1853184" y="760475"/>
                  </a:lnTo>
                  <a:lnTo>
                    <a:pt x="1850898" y="760475"/>
                  </a:lnTo>
                  <a:lnTo>
                    <a:pt x="1850898" y="761237"/>
                  </a:lnTo>
                  <a:lnTo>
                    <a:pt x="1853184" y="761237"/>
                  </a:lnTo>
                  <a:close/>
                </a:path>
                <a:path w="2189479" h="761364">
                  <a:moveTo>
                    <a:pt x="1850136" y="761237"/>
                  </a:moveTo>
                  <a:lnTo>
                    <a:pt x="1850136" y="760475"/>
                  </a:lnTo>
                  <a:lnTo>
                    <a:pt x="1847850" y="760475"/>
                  </a:lnTo>
                  <a:lnTo>
                    <a:pt x="1847850" y="761237"/>
                  </a:lnTo>
                  <a:lnTo>
                    <a:pt x="1850136" y="761237"/>
                  </a:lnTo>
                  <a:close/>
                </a:path>
                <a:path w="2189479" h="761364">
                  <a:moveTo>
                    <a:pt x="1847088" y="761237"/>
                  </a:moveTo>
                  <a:lnTo>
                    <a:pt x="1847088" y="760475"/>
                  </a:lnTo>
                  <a:lnTo>
                    <a:pt x="1844802" y="760475"/>
                  </a:lnTo>
                  <a:lnTo>
                    <a:pt x="1844802" y="761237"/>
                  </a:lnTo>
                  <a:lnTo>
                    <a:pt x="1847088" y="761237"/>
                  </a:lnTo>
                  <a:close/>
                </a:path>
                <a:path w="2189479" h="761364">
                  <a:moveTo>
                    <a:pt x="1844039" y="761237"/>
                  </a:moveTo>
                  <a:lnTo>
                    <a:pt x="1844039" y="760475"/>
                  </a:lnTo>
                  <a:lnTo>
                    <a:pt x="1841753" y="760475"/>
                  </a:lnTo>
                  <a:lnTo>
                    <a:pt x="1841753" y="761237"/>
                  </a:lnTo>
                  <a:lnTo>
                    <a:pt x="1844039" y="761237"/>
                  </a:lnTo>
                  <a:close/>
                </a:path>
                <a:path w="2189479" h="761364">
                  <a:moveTo>
                    <a:pt x="1840991" y="761237"/>
                  </a:moveTo>
                  <a:lnTo>
                    <a:pt x="1840991" y="760475"/>
                  </a:lnTo>
                  <a:lnTo>
                    <a:pt x="1838705" y="760475"/>
                  </a:lnTo>
                  <a:lnTo>
                    <a:pt x="1838705" y="761237"/>
                  </a:lnTo>
                  <a:lnTo>
                    <a:pt x="1840991" y="761237"/>
                  </a:lnTo>
                  <a:close/>
                </a:path>
                <a:path w="2189479" h="761364">
                  <a:moveTo>
                    <a:pt x="1837943" y="761237"/>
                  </a:moveTo>
                  <a:lnTo>
                    <a:pt x="1837943" y="760475"/>
                  </a:lnTo>
                  <a:lnTo>
                    <a:pt x="1835657" y="760475"/>
                  </a:lnTo>
                  <a:lnTo>
                    <a:pt x="1835657" y="761237"/>
                  </a:lnTo>
                  <a:lnTo>
                    <a:pt x="1837943" y="761237"/>
                  </a:lnTo>
                  <a:close/>
                </a:path>
                <a:path w="2189479" h="761364">
                  <a:moveTo>
                    <a:pt x="1834896" y="761237"/>
                  </a:moveTo>
                  <a:lnTo>
                    <a:pt x="1834896" y="760475"/>
                  </a:lnTo>
                  <a:lnTo>
                    <a:pt x="1832610" y="760475"/>
                  </a:lnTo>
                  <a:lnTo>
                    <a:pt x="1832610" y="761237"/>
                  </a:lnTo>
                  <a:lnTo>
                    <a:pt x="1834896" y="761237"/>
                  </a:lnTo>
                  <a:close/>
                </a:path>
                <a:path w="2189479" h="761364">
                  <a:moveTo>
                    <a:pt x="1831848" y="761237"/>
                  </a:moveTo>
                  <a:lnTo>
                    <a:pt x="1831848" y="760475"/>
                  </a:lnTo>
                  <a:lnTo>
                    <a:pt x="1829562" y="760475"/>
                  </a:lnTo>
                  <a:lnTo>
                    <a:pt x="1829562" y="761237"/>
                  </a:lnTo>
                  <a:lnTo>
                    <a:pt x="1831848" y="761237"/>
                  </a:lnTo>
                  <a:close/>
                </a:path>
                <a:path w="2189479" h="761364">
                  <a:moveTo>
                    <a:pt x="1828800" y="761237"/>
                  </a:moveTo>
                  <a:lnTo>
                    <a:pt x="1828800" y="760475"/>
                  </a:lnTo>
                  <a:lnTo>
                    <a:pt x="1826514" y="760475"/>
                  </a:lnTo>
                  <a:lnTo>
                    <a:pt x="1826514" y="761237"/>
                  </a:lnTo>
                  <a:lnTo>
                    <a:pt x="1828800" y="761237"/>
                  </a:lnTo>
                  <a:close/>
                </a:path>
                <a:path w="2189479" h="761364">
                  <a:moveTo>
                    <a:pt x="1825752" y="761237"/>
                  </a:moveTo>
                  <a:lnTo>
                    <a:pt x="1825752" y="760475"/>
                  </a:lnTo>
                  <a:lnTo>
                    <a:pt x="1823465" y="760475"/>
                  </a:lnTo>
                  <a:lnTo>
                    <a:pt x="1823465" y="761237"/>
                  </a:lnTo>
                  <a:lnTo>
                    <a:pt x="1825752" y="761237"/>
                  </a:lnTo>
                  <a:close/>
                </a:path>
                <a:path w="2189479" h="761364">
                  <a:moveTo>
                    <a:pt x="1822703" y="761237"/>
                  </a:moveTo>
                  <a:lnTo>
                    <a:pt x="1822703" y="760475"/>
                  </a:lnTo>
                  <a:lnTo>
                    <a:pt x="1820417" y="760475"/>
                  </a:lnTo>
                  <a:lnTo>
                    <a:pt x="1820417" y="761237"/>
                  </a:lnTo>
                  <a:lnTo>
                    <a:pt x="1822703" y="761237"/>
                  </a:lnTo>
                  <a:close/>
                </a:path>
                <a:path w="2189479" h="761364">
                  <a:moveTo>
                    <a:pt x="1819655" y="761237"/>
                  </a:moveTo>
                  <a:lnTo>
                    <a:pt x="1819655" y="760475"/>
                  </a:lnTo>
                  <a:lnTo>
                    <a:pt x="1817369" y="760475"/>
                  </a:lnTo>
                  <a:lnTo>
                    <a:pt x="1817369" y="761237"/>
                  </a:lnTo>
                  <a:lnTo>
                    <a:pt x="1819655" y="761237"/>
                  </a:lnTo>
                  <a:close/>
                </a:path>
                <a:path w="2189479" h="761364">
                  <a:moveTo>
                    <a:pt x="1816608" y="761237"/>
                  </a:moveTo>
                  <a:lnTo>
                    <a:pt x="1816608" y="760475"/>
                  </a:lnTo>
                  <a:lnTo>
                    <a:pt x="1814322" y="760475"/>
                  </a:lnTo>
                  <a:lnTo>
                    <a:pt x="1814322" y="761237"/>
                  </a:lnTo>
                  <a:lnTo>
                    <a:pt x="1816608" y="761237"/>
                  </a:lnTo>
                  <a:close/>
                </a:path>
                <a:path w="2189479" h="761364">
                  <a:moveTo>
                    <a:pt x="1813560" y="761237"/>
                  </a:moveTo>
                  <a:lnTo>
                    <a:pt x="1813560" y="760475"/>
                  </a:lnTo>
                  <a:lnTo>
                    <a:pt x="1811274" y="760475"/>
                  </a:lnTo>
                  <a:lnTo>
                    <a:pt x="1811274" y="761237"/>
                  </a:lnTo>
                  <a:lnTo>
                    <a:pt x="1813560" y="761237"/>
                  </a:lnTo>
                  <a:close/>
                </a:path>
                <a:path w="2189479" h="761364">
                  <a:moveTo>
                    <a:pt x="1810512" y="761237"/>
                  </a:moveTo>
                  <a:lnTo>
                    <a:pt x="1810512" y="760475"/>
                  </a:lnTo>
                  <a:lnTo>
                    <a:pt x="1808226" y="760475"/>
                  </a:lnTo>
                  <a:lnTo>
                    <a:pt x="1808226" y="761237"/>
                  </a:lnTo>
                  <a:lnTo>
                    <a:pt x="1810512" y="761237"/>
                  </a:lnTo>
                  <a:close/>
                </a:path>
                <a:path w="2189479" h="761364">
                  <a:moveTo>
                    <a:pt x="1807464" y="761237"/>
                  </a:moveTo>
                  <a:lnTo>
                    <a:pt x="1807464" y="760475"/>
                  </a:lnTo>
                  <a:lnTo>
                    <a:pt x="1805177" y="760475"/>
                  </a:lnTo>
                  <a:lnTo>
                    <a:pt x="1805177" y="761237"/>
                  </a:lnTo>
                  <a:lnTo>
                    <a:pt x="1807464" y="761237"/>
                  </a:lnTo>
                  <a:close/>
                </a:path>
                <a:path w="2189479" h="761364">
                  <a:moveTo>
                    <a:pt x="1804415" y="761237"/>
                  </a:moveTo>
                  <a:lnTo>
                    <a:pt x="1804415" y="760475"/>
                  </a:lnTo>
                  <a:lnTo>
                    <a:pt x="1802129" y="760475"/>
                  </a:lnTo>
                  <a:lnTo>
                    <a:pt x="1802129" y="761237"/>
                  </a:lnTo>
                  <a:lnTo>
                    <a:pt x="1804415" y="761237"/>
                  </a:lnTo>
                  <a:close/>
                </a:path>
                <a:path w="2189479" h="761364">
                  <a:moveTo>
                    <a:pt x="1801367" y="761237"/>
                  </a:moveTo>
                  <a:lnTo>
                    <a:pt x="1801367" y="760475"/>
                  </a:lnTo>
                  <a:lnTo>
                    <a:pt x="1799081" y="760475"/>
                  </a:lnTo>
                  <a:lnTo>
                    <a:pt x="1799081" y="761237"/>
                  </a:lnTo>
                  <a:lnTo>
                    <a:pt x="1801367" y="761237"/>
                  </a:lnTo>
                  <a:close/>
                </a:path>
                <a:path w="2189479" h="761364">
                  <a:moveTo>
                    <a:pt x="1798320" y="761237"/>
                  </a:moveTo>
                  <a:lnTo>
                    <a:pt x="1798320" y="760475"/>
                  </a:lnTo>
                  <a:lnTo>
                    <a:pt x="1796034" y="760475"/>
                  </a:lnTo>
                  <a:lnTo>
                    <a:pt x="1796034" y="761237"/>
                  </a:lnTo>
                  <a:lnTo>
                    <a:pt x="1798320" y="761237"/>
                  </a:lnTo>
                  <a:close/>
                </a:path>
                <a:path w="2189479" h="761364">
                  <a:moveTo>
                    <a:pt x="1795272" y="761237"/>
                  </a:moveTo>
                  <a:lnTo>
                    <a:pt x="1795272" y="760475"/>
                  </a:lnTo>
                  <a:lnTo>
                    <a:pt x="1792986" y="760475"/>
                  </a:lnTo>
                  <a:lnTo>
                    <a:pt x="1792986" y="761237"/>
                  </a:lnTo>
                  <a:lnTo>
                    <a:pt x="1795272" y="761237"/>
                  </a:lnTo>
                  <a:close/>
                </a:path>
                <a:path w="2189479" h="761364">
                  <a:moveTo>
                    <a:pt x="1792224" y="761237"/>
                  </a:moveTo>
                  <a:lnTo>
                    <a:pt x="1792224" y="760475"/>
                  </a:lnTo>
                  <a:lnTo>
                    <a:pt x="1789938" y="760475"/>
                  </a:lnTo>
                  <a:lnTo>
                    <a:pt x="1789938" y="761237"/>
                  </a:lnTo>
                  <a:lnTo>
                    <a:pt x="1792224" y="761237"/>
                  </a:lnTo>
                  <a:close/>
                </a:path>
                <a:path w="2189479" h="761364">
                  <a:moveTo>
                    <a:pt x="1789176" y="761237"/>
                  </a:moveTo>
                  <a:lnTo>
                    <a:pt x="1789176" y="760475"/>
                  </a:lnTo>
                  <a:lnTo>
                    <a:pt x="1786889" y="760475"/>
                  </a:lnTo>
                  <a:lnTo>
                    <a:pt x="1786889" y="761237"/>
                  </a:lnTo>
                  <a:lnTo>
                    <a:pt x="1789176" y="761237"/>
                  </a:lnTo>
                  <a:close/>
                </a:path>
                <a:path w="2189479" h="761364">
                  <a:moveTo>
                    <a:pt x="1786127" y="761237"/>
                  </a:moveTo>
                  <a:lnTo>
                    <a:pt x="1786127" y="760475"/>
                  </a:lnTo>
                  <a:lnTo>
                    <a:pt x="1783841" y="760475"/>
                  </a:lnTo>
                  <a:lnTo>
                    <a:pt x="1783841" y="761237"/>
                  </a:lnTo>
                  <a:lnTo>
                    <a:pt x="1786127" y="761237"/>
                  </a:lnTo>
                  <a:close/>
                </a:path>
                <a:path w="2189479" h="761364">
                  <a:moveTo>
                    <a:pt x="1783079" y="761237"/>
                  </a:moveTo>
                  <a:lnTo>
                    <a:pt x="1783079" y="760475"/>
                  </a:lnTo>
                  <a:lnTo>
                    <a:pt x="1780793" y="760475"/>
                  </a:lnTo>
                  <a:lnTo>
                    <a:pt x="1780793" y="761237"/>
                  </a:lnTo>
                  <a:lnTo>
                    <a:pt x="1783079" y="761237"/>
                  </a:lnTo>
                  <a:close/>
                </a:path>
                <a:path w="2189479" h="761364">
                  <a:moveTo>
                    <a:pt x="1780032" y="761237"/>
                  </a:moveTo>
                  <a:lnTo>
                    <a:pt x="1780032" y="760475"/>
                  </a:lnTo>
                  <a:lnTo>
                    <a:pt x="1777746" y="760475"/>
                  </a:lnTo>
                  <a:lnTo>
                    <a:pt x="1777746" y="761237"/>
                  </a:lnTo>
                  <a:lnTo>
                    <a:pt x="1780032" y="761237"/>
                  </a:lnTo>
                  <a:close/>
                </a:path>
                <a:path w="2189479" h="761364">
                  <a:moveTo>
                    <a:pt x="1776984" y="761237"/>
                  </a:moveTo>
                  <a:lnTo>
                    <a:pt x="1776984" y="760475"/>
                  </a:lnTo>
                  <a:lnTo>
                    <a:pt x="1774698" y="760475"/>
                  </a:lnTo>
                  <a:lnTo>
                    <a:pt x="1774698" y="761237"/>
                  </a:lnTo>
                  <a:lnTo>
                    <a:pt x="1776984" y="761237"/>
                  </a:lnTo>
                  <a:close/>
                </a:path>
                <a:path w="2189479" h="761364">
                  <a:moveTo>
                    <a:pt x="1773936" y="761237"/>
                  </a:moveTo>
                  <a:lnTo>
                    <a:pt x="1773936" y="760475"/>
                  </a:lnTo>
                  <a:lnTo>
                    <a:pt x="1771650" y="760475"/>
                  </a:lnTo>
                  <a:lnTo>
                    <a:pt x="1771650" y="761237"/>
                  </a:lnTo>
                  <a:lnTo>
                    <a:pt x="1773936" y="761237"/>
                  </a:lnTo>
                  <a:close/>
                </a:path>
                <a:path w="2189479" h="761364">
                  <a:moveTo>
                    <a:pt x="1770888" y="761237"/>
                  </a:moveTo>
                  <a:lnTo>
                    <a:pt x="1770888" y="760475"/>
                  </a:lnTo>
                  <a:lnTo>
                    <a:pt x="1768602" y="760475"/>
                  </a:lnTo>
                  <a:lnTo>
                    <a:pt x="1768602" y="761237"/>
                  </a:lnTo>
                  <a:lnTo>
                    <a:pt x="1770888" y="761237"/>
                  </a:lnTo>
                  <a:close/>
                </a:path>
                <a:path w="2189479" h="761364">
                  <a:moveTo>
                    <a:pt x="1767839" y="761237"/>
                  </a:moveTo>
                  <a:lnTo>
                    <a:pt x="1767839" y="760475"/>
                  </a:lnTo>
                  <a:lnTo>
                    <a:pt x="1765553" y="760475"/>
                  </a:lnTo>
                  <a:lnTo>
                    <a:pt x="1765553" y="761237"/>
                  </a:lnTo>
                  <a:lnTo>
                    <a:pt x="1767839" y="761237"/>
                  </a:lnTo>
                  <a:close/>
                </a:path>
                <a:path w="2189479" h="761364">
                  <a:moveTo>
                    <a:pt x="1764791" y="761237"/>
                  </a:moveTo>
                  <a:lnTo>
                    <a:pt x="1764791" y="760475"/>
                  </a:lnTo>
                  <a:lnTo>
                    <a:pt x="1762505" y="760475"/>
                  </a:lnTo>
                  <a:lnTo>
                    <a:pt x="1762505" y="761237"/>
                  </a:lnTo>
                  <a:lnTo>
                    <a:pt x="1764791" y="761237"/>
                  </a:lnTo>
                  <a:close/>
                </a:path>
                <a:path w="2189479" h="761364">
                  <a:moveTo>
                    <a:pt x="1761743" y="761237"/>
                  </a:moveTo>
                  <a:lnTo>
                    <a:pt x="1761743" y="760475"/>
                  </a:lnTo>
                  <a:lnTo>
                    <a:pt x="1759457" y="760475"/>
                  </a:lnTo>
                  <a:lnTo>
                    <a:pt x="1759457" y="761237"/>
                  </a:lnTo>
                  <a:lnTo>
                    <a:pt x="1761743" y="761237"/>
                  </a:lnTo>
                  <a:close/>
                </a:path>
                <a:path w="2189479" h="761364">
                  <a:moveTo>
                    <a:pt x="1758696" y="761237"/>
                  </a:moveTo>
                  <a:lnTo>
                    <a:pt x="1758696" y="760475"/>
                  </a:lnTo>
                  <a:lnTo>
                    <a:pt x="1756410" y="760475"/>
                  </a:lnTo>
                  <a:lnTo>
                    <a:pt x="1756410" y="761237"/>
                  </a:lnTo>
                  <a:lnTo>
                    <a:pt x="1758696" y="761237"/>
                  </a:lnTo>
                  <a:close/>
                </a:path>
                <a:path w="2189479" h="761364">
                  <a:moveTo>
                    <a:pt x="1755648" y="761237"/>
                  </a:moveTo>
                  <a:lnTo>
                    <a:pt x="1755648" y="760475"/>
                  </a:lnTo>
                  <a:lnTo>
                    <a:pt x="1753362" y="760475"/>
                  </a:lnTo>
                  <a:lnTo>
                    <a:pt x="1753362" y="761237"/>
                  </a:lnTo>
                  <a:lnTo>
                    <a:pt x="1755648" y="761237"/>
                  </a:lnTo>
                  <a:close/>
                </a:path>
                <a:path w="2189479" h="761364">
                  <a:moveTo>
                    <a:pt x="1752600" y="761237"/>
                  </a:moveTo>
                  <a:lnTo>
                    <a:pt x="1752600" y="760475"/>
                  </a:lnTo>
                  <a:lnTo>
                    <a:pt x="1750314" y="760475"/>
                  </a:lnTo>
                  <a:lnTo>
                    <a:pt x="1750314" y="761237"/>
                  </a:lnTo>
                  <a:lnTo>
                    <a:pt x="1752600" y="761237"/>
                  </a:lnTo>
                  <a:close/>
                </a:path>
                <a:path w="2189479" h="761364">
                  <a:moveTo>
                    <a:pt x="1749552" y="761237"/>
                  </a:moveTo>
                  <a:lnTo>
                    <a:pt x="1749552" y="760475"/>
                  </a:lnTo>
                  <a:lnTo>
                    <a:pt x="1747265" y="760475"/>
                  </a:lnTo>
                  <a:lnTo>
                    <a:pt x="1747265" y="761237"/>
                  </a:lnTo>
                  <a:lnTo>
                    <a:pt x="1749552" y="761237"/>
                  </a:lnTo>
                  <a:close/>
                </a:path>
                <a:path w="2189479" h="761364">
                  <a:moveTo>
                    <a:pt x="1746503" y="761237"/>
                  </a:moveTo>
                  <a:lnTo>
                    <a:pt x="1746503" y="760475"/>
                  </a:lnTo>
                  <a:lnTo>
                    <a:pt x="1744217" y="760475"/>
                  </a:lnTo>
                  <a:lnTo>
                    <a:pt x="1744217" y="761237"/>
                  </a:lnTo>
                  <a:lnTo>
                    <a:pt x="1746503" y="761237"/>
                  </a:lnTo>
                  <a:close/>
                </a:path>
                <a:path w="2189479" h="761364">
                  <a:moveTo>
                    <a:pt x="1743455" y="761237"/>
                  </a:moveTo>
                  <a:lnTo>
                    <a:pt x="1743455" y="760475"/>
                  </a:lnTo>
                  <a:lnTo>
                    <a:pt x="1741169" y="760475"/>
                  </a:lnTo>
                  <a:lnTo>
                    <a:pt x="1741169" y="761237"/>
                  </a:lnTo>
                  <a:lnTo>
                    <a:pt x="1743455" y="761237"/>
                  </a:lnTo>
                  <a:close/>
                </a:path>
                <a:path w="2189479" h="761364">
                  <a:moveTo>
                    <a:pt x="1740408" y="761237"/>
                  </a:moveTo>
                  <a:lnTo>
                    <a:pt x="1740408" y="760475"/>
                  </a:lnTo>
                  <a:lnTo>
                    <a:pt x="1738122" y="760475"/>
                  </a:lnTo>
                  <a:lnTo>
                    <a:pt x="1738122" y="761237"/>
                  </a:lnTo>
                  <a:lnTo>
                    <a:pt x="1740408" y="761237"/>
                  </a:lnTo>
                  <a:close/>
                </a:path>
                <a:path w="2189479" h="761364">
                  <a:moveTo>
                    <a:pt x="1737360" y="761237"/>
                  </a:moveTo>
                  <a:lnTo>
                    <a:pt x="1737360" y="760475"/>
                  </a:lnTo>
                  <a:lnTo>
                    <a:pt x="1735074" y="760475"/>
                  </a:lnTo>
                  <a:lnTo>
                    <a:pt x="1735074" y="761237"/>
                  </a:lnTo>
                  <a:lnTo>
                    <a:pt x="1737360" y="761237"/>
                  </a:lnTo>
                  <a:close/>
                </a:path>
                <a:path w="2189479" h="761364">
                  <a:moveTo>
                    <a:pt x="1734312" y="761237"/>
                  </a:moveTo>
                  <a:lnTo>
                    <a:pt x="1734312" y="760475"/>
                  </a:lnTo>
                  <a:lnTo>
                    <a:pt x="1732026" y="760475"/>
                  </a:lnTo>
                  <a:lnTo>
                    <a:pt x="1732026" y="761237"/>
                  </a:lnTo>
                  <a:lnTo>
                    <a:pt x="1734312" y="761237"/>
                  </a:lnTo>
                  <a:close/>
                </a:path>
                <a:path w="2189479" h="761364">
                  <a:moveTo>
                    <a:pt x="1731264" y="761237"/>
                  </a:moveTo>
                  <a:lnTo>
                    <a:pt x="1731264" y="760475"/>
                  </a:lnTo>
                  <a:lnTo>
                    <a:pt x="1728977" y="760475"/>
                  </a:lnTo>
                  <a:lnTo>
                    <a:pt x="1728977" y="761237"/>
                  </a:lnTo>
                  <a:lnTo>
                    <a:pt x="1731264" y="761237"/>
                  </a:lnTo>
                  <a:close/>
                </a:path>
                <a:path w="2189479" h="761364">
                  <a:moveTo>
                    <a:pt x="1728215" y="761237"/>
                  </a:moveTo>
                  <a:lnTo>
                    <a:pt x="1728215" y="760475"/>
                  </a:lnTo>
                  <a:lnTo>
                    <a:pt x="1725929" y="760475"/>
                  </a:lnTo>
                  <a:lnTo>
                    <a:pt x="1725929" y="761237"/>
                  </a:lnTo>
                  <a:lnTo>
                    <a:pt x="1728215" y="761237"/>
                  </a:lnTo>
                  <a:close/>
                </a:path>
                <a:path w="2189479" h="761364">
                  <a:moveTo>
                    <a:pt x="1725167" y="761237"/>
                  </a:moveTo>
                  <a:lnTo>
                    <a:pt x="1725167" y="760475"/>
                  </a:lnTo>
                  <a:lnTo>
                    <a:pt x="1722881" y="760475"/>
                  </a:lnTo>
                  <a:lnTo>
                    <a:pt x="1722881" y="761237"/>
                  </a:lnTo>
                  <a:lnTo>
                    <a:pt x="1725167" y="761237"/>
                  </a:lnTo>
                  <a:close/>
                </a:path>
                <a:path w="2189479" h="761364">
                  <a:moveTo>
                    <a:pt x="1722120" y="761237"/>
                  </a:moveTo>
                  <a:lnTo>
                    <a:pt x="1722120" y="760475"/>
                  </a:lnTo>
                  <a:lnTo>
                    <a:pt x="1719834" y="760475"/>
                  </a:lnTo>
                  <a:lnTo>
                    <a:pt x="1719834" y="761237"/>
                  </a:lnTo>
                  <a:lnTo>
                    <a:pt x="1722120" y="761237"/>
                  </a:lnTo>
                  <a:close/>
                </a:path>
                <a:path w="2189479" h="761364">
                  <a:moveTo>
                    <a:pt x="1719072" y="761237"/>
                  </a:moveTo>
                  <a:lnTo>
                    <a:pt x="1719072" y="760475"/>
                  </a:lnTo>
                  <a:lnTo>
                    <a:pt x="1716786" y="760475"/>
                  </a:lnTo>
                  <a:lnTo>
                    <a:pt x="1716786" y="761237"/>
                  </a:lnTo>
                  <a:lnTo>
                    <a:pt x="1719072" y="761237"/>
                  </a:lnTo>
                  <a:close/>
                </a:path>
                <a:path w="2189479" h="761364">
                  <a:moveTo>
                    <a:pt x="1716024" y="761237"/>
                  </a:moveTo>
                  <a:lnTo>
                    <a:pt x="1716024" y="760475"/>
                  </a:lnTo>
                  <a:lnTo>
                    <a:pt x="1713738" y="760475"/>
                  </a:lnTo>
                  <a:lnTo>
                    <a:pt x="1713738" y="761237"/>
                  </a:lnTo>
                  <a:lnTo>
                    <a:pt x="1716024" y="761237"/>
                  </a:lnTo>
                  <a:close/>
                </a:path>
                <a:path w="2189479" h="761364">
                  <a:moveTo>
                    <a:pt x="1712976" y="761237"/>
                  </a:moveTo>
                  <a:lnTo>
                    <a:pt x="1712976" y="760475"/>
                  </a:lnTo>
                  <a:lnTo>
                    <a:pt x="1710689" y="760475"/>
                  </a:lnTo>
                  <a:lnTo>
                    <a:pt x="1710689" y="761237"/>
                  </a:lnTo>
                  <a:lnTo>
                    <a:pt x="1712976" y="761237"/>
                  </a:lnTo>
                  <a:close/>
                </a:path>
                <a:path w="2189479" h="761364">
                  <a:moveTo>
                    <a:pt x="1709927" y="761237"/>
                  </a:moveTo>
                  <a:lnTo>
                    <a:pt x="1709927" y="760475"/>
                  </a:lnTo>
                  <a:lnTo>
                    <a:pt x="1707641" y="760475"/>
                  </a:lnTo>
                  <a:lnTo>
                    <a:pt x="1707641" y="761237"/>
                  </a:lnTo>
                  <a:lnTo>
                    <a:pt x="1709927" y="761237"/>
                  </a:lnTo>
                  <a:close/>
                </a:path>
                <a:path w="2189479" h="761364">
                  <a:moveTo>
                    <a:pt x="1706879" y="761237"/>
                  </a:moveTo>
                  <a:lnTo>
                    <a:pt x="1706879" y="760475"/>
                  </a:lnTo>
                  <a:lnTo>
                    <a:pt x="1704593" y="760475"/>
                  </a:lnTo>
                  <a:lnTo>
                    <a:pt x="1704593" y="761237"/>
                  </a:lnTo>
                  <a:lnTo>
                    <a:pt x="1706879" y="761237"/>
                  </a:lnTo>
                  <a:close/>
                </a:path>
                <a:path w="2189479" h="761364">
                  <a:moveTo>
                    <a:pt x="1703832" y="761237"/>
                  </a:moveTo>
                  <a:lnTo>
                    <a:pt x="1703832" y="760475"/>
                  </a:lnTo>
                  <a:lnTo>
                    <a:pt x="1701546" y="760475"/>
                  </a:lnTo>
                  <a:lnTo>
                    <a:pt x="1701546" y="761237"/>
                  </a:lnTo>
                  <a:lnTo>
                    <a:pt x="1703832" y="761237"/>
                  </a:lnTo>
                  <a:close/>
                </a:path>
                <a:path w="2189479" h="761364">
                  <a:moveTo>
                    <a:pt x="1700784" y="761237"/>
                  </a:moveTo>
                  <a:lnTo>
                    <a:pt x="1700784" y="760475"/>
                  </a:lnTo>
                  <a:lnTo>
                    <a:pt x="1698498" y="760475"/>
                  </a:lnTo>
                  <a:lnTo>
                    <a:pt x="1698498" y="761237"/>
                  </a:lnTo>
                  <a:lnTo>
                    <a:pt x="1700784" y="761237"/>
                  </a:lnTo>
                  <a:close/>
                </a:path>
                <a:path w="2189479" h="761364">
                  <a:moveTo>
                    <a:pt x="1697736" y="761237"/>
                  </a:moveTo>
                  <a:lnTo>
                    <a:pt x="1697736" y="760475"/>
                  </a:lnTo>
                  <a:lnTo>
                    <a:pt x="1695450" y="760475"/>
                  </a:lnTo>
                  <a:lnTo>
                    <a:pt x="1695450" y="761237"/>
                  </a:lnTo>
                  <a:lnTo>
                    <a:pt x="1697736" y="761237"/>
                  </a:lnTo>
                  <a:close/>
                </a:path>
                <a:path w="2189479" h="761364">
                  <a:moveTo>
                    <a:pt x="1694688" y="761237"/>
                  </a:moveTo>
                  <a:lnTo>
                    <a:pt x="1694688" y="760475"/>
                  </a:lnTo>
                  <a:lnTo>
                    <a:pt x="1692402" y="760475"/>
                  </a:lnTo>
                  <a:lnTo>
                    <a:pt x="1692402" y="761237"/>
                  </a:lnTo>
                  <a:lnTo>
                    <a:pt x="1694688" y="761237"/>
                  </a:lnTo>
                  <a:close/>
                </a:path>
                <a:path w="2189479" h="761364">
                  <a:moveTo>
                    <a:pt x="1691639" y="761237"/>
                  </a:moveTo>
                  <a:lnTo>
                    <a:pt x="1691639" y="760475"/>
                  </a:lnTo>
                  <a:lnTo>
                    <a:pt x="1689353" y="760475"/>
                  </a:lnTo>
                  <a:lnTo>
                    <a:pt x="1689353" y="761237"/>
                  </a:lnTo>
                  <a:lnTo>
                    <a:pt x="1691639" y="761237"/>
                  </a:lnTo>
                  <a:close/>
                </a:path>
                <a:path w="2189479" h="761364">
                  <a:moveTo>
                    <a:pt x="1688591" y="761237"/>
                  </a:moveTo>
                  <a:lnTo>
                    <a:pt x="1688591" y="760475"/>
                  </a:lnTo>
                  <a:lnTo>
                    <a:pt x="1686305" y="760475"/>
                  </a:lnTo>
                  <a:lnTo>
                    <a:pt x="1686305" y="761237"/>
                  </a:lnTo>
                  <a:lnTo>
                    <a:pt x="1688591" y="761237"/>
                  </a:lnTo>
                  <a:close/>
                </a:path>
                <a:path w="2189479" h="761364">
                  <a:moveTo>
                    <a:pt x="1685543" y="761237"/>
                  </a:moveTo>
                  <a:lnTo>
                    <a:pt x="1685543" y="760475"/>
                  </a:lnTo>
                  <a:lnTo>
                    <a:pt x="1683257" y="760475"/>
                  </a:lnTo>
                  <a:lnTo>
                    <a:pt x="1683257" y="761237"/>
                  </a:lnTo>
                  <a:lnTo>
                    <a:pt x="1685543" y="761237"/>
                  </a:lnTo>
                  <a:close/>
                </a:path>
                <a:path w="2189479" h="761364">
                  <a:moveTo>
                    <a:pt x="1682496" y="761237"/>
                  </a:moveTo>
                  <a:lnTo>
                    <a:pt x="1682496" y="760475"/>
                  </a:lnTo>
                  <a:lnTo>
                    <a:pt x="1680210" y="760475"/>
                  </a:lnTo>
                  <a:lnTo>
                    <a:pt x="1680210" y="761237"/>
                  </a:lnTo>
                  <a:lnTo>
                    <a:pt x="1682496" y="761237"/>
                  </a:lnTo>
                  <a:close/>
                </a:path>
                <a:path w="2189479" h="761364">
                  <a:moveTo>
                    <a:pt x="1679448" y="761237"/>
                  </a:moveTo>
                  <a:lnTo>
                    <a:pt x="1679448" y="760475"/>
                  </a:lnTo>
                  <a:lnTo>
                    <a:pt x="1677162" y="760475"/>
                  </a:lnTo>
                  <a:lnTo>
                    <a:pt x="1677162" y="761237"/>
                  </a:lnTo>
                  <a:lnTo>
                    <a:pt x="1679448" y="761237"/>
                  </a:lnTo>
                  <a:close/>
                </a:path>
                <a:path w="2189479" h="761364">
                  <a:moveTo>
                    <a:pt x="1676400" y="761237"/>
                  </a:moveTo>
                  <a:lnTo>
                    <a:pt x="1676400" y="760475"/>
                  </a:lnTo>
                  <a:lnTo>
                    <a:pt x="1674114" y="760475"/>
                  </a:lnTo>
                  <a:lnTo>
                    <a:pt x="1674114" y="761237"/>
                  </a:lnTo>
                  <a:lnTo>
                    <a:pt x="1676400" y="761237"/>
                  </a:lnTo>
                  <a:close/>
                </a:path>
                <a:path w="2189479" h="761364">
                  <a:moveTo>
                    <a:pt x="1673352" y="761237"/>
                  </a:moveTo>
                  <a:lnTo>
                    <a:pt x="1673352" y="760475"/>
                  </a:lnTo>
                  <a:lnTo>
                    <a:pt x="1671065" y="760475"/>
                  </a:lnTo>
                  <a:lnTo>
                    <a:pt x="1671065" y="761237"/>
                  </a:lnTo>
                  <a:lnTo>
                    <a:pt x="1673352" y="761237"/>
                  </a:lnTo>
                  <a:close/>
                </a:path>
                <a:path w="2189479" h="761364">
                  <a:moveTo>
                    <a:pt x="1670303" y="761237"/>
                  </a:moveTo>
                  <a:lnTo>
                    <a:pt x="1670303" y="760475"/>
                  </a:lnTo>
                  <a:lnTo>
                    <a:pt x="1668017" y="760475"/>
                  </a:lnTo>
                  <a:lnTo>
                    <a:pt x="1668017" y="761237"/>
                  </a:lnTo>
                  <a:lnTo>
                    <a:pt x="1670303" y="761237"/>
                  </a:lnTo>
                  <a:close/>
                </a:path>
                <a:path w="2189479" h="761364">
                  <a:moveTo>
                    <a:pt x="1667255" y="761237"/>
                  </a:moveTo>
                  <a:lnTo>
                    <a:pt x="1667255" y="760475"/>
                  </a:lnTo>
                  <a:lnTo>
                    <a:pt x="1664969" y="760475"/>
                  </a:lnTo>
                  <a:lnTo>
                    <a:pt x="1664969" y="761237"/>
                  </a:lnTo>
                  <a:lnTo>
                    <a:pt x="1667255" y="761237"/>
                  </a:lnTo>
                  <a:close/>
                </a:path>
                <a:path w="2189479" h="761364">
                  <a:moveTo>
                    <a:pt x="1664208" y="761237"/>
                  </a:moveTo>
                  <a:lnTo>
                    <a:pt x="1664208" y="760475"/>
                  </a:lnTo>
                  <a:lnTo>
                    <a:pt x="1661922" y="760475"/>
                  </a:lnTo>
                  <a:lnTo>
                    <a:pt x="1661922" y="761237"/>
                  </a:lnTo>
                  <a:lnTo>
                    <a:pt x="1664208" y="761237"/>
                  </a:lnTo>
                  <a:close/>
                </a:path>
                <a:path w="2189479" h="761364">
                  <a:moveTo>
                    <a:pt x="1661160" y="761237"/>
                  </a:moveTo>
                  <a:lnTo>
                    <a:pt x="1661160" y="760475"/>
                  </a:lnTo>
                  <a:lnTo>
                    <a:pt x="1658874" y="760475"/>
                  </a:lnTo>
                  <a:lnTo>
                    <a:pt x="1658874" y="761237"/>
                  </a:lnTo>
                  <a:lnTo>
                    <a:pt x="1661160" y="761237"/>
                  </a:lnTo>
                  <a:close/>
                </a:path>
                <a:path w="2189479" h="761364">
                  <a:moveTo>
                    <a:pt x="1658112" y="761237"/>
                  </a:moveTo>
                  <a:lnTo>
                    <a:pt x="1658112" y="760475"/>
                  </a:lnTo>
                  <a:lnTo>
                    <a:pt x="1655826" y="760475"/>
                  </a:lnTo>
                  <a:lnTo>
                    <a:pt x="1655826" y="761237"/>
                  </a:lnTo>
                  <a:lnTo>
                    <a:pt x="1658112" y="761237"/>
                  </a:lnTo>
                  <a:close/>
                </a:path>
                <a:path w="2189479" h="761364">
                  <a:moveTo>
                    <a:pt x="1655064" y="761237"/>
                  </a:moveTo>
                  <a:lnTo>
                    <a:pt x="1655064" y="760475"/>
                  </a:lnTo>
                  <a:lnTo>
                    <a:pt x="1652777" y="760475"/>
                  </a:lnTo>
                  <a:lnTo>
                    <a:pt x="1652777" y="761237"/>
                  </a:lnTo>
                  <a:lnTo>
                    <a:pt x="1655064" y="761237"/>
                  </a:lnTo>
                  <a:close/>
                </a:path>
                <a:path w="2189479" h="761364">
                  <a:moveTo>
                    <a:pt x="1652015" y="761237"/>
                  </a:moveTo>
                  <a:lnTo>
                    <a:pt x="1652015" y="760475"/>
                  </a:lnTo>
                  <a:lnTo>
                    <a:pt x="1649729" y="760475"/>
                  </a:lnTo>
                  <a:lnTo>
                    <a:pt x="1649729" y="761237"/>
                  </a:lnTo>
                  <a:lnTo>
                    <a:pt x="1652015" y="761237"/>
                  </a:lnTo>
                  <a:close/>
                </a:path>
                <a:path w="2189479" h="761364">
                  <a:moveTo>
                    <a:pt x="1648967" y="761237"/>
                  </a:moveTo>
                  <a:lnTo>
                    <a:pt x="1648967" y="760475"/>
                  </a:lnTo>
                  <a:lnTo>
                    <a:pt x="1646681" y="760475"/>
                  </a:lnTo>
                  <a:lnTo>
                    <a:pt x="1646681" y="761237"/>
                  </a:lnTo>
                  <a:lnTo>
                    <a:pt x="1648967" y="761237"/>
                  </a:lnTo>
                  <a:close/>
                </a:path>
                <a:path w="2189479" h="761364">
                  <a:moveTo>
                    <a:pt x="1645920" y="761237"/>
                  </a:moveTo>
                  <a:lnTo>
                    <a:pt x="1645920" y="760475"/>
                  </a:lnTo>
                  <a:lnTo>
                    <a:pt x="1643634" y="760475"/>
                  </a:lnTo>
                  <a:lnTo>
                    <a:pt x="1643634" y="761237"/>
                  </a:lnTo>
                  <a:lnTo>
                    <a:pt x="1645920" y="761237"/>
                  </a:lnTo>
                  <a:close/>
                </a:path>
                <a:path w="2189479" h="761364">
                  <a:moveTo>
                    <a:pt x="1642872" y="761237"/>
                  </a:moveTo>
                  <a:lnTo>
                    <a:pt x="1642872" y="760475"/>
                  </a:lnTo>
                  <a:lnTo>
                    <a:pt x="1640586" y="760475"/>
                  </a:lnTo>
                  <a:lnTo>
                    <a:pt x="1640586" y="761237"/>
                  </a:lnTo>
                  <a:lnTo>
                    <a:pt x="1642872" y="761237"/>
                  </a:lnTo>
                  <a:close/>
                </a:path>
                <a:path w="2189479" h="761364">
                  <a:moveTo>
                    <a:pt x="1639824" y="761237"/>
                  </a:moveTo>
                  <a:lnTo>
                    <a:pt x="1639824" y="760475"/>
                  </a:lnTo>
                  <a:lnTo>
                    <a:pt x="1637538" y="760475"/>
                  </a:lnTo>
                  <a:lnTo>
                    <a:pt x="1637538" y="761237"/>
                  </a:lnTo>
                  <a:lnTo>
                    <a:pt x="1639824" y="761237"/>
                  </a:lnTo>
                  <a:close/>
                </a:path>
                <a:path w="2189479" h="761364">
                  <a:moveTo>
                    <a:pt x="1636776" y="761237"/>
                  </a:moveTo>
                  <a:lnTo>
                    <a:pt x="1636776" y="760475"/>
                  </a:lnTo>
                  <a:lnTo>
                    <a:pt x="1634489" y="760475"/>
                  </a:lnTo>
                  <a:lnTo>
                    <a:pt x="1634489" y="761237"/>
                  </a:lnTo>
                  <a:lnTo>
                    <a:pt x="1636776" y="761237"/>
                  </a:lnTo>
                  <a:close/>
                </a:path>
                <a:path w="2189479" h="761364">
                  <a:moveTo>
                    <a:pt x="1633727" y="761237"/>
                  </a:moveTo>
                  <a:lnTo>
                    <a:pt x="1633727" y="760475"/>
                  </a:lnTo>
                  <a:lnTo>
                    <a:pt x="1631441" y="760475"/>
                  </a:lnTo>
                  <a:lnTo>
                    <a:pt x="1631441" y="761237"/>
                  </a:lnTo>
                  <a:lnTo>
                    <a:pt x="1633727" y="761237"/>
                  </a:lnTo>
                  <a:close/>
                </a:path>
                <a:path w="2189479" h="761364">
                  <a:moveTo>
                    <a:pt x="1630679" y="761237"/>
                  </a:moveTo>
                  <a:lnTo>
                    <a:pt x="1630679" y="760475"/>
                  </a:lnTo>
                  <a:lnTo>
                    <a:pt x="1628393" y="760475"/>
                  </a:lnTo>
                  <a:lnTo>
                    <a:pt x="1628393" y="761237"/>
                  </a:lnTo>
                  <a:lnTo>
                    <a:pt x="1630679" y="761237"/>
                  </a:lnTo>
                  <a:close/>
                </a:path>
                <a:path w="2189479" h="761364">
                  <a:moveTo>
                    <a:pt x="1627632" y="761237"/>
                  </a:moveTo>
                  <a:lnTo>
                    <a:pt x="1627632" y="760475"/>
                  </a:lnTo>
                  <a:lnTo>
                    <a:pt x="1625346" y="760475"/>
                  </a:lnTo>
                  <a:lnTo>
                    <a:pt x="1625346" y="761237"/>
                  </a:lnTo>
                  <a:lnTo>
                    <a:pt x="1627632" y="761237"/>
                  </a:lnTo>
                  <a:close/>
                </a:path>
                <a:path w="2189479" h="761364">
                  <a:moveTo>
                    <a:pt x="1624584" y="761237"/>
                  </a:moveTo>
                  <a:lnTo>
                    <a:pt x="1624584" y="760475"/>
                  </a:lnTo>
                  <a:lnTo>
                    <a:pt x="1622298" y="760475"/>
                  </a:lnTo>
                  <a:lnTo>
                    <a:pt x="1622298" y="761237"/>
                  </a:lnTo>
                  <a:lnTo>
                    <a:pt x="1624584" y="761237"/>
                  </a:lnTo>
                  <a:close/>
                </a:path>
                <a:path w="2189479" h="761364">
                  <a:moveTo>
                    <a:pt x="1621536" y="761237"/>
                  </a:moveTo>
                  <a:lnTo>
                    <a:pt x="1621536" y="760475"/>
                  </a:lnTo>
                  <a:lnTo>
                    <a:pt x="1619250" y="760475"/>
                  </a:lnTo>
                  <a:lnTo>
                    <a:pt x="1619250" y="761237"/>
                  </a:lnTo>
                  <a:lnTo>
                    <a:pt x="1621536" y="761237"/>
                  </a:lnTo>
                  <a:close/>
                </a:path>
                <a:path w="2189479" h="761364">
                  <a:moveTo>
                    <a:pt x="1618488" y="761237"/>
                  </a:moveTo>
                  <a:lnTo>
                    <a:pt x="1618488" y="760475"/>
                  </a:lnTo>
                  <a:lnTo>
                    <a:pt x="1616202" y="760475"/>
                  </a:lnTo>
                  <a:lnTo>
                    <a:pt x="1616202" y="761237"/>
                  </a:lnTo>
                  <a:lnTo>
                    <a:pt x="1618488" y="761237"/>
                  </a:lnTo>
                  <a:close/>
                </a:path>
                <a:path w="2189479" h="761364">
                  <a:moveTo>
                    <a:pt x="1615439" y="761237"/>
                  </a:moveTo>
                  <a:lnTo>
                    <a:pt x="1615439" y="760475"/>
                  </a:lnTo>
                  <a:lnTo>
                    <a:pt x="1613153" y="760475"/>
                  </a:lnTo>
                  <a:lnTo>
                    <a:pt x="1613153" y="761237"/>
                  </a:lnTo>
                  <a:lnTo>
                    <a:pt x="1615439" y="761237"/>
                  </a:lnTo>
                  <a:close/>
                </a:path>
                <a:path w="2189479" h="761364">
                  <a:moveTo>
                    <a:pt x="1612391" y="761237"/>
                  </a:moveTo>
                  <a:lnTo>
                    <a:pt x="1612391" y="760475"/>
                  </a:lnTo>
                  <a:lnTo>
                    <a:pt x="1610105" y="760475"/>
                  </a:lnTo>
                  <a:lnTo>
                    <a:pt x="1610105" y="761237"/>
                  </a:lnTo>
                  <a:lnTo>
                    <a:pt x="1612391" y="761237"/>
                  </a:lnTo>
                  <a:close/>
                </a:path>
                <a:path w="2189479" h="761364">
                  <a:moveTo>
                    <a:pt x="1609343" y="761237"/>
                  </a:moveTo>
                  <a:lnTo>
                    <a:pt x="1609343" y="760475"/>
                  </a:lnTo>
                  <a:lnTo>
                    <a:pt x="1607057" y="760475"/>
                  </a:lnTo>
                  <a:lnTo>
                    <a:pt x="1607057" y="761237"/>
                  </a:lnTo>
                  <a:lnTo>
                    <a:pt x="1609343" y="761237"/>
                  </a:lnTo>
                  <a:close/>
                </a:path>
                <a:path w="2189479" h="761364">
                  <a:moveTo>
                    <a:pt x="1606296" y="761237"/>
                  </a:moveTo>
                  <a:lnTo>
                    <a:pt x="1606296" y="760475"/>
                  </a:lnTo>
                  <a:lnTo>
                    <a:pt x="1604010" y="760475"/>
                  </a:lnTo>
                  <a:lnTo>
                    <a:pt x="1604010" y="761237"/>
                  </a:lnTo>
                  <a:lnTo>
                    <a:pt x="1606296" y="761237"/>
                  </a:lnTo>
                  <a:close/>
                </a:path>
                <a:path w="2189479" h="761364">
                  <a:moveTo>
                    <a:pt x="1603248" y="761237"/>
                  </a:moveTo>
                  <a:lnTo>
                    <a:pt x="1603248" y="760475"/>
                  </a:lnTo>
                  <a:lnTo>
                    <a:pt x="1600962" y="760475"/>
                  </a:lnTo>
                  <a:lnTo>
                    <a:pt x="1600962" y="761237"/>
                  </a:lnTo>
                  <a:lnTo>
                    <a:pt x="1603248" y="761237"/>
                  </a:lnTo>
                  <a:close/>
                </a:path>
                <a:path w="2189479" h="761364">
                  <a:moveTo>
                    <a:pt x="1600200" y="761237"/>
                  </a:moveTo>
                  <a:lnTo>
                    <a:pt x="1600200" y="760475"/>
                  </a:lnTo>
                  <a:lnTo>
                    <a:pt x="1597914" y="760475"/>
                  </a:lnTo>
                  <a:lnTo>
                    <a:pt x="1597914" y="761237"/>
                  </a:lnTo>
                  <a:lnTo>
                    <a:pt x="1600200" y="761237"/>
                  </a:lnTo>
                  <a:close/>
                </a:path>
                <a:path w="2189479" h="761364">
                  <a:moveTo>
                    <a:pt x="1597152" y="761237"/>
                  </a:moveTo>
                  <a:lnTo>
                    <a:pt x="1597152" y="760475"/>
                  </a:lnTo>
                  <a:lnTo>
                    <a:pt x="1594865" y="760475"/>
                  </a:lnTo>
                  <a:lnTo>
                    <a:pt x="1594865" y="761237"/>
                  </a:lnTo>
                  <a:lnTo>
                    <a:pt x="1597152" y="761237"/>
                  </a:lnTo>
                  <a:close/>
                </a:path>
                <a:path w="2189479" h="761364">
                  <a:moveTo>
                    <a:pt x="1594103" y="761237"/>
                  </a:moveTo>
                  <a:lnTo>
                    <a:pt x="1594103" y="760475"/>
                  </a:lnTo>
                  <a:lnTo>
                    <a:pt x="1591817" y="760475"/>
                  </a:lnTo>
                  <a:lnTo>
                    <a:pt x="1591817" y="761237"/>
                  </a:lnTo>
                  <a:lnTo>
                    <a:pt x="1594103" y="761237"/>
                  </a:lnTo>
                  <a:close/>
                </a:path>
                <a:path w="2189479" h="761364">
                  <a:moveTo>
                    <a:pt x="1591055" y="761237"/>
                  </a:moveTo>
                  <a:lnTo>
                    <a:pt x="1591055" y="760475"/>
                  </a:lnTo>
                  <a:lnTo>
                    <a:pt x="1588769" y="760475"/>
                  </a:lnTo>
                  <a:lnTo>
                    <a:pt x="1588769" y="761237"/>
                  </a:lnTo>
                  <a:lnTo>
                    <a:pt x="1591055" y="761237"/>
                  </a:lnTo>
                  <a:close/>
                </a:path>
                <a:path w="2189479" h="761364">
                  <a:moveTo>
                    <a:pt x="1588008" y="761237"/>
                  </a:moveTo>
                  <a:lnTo>
                    <a:pt x="1588008" y="760475"/>
                  </a:lnTo>
                  <a:lnTo>
                    <a:pt x="1585722" y="760475"/>
                  </a:lnTo>
                  <a:lnTo>
                    <a:pt x="1585722" y="761237"/>
                  </a:lnTo>
                  <a:lnTo>
                    <a:pt x="1588008" y="761237"/>
                  </a:lnTo>
                  <a:close/>
                </a:path>
                <a:path w="2189479" h="761364">
                  <a:moveTo>
                    <a:pt x="1584960" y="761237"/>
                  </a:moveTo>
                  <a:lnTo>
                    <a:pt x="1584960" y="760475"/>
                  </a:lnTo>
                  <a:lnTo>
                    <a:pt x="1582674" y="760475"/>
                  </a:lnTo>
                  <a:lnTo>
                    <a:pt x="1582674" y="761237"/>
                  </a:lnTo>
                  <a:lnTo>
                    <a:pt x="1584960" y="761237"/>
                  </a:lnTo>
                  <a:close/>
                </a:path>
                <a:path w="2189479" h="761364">
                  <a:moveTo>
                    <a:pt x="1581912" y="761237"/>
                  </a:moveTo>
                  <a:lnTo>
                    <a:pt x="1581912" y="760475"/>
                  </a:lnTo>
                  <a:lnTo>
                    <a:pt x="1579626" y="760475"/>
                  </a:lnTo>
                  <a:lnTo>
                    <a:pt x="1579626" y="761237"/>
                  </a:lnTo>
                  <a:lnTo>
                    <a:pt x="1581912" y="761237"/>
                  </a:lnTo>
                  <a:close/>
                </a:path>
                <a:path w="2189479" h="761364">
                  <a:moveTo>
                    <a:pt x="1578864" y="761237"/>
                  </a:moveTo>
                  <a:lnTo>
                    <a:pt x="1578864" y="760475"/>
                  </a:lnTo>
                  <a:lnTo>
                    <a:pt x="1576577" y="760475"/>
                  </a:lnTo>
                  <a:lnTo>
                    <a:pt x="1576577" y="761237"/>
                  </a:lnTo>
                  <a:lnTo>
                    <a:pt x="1578864" y="761237"/>
                  </a:lnTo>
                  <a:close/>
                </a:path>
                <a:path w="2189479" h="761364">
                  <a:moveTo>
                    <a:pt x="1575815" y="761237"/>
                  </a:moveTo>
                  <a:lnTo>
                    <a:pt x="1575815" y="760475"/>
                  </a:lnTo>
                  <a:lnTo>
                    <a:pt x="1573529" y="760475"/>
                  </a:lnTo>
                  <a:lnTo>
                    <a:pt x="1573529" y="761237"/>
                  </a:lnTo>
                  <a:lnTo>
                    <a:pt x="1575815" y="761237"/>
                  </a:lnTo>
                  <a:close/>
                </a:path>
                <a:path w="2189479" h="761364">
                  <a:moveTo>
                    <a:pt x="1572767" y="761237"/>
                  </a:moveTo>
                  <a:lnTo>
                    <a:pt x="1572767" y="760475"/>
                  </a:lnTo>
                  <a:lnTo>
                    <a:pt x="1570481" y="760475"/>
                  </a:lnTo>
                  <a:lnTo>
                    <a:pt x="1570481" y="761237"/>
                  </a:lnTo>
                  <a:lnTo>
                    <a:pt x="1572767" y="761237"/>
                  </a:lnTo>
                  <a:close/>
                </a:path>
                <a:path w="2189479" h="761364">
                  <a:moveTo>
                    <a:pt x="1569720" y="761237"/>
                  </a:moveTo>
                  <a:lnTo>
                    <a:pt x="1569720" y="760475"/>
                  </a:lnTo>
                  <a:lnTo>
                    <a:pt x="1567434" y="760475"/>
                  </a:lnTo>
                  <a:lnTo>
                    <a:pt x="1567434" y="761237"/>
                  </a:lnTo>
                  <a:lnTo>
                    <a:pt x="1569720" y="761237"/>
                  </a:lnTo>
                  <a:close/>
                </a:path>
                <a:path w="2189479" h="761364">
                  <a:moveTo>
                    <a:pt x="1566672" y="761237"/>
                  </a:moveTo>
                  <a:lnTo>
                    <a:pt x="1566672" y="760475"/>
                  </a:lnTo>
                  <a:lnTo>
                    <a:pt x="1564386" y="760475"/>
                  </a:lnTo>
                  <a:lnTo>
                    <a:pt x="1564386" y="761237"/>
                  </a:lnTo>
                  <a:lnTo>
                    <a:pt x="1566672" y="761237"/>
                  </a:lnTo>
                  <a:close/>
                </a:path>
                <a:path w="2189479" h="761364">
                  <a:moveTo>
                    <a:pt x="1563624" y="761237"/>
                  </a:moveTo>
                  <a:lnTo>
                    <a:pt x="1563624" y="760475"/>
                  </a:lnTo>
                  <a:lnTo>
                    <a:pt x="1561338" y="760475"/>
                  </a:lnTo>
                  <a:lnTo>
                    <a:pt x="1561338" y="761237"/>
                  </a:lnTo>
                  <a:lnTo>
                    <a:pt x="1563624" y="761237"/>
                  </a:lnTo>
                  <a:close/>
                </a:path>
                <a:path w="2189479" h="761364">
                  <a:moveTo>
                    <a:pt x="1560576" y="761237"/>
                  </a:moveTo>
                  <a:lnTo>
                    <a:pt x="1560576" y="760475"/>
                  </a:lnTo>
                  <a:lnTo>
                    <a:pt x="1558289" y="760475"/>
                  </a:lnTo>
                  <a:lnTo>
                    <a:pt x="1558289" y="761237"/>
                  </a:lnTo>
                  <a:lnTo>
                    <a:pt x="1560576" y="761237"/>
                  </a:lnTo>
                  <a:close/>
                </a:path>
                <a:path w="2189479" h="761364">
                  <a:moveTo>
                    <a:pt x="1557527" y="761237"/>
                  </a:moveTo>
                  <a:lnTo>
                    <a:pt x="1557527" y="760475"/>
                  </a:lnTo>
                  <a:lnTo>
                    <a:pt x="1555241" y="760475"/>
                  </a:lnTo>
                  <a:lnTo>
                    <a:pt x="1555241" y="761237"/>
                  </a:lnTo>
                  <a:lnTo>
                    <a:pt x="1557527" y="761237"/>
                  </a:lnTo>
                  <a:close/>
                </a:path>
                <a:path w="2189479" h="761364">
                  <a:moveTo>
                    <a:pt x="1554479" y="761237"/>
                  </a:moveTo>
                  <a:lnTo>
                    <a:pt x="1554479" y="760475"/>
                  </a:lnTo>
                  <a:lnTo>
                    <a:pt x="1552193" y="760475"/>
                  </a:lnTo>
                  <a:lnTo>
                    <a:pt x="1552193" y="761237"/>
                  </a:lnTo>
                  <a:lnTo>
                    <a:pt x="1554479" y="761237"/>
                  </a:lnTo>
                  <a:close/>
                </a:path>
                <a:path w="2189479" h="761364">
                  <a:moveTo>
                    <a:pt x="1551432" y="761237"/>
                  </a:moveTo>
                  <a:lnTo>
                    <a:pt x="1551432" y="760475"/>
                  </a:lnTo>
                  <a:lnTo>
                    <a:pt x="1549146" y="760475"/>
                  </a:lnTo>
                  <a:lnTo>
                    <a:pt x="1549146" y="761237"/>
                  </a:lnTo>
                  <a:lnTo>
                    <a:pt x="1551432" y="761237"/>
                  </a:lnTo>
                  <a:close/>
                </a:path>
                <a:path w="2189479" h="761364">
                  <a:moveTo>
                    <a:pt x="1548384" y="761237"/>
                  </a:moveTo>
                  <a:lnTo>
                    <a:pt x="1548384" y="760475"/>
                  </a:lnTo>
                  <a:lnTo>
                    <a:pt x="1546098" y="760475"/>
                  </a:lnTo>
                  <a:lnTo>
                    <a:pt x="1546098" y="761237"/>
                  </a:lnTo>
                  <a:lnTo>
                    <a:pt x="1548384" y="761237"/>
                  </a:lnTo>
                  <a:close/>
                </a:path>
                <a:path w="2189479" h="761364">
                  <a:moveTo>
                    <a:pt x="1545336" y="761237"/>
                  </a:moveTo>
                  <a:lnTo>
                    <a:pt x="1545336" y="760475"/>
                  </a:lnTo>
                  <a:lnTo>
                    <a:pt x="1543050" y="760475"/>
                  </a:lnTo>
                  <a:lnTo>
                    <a:pt x="1543050" y="761237"/>
                  </a:lnTo>
                  <a:lnTo>
                    <a:pt x="1545336" y="761237"/>
                  </a:lnTo>
                  <a:close/>
                </a:path>
                <a:path w="2189479" h="761364">
                  <a:moveTo>
                    <a:pt x="1542288" y="761237"/>
                  </a:moveTo>
                  <a:lnTo>
                    <a:pt x="1542288" y="760475"/>
                  </a:lnTo>
                  <a:lnTo>
                    <a:pt x="1540002" y="760475"/>
                  </a:lnTo>
                  <a:lnTo>
                    <a:pt x="1540002" y="761237"/>
                  </a:lnTo>
                  <a:lnTo>
                    <a:pt x="1542288" y="761237"/>
                  </a:lnTo>
                  <a:close/>
                </a:path>
                <a:path w="2189479" h="761364">
                  <a:moveTo>
                    <a:pt x="1539239" y="761237"/>
                  </a:moveTo>
                  <a:lnTo>
                    <a:pt x="1539239" y="760475"/>
                  </a:lnTo>
                  <a:lnTo>
                    <a:pt x="1536953" y="760475"/>
                  </a:lnTo>
                  <a:lnTo>
                    <a:pt x="1536953" y="761237"/>
                  </a:lnTo>
                  <a:lnTo>
                    <a:pt x="1539239" y="761237"/>
                  </a:lnTo>
                  <a:close/>
                </a:path>
                <a:path w="2189479" h="761364">
                  <a:moveTo>
                    <a:pt x="1536191" y="761237"/>
                  </a:moveTo>
                  <a:lnTo>
                    <a:pt x="1536191" y="760475"/>
                  </a:lnTo>
                  <a:lnTo>
                    <a:pt x="1533905" y="760475"/>
                  </a:lnTo>
                  <a:lnTo>
                    <a:pt x="1533905" y="761237"/>
                  </a:lnTo>
                  <a:lnTo>
                    <a:pt x="1536191" y="761237"/>
                  </a:lnTo>
                  <a:close/>
                </a:path>
                <a:path w="2189479" h="761364">
                  <a:moveTo>
                    <a:pt x="1533143" y="761237"/>
                  </a:moveTo>
                  <a:lnTo>
                    <a:pt x="1533143" y="760475"/>
                  </a:lnTo>
                  <a:lnTo>
                    <a:pt x="1530857" y="760475"/>
                  </a:lnTo>
                  <a:lnTo>
                    <a:pt x="1530857" y="761237"/>
                  </a:lnTo>
                  <a:lnTo>
                    <a:pt x="1533143" y="761237"/>
                  </a:lnTo>
                  <a:close/>
                </a:path>
                <a:path w="2189479" h="761364">
                  <a:moveTo>
                    <a:pt x="1530096" y="761237"/>
                  </a:moveTo>
                  <a:lnTo>
                    <a:pt x="1530096" y="760475"/>
                  </a:lnTo>
                  <a:lnTo>
                    <a:pt x="1527810" y="760475"/>
                  </a:lnTo>
                  <a:lnTo>
                    <a:pt x="1527810" y="761237"/>
                  </a:lnTo>
                  <a:lnTo>
                    <a:pt x="1530096" y="761237"/>
                  </a:lnTo>
                  <a:close/>
                </a:path>
                <a:path w="2189479" h="761364">
                  <a:moveTo>
                    <a:pt x="1527048" y="761237"/>
                  </a:moveTo>
                  <a:lnTo>
                    <a:pt x="1527048" y="760475"/>
                  </a:lnTo>
                  <a:lnTo>
                    <a:pt x="1524762" y="760475"/>
                  </a:lnTo>
                  <a:lnTo>
                    <a:pt x="1524762" y="761237"/>
                  </a:lnTo>
                  <a:lnTo>
                    <a:pt x="1527048" y="761237"/>
                  </a:lnTo>
                  <a:close/>
                </a:path>
                <a:path w="2189479" h="761364">
                  <a:moveTo>
                    <a:pt x="1524000" y="761237"/>
                  </a:moveTo>
                  <a:lnTo>
                    <a:pt x="1524000" y="760475"/>
                  </a:lnTo>
                  <a:lnTo>
                    <a:pt x="1521714" y="760475"/>
                  </a:lnTo>
                  <a:lnTo>
                    <a:pt x="1521714" y="761237"/>
                  </a:lnTo>
                  <a:lnTo>
                    <a:pt x="1524000" y="761237"/>
                  </a:lnTo>
                  <a:close/>
                </a:path>
                <a:path w="2189479" h="761364">
                  <a:moveTo>
                    <a:pt x="1520952" y="761237"/>
                  </a:moveTo>
                  <a:lnTo>
                    <a:pt x="1520952" y="760475"/>
                  </a:lnTo>
                  <a:lnTo>
                    <a:pt x="1518665" y="760475"/>
                  </a:lnTo>
                  <a:lnTo>
                    <a:pt x="1518665" y="761237"/>
                  </a:lnTo>
                  <a:lnTo>
                    <a:pt x="1520952" y="761237"/>
                  </a:lnTo>
                  <a:close/>
                </a:path>
                <a:path w="2189479" h="761364">
                  <a:moveTo>
                    <a:pt x="1517903" y="761237"/>
                  </a:moveTo>
                  <a:lnTo>
                    <a:pt x="1517903" y="760475"/>
                  </a:lnTo>
                  <a:lnTo>
                    <a:pt x="1515617" y="760475"/>
                  </a:lnTo>
                  <a:lnTo>
                    <a:pt x="1515617" y="761237"/>
                  </a:lnTo>
                  <a:lnTo>
                    <a:pt x="1517903" y="761237"/>
                  </a:lnTo>
                  <a:close/>
                </a:path>
                <a:path w="2189479" h="761364">
                  <a:moveTo>
                    <a:pt x="1514855" y="761237"/>
                  </a:moveTo>
                  <a:lnTo>
                    <a:pt x="1514855" y="760475"/>
                  </a:lnTo>
                  <a:lnTo>
                    <a:pt x="1512569" y="760475"/>
                  </a:lnTo>
                  <a:lnTo>
                    <a:pt x="1512569" y="761237"/>
                  </a:lnTo>
                  <a:lnTo>
                    <a:pt x="1514855" y="761237"/>
                  </a:lnTo>
                  <a:close/>
                </a:path>
                <a:path w="2189479" h="761364">
                  <a:moveTo>
                    <a:pt x="1511808" y="761237"/>
                  </a:moveTo>
                  <a:lnTo>
                    <a:pt x="1511808" y="760475"/>
                  </a:lnTo>
                  <a:lnTo>
                    <a:pt x="1509522" y="760475"/>
                  </a:lnTo>
                  <a:lnTo>
                    <a:pt x="1509522" y="761237"/>
                  </a:lnTo>
                  <a:lnTo>
                    <a:pt x="1511808" y="761237"/>
                  </a:lnTo>
                  <a:close/>
                </a:path>
                <a:path w="2189479" h="761364">
                  <a:moveTo>
                    <a:pt x="1508760" y="761237"/>
                  </a:moveTo>
                  <a:lnTo>
                    <a:pt x="1508760" y="760475"/>
                  </a:lnTo>
                  <a:lnTo>
                    <a:pt x="1506474" y="760475"/>
                  </a:lnTo>
                  <a:lnTo>
                    <a:pt x="1506474" y="761237"/>
                  </a:lnTo>
                  <a:lnTo>
                    <a:pt x="1508760" y="761237"/>
                  </a:lnTo>
                  <a:close/>
                </a:path>
                <a:path w="2189479" h="761364">
                  <a:moveTo>
                    <a:pt x="1505712" y="761237"/>
                  </a:moveTo>
                  <a:lnTo>
                    <a:pt x="1505712" y="760475"/>
                  </a:lnTo>
                  <a:lnTo>
                    <a:pt x="1503426" y="760475"/>
                  </a:lnTo>
                  <a:lnTo>
                    <a:pt x="1503426" y="761237"/>
                  </a:lnTo>
                  <a:lnTo>
                    <a:pt x="1505712" y="761237"/>
                  </a:lnTo>
                  <a:close/>
                </a:path>
                <a:path w="2189479" h="761364">
                  <a:moveTo>
                    <a:pt x="1502664" y="761237"/>
                  </a:moveTo>
                  <a:lnTo>
                    <a:pt x="1502664" y="760475"/>
                  </a:lnTo>
                  <a:lnTo>
                    <a:pt x="1500377" y="760475"/>
                  </a:lnTo>
                  <a:lnTo>
                    <a:pt x="1500377" y="761237"/>
                  </a:lnTo>
                  <a:lnTo>
                    <a:pt x="1502664" y="761237"/>
                  </a:lnTo>
                  <a:close/>
                </a:path>
                <a:path w="2189479" h="761364">
                  <a:moveTo>
                    <a:pt x="1499615" y="761237"/>
                  </a:moveTo>
                  <a:lnTo>
                    <a:pt x="1499615" y="760475"/>
                  </a:lnTo>
                  <a:lnTo>
                    <a:pt x="1497329" y="760475"/>
                  </a:lnTo>
                  <a:lnTo>
                    <a:pt x="1497329" y="761237"/>
                  </a:lnTo>
                  <a:lnTo>
                    <a:pt x="1499615" y="761237"/>
                  </a:lnTo>
                  <a:close/>
                </a:path>
                <a:path w="2189479" h="761364">
                  <a:moveTo>
                    <a:pt x="1496567" y="761237"/>
                  </a:moveTo>
                  <a:lnTo>
                    <a:pt x="1496567" y="760475"/>
                  </a:lnTo>
                  <a:lnTo>
                    <a:pt x="1494281" y="760475"/>
                  </a:lnTo>
                  <a:lnTo>
                    <a:pt x="1494281" y="761237"/>
                  </a:lnTo>
                  <a:lnTo>
                    <a:pt x="1496567" y="761237"/>
                  </a:lnTo>
                  <a:close/>
                </a:path>
                <a:path w="2189479" h="761364">
                  <a:moveTo>
                    <a:pt x="1493520" y="761237"/>
                  </a:moveTo>
                  <a:lnTo>
                    <a:pt x="1493520" y="760475"/>
                  </a:lnTo>
                  <a:lnTo>
                    <a:pt x="1491234" y="760475"/>
                  </a:lnTo>
                  <a:lnTo>
                    <a:pt x="1491234" y="761237"/>
                  </a:lnTo>
                  <a:lnTo>
                    <a:pt x="1493520" y="761237"/>
                  </a:lnTo>
                  <a:close/>
                </a:path>
                <a:path w="2189479" h="761364">
                  <a:moveTo>
                    <a:pt x="1490472" y="761237"/>
                  </a:moveTo>
                  <a:lnTo>
                    <a:pt x="1490472" y="760475"/>
                  </a:lnTo>
                  <a:lnTo>
                    <a:pt x="1488186" y="760475"/>
                  </a:lnTo>
                  <a:lnTo>
                    <a:pt x="1488186" y="761237"/>
                  </a:lnTo>
                  <a:lnTo>
                    <a:pt x="1490472" y="761237"/>
                  </a:lnTo>
                  <a:close/>
                </a:path>
                <a:path w="2189479" h="761364">
                  <a:moveTo>
                    <a:pt x="1487424" y="761237"/>
                  </a:moveTo>
                  <a:lnTo>
                    <a:pt x="1487424" y="760475"/>
                  </a:lnTo>
                  <a:lnTo>
                    <a:pt x="1485138" y="760475"/>
                  </a:lnTo>
                  <a:lnTo>
                    <a:pt x="1485138" y="761237"/>
                  </a:lnTo>
                  <a:lnTo>
                    <a:pt x="1487424" y="761237"/>
                  </a:lnTo>
                  <a:close/>
                </a:path>
                <a:path w="2189479" h="761364">
                  <a:moveTo>
                    <a:pt x="1484376" y="761237"/>
                  </a:moveTo>
                  <a:lnTo>
                    <a:pt x="1484376" y="760475"/>
                  </a:lnTo>
                  <a:lnTo>
                    <a:pt x="1482089" y="760475"/>
                  </a:lnTo>
                  <a:lnTo>
                    <a:pt x="1482089" y="761237"/>
                  </a:lnTo>
                  <a:lnTo>
                    <a:pt x="1484376" y="761237"/>
                  </a:lnTo>
                  <a:close/>
                </a:path>
                <a:path w="2189479" h="761364">
                  <a:moveTo>
                    <a:pt x="1481327" y="761237"/>
                  </a:moveTo>
                  <a:lnTo>
                    <a:pt x="1481327" y="760475"/>
                  </a:lnTo>
                  <a:lnTo>
                    <a:pt x="1479041" y="760475"/>
                  </a:lnTo>
                  <a:lnTo>
                    <a:pt x="1479041" y="761237"/>
                  </a:lnTo>
                  <a:lnTo>
                    <a:pt x="1481327" y="761237"/>
                  </a:lnTo>
                  <a:close/>
                </a:path>
                <a:path w="2189479" h="761364">
                  <a:moveTo>
                    <a:pt x="1478279" y="761237"/>
                  </a:moveTo>
                  <a:lnTo>
                    <a:pt x="1478279" y="760475"/>
                  </a:lnTo>
                  <a:lnTo>
                    <a:pt x="1475993" y="760475"/>
                  </a:lnTo>
                  <a:lnTo>
                    <a:pt x="1475993" y="761237"/>
                  </a:lnTo>
                  <a:lnTo>
                    <a:pt x="1478279" y="761237"/>
                  </a:lnTo>
                  <a:close/>
                </a:path>
                <a:path w="2189479" h="761364">
                  <a:moveTo>
                    <a:pt x="1475232" y="761237"/>
                  </a:moveTo>
                  <a:lnTo>
                    <a:pt x="1475232" y="760475"/>
                  </a:lnTo>
                  <a:lnTo>
                    <a:pt x="1472946" y="760475"/>
                  </a:lnTo>
                  <a:lnTo>
                    <a:pt x="1472946" y="761237"/>
                  </a:lnTo>
                  <a:lnTo>
                    <a:pt x="1475232" y="761237"/>
                  </a:lnTo>
                  <a:close/>
                </a:path>
                <a:path w="2189479" h="761364">
                  <a:moveTo>
                    <a:pt x="1472184" y="761237"/>
                  </a:moveTo>
                  <a:lnTo>
                    <a:pt x="1472184" y="760475"/>
                  </a:lnTo>
                  <a:lnTo>
                    <a:pt x="1469898" y="760475"/>
                  </a:lnTo>
                  <a:lnTo>
                    <a:pt x="1469898" y="761237"/>
                  </a:lnTo>
                  <a:lnTo>
                    <a:pt x="1472184" y="761237"/>
                  </a:lnTo>
                  <a:close/>
                </a:path>
                <a:path w="2189479" h="761364">
                  <a:moveTo>
                    <a:pt x="1469136" y="761237"/>
                  </a:moveTo>
                  <a:lnTo>
                    <a:pt x="1469136" y="760475"/>
                  </a:lnTo>
                  <a:lnTo>
                    <a:pt x="1466850" y="760475"/>
                  </a:lnTo>
                  <a:lnTo>
                    <a:pt x="1466850" y="761237"/>
                  </a:lnTo>
                  <a:lnTo>
                    <a:pt x="1469136" y="761237"/>
                  </a:lnTo>
                  <a:close/>
                </a:path>
                <a:path w="2189479" h="761364">
                  <a:moveTo>
                    <a:pt x="1466088" y="761237"/>
                  </a:moveTo>
                  <a:lnTo>
                    <a:pt x="1466088" y="760475"/>
                  </a:lnTo>
                  <a:lnTo>
                    <a:pt x="1463802" y="760475"/>
                  </a:lnTo>
                  <a:lnTo>
                    <a:pt x="1463802" y="761237"/>
                  </a:lnTo>
                  <a:lnTo>
                    <a:pt x="1466088" y="761237"/>
                  </a:lnTo>
                  <a:close/>
                </a:path>
                <a:path w="2189479" h="761364">
                  <a:moveTo>
                    <a:pt x="1463039" y="761237"/>
                  </a:moveTo>
                  <a:lnTo>
                    <a:pt x="1463039" y="760475"/>
                  </a:lnTo>
                  <a:lnTo>
                    <a:pt x="1460753" y="760475"/>
                  </a:lnTo>
                  <a:lnTo>
                    <a:pt x="1460753" y="761237"/>
                  </a:lnTo>
                  <a:lnTo>
                    <a:pt x="1463039" y="761237"/>
                  </a:lnTo>
                  <a:close/>
                </a:path>
                <a:path w="2189479" h="761364">
                  <a:moveTo>
                    <a:pt x="1459991" y="761237"/>
                  </a:moveTo>
                  <a:lnTo>
                    <a:pt x="1459991" y="760475"/>
                  </a:lnTo>
                  <a:lnTo>
                    <a:pt x="1457705" y="760475"/>
                  </a:lnTo>
                  <a:lnTo>
                    <a:pt x="1457705" y="761237"/>
                  </a:lnTo>
                  <a:lnTo>
                    <a:pt x="1459991" y="761237"/>
                  </a:lnTo>
                  <a:close/>
                </a:path>
                <a:path w="2189479" h="761364">
                  <a:moveTo>
                    <a:pt x="1456943" y="761237"/>
                  </a:moveTo>
                  <a:lnTo>
                    <a:pt x="1456943" y="760475"/>
                  </a:lnTo>
                  <a:lnTo>
                    <a:pt x="1454657" y="760475"/>
                  </a:lnTo>
                  <a:lnTo>
                    <a:pt x="1454657" y="761237"/>
                  </a:lnTo>
                  <a:lnTo>
                    <a:pt x="1456943" y="761237"/>
                  </a:lnTo>
                  <a:close/>
                </a:path>
                <a:path w="2189479" h="761364">
                  <a:moveTo>
                    <a:pt x="1453896" y="761237"/>
                  </a:moveTo>
                  <a:lnTo>
                    <a:pt x="1453896" y="760475"/>
                  </a:lnTo>
                  <a:lnTo>
                    <a:pt x="1451610" y="760475"/>
                  </a:lnTo>
                  <a:lnTo>
                    <a:pt x="1451610" y="761237"/>
                  </a:lnTo>
                  <a:lnTo>
                    <a:pt x="1453896" y="761237"/>
                  </a:lnTo>
                  <a:close/>
                </a:path>
                <a:path w="2189479" h="761364">
                  <a:moveTo>
                    <a:pt x="1450848" y="761237"/>
                  </a:moveTo>
                  <a:lnTo>
                    <a:pt x="1450848" y="760475"/>
                  </a:lnTo>
                  <a:lnTo>
                    <a:pt x="1448562" y="760475"/>
                  </a:lnTo>
                  <a:lnTo>
                    <a:pt x="1448562" y="761237"/>
                  </a:lnTo>
                  <a:lnTo>
                    <a:pt x="1450848" y="761237"/>
                  </a:lnTo>
                  <a:close/>
                </a:path>
                <a:path w="2189479" h="761364">
                  <a:moveTo>
                    <a:pt x="1447800" y="761237"/>
                  </a:moveTo>
                  <a:lnTo>
                    <a:pt x="1447800" y="760475"/>
                  </a:lnTo>
                  <a:lnTo>
                    <a:pt x="1445514" y="760475"/>
                  </a:lnTo>
                  <a:lnTo>
                    <a:pt x="1445514" y="761237"/>
                  </a:lnTo>
                  <a:lnTo>
                    <a:pt x="1447800" y="761237"/>
                  </a:lnTo>
                  <a:close/>
                </a:path>
                <a:path w="2189479" h="761364">
                  <a:moveTo>
                    <a:pt x="1444752" y="761237"/>
                  </a:moveTo>
                  <a:lnTo>
                    <a:pt x="1444752" y="760475"/>
                  </a:lnTo>
                  <a:lnTo>
                    <a:pt x="1442465" y="760475"/>
                  </a:lnTo>
                  <a:lnTo>
                    <a:pt x="1442465" y="761237"/>
                  </a:lnTo>
                  <a:lnTo>
                    <a:pt x="1444752" y="761237"/>
                  </a:lnTo>
                  <a:close/>
                </a:path>
                <a:path w="2189479" h="761364">
                  <a:moveTo>
                    <a:pt x="1441703" y="761237"/>
                  </a:moveTo>
                  <a:lnTo>
                    <a:pt x="1441703" y="760475"/>
                  </a:lnTo>
                  <a:lnTo>
                    <a:pt x="1439417" y="760475"/>
                  </a:lnTo>
                  <a:lnTo>
                    <a:pt x="1439417" y="761237"/>
                  </a:lnTo>
                  <a:lnTo>
                    <a:pt x="1441703" y="761237"/>
                  </a:lnTo>
                  <a:close/>
                </a:path>
                <a:path w="2189479" h="761364">
                  <a:moveTo>
                    <a:pt x="1438655" y="761237"/>
                  </a:moveTo>
                  <a:lnTo>
                    <a:pt x="1438655" y="760475"/>
                  </a:lnTo>
                  <a:lnTo>
                    <a:pt x="1436369" y="760475"/>
                  </a:lnTo>
                  <a:lnTo>
                    <a:pt x="1436369" y="761237"/>
                  </a:lnTo>
                  <a:lnTo>
                    <a:pt x="1438655" y="761237"/>
                  </a:lnTo>
                  <a:close/>
                </a:path>
                <a:path w="2189479" h="761364">
                  <a:moveTo>
                    <a:pt x="1435608" y="761237"/>
                  </a:moveTo>
                  <a:lnTo>
                    <a:pt x="1435608" y="760475"/>
                  </a:lnTo>
                  <a:lnTo>
                    <a:pt x="1433322" y="760475"/>
                  </a:lnTo>
                  <a:lnTo>
                    <a:pt x="1433322" y="761237"/>
                  </a:lnTo>
                  <a:lnTo>
                    <a:pt x="1435608" y="761237"/>
                  </a:lnTo>
                  <a:close/>
                </a:path>
                <a:path w="2189479" h="761364">
                  <a:moveTo>
                    <a:pt x="1432560" y="761237"/>
                  </a:moveTo>
                  <a:lnTo>
                    <a:pt x="1432560" y="760475"/>
                  </a:lnTo>
                  <a:lnTo>
                    <a:pt x="1430274" y="760475"/>
                  </a:lnTo>
                  <a:lnTo>
                    <a:pt x="1430274" y="761237"/>
                  </a:lnTo>
                  <a:lnTo>
                    <a:pt x="1432560" y="761237"/>
                  </a:lnTo>
                  <a:close/>
                </a:path>
                <a:path w="2189479" h="761364">
                  <a:moveTo>
                    <a:pt x="1429512" y="761237"/>
                  </a:moveTo>
                  <a:lnTo>
                    <a:pt x="1429512" y="760475"/>
                  </a:lnTo>
                  <a:lnTo>
                    <a:pt x="1427226" y="760475"/>
                  </a:lnTo>
                  <a:lnTo>
                    <a:pt x="1427226" y="761237"/>
                  </a:lnTo>
                  <a:lnTo>
                    <a:pt x="1429512" y="761237"/>
                  </a:lnTo>
                  <a:close/>
                </a:path>
                <a:path w="2189479" h="761364">
                  <a:moveTo>
                    <a:pt x="1426464" y="761237"/>
                  </a:moveTo>
                  <a:lnTo>
                    <a:pt x="1426464" y="760475"/>
                  </a:lnTo>
                  <a:lnTo>
                    <a:pt x="1424177" y="760475"/>
                  </a:lnTo>
                  <a:lnTo>
                    <a:pt x="1424177" y="761237"/>
                  </a:lnTo>
                  <a:lnTo>
                    <a:pt x="1426464" y="761237"/>
                  </a:lnTo>
                  <a:close/>
                </a:path>
                <a:path w="2189479" h="761364">
                  <a:moveTo>
                    <a:pt x="1423415" y="761237"/>
                  </a:moveTo>
                  <a:lnTo>
                    <a:pt x="1423415" y="760475"/>
                  </a:lnTo>
                  <a:lnTo>
                    <a:pt x="1421129" y="760475"/>
                  </a:lnTo>
                  <a:lnTo>
                    <a:pt x="1421129" y="761237"/>
                  </a:lnTo>
                  <a:lnTo>
                    <a:pt x="1423415" y="761237"/>
                  </a:lnTo>
                  <a:close/>
                </a:path>
                <a:path w="2189479" h="761364">
                  <a:moveTo>
                    <a:pt x="1420367" y="761237"/>
                  </a:moveTo>
                  <a:lnTo>
                    <a:pt x="1420367" y="760475"/>
                  </a:lnTo>
                  <a:lnTo>
                    <a:pt x="1418081" y="760475"/>
                  </a:lnTo>
                  <a:lnTo>
                    <a:pt x="1418081" y="761237"/>
                  </a:lnTo>
                  <a:lnTo>
                    <a:pt x="1420367" y="761237"/>
                  </a:lnTo>
                  <a:close/>
                </a:path>
                <a:path w="2189479" h="761364">
                  <a:moveTo>
                    <a:pt x="1417320" y="761237"/>
                  </a:moveTo>
                  <a:lnTo>
                    <a:pt x="1417320" y="760475"/>
                  </a:lnTo>
                  <a:lnTo>
                    <a:pt x="1415034" y="760475"/>
                  </a:lnTo>
                  <a:lnTo>
                    <a:pt x="1415034" y="761237"/>
                  </a:lnTo>
                  <a:lnTo>
                    <a:pt x="1417320" y="761237"/>
                  </a:lnTo>
                  <a:close/>
                </a:path>
                <a:path w="2189479" h="761364">
                  <a:moveTo>
                    <a:pt x="1414272" y="761237"/>
                  </a:moveTo>
                  <a:lnTo>
                    <a:pt x="1414272" y="760475"/>
                  </a:lnTo>
                  <a:lnTo>
                    <a:pt x="1411986" y="760475"/>
                  </a:lnTo>
                  <a:lnTo>
                    <a:pt x="1411986" y="761237"/>
                  </a:lnTo>
                  <a:lnTo>
                    <a:pt x="1414272" y="761237"/>
                  </a:lnTo>
                  <a:close/>
                </a:path>
                <a:path w="2189479" h="761364">
                  <a:moveTo>
                    <a:pt x="1411224" y="761237"/>
                  </a:moveTo>
                  <a:lnTo>
                    <a:pt x="1411224" y="760475"/>
                  </a:lnTo>
                  <a:lnTo>
                    <a:pt x="1408938" y="760475"/>
                  </a:lnTo>
                  <a:lnTo>
                    <a:pt x="1408938" y="761237"/>
                  </a:lnTo>
                  <a:lnTo>
                    <a:pt x="1411224" y="761237"/>
                  </a:lnTo>
                  <a:close/>
                </a:path>
                <a:path w="2189479" h="761364">
                  <a:moveTo>
                    <a:pt x="1408176" y="761237"/>
                  </a:moveTo>
                  <a:lnTo>
                    <a:pt x="1408176" y="760475"/>
                  </a:lnTo>
                  <a:lnTo>
                    <a:pt x="1405889" y="760475"/>
                  </a:lnTo>
                  <a:lnTo>
                    <a:pt x="1405889" y="761237"/>
                  </a:lnTo>
                  <a:lnTo>
                    <a:pt x="1408176" y="761237"/>
                  </a:lnTo>
                  <a:close/>
                </a:path>
                <a:path w="2189479" h="761364">
                  <a:moveTo>
                    <a:pt x="1405127" y="761237"/>
                  </a:moveTo>
                  <a:lnTo>
                    <a:pt x="1405127" y="760475"/>
                  </a:lnTo>
                  <a:lnTo>
                    <a:pt x="1402841" y="760475"/>
                  </a:lnTo>
                  <a:lnTo>
                    <a:pt x="1402841" y="761237"/>
                  </a:lnTo>
                  <a:lnTo>
                    <a:pt x="1405127" y="761237"/>
                  </a:lnTo>
                  <a:close/>
                </a:path>
                <a:path w="2189479" h="761364">
                  <a:moveTo>
                    <a:pt x="1402079" y="761237"/>
                  </a:moveTo>
                  <a:lnTo>
                    <a:pt x="1402079" y="760475"/>
                  </a:lnTo>
                  <a:lnTo>
                    <a:pt x="1399793" y="760475"/>
                  </a:lnTo>
                  <a:lnTo>
                    <a:pt x="1399793" y="761237"/>
                  </a:lnTo>
                  <a:lnTo>
                    <a:pt x="1402079" y="761237"/>
                  </a:lnTo>
                  <a:close/>
                </a:path>
                <a:path w="2189479" h="761364">
                  <a:moveTo>
                    <a:pt x="1399032" y="761237"/>
                  </a:moveTo>
                  <a:lnTo>
                    <a:pt x="1399032" y="760475"/>
                  </a:lnTo>
                  <a:lnTo>
                    <a:pt x="1396746" y="760475"/>
                  </a:lnTo>
                  <a:lnTo>
                    <a:pt x="1396746" y="761237"/>
                  </a:lnTo>
                  <a:lnTo>
                    <a:pt x="1399032" y="761237"/>
                  </a:lnTo>
                  <a:close/>
                </a:path>
                <a:path w="2189479" h="761364">
                  <a:moveTo>
                    <a:pt x="1395984" y="761237"/>
                  </a:moveTo>
                  <a:lnTo>
                    <a:pt x="1395984" y="760475"/>
                  </a:lnTo>
                  <a:lnTo>
                    <a:pt x="1393698" y="760475"/>
                  </a:lnTo>
                  <a:lnTo>
                    <a:pt x="1393698" y="761237"/>
                  </a:lnTo>
                  <a:lnTo>
                    <a:pt x="1395984" y="761237"/>
                  </a:lnTo>
                  <a:close/>
                </a:path>
                <a:path w="2189479" h="761364">
                  <a:moveTo>
                    <a:pt x="1392936" y="761237"/>
                  </a:moveTo>
                  <a:lnTo>
                    <a:pt x="1392936" y="760475"/>
                  </a:lnTo>
                  <a:lnTo>
                    <a:pt x="1390650" y="760475"/>
                  </a:lnTo>
                  <a:lnTo>
                    <a:pt x="1390650" y="761237"/>
                  </a:lnTo>
                  <a:lnTo>
                    <a:pt x="1392936" y="761237"/>
                  </a:lnTo>
                  <a:close/>
                </a:path>
                <a:path w="2189479" h="761364">
                  <a:moveTo>
                    <a:pt x="1389888" y="761237"/>
                  </a:moveTo>
                  <a:lnTo>
                    <a:pt x="1389888" y="760475"/>
                  </a:lnTo>
                  <a:lnTo>
                    <a:pt x="1387602" y="760475"/>
                  </a:lnTo>
                  <a:lnTo>
                    <a:pt x="1387602" y="761237"/>
                  </a:lnTo>
                  <a:lnTo>
                    <a:pt x="1389888" y="761237"/>
                  </a:lnTo>
                  <a:close/>
                </a:path>
                <a:path w="2189479" h="761364">
                  <a:moveTo>
                    <a:pt x="1386839" y="761237"/>
                  </a:moveTo>
                  <a:lnTo>
                    <a:pt x="1386839" y="760475"/>
                  </a:lnTo>
                  <a:lnTo>
                    <a:pt x="1384553" y="760475"/>
                  </a:lnTo>
                  <a:lnTo>
                    <a:pt x="1384553" y="761237"/>
                  </a:lnTo>
                  <a:lnTo>
                    <a:pt x="1386839" y="761237"/>
                  </a:lnTo>
                  <a:close/>
                </a:path>
                <a:path w="2189479" h="761364">
                  <a:moveTo>
                    <a:pt x="1383791" y="761237"/>
                  </a:moveTo>
                  <a:lnTo>
                    <a:pt x="1383791" y="760475"/>
                  </a:lnTo>
                  <a:lnTo>
                    <a:pt x="1381505" y="760475"/>
                  </a:lnTo>
                  <a:lnTo>
                    <a:pt x="1381505" y="761237"/>
                  </a:lnTo>
                  <a:lnTo>
                    <a:pt x="1383791" y="761237"/>
                  </a:lnTo>
                  <a:close/>
                </a:path>
                <a:path w="2189479" h="761364">
                  <a:moveTo>
                    <a:pt x="1380743" y="761237"/>
                  </a:moveTo>
                  <a:lnTo>
                    <a:pt x="1380743" y="760475"/>
                  </a:lnTo>
                  <a:lnTo>
                    <a:pt x="1378457" y="760475"/>
                  </a:lnTo>
                  <a:lnTo>
                    <a:pt x="1378457" y="761237"/>
                  </a:lnTo>
                  <a:lnTo>
                    <a:pt x="1380743" y="761237"/>
                  </a:lnTo>
                  <a:close/>
                </a:path>
                <a:path w="2189479" h="761364">
                  <a:moveTo>
                    <a:pt x="1377696" y="761237"/>
                  </a:moveTo>
                  <a:lnTo>
                    <a:pt x="1377696" y="760475"/>
                  </a:lnTo>
                  <a:lnTo>
                    <a:pt x="1375410" y="760475"/>
                  </a:lnTo>
                  <a:lnTo>
                    <a:pt x="1375410" y="761237"/>
                  </a:lnTo>
                  <a:lnTo>
                    <a:pt x="1377696" y="761237"/>
                  </a:lnTo>
                  <a:close/>
                </a:path>
                <a:path w="2189479" h="761364">
                  <a:moveTo>
                    <a:pt x="1374648" y="761237"/>
                  </a:moveTo>
                  <a:lnTo>
                    <a:pt x="1374648" y="760475"/>
                  </a:lnTo>
                  <a:lnTo>
                    <a:pt x="1372362" y="760475"/>
                  </a:lnTo>
                  <a:lnTo>
                    <a:pt x="1372362" y="761237"/>
                  </a:lnTo>
                  <a:lnTo>
                    <a:pt x="1374648" y="761237"/>
                  </a:lnTo>
                  <a:close/>
                </a:path>
                <a:path w="2189479" h="761364">
                  <a:moveTo>
                    <a:pt x="1371600" y="761237"/>
                  </a:moveTo>
                  <a:lnTo>
                    <a:pt x="1371600" y="760475"/>
                  </a:lnTo>
                  <a:lnTo>
                    <a:pt x="1369314" y="760475"/>
                  </a:lnTo>
                  <a:lnTo>
                    <a:pt x="1369314" y="761237"/>
                  </a:lnTo>
                  <a:lnTo>
                    <a:pt x="1371600" y="761237"/>
                  </a:lnTo>
                  <a:close/>
                </a:path>
                <a:path w="2189479" h="761364">
                  <a:moveTo>
                    <a:pt x="1368552" y="761237"/>
                  </a:moveTo>
                  <a:lnTo>
                    <a:pt x="1368552" y="760475"/>
                  </a:lnTo>
                  <a:lnTo>
                    <a:pt x="1366265" y="760475"/>
                  </a:lnTo>
                  <a:lnTo>
                    <a:pt x="1366265" y="761237"/>
                  </a:lnTo>
                  <a:lnTo>
                    <a:pt x="1368552" y="761237"/>
                  </a:lnTo>
                  <a:close/>
                </a:path>
                <a:path w="2189479" h="761364">
                  <a:moveTo>
                    <a:pt x="1365503" y="761237"/>
                  </a:moveTo>
                  <a:lnTo>
                    <a:pt x="1365503" y="760475"/>
                  </a:lnTo>
                  <a:lnTo>
                    <a:pt x="1363217" y="760475"/>
                  </a:lnTo>
                  <a:lnTo>
                    <a:pt x="1363217" y="761237"/>
                  </a:lnTo>
                  <a:lnTo>
                    <a:pt x="1365503" y="761237"/>
                  </a:lnTo>
                  <a:close/>
                </a:path>
                <a:path w="2189479" h="761364">
                  <a:moveTo>
                    <a:pt x="1362455" y="761237"/>
                  </a:moveTo>
                  <a:lnTo>
                    <a:pt x="1362455" y="760475"/>
                  </a:lnTo>
                  <a:lnTo>
                    <a:pt x="1360169" y="760475"/>
                  </a:lnTo>
                  <a:lnTo>
                    <a:pt x="1360169" y="761237"/>
                  </a:lnTo>
                  <a:lnTo>
                    <a:pt x="1362455" y="761237"/>
                  </a:lnTo>
                  <a:close/>
                </a:path>
                <a:path w="2189479" h="761364">
                  <a:moveTo>
                    <a:pt x="1359408" y="761237"/>
                  </a:moveTo>
                  <a:lnTo>
                    <a:pt x="1359408" y="760475"/>
                  </a:lnTo>
                  <a:lnTo>
                    <a:pt x="1357122" y="760475"/>
                  </a:lnTo>
                  <a:lnTo>
                    <a:pt x="1357122" y="761237"/>
                  </a:lnTo>
                  <a:lnTo>
                    <a:pt x="1359408" y="761237"/>
                  </a:lnTo>
                  <a:close/>
                </a:path>
                <a:path w="2189479" h="761364">
                  <a:moveTo>
                    <a:pt x="1356360" y="761237"/>
                  </a:moveTo>
                  <a:lnTo>
                    <a:pt x="1356360" y="760475"/>
                  </a:lnTo>
                  <a:lnTo>
                    <a:pt x="1354074" y="760475"/>
                  </a:lnTo>
                  <a:lnTo>
                    <a:pt x="1354074" y="761237"/>
                  </a:lnTo>
                  <a:lnTo>
                    <a:pt x="1356360" y="761237"/>
                  </a:lnTo>
                  <a:close/>
                </a:path>
                <a:path w="2189479" h="761364">
                  <a:moveTo>
                    <a:pt x="1353312" y="761237"/>
                  </a:moveTo>
                  <a:lnTo>
                    <a:pt x="1353312" y="760475"/>
                  </a:lnTo>
                  <a:lnTo>
                    <a:pt x="1351026" y="760475"/>
                  </a:lnTo>
                  <a:lnTo>
                    <a:pt x="1351026" y="761237"/>
                  </a:lnTo>
                  <a:lnTo>
                    <a:pt x="1353312" y="761237"/>
                  </a:lnTo>
                  <a:close/>
                </a:path>
                <a:path w="2189479" h="761364">
                  <a:moveTo>
                    <a:pt x="1350264" y="761237"/>
                  </a:moveTo>
                  <a:lnTo>
                    <a:pt x="1350264" y="760475"/>
                  </a:lnTo>
                  <a:lnTo>
                    <a:pt x="1347977" y="760475"/>
                  </a:lnTo>
                  <a:lnTo>
                    <a:pt x="1347977" y="761237"/>
                  </a:lnTo>
                  <a:lnTo>
                    <a:pt x="1350264" y="761237"/>
                  </a:lnTo>
                  <a:close/>
                </a:path>
                <a:path w="2189479" h="761364">
                  <a:moveTo>
                    <a:pt x="1347215" y="761237"/>
                  </a:moveTo>
                  <a:lnTo>
                    <a:pt x="1347215" y="760475"/>
                  </a:lnTo>
                  <a:lnTo>
                    <a:pt x="1344929" y="760475"/>
                  </a:lnTo>
                  <a:lnTo>
                    <a:pt x="1344929" y="761237"/>
                  </a:lnTo>
                  <a:lnTo>
                    <a:pt x="1347215" y="761237"/>
                  </a:lnTo>
                  <a:close/>
                </a:path>
                <a:path w="2189479" h="761364">
                  <a:moveTo>
                    <a:pt x="1344167" y="761237"/>
                  </a:moveTo>
                  <a:lnTo>
                    <a:pt x="1344167" y="760475"/>
                  </a:lnTo>
                  <a:lnTo>
                    <a:pt x="1341881" y="760475"/>
                  </a:lnTo>
                  <a:lnTo>
                    <a:pt x="1341881" y="761237"/>
                  </a:lnTo>
                  <a:lnTo>
                    <a:pt x="1344167" y="761237"/>
                  </a:lnTo>
                  <a:close/>
                </a:path>
                <a:path w="2189479" h="761364">
                  <a:moveTo>
                    <a:pt x="1341120" y="761237"/>
                  </a:moveTo>
                  <a:lnTo>
                    <a:pt x="1341120" y="760475"/>
                  </a:lnTo>
                  <a:lnTo>
                    <a:pt x="1338834" y="760475"/>
                  </a:lnTo>
                  <a:lnTo>
                    <a:pt x="1338834" y="761237"/>
                  </a:lnTo>
                  <a:lnTo>
                    <a:pt x="1341120" y="761237"/>
                  </a:lnTo>
                  <a:close/>
                </a:path>
                <a:path w="2189479" h="761364">
                  <a:moveTo>
                    <a:pt x="1338072" y="761237"/>
                  </a:moveTo>
                  <a:lnTo>
                    <a:pt x="1338072" y="760475"/>
                  </a:lnTo>
                  <a:lnTo>
                    <a:pt x="1335786" y="760475"/>
                  </a:lnTo>
                  <a:lnTo>
                    <a:pt x="1335786" y="761237"/>
                  </a:lnTo>
                  <a:lnTo>
                    <a:pt x="1338072" y="761237"/>
                  </a:lnTo>
                  <a:close/>
                </a:path>
                <a:path w="2189479" h="761364">
                  <a:moveTo>
                    <a:pt x="1335024" y="761237"/>
                  </a:moveTo>
                  <a:lnTo>
                    <a:pt x="1335024" y="760475"/>
                  </a:lnTo>
                  <a:lnTo>
                    <a:pt x="1332738" y="760475"/>
                  </a:lnTo>
                  <a:lnTo>
                    <a:pt x="1332738" y="761237"/>
                  </a:lnTo>
                  <a:lnTo>
                    <a:pt x="1335024" y="761237"/>
                  </a:lnTo>
                  <a:close/>
                </a:path>
                <a:path w="2189479" h="761364">
                  <a:moveTo>
                    <a:pt x="1331976" y="761237"/>
                  </a:moveTo>
                  <a:lnTo>
                    <a:pt x="1331976" y="760475"/>
                  </a:lnTo>
                  <a:lnTo>
                    <a:pt x="1329689" y="760475"/>
                  </a:lnTo>
                  <a:lnTo>
                    <a:pt x="1329689" y="761237"/>
                  </a:lnTo>
                  <a:lnTo>
                    <a:pt x="1331976" y="761237"/>
                  </a:lnTo>
                  <a:close/>
                </a:path>
                <a:path w="2189479" h="761364">
                  <a:moveTo>
                    <a:pt x="1328927" y="761237"/>
                  </a:moveTo>
                  <a:lnTo>
                    <a:pt x="1328927" y="760475"/>
                  </a:lnTo>
                  <a:lnTo>
                    <a:pt x="1326641" y="760475"/>
                  </a:lnTo>
                  <a:lnTo>
                    <a:pt x="1326641" y="761237"/>
                  </a:lnTo>
                  <a:lnTo>
                    <a:pt x="1328927" y="761237"/>
                  </a:lnTo>
                  <a:close/>
                </a:path>
                <a:path w="2189479" h="761364">
                  <a:moveTo>
                    <a:pt x="1325879" y="761237"/>
                  </a:moveTo>
                  <a:lnTo>
                    <a:pt x="1325879" y="760475"/>
                  </a:lnTo>
                  <a:lnTo>
                    <a:pt x="1323593" y="760475"/>
                  </a:lnTo>
                  <a:lnTo>
                    <a:pt x="1323593" y="761237"/>
                  </a:lnTo>
                  <a:lnTo>
                    <a:pt x="1325879" y="761237"/>
                  </a:lnTo>
                  <a:close/>
                </a:path>
                <a:path w="2189479" h="761364">
                  <a:moveTo>
                    <a:pt x="1322832" y="761237"/>
                  </a:moveTo>
                  <a:lnTo>
                    <a:pt x="1322832" y="760475"/>
                  </a:lnTo>
                  <a:lnTo>
                    <a:pt x="1320546" y="760475"/>
                  </a:lnTo>
                  <a:lnTo>
                    <a:pt x="1320546" y="761237"/>
                  </a:lnTo>
                  <a:lnTo>
                    <a:pt x="1322832" y="761237"/>
                  </a:lnTo>
                  <a:close/>
                </a:path>
                <a:path w="2189479" h="761364">
                  <a:moveTo>
                    <a:pt x="1319784" y="761237"/>
                  </a:moveTo>
                  <a:lnTo>
                    <a:pt x="1319784" y="760475"/>
                  </a:lnTo>
                  <a:lnTo>
                    <a:pt x="1317498" y="760475"/>
                  </a:lnTo>
                  <a:lnTo>
                    <a:pt x="1317498" y="761237"/>
                  </a:lnTo>
                  <a:lnTo>
                    <a:pt x="1319784" y="761237"/>
                  </a:lnTo>
                  <a:close/>
                </a:path>
                <a:path w="2189479" h="761364">
                  <a:moveTo>
                    <a:pt x="1316736" y="761237"/>
                  </a:moveTo>
                  <a:lnTo>
                    <a:pt x="1316736" y="760475"/>
                  </a:lnTo>
                  <a:lnTo>
                    <a:pt x="1314450" y="760475"/>
                  </a:lnTo>
                  <a:lnTo>
                    <a:pt x="1314450" y="761237"/>
                  </a:lnTo>
                  <a:lnTo>
                    <a:pt x="1316736" y="761237"/>
                  </a:lnTo>
                  <a:close/>
                </a:path>
                <a:path w="2189479" h="761364">
                  <a:moveTo>
                    <a:pt x="1313688" y="761237"/>
                  </a:moveTo>
                  <a:lnTo>
                    <a:pt x="1313688" y="760475"/>
                  </a:lnTo>
                  <a:lnTo>
                    <a:pt x="1311402" y="760475"/>
                  </a:lnTo>
                  <a:lnTo>
                    <a:pt x="1311402" y="761237"/>
                  </a:lnTo>
                  <a:lnTo>
                    <a:pt x="1313688" y="761237"/>
                  </a:lnTo>
                  <a:close/>
                </a:path>
                <a:path w="2189479" h="761364">
                  <a:moveTo>
                    <a:pt x="1310639" y="761237"/>
                  </a:moveTo>
                  <a:lnTo>
                    <a:pt x="1310639" y="760475"/>
                  </a:lnTo>
                  <a:lnTo>
                    <a:pt x="1308353" y="760475"/>
                  </a:lnTo>
                  <a:lnTo>
                    <a:pt x="1308353" y="761237"/>
                  </a:lnTo>
                  <a:lnTo>
                    <a:pt x="1310639" y="761237"/>
                  </a:lnTo>
                  <a:close/>
                </a:path>
                <a:path w="2189479" h="761364">
                  <a:moveTo>
                    <a:pt x="1307591" y="761237"/>
                  </a:moveTo>
                  <a:lnTo>
                    <a:pt x="1307591" y="760475"/>
                  </a:lnTo>
                  <a:lnTo>
                    <a:pt x="1305305" y="760475"/>
                  </a:lnTo>
                  <a:lnTo>
                    <a:pt x="1305305" y="761237"/>
                  </a:lnTo>
                  <a:lnTo>
                    <a:pt x="1307591" y="761237"/>
                  </a:lnTo>
                  <a:close/>
                </a:path>
                <a:path w="2189479" h="761364">
                  <a:moveTo>
                    <a:pt x="1304543" y="761237"/>
                  </a:moveTo>
                  <a:lnTo>
                    <a:pt x="1304543" y="760475"/>
                  </a:lnTo>
                  <a:lnTo>
                    <a:pt x="1302257" y="760476"/>
                  </a:lnTo>
                  <a:lnTo>
                    <a:pt x="1302257" y="761238"/>
                  </a:lnTo>
                  <a:lnTo>
                    <a:pt x="1304543" y="761237"/>
                  </a:lnTo>
                  <a:close/>
                </a:path>
                <a:path w="2189479" h="761364">
                  <a:moveTo>
                    <a:pt x="1301496" y="761238"/>
                  </a:moveTo>
                  <a:lnTo>
                    <a:pt x="1301496" y="760476"/>
                  </a:lnTo>
                  <a:lnTo>
                    <a:pt x="1299210" y="760476"/>
                  </a:lnTo>
                  <a:lnTo>
                    <a:pt x="1299210" y="761238"/>
                  </a:lnTo>
                  <a:lnTo>
                    <a:pt x="1301496" y="761238"/>
                  </a:lnTo>
                  <a:close/>
                </a:path>
                <a:path w="2189479" h="761364">
                  <a:moveTo>
                    <a:pt x="1298448" y="761238"/>
                  </a:moveTo>
                  <a:lnTo>
                    <a:pt x="1298448" y="760476"/>
                  </a:lnTo>
                  <a:lnTo>
                    <a:pt x="1296162" y="760476"/>
                  </a:lnTo>
                  <a:lnTo>
                    <a:pt x="1296162" y="761238"/>
                  </a:lnTo>
                  <a:lnTo>
                    <a:pt x="1298448" y="761238"/>
                  </a:lnTo>
                  <a:close/>
                </a:path>
                <a:path w="2189479" h="761364">
                  <a:moveTo>
                    <a:pt x="1295400" y="761238"/>
                  </a:moveTo>
                  <a:lnTo>
                    <a:pt x="1295400" y="760476"/>
                  </a:lnTo>
                  <a:lnTo>
                    <a:pt x="1293114" y="760476"/>
                  </a:lnTo>
                  <a:lnTo>
                    <a:pt x="1293114" y="761238"/>
                  </a:lnTo>
                  <a:lnTo>
                    <a:pt x="1295400" y="761238"/>
                  </a:lnTo>
                  <a:close/>
                </a:path>
                <a:path w="2189479" h="761364">
                  <a:moveTo>
                    <a:pt x="1292352" y="761238"/>
                  </a:moveTo>
                  <a:lnTo>
                    <a:pt x="1292352" y="760476"/>
                  </a:lnTo>
                  <a:lnTo>
                    <a:pt x="1290065" y="760476"/>
                  </a:lnTo>
                  <a:lnTo>
                    <a:pt x="1290065" y="761238"/>
                  </a:lnTo>
                  <a:lnTo>
                    <a:pt x="1292352" y="761238"/>
                  </a:lnTo>
                  <a:close/>
                </a:path>
                <a:path w="2189479" h="761364">
                  <a:moveTo>
                    <a:pt x="1289303" y="761238"/>
                  </a:moveTo>
                  <a:lnTo>
                    <a:pt x="1289303" y="760476"/>
                  </a:lnTo>
                  <a:lnTo>
                    <a:pt x="1287017" y="760476"/>
                  </a:lnTo>
                  <a:lnTo>
                    <a:pt x="1287017" y="761238"/>
                  </a:lnTo>
                  <a:lnTo>
                    <a:pt x="1289303" y="761238"/>
                  </a:lnTo>
                  <a:close/>
                </a:path>
                <a:path w="2189479" h="761364">
                  <a:moveTo>
                    <a:pt x="1286255" y="761238"/>
                  </a:moveTo>
                  <a:lnTo>
                    <a:pt x="1286255" y="760476"/>
                  </a:lnTo>
                  <a:lnTo>
                    <a:pt x="1283969" y="760476"/>
                  </a:lnTo>
                  <a:lnTo>
                    <a:pt x="1283969" y="761238"/>
                  </a:lnTo>
                  <a:lnTo>
                    <a:pt x="1286255" y="761238"/>
                  </a:lnTo>
                  <a:close/>
                </a:path>
                <a:path w="2189479" h="761364">
                  <a:moveTo>
                    <a:pt x="1283208" y="761238"/>
                  </a:moveTo>
                  <a:lnTo>
                    <a:pt x="1283208" y="760476"/>
                  </a:lnTo>
                  <a:lnTo>
                    <a:pt x="1280922" y="760476"/>
                  </a:lnTo>
                  <a:lnTo>
                    <a:pt x="1280922" y="761238"/>
                  </a:lnTo>
                  <a:lnTo>
                    <a:pt x="1283208" y="761238"/>
                  </a:lnTo>
                  <a:close/>
                </a:path>
                <a:path w="2189479" h="761364">
                  <a:moveTo>
                    <a:pt x="1280160" y="761238"/>
                  </a:moveTo>
                  <a:lnTo>
                    <a:pt x="1280160" y="760476"/>
                  </a:lnTo>
                  <a:lnTo>
                    <a:pt x="1277874" y="760476"/>
                  </a:lnTo>
                  <a:lnTo>
                    <a:pt x="1277874" y="761238"/>
                  </a:lnTo>
                  <a:lnTo>
                    <a:pt x="1280160" y="761238"/>
                  </a:lnTo>
                  <a:close/>
                </a:path>
                <a:path w="2189479" h="761364">
                  <a:moveTo>
                    <a:pt x="1277112" y="761238"/>
                  </a:moveTo>
                  <a:lnTo>
                    <a:pt x="1277112" y="760476"/>
                  </a:lnTo>
                  <a:lnTo>
                    <a:pt x="1274826" y="760476"/>
                  </a:lnTo>
                  <a:lnTo>
                    <a:pt x="1274826" y="761238"/>
                  </a:lnTo>
                  <a:lnTo>
                    <a:pt x="1277112" y="761238"/>
                  </a:lnTo>
                  <a:close/>
                </a:path>
                <a:path w="2189479" h="761364">
                  <a:moveTo>
                    <a:pt x="1274064" y="761238"/>
                  </a:moveTo>
                  <a:lnTo>
                    <a:pt x="1274064" y="760476"/>
                  </a:lnTo>
                  <a:lnTo>
                    <a:pt x="1271777" y="760476"/>
                  </a:lnTo>
                  <a:lnTo>
                    <a:pt x="1271777" y="761238"/>
                  </a:lnTo>
                  <a:lnTo>
                    <a:pt x="1274064" y="761238"/>
                  </a:lnTo>
                  <a:close/>
                </a:path>
                <a:path w="2189479" h="761364">
                  <a:moveTo>
                    <a:pt x="1271015" y="761238"/>
                  </a:moveTo>
                  <a:lnTo>
                    <a:pt x="1271015" y="760476"/>
                  </a:lnTo>
                  <a:lnTo>
                    <a:pt x="1268729" y="760476"/>
                  </a:lnTo>
                  <a:lnTo>
                    <a:pt x="1268729" y="761238"/>
                  </a:lnTo>
                  <a:lnTo>
                    <a:pt x="1271015" y="761238"/>
                  </a:lnTo>
                  <a:close/>
                </a:path>
                <a:path w="2189479" h="761364">
                  <a:moveTo>
                    <a:pt x="1267967" y="761238"/>
                  </a:moveTo>
                  <a:lnTo>
                    <a:pt x="1267967" y="760476"/>
                  </a:lnTo>
                  <a:lnTo>
                    <a:pt x="1265681" y="760476"/>
                  </a:lnTo>
                  <a:lnTo>
                    <a:pt x="1265681" y="761238"/>
                  </a:lnTo>
                  <a:lnTo>
                    <a:pt x="1267967" y="761238"/>
                  </a:lnTo>
                  <a:close/>
                </a:path>
                <a:path w="2189479" h="761364">
                  <a:moveTo>
                    <a:pt x="1264920" y="761238"/>
                  </a:moveTo>
                  <a:lnTo>
                    <a:pt x="1264920" y="760476"/>
                  </a:lnTo>
                  <a:lnTo>
                    <a:pt x="1262634" y="760476"/>
                  </a:lnTo>
                  <a:lnTo>
                    <a:pt x="1262634" y="761238"/>
                  </a:lnTo>
                  <a:lnTo>
                    <a:pt x="1264920" y="761238"/>
                  </a:lnTo>
                  <a:close/>
                </a:path>
                <a:path w="2189479" h="761364">
                  <a:moveTo>
                    <a:pt x="1261872" y="761238"/>
                  </a:moveTo>
                  <a:lnTo>
                    <a:pt x="1261872" y="760476"/>
                  </a:lnTo>
                  <a:lnTo>
                    <a:pt x="1259586" y="760476"/>
                  </a:lnTo>
                  <a:lnTo>
                    <a:pt x="1259586" y="761238"/>
                  </a:lnTo>
                  <a:lnTo>
                    <a:pt x="1261872" y="761238"/>
                  </a:lnTo>
                  <a:close/>
                </a:path>
                <a:path w="2189479" h="761364">
                  <a:moveTo>
                    <a:pt x="1258824" y="761238"/>
                  </a:moveTo>
                  <a:lnTo>
                    <a:pt x="1258824" y="760476"/>
                  </a:lnTo>
                  <a:lnTo>
                    <a:pt x="1256538" y="760476"/>
                  </a:lnTo>
                  <a:lnTo>
                    <a:pt x="1256538" y="761238"/>
                  </a:lnTo>
                  <a:lnTo>
                    <a:pt x="1258824" y="761238"/>
                  </a:lnTo>
                  <a:close/>
                </a:path>
                <a:path w="2189479" h="761364">
                  <a:moveTo>
                    <a:pt x="1255776" y="761238"/>
                  </a:moveTo>
                  <a:lnTo>
                    <a:pt x="1255776" y="760476"/>
                  </a:lnTo>
                  <a:lnTo>
                    <a:pt x="1253489" y="760476"/>
                  </a:lnTo>
                  <a:lnTo>
                    <a:pt x="1253489" y="761238"/>
                  </a:lnTo>
                  <a:lnTo>
                    <a:pt x="1255776" y="761238"/>
                  </a:lnTo>
                  <a:close/>
                </a:path>
                <a:path w="2189479" h="761364">
                  <a:moveTo>
                    <a:pt x="1252727" y="761238"/>
                  </a:moveTo>
                  <a:lnTo>
                    <a:pt x="1252727" y="760476"/>
                  </a:lnTo>
                  <a:lnTo>
                    <a:pt x="1250441" y="760476"/>
                  </a:lnTo>
                  <a:lnTo>
                    <a:pt x="1250441" y="761238"/>
                  </a:lnTo>
                  <a:lnTo>
                    <a:pt x="1252727" y="761238"/>
                  </a:lnTo>
                  <a:close/>
                </a:path>
                <a:path w="2189479" h="761364">
                  <a:moveTo>
                    <a:pt x="1249679" y="761238"/>
                  </a:moveTo>
                  <a:lnTo>
                    <a:pt x="1249679" y="760476"/>
                  </a:lnTo>
                  <a:lnTo>
                    <a:pt x="1247393" y="760476"/>
                  </a:lnTo>
                  <a:lnTo>
                    <a:pt x="1247393" y="761238"/>
                  </a:lnTo>
                  <a:lnTo>
                    <a:pt x="1249679" y="761238"/>
                  </a:lnTo>
                  <a:close/>
                </a:path>
                <a:path w="2189479" h="761364">
                  <a:moveTo>
                    <a:pt x="1246632" y="761238"/>
                  </a:moveTo>
                  <a:lnTo>
                    <a:pt x="1246632" y="760476"/>
                  </a:lnTo>
                  <a:lnTo>
                    <a:pt x="1244346" y="760476"/>
                  </a:lnTo>
                  <a:lnTo>
                    <a:pt x="1244346" y="761238"/>
                  </a:lnTo>
                  <a:lnTo>
                    <a:pt x="1246632" y="761238"/>
                  </a:lnTo>
                  <a:close/>
                </a:path>
                <a:path w="2189479" h="761364">
                  <a:moveTo>
                    <a:pt x="1243584" y="761238"/>
                  </a:moveTo>
                  <a:lnTo>
                    <a:pt x="1243584" y="760476"/>
                  </a:lnTo>
                  <a:lnTo>
                    <a:pt x="1241298" y="760476"/>
                  </a:lnTo>
                  <a:lnTo>
                    <a:pt x="1241298" y="761238"/>
                  </a:lnTo>
                  <a:lnTo>
                    <a:pt x="1243584" y="761238"/>
                  </a:lnTo>
                  <a:close/>
                </a:path>
                <a:path w="2189479" h="761364">
                  <a:moveTo>
                    <a:pt x="1240536" y="761238"/>
                  </a:moveTo>
                  <a:lnTo>
                    <a:pt x="1240536" y="760476"/>
                  </a:lnTo>
                  <a:lnTo>
                    <a:pt x="1238250" y="760476"/>
                  </a:lnTo>
                  <a:lnTo>
                    <a:pt x="1238250" y="761238"/>
                  </a:lnTo>
                  <a:lnTo>
                    <a:pt x="1240536" y="761238"/>
                  </a:lnTo>
                  <a:close/>
                </a:path>
                <a:path w="2189479" h="761364">
                  <a:moveTo>
                    <a:pt x="1237488" y="761238"/>
                  </a:moveTo>
                  <a:lnTo>
                    <a:pt x="1237488" y="760476"/>
                  </a:lnTo>
                  <a:lnTo>
                    <a:pt x="1235202" y="760476"/>
                  </a:lnTo>
                  <a:lnTo>
                    <a:pt x="1235202" y="761238"/>
                  </a:lnTo>
                  <a:lnTo>
                    <a:pt x="1237488" y="761238"/>
                  </a:lnTo>
                  <a:close/>
                </a:path>
                <a:path w="2189479" h="761364">
                  <a:moveTo>
                    <a:pt x="1234439" y="761238"/>
                  </a:moveTo>
                  <a:lnTo>
                    <a:pt x="1234439" y="760476"/>
                  </a:lnTo>
                  <a:lnTo>
                    <a:pt x="1232153" y="760476"/>
                  </a:lnTo>
                  <a:lnTo>
                    <a:pt x="1232153" y="761238"/>
                  </a:lnTo>
                  <a:lnTo>
                    <a:pt x="1234439" y="761238"/>
                  </a:lnTo>
                  <a:close/>
                </a:path>
                <a:path w="2189479" h="761364">
                  <a:moveTo>
                    <a:pt x="1231391" y="761238"/>
                  </a:moveTo>
                  <a:lnTo>
                    <a:pt x="1231391" y="760476"/>
                  </a:lnTo>
                  <a:lnTo>
                    <a:pt x="1229105" y="760476"/>
                  </a:lnTo>
                  <a:lnTo>
                    <a:pt x="1229105" y="761238"/>
                  </a:lnTo>
                  <a:lnTo>
                    <a:pt x="1231391" y="761238"/>
                  </a:lnTo>
                  <a:close/>
                </a:path>
                <a:path w="2189479" h="761364">
                  <a:moveTo>
                    <a:pt x="1228343" y="761238"/>
                  </a:moveTo>
                  <a:lnTo>
                    <a:pt x="1228343" y="760476"/>
                  </a:lnTo>
                  <a:lnTo>
                    <a:pt x="1226057" y="760476"/>
                  </a:lnTo>
                  <a:lnTo>
                    <a:pt x="1226057" y="761238"/>
                  </a:lnTo>
                  <a:lnTo>
                    <a:pt x="1228343" y="761238"/>
                  </a:lnTo>
                  <a:close/>
                </a:path>
                <a:path w="2189479" h="761364">
                  <a:moveTo>
                    <a:pt x="1225296" y="761238"/>
                  </a:moveTo>
                  <a:lnTo>
                    <a:pt x="1225296" y="760476"/>
                  </a:lnTo>
                  <a:lnTo>
                    <a:pt x="1223010" y="760476"/>
                  </a:lnTo>
                  <a:lnTo>
                    <a:pt x="1223010" y="761238"/>
                  </a:lnTo>
                  <a:lnTo>
                    <a:pt x="1225296" y="761238"/>
                  </a:lnTo>
                  <a:close/>
                </a:path>
                <a:path w="2189479" h="761364">
                  <a:moveTo>
                    <a:pt x="1222248" y="761238"/>
                  </a:moveTo>
                  <a:lnTo>
                    <a:pt x="1222248" y="760476"/>
                  </a:lnTo>
                  <a:lnTo>
                    <a:pt x="1219962" y="760476"/>
                  </a:lnTo>
                  <a:lnTo>
                    <a:pt x="1219962" y="761238"/>
                  </a:lnTo>
                  <a:lnTo>
                    <a:pt x="1222248" y="761238"/>
                  </a:lnTo>
                  <a:close/>
                </a:path>
                <a:path w="2189479" h="761364">
                  <a:moveTo>
                    <a:pt x="1219200" y="761238"/>
                  </a:moveTo>
                  <a:lnTo>
                    <a:pt x="1219200" y="760476"/>
                  </a:lnTo>
                  <a:lnTo>
                    <a:pt x="1216914" y="760476"/>
                  </a:lnTo>
                  <a:lnTo>
                    <a:pt x="1216914" y="761238"/>
                  </a:lnTo>
                  <a:lnTo>
                    <a:pt x="1219200" y="761238"/>
                  </a:lnTo>
                  <a:close/>
                </a:path>
                <a:path w="2189479" h="761364">
                  <a:moveTo>
                    <a:pt x="1216152" y="761238"/>
                  </a:moveTo>
                  <a:lnTo>
                    <a:pt x="1216152" y="760476"/>
                  </a:lnTo>
                  <a:lnTo>
                    <a:pt x="1213865" y="760476"/>
                  </a:lnTo>
                  <a:lnTo>
                    <a:pt x="1213865" y="761238"/>
                  </a:lnTo>
                  <a:lnTo>
                    <a:pt x="1216152" y="761238"/>
                  </a:lnTo>
                  <a:close/>
                </a:path>
                <a:path w="2189479" h="761364">
                  <a:moveTo>
                    <a:pt x="1213103" y="761238"/>
                  </a:moveTo>
                  <a:lnTo>
                    <a:pt x="1213103" y="760476"/>
                  </a:lnTo>
                  <a:lnTo>
                    <a:pt x="1210817" y="760476"/>
                  </a:lnTo>
                  <a:lnTo>
                    <a:pt x="1210817" y="761238"/>
                  </a:lnTo>
                  <a:lnTo>
                    <a:pt x="1213103" y="761238"/>
                  </a:lnTo>
                  <a:close/>
                </a:path>
                <a:path w="2189479" h="761364">
                  <a:moveTo>
                    <a:pt x="1210055" y="761238"/>
                  </a:moveTo>
                  <a:lnTo>
                    <a:pt x="1210055" y="760476"/>
                  </a:lnTo>
                  <a:lnTo>
                    <a:pt x="1207769" y="760476"/>
                  </a:lnTo>
                  <a:lnTo>
                    <a:pt x="1207769" y="761238"/>
                  </a:lnTo>
                  <a:lnTo>
                    <a:pt x="1210055" y="761238"/>
                  </a:lnTo>
                  <a:close/>
                </a:path>
                <a:path w="2189479" h="761364">
                  <a:moveTo>
                    <a:pt x="1207008" y="761238"/>
                  </a:moveTo>
                  <a:lnTo>
                    <a:pt x="1207008" y="760476"/>
                  </a:lnTo>
                  <a:lnTo>
                    <a:pt x="1204722" y="760476"/>
                  </a:lnTo>
                  <a:lnTo>
                    <a:pt x="1204722" y="761238"/>
                  </a:lnTo>
                  <a:lnTo>
                    <a:pt x="1207008" y="761238"/>
                  </a:lnTo>
                  <a:close/>
                </a:path>
                <a:path w="2189479" h="761364">
                  <a:moveTo>
                    <a:pt x="1203960" y="761238"/>
                  </a:moveTo>
                  <a:lnTo>
                    <a:pt x="1203960" y="760476"/>
                  </a:lnTo>
                  <a:lnTo>
                    <a:pt x="1201674" y="760476"/>
                  </a:lnTo>
                  <a:lnTo>
                    <a:pt x="1201674" y="761238"/>
                  </a:lnTo>
                  <a:lnTo>
                    <a:pt x="1203960" y="761238"/>
                  </a:lnTo>
                  <a:close/>
                </a:path>
                <a:path w="2189479" h="761364">
                  <a:moveTo>
                    <a:pt x="1200912" y="761238"/>
                  </a:moveTo>
                  <a:lnTo>
                    <a:pt x="1200912" y="760476"/>
                  </a:lnTo>
                  <a:lnTo>
                    <a:pt x="1198626" y="760476"/>
                  </a:lnTo>
                  <a:lnTo>
                    <a:pt x="1198626" y="761238"/>
                  </a:lnTo>
                  <a:lnTo>
                    <a:pt x="1200912" y="761238"/>
                  </a:lnTo>
                  <a:close/>
                </a:path>
                <a:path w="2189479" h="761364">
                  <a:moveTo>
                    <a:pt x="1197864" y="761238"/>
                  </a:moveTo>
                  <a:lnTo>
                    <a:pt x="1197864" y="760476"/>
                  </a:lnTo>
                  <a:lnTo>
                    <a:pt x="1195577" y="760476"/>
                  </a:lnTo>
                  <a:lnTo>
                    <a:pt x="1195577" y="761238"/>
                  </a:lnTo>
                  <a:lnTo>
                    <a:pt x="1197864" y="761238"/>
                  </a:lnTo>
                  <a:close/>
                </a:path>
                <a:path w="2189479" h="761364">
                  <a:moveTo>
                    <a:pt x="1194815" y="761238"/>
                  </a:moveTo>
                  <a:lnTo>
                    <a:pt x="1194815" y="760476"/>
                  </a:lnTo>
                  <a:lnTo>
                    <a:pt x="1192529" y="760476"/>
                  </a:lnTo>
                  <a:lnTo>
                    <a:pt x="1192529" y="761238"/>
                  </a:lnTo>
                  <a:lnTo>
                    <a:pt x="1194815" y="761238"/>
                  </a:lnTo>
                  <a:close/>
                </a:path>
                <a:path w="2189479" h="761364">
                  <a:moveTo>
                    <a:pt x="1191767" y="761238"/>
                  </a:moveTo>
                  <a:lnTo>
                    <a:pt x="1191767" y="760476"/>
                  </a:lnTo>
                  <a:lnTo>
                    <a:pt x="1189481" y="760476"/>
                  </a:lnTo>
                  <a:lnTo>
                    <a:pt x="1189481" y="761238"/>
                  </a:lnTo>
                  <a:lnTo>
                    <a:pt x="1191767" y="761238"/>
                  </a:lnTo>
                  <a:close/>
                </a:path>
                <a:path w="2189479" h="761364">
                  <a:moveTo>
                    <a:pt x="1188720" y="761238"/>
                  </a:moveTo>
                  <a:lnTo>
                    <a:pt x="1188720" y="760476"/>
                  </a:lnTo>
                  <a:lnTo>
                    <a:pt x="1186434" y="760476"/>
                  </a:lnTo>
                  <a:lnTo>
                    <a:pt x="1186434" y="761238"/>
                  </a:lnTo>
                  <a:lnTo>
                    <a:pt x="1188720" y="761238"/>
                  </a:lnTo>
                  <a:close/>
                </a:path>
                <a:path w="2189479" h="761364">
                  <a:moveTo>
                    <a:pt x="1185672" y="761238"/>
                  </a:moveTo>
                  <a:lnTo>
                    <a:pt x="1185672" y="760476"/>
                  </a:lnTo>
                  <a:lnTo>
                    <a:pt x="1182624" y="760476"/>
                  </a:lnTo>
                  <a:lnTo>
                    <a:pt x="1182624" y="761238"/>
                  </a:lnTo>
                  <a:lnTo>
                    <a:pt x="1185672" y="761238"/>
                  </a:lnTo>
                  <a:close/>
                </a:path>
                <a:path w="2189479" h="761364">
                  <a:moveTo>
                    <a:pt x="1181862" y="761238"/>
                  </a:moveTo>
                  <a:lnTo>
                    <a:pt x="1181862" y="760476"/>
                  </a:lnTo>
                  <a:lnTo>
                    <a:pt x="1179576" y="760476"/>
                  </a:lnTo>
                  <a:lnTo>
                    <a:pt x="1179576" y="761238"/>
                  </a:lnTo>
                  <a:lnTo>
                    <a:pt x="1181862" y="761238"/>
                  </a:lnTo>
                  <a:close/>
                </a:path>
                <a:path w="2189479" h="761364">
                  <a:moveTo>
                    <a:pt x="1178814" y="761238"/>
                  </a:moveTo>
                  <a:lnTo>
                    <a:pt x="1178814" y="760476"/>
                  </a:lnTo>
                  <a:lnTo>
                    <a:pt x="1176527" y="760476"/>
                  </a:lnTo>
                  <a:lnTo>
                    <a:pt x="1176527" y="761238"/>
                  </a:lnTo>
                  <a:lnTo>
                    <a:pt x="1178814" y="761238"/>
                  </a:lnTo>
                  <a:close/>
                </a:path>
                <a:path w="2189479" h="761364">
                  <a:moveTo>
                    <a:pt x="1175765" y="761238"/>
                  </a:moveTo>
                  <a:lnTo>
                    <a:pt x="1175765" y="760476"/>
                  </a:lnTo>
                  <a:lnTo>
                    <a:pt x="1173479" y="760476"/>
                  </a:lnTo>
                  <a:lnTo>
                    <a:pt x="1173479" y="761238"/>
                  </a:lnTo>
                  <a:lnTo>
                    <a:pt x="1175765" y="761238"/>
                  </a:lnTo>
                  <a:close/>
                </a:path>
                <a:path w="2189479" h="761364">
                  <a:moveTo>
                    <a:pt x="1172717" y="761238"/>
                  </a:moveTo>
                  <a:lnTo>
                    <a:pt x="1172717" y="760476"/>
                  </a:lnTo>
                  <a:lnTo>
                    <a:pt x="1170431" y="760476"/>
                  </a:lnTo>
                  <a:lnTo>
                    <a:pt x="1170431" y="761238"/>
                  </a:lnTo>
                  <a:lnTo>
                    <a:pt x="1172717" y="761238"/>
                  </a:lnTo>
                  <a:close/>
                </a:path>
                <a:path w="2189479" h="761364">
                  <a:moveTo>
                    <a:pt x="1169670" y="761238"/>
                  </a:moveTo>
                  <a:lnTo>
                    <a:pt x="1169670" y="760476"/>
                  </a:lnTo>
                  <a:lnTo>
                    <a:pt x="1167384" y="760476"/>
                  </a:lnTo>
                  <a:lnTo>
                    <a:pt x="1167384" y="761238"/>
                  </a:lnTo>
                  <a:lnTo>
                    <a:pt x="1169670" y="761238"/>
                  </a:lnTo>
                  <a:close/>
                </a:path>
                <a:path w="2189479" h="761364">
                  <a:moveTo>
                    <a:pt x="1166622" y="761238"/>
                  </a:moveTo>
                  <a:lnTo>
                    <a:pt x="1166622" y="760476"/>
                  </a:lnTo>
                  <a:lnTo>
                    <a:pt x="1164336" y="760476"/>
                  </a:lnTo>
                  <a:lnTo>
                    <a:pt x="1164336" y="761238"/>
                  </a:lnTo>
                  <a:lnTo>
                    <a:pt x="1166622" y="761238"/>
                  </a:lnTo>
                  <a:close/>
                </a:path>
                <a:path w="2189479" h="761364">
                  <a:moveTo>
                    <a:pt x="1163574" y="761238"/>
                  </a:moveTo>
                  <a:lnTo>
                    <a:pt x="1163574" y="760476"/>
                  </a:lnTo>
                  <a:lnTo>
                    <a:pt x="1161288" y="760476"/>
                  </a:lnTo>
                  <a:lnTo>
                    <a:pt x="1161288" y="761238"/>
                  </a:lnTo>
                  <a:lnTo>
                    <a:pt x="1163574" y="761238"/>
                  </a:lnTo>
                  <a:close/>
                </a:path>
                <a:path w="2189479" h="761364">
                  <a:moveTo>
                    <a:pt x="1160526" y="761238"/>
                  </a:moveTo>
                  <a:lnTo>
                    <a:pt x="1160526" y="760476"/>
                  </a:lnTo>
                  <a:lnTo>
                    <a:pt x="1158239" y="760476"/>
                  </a:lnTo>
                  <a:lnTo>
                    <a:pt x="1158239" y="761238"/>
                  </a:lnTo>
                  <a:lnTo>
                    <a:pt x="1160526" y="761238"/>
                  </a:lnTo>
                  <a:close/>
                </a:path>
                <a:path w="2189479" h="761364">
                  <a:moveTo>
                    <a:pt x="1157477" y="761238"/>
                  </a:moveTo>
                  <a:lnTo>
                    <a:pt x="1157477" y="760476"/>
                  </a:lnTo>
                  <a:lnTo>
                    <a:pt x="1155191" y="760476"/>
                  </a:lnTo>
                  <a:lnTo>
                    <a:pt x="1155191" y="761238"/>
                  </a:lnTo>
                  <a:lnTo>
                    <a:pt x="1157477" y="761238"/>
                  </a:lnTo>
                  <a:close/>
                </a:path>
                <a:path w="2189479" h="761364">
                  <a:moveTo>
                    <a:pt x="1154429" y="761238"/>
                  </a:moveTo>
                  <a:lnTo>
                    <a:pt x="1154429" y="760476"/>
                  </a:lnTo>
                  <a:lnTo>
                    <a:pt x="1152143" y="760476"/>
                  </a:lnTo>
                  <a:lnTo>
                    <a:pt x="1152143" y="761238"/>
                  </a:lnTo>
                  <a:lnTo>
                    <a:pt x="1154429" y="761238"/>
                  </a:lnTo>
                  <a:close/>
                </a:path>
                <a:path w="2189479" h="761364">
                  <a:moveTo>
                    <a:pt x="1151382" y="761238"/>
                  </a:moveTo>
                  <a:lnTo>
                    <a:pt x="1151382" y="760476"/>
                  </a:lnTo>
                  <a:lnTo>
                    <a:pt x="1149096" y="760476"/>
                  </a:lnTo>
                  <a:lnTo>
                    <a:pt x="1149096" y="761238"/>
                  </a:lnTo>
                  <a:lnTo>
                    <a:pt x="1151382" y="761238"/>
                  </a:lnTo>
                  <a:close/>
                </a:path>
                <a:path w="2189479" h="761364">
                  <a:moveTo>
                    <a:pt x="1148334" y="760476"/>
                  </a:moveTo>
                  <a:lnTo>
                    <a:pt x="1148334" y="759713"/>
                  </a:lnTo>
                  <a:lnTo>
                    <a:pt x="1147572" y="759713"/>
                  </a:lnTo>
                  <a:lnTo>
                    <a:pt x="1147572" y="760476"/>
                  </a:lnTo>
                  <a:lnTo>
                    <a:pt x="1148334" y="760476"/>
                  </a:lnTo>
                  <a:close/>
                </a:path>
                <a:path w="2189479" h="761364">
                  <a:moveTo>
                    <a:pt x="1148334" y="761238"/>
                  </a:moveTo>
                  <a:lnTo>
                    <a:pt x="1148334" y="760476"/>
                  </a:lnTo>
                  <a:lnTo>
                    <a:pt x="1147572" y="760476"/>
                  </a:lnTo>
                  <a:lnTo>
                    <a:pt x="1148334" y="761238"/>
                  </a:lnTo>
                  <a:close/>
                </a:path>
                <a:path w="2189479" h="761364">
                  <a:moveTo>
                    <a:pt x="1148334" y="761238"/>
                  </a:moveTo>
                  <a:lnTo>
                    <a:pt x="1147572" y="760476"/>
                  </a:lnTo>
                  <a:lnTo>
                    <a:pt x="1147572" y="761238"/>
                  </a:lnTo>
                  <a:lnTo>
                    <a:pt x="1148334" y="761238"/>
                  </a:lnTo>
                  <a:close/>
                </a:path>
                <a:path w="2189479" h="761364">
                  <a:moveTo>
                    <a:pt x="1148334" y="758951"/>
                  </a:moveTo>
                  <a:lnTo>
                    <a:pt x="1148334" y="756665"/>
                  </a:lnTo>
                  <a:lnTo>
                    <a:pt x="1147572" y="756665"/>
                  </a:lnTo>
                  <a:lnTo>
                    <a:pt x="1147572" y="758951"/>
                  </a:lnTo>
                  <a:lnTo>
                    <a:pt x="1148334" y="758951"/>
                  </a:lnTo>
                  <a:close/>
                </a:path>
                <a:path w="2189479" h="761364">
                  <a:moveTo>
                    <a:pt x="1148334" y="755903"/>
                  </a:moveTo>
                  <a:lnTo>
                    <a:pt x="1148334" y="753617"/>
                  </a:lnTo>
                  <a:lnTo>
                    <a:pt x="1147572" y="753617"/>
                  </a:lnTo>
                  <a:lnTo>
                    <a:pt x="1147572" y="755903"/>
                  </a:lnTo>
                  <a:lnTo>
                    <a:pt x="1148334" y="755903"/>
                  </a:lnTo>
                  <a:close/>
                </a:path>
                <a:path w="2189479" h="761364">
                  <a:moveTo>
                    <a:pt x="1148334" y="752855"/>
                  </a:moveTo>
                  <a:lnTo>
                    <a:pt x="1148334" y="750569"/>
                  </a:lnTo>
                  <a:lnTo>
                    <a:pt x="1147572" y="750569"/>
                  </a:lnTo>
                  <a:lnTo>
                    <a:pt x="1147572" y="752855"/>
                  </a:lnTo>
                  <a:lnTo>
                    <a:pt x="1148334" y="752855"/>
                  </a:lnTo>
                  <a:close/>
                </a:path>
                <a:path w="2189479" h="761364">
                  <a:moveTo>
                    <a:pt x="1148334" y="749807"/>
                  </a:moveTo>
                  <a:lnTo>
                    <a:pt x="1148334" y="747521"/>
                  </a:lnTo>
                  <a:lnTo>
                    <a:pt x="1147572" y="747521"/>
                  </a:lnTo>
                  <a:lnTo>
                    <a:pt x="1147572" y="749807"/>
                  </a:lnTo>
                  <a:lnTo>
                    <a:pt x="1148334" y="749807"/>
                  </a:lnTo>
                  <a:close/>
                </a:path>
                <a:path w="2189479" h="761364">
                  <a:moveTo>
                    <a:pt x="1148334" y="746760"/>
                  </a:moveTo>
                  <a:lnTo>
                    <a:pt x="1148334" y="744474"/>
                  </a:lnTo>
                  <a:lnTo>
                    <a:pt x="1147572" y="744474"/>
                  </a:lnTo>
                  <a:lnTo>
                    <a:pt x="1147572" y="746760"/>
                  </a:lnTo>
                  <a:lnTo>
                    <a:pt x="1148334" y="746760"/>
                  </a:lnTo>
                  <a:close/>
                </a:path>
                <a:path w="2189479" h="761364">
                  <a:moveTo>
                    <a:pt x="1148334" y="743712"/>
                  </a:moveTo>
                  <a:lnTo>
                    <a:pt x="1148334" y="741426"/>
                  </a:lnTo>
                  <a:lnTo>
                    <a:pt x="1147572" y="741426"/>
                  </a:lnTo>
                  <a:lnTo>
                    <a:pt x="1147572" y="743712"/>
                  </a:lnTo>
                  <a:lnTo>
                    <a:pt x="1148334" y="743712"/>
                  </a:lnTo>
                  <a:close/>
                </a:path>
                <a:path w="2189479" h="761364">
                  <a:moveTo>
                    <a:pt x="1148334" y="740663"/>
                  </a:moveTo>
                  <a:lnTo>
                    <a:pt x="1148334" y="738377"/>
                  </a:lnTo>
                  <a:lnTo>
                    <a:pt x="1147572" y="738377"/>
                  </a:lnTo>
                  <a:lnTo>
                    <a:pt x="1147572" y="740663"/>
                  </a:lnTo>
                  <a:lnTo>
                    <a:pt x="1148334" y="740663"/>
                  </a:lnTo>
                  <a:close/>
                </a:path>
                <a:path w="2189479" h="761364">
                  <a:moveTo>
                    <a:pt x="1148334" y="737615"/>
                  </a:moveTo>
                  <a:lnTo>
                    <a:pt x="1148334" y="735329"/>
                  </a:lnTo>
                  <a:lnTo>
                    <a:pt x="1147572" y="735329"/>
                  </a:lnTo>
                  <a:lnTo>
                    <a:pt x="1147572" y="737615"/>
                  </a:lnTo>
                  <a:lnTo>
                    <a:pt x="1148334" y="737615"/>
                  </a:lnTo>
                  <a:close/>
                </a:path>
                <a:path w="2189479" h="761364">
                  <a:moveTo>
                    <a:pt x="1148334" y="734567"/>
                  </a:moveTo>
                  <a:lnTo>
                    <a:pt x="1148334" y="732281"/>
                  </a:lnTo>
                  <a:lnTo>
                    <a:pt x="1147572" y="732281"/>
                  </a:lnTo>
                  <a:lnTo>
                    <a:pt x="1147572" y="734567"/>
                  </a:lnTo>
                  <a:lnTo>
                    <a:pt x="1148334" y="734567"/>
                  </a:lnTo>
                  <a:close/>
                </a:path>
                <a:path w="2189479" h="761364">
                  <a:moveTo>
                    <a:pt x="1148334" y="731519"/>
                  </a:moveTo>
                  <a:lnTo>
                    <a:pt x="1148334" y="729233"/>
                  </a:lnTo>
                  <a:lnTo>
                    <a:pt x="1147572" y="729233"/>
                  </a:lnTo>
                  <a:lnTo>
                    <a:pt x="1147572" y="731519"/>
                  </a:lnTo>
                  <a:lnTo>
                    <a:pt x="1148334" y="731519"/>
                  </a:lnTo>
                  <a:close/>
                </a:path>
                <a:path w="2189479" h="761364">
                  <a:moveTo>
                    <a:pt x="1148334" y="728472"/>
                  </a:moveTo>
                  <a:lnTo>
                    <a:pt x="1148334" y="726186"/>
                  </a:lnTo>
                  <a:lnTo>
                    <a:pt x="1147572" y="726186"/>
                  </a:lnTo>
                  <a:lnTo>
                    <a:pt x="1147572" y="728472"/>
                  </a:lnTo>
                  <a:lnTo>
                    <a:pt x="1148334" y="728472"/>
                  </a:lnTo>
                  <a:close/>
                </a:path>
                <a:path w="2189479" h="761364">
                  <a:moveTo>
                    <a:pt x="1148334" y="725424"/>
                  </a:moveTo>
                  <a:lnTo>
                    <a:pt x="1148334" y="723138"/>
                  </a:lnTo>
                  <a:lnTo>
                    <a:pt x="1147572" y="723138"/>
                  </a:lnTo>
                  <a:lnTo>
                    <a:pt x="1147572" y="725424"/>
                  </a:lnTo>
                  <a:lnTo>
                    <a:pt x="1148334" y="725424"/>
                  </a:lnTo>
                  <a:close/>
                </a:path>
                <a:path w="2189479" h="761364">
                  <a:moveTo>
                    <a:pt x="1148334" y="722376"/>
                  </a:moveTo>
                  <a:lnTo>
                    <a:pt x="1148334" y="720089"/>
                  </a:lnTo>
                  <a:lnTo>
                    <a:pt x="1147572" y="720089"/>
                  </a:lnTo>
                  <a:lnTo>
                    <a:pt x="1147572" y="722376"/>
                  </a:lnTo>
                  <a:lnTo>
                    <a:pt x="1148334" y="722376"/>
                  </a:lnTo>
                  <a:close/>
                </a:path>
                <a:path w="2189479" h="761364">
                  <a:moveTo>
                    <a:pt x="1148334" y="719327"/>
                  </a:moveTo>
                  <a:lnTo>
                    <a:pt x="1148334" y="717041"/>
                  </a:lnTo>
                  <a:lnTo>
                    <a:pt x="1147572" y="717041"/>
                  </a:lnTo>
                  <a:lnTo>
                    <a:pt x="1147572" y="719327"/>
                  </a:lnTo>
                  <a:lnTo>
                    <a:pt x="1148334" y="719327"/>
                  </a:lnTo>
                  <a:close/>
                </a:path>
                <a:path w="2189479" h="761364">
                  <a:moveTo>
                    <a:pt x="1148334" y="716279"/>
                  </a:moveTo>
                  <a:lnTo>
                    <a:pt x="1148334" y="713993"/>
                  </a:lnTo>
                  <a:lnTo>
                    <a:pt x="1147572" y="713993"/>
                  </a:lnTo>
                  <a:lnTo>
                    <a:pt x="1147572" y="716279"/>
                  </a:lnTo>
                  <a:lnTo>
                    <a:pt x="1148334" y="716279"/>
                  </a:lnTo>
                  <a:close/>
                </a:path>
                <a:path w="2189479" h="761364">
                  <a:moveTo>
                    <a:pt x="1148334" y="713231"/>
                  </a:moveTo>
                  <a:lnTo>
                    <a:pt x="1148334" y="710945"/>
                  </a:lnTo>
                  <a:lnTo>
                    <a:pt x="1147572" y="710945"/>
                  </a:lnTo>
                  <a:lnTo>
                    <a:pt x="1147572" y="713231"/>
                  </a:lnTo>
                  <a:lnTo>
                    <a:pt x="1148334" y="713231"/>
                  </a:lnTo>
                  <a:close/>
                </a:path>
                <a:path w="2189479" h="761364">
                  <a:moveTo>
                    <a:pt x="1148334" y="710184"/>
                  </a:moveTo>
                  <a:lnTo>
                    <a:pt x="1148334" y="707898"/>
                  </a:lnTo>
                  <a:lnTo>
                    <a:pt x="1147572" y="707898"/>
                  </a:lnTo>
                  <a:lnTo>
                    <a:pt x="1147572" y="710184"/>
                  </a:lnTo>
                  <a:lnTo>
                    <a:pt x="1148334" y="710184"/>
                  </a:lnTo>
                  <a:close/>
                </a:path>
                <a:path w="2189479" h="761364">
                  <a:moveTo>
                    <a:pt x="1148334" y="707136"/>
                  </a:moveTo>
                  <a:lnTo>
                    <a:pt x="1148334" y="704850"/>
                  </a:lnTo>
                  <a:lnTo>
                    <a:pt x="1147572" y="704850"/>
                  </a:lnTo>
                  <a:lnTo>
                    <a:pt x="1147572" y="707136"/>
                  </a:lnTo>
                  <a:lnTo>
                    <a:pt x="1148334" y="707136"/>
                  </a:lnTo>
                  <a:close/>
                </a:path>
                <a:path w="2189479" h="761364">
                  <a:moveTo>
                    <a:pt x="1148334" y="704088"/>
                  </a:moveTo>
                  <a:lnTo>
                    <a:pt x="1148334" y="701801"/>
                  </a:lnTo>
                  <a:lnTo>
                    <a:pt x="1147572" y="701801"/>
                  </a:lnTo>
                  <a:lnTo>
                    <a:pt x="1147572" y="704088"/>
                  </a:lnTo>
                  <a:lnTo>
                    <a:pt x="1148334" y="704088"/>
                  </a:lnTo>
                  <a:close/>
                </a:path>
                <a:path w="2189479" h="761364">
                  <a:moveTo>
                    <a:pt x="1148334" y="701039"/>
                  </a:moveTo>
                  <a:lnTo>
                    <a:pt x="1148334" y="698753"/>
                  </a:lnTo>
                  <a:lnTo>
                    <a:pt x="1147572" y="698753"/>
                  </a:lnTo>
                  <a:lnTo>
                    <a:pt x="1147572" y="701039"/>
                  </a:lnTo>
                  <a:lnTo>
                    <a:pt x="1148334" y="701039"/>
                  </a:lnTo>
                  <a:close/>
                </a:path>
                <a:path w="2189479" h="761364">
                  <a:moveTo>
                    <a:pt x="1148334" y="697991"/>
                  </a:moveTo>
                  <a:lnTo>
                    <a:pt x="1148334" y="695705"/>
                  </a:lnTo>
                  <a:lnTo>
                    <a:pt x="1147572" y="695705"/>
                  </a:lnTo>
                  <a:lnTo>
                    <a:pt x="1147572" y="697991"/>
                  </a:lnTo>
                  <a:lnTo>
                    <a:pt x="1148334" y="697991"/>
                  </a:lnTo>
                  <a:close/>
                </a:path>
                <a:path w="2189479" h="761364">
                  <a:moveTo>
                    <a:pt x="1148334" y="694943"/>
                  </a:moveTo>
                  <a:lnTo>
                    <a:pt x="1148334" y="692657"/>
                  </a:lnTo>
                  <a:lnTo>
                    <a:pt x="1147572" y="692657"/>
                  </a:lnTo>
                  <a:lnTo>
                    <a:pt x="1147572" y="694943"/>
                  </a:lnTo>
                  <a:lnTo>
                    <a:pt x="1148334" y="694943"/>
                  </a:lnTo>
                  <a:close/>
                </a:path>
                <a:path w="2189479" h="761364">
                  <a:moveTo>
                    <a:pt x="1148334" y="691896"/>
                  </a:moveTo>
                  <a:lnTo>
                    <a:pt x="1148334" y="689610"/>
                  </a:lnTo>
                  <a:lnTo>
                    <a:pt x="1147572" y="689610"/>
                  </a:lnTo>
                  <a:lnTo>
                    <a:pt x="1147572" y="691896"/>
                  </a:lnTo>
                  <a:lnTo>
                    <a:pt x="1148334" y="691896"/>
                  </a:lnTo>
                  <a:close/>
                </a:path>
                <a:path w="2189479" h="761364">
                  <a:moveTo>
                    <a:pt x="1148334" y="688848"/>
                  </a:moveTo>
                  <a:lnTo>
                    <a:pt x="1148334" y="686562"/>
                  </a:lnTo>
                  <a:lnTo>
                    <a:pt x="1147572" y="686562"/>
                  </a:lnTo>
                  <a:lnTo>
                    <a:pt x="1147572" y="688848"/>
                  </a:lnTo>
                  <a:lnTo>
                    <a:pt x="1148334" y="688848"/>
                  </a:lnTo>
                  <a:close/>
                </a:path>
                <a:path w="2189479" h="761364">
                  <a:moveTo>
                    <a:pt x="1148334" y="685800"/>
                  </a:moveTo>
                  <a:lnTo>
                    <a:pt x="1148334" y="683513"/>
                  </a:lnTo>
                  <a:lnTo>
                    <a:pt x="1147572" y="683513"/>
                  </a:lnTo>
                  <a:lnTo>
                    <a:pt x="1147572" y="685800"/>
                  </a:lnTo>
                  <a:lnTo>
                    <a:pt x="1148334" y="685800"/>
                  </a:lnTo>
                  <a:close/>
                </a:path>
                <a:path w="2189479" h="761364">
                  <a:moveTo>
                    <a:pt x="1148334" y="682751"/>
                  </a:moveTo>
                  <a:lnTo>
                    <a:pt x="1148334" y="680465"/>
                  </a:lnTo>
                  <a:lnTo>
                    <a:pt x="1147572" y="680465"/>
                  </a:lnTo>
                  <a:lnTo>
                    <a:pt x="1147572" y="682751"/>
                  </a:lnTo>
                  <a:lnTo>
                    <a:pt x="1148334" y="682751"/>
                  </a:lnTo>
                  <a:close/>
                </a:path>
                <a:path w="2189479" h="761364">
                  <a:moveTo>
                    <a:pt x="1148334" y="679703"/>
                  </a:moveTo>
                  <a:lnTo>
                    <a:pt x="1148334" y="677417"/>
                  </a:lnTo>
                  <a:lnTo>
                    <a:pt x="1147572" y="677417"/>
                  </a:lnTo>
                  <a:lnTo>
                    <a:pt x="1147572" y="679703"/>
                  </a:lnTo>
                  <a:lnTo>
                    <a:pt x="1148334" y="679703"/>
                  </a:lnTo>
                  <a:close/>
                </a:path>
                <a:path w="2189479" h="761364">
                  <a:moveTo>
                    <a:pt x="1148334" y="676655"/>
                  </a:moveTo>
                  <a:lnTo>
                    <a:pt x="1148334" y="674369"/>
                  </a:lnTo>
                  <a:lnTo>
                    <a:pt x="1147572" y="674369"/>
                  </a:lnTo>
                  <a:lnTo>
                    <a:pt x="1147572" y="676655"/>
                  </a:lnTo>
                  <a:lnTo>
                    <a:pt x="1148334" y="676655"/>
                  </a:lnTo>
                  <a:close/>
                </a:path>
                <a:path w="2189479" h="761364">
                  <a:moveTo>
                    <a:pt x="1148334" y="673607"/>
                  </a:moveTo>
                  <a:lnTo>
                    <a:pt x="1148334" y="671321"/>
                  </a:lnTo>
                  <a:lnTo>
                    <a:pt x="1147572" y="671321"/>
                  </a:lnTo>
                  <a:lnTo>
                    <a:pt x="1147572" y="673607"/>
                  </a:lnTo>
                  <a:lnTo>
                    <a:pt x="1148334" y="673607"/>
                  </a:lnTo>
                  <a:close/>
                </a:path>
                <a:path w="2189479" h="761364">
                  <a:moveTo>
                    <a:pt x="1148334" y="670560"/>
                  </a:moveTo>
                  <a:lnTo>
                    <a:pt x="1148334" y="668274"/>
                  </a:lnTo>
                  <a:lnTo>
                    <a:pt x="1147572" y="668274"/>
                  </a:lnTo>
                  <a:lnTo>
                    <a:pt x="1147572" y="670560"/>
                  </a:lnTo>
                  <a:lnTo>
                    <a:pt x="1148334" y="670560"/>
                  </a:lnTo>
                  <a:close/>
                </a:path>
                <a:path w="2189479" h="761364">
                  <a:moveTo>
                    <a:pt x="1148334" y="667512"/>
                  </a:moveTo>
                  <a:lnTo>
                    <a:pt x="1148334" y="665226"/>
                  </a:lnTo>
                  <a:lnTo>
                    <a:pt x="1147572" y="665226"/>
                  </a:lnTo>
                  <a:lnTo>
                    <a:pt x="1147572" y="667512"/>
                  </a:lnTo>
                  <a:lnTo>
                    <a:pt x="1148334" y="667512"/>
                  </a:lnTo>
                  <a:close/>
                </a:path>
                <a:path w="2189479" h="761364">
                  <a:moveTo>
                    <a:pt x="1148334" y="664463"/>
                  </a:moveTo>
                  <a:lnTo>
                    <a:pt x="1148334" y="662177"/>
                  </a:lnTo>
                  <a:lnTo>
                    <a:pt x="1147572" y="662177"/>
                  </a:lnTo>
                  <a:lnTo>
                    <a:pt x="1147572" y="664463"/>
                  </a:lnTo>
                  <a:lnTo>
                    <a:pt x="1148334" y="664463"/>
                  </a:lnTo>
                  <a:close/>
                </a:path>
                <a:path w="2189479" h="761364">
                  <a:moveTo>
                    <a:pt x="1148334" y="660653"/>
                  </a:moveTo>
                  <a:lnTo>
                    <a:pt x="1148334" y="658367"/>
                  </a:lnTo>
                  <a:lnTo>
                    <a:pt x="1147572" y="658367"/>
                  </a:lnTo>
                  <a:lnTo>
                    <a:pt x="1147572" y="660653"/>
                  </a:lnTo>
                  <a:lnTo>
                    <a:pt x="1148334" y="660653"/>
                  </a:lnTo>
                  <a:close/>
                </a:path>
                <a:path w="2189479" h="761364">
                  <a:moveTo>
                    <a:pt x="1148334" y="657605"/>
                  </a:moveTo>
                  <a:lnTo>
                    <a:pt x="1148334" y="655319"/>
                  </a:lnTo>
                  <a:lnTo>
                    <a:pt x="1147572" y="655319"/>
                  </a:lnTo>
                  <a:lnTo>
                    <a:pt x="1147572" y="657605"/>
                  </a:lnTo>
                  <a:lnTo>
                    <a:pt x="1148334" y="657605"/>
                  </a:lnTo>
                  <a:close/>
                </a:path>
                <a:path w="2189479" h="761364">
                  <a:moveTo>
                    <a:pt x="1148334" y="654557"/>
                  </a:moveTo>
                  <a:lnTo>
                    <a:pt x="1148334" y="652271"/>
                  </a:lnTo>
                  <a:lnTo>
                    <a:pt x="1147572" y="652271"/>
                  </a:lnTo>
                  <a:lnTo>
                    <a:pt x="1147572" y="654557"/>
                  </a:lnTo>
                  <a:lnTo>
                    <a:pt x="1148334" y="654557"/>
                  </a:lnTo>
                  <a:close/>
                </a:path>
                <a:path w="2189479" h="761364">
                  <a:moveTo>
                    <a:pt x="1148334" y="651510"/>
                  </a:moveTo>
                  <a:lnTo>
                    <a:pt x="1148334" y="649224"/>
                  </a:lnTo>
                  <a:lnTo>
                    <a:pt x="1147572" y="649224"/>
                  </a:lnTo>
                  <a:lnTo>
                    <a:pt x="1147572" y="651510"/>
                  </a:lnTo>
                  <a:lnTo>
                    <a:pt x="1148334" y="651510"/>
                  </a:lnTo>
                  <a:close/>
                </a:path>
                <a:path w="2189479" h="761364">
                  <a:moveTo>
                    <a:pt x="1148334" y="648462"/>
                  </a:moveTo>
                  <a:lnTo>
                    <a:pt x="1148334" y="646176"/>
                  </a:lnTo>
                  <a:lnTo>
                    <a:pt x="1147572" y="646176"/>
                  </a:lnTo>
                  <a:lnTo>
                    <a:pt x="1147572" y="648462"/>
                  </a:lnTo>
                  <a:lnTo>
                    <a:pt x="1148334" y="648462"/>
                  </a:lnTo>
                  <a:close/>
                </a:path>
                <a:path w="2189479" h="761364">
                  <a:moveTo>
                    <a:pt x="1148334" y="645413"/>
                  </a:moveTo>
                  <a:lnTo>
                    <a:pt x="1148334" y="643127"/>
                  </a:lnTo>
                  <a:lnTo>
                    <a:pt x="1147572" y="643127"/>
                  </a:lnTo>
                  <a:lnTo>
                    <a:pt x="1147572" y="645413"/>
                  </a:lnTo>
                  <a:lnTo>
                    <a:pt x="1148334" y="645413"/>
                  </a:lnTo>
                  <a:close/>
                </a:path>
                <a:path w="2189479" h="761364">
                  <a:moveTo>
                    <a:pt x="1148334" y="642365"/>
                  </a:moveTo>
                  <a:lnTo>
                    <a:pt x="1148334" y="640079"/>
                  </a:lnTo>
                  <a:lnTo>
                    <a:pt x="1147572" y="640079"/>
                  </a:lnTo>
                  <a:lnTo>
                    <a:pt x="1147572" y="642365"/>
                  </a:lnTo>
                  <a:lnTo>
                    <a:pt x="1148334" y="642365"/>
                  </a:lnTo>
                  <a:close/>
                </a:path>
                <a:path w="2189479" h="761364">
                  <a:moveTo>
                    <a:pt x="1148334" y="639317"/>
                  </a:moveTo>
                  <a:lnTo>
                    <a:pt x="1148334" y="637031"/>
                  </a:lnTo>
                  <a:lnTo>
                    <a:pt x="1147572" y="637031"/>
                  </a:lnTo>
                  <a:lnTo>
                    <a:pt x="1147572" y="639317"/>
                  </a:lnTo>
                  <a:lnTo>
                    <a:pt x="1148334" y="639317"/>
                  </a:lnTo>
                  <a:close/>
                </a:path>
                <a:path w="2189479" h="761364">
                  <a:moveTo>
                    <a:pt x="1148334" y="636269"/>
                  </a:moveTo>
                  <a:lnTo>
                    <a:pt x="1148334" y="633983"/>
                  </a:lnTo>
                  <a:lnTo>
                    <a:pt x="1147572" y="633983"/>
                  </a:lnTo>
                  <a:lnTo>
                    <a:pt x="1147572" y="636269"/>
                  </a:lnTo>
                  <a:lnTo>
                    <a:pt x="1148334" y="636269"/>
                  </a:lnTo>
                  <a:close/>
                </a:path>
                <a:path w="2189479" h="761364">
                  <a:moveTo>
                    <a:pt x="1148334" y="633222"/>
                  </a:moveTo>
                  <a:lnTo>
                    <a:pt x="1148334" y="630936"/>
                  </a:lnTo>
                  <a:lnTo>
                    <a:pt x="1147572" y="630936"/>
                  </a:lnTo>
                  <a:lnTo>
                    <a:pt x="1147572" y="633222"/>
                  </a:lnTo>
                  <a:lnTo>
                    <a:pt x="1148334" y="633222"/>
                  </a:lnTo>
                  <a:close/>
                </a:path>
                <a:path w="2189479" h="761364">
                  <a:moveTo>
                    <a:pt x="1148334" y="630174"/>
                  </a:moveTo>
                  <a:lnTo>
                    <a:pt x="1148334" y="627888"/>
                  </a:lnTo>
                  <a:lnTo>
                    <a:pt x="1147572" y="627888"/>
                  </a:lnTo>
                  <a:lnTo>
                    <a:pt x="1147572" y="630174"/>
                  </a:lnTo>
                  <a:lnTo>
                    <a:pt x="1148334" y="630174"/>
                  </a:lnTo>
                  <a:close/>
                </a:path>
                <a:path w="2189479" h="761364">
                  <a:moveTo>
                    <a:pt x="1148334" y="627126"/>
                  </a:moveTo>
                  <a:lnTo>
                    <a:pt x="1148334" y="624839"/>
                  </a:lnTo>
                  <a:lnTo>
                    <a:pt x="1147572" y="624839"/>
                  </a:lnTo>
                  <a:lnTo>
                    <a:pt x="1147572" y="627126"/>
                  </a:lnTo>
                  <a:lnTo>
                    <a:pt x="1148334" y="627126"/>
                  </a:lnTo>
                  <a:close/>
                </a:path>
                <a:path w="2189479" h="761364">
                  <a:moveTo>
                    <a:pt x="1148334" y="624077"/>
                  </a:moveTo>
                  <a:lnTo>
                    <a:pt x="1148334" y="621791"/>
                  </a:lnTo>
                  <a:lnTo>
                    <a:pt x="1147572" y="621791"/>
                  </a:lnTo>
                  <a:lnTo>
                    <a:pt x="1147572" y="624077"/>
                  </a:lnTo>
                  <a:lnTo>
                    <a:pt x="1148334" y="624077"/>
                  </a:lnTo>
                  <a:close/>
                </a:path>
                <a:path w="2189479" h="761364">
                  <a:moveTo>
                    <a:pt x="1148334" y="621029"/>
                  </a:moveTo>
                  <a:lnTo>
                    <a:pt x="1148334" y="618743"/>
                  </a:lnTo>
                  <a:lnTo>
                    <a:pt x="1147572" y="618743"/>
                  </a:lnTo>
                  <a:lnTo>
                    <a:pt x="1147572" y="621029"/>
                  </a:lnTo>
                  <a:lnTo>
                    <a:pt x="1148334" y="621029"/>
                  </a:lnTo>
                  <a:close/>
                </a:path>
                <a:path w="2189479" h="761364">
                  <a:moveTo>
                    <a:pt x="1148334" y="617981"/>
                  </a:moveTo>
                  <a:lnTo>
                    <a:pt x="1148334" y="615695"/>
                  </a:lnTo>
                  <a:lnTo>
                    <a:pt x="1147572" y="615695"/>
                  </a:lnTo>
                  <a:lnTo>
                    <a:pt x="1147572" y="617981"/>
                  </a:lnTo>
                  <a:lnTo>
                    <a:pt x="1148334" y="617981"/>
                  </a:lnTo>
                  <a:close/>
                </a:path>
                <a:path w="2189479" h="761364">
                  <a:moveTo>
                    <a:pt x="1148334" y="614934"/>
                  </a:moveTo>
                  <a:lnTo>
                    <a:pt x="1148334" y="612648"/>
                  </a:lnTo>
                  <a:lnTo>
                    <a:pt x="1147572" y="612648"/>
                  </a:lnTo>
                  <a:lnTo>
                    <a:pt x="1147572" y="614934"/>
                  </a:lnTo>
                  <a:lnTo>
                    <a:pt x="1148334" y="614934"/>
                  </a:lnTo>
                  <a:close/>
                </a:path>
                <a:path w="2189479" h="761364">
                  <a:moveTo>
                    <a:pt x="1148334" y="611886"/>
                  </a:moveTo>
                  <a:lnTo>
                    <a:pt x="1148334" y="609600"/>
                  </a:lnTo>
                  <a:lnTo>
                    <a:pt x="1147572" y="609600"/>
                  </a:lnTo>
                  <a:lnTo>
                    <a:pt x="1147572" y="611886"/>
                  </a:lnTo>
                  <a:lnTo>
                    <a:pt x="1148334" y="611886"/>
                  </a:lnTo>
                  <a:close/>
                </a:path>
                <a:path w="2189479" h="761364">
                  <a:moveTo>
                    <a:pt x="1148334" y="608838"/>
                  </a:moveTo>
                  <a:lnTo>
                    <a:pt x="1148334" y="606551"/>
                  </a:lnTo>
                  <a:lnTo>
                    <a:pt x="1147572" y="606551"/>
                  </a:lnTo>
                  <a:lnTo>
                    <a:pt x="1147572" y="608838"/>
                  </a:lnTo>
                  <a:lnTo>
                    <a:pt x="1148334" y="608838"/>
                  </a:lnTo>
                  <a:close/>
                </a:path>
                <a:path w="2189479" h="761364">
                  <a:moveTo>
                    <a:pt x="1148334" y="605789"/>
                  </a:moveTo>
                  <a:lnTo>
                    <a:pt x="1148334" y="603503"/>
                  </a:lnTo>
                  <a:lnTo>
                    <a:pt x="1147572" y="603503"/>
                  </a:lnTo>
                  <a:lnTo>
                    <a:pt x="1147572" y="605789"/>
                  </a:lnTo>
                  <a:lnTo>
                    <a:pt x="1148334" y="605789"/>
                  </a:lnTo>
                  <a:close/>
                </a:path>
                <a:path w="2189479" h="761364">
                  <a:moveTo>
                    <a:pt x="1148334" y="602741"/>
                  </a:moveTo>
                  <a:lnTo>
                    <a:pt x="1148334" y="600455"/>
                  </a:lnTo>
                  <a:lnTo>
                    <a:pt x="1147572" y="600455"/>
                  </a:lnTo>
                  <a:lnTo>
                    <a:pt x="1147572" y="602741"/>
                  </a:lnTo>
                  <a:lnTo>
                    <a:pt x="1148334" y="602741"/>
                  </a:lnTo>
                  <a:close/>
                </a:path>
                <a:path w="2189479" h="761364">
                  <a:moveTo>
                    <a:pt x="1148334" y="599693"/>
                  </a:moveTo>
                  <a:lnTo>
                    <a:pt x="1148334" y="597407"/>
                  </a:lnTo>
                  <a:lnTo>
                    <a:pt x="1147572" y="597407"/>
                  </a:lnTo>
                  <a:lnTo>
                    <a:pt x="1147572" y="599693"/>
                  </a:lnTo>
                  <a:lnTo>
                    <a:pt x="1148334" y="599693"/>
                  </a:lnTo>
                  <a:close/>
                </a:path>
                <a:path w="2189479" h="761364">
                  <a:moveTo>
                    <a:pt x="1148334" y="596646"/>
                  </a:moveTo>
                  <a:lnTo>
                    <a:pt x="1148334" y="594360"/>
                  </a:lnTo>
                  <a:lnTo>
                    <a:pt x="1147572" y="594360"/>
                  </a:lnTo>
                  <a:lnTo>
                    <a:pt x="1147572" y="596646"/>
                  </a:lnTo>
                  <a:lnTo>
                    <a:pt x="1148334" y="596646"/>
                  </a:lnTo>
                  <a:close/>
                </a:path>
                <a:path w="2189479" h="761364">
                  <a:moveTo>
                    <a:pt x="1148334" y="593598"/>
                  </a:moveTo>
                  <a:lnTo>
                    <a:pt x="1148334" y="591312"/>
                  </a:lnTo>
                  <a:lnTo>
                    <a:pt x="1147572" y="591312"/>
                  </a:lnTo>
                  <a:lnTo>
                    <a:pt x="1147572" y="593598"/>
                  </a:lnTo>
                  <a:lnTo>
                    <a:pt x="1148334" y="593598"/>
                  </a:lnTo>
                  <a:close/>
                </a:path>
                <a:path w="2189479" h="761364">
                  <a:moveTo>
                    <a:pt x="1148334" y="590550"/>
                  </a:moveTo>
                  <a:lnTo>
                    <a:pt x="1148334" y="588263"/>
                  </a:lnTo>
                  <a:lnTo>
                    <a:pt x="1147572" y="588263"/>
                  </a:lnTo>
                  <a:lnTo>
                    <a:pt x="1147572" y="590550"/>
                  </a:lnTo>
                  <a:lnTo>
                    <a:pt x="1148334" y="590550"/>
                  </a:lnTo>
                  <a:close/>
                </a:path>
                <a:path w="2189479" h="761364">
                  <a:moveTo>
                    <a:pt x="1148334" y="587501"/>
                  </a:moveTo>
                  <a:lnTo>
                    <a:pt x="1148334" y="585215"/>
                  </a:lnTo>
                  <a:lnTo>
                    <a:pt x="1147572" y="585215"/>
                  </a:lnTo>
                  <a:lnTo>
                    <a:pt x="1147572" y="587501"/>
                  </a:lnTo>
                  <a:lnTo>
                    <a:pt x="1148334" y="587501"/>
                  </a:lnTo>
                  <a:close/>
                </a:path>
                <a:path w="2189479" h="761364">
                  <a:moveTo>
                    <a:pt x="1148334" y="584453"/>
                  </a:moveTo>
                  <a:lnTo>
                    <a:pt x="1148334" y="582167"/>
                  </a:lnTo>
                  <a:lnTo>
                    <a:pt x="1147572" y="582167"/>
                  </a:lnTo>
                  <a:lnTo>
                    <a:pt x="1147572" y="584453"/>
                  </a:lnTo>
                  <a:lnTo>
                    <a:pt x="1148334" y="584453"/>
                  </a:lnTo>
                  <a:close/>
                </a:path>
                <a:path w="2189479" h="761364">
                  <a:moveTo>
                    <a:pt x="1148334" y="581405"/>
                  </a:moveTo>
                  <a:lnTo>
                    <a:pt x="1148334" y="579119"/>
                  </a:lnTo>
                  <a:lnTo>
                    <a:pt x="1147572" y="579119"/>
                  </a:lnTo>
                  <a:lnTo>
                    <a:pt x="1147572" y="581405"/>
                  </a:lnTo>
                  <a:lnTo>
                    <a:pt x="1148334" y="581405"/>
                  </a:lnTo>
                  <a:close/>
                </a:path>
                <a:path w="2189479" h="761364">
                  <a:moveTo>
                    <a:pt x="1148334" y="578357"/>
                  </a:moveTo>
                  <a:lnTo>
                    <a:pt x="1148334" y="576071"/>
                  </a:lnTo>
                  <a:lnTo>
                    <a:pt x="1147572" y="576071"/>
                  </a:lnTo>
                  <a:lnTo>
                    <a:pt x="1147572" y="578357"/>
                  </a:lnTo>
                  <a:lnTo>
                    <a:pt x="1148334" y="578357"/>
                  </a:lnTo>
                  <a:close/>
                </a:path>
                <a:path w="2189479" h="761364">
                  <a:moveTo>
                    <a:pt x="1148334" y="575310"/>
                  </a:moveTo>
                  <a:lnTo>
                    <a:pt x="1148334" y="573024"/>
                  </a:lnTo>
                  <a:lnTo>
                    <a:pt x="1147572" y="573024"/>
                  </a:lnTo>
                  <a:lnTo>
                    <a:pt x="1147572" y="575310"/>
                  </a:lnTo>
                  <a:lnTo>
                    <a:pt x="1148334" y="575310"/>
                  </a:lnTo>
                  <a:close/>
                </a:path>
                <a:path w="2189479" h="761364">
                  <a:moveTo>
                    <a:pt x="1148334" y="572262"/>
                  </a:moveTo>
                  <a:lnTo>
                    <a:pt x="1148334" y="569976"/>
                  </a:lnTo>
                  <a:lnTo>
                    <a:pt x="1147572" y="569976"/>
                  </a:lnTo>
                  <a:lnTo>
                    <a:pt x="1147572" y="572262"/>
                  </a:lnTo>
                  <a:lnTo>
                    <a:pt x="1148334" y="572262"/>
                  </a:lnTo>
                  <a:close/>
                </a:path>
                <a:path w="2189479" h="761364">
                  <a:moveTo>
                    <a:pt x="1148334" y="569213"/>
                  </a:moveTo>
                  <a:lnTo>
                    <a:pt x="1148334" y="566927"/>
                  </a:lnTo>
                  <a:lnTo>
                    <a:pt x="1147572" y="566927"/>
                  </a:lnTo>
                  <a:lnTo>
                    <a:pt x="1147572" y="569213"/>
                  </a:lnTo>
                  <a:lnTo>
                    <a:pt x="1148334" y="569213"/>
                  </a:lnTo>
                  <a:close/>
                </a:path>
                <a:path w="2189479" h="761364">
                  <a:moveTo>
                    <a:pt x="1148334" y="566165"/>
                  </a:moveTo>
                  <a:lnTo>
                    <a:pt x="1148334" y="563879"/>
                  </a:lnTo>
                  <a:lnTo>
                    <a:pt x="1147572" y="563879"/>
                  </a:lnTo>
                  <a:lnTo>
                    <a:pt x="1147572" y="566165"/>
                  </a:lnTo>
                  <a:lnTo>
                    <a:pt x="1148334" y="566165"/>
                  </a:lnTo>
                  <a:close/>
                </a:path>
                <a:path w="2189479" h="761364">
                  <a:moveTo>
                    <a:pt x="1148334" y="563117"/>
                  </a:moveTo>
                  <a:lnTo>
                    <a:pt x="1148334" y="560831"/>
                  </a:lnTo>
                  <a:lnTo>
                    <a:pt x="1147572" y="560831"/>
                  </a:lnTo>
                  <a:lnTo>
                    <a:pt x="1147572" y="563117"/>
                  </a:lnTo>
                  <a:lnTo>
                    <a:pt x="1148334" y="563117"/>
                  </a:lnTo>
                  <a:close/>
                </a:path>
                <a:path w="2189479" h="761364">
                  <a:moveTo>
                    <a:pt x="1148334" y="560069"/>
                  </a:moveTo>
                  <a:lnTo>
                    <a:pt x="1148334" y="557783"/>
                  </a:lnTo>
                  <a:lnTo>
                    <a:pt x="1147572" y="557783"/>
                  </a:lnTo>
                  <a:lnTo>
                    <a:pt x="1147572" y="560069"/>
                  </a:lnTo>
                  <a:lnTo>
                    <a:pt x="1148334" y="560069"/>
                  </a:lnTo>
                  <a:close/>
                </a:path>
                <a:path w="2189479" h="761364">
                  <a:moveTo>
                    <a:pt x="1148334" y="557022"/>
                  </a:moveTo>
                  <a:lnTo>
                    <a:pt x="1148334" y="554736"/>
                  </a:lnTo>
                  <a:lnTo>
                    <a:pt x="1147572" y="554736"/>
                  </a:lnTo>
                  <a:lnTo>
                    <a:pt x="1147572" y="557022"/>
                  </a:lnTo>
                  <a:lnTo>
                    <a:pt x="1148334" y="557022"/>
                  </a:lnTo>
                  <a:close/>
                </a:path>
                <a:path w="2189479" h="761364">
                  <a:moveTo>
                    <a:pt x="1148334" y="553974"/>
                  </a:moveTo>
                  <a:lnTo>
                    <a:pt x="1148334" y="551688"/>
                  </a:lnTo>
                  <a:lnTo>
                    <a:pt x="1147572" y="551688"/>
                  </a:lnTo>
                  <a:lnTo>
                    <a:pt x="1147572" y="553974"/>
                  </a:lnTo>
                  <a:lnTo>
                    <a:pt x="1148334" y="553974"/>
                  </a:lnTo>
                  <a:close/>
                </a:path>
                <a:path w="2189479" h="761364">
                  <a:moveTo>
                    <a:pt x="1148334" y="550926"/>
                  </a:moveTo>
                  <a:lnTo>
                    <a:pt x="1148334" y="548639"/>
                  </a:lnTo>
                  <a:lnTo>
                    <a:pt x="1147572" y="548639"/>
                  </a:lnTo>
                  <a:lnTo>
                    <a:pt x="1147572" y="550926"/>
                  </a:lnTo>
                  <a:lnTo>
                    <a:pt x="1148334" y="550926"/>
                  </a:lnTo>
                  <a:close/>
                </a:path>
                <a:path w="2189479" h="761364">
                  <a:moveTo>
                    <a:pt x="1148334" y="547877"/>
                  </a:moveTo>
                  <a:lnTo>
                    <a:pt x="1148334" y="545591"/>
                  </a:lnTo>
                  <a:lnTo>
                    <a:pt x="1147572" y="545591"/>
                  </a:lnTo>
                  <a:lnTo>
                    <a:pt x="1147572" y="547877"/>
                  </a:lnTo>
                  <a:lnTo>
                    <a:pt x="1148334" y="547877"/>
                  </a:lnTo>
                  <a:close/>
                </a:path>
                <a:path w="2189479" h="761364">
                  <a:moveTo>
                    <a:pt x="1148334" y="544829"/>
                  </a:moveTo>
                  <a:lnTo>
                    <a:pt x="1148334" y="542543"/>
                  </a:lnTo>
                  <a:lnTo>
                    <a:pt x="1147572" y="542543"/>
                  </a:lnTo>
                  <a:lnTo>
                    <a:pt x="1147572" y="544829"/>
                  </a:lnTo>
                  <a:lnTo>
                    <a:pt x="1148334" y="544829"/>
                  </a:lnTo>
                  <a:close/>
                </a:path>
                <a:path w="2189479" h="761364">
                  <a:moveTo>
                    <a:pt x="1148334" y="541781"/>
                  </a:moveTo>
                  <a:lnTo>
                    <a:pt x="1148334" y="539495"/>
                  </a:lnTo>
                  <a:lnTo>
                    <a:pt x="1147572" y="539495"/>
                  </a:lnTo>
                  <a:lnTo>
                    <a:pt x="1147572" y="541781"/>
                  </a:lnTo>
                  <a:lnTo>
                    <a:pt x="1148334" y="541781"/>
                  </a:lnTo>
                  <a:close/>
                </a:path>
                <a:path w="2189479" h="761364">
                  <a:moveTo>
                    <a:pt x="1148334" y="538734"/>
                  </a:moveTo>
                  <a:lnTo>
                    <a:pt x="1148334" y="536448"/>
                  </a:lnTo>
                  <a:lnTo>
                    <a:pt x="1147572" y="536448"/>
                  </a:lnTo>
                  <a:lnTo>
                    <a:pt x="1147572" y="538734"/>
                  </a:lnTo>
                  <a:lnTo>
                    <a:pt x="1148334" y="538734"/>
                  </a:lnTo>
                  <a:close/>
                </a:path>
                <a:path w="2189479" h="761364">
                  <a:moveTo>
                    <a:pt x="1148334" y="535686"/>
                  </a:moveTo>
                  <a:lnTo>
                    <a:pt x="1148334" y="533400"/>
                  </a:lnTo>
                  <a:lnTo>
                    <a:pt x="1147572" y="533400"/>
                  </a:lnTo>
                  <a:lnTo>
                    <a:pt x="1147572" y="535686"/>
                  </a:lnTo>
                  <a:lnTo>
                    <a:pt x="1148334" y="535686"/>
                  </a:lnTo>
                  <a:close/>
                </a:path>
                <a:path w="2189479" h="761364">
                  <a:moveTo>
                    <a:pt x="1148334" y="532638"/>
                  </a:moveTo>
                  <a:lnTo>
                    <a:pt x="1148334" y="530351"/>
                  </a:lnTo>
                  <a:lnTo>
                    <a:pt x="1147572" y="530351"/>
                  </a:lnTo>
                  <a:lnTo>
                    <a:pt x="1147572" y="532638"/>
                  </a:lnTo>
                  <a:lnTo>
                    <a:pt x="1148334" y="532638"/>
                  </a:lnTo>
                  <a:close/>
                </a:path>
                <a:path w="2189479" h="761364">
                  <a:moveTo>
                    <a:pt x="1148334" y="529589"/>
                  </a:moveTo>
                  <a:lnTo>
                    <a:pt x="1148334" y="527303"/>
                  </a:lnTo>
                  <a:lnTo>
                    <a:pt x="1147572" y="527303"/>
                  </a:lnTo>
                  <a:lnTo>
                    <a:pt x="1147572" y="529589"/>
                  </a:lnTo>
                  <a:lnTo>
                    <a:pt x="1148334" y="529589"/>
                  </a:lnTo>
                  <a:close/>
                </a:path>
                <a:path w="2189479" h="761364">
                  <a:moveTo>
                    <a:pt x="1148334" y="526541"/>
                  </a:moveTo>
                  <a:lnTo>
                    <a:pt x="1148334" y="524255"/>
                  </a:lnTo>
                  <a:lnTo>
                    <a:pt x="1147572" y="524255"/>
                  </a:lnTo>
                  <a:lnTo>
                    <a:pt x="1147572" y="526541"/>
                  </a:lnTo>
                  <a:lnTo>
                    <a:pt x="1148334" y="526541"/>
                  </a:lnTo>
                  <a:close/>
                </a:path>
                <a:path w="2189479" h="761364">
                  <a:moveTo>
                    <a:pt x="1148334" y="523493"/>
                  </a:moveTo>
                  <a:lnTo>
                    <a:pt x="1148334" y="521207"/>
                  </a:lnTo>
                  <a:lnTo>
                    <a:pt x="1147572" y="521207"/>
                  </a:lnTo>
                  <a:lnTo>
                    <a:pt x="1147572" y="523493"/>
                  </a:lnTo>
                  <a:lnTo>
                    <a:pt x="1148334" y="523493"/>
                  </a:lnTo>
                  <a:close/>
                </a:path>
                <a:path w="2189479" h="761364">
                  <a:moveTo>
                    <a:pt x="1148334" y="520446"/>
                  </a:moveTo>
                  <a:lnTo>
                    <a:pt x="1148334" y="518160"/>
                  </a:lnTo>
                  <a:lnTo>
                    <a:pt x="1147572" y="518160"/>
                  </a:lnTo>
                  <a:lnTo>
                    <a:pt x="1147572" y="520446"/>
                  </a:lnTo>
                  <a:lnTo>
                    <a:pt x="1148334" y="520446"/>
                  </a:lnTo>
                  <a:close/>
                </a:path>
                <a:path w="2189479" h="761364">
                  <a:moveTo>
                    <a:pt x="1148334" y="517398"/>
                  </a:moveTo>
                  <a:lnTo>
                    <a:pt x="1148334" y="515112"/>
                  </a:lnTo>
                  <a:lnTo>
                    <a:pt x="1147572" y="515112"/>
                  </a:lnTo>
                  <a:lnTo>
                    <a:pt x="1147572" y="517398"/>
                  </a:lnTo>
                  <a:lnTo>
                    <a:pt x="1148334" y="517398"/>
                  </a:lnTo>
                  <a:close/>
                </a:path>
                <a:path w="2189479" h="761364">
                  <a:moveTo>
                    <a:pt x="1148334" y="514350"/>
                  </a:moveTo>
                  <a:lnTo>
                    <a:pt x="1148334" y="512063"/>
                  </a:lnTo>
                  <a:lnTo>
                    <a:pt x="1147572" y="512063"/>
                  </a:lnTo>
                  <a:lnTo>
                    <a:pt x="1147572" y="514350"/>
                  </a:lnTo>
                  <a:lnTo>
                    <a:pt x="1148334" y="514350"/>
                  </a:lnTo>
                  <a:close/>
                </a:path>
                <a:path w="2189479" h="761364">
                  <a:moveTo>
                    <a:pt x="1148334" y="511301"/>
                  </a:moveTo>
                  <a:lnTo>
                    <a:pt x="1148334" y="509015"/>
                  </a:lnTo>
                  <a:lnTo>
                    <a:pt x="1147572" y="509015"/>
                  </a:lnTo>
                  <a:lnTo>
                    <a:pt x="1147572" y="511301"/>
                  </a:lnTo>
                  <a:lnTo>
                    <a:pt x="1148334" y="511301"/>
                  </a:lnTo>
                  <a:close/>
                </a:path>
                <a:path w="2189479" h="761364">
                  <a:moveTo>
                    <a:pt x="1148334" y="508253"/>
                  </a:moveTo>
                  <a:lnTo>
                    <a:pt x="1148334" y="505967"/>
                  </a:lnTo>
                  <a:lnTo>
                    <a:pt x="1147572" y="505967"/>
                  </a:lnTo>
                  <a:lnTo>
                    <a:pt x="1147572" y="508253"/>
                  </a:lnTo>
                  <a:lnTo>
                    <a:pt x="1148334" y="508253"/>
                  </a:lnTo>
                  <a:close/>
                </a:path>
                <a:path w="2189479" h="761364">
                  <a:moveTo>
                    <a:pt x="1148334" y="505205"/>
                  </a:moveTo>
                  <a:lnTo>
                    <a:pt x="1148334" y="502919"/>
                  </a:lnTo>
                  <a:lnTo>
                    <a:pt x="1147572" y="502919"/>
                  </a:lnTo>
                  <a:lnTo>
                    <a:pt x="1147572" y="505205"/>
                  </a:lnTo>
                  <a:lnTo>
                    <a:pt x="1148334" y="505205"/>
                  </a:lnTo>
                  <a:close/>
                </a:path>
                <a:path w="2189479" h="761364">
                  <a:moveTo>
                    <a:pt x="1148334" y="502157"/>
                  </a:moveTo>
                  <a:lnTo>
                    <a:pt x="1148334" y="499871"/>
                  </a:lnTo>
                  <a:lnTo>
                    <a:pt x="1147572" y="499871"/>
                  </a:lnTo>
                  <a:lnTo>
                    <a:pt x="1147572" y="502157"/>
                  </a:lnTo>
                  <a:lnTo>
                    <a:pt x="1148334" y="502157"/>
                  </a:lnTo>
                  <a:close/>
                </a:path>
                <a:path w="2189479" h="761364">
                  <a:moveTo>
                    <a:pt x="1148334" y="499110"/>
                  </a:moveTo>
                  <a:lnTo>
                    <a:pt x="1148334" y="496824"/>
                  </a:lnTo>
                  <a:lnTo>
                    <a:pt x="1147572" y="496824"/>
                  </a:lnTo>
                  <a:lnTo>
                    <a:pt x="1147572" y="499110"/>
                  </a:lnTo>
                  <a:lnTo>
                    <a:pt x="1148334" y="499110"/>
                  </a:lnTo>
                  <a:close/>
                </a:path>
                <a:path w="2189479" h="761364">
                  <a:moveTo>
                    <a:pt x="1148334" y="496062"/>
                  </a:moveTo>
                  <a:lnTo>
                    <a:pt x="1148334" y="493775"/>
                  </a:lnTo>
                  <a:lnTo>
                    <a:pt x="1147572" y="493775"/>
                  </a:lnTo>
                  <a:lnTo>
                    <a:pt x="1147572" y="496062"/>
                  </a:lnTo>
                  <a:lnTo>
                    <a:pt x="1148334" y="496062"/>
                  </a:lnTo>
                  <a:close/>
                </a:path>
                <a:path w="2189479" h="761364">
                  <a:moveTo>
                    <a:pt x="1148334" y="493013"/>
                  </a:moveTo>
                  <a:lnTo>
                    <a:pt x="1148334" y="490727"/>
                  </a:lnTo>
                  <a:lnTo>
                    <a:pt x="1147572" y="490727"/>
                  </a:lnTo>
                  <a:lnTo>
                    <a:pt x="1147572" y="493013"/>
                  </a:lnTo>
                  <a:lnTo>
                    <a:pt x="1148334" y="493013"/>
                  </a:lnTo>
                  <a:close/>
                </a:path>
                <a:path w="2189479" h="761364">
                  <a:moveTo>
                    <a:pt x="1148334" y="489965"/>
                  </a:moveTo>
                  <a:lnTo>
                    <a:pt x="1148334" y="487679"/>
                  </a:lnTo>
                  <a:lnTo>
                    <a:pt x="1147572" y="487679"/>
                  </a:lnTo>
                  <a:lnTo>
                    <a:pt x="1147572" y="489965"/>
                  </a:lnTo>
                  <a:lnTo>
                    <a:pt x="1148334" y="489965"/>
                  </a:lnTo>
                  <a:close/>
                </a:path>
                <a:path w="2189479" h="761364">
                  <a:moveTo>
                    <a:pt x="1148334" y="486917"/>
                  </a:moveTo>
                  <a:lnTo>
                    <a:pt x="1148334" y="484631"/>
                  </a:lnTo>
                  <a:lnTo>
                    <a:pt x="1147572" y="484631"/>
                  </a:lnTo>
                  <a:lnTo>
                    <a:pt x="1147572" y="486917"/>
                  </a:lnTo>
                  <a:lnTo>
                    <a:pt x="1148334" y="486917"/>
                  </a:lnTo>
                  <a:close/>
                </a:path>
                <a:path w="2189479" h="761364">
                  <a:moveTo>
                    <a:pt x="1148334" y="483869"/>
                  </a:moveTo>
                  <a:lnTo>
                    <a:pt x="1148334" y="481583"/>
                  </a:lnTo>
                  <a:lnTo>
                    <a:pt x="1147572" y="481583"/>
                  </a:lnTo>
                  <a:lnTo>
                    <a:pt x="1147572" y="483869"/>
                  </a:lnTo>
                  <a:lnTo>
                    <a:pt x="1148334" y="483869"/>
                  </a:lnTo>
                  <a:close/>
                </a:path>
                <a:path w="2189479" h="761364">
                  <a:moveTo>
                    <a:pt x="1148334" y="480822"/>
                  </a:moveTo>
                  <a:lnTo>
                    <a:pt x="1148334" y="478536"/>
                  </a:lnTo>
                  <a:lnTo>
                    <a:pt x="1147572" y="478536"/>
                  </a:lnTo>
                  <a:lnTo>
                    <a:pt x="1147572" y="480822"/>
                  </a:lnTo>
                  <a:lnTo>
                    <a:pt x="1148334" y="480822"/>
                  </a:lnTo>
                  <a:close/>
                </a:path>
                <a:path w="2189479" h="761364">
                  <a:moveTo>
                    <a:pt x="1148334" y="477774"/>
                  </a:moveTo>
                  <a:lnTo>
                    <a:pt x="1148334" y="475488"/>
                  </a:lnTo>
                  <a:lnTo>
                    <a:pt x="1147572" y="475488"/>
                  </a:lnTo>
                  <a:lnTo>
                    <a:pt x="1147572" y="477774"/>
                  </a:lnTo>
                  <a:lnTo>
                    <a:pt x="1148334" y="477774"/>
                  </a:lnTo>
                  <a:close/>
                </a:path>
                <a:path w="2189479" h="761364">
                  <a:moveTo>
                    <a:pt x="1148334" y="474725"/>
                  </a:moveTo>
                  <a:lnTo>
                    <a:pt x="1148334" y="472439"/>
                  </a:lnTo>
                  <a:lnTo>
                    <a:pt x="1147572" y="472439"/>
                  </a:lnTo>
                  <a:lnTo>
                    <a:pt x="1147572" y="474725"/>
                  </a:lnTo>
                  <a:lnTo>
                    <a:pt x="1148334" y="474725"/>
                  </a:lnTo>
                  <a:close/>
                </a:path>
                <a:path w="2189479" h="761364">
                  <a:moveTo>
                    <a:pt x="1148334" y="471677"/>
                  </a:moveTo>
                  <a:lnTo>
                    <a:pt x="1148334" y="469391"/>
                  </a:lnTo>
                  <a:lnTo>
                    <a:pt x="1147572" y="469391"/>
                  </a:lnTo>
                  <a:lnTo>
                    <a:pt x="1147572" y="471677"/>
                  </a:lnTo>
                  <a:lnTo>
                    <a:pt x="1148334" y="471677"/>
                  </a:lnTo>
                  <a:close/>
                </a:path>
                <a:path w="2189479" h="761364">
                  <a:moveTo>
                    <a:pt x="1148334" y="468629"/>
                  </a:moveTo>
                  <a:lnTo>
                    <a:pt x="1148334" y="466343"/>
                  </a:lnTo>
                  <a:lnTo>
                    <a:pt x="1147572" y="466343"/>
                  </a:lnTo>
                  <a:lnTo>
                    <a:pt x="1147572" y="468629"/>
                  </a:lnTo>
                  <a:lnTo>
                    <a:pt x="1148334" y="468629"/>
                  </a:lnTo>
                  <a:close/>
                </a:path>
                <a:path w="2189479" h="761364">
                  <a:moveTo>
                    <a:pt x="1148334" y="465581"/>
                  </a:moveTo>
                  <a:lnTo>
                    <a:pt x="1148334" y="463295"/>
                  </a:lnTo>
                  <a:lnTo>
                    <a:pt x="1147572" y="463295"/>
                  </a:lnTo>
                  <a:lnTo>
                    <a:pt x="1147572" y="465581"/>
                  </a:lnTo>
                  <a:lnTo>
                    <a:pt x="1148334" y="465581"/>
                  </a:lnTo>
                  <a:close/>
                </a:path>
                <a:path w="2189479" h="761364">
                  <a:moveTo>
                    <a:pt x="1148334" y="462534"/>
                  </a:moveTo>
                  <a:lnTo>
                    <a:pt x="1148334" y="460248"/>
                  </a:lnTo>
                  <a:lnTo>
                    <a:pt x="1147572" y="460248"/>
                  </a:lnTo>
                  <a:lnTo>
                    <a:pt x="1147572" y="462534"/>
                  </a:lnTo>
                  <a:lnTo>
                    <a:pt x="1148334" y="462534"/>
                  </a:lnTo>
                  <a:close/>
                </a:path>
                <a:path w="2189479" h="761364">
                  <a:moveTo>
                    <a:pt x="1148334" y="459486"/>
                  </a:moveTo>
                  <a:lnTo>
                    <a:pt x="1148334" y="457200"/>
                  </a:lnTo>
                  <a:lnTo>
                    <a:pt x="1147572" y="457200"/>
                  </a:lnTo>
                  <a:lnTo>
                    <a:pt x="1147572" y="459486"/>
                  </a:lnTo>
                  <a:lnTo>
                    <a:pt x="1148334" y="459486"/>
                  </a:lnTo>
                  <a:close/>
                </a:path>
                <a:path w="2189479" h="761364">
                  <a:moveTo>
                    <a:pt x="1148334" y="456438"/>
                  </a:moveTo>
                  <a:lnTo>
                    <a:pt x="1148334" y="454151"/>
                  </a:lnTo>
                  <a:lnTo>
                    <a:pt x="1147572" y="454151"/>
                  </a:lnTo>
                  <a:lnTo>
                    <a:pt x="1147572" y="456438"/>
                  </a:lnTo>
                  <a:lnTo>
                    <a:pt x="1148334" y="456438"/>
                  </a:lnTo>
                  <a:close/>
                </a:path>
                <a:path w="2189479" h="761364">
                  <a:moveTo>
                    <a:pt x="1148334" y="453389"/>
                  </a:moveTo>
                  <a:lnTo>
                    <a:pt x="1148334" y="451103"/>
                  </a:lnTo>
                  <a:lnTo>
                    <a:pt x="1147572" y="451103"/>
                  </a:lnTo>
                  <a:lnTo>
                    <a:pt x="1147572" y="453389"/>
                  </a:lnTo>
                  <a:lnTo>
                    <a:pt x="1148334" y="453389"/>
                  </a:lnTo>
                  <a:close/>
                </a:path>
                <a:path w="2189479" h="761364">
                  <a:moveTo>
                    <a:pt x="1148334" y="450341"/>
                  </a:moveTo>
                  <a:lnTo>
                    <a:pt x="1148334" y="448055"/>
                  </a:lnTo>
                  <a:lnTo>
                    <a:pt x="1147572" y="448055"/>
                  </a:lnTo>
                  <a:lnTo>
                    <a:pt x="1147572" y="450341"/>
                  </a:lnTo>
                  <a:lnTo>
                    <a:pt x="1148334" y="450341"/>
                  </a:lnTo>
                  <a:close/>
                </a:path>
                <a:path w="2189479" h="761364">
                  <a:moveTo>
                    <a:pt x="1148334" y="447293"/>
                  </a:moveTo>
                  <a:lnTo>
                    <a:pt x="1148334" y="445007"/>
                  </a:lnTo>
                  <a:lnTo>
                    <a:pt x="1147572" y="445007"/>
                  </a:lnTo>
                  <a:lnTo>
                    <a:pt x="1147572" y="447293"/>
                  </a:lnTo>
                  <a:lnTo>
                    <a:pt x="1148334" y="447293"/>
                  </a:lnTo>
                  <a:close/>
                </a:path>
                <a:path w="2189479" h="761364">
                  <a:moveTo>
                    <a:pt x="1148334" y="444246"/>
                  </a:moveTo>
                  <a:lnTo>
                    <a:pt x="1148334" y="441960"/>
                  </a:lnTo>
                  <a:lnTo>
                    <a:pt x="1147572" y="441960"/>
                  </a:lnTo>
                  <a:lnTo>
                    <a:pt x="1147572" y="444246"/>
                  </a:lnTo>
                  <a:lnTo>
                    <a:pt x="1148334" y="444246"/>
                  </a:lnTo>
                  <a:close/>
                </a:path>
                <a:path w="2189479" h="761364">
                  <a:moveTo>
                    <a:pt x="1148334" y="441198"/>
                  </a:moveTo>
                  <a:lnTo>
                    <a:pt x="1148334" y="438912"/>
                  </a:lnTo>
                  <a:lnTo>
                    <a:pt x="1147572" y="438912"/>
                  </a:lnTo>
                  <a:lnTo>
                    <a:pt x="1147572" y="441198"/>
                  </a:lnTo>
                  <a:lnTo>
                    <a:pt x="1148334" y="441198"/>
                  </a:lnTo>
                  <a:close/>
                </a:path>
                <a:path w="2189479" h="761364">
                  <a:moveTo>
                    <a:pt x="1148334" y="438150"/>
                  </a:moveTo>
                  <a:lnTo>
                    <a:pt x="1148334" y="435863"/>
                  </a:lnTo>
                  <a:lnTo>
                    <a:pt x="1147572" y="435863"/>
                  </a:lnTo>
                  <a:lnTo>
                    <a:pt x="1147572" y="438150"/>
                  </a:lnTo>
                  <a:lnTo>
                    <a:pt x="1148334" y="438150"/>
                  </a:lnTo>
                  <a:close/>
                </a:path>
                <a:path w="2189479" h="761364">
                  <a:moveTo>
                    <a:pt x="1148334" y="435101"/>
                  </a:moveTo>
                  <a:lnTo>
                    <a:pt x="1148334" y="432815"/>
                  </a:lnTo>
                  <a:lnTo>
                    <a:pt x="1147572" y="432815"/>
                  </a:lnTo>
                  <a:lnTo>
                    <a:pt x="1147572" y="435101"/>
                  </a:lnTo>
                  <a:lnTo>
                    <a:pt x="1148334" y="435101"/>
                  </a:lnTo>
                  <a:close/>
                </a:path>
                <a:path w="2189479" h="761364">
                  <a:moveTo>
                    <a:pt x="1148334" y="432053"/>
                  </a:moveTo>
                  <a:lnTo>
                    <a:pt x="1148334" y="429767"/>
                  </a:lnTo>
                  <a:lnTo>
                    <a:pt x="1147572" y="429767"/>
                  </a:lnTo>
                  <a:lnTo>
                    <a:pt x="1147572" y="432053"/>
                  </a:lnTo>
                  <a:lnTo>
                    <a:pt x="1148334" y="432053"/>
                  </a:lnTo>
                  <a:close/>
                </a:path>
                <a:path w="2189479" h="761364">
                  <a:moveTo>
                    <a:pt x="1148334" y="429005"/>
                  </a:moveTo>
                  <a:lnTo>
                    <a:pt x="1148334" y="426719"/>
                  </a:lnTo>
                  <a:lnTo>
                    <a:pt x="1147572" y="426719"/>
                  </a:lnTo>
                  <a:lnTo>
                    <a:pt x="1147572" y="429005"/>
                  </a:lnTo>
                  <a:lnTo>
                    <a:pt x="1148334" y="429005"/>
                  </a:lnTo>
                  <a:close/>
                </a:path>
                <a:path w="2189479" h="761364">
                  <a:moveTo>
                    <a:pt x="1148334" y="425957"/>
                  </a:moveTo>
                  <a:lnTo>
                    <a:pt x="1148334" y="423671"/>
                  </a:lnTo>
                  <a:lnTo>
                    <a:pt x="1147572" y="423671"/>
                  </a:lnTo>
                  <a:lnTo>
                    <a:pt x="1147572" y="425957"/>
                  </a:lnTo>
                  <a:lnTo>
                    <a:pt x="1148334" y="425957"/>
                  </a:lnTo>
                  <a:close/>
                </a:path>
                <a:path w="2189479" h="761364">
                  <a:moveTo>
                    <a:pt x="1148334" y="422910"/>
                  </a:moveTo>
                  <a:lnTo>
                    <a:pt x="1148334" y="420624"/>
                  </a:lnTo>
                  <a:lnTo>
                    <a:pt x="1147572" y="420624"/>
                  </a:lnTo>
                  <a:lnTo>
                    <a:pt x="1147572" y="422910"/>
                  </a:lnTo>
                  <a:lnTo>
                    <a:pt x="1148334" y="422910"/>
                  </a:lnTo>
                  <a:close/>
                </a:path>
                <a:path w="2189479" h="761364">
                  <a:moveTo>
                    <a:pt x="1148334" y="419862"/>
                  </a:moveTo>
                  <a:lnTo>
                    <a:pt x="1148334" y="417575"/>
                  </a:lnTo>
                  <a:lnTo>
                    <a:pt x="1147572" y="417575"/>
                  </a:lnTo>
                  <a:lnTo>
                    <a:pt x="1147572" y="419862"/>
                  </a:lnTo>
                  <a:lnTo>
                    <a:pt x="1148334" y="419862"/>
                  </a:lnTo>
                  <a:close/>
                </a:path>
                <a:path w="2189479" h="761364">
                  <a:moveTo>
                    <a:pt x="1148334" y="416813"/>
                  </a:moveTo>
                  <a:lnTo>
                    <a:pt x="1148334" y="414527"/>
                  </a:lnTo>
                  <a:lnTo>
                    <a:pt x="1147572" y="414527"/>
                  </a:lnTo>
                  <a:lnTo>
                    <a:pt x="1147572" y="416813"/>
                  </a:lnTo>
                  <a:lnTo>
                    <a:pt x="1148334" y="416813"/>
                  </a:lnTo>
                  <a:close/>
                </a:path>
                <a:path w="2189479" h="761364">
                  <a:moveTo>
                    <a:pt x="1148334" y="413765"/>
                  </a:moveTo>
                  <a:lnTo>
                    <a:pt x="1148334" y="411479"/>
                  </a:lnTo>
                  <a:lnTo>
                    <a:pt x="1147572" y="411479"/>
                  </a:lnTo>
                  <a:lnTo>
                    <a:pt x="1147572" y="413765"/>
                  </a:lnTo>
                  <a:lnTo>
                    <a:pt x="1148334" y="413765"/>
                  </a:lnTo>
                  <a:close/>
                </a:path>
                <a:path w="2189479" h="761364">
                  <a:moveTo>
                    <a:pt x="1148334" y="410717"/>
                  </a:moveTo>
                  <a:lnTo>
                    <a:pt x="1148334" y="408431"/>
                  </a:lnTo>
                  <a:lnTo>
                    <a:pt x="1147572" y="408431"/>
                  </a:lnTo>
                  <a:lnTo>
                    <a:pt x="1147572" y="410717"/>
                  </a:lnTo>
                  <a:lnTo>
                    <a:pt x="1148334" y="410717"/>
                  </a:lnTo>
                  <a:close/>
                </a:path>
                <a:path w="2189479" h="761364">
                  <a:moveTo>
                    <a:pt x="1148334" y="407669"/>
                  </a:moveTo>
                  <a:lnTo>
                    <a:pt x="1148334" y="405383"/>
                  </a:lnTo>
                  <a:lnTo>
                    <a:pt x="1147572" y="405383"/>
                  </a:lnTo>
                  <a:lnTo>
                    <a:pt x="1147572" y="407669"/>
                  </a:lnTo>
                  <a:lnTo>
                    <a:pt x="1148334" y="407669"/>
                  </a:lnTo>
                  <a:close/>
                </a:path>
                <a:path w="2189479" h="761364">
                  <a:moveTo>
                    <a:pt x="1148334" y="404622"/>
                  </a:moveTo>
                  <a:lnTo>
                    <a:pt x="1148334" y="402336"/>
                  </a:lnTo>
                  <a:lnTo>
                    <a:pt x="1147572" y="402336"/>
                  </a:lnTo>
                  <a:lnTo>
                    <a:pt x="1147572" y="404622"/>
                  </a:lnTo>
                  <a:lnTo>
                    <a:pt x="1148334" y="404622"/>
                  </a:lnTo>
                  <a:close/>
                </a:path>
                <a:path w="2189479" h="761364">
                  <a:moveTo>
                    <a:pt x="1148334" y="401574"/>
                  </a:moveTo>
                  <a:lnTo>
                    <a:pt x="1148334" y="399288"/>
                  </a:lnTo>
                  <a:lnTo>
                    <a:pt x="1147572" y="399288"/>
                  </a:lnTo>
                  <a:lnTo>
                    <a:pt x="1147572" y="401574"/>
                  </a:lnTo>
                  <a:lnTo>
                    <a:pt x="1148334" y="401574"/>
                  </a:lnTo>
                  <a:close/>
                </a:path>
                <a:path w="2189479" h="761364">
                  <a:moveTo>
                    <a:pt x="1148334" y="398525"/>
                  </a:moveTo>
                  <a:lnTo>
                    <a:pt x="1148334" y="396239"/>
                  </a:lnTo>
                  <a:lnTo>
                    <a:pt x="1147572" y="396239"/>
                  </a:lnTo>
                  <a:lnTo>
                    <a:pt x="1147572" y="398525"/>
                  </a:lnTo>
                  <a:lnTo>
                    <a:pt x="1148334" y="398525"/>
                  </a:lnTo>
                  <a:close/>
                </a:path>
                <a:path w="2189479" h="761364">
                  <a:moveTo>
                    <a:pt x="1148334" y="395477"/>
                  </a:moveTo>
                  <a:lnTo>
                    <a:pt x="1148334" y="393191"/>
                  </a:lnTo>
                  <a:lnTo>
                    <a:pt x="1147572" y="393191"/>
                  </a:lnTo>
                  <a:lnTo>
                    <a:pt x="1147572" y="395477"/>
                  </a:lnTo>
                  <a:lnTo>
                    <a:pt x="1148334" y="395477"/>
                  </a:lnTo>
                  <a:close/>
                </a:path>
                <a:path w="2189479" h="761364">
                  <a:moveTo>
                    <a:pt x="1148334" y="392429"/>
                  </a:moveTo>
                  <a:lnTo>
                    <a:pt x="1148334" y="390143"/>
                  </a:lnTo>
                  <a:lnTo>
                    <a:pt x="1147572" y="390143"/>
                  </a:lnTo>
                  <a:lnTo>
                    <a:pt x="1147572" y="392429"/>
                  </a:lnTo>
                  <a:lnTo>
                    <a:pt x="1148334" y="392429"/>
                  </a:lnTo>
                  <a:close/>
                </a:path>
                <a:path w="2189479" h="761364">
                  <a:moveTo>
                    <a:pt x="1148334" y="389381"/>
                  </a:moveTo>
                  <a:lnTo>
                    <a:pt x="1148334" y="387095"/>
                  </a:lnTo>
                  <a:lnTo>
                    <a:pt x="1147572" y="387095"/>
                  </a:lnTo>
                  <a:lnTo>
                    <a:pt x="1147572" y="389381"/>
                  </a:lnTo>
                  <a:lnTo>
                    <a:pt x="1148334" y="389381"/>
                  </a:lnTo>
                  <a:close/>
                </a:path>
                <a:path w="2189479" h="761364">
                  <a:moveTo>
                    <a:pt x="1148334" y="386334"/>
                  </a:moveTo>
                  <a:lnTo>
                    <a:pt x="1148334" y="384048"/>
                  </a:lnTo>
                  <a:lnTo>
                    <a:pt x="1147572" y="384048"/>
                  </a:lnTo>
                  <a:lnTo>
                    <a:pt x="1147572" y="386334"/>
                  </a:lnTo>
                  <a:lnTo>
                    <a:pt x="1148334" y="386334"/>
                  </a:lnTo>
                  <a:close/>
                </a:path>
                <a:path w="2189479" h="761364">
                  <a:moveTo>
                    <a:pt x="1148334" y="383286"/>
                  </a:moveTo>
                  <a:lnTo>
                    <a:pt x="1148334" y="381000"/>
                  </a:lnTo>
                  <a:lnTo>
                    <a:pt x="1147572" y="381000"/>
                  </a:lnTo>
                  <a:lnTo>
                    <a:pt x="1147572" y="383286"/>
                  </a:lnTo>
                  <a:lnTo>
                    <a:pt x="1148334" y="383286"/>
                  </a:lnTo>
                  <a:close/>
                </a:path>
                <a:path w="2189479" h="761364">
                  <a:moveTo>
                    <a:pt x="1148334" y="380238"/>
                  </a:moveTo>
                  <a:lnTo>
                    <a:pt x="1148334" y="377951"/>
                  </a:lnTo>
                  <a:lnTo>
                    <a:pt x="1147572" y="377951"/>
                  </a:lnTo>
                  <a:lnTo>
                    <a:pt x="1147572" y="380238"/>
                  </a:lnTo>
                  <a:lnTo>
                    <a:pt x="1148334" y="380238"/>
                  </a:lnTo>
                  <a:close/>
                </a:path>
                <a:path w="2189479" h="761364">
                  <a:moveTo>
                    <a:pt x="1148334" y="377189"/>
                  </a:moveTo>
                  <a:lnTo>
                    <a:pt x="1148334" y="374903"/>
                  </a:lnTo>
                  <a:lnTo>
                    <a:pt x="1147572" y="374903"/>
                  </a:lnTo>
                  <a:lnTo>
                    <a:pt x="1147572" y="377189"/>
                  </a:lnTo>
                  <a:lnTo>
                    <a:pt x="1148334" y="377189"/>
                  </a:lnTo>
                  <a:close/>
                </a:path>
                <a:path w="2189479" h="761364">
                  <a:moveTo>
                    <a:pt x="1148334" y="374141"/>
                  </a:moveTo>
                  <a:lnTo>
                    <a:pt x="1148334" y="371855"/>
                  </a:lnTo>
                  <a:lnTo>
                    <a:pt x="1147572" y="371855"/>
                  </a:lnTo>
                  <a:lnTo>
                    <a:pt x="1147572" y="374141"/>
                  </a:lnTo>
                  <a:lnTo>
                    <a:pt x="1148334" y="374141"/>
                  </a:lnTo>
                  <a:close/>
                </a:path>
                <a:path w="2189479" h="761364">
                  <a:moveTo>
                    <a:pt x="1148334" y="371093"/>
                  </a:moveTo>
                  <a:lnTo>
                    <a:pt x="1148334" y="368807"/>
                  </a:lnTo>
                  <a:lnTo>
                    <a:pt x="1147572" y="368807"/>
                  </a:lnTo>
                  <a:lnTo>
                    <a:pt x="1147572" y="371093"/>
                  </a:lnTo>
                  <a:lnTo>
                    <a:pt x="1148334" y="371093"/>
                  </a:lnTo>
                  <a:close/>
                </a:path>
                <a:path w="2189479" h="761364">
                  <a:moveTo>
                    <a:pt x="1148334" y="368046"/>
                  </a:moveTo>
                  <a:lnTo>
                    <a:pt x="1148334" y="365760"/>
                  </a:lnTo>
                  <a:lnTo>
                    <a:pt x="1147572" y="365760"/>
                  </a:lnTo>
                  <a:lnTo>
                    <a:pt x="1147572" y="368046"/>
                  </a:lnTo>
                  <a:lnTo>
                    <a:pt x="1148334" y="368046"/>
                  </a:lnTo>
                  <a:close/>
                </a:path>
                <a:path w="2189479" h="761364">
                  <a:moveTo>
                    <a:pt x="1148334" y="364998"/>
                  </a:moveTo>
                  <a:lnTo>
                    <a:pt x="1148334" y="362712"/>
                  </a:lnTo>
                  <a:lnTo>
                    <a:pt x="1147572" y="362712"/>
                  </a:lnTo>
                  <a:lnTo>
                    <a:pt x="1147572" y="364998"/>
                  </a:lnTo>
                  <a:lnTo>
                    <a:pt x="1148334" y="364998"/>
                  </a:lnTo>
                  <a:close/>
                </a:path>
                <a:path w="2189479" h="761364">
                  <a:moveTo>
                    <a:pt x="1148334" y="361950"/>
                  </a:moveTo>
                  <a:lnTo>
                    <a:pt x="1148334" y="359663"/>
                  </a:lnTo>
                  <a:lnTo>
                    <a:pt x="1147572" y="359663"/>
                  </a:lnTo>
                  <a:lnTo>
                    <a:pt x="1147572" y="361950"/>
                  </a:lnTo>
                  <a:lnTo>
                    <a:pt x="1148334" y="361950"/>
                  </a:lnTo>
                  <a:close/>
                </a:path>
                <a:path w="2189479" h="761364">
                  <a:moveTo>
                    <a:pt x="1148334" y="358901"/>
                  </a:moveTo>
                  <a:lnTo>
                    <a:pt x="1148334" y="356615"/>
                  </a:lnTo>
                  <a:lnTo>
                    <a:pt x="1147572" y="356615"/>
                  </a:lnTo>
                  <a:lnTo>
                    <a:pt x="1147572" y="358901"/>
                  </a:lnTo>
                  <a:lnTo>
                    <a:pt x="1148334" y="358901"/>
                  </a:lnTo>
                  <a:close/>
                </a:path>
                <a:path w="2189479" h="761364">
                  <a:moveTo>
                    <a:pt x="1148334" y="355853"/>
                  </a:moveTo>
                  <a:lnTo>
                    <a:pt x="1148334" y="353567"/>
                  </a:lnTo>
                  <a:lnTo>
                    <a:pt x="1147572" y="353567"/>
                  </a:lnTo>
                  <a:lnTo>
                    <a:pt x="1147572" y="355853"/>
                  </a:lnTo>
                  <a:lnTo>
                    <a:pt x="1148334" y="355853"/>
                  </a:lnTo>
                  <a:close/>
                </a:path>
                <a:path w="2189479" h="761364">
                  <a:moveTo>
                    <a:pt x="1148334" y="352805"/>
                  </a:moveTo>
                  <a:lnTo>
                    <a:pt x="1148334" y="350519"/>
                  </a:lnTo>
                  <a:lnTo>
                    <a:pt x="1147572" y="350519"/>
                  </a:lnTo>
                  <a:lnTo>
                    <a:pt x="1147572" y="352805"/>
                  </a:lnTo>
                  <a:lnTo>
                    <a:pt x="1148334" y="352805"/>
                  </a:lnTo>
                  <a:close/>
                </a:path>
                <a:path w="2189479" h="761364">
                  <a:moveTo>
                    <a:pt x="1148334" y="349757"/>
                  </a:moveTo>
                  <a:lnTo>
                    <a:pt x="1148334" y="347471"/>
                  </a:lnTo>
                  <a:lnTo>
                    <a:pt x="1147572" y="347471"/>
                  </a:lnTo>
                  <a:lnTo>
                    <a:pt x="1147572" y="349757"/>
                  </a:lnTo>
                  <a:lnTo>
                    <a:pt x="1148334" y="349757"/>
                  </a:lnTo>
                  <a:close/>
                </a:path>
                <a:path w="2189479" h="761364">
                  <a:moveTo>
                    <a:pt x="1148334" y="346710"/>
                  </a:moveTo>
                  <a:lnTo>
                    <a:pt x="1148334" y="344424"/>
                  </a:lnTo>
                  <a:lnTo>
                    <a:pt x="1147572" y="344424"/>
                  </a:lnTo>
                  <a:lnTo>
                    <a:pt x="1147572" y="346710"/>
                  </a:lnTo>
                  <a:lnTo>
                    <a:pt x="1148334" y="346710"/>
                  </a:lnTo>
                  <a:close/>
                </a:path>
                <a:path w="2189479" h="761364">
                  <a:moveTo>
                    <a:pt x="1148334" y="343662"/>
                  </a:moveTo>
                  <a:lnTo>
                    <a:pt x="1148334" y="341375"/>
                  </a:lnTo>
                  <a:lnTo>
                    <a:pt x="1147572" y="341375"/>
                  </a:lnTo>
                  <a:lnTo>
                    <a:pt x="1147572" y="343662"/>
                  </a:lnTo>
                  <a:lnTo>
                    <a:pt x="1148334" y="343662"/>
                  </a:lnTo>
                  <a:close/>
                </a:path>
                <a:path w="2189479" h="761364">
                  <a:moveTo>
                    <a:pt x="1148334" y="340613"/>
                  </a:moveTo>
                  <a:lnTo>
                    <a:pt x="1148334" y="338327"/>
                  </a:lnTo>
                  <a:lnTo>
                    <a:pt x="1147572" y="338327"/>
                  </a:lnTo>
                  <a:lnTo>
                    <a:pt x="1147572" y="340613"/>
                  </a:lnTo>
                  <a:lnTo>
                    <a:pt x="1148334" y="340613"/>
                  </a:lnTo>
                  <a:close/>
                </a:path>
                <a:path w="2189479" h="761364">
                  <a:moveTo>
                    <a:pt x="1148334" y="337565"/>
                  </a:moveTo>
                  <a:lnTo>
                    <a:pt x="1148334" y="335279"/>
                  </a:lnTo>
                  <a:lnTo>
                    <a:pt x="1147572" y="335279"/>
                  </a:lnTo>
                  <a:lnTo>
                    <a:pt x="1147572" y="337565"/>
                  </a:lnTo>
                  <a:lnTo>
                    <a:pt x="1148334" y="337565"/>
                  </a:lnTo>
                  <a:close/>
                </a:path>
                <a:path w="2189479" h="761364">
                  <a:moveTo>
                    <a:pt x="1148334" y="334517"/>
                  </a:moveTo>
                  <a:lnTo>
                    <a:pt x="1148334" y="332231"/>
                  </a:lnTo>
                  <a:lnTo>
                    <a:pt x="1147572" y="332231"/>
                  </a:lnTo>
                  <a:lnTo>
                    <a:pt x="1147572" y="334517"/>
                  </a:lnTo>
                  <a:lnTo>
                    <a:pt x="1148334" y="334517"/>
                  </a:lnTo>
                  <a:close/>
                </a:path>
                <a:path w="2189479" h="761364">
                  <a:moveTo>
                    <a:pt x="1148334" y="331469"/>
                  </a:moveTo>
                  <a:lnTo>
                    <a:pt x="1148334" y="329183"/>
                  </a:lnTo>
                  <a:lnTo>
                    <a:pt x="1147572" y="329183"/>
                  </a:lnTo>
                  <a:lnTo>
                    <a:pt x="1147572" y="331469"/>
                  </a:lnTo>
                  <a:lnTo>
                    <a:pt x="1148334" y="331469"/>
                  </a:lnTo>
                  <a:close/>
                </a:path>
                <a:path w="2189479" h="761364">
                  <a:moveTo>
                    <a:pt x="1148334" y="328422"/>
                  </a:moveTo>
                  <a:lnTo>
                    <a:pt x="1148334" y="326136"/>
                  </a:lnTo>
                  <a:lnTo>
                    <a:pt x="1147572" y="326136"/>
                  </a:lnTo>
                  <a:lnTo>
                    <a:pt x="1147572" y="328422"/>
                  </a:lnTo>
                  <a:lnTo>
                    <a:pt x="1148334" y="328422"/>
                  </a:lnTo>
                  <a:close/>
                </a:path>
                <a:path w="2189479" h="761364">
                  <a:moveTo>
                    <a:pt x="1148334" y="325374"/>
                  </a:moveTo>
                  <a:lnTo>
                    <a:pt x="1148334" y="323088"/>
                  </a:lnTo>
                  <a:lnTo>
                    <a:pt x="1147572" y="323088"/>
                  </a:lnTo>
                  <a:lnTo>
                    <a:pt x="1147572" y="325374"/>
                  </a:lnTo>
                  <a:lnTo>
                    <a:pt x="1148334" y="325374"/>
                  </a:lnTo>
                  <a:close/>
                </a:path>
                <a:path w="2189479" h="761364">
                  <a:moveTo>
                    <a:pt x="1148334" y="322325"/>
                  </a:moveTo>
                  <a:lnTo>
                    <a:pt x="1148334" y="320039"/>
                  </a:lnTo>
                  <a:lnTo>
                    <a:pt x="1147572" y="320039"/>
                  </a:lnTo>
                  <a:lnTo>
                    <a:pt x="1147572" y="322325"/>
                  </a:lnTo>
                  <a:lnTo>
                    <a:pt x="1148334" y="322325"/>
                  </a:lnTo>
                  <a:close/>
                </a:path>
                <a:path w="2189479" h="761364">
                  <a:moveTo>
                    <a:pt x="1148334" y="319277"/>
                  </a:moveTo>
                  <a:lnTo>
                    <a:pt x="1148334" y="316991"/>
                  </a:lnTo>
                  <a:lnTo>
                    <a:pt x="1147572" y="316991"/>
                  </a:lnTo>
                  <a:lnTo>
                    <a:pt x="1147572" y="319277"/>
                  </a:lnTo>
                  <a:lnTo>
                    <a:pt x="1148334" y="319277"/>
                  </a:lnTo>
                  <a:close/>
                </a:path>
                <a:path w="2189479" h="761364">
                  <a:moveTo>
                    <a:pt x="1148334" y="316229"/>
                  </a:moveTo>
                  <a:lnTo>
                    <a:pt x="1148334" y="313943"/>
                  </a:lnTo>
                  <a:lnTo>
                    <a:pt x="1147572" y="313943"/>
                  </a:lnTo>
                  <a:lnTo>
                    <a:pt x="1147572" y="316229"/>
                  </a:lnTo>
                  <a:lnTo>
                    <a:pt x="1148334" y="316229"/>
                  </a:lnTo>
                  <a:close/>
                </a:path>
                <a:path w="2189479" h="761364">
                  <a:moveTo>
                    <a:pt x="1148334" y="313181"/>
                  </a:moveTo>
                  <a:lnTo>
                    <a:pt x="1148334" y="310895"/>
                  </a:lnTo>
                  <a:lnTo>
                    <a:pt x="1147572" y="310895"/>
                  </a:lnTo>
                  <a:lnTo>
                    <a:pt x="1147572" y="313181"/>
                  </a:lnTo>
                  <a:lnTo>
                    <a:pt x="1148334" y="313181"/>
                  </a:lnTo>
                  <a:close/>
                </a:path>
                <a:path w="2189479" h="761364">
                  <a:moveTo>
                    <a:pt x="1148334" y="310134"/>
                  </a:moveTo>
                  <a:lnTo>
                    <a:pt x="1148334" y="307848"/>
                  </a:lnTo>
                  <a:lnTo>
                    <a:pt x="1147572" y="307848"/>
                  </a:lnTo>
                  <a:lnTo>
                    <a:pt x="1147572" y="310134"/>
                  </a:lnTo>
                  <a:lnTo>
                    <a:pt x="1148334" y="310134"/>
                  </a:lnTo>
                  <a:close/>
                </a:path>
                <a:path w="2189479" h="761364">
                  <a:moveTo>
                    <a:pt x="1148334" y="307086"/>
                  </a:moveTo>
                  <a:lnTo>
                    <a:pt x="1148334" y="304800"/>
                  </a:lnTo>
                  <a:lnTo>
                    <a:pt x="1147572" y="304800"/>
                  </a:lnTo>
                  <a:lnTo>
                    <a:pt x="1147572" y="307086"/>
                  </a:lnTo>
                  <a:lnTo>
                    <a:pt x="1148334" y="307086"/>
                  </a:lnTo>
                  <a:close/>
                </a:path>
                <a:path w="2189479" h="761364">
                  <a:moveTo>
                    <a:pt x="1148334" y="304038"/>
                  </a:moveTo>
                  <a:lnTo>
                    <a:pt x="1148334" y="301751"/>
                  </a:lnTo>
                  <a:lnTo>
                    <a:pt x="1147572" y="301751"/>
                  </a:lnTo>
                  <a:lnTo>
                    <a:pt x="1147572" y="304038"/>
                  </a:lnTo>
                  <a:lnTo>
                    <a:pt x="1148334" y="304038"/>
                  </a:lnTo>
                  <a:close/>
                </a:path>
                <a:path w="2189479" h="761364">
                  <a:moveTo>
                    <a:pt x="1148334" y="300989"/>
                  </a:moveTo>
                  <a:lnTo>
                    <a:pt x="1148334" y="298703"/>
                  </a:lnTo>
                  <a:lnTo>
                    <a:pt x="1147572" y="298703"/>
                  </a:lnTo>
                  <a:lnTo>
                    <a:pt x="1147572" y="300989"/>
                  </a:lnTo>
                  <a:lnTo>
                    <a:pt x="1148334" y="300989"/>
                  </a:lnTo>
                  <a:close/>
                </a:path>
                <a:path w="2189479" h="761364">
                  <a:moveTo>
                    <a:pt x="1148334" y="297941"/>
                  </a:moveTo>
                  <a:lnTo>
                    <a:pt x="1148334" y="295655"/>
                  </a:lnTo>
                  <a:lnTo>
                    <a:pt x="1147572" y="295655"/>
                  </a:lnTo>
                  <a:lnTo>
                    <a:pt x="1147572" y="297941"/>
                  </a:lnTo>
                  <a:lnTo>
                    <a:pt x="1148334" y="297941"/>
                  </a:lnTo>
                  <a:close/>
                </a:path>
                <a:path w="2189479" h="761364">
                  <a:moveTo>
                    <a:pt x="1148334" y="294893"/>
                  </a:moveTo>
                  <a:lnTo>
                    <a:pt x="1148334" y="292607"/>
                  </a:lnTo>
                  <a:lnTo>
                    <a:pt x="1147572" y="292607"/>
                  </a:lnTo>
                  <a:lnTo>
                    <a:pt x="1147572" y="294893"/>
                  </a:lnTo>
                  <a:lnTo>
                    <a:pt x="1148334" y="294893"/>
                  </a:lnTo>
                  <a:close/>
                </a:path>
                <a:path w="2189479" h="761364">
                  <a:moveTo>
                    <a:pt x="1148334" y="291846"/>
                  </a:moveTo>
                  <a:lnTo>
                    <a:pt x="1148334" y="289560"/>
                  </a:lnTo>
                  <a:lnTo>
                    <a:pt x="1147572" y="289560"/>
                  </a:lnTo>
                  <a:lnTo>
                    <a:pt x="1147572" y="291846"/>
                  </a:lnTo>
                  <a:lnTo>
                    <a:pt x="1148334" y="291846"/>
                  </a:lnTo>
                  <a:close/>
                </a:path>
                <a:path w="2189479" h="761364">
                  <a:moveTo>
                    <a:pt x="1148334" y="288798"/>
                  </a:moveTo>
                  <a:lnTo>
                    <a:pt x="1148334" y="286512"/>
                  </a:lnTo>
                  <a:lnTo>
                    <a:pt x="1147572" y="286512"/>
                  </a:lnTo>
                  <a:lnTo>
                    <a:pt x="1147572" y="288798"/>
                  </a:lnTo>
                  <a:lnTo>
                    <a:pt x="1148334" y="288798"/>
                  </a:lnTo>
                  <a:close/>
                </a:path>
                <a:path w="2189479" h="761364">
                  <a:moveTo>
                    <a:pt x="1148334" y="285750"/>
                  </a:moveTo>
                  <a:lnTo>
                    <a:pt x="1148334" y="283463"/>
                  </a:lnTo>
                  <a:lnTo>
                    <a:pt x="1147572" y="283463"/>
                  </a:lnTo>
                  <a:lnTo>
                    <a:pt x="1147572" y="285750"/>
                  </a:lnTo>
                  <a:lnTo>
                    <a:pt x="1148334" y="285750"/>
                  </a:lnTo>
                  <a:close/>
                </a:path>
                <a:path w="2189479" h="761364">
                  <a:moveTo>
                    <a:pt x="1148334" y="282701"/>
                  </a:moveTo>
                  <a:lnTo>
                    <a:pt x="1148334" y="280415"/>
                  </a:lnTo>
                  <a:lnTo>
                    <a:pt x="1147572" y="280415"/>
                  </a:lnTo>
                  <a:lnTo>
                    <a:pt x="1147572" y="282701"/>
                  </a:lnTo>
                  <a:lnTo>
                    <a:pt x="1148334" y="282701"/>
                  </a:lnTo>
                  <a:close/>
                </a:path>
                <a:path w="2189479" h="761364">
                  <a:moveTo>
                    <a:pt x="1148334" y="279653"/>
                  </a:moveTo>
                  <a:lnTo>
                    <a:pt x="1148334" y="277367"/>
                  </a:lnTo>
                  <a:lnTo>
                    <a:pt x="1147572" y="277367"/>
                  </a:lnTo>
                  <a:lnTo>
                    <a:pt x="1147572" y="279653"/>
                  </a:lnTo>
                  <a:lnTo>
                    <a:pt x="1148334" y="279653"/>
                  </a:lnTo>
                  <a:close/>
                </a:path>
                <a:path w="2189479" h="761364">
                  <a:moveTo>
                    <a:pt x="1148334" y="276605"/>
                  </a:moveTo>
                  <a:lnTo>
                    <a:pt x="1148334" y="274319"/>
                  </a:lnTo>
                  <a:lnTo>
                    <a:pt x="1147572" y="274319"/>
                  </a:lnTo>
                  <a:lnTo>
                    <a:pt x="1147572" y="276605"/>
                  </a:lnTo>
                  <a:lnTo>
                    <a:pt x="1148334" y="276605"/>
                  </a:lnTo>
                  <a:close/>
                </a:path>
                <a:path w="2189479" h="761364">
                  <a:moveTo>
                    <a:pt x="1148334" y="273557"/>
                  </a:moveTo>
                  <a:lnTo>
                    <a:pt x="1148334" y="271271"/>
                  </a:lnTo>
                  <a:lnTo>
                    <a:pt x="1147572" y="271271"/>
                  </a:lnTo>
                  <a:lnTo>
                    <a:pt x="1147572" y="273557"/>
                  </a:lnTo>
                  <a:lnTo>
                    <a:pt x="1148334" y="273557"/>
                  </a:lnTo>
                  <a:close/>
                </a:path>
                <a:path w="2189479" h="761364">
                  <a:moveTo>
                    <a:pt x="1148334" y="270510"/>
                  </a:moveTo>
                  <a:lnTo>
                    <a:pt x="1148334" y="268224"/>
                  </a:lnTo>
                  <a:lnTo>
                    <a:pt x="1147572" y="268224"/>
                  </a:lnTo>
                  <a:lnTo>
                    <a:pt x="1147572" y="270510"/>
                  </a:lnTo>
                  <a:lnTo>
                    <a:pt x="1148334" y="270510"/>
                  </a:lnTo>
                  <a:close/>
                </a:path>
                <a:path w="2189479" h="761364">
                  <a:moveTo>
                    <a:pt x="1148334" y="267462"/>
                  </a:moveTo>
                  <a:lnTo>
                    <a:pt x="1148334" y="265175"/>
                  </a:lnTo>
                  <a:lnTo>
                    <a:pt x="1147572" y="265175"/>
                  </a:lnTo>
                  <a:lnTo>
                    <a:pt x="1147572" y="267462"/>
                  </a:lnTo>
                  <a:lnTo>
                    <a:pt x="1148334" y="267462"/>
                  </a:lnTo>
                  <a:close/>
                </a:path>
                <a:path w="2189479" h="761364">
                  <a:moveTo>
                    <a:pt x="1148334" y="264413"/>
                  </a:moveTo>
                  <a:lnTo>
                    <a:pt x="1148334" y="262127"/>
                  </a:lnTo>
                  <a:lnTo>
                    <a:pt x="1147572" y="262127"/>
                  </a:lnTo>
                  <a:lnTo>
                    <a:pt x="1147572" y="264413"/>
                  </a:lnTo>
                  <a:lnTo>
                    <a:pt x="1148334" y="264413"/>
                  </a:lnTo>
                  <a:close/>
                </a:path>
                <a:path w="2189479" h="761364">
                  <a:moveTo>
                    <a:pt x="1148334" y="261365"/>
                  </a:moveTo>
                  <a:lnTo>
                    <a:pt x="1148334" y="259079"/>
                  </a:lnTo>
                  <a:lnTo>
                    <a:pt x="1147572" y="259079"/>
                  </a:lnTo>
                  <a:lnTo>
                    <a:pt x="1147572" y="261365"/>
                  </a:lnTo>
                  <a:lnTo>
                    <a:pt x="1148334" y="261365"/>
                  </a:lnTo>
                  <a:close/>
                </a:path>
                <a:path w="2189479" h="761364">
                  <a:moveTo>
                    <a:pt x="1148334" y="258317"/>
                  </a:moveTo>
                  <a:lnTo>
                    <a:pt x="1148334" y="256031"/>
                  </a:lnTo>
                  <a:lnTo>
                    <a:pt x="1147572" y="256031"/>
                  </a:lnTo>
                  <a:lnTo>
                    <a:pt x="1147572" y="258317"/>
                  </a:lnTo>
                  <a:lnTo>
                    <a:pt x="1148334" y="258317"/>
                  </a:lnTo>
                  <a:close/>
                </a:path>
                <a:path w="2189479" h="761364">
                  <a:moveTo>
                    <a:pt x="1148334" y="255269"/>
                  </a:moveTo>
                  <a:lnTo>
                    <a:pt x="1148334" y="252983"/>
                  </a:lnTo>
                  <a:lnTo>
                    <a:pt x="1147572" y="252983"/>
                  </a:lnTo>
                  <a:lnTo>
                    <a:pt x="1147572" y="255269"/>
                  </a:lnTo>
                  <a:lnTo>
                    <a:pt x="1148334" y="255269"/>
                  </a:lnTo>
                  <a:close/>
                </a:path>
                <a:path w="2189479" h="761364">
                  <a:moveTo>
                    <a:pt x="1148334" y="252222"/>
                  </a:moveTo>
                  <a:lnTo>
                    <a:pt x="1148334" y="249936"/>
                  </a:lnTo>
                  <a:lnTo>
                    <a:pt x="1147572" y="249936"/>
                  </a:lnTo>
                  <a:lnTo>
                    <a:pt x="1147572" y="252222"/>
                  </a:lnTo>
                  <a:lnTo>
                    <a:pt x="1148334" y="252222"/>
                  </a:lnTo>
                  <a:close/>
                </a:path>
                <a:path w="2189479" h="761364">
                  <a:moveTo>
                    <a:pt x="1148334" y="249174"/>
                  </a:moveTo>
                  <a:lnTo>
                    <a:pt x="1148334" y="246887"/>
                  </a:lnTo>
                  <a:lnTo>
                    <a:pt x="1147572" y="246887"/>
                  </a:lnTo>
                  <a:lnTo>
                    <a:pt x="1147572" y="249174"/>
                  </a:lnTo>
                  <a:lnTo>
                    <a:pt x="1148334" y="249174"/>
                  </a:lnTo>
                  <a:close/>
                </a:path>
                <a:path w="2189479" h="761364">
                  <a:moveTo>
                    <a:pt x="1148334" y="246125"/>
                  </a:moveTo>
                  <a:lnTo>
                    <a:pt x="1148334" y="243839"/>
                  </a:lnTo>
                  <a:lnTo>
                    <a:pt x="1147572" y="243839"/>
                  </a:lnTo>
                  <a:lnTo>
                    <a:pt x="1147572" y="246125"/>
                  </a:lnTo>
                  <a:lnTo>
                    <a:pt x="1148334" y="246125"/>
                  </a:lnTo>
                  <a:close/>
                </a:path>
                <a:path w="2189479" h="761364">
                  <a:moveTo>
                    <a:pt x="1148334" y="243077"/>
                  </a:moveTo>
                  <a:lnTo>
                    <a:pt x="1148334" y="240791"/>
                  </a:lnTo>
                  <a:lnTo>
                    <a:pt x="1147572" y="240791"/>
                  </a:lnTo>
                  <a:lnTo>
                    <a:pt x="1147572" y="243077"/>
                  </a:lnTo>
                  <a:lnTo>
                    <a:pt x="1148334" y="243077"/>
                  </a:lnTo>
                  <a:close/>
                </a:path>
                <a:path w="2189479" h="761364">
                  <a:moveTo>
                    <a:pt x="1148334" y="240029"/>
                  </a:moveTo>
                  <a:lnTo>
                    <a:pt x="1148334" y="237743"/>
                  </a:lnTo>
                  <a:lnTo>
                    <a:pt x="1147572" y="237743"/>
                  </a:lnTo>
                  <a:lnTo>
                    <a:pt x="1147572" y="240029"/>
                  </a:lnTo>
                  <a:lnTo>
                    <a:pt x="1148334" y="240029"/>
                  </a:lnTo>
                  <a:close/>
                </a:path>
                <a:path w="2189479" h="761364">
                  <a:moveTo>
                    <a:pt x="1148334" y="236981"/>
                  </a:moveTo>
                  <a:lnTo>
                    <a:pt x="1148334" y="234695"/>
                  </a:lnTo>
                  <a:lnTo>
                    <a:pt x="1147572" y="234695"/>
                  </a:lnTo>
                  <a:lnTo>
                    <a:pt x="1147572" y="236981"/>
                  </a:lnTo>
                  <a:lnTo>
                    <a:pt x="1148334" y="236981"/>
                  </a:lnTo>
                  <a:close/>
                </a:path>
                <a:path w="2189479" h="761364">
                  <a:moveTo>
                    <a:pt x="1148334" y="233934"/>
                  </a:moveTo>
                  <a:lnTo>
                    <a:pt x="1148334" y="231648"/>
                  </a:lnTo>
                  <a:lnTo>
                    <a:pt x="1147572" y="231648"/>
                  </a:lnTo>
                  <a:lnTo>
                    <a:pt x="1147572" y="233934"/>
                  </a:lnTo>
                  <a:lnTo>
                    <a:pt x="1148334" y="233934"/>
                  </a:lnTo>
                  <a:close/>
                </a:path>
                <a:path w="2189479" h="761364">
                  <a:moveTo>
                    <a:pt x="1148334" y="230886"/>
                  </a:moveTo>
                  <a:lnTo>
                    <a:pt x="1148334" y="228600"/>
                  </a:lnTo>
                  <a:lnTo>
                    <a:pt x="1147572" y="228600"/>
                  </a:lnTo>
                  <a:lnTo>
                    <a:pt x="1147572" y="230886"/>
                  </a:lnTo>
                  <a:lnTo>
                    <a:pt x="1148334" y="230886"/>
                  </a:lnTo>
                  <a:close/>
                </a:path>
                <a:path w="2189479" h="761364">
                  <a:moveTo>
                    <a:pt x="1148334" y="227837"/>
                  </a:moveTo>
                  <a:lnTo>
                    <a:pt x="1148334" y="225551"/>
                  </a:lnTo>
                  <a:lnTo>
                    <a:pt x="1147572" y="225551"/>
                  </a:lnTo>
                  <a:lnTo>
                    <a:pt x="1147572" y="227837"/>
                  </a:lnTo>
                  <a:lnTo>
                    <a:pt x="1148334" y="227837"/>
                  </a:lnTo>
                  <a:close/>
                </a:path>
                <a:path w="2189479" h="761364">
                  <a:moveTo>
                    <a:pt x="1148334" y="224789"/>
                  </a:moveTo>
                  <a:lnTo>
                    <a:pt x="1148334" y="222503"/>
                  </a:lnTo>
                  <a:lnTo>
                    <a:pt x="1147572" y="222503"/>
                  </a:lnTo>
                  <a:lnTo>
                    <a:pt x="1147572" y="224789"/>
                  </a:lnTo>
                  <a:lnTo>
                    <a:pt x="1148334" y="224789"/>
                  </a:lnTo>
                  <a:close/>
                </a:path>
                <a:path w="2189479" h="761364">
                  <a:moveTo>
                    <a:pt x="1148334" y="221741"/>
                  </a:moveTo>
                  <a:lnTo>
                    <a:pt x="1148334" y="219455"/>
                  </a:lnTo>
                  <a:lnTo>
                    <a:pt x="1147572" y="219455"/>
                  </a:lnTo>
                  <a:lnTo>
                    <a:pt x="1147572" y="221741"/>
                  </a:lnTo>
                  <a:lnTo>
                    <a:pt x="1148334" y="221741"/>
                  </a:lnTo>
                  <a:close/>
                </a:path>
                <a:path w="2189479" h="761364">
                  <a:moveTo>
                    <a:pt x="1148334" y="218693"/>
                  </a:moveTo>
                  <a:lnTo>
                    <a:pt x="1148334" y="216407"/>
                  </a:lnTo>
                  <a:lnTo>
                    <a:pt x="1147572" y="216407"/>
                  </a:lnTo>
                  <a:lnTo>
                    <a:pt x="1147572" y="218693"/>
                  </a:lnTo>
                  <a:lnTo>
                    <a:pt x="1148334" y="218693"/>
                  </a:lnTo>
                  <a:close/>
                </a:path>
                <a:path w="2189479" h="761364">
                  <a:moveTo>
                    <a:pt x="1148334" y="215646"/>
                  </a:moveTo>
                  <a:lnTo>
                    <a:pt x="1148334" y="213360"/>
                  </a:lnTo>
                  <a:lnTo>
                    <a:pt x="1147572" y="213360"/>
                  </a:lnTo>
                  <a:lnTo>
                    <a:pt x="1147572" y="215646"/>
                  </a:lnTo>
                  <a:lnTo>
                    <a:pt x="1148334" y="215646"/>
                  </a:lnTo>
                  <a:close/>
                </a:path>
                <a:path w="2189479" h="761364">
                  <a:moveTo>
                    <a:pt x="1148334" y="212598"/>
                  </a:moveTo>
                  <a:lnTo>
                    <a:pt x="1148334" y="210312"/>
                  </a:lnTo>
                  <a:lnTo>
                    <a:pt x="1147572" y="210312"/>
                  </a:lnTo>
                  <a:lnTo>
                    <a:pt x="1147572" y="212598"/>
                  </a:lnTo>
                  <a:lnTo>
                    <a:pt x="1148334" y="212598"/>
                  </a:lnTo>
                  <a:close/>
                </a:path>
                <a:path w="2189479" h="761364">
                  <a:moveTo>
                    <a:pt x="1148334" y="209550"/>
                  </a:moveTo>
                  <a:lnTo>
                    <a:pt x="1148334" y="207263"/>
                  </a:lnTo>
                  <a:lnTo>
                    <a:pt x="1147572" y="207263"/>
                  </a:lnTo>
                  <a:lnTo>
                    <a:pt x="1147572" y="209550"/>
                  </a:lnTo>
                  <a:lnTo>
                    <a:pt x="1148334" y="209550"/>
                  </a:lnTo>
                  <a:close/>
                </a:path>
                <a:path w="2189479" h="761364">
                  <a:moveTo>
                    <a:pt x="1148334" y="206501"/>
                  </a:moveTo>
                  <a:lnTo>
                    <a:pt x="1148334" y="204215"/>
                  </a:lnTo>
                  <a:lnTo>
                    <a:pt x="1147572" y="204215"/>
                  </a:lnTo>
                  <a:lnTo>
                    <a:pt x="1147572" y="206501"/>
                  </a:lnTo>
                  <a:lnTo>
                    <a:pt x="1148334" y="206501"/>
                  </a:lnTo>
                  <a:close/>
                </a:path>
                <a:path w="2189479" h="761364">
                  <a:moveTo>
                    <a:pt x="1148334" y="203453"/>
                  </a:moveTo>
                  <a:lnTo>
                    <a:pt x="1148334" y="201167"/>
                  </a:lnTo>
                  <a:lnTo>
                    <a:pt x="1147572" y="201167"/>
                  </a:lnTo>
                  <a:lnTo>
                    <a:pt x="1147572" y="203453"/>
                  </a:lnTo>
                  <a:lnTo>
                    <a:pt x="1148334" y="203453"/>
                  </a:lnTo>
                  <a:close/>
                </a:path>
                <a:path w="2189479" h="761364">
                  <a:moveTo>
                    <a:pt x="1148334" y="200405"/>
                  </a:moveTo>
                  <a:lnTo>
                    <a:pt x="1148334" y="198119"/>
                  </a:lnTo>
                  <a:lnTo>
                    <a:pt x="1147572" y="198119"/>
                  </a:lnTo>
                  <a:lnTo>
                    <a:pt x="1147572" y="200405"/>
                  </a:lnTo>
                  <a:lnTo>
                    <a:pt x="1148334" y="200405"/>
                  </a:lnTo>
                  <a:close/>
                </a:path>
                <a:path w="2189479" h="761364">
                  <a:moveTo>
                    <a:pt x="1148334" y="197357"/>
                  </a:moveTo>
                  <a:lnTo>
                    <a:pt x="1148334" y="195071"/>
                  </a:lnTo>
                  <a:lnTo>
                    <a:pt x="1147572" y="195071"/>
                  </a:lnTo>
                  <a:lnTo>
                    <a:pt x="1147572" y="197357"/>
                  </a:lnTo>
                  <a:lnTo>
                    <a:pt x="1148334" y="197357"/>
                  </a:lnTo>
                  <a:close/>
                </a:path>
                <a:path w="2189479" h="761364">
                  <a:moveTo>
                    <a:pt x="1148334" y="194310"/>
                  </a:moveTo>
                  <a:lnTo>
                    <a:pt x="1148334" y="192024"/>
                  </a:lnTo>
                  <a:lnTo>
                    <a:pt x="1147572" y="192024"/>
                  </a:lnTo>
                  <a:lnTo>
                    <a:pt x="1147572" y="194310"/>
                  </a:lnTo>
                  <a:lnTo>
                    <a:pt x="1148334" y="194310"/>
                  </a:lnTo>
                  <a:close/>
                </a:path>
                <a:path w="2189479" h="761364">
                  <a:moveTo>
                    <a:pt x="1148334" y="191262"/>
                  </a:moveTo>
                  <a:lnTo>
                    <a:pt x="1148334" y="188975"/>
                  </a:lnTo>
                  <a:lnTo>
                    <a:pt x="1147572" y="188975"/>
                  </a:lnTo>
                  <a:lnTo>
                    <a:pt x="1147572" y="191262"/>
                  </a:lnTo>
                  <a:lnTo>
                    <a:pt x="1148334" y="191262"/>
                  </a:lnTo>
                  <a:close/>
                </a:path>
                <a:path w="2189479" h="761364">
                  <a:moveTo>
                    <a:pt x="1148334" y="188213"/>
                  </a:moveTo>
                  <a:lnTo>
                    <a:pt x="1148334" y="185927"/>
                  </a:lnTo>
                  <a:lnTo>
                    <a:pt x="1147572" y="185927"/>
                  </a:lnTo>
                  <a:lnTo>
                    <a:pt x="1147572" y="188213"/>
                  </a:lnTo>
                  <a:lnTo>
                    <a:pt x="1148334" y="188213"/>
                  </a:lnTo>
                  <a:close/>
                </a:path>
                <a:path w="2189479" h="761364">
                  <a:moveTo>
                    <a:pt x="1148334" y="185165"/>
                  </a:moveTo>
                  <a:lnTo>
                    <a:pt x="1148334" y="182879"/>
                  </a:lnTo>
                  <a:lnTo>
                    <a:pt x="1147572" y="182879"/>
                  </a:lnTo>
                  <a:lnTo>
                    <a:pt x="1147572" y="185165"/>
                  </a:lnTo>
                  <a:lnTo>
                    <a:pt x="1148334" y="185165"/>
                  </a:lnTo>
                  <a:close/>
                </a:path>
                <a:path w="2189479" h="761364">
                  <a:moveTo>
                    <a:pt x="1148334" y="182117"/>
                  </a:moveTo>
                  <a:lnTo>
                    <a:pt x="1148334" y="179831"/>
                  </a:lnTo>
                  <a:lnTo>
                    <a:pt x="1147572" y="179831"/>
                  </a:lnTo>
                  <a:lnTo>
                    <a:pt x="1147572" y="182117"/>
                  </a:lnTo>
                  <a:lnTo>
                    <a:pt x="1148334" y="182117"/>
                  </a:lnTo>
                  <a:close/>
                </a:path>
                <a:path w="2189479" h="761364">
                  <a:moveTo>
                    <a:pt x="1148334" y="179069"/>
                  </a:moveTo>
                  <a:lnTo>
                    <a:pt x="1148334" y="176783"/>
                  </a:lnTo>
                  <a:lnTo>
                    <a:pt x="1147572" y="176783"/>
                  </a:lnTo>
                  <a:lnTo>
                    <a:pt x="1147572" y="179069"/>
                  </a:lnTo>
                  <a:lnTo>
                    <a:pt x="1148334" y="179069"/>
                  </a:lnTo>
                  <a:close/>
                </a:path>
                <a:path w="2189479" h="761364">
                  <a:moveTo>
                    <a:pt x="1148334" y="176022"/>
                  </a:moveTo>
                  <a:lnTo>
                    <a:pt x="1148334" y="173736"/>
                  </a:lnTo>
                  <a:lnTo>
                    <a:pt x="1147572" y="173736"/>
                  </a:lnTo>
                  <a:lnTo>
                    <a:pt x="1147572" y="176022"/>
                  </a:lnTo>
                  <a:lnTo>
                    <a:pt x="1148334" y="176022"/>
                  </a:lnTo>
                  <a:close/>
                </a:path>
                <a:path w="2189479" h="761364">
                  <a:moveTo>
                    <a:pt x="1148334" y="172974"/>
                  </a:moveTo>
                  <a:lnTo>
                    <a:pt x="1148334" y="170687"/>
                  </a:lnTo>
                  <a:lnTo>
                    <a:pt x="1147572" y="170687"/>
                  </a:lnTo>
                  <a:lnTo>
                    <a:pt x="1147572" y="172974"/>
                  </a:lnTo>
                  <a:lnTo>
                    <a:pt x="1148334" y="172974"/>
                  </a:lnTo>
                  <a:close/>
                </a:path>
                <a:path w="2189479" h="761364">
                  <a:moveTo>
                    <a:pt x="1148334" y="169925"/>
                  </a:moveTo>
                  <a:lnTo>
                    <a:pt x="1148334" y="167639"/>
                  </a:lnTo>
                  <a:lnTo>
                    <a:pt x="1147572" y="167639"/>
                  </a:lnTo>
                  <a:lnTo>
                    <a:pt x="1147572" y="169925"/>
                  </a:lnTo>
                  <a:lnTo>
                    <a:pt x="1148334" y="169925"/>
                  </a:lnTo>
                  <a:close/>
                </a:path>
                <a:path w="2189479" h="761364">
                  <a:moveTo>
                    <a:pt x="1148334" y="166877"/>
                  </a:moveTo>
                  <a:lnTo>
                    <a:pt x="1148334" y="164591"/>
                  </a:lnTo>
                  <a:lnTo>
                    <a:pt x="1147572" y="164591"/>
                  </a:lnTo>
                  <a:lnTo>
                    <a:pt x="1147572" y="166877"/>
                  </a:lnTo>
                  <a:lnTo>
                    <a:pt x="1148334" y="166877"/>
                  </a:lnTo>
                  <a:close/>
                </a:path>
                <a:path w="2189479" h="761364">
                  <a:moveTo>
                    <a:pt x="1148334" y="163829"/>
                  </a:moveTo>
                  <a:lnTo>
                    <a:pt x="1148334" y="161543"/>
                  </a:lnTo>
                  <a:lnTo>
                    <a:pt x="1147572" y="161543"/>
                  </a:lnTo>
                  <a:lnTo>
                    <a:pt x="1147572" y="163829"/>
                  </a:lnTo>
                  <a:lnTo>
                    <a:pt x="1148334" y="163829"/>
                  </a:lnTo>
                  <a:close/>
                </a:path>
                <a:path w="2189479" h="761364">
                  <a:moveTo>
                    <a:pt x="1148334" y="160781"/>
                  </a:moveTo>
                  <a:lnTo>
                    <a:pt x="1148334" y="158495"/>
                  </a:lnTo>
                  <a:lnTo>
                    <a:pt x="1147572" y="158495"/>
                  </a:lnTo>
                  <a:lnTo>
                    <a:pt x="1147572" y="160781"/>
                  </a:lnTo>
                  <a:lnTo>
                    <a:pt x="1148334" y="160781"/>
                  </a:lnTo>
                  <a:close/>
                </a:path>
                <a:path w="2189479" h="761364">
                  <a:moveTo>
                    <a:pt x="1148334" y="157734"/>
                  </a:moveTo>
                  <a:lnTo>
                    <a:pt x="1148334" y="155448"/>
                  </a:lnTo>
                  <a:lnTo>
                    <a:pt x="1147572" y="155448"/>
                  </a:lnTo>
                  <a:lnTo>
                    <a:pt x="1147572" y="157734"/>
                  </a:lnTo>
                  <a:lnTo>
                    <a:pt x="1148334" y="157734"/>
                  </a:lnTo>
                  <a:close/>
                </a:path>
                <a:path w="2189479" h="761364">
                  <a:moveTo>
                    <a:pt x="1148334" y="154686"/>
                  </a:moveTo>
                  <a:lnTo>
                    <a:pt x="1148334" y="152400"/>
                  </a:lnTo>
                  <a:lnTo>
                    <a:pt x="1147572" y="152400"/>
                  </a:lnTo>
                  <a:lnTo>
                    <a:pt x="1147572" y="154686"/>
                  </a:lnTo>
                  <a:lnTo>
                    <a:pt x="1148334" y="154686"/>
                  </a:lnTo>
                  <a:close/>
                </a:path>
                <a:path w="2189479" h="761364">
                  <a:moveTo>
                    <a:pt x="1148334" y="151637"/>
                  </a:moveTo>
                  <a:lnTo>
                    <a:pt x="1148334" y="149351"/>
                  </a:lnTo>
                  <a:lnTo>
                    <a:pt x="1147572" y="149351"/>
                  </a:lnTo>
                  <a:lnTo>
                    <a:pt x="1147572" y="151637"/>
                  </a:lnTo>
                  <a:lnTo>
                    <a:pt x="1148334" y="151637"/>
                  </a:lnTo>
                  <a:close/>
                </a:path>
                <a:path w="2189479" h="761364">
                  <a:moveTo>
                    <a:pt x="1148334" y="148589"/>
                  </a:moveTo>
                  <a:lnTo>
                    <a:pt x="1148334" y="146303"/>
                  </a:lnTo>
                  <a:lnTo>
                    <a:pt x="1147572" y="146303"/>
                  </a:lnTo>
                  <a:lnTo>
                    <a:pt x="1147572" y="148589"/>
                  </a:lnTo>
                  <a:lnTo>
                    <a:pt x="1148334" y="148589"/>
                  </a:lnTo>
                  <a:close/>
                </a:path>
                <a:path w="2189479" h="761364">
                  <a:moveTo>
                    <a:pt x="1148334" y="145541"/>
                  </a:moveTo>
                  <a:lnTo>
                    <a:pt x="1148334" y="143255"/>
                  </a:lnTo>
                  <a:lnTo>
                    <a:pt x="1147572" y="143255"/>
                  </a:lnTo>
                  <a:lnTo>
                    <a:pt x="1147572" y="145541"/>
                  </a:lnTo>
                  <a:lnTo>
                    <a:pt x="1148334" y="145541"/>
                  </a:lnTo>
                  <a:close/>
                </a:path>
                <a:path w="2189479" h="761364">
                  <a:moveTo>
                    <a:pt x="1148334" y="142493"/>
                  </a:moveTo>
                  <a:lnTo>
                    <a:pt x="1148334" y="140207"/>
                  </a:lnTo>
                  <a:lnTo>
                    <a:pt x="1147572" y="140207"/>
                  </a:lnTo>
                  <a:lnTo>
                    <a:pt x="1147572" y="142493"/>
                  </a:lnTo>
                  <a:lnTo>
                    <a:pt x="1148334" y="142493"/>
                  </a:lnTo>
                  <a:close/>
                </a:path>
                <a:path w="2189479" h="761364">
                  <a:moveTo>
                    <a:pt x="1148334" y="139446"/>
                  </a:moveTo>
                  <a:lnTo>
                    <a:pt x="1148334" y="137160"/>
                  </a:lnTo>
                  <a:lnTo>
                    <a:pt x="1147572" y="137160"/>
                  </a:lnTo>
                  <a:lnTo>
                    <a:pt x="1147572" y="139446"/>
                  </a:lnTo>
                  <a:lnTo>
                    <a:pt x="1148334" y="139446"/>
                  </a:lnTo>
                  <a:close/>
                </a:path>
                <a:path w="2189479" h="761364">
                  <a:moveTo>
                    <a:pt x="1148334" y="136398"/>
                  </a:moveTo>
                  <a:lnTo>
                    <a:pt x="1148334" y="134112"/>
                  </a:lnTo>
                  <a:lnTo>
                    <a:pt x="1147572" y="134112"/>
                  </a:lnTo>
                  <a:lnTo>
                    <a:pt x="1147572" y="136398"/>
                  </a:lnTo>
                  <a:lnTo>
                    <a:pt x="1148334" y="136398"/>
                  </a:lnTo>
                  <a:close/>
                </a:path>
                <a:path w="2189479" h="761364">
                  <a:moveTo>
                    <a:pt x="1148334" y="133350"/>
                  </a:moveTo>
                  <a:lnTo>
                    <a:pt x="1148334" y="131063"/>
                  </a:lnTo>
                  <a:lnTo>
                    <a:pt x="1147572" y="131063"/>
                  </a:lnTo>
                  <a:lnTo>
                    <a:pt x="1147572" y="133350"/>
                  </a:lnTo>
                  <a:lnTo>
                    <a:pt x="1148334" y="133350"/>
                  </a:lnTo>
                  <a:close/>
                </a:path>
                <a:path w="2189479" h="761364">
                  <a:moveTo>
                    <a:pt x="1148334" y="130301"/>
                  </a:moveTo>
                  <a:lnTo>
                    <a:pt x="1148334" y="128015"/>
                  </a:lnTo>
                  <a:lnTo>
                    <a:pt x="1147572" y="128015"/>
                  </a:lnTo>
                  <a:lnTo>
                    <a:pt x="1147572" y="130301"/>
                  </a:lnTo>
                  <a:lnTo>
                    <a:pt x="1148334" y="130301"/>
                  </a:lnTo>
                  <a:close/>
                </a:path>
                <a:path w="2189479" h="761364">
                  <a:moveTo>
                    <a:pt x="1148334" y="127253"/>
                  </a:moveTo>
                  <a:lnTo>
                    <a:pt x="1148334" y="124967"/>
                  </a:lnTo>
                  <a:lnTo>
                    <a:pt x="1147572" y="124967"/>
                  </a:lnTo>
                  <a:lnTo>
                    <a:pt x="1147572" y="127253"/>
                  </a:lnTo>
                  <a:lnTo>
                    <a:pt x="1148334" y="127253"/>
                  </a:lnTo>
                  <a:close/>
                </a:path>
                <a:path w="2189479" h="761364">
                  <a:moveTo>
                    <a:pt x="1148334" y="124205"/>
                  </a:moveTo>
                  <a:lnTo>
                    <a:pt x="1148334" y="121919"/>
                  </a:lnTo>
                  <a:lnTo>
                    <a:pt x="1147572" y="121919"/>
                  </a:lnTo>
                  <a:lnTo>
                    <a:pt x="1147572" y="124205"/>
                  </a:lnTo>
                  <a:lnTo>
                    <a:pt x="1148334" y="124205"/>
                  </a:lnTo>
                  <a:close/>
                </a:path>
                <a:path w="2189479" h="761364">
                  <a:moveTo>
                    <a:pt x="1148334" y="121157"/>
                  </a:moveTo>
                  <a:lnTo>
                    <a:pt x="1148334" y="118871"/>
                  </a:lnTo>
                  <a:lnTo>
                    <a:pt x="1147572" y="118871"/>
                  </a:lnTo>
                  <a:lnTo>
                    <a:pt x="1147572" y="121157"/>
                  </a:lnTo>
                  <a:lnTo>
                    <a:pt x="1148334" y="121157"/>
                  </a:lnTo>
                  <a:close/>
                </a:path>
                <a:path w="2189479" h="761364">
                  <a:moveTo>
                    <a:pt x="1148334" y="118110"/>
                  </a:moveTo>
                  <a:lnTo>
                    <a:pt x="1148334" y="115824"/>
                  </a:lnTo>
                  <a:lnTo>
                    <a:pt x="1147572" y="115824"/>
                  </a:lnTo>
                  <a:lnTo>
                    <a:pt x="1147572" y="118110"/>
                  </a:lnTo>
                  <a:lnTo>
                    <a:pt x="1148334" y="118110"/>
                  </a:lnTo>
                  <a:close/>
                </a:path>
                <a:path w="2189479" h="761364">
                  <a:moveTo>
                    <a:pt x="1148334" y="115062"/>
                  </a:moveTo>
                  <a:lnTo>
                    <a:pt x="1148334" y="112775"/>
                  </a:lnTo>
                  <a:lnTo>
                    <a:pt x="1147572" y="112775"/>
                  </a:lnTo>
                  <a:lnTo>
                    <a:pt x="1147572" y="115062"/>
                  </a:lnTo>
                  <a:lnTo>
                    <a:pt x="1148334" y="115062"/>
                  </a:lnTo>
                  <a:close/>
                </a:path>
                <a:path w="2189479" h="761364">
                  <a:moveTo>
                    <a:pt x="1148334" y="112013"/>
                  </a:moveTo>
                  <a:lnTo>
                    <a:pt x="1148334" y="109727"/>
                  </a:lnTo>
                  <a:lnTo>
                    <a:pt x="1147572" y="109727"/>
                  </a:lnTo>
                  <a:lnTo>
                    <a:pt x="1147572" y="112013"/>
                  </a:lnTo>
                  <a:lnTo>
                    <a:pt x="1148334" y="112013"/>
                  </a:lnTo>
                  <a:close/>
                </a:path>
                <a:path w="2189479" h="761364">
                  <a:moveTo>
                    <a:pt x="1148334" y="108965"/>
                  </a:moveTo>
                  <a:lnTo>
                    <a:pt x="1148334" y="106679"/>
                  </a:lnTo>
                  <a:lnTo>
                    <a:pt x="1147572" y="106679"/>
                  </a:lnTo>
                  <a:lnTo>
                    <a:pt x="1147572" y="108965"/>
                  </a:lnTo>
                  <a:lnTo>
                    <a:pt x="1148334" y="108965"/>
                  </a:lnTo>
                  <a:close/>
                </a:path>
                <a:path w="2189479" h="761364">
                  <a:moveTo>
                    <a:pt x="1148334" y="105917"/>
                  </a:moveTo>
                  <a:lnTo>
                    <a:pt x="1148334" y="103631"/>
                  </a:lnTo>
                  <a:lnTo>
                    <a:pt x="1147572" y="103631"/>
                  </a:lnTo>
                  <a:lnTo>
                    <a:pt x="1147572" y="105917"/>
                  </a:lnTo>
                  <a:lnTo>
                    <a:pt x="1148334" y="105917"/>
                  </a:lnTo>
                  <a:close/>
                </a:path>
                <a:path w="2189479" h="761364">
                  <a:moveTo>
                    <a:pt x="1148334" y="102869"/>
                  </a:moveTo>
                  <a:lnTo>
                    <a:pt x="1148334" y="100583"/>
                  </a:lnTo>
                  <a:lnTo>
                    <a:pt x="1147572" y="100583"/>
                  </a:lnTo>
                  <a:lnTo>
                    <a:pt x="1147572" y="102869"/>
                  </a:lnTo>
                  <a:lnTo>
                    <a:pt x="1148334" y="102869"/>
                  </a:lnTo>
                  <a:close/>
                </a:path>
                <a:path w="2189479" h="761364">
                  <a:moveTo>
                    <a:pt x="1148334" y="99822"/>
                  </a:moveTo>
                  <a:lnTo>
                    <a:pt x="1148334" y="97536"/>
                  </a:lnTo>
                  <a:lnTo>
                    <a:pt x="1147572" y="97536"/>
                  </a:lnTo>
                  <a:lnTo>
                    <a:pt x="1147572" y="99822"/>
                  </a:lnTo>
                  <a:lnTo>
                    <a:pt x="1148334" y="99822"/>
                  </a:lnTo>
                  <a:close/>
                </a:path>
                <a:path w="2189479" h="761364">
                  <a:moveTo>
                    <a:pt x="1148334" y="96774"/>
                  </a:moveTo>
                  <a:lnTo>
                    <a:pt x="1148334" y="94487"/>
                  </a:lnTo>
                  <a:lnTo>
                    <a:pt x="1147572" y="94487"/>
                  </a:lnTo>
                  <a:lnTo>
                    <a:pt x="1147572" y="96774"/>
                  </a:lnTo>
                  <a:lnTo>
                    <a:pt x="1148334" y="96774"/>
                  </a:lnTo>
                  <a:close/>
                </a:path>
                <a:path w="2189479" h="761364">
                  <a:moveTo>
                    <a:pt x="1148334" y="93725"/>
                  </a:moveTo>
                  <a:lnTo>
                    <a:pt x="1148334" y="91439"/>
                  </a:lnTo>
                  <a:lnTo>
                    <a:pt x="1147572" y="91439"/>
                  </a:lnTo>
                  <a:lnTo>
                    <a:pt x="1147572" y="93725"/>
                  </a:lnTo>
                  <a:lnTo>
                    <a:pt x="1148334" y="93725"/>
                  </a:lnTo>
                  <a:close/>
                </a:path>
                <a:path w="2189479" h="761364">
                  <a:moveTo>
                    <a:pt x="1148334" y="90677"/>
                  </a:moveTo>
                  <a:lnTo>
                    <a:pt x="1148334" y="88391"/>
                  </a:lnTo>
                  <a:lnTo>
                    <a:pt x="1147572" y="88391"/>
                  </a:lnTo>
                  <a:lnTo>
                    <a:pt x="1147572" y="90677"/>
                  </a:lnTo>
                  <a:lnTo>
                    <a:pt x="1148334" y="90677"/>
                  </a:lnTo>
                  <a:close/>
                </a:path>
                <a:path w="2189479" h="761364">
                  <a:moveTo>
                    <a:pt x="1148334" y="87629"/>
                  </a:moveTo>
                  <a:lnTo>
                    <a:pt x="1148334" y="85343"/>
                  </a:lnTo>
                  <a:lnTo>
                    <a:pt x="1147572" y="85343"/>
                  </a:lnTo>
                  <a:lnTo>
                    <a:pt x="1147572" y="87629"/>
                  </a:lnTo>
                  <a:lnTo>
                    <a:pt x="1148334" y="87629"/>
                  </a:lnTo>
                  <a:close/>
                </a:path>
                <a:path w="2189479" h="761364">
                  <a:moveTo>
                    <a:pt x="1148334" y="84581"/>
                  </a:moveTo>
                  <a:lnTo>
                    <a:pt x="1148334" y="82295"/>
                  </a:lnTo>
                  <a:lnTo>
                    <a:pt x="1147572" y="82295"/>
                  </a:lnTo>
                  <a:lnTo>
                    <a:pt x="1147572" y="84581"/>
                  </a:lnTo>
                  <a:lnTo>
                    <a:pt x="1148334" y="84581"/>
                  </a:lnTo>
                  <a:close/>
                </a:path>
                <a:path w="2189479" h="761364">
                  <a:moveTo>
                    <a:pt x="1148334" y="81534"/>
                  </a:moveTo>
                  <a:lnTo>
                    <a:pt x="1148334" y="79248"/>
                  </a:lnTo>
                  <a:lnTo>
                    <a:pt x="1147572" y="79248"/>
                  </a:lnTo>
                  <a:lnTo>
                    <a:pt x="1147572" y="81534"/>
                  </a:lnTo>
                  <a:lnTo>
                    <a:pt x="1148334" y="81534"/>
                  </a:lnTo>
                  <a:close/>
                </a:path>
                <a:path w="2189479" h="761364">
                  <a:moveTo>
                    <a:pt x="1148334" y="78486"/>
                  </a:moveTo>
                  <a:lnTo>
                    <a:pt x="1148334" y="76200"/>
                  </a:lnTo>
                  <a:lnTo>
                    <a:pt x="1147572" y="76200"/>
                  </a:lnTo>
                  <a:lnTo>
                    <a:pt x="1147572" y="78486"/>
                  </a:lnTo>
                  <a:lnTo>
                    <a:pt x="1148334" y="78486"/>
                  </a:lnTo>
                  <a:close/>
                </a:path>
                <a:path w="2189479" h="761364">
                  <a:moveTo>
                    <a:pt x="1148334" y="75437"/>
                  </a:moveTo>
                  <a:lnTo>
                    <a:pt x="1148334" y="73151"/>
                  </a:lnTo>
                  <a:lnTo>
                    <a:pt x="1147572" y="73151"/>
                  </a:lnTo>
                  <a:lnTo>
                    <a:pt x="1147572" y="75437"/>
                  </a:lnTo>
                  <a:lnTo>
                    <a:pt x="1148334" y="75437"/>
                  </a:lnTo>
                  <a:close/>
                </a:path>
                <a:path w="2189479" h="761364">
                  <a:moveTo>
                    <a:pt x="1148334" y="72389"/>
                  </a:moveTo>
                  <a:lnTo>
                    <a:pt x="1148334" y="70103"/>
                  </a:lnTo>
                  <a:lnTo>
                    <a:pt x="1147572" y="70103"/>
                  </a:lnTo>
                  <a:lnTo>
                    <a:pt x="1147572" y="72389"/>
                  </a:lnTo>
                  <a:lnTo>
                    <a:pt x="1148334" y="72389"/>
                  </a:lnTo>
                  <a:close/>
                </a:path>
                <a:path w="2189479" h="761364">
                  <a:moveTo>
                    <a:pt x="1148334" y="69341"/>
                  </a:moveTo>
                  <a:lnTo>
                    <a:pt x="1148334" y="67055"/>
                  </a:lnTo>
                  <a:lnTo>
                    <a:pt x="1147572" y="67055"/>
                  </a:lnTo>
                  <a:lnTo>
                    <a:pt x="1147572" y="69341"/>
                  </a:lnTo>
                  <a:lnTo>
                    <a:pt x="1148334" y="69341"/>
                  </a:lnTo>
                  <a:close/>
                </a:path>
                <a:path w="2189479" h="761364">
                  <a:moveTo>
                    <a:pt x="1148334" y="66293"/>
                  </a:moveTo>
                  <a:lnTo>
                    <a:pt x="1148334" y="64007"/>
                  </a:lnTo>
                  <a:lnTo>
                    <a:pt x="1147572" y="64007"/>
                  </a:lnTo>
                  <a:lnTo>
                    <a:pt x="1147572" y="66293"/>
                  </a:lnTo>
                  <a:lnTo>
                    <a:pt x="1148334" y="66293"/>
                  </a:lnTo>
                  <a:close/>
                </a:path>
                <a:path w="2189479" h="761364">
                  <a:moveTo>
                    <a:pt x="1148334" y="63246"/>
                  </a:moveTo>
                  <a:lnTo>
                    <a:pt x="1148334" y="60960"/>
                  </a:lnTo>
                  <a:lnTo>
                    <a:pt x="1147572" y="60960"/>
                  </a:lnTo>
                  <a:lnTo>
                    <a:pt x="1147572" y="63246"/>
                  </a:lnTo>
                  <a:lnTo>
                    <a:pt x="1148334" y="63246"/>
                  </a:lnTo>
                  <a:close/>
                </a:path>
                <a:path w="2189479" h="761364">
                  <a:moveTo>
                    <a:pt x="1148334" y="60198"/>
                  </a:moveTo>
                  <a:lnTo>
                    <a:pt x="1148334" y="57912"/>
                  </a:lnTo>
                  <a:lnTo>
                    <a:pt x="1147572" y="57912"/>
                  </a:lnTo>
                  <a:lnTo>
                    <a:pt x="1147572" y="60198"/>
                  </a:lnTo>
                  <a:lnTo>
                    <a:pt x="1148334" y="60198"/>
                  </a:lnTo>
                  <a:close/>
                </a:path>
                <a:path w="2189479" h="761364">
                  <a:moveTo>
                    <a:pt x="1148334" y="57150"/>
                  </a:moveTo>
                  <a:lnTo>
                    <a:pt x="1148334" y="54863"/>
                  </a:lnTo>
                  <a:lnTo>
                    <a:pt x="1147572" y="54863"/>
                  </a:lnTo>
                  <a:lnTo>
                    <a:pt x="1147572" y="57150"/>
                  </a:lnTo>
                  <a:lnTo>
                    <a:pt x="1148334" y="57150"/>
                  </a:lnTo>
                  <a:close/>
                </a:path>
                <a:path w="2189479" h="761364">
                  <a:moveTo>
                    <a:pt x="1148334" y="54101"/>
                  </a:moveTo>
                  <a:lnTo>
                    <a:pt x="1148334" y="51815"/>
                  </a:lnTo>
                  <a:lnTo>
                    <a:pt x="1147572" y="51815"/>
                  </a:lnTo>
                  <a:lnTo>
                    <a:pt x="1147572" y="54101"/>
                  </a:lnTo>
                  <a:lnTo>
                    <a:pt x="1148334" y="54101"/>
                  </a:lnTo>
                  <a:close/>
                </a:path>
                <a:path w="2189479" h="761364">
                  <a:moveTo>
                    <a:pt x="1148334" y="51053"/>
                  </a:moveTo>
                  <a:lnTo>
                    <a:pt x="1148334" y="48767"/>
                  </a:lnTo>
                  <a:lnTo>
                    <a:pt x="1147572" y="48767"/>
                  </a:lnTo>
                  <a:lnTo>
                    <a:pt x="1147572" y="51053"/>
                  </a:lnTo>
                  <a:lnTo>
                    <a:pt x="1148334" y="51053"/>
                  </a:lnTo>
                  <a:close/>
                </a:path>
                <a:path w="2189479" h="761364">
                  <a:moveTo>
                    <a:pt x="1148334" y="48005"/>
                  </a:moveTo>
                  <a:lnTo>
                    <a:pt x="1148334" y="45719"/>
                  </a:lnTo>
                  <a:lnTo>
                    <a:pt x="1147572" y="45719"/>
                  </a:lnTo>
                  <a:lnTo>
                    <a:pt x="1147572" y="48005"/>
                  </a:lnTo>
                  <a:lnTo>
                    <a:pt x="1148334" y="48005"/>
                  </a:lnTo>
                  <a:close/>
                </a:path>
                <a:path w="2189479" h="761364">
                  <a:moveTo>
                    <a:pt x="1148334" y="44957"/>
                  </a:moveTo>
                  <a:lnTo>
                    <a:pt x="1148334" y="42671"/>
                  </a:lnTo>
                  <a:lnTo>
                    <a:pt x="1147572" y="42671"/>
                  </a:lnTo>
                  <a:lnTo>
                    <a:pt x="1147572" y="44957"/>
                  </a:lnTo>
                  <a:lnTo>
                    <a:pt x="1148334" y="44957"/>
                  </a:lnTo>
                  <a:close/>
                </a:path>
                <a:path w="2189479" h="761364">
                  <a:moveTo>
                    <a:pt x="1148334" y="41910"/>
                  </a:moveTo>
                  <a:lnTo>
                    <a:pt x="1148334" y="39624"/>
                  </a:lnTo>
                  <a:lnTo>
                    <a:pt x="1147572" y="39624"/>
                  </a:lnTo>
                  <a:lnTo>
                    <a:pt x="1147572" y="41910"/>
                  </a:lnTo>
                  <a:lnTo>
                    <a:pt x="1148334" y="41910"/>
                  </a:lnTo>
                  <a:close/>
                </a:path>
                <a:path w="2189479" h="761364">
                  <a:moveTo>
                    <a:pt x="1148334" y="38862"/>
                  </a:moveTo>
                  <a:lnTo>
                    <a:pt x="1148334" y="36575"/>
                  </a:lnTo>
                  <a:lnTo>
                    <a:pt x="1147572" y="36575"/>
                  </a:lnTo>
                  <a:lnTo>
                    <a:pt x="1147572" y="38862"/>
                  </a:lnTo>
                  <a:lnTo>
                    <a:pt x="1148334" y="38862"/>
                  </a:lnTo>
                  <a:close/>
                </a:path>
                <a:path w="2189479" h="761364">
                  <a:moveTo>
                    <a:pt x="1148334" y="35813"/>
                  </a:moveTo>
                  <a:lnTo>
                    <a:pt x="1148334" y="33527"/>
                  </a:lnTo>
                  <a:lnTo>
                    <a:pt x="1147572" y="33527"/>
                  </a:lnTo>
                  <a:lnTo>
                    <a:pt x="1147572" y="35813"/>
                  </a:lnTo>
                  <a:lnTo>
                    <a:pt x="1148334" y="35813"/>
                  </a:lnTo>
                  <a:close/>
                </a:path>
                <a:path w="2189479" h="761364">
                  <a:moveTo>
                    <a:pt x="1148334" y="32765"/>
                  </a:moveTo>
                  <a:lnTo>
                    <a:pt x="1148334" y="30479"/>
                  </a:lnTo>
                  <a:lnTo>
                    <a:pt x="1147572" y="30479"/>
                  </a:lnTo>
                  <a:lnTo>
                    <a:pt x="1147572" y="32765"/>
                  </a:lnTo>
                  <a:lnTo>
                    <a:pt x="1148334" y="32765"/>
                  </a:lnTo>
                  <a:close/>
                </a:path>
                <a:path w="2189479" h="761364">
                  <a:moveTo>
                    <a:pt x="1148334" y="29717"/>
                  </a:moveTo>
                  <a:lnTo>
                    <a:pt x="1148334" y="27431"/>
                  </a:lnTo>
                  <a:lnTo>
                    <a:pt x="1147572" y="27431"/>
                  </a:lnTo>
                  <a:lnTo>
                    <a:pt x="1147572" y="29717"/>
                  </a:lnTo>
                  <a:lnTo>
                    <a:pt x="1148334" y="29717"/>
                  </a:lnTo>
                  <a:close/>
                </a:path>
                <a:path w="2189479" h="761364">
                  <a:moveTo>
                    <a:pt x="1148334" y="26669"/>
                  </a:moveTo>
                  <a:lnTo>
                    <a:pt x="1148334" y="24383"/>
                  </a:lnTo>
                  <a:lnTo>
                    <a:pt x="1147572" y="24383"/>
                  </a:lnTo>
                  <a:lnTo>
                    <a:pt x="1147572" y="26669"/>
                  </a:lnTo>
                  <a:lnTo>
                    <a:pt x="1148334" y="26669"/>
                  </a:lnTo>
                  <a:close/>
                </a:path>
                <a:path w="2189479" h="761364">
                  <a:moveTo>
                    <a:pt x="1148334" y="23622"/>
                  </a:moveTo>
                  <a:lnTo>
                    <a:pt x="1148334" y="21336"/>
                  </a:lnTo>
                  <a:lnTo>
                    <a:pt x="1147572" y="21336"/>
                  </a:lnTo>
                  <a:lnTo>
                    <a:pt x="1147572" y="23622"/>
                  </a:lnTo>
                  <a:lnTo>
                    <a:pt x="1148334" y="23622"/>
                  </a:lnTo>
                  <a:close/>
                </a:path>
                <a:path w="2189479" h="761364">
                  <a:moveTo>
                    <a:pt x="1148334" y="20574"/>
                  </a:moveTo>
                  <a:lnTo>
                    <a:pt x="1148334" y="18287"/>
                  </a:lnTo>
                  <a:lnTo>
                    <a:pt x="1147572" y="18287"/>
                  </a:lnTo>
                  <a:lnTo>
                    <a:pt x="1147572" y="20574"/>
                  </a:lnTo>
                  <a:lnTo>
                    <a:pt x="1148334" y="20574"/>
                  </a:lnTo>
                  <a:close/>
                </a:path>
                <a:path w="2189479" h="761364">
                  <a:moveTo>
                    <a:pt x="1148334" y="17525"/>
                  </a:moveTo>
                  <a:lnTo>
                    <a:pt x="1148334" y="15239"/>
                  </a:lnTo>
                  <a:lnTo>
                    <a:pt x="1147572" y="15239"/>
                  </a:lnTo>
                  <a:lnTo>
                    <a:pt x="1147572" y="17525"/>
                  </a:lnTo>
                  <a:lnTo>
                    <a:pt x="1148334" y="17525"/>
                  </a:lnTo>
                  <a:close/>
                </a:path>
                <a:path w="2189479" h="761364">
                  <a:moveTo>
                    <a:pt x="1148334" y="14477"/>
                  </a:moveTo>
                  <a:lnTo>
                    <a:pt x="1148334" y="12191"/>
                  </a:lnTo>
                  <a:lnTo>
                    <a:pt x="1147572" y="12191"/>
                  </a:lnTo>
                  <a:lnTo>
                    <a:pt x="1147572" y="14477"/>
                  </a:lnTo>
                  <a:lnTo>
                    <a:pt x="1148334" y="14477"/>
                  </a:lnTo>
                  <a:close/>
                </a:path>
                <a:path w="2189479" h="761364">
                  <a:moveTo>
                    <a:pt x="1148334" y="11429"/>
                  </a:moveTo>
                  <a:lnTo>
                    <a:pt x="1148334" y="9143"/>
                  </a:lnTo>
                  <a:lnTo>
                    <a:pt x="1147572" y="9143"/>
                  </a:lnTo>
                  <a:lnTo>
                    <a:pt x="1147572" y="11429"/>
                  </a:lnTo>
                  <a:lnTo>
                    <a:pt x="1148334" y="11429"/>
                  </a:lnTo>
                  <a:close/>
                </a:path>
                <a:path w="2189479" h="761364">
                  <a:moveTo>
                    <a:pt x="1148334" y="8381"/>
                  </a:moveTo>
                  <a:lnTo>
                    <a:pt x="1148334" y="6095"/>
                  </a:lnTo>
                  <a:lnTo>
                    <a:pt x="1147572" y="6095"/>
                  </a:lnTo>
                  <a:lnTo>
                    <a:pt x="1147572" y="8381"/>
                  </a:lnTo>
                  <a:lnTo>
                    <a:pt x="1148334" y="8381"/>
                  </a:lnTo>
                  <a:close/>
                </a:path>
                <a:path w="2189479" h="761364">
                  <a:moveTo>
                    <a:pt x="1148334" y="5334"/>
                  </a:moveTo>
                  <a:lnTo>
                    <a:pt x="1148334" y="3048"/>
                  </a:lnTo>
                  <a:lnTo>
                    <a:pt x="1147572" y="3048"/>
                  </a:lnTo>
                  <a:lnTo>
                    <a:pt x="1147572" y="5334"/>
                  </a:lnTo>
                  <a:lnTo>
                    <a:pt x="1148334" y="5334"/>
                  </a:lnTo>
                  <a:close/>
                </a:path>
                <a:path w="2189479" h="761364">
                  <a:moveTo>
                    <a:pt x="1148334" y="2286"/>
                  </a:moveTo>
                  <a:lnTo>
                    <a:pt x="1148334" y="762"/>
                  </a:lnTo>
                  <a:lnTo>
                    <a:pt x="1147572" y="0"/>
                  </a:lnTo>
                  <a:lnTo>
                    <a:pt x="1146810" y="0"/>
                  </a:lnTo>
                  <a:lnTo>
                    <a:pt x="1146810" y="762"/>
                  </a:lnTo>
                  <a:lnTo>
                    <a:pt x="1147572" y="762"/>
                  </a:lnTo>
                  <a:lnTo>
                    <a:pt x="1147572" y="2286"/>
                  </a:lnTo>
                  <a:lnTo>
                    <a:pt x="1148334" y="2286"/>
                  </a:lnTo>
                  <a:close/>
                </a:path>
                <a:path w="2189479" h="761364">
                  <a:moveTo>
                    <a:pt x="1146048" y="762"/>
                  </a:moveTo>
                  <a:lnTo>
                    <a:pt x="1146048" y="0"/>
                  </a:lnTo>
                  <a:lnTo>
                    <a:pt x="1143762" y="0"/>
                  </a:lnTo>
                  <a:lnTo>
                    <a:pt x="1143762" y="762"/>
                  </a:lnTo>
                  <a:lnTo>
                    <a:pt x="1146048" y="762"/>
                  </a:lnTo>
                  <a:close/>
                </a:path>
                <a:path w="2189479" h="761364">
                  <a:moveTo>
                    <a:pt x="1143000" y="762"/>
                  </a:moveTo>
                  <a:lnTo>
                    <a:pt x="1143000" y="0"/>
                  </a:lnTo>
                  <a:lnTo>
                    <a:pt x="1140714" y="0"/>
                  </a:lnTo>
                  <a:lnTo>
                    <a:pt x="1140714" y="762"/>
                  </a:lnTo>
                  <a:lnTo>
                    <a:pt x="1143000" y="762"/>
                  </a:lnTo>
                  <a:close/>
                </a:path>
                <a:path w="2189479" h="761364">
                  <a:moveTo>
                    <a:pt x="1139952" y="762"/>
                  </a:moveTo>
                  <a:lnTo>
                    <a:pt x="1139952" y="0"/>
                  </a:lnTo>
                  <a:lnTo>
                    <a:pt x="1137665" y="0"/>
                  </a:lnTo>
                  <a:lnTo>
                    <a:pt x="1137665" y="762"/>
                  </a:lnTo>
                  <a:lnTo>
                    <a:pt x="1139952" y="762"/>
                  </a:lnTo>
                  <a:close/>
                </a:path>
                <a:path w="2189479" h="761364">
                  <a:moveTo>
                    <a:pt x="1136903" y="762"/>
                  </a:moveTo>
                  <a:lnTo>
                    <a:pt x="1136903" y="0"/>
                  </a:lnTo>
                  <a:lnTo>
                    <a:pt x="1134617" y="0"/>
                  </a:lnTo>
                  <a:lnTo>
                    <a:pt x="1134617" y="762"/>
                  </a:lnTo>
                  <a:lnTo>
                    <a:pt x="1136903" y="762"/>
                  </a:lnTo>
                  <a:close/>
                </a:path>
                <a:path w="2189479" h="761364">
                  <a:moveTo>
                    <a:pt x="1133855" y="762"/>
                  </a:moveTo>
                  <a:lnTo>
                    <a:pt x="1133855" y="0"/>
                  </a:lnTo>
                  <a:lnTo>
                    <a:pt x="1131569" y="0"/>
                  </a:lnTo>
                  <a:lnTo>
                    <a:pt x="1131569" y="762"/>
                  </a:lnTo>
                  <a:lnTo>
                    <a:pt x="1133855" y="762"/>
                  </a:lnTo>
                  <a:close/>
                </a:path>
                <a:path w="2189479" h="761364">
                  <a:moveTo>
                    <a:pt x="1130808" y="762"/>
                  </a:moveTo>
                  <a:lnTo>
                    <a:pt x="1130808" y="0"/>
                  </a:lnTo>
                  <a:lnTo>
                    <a:pt x="1128522" y="0"/>
                  </a:lnTo>
                  <a:lnTo>
                    <a:pt x="1128522" y="762"/>
                  </a:lnTo>
                  <a:lnTo>
                    <a:pt x="1130808" y="762"/>
                  </a:lnTo>
                  <a:close/>
                </a:path>
                <a:path w="2189479" h="761364">
                  <a:moveTo>
                    <a:pt x="1127760" y="762"/>
                  </a:moveTo>
                  <a:lnTo>
                    <a:pt x="1127760" y="0"/>
                  </a:lnTo>
                  <a:lnTo>
                    <a:pt x="1125474" y="0"/>
                  </a:lnTo>
                  <a:lnTo>
                    <a:pt x="1125474" y="762"/>
                  </a:lnTo>
                  <a:lnTo>
                    <a:pt x="1127760" y="762"/>
                  </a:lnTo>
                  <a:close/>
                </a:path>
                <a:path w="2189479" h="761364">
                  <a:moveTo>
                    <a:pt x="1124712" y="762"/>
                  </a:moveTo>
                  <a:lnTo>
                    <a:pt x="1124712" y="0"/>
                  </a:lnTo>
                  <a:lnTo>
                    <a:pt x="1122426" y="0"/>
                  </a:lnTo>
                  <a:lnTo>
                    <a:pt x="1122426" y="762"/>
                  </a:lnTo>
                  <a:lnTo>
                    <a:pt x="1124712" y="762"/>
                  </a:lnTo>
                  <a:close/>
                </a:path>
                <a:path w="2189479" h="761364">
                  <a:moveTo>
                    <a:pt x="1121664" y="762"/>
                  </a:moveTo>
                  <a:lnTo>
                    <a:pt x="1121664" y="0"/>
                  </a:lnTo>
                  <a:lnTo>
                    <a:pt x="1119377" y="0"/>
                  </a:lnTo>
                  <a:lnTo>
                    <a:pt x="1119377" y="762"/>
                  </a:lnTo>
                  <a:lnTo>
                    <a:pt x="1121664" y="762"/>
                  </a:lnTo>
                  <a:close/>
                </a:path>
                <a:path w="2189479" h="761364">
                  <a:moveTo>
                    <a:pt x="1118615" y="762"/>
                  </a:moveTo>
                  <a:lnTo>
                    <a:pt x="1118615" y="0"/>
                  </a:lnTo>
                  <a:lnTo>
                    <a:pt x="1116329" y="0"/>
                  </a:lnTo>
                  <a:lnTo>
                    <a:pt x="1116329" y="762"/>
                  </a:lnTo>
                  <a:lnTo>
                    <a:pt x="1118615" y="762"/>
                  </a:lnTo>
                  <a:close/>
                </a:path>
                <a:path w="2189479" h="761364">
                  <a:moveTo>
                    <a:pt x="1115567" y="762"/>
                  </a:moveTo>
                  <a:lnTo>
                    <a:pt x="1115567" y="0"/>
                  </a:lnTo>
                  <a:lnTo>
                    <a:pt x="1113281" y="0"/>
                  </a:lnTo>
                  <a:lnTo>
                    <a:pt x="1113281" y="762"/>
                  </a:lnTo>
                  <a:lnTo>
                    <a:pt x="1115567" y="762"/>
                  </a:lnTo>
                  <a:close/>
                </a:path>
                <a:path w="2189479" h="761364">
                  <a:moveTo>
                    <a:pt x="1112520" y="762"/>
                  </a:moveTo>
                  <a:lnTo>
                    <a:pt x="1112520" y="0"/>
                  </a:lnTo>
                  <a:lnTo>
                    <a:pt x="1110234" y="0"/>
                  </a:lnTo>
                  <a:lnTo>
                    <a:pt x="1110234" y="762"/>
                  </a:lnTo>
                  <a:lnTo>
                    <a:pt x="1112520" y="762"/>
                  </a:lnTo>
                  <a:close/>
                </a:path>
                <a:path w="2189479" h="761364">
                  <a:moveTo>
                    <a:pt x="1109472" y="762"/>
                  </a:moveTo>
                  <a:lnTo>
                    <a:pt x="1109472" y="0"/>
                  </a:lnTo>
                  <a:lnTo>
                    <a:pt x="1107186" y="0"/>
                  </a:lnTo>
                  <a:lnTo>
                    <a:pt x="1107186" y="762"/>
                  </a:lnTo>
                  <a:lnTo>
                    <a:pt x="1109472" y="762"/>
                  </a:lnTo>
                  <a:close/>
                </a:path>
                <a:path w="2189479" h="761364">
                  <a:moveTo>
                    <a:pt x="1106424" y="762"/>
                  </a:moveTo>
                  <a:lnTo>
                    <a:pt x="1106424" y="0"/>
                  </a:lnTo>
                  <a:lnTo>
                    <a:pt x="1104138" y="0"/>
                  </a:lnTo>
                  <a:lnTo>
                    <a:pt x="1104138" y="762"/>
                  </a:lnTo>
                  <a:lnTo>
                    <a:pt x="1106424" y="762"/>
                  </a:lnTo>
                  <a:close/>
                </a:path>
                <a:path w="2189479" h="761364">
                  <a:moveTo>
                    <a:pt x="1103376" y="762"/>
                  </a:moveTo>
                  <a:lnTo>
                    <a:pt x="1103376" y="0"/>
                  </a:lnTo>
                  <a:lnTo>
                    <a:pt x="1101089" y="0"/>
                  </a:lnTo>
                  <a:lnTo>
                    <a:pt x="1101089" y="762"/>
                  </a:lnTo>
                  <a:lnTo>
                    <a:pt x="1103376" y="762"/>
                  </a:lnTo>
                  <a:close/>
                </a:path>
                <a:path w="2189479" h="761364">
                  <a:moveTo>
                    <a:pt x="1100327" y="762"/>
                  </a:moveTo>
                  <a:lnTo>
                    <a:pt x="1100327" y="0"/>
                  </a:lnTo>
                  <a:lnTo>
                    <a:pt x="1098041" y="0"/>
                  </a:lnTo>
                  <a:lnTo>
                    <a:pt x="1098041" y="762"/>
                  </a:lnTo>
                  <a:lnTo>
                    <a:pt x="1100327" y="762"/>
                  </a:lnTo>
                  <a:close/>
                </a:path>
                <a:path w="2189479" h="761364">
                  <a:moveTo>
                    <a:pt x="1097279" y="762"/>
                  </a:moveTo>
                  <a:lnTo>
                    <a:pt x="1097279" y="0"/>
                  </a:lnTo>
                  <a:lnTo>
                    <a:pt x="1094993" y="0"/>
                  </a:lnTo>
                  <a:lnTo>
                    <a:pt x="1094993" y="762"/>
                  </a:lnTo>
                  <a:lnTo>
                    <a:pt x="1097279" y="762"/>
                  </a:lnTo>
                  <a:close/>
                </a:path>
                <a:path w="2189479" h="761364">
                  <a:moveTo>
                    <a:pt x="1094232" y="762"/>
                  </a:moveTo>
                  <a:lnTo>
                    <a:pt x="1094232" y="0"/>
                  </a:lnTo>
                  <a:lnTo>
                    <a:pt x="1091946" y="0"/>
                  </a:lnTo>
                  <a:lnTo>
                    <a:pt x="1091946" y="762"/>
                  </a:lnTo>
                  <a:lnTo>
                    <a:pt x="1094232" y="762"/>
                  </a:lnTo>
                  <a:close/>
                </a:path>
                <a:path w="2189479" h="761364">
                  <a:moveTo>
                    <a:pt x="1091184" y="762"/>
                  </a:moveTo>
                  <a:lnTo>
                    <a:pt x="1091184" y="0"/>
                  </a:lnTo>
                  <a:lnTo>
                    <a:pt x="1088898" y="0"/>
                  </a:lnTo>
                  <a:lnTo>
                    <a:pt x="1088898" y="762"/>
                  </a:lnTo>
                  <a:lnTo>
                    <a:pt x="1091184" y="762"/>
                  </a:lnTo>
                  <a:close/>
                </a:path>
                <a:path w="2189479" h="761364">
                  <a:moveTo>
                    <a:pt x="1088136" y="762"/>
                  </a:moveTo>
                  <a:lnTo>
                    <a:pt x="1088136" y="0"/>
                  </a:lnTo>
                  <a:lnTo>
                    <a:pt x="1085850" y="0"/>
                  </a:lnTo>
                  <a:lnTo>
                    <a:pt x="1085850" y="762"/>
                  </a:lnTo>
                  <a:lnTo>
                    <a:pt x="1088136" y="762"/>
                  </a:lnTo>
                  <a:close/>
                </a:path>
                <a:path w="2189479" h="761364">
                  <a:moveTo>
                    <a:pt x="1085088" y="762"/>
                  </a:moveTo>
                  <a:lnTo>
                    <a:pt x="1085088" y="0"/>
                  </a:lnTo>
                  <a:lnTo>
                    <a:pt x="1082802" y="0"/>
                  </a:lnTo>
                  <a:lnTo>
                    <a:pt x="1082802" y="762"/>
                  </a:lnTo>
                  <a:lnTo>
                    <a:pt x="1085088" y="762"/>
                  </a:lnTo>
                  <a:close/>
                </a:path>
                <a:path w="2189479" h="761364">
                  <a:moveTo>
                    <a:pt x="1082039" y="762"/>
                  </a:moveTo>
                  <a:lnTo>
                    <a:pt x="1082039" y="0"/>
                  </a:lnTo>
                  <a:lnTo>
                    <a:pt x="1079753" y="0"/>
                  </a:lnTo>
                  <a:lnTo>
                    <a:pt x="1079753" y="762"/>
                  </a:lnTo>
                  <a:lnTo>
                    <a:pt x="1082039" y="762"/>
                  </a:lnTo>
                  <a:close/>
                </a:path>
                <a:path w="2189479" h="761364">
                  <a:moveTo>
                    <a:pt x="1078991" y="762"/>
                  </a:moveTo>
                  <a:lnTo>
                    <a:pt x="1078991" y="0"/>
                  </a:lnTo>
                  <a:lnTo>
                    <a:pt x="1076705" y="0"/>
                  </a:lnTo>
                  <a:lnTo>
                    <a:pt x="1076705" y="762"/>
                  </a:lnTo>
                  <a:lnTo>
                    <a:pt x="1078991" y="762"/>
                  </a:lnTo>
                  <a:close/>
                </a:path>
                <a:path w="2189479" h="761364">
                  <a:moveTo>
                    <a:pt x="1075943" y="762"/>
                  </a:moveTo>
                  <a:lnTo>
                    <a:pt x="1075943" y="0"/>
                  </a:lnTo>
                  <a:lnTo>
                    <a:pt x="1073657" y="0"/>
                  </a:lnTo>
                  <a:lnTo>
                    <a:pt x="1073657" y="762"/>
                  </a:lnTo>
                  <a:lnTo>
                    <a:pt x="1075943" y="762"/>
                  </a:lnTo>
                  <a:close/>
                </a:path>
                <a:path w="2189479" h="761364">
                  <a:moveTo>
                    <a:pt x="1072896" y="762"/>
                  </a:moveTo>
                  <a:lnTo>
                    <a:pt x="1072896" y="0"/>
                  </a:lnTo>
                  <a:lnTo>
                    <a:pt x="1070610" y="0"/>
                  </a:lnTo>
                  <a:lnTo>
                    <a:pt x="1070610" y="762"/>
                  </a:lnTo>
                  <a:lnTo>
                    <a:pt x="1072896" y="762"/>
                  </a:lnTo>
                  <a:close/>
                </a:path>
                <a:path w="2189479" h="761364">
                  <a:moveTo>
                    <a:pt x="1069848" y="762"/>
                  </a:moveTo>
                  <a:lnTo>
                    <a:pt x="1069848" y="0"/>
                  </a:lnTo>
                  <a:lnTo>
                    <a:pt x="1067562" y="0"/>
                  </a:lnTo>
                  <a:lnTo>
                    <a:pt x="1067562" y="762"/>
                  </a:lnTo>
                  <a:lnTo>
                    <a:pt x="1069848" y="762"/>
                  </a:lnTo>
                  <a:close/>
                </a:path>
                <a:path w="2189479" h="761364">
                  <a:moveTo>
                    <a:pt x="1066800" y="762"/>
                  </a:moveTo>
                  <a:lnTo>
                    <a:pt x="1066800" y="0"/>
                  </a:lnTo>
                  <a:lnTo>
                    <a:pt x="1064514" y="0"/>
                  </a:lnTo>
                  <a:lnTo>
                    <a:pt x="1064514" y="762"/>
                  </a:lnTo>
                  <a:lnTo>
                    <a:pt x="1066800" y="762"/>
                  </a:lnTo>
                  <a:close/>
                </a:path>
                <a:path w="2189479" h="761364">
                  <a:moveTo>
                    <a:pt x="1063752" y="762"/>
                  </a:moveTo>
                  <a:lnTo>
                    <a:pt x="1063752" y="0"/>
                  </a:lnTo>
                  <a:lnTo>
                    <a:pt x="1061465" y="0"/>
                  </a:lnTo>
                  <a:lnTo>
                    <a:pt x="1061465" y="762"/>
                  </a:lnTo>
                  <a:lnTo>
                    <a:pt x="1063752" y="762"/>
                  </a:lnTo>
                  <a:close/>
                </a:path>
                <a:path w="2189479" h="761364">
                  <a:moveTo>
                    <a:pt x="1060703" y="762"/>
                  </a:moveTo>
                  <a:lnTo>
                    <a:pt x="1060703" y="0"/>
                  </a:lnTo>
                  <a:lnTo>
                    <a:pt x="1058417" y="0"/>
                  </a:lnTo>
                  <a:lnTo>
                    <a:pt x="1058417" y="762"/>
                  </a:lnTo>
                  <a:lnTo>
                    <a:pt x="1060703" y="762"/>
                  </a:lnTo>
                  <a:close/>
                </a:path>
                <a:path w="2189479" h="761364">
                  <a:moveTo>
                    <a:pt x="1057655" y="762"/>
                  </a:moveTo>
                  <a:lnTo>
                    <a:pt x="1057655" y="0"/>
                  </a:lnTo>
                  <a:lnTo>
                    <a:pt x="1055369" y="0"/>
                  </a:lnTo>
                  <a:lnTo>
                    <a:pt x="1055369" y="762"/>
                  </a:lnTo>
                  <a:lnTo>
                    <a:pt x="1057655" y="762"/>
                  </a:lnTo>
                  <a:close/>
                </a:path>
                <a:path w="2189479" h="761364">
                  <a:moveTo>
                    <a:pt x="1054608" y="762"/>
                  </a:moveTo>
                  <a:lnTo>
                    <a:pt x="1054608" y="0"/>
                  </a:lnTo>
                  <a:lnTo>
                    <a:pt x="1052322" y="0"/>
                  </a:lnTo>
                  <a:lnTo>
                    <a:pt x="1052322" y="762"/>
                  </a:lnTo>
                  <a:lnTo>
                    <a:pt x="1054608" y="762"/>
                  </a:lnTo>
                  <a:close/>
                </a:path>
                <a:path w="2189479" h="761364">
                  <a:moveTo>
                    <a:pt x="1051560" y="762"/>
                  </a:moveTo>
                  <a:lnTo>
                    <a:pt x="1051560" y="0"/>
                  </a:lnTo>
                  <a:lnTo>
                    <a:pt x="1049274" y="0"/>
                  </a:lnTo>
                  <a:lnTo>
                    <a:pt x="1049274" y="762"/>
                  </a:lnTo>
                  <a:lnTo>
                    <a:pt x="1051560" y="762"/>
                  </a:lnTo>
                  <a:close/>
                </a:path>
                <a:path w="2189479" h="761364">
                  <a:moveTo>
                    <a:pt x="1048512" y="762"/>
                  </a:moveTo>
                  <a:lnTo>
                    <a:pt x="1048512" y="0"/>
                  </a:lnTo>
                  <a:lnTo>
                    <a:pt x="1046226" y="0"/>
                  </a:lnTo>
                  <a:lnTo>
                    <a:pt x="1046226" y="762"/>
                  </a:lnTo>
                  <a:lnTo>
                    <a:pt x="1048512" y="762"/>
                  </a:lnTo>
                  <a:close/>
                </a:path>
                <a:path w="2189479" h="761364">
                  <a:moveTo>
                    <a:pt x="1045463" y="762"/>
                  </a:moveTo>
                  <a:lnTo>
                    <a:pt x="1045463" y="0"/>
                  </a:lnTo>
                  <a:lnTo>
                    <a:pt x="1043177" y="0"/>
                  </a:lnTo>
                  <a:lnTo>
                    <a:pt x="1043177" y="762"/>
                  </a:lnTo>
                  <a:lnTo>
                    <a:pt x="1045463" y="762"/>
                  </a:lnTo>
                  <a:close/>
                </a:path>
                <a:path w="2189479" h="761364">
                  <a:moveTo>
                    <a:pt x="1042415" y="762"/>
                  </a:moveTo>
                  <a:lnTo>
                    <a:pt x="1042415" y="0"/>
                  </a:lnTo>
                  <a:lnTo>
                    <a:pt x="1040129" y="0"/>
                  </a:lnTo>
                  <a:lnTo>
                    <a:pt x="1040129" y="762"/>
                  </a:lnTo>
                  <a:lnTo>
                    <a:pt x="1042415" y="762"/>
                  </a:lnTo>
                  <a:close/>
                </a:path>
                <a:path w="2189479" h="761364">
                  <a:moveTo>
                    <a:pt x="1039367" y="762"/>
                  </a:moveTo>
                  <a:lnTo>
                    <a:pt x="1039367" y="0"/>
                  </a:lnTo>
                  <a:lnTo>
                    <a:pt x="1037081" y="0"/>
                  </a:lnTo>
                  <a:lnTo>
                    <a:pt x="1037081" y="762"/>
                  </a:lnTo>
                  <a:lnTo>
                    <a:pt x="1039367" y="762"/>
                  </a:lnTo>
                  <a:close/>
                </a:path>
                <a:path w="2189479" h="761364">
                  <a:moveTo>
                    <a:pt x="1036320" y="762"/>
                  </a:moveTo>
                  <a:lnTo>
                    <a:pt x="1036320" y="0"/>
                  </a:lnTo>
                  <a:lnTo>
                    <a:pt x="1034034" y="0"/>
                  </a:lnTo>
                  <a:lnTo>
                    <a:pt x="1034034" y="762"/>
                  </a:lnTo>
                  <a:lnTo>
                    <a:pt x="1036320" y="762"/>
                  </a:lnTo>
                  <a:close/>
                </a:path>
                <a:path w="2189479" h="761364">
                  <a:moveTo>
                    <a:pt x="1033272" y="762"/>
                  </a:moveTo>
                  <a:lnTo>
                    <a:pt x="1033272" y="0"/>
                  </a:lnTo>
                  <a:lnTo>
                    <a:pt x="1030986" y="0"/>
                  </a:lnTo>
                  <a:lnTo>
                    <a:pt x="1030986" y="762"/>
                  </a:lnTo>
                  <a:lnTo>
                    <a:pt x="1033272" y="762"/>
                  </a:lnTo>
                  <a:close/>
                </a:path>
                <a:path w="2189479" h="761364">
                  <a:moveTo>
                    <a:pt x="1030224" y="762"/>
                  </a:moveTo>
                  <a:lnTo>
                    <a:pt x="1030224" y="0"/>
                  </a:lnTo>
                  <a:lnTo>
                    <a:pt x="1027938" y="0"/>
                  </a:lnTo>
                  <a:lnTo>
                    <a:pt x="1027938" y="762"/>
                  </a:lnTo>
                  <a:lnTo>
                    <a:pt x="1030224" y="762"/>
                  </a:lnTo>
                  <a:close/>
                </a:path>
                <a:path w="2189479" h="761364">
                  <a:moveTo>
                    <a:pt x="1027176" y="762"/>
                  </a:moveTo>
                  <a:lnTo>
                    <a:pt x="1027176" y="0"/>
                  </a:lnTo>
                  <a:lnTo>
                    <a:pt x="1024889" y="0"/>
                  </a:lnTo>
                  <a:lnTo>
                    <a:pt x="1024889" y="762"/>
                  </a:lnTo>
                  <a:lnTo>
                    <a:pt x="1027176" y="762"/>
                  </a:lnTo>
                  <a:close/>
                </a:path>
                <a:path w="2189479" h="761364">
                  <a:moveTo>
                    <a:pt x="1024127" y="762"/>
                  </a:moveTo>
                  <a:lnTo>
                    <a:pt x="1024127" y="0"/>
                  </a:lnTo>
                  <a:lnTo>
                    <a:pt x="1021841" y="0"/>
                  </a:lnTo>
                  <a:lnTo>
                    <a:pt x="1021841" y="762"/>
                  </a:lnTo>
                  <a:lnTo>
                    <a:pt x="1024127" y="762"/>
                  </a:lnTo>
                  <a:close/>
                </a:path>
                <a:path w="2189479" h="761364">
                  <a:moveTo>
                    <a:pt x="1021079" y="762"/>
                  </a:moveTo>
                  <a:lnTo>
                    <a:pt x="1021079" y="0"/>
                  </a:lnTo>
                  <a:lnTo>
                    <a:pt x="1018793" y="0"/>
                  </a:lnTo>
                  <a:lnTo>
                    <a:pt x="1018793" y="762"/>
                  </a:lnTo>
                  <a:lnTo>
                    <a:pt x="1021079" y="762"/>
                  </a:lnTo>
                  <a:close/>
                </a:path>
                <a:path w="2189479" h="761364">
                  <a:moveTo>
                    <a:pt x="1018032" y="762"/>
                  </a:moveTo>
                  <a:lnTo>
                    <a:pt x="1018032" y="0"/>
                  </a:lnTo>
                  <a:lnTo>
                    <a:pt x="1015746" y="0"/>
                  </a:lnTo>
                  <a:lnTo>
                    <a:pt x="1015746" y="762"/>
                  </a:lnTo>
                  <a:lnTo>
                    <a:pt x="1018032" y="762"/>
                  </a:lnTo>
                  <a:close/>
                </a:path>
                <a:path w="2189479" h="761364">
                  <a:moveTo>
                    <a:pt x="1014984" y="762"/>
                  </a:moveTo>
                  <a:lnTo>
                    <a:pt x="1014984" y="0"/>
                  </a:lnTo>
                  <a:lnTo>
                    <a:pt x="1012698" y="0"/>
                  </a:lnTo>
                  <a:lnTo>
                    <a:pt x="1012698" y="762"/>
                  </a:lnTo>
                  <a:lnTo>
                    <a:pt x="1014984" y="762"/>
                  </a:lnTo>
                  <a:close/>
                </a:path>
                <a:path w="2189479" h="761364">
                  <a:moveTo>
                    <a:pt x="1011936" y="762"/>
                  </a:moveTo>
                  <a:lnTo>
                    <a:pt x="1011936" y="0"/>
                  </a:lnTo>
                  <a:lnTo>
                    <a:pt x="1009650" y="0"/>
                  </a:lnTo>
                  <a:lnTo>
                    <a:pt x="1009650" y="762"/>
                  </a:lnTo>
                  <a:lnTo>
                    <a:pt x="1011936" y="762"/>
                  </a:lnTo>
                  <a:close/>
                </a:path>
                <a:path w="2189479" h="761364">
                  <a:moveTo>
                    <a:pt x="1008888" y="762"/>
                  </a:moveTo>
                  <a:lnTo>
                    <a:pt x="1008888" y="0"/>
                  </a:lnTo>
                  <a:lnTo>
                    <a:pt x="1006601" y="0"/>
                  </a:lnTo>
                  <a:lnTo>
                    <a:pt x="1006601" y="762"/>
                  </a:lnTo>
                  <a:lnTo>
                    <a:pt x="1008888" y="762"/>
                  </a:lnTo>
                  <a:close/>
                </a:path>
                <a:path w="2189479" h="761364">
                  <a:moveTo>
                    <a:pt x="1005839" y="762"/>
                  </a:moveTo>
                  <a:lnTo>
                    <a:pt x="1005839" y="0"/>
                  </a:lnTo>
                  <a:lnTo>
                    <a:pt x="1003553" y="0"/>
                  </a:lnTo>
                  <a:lnTo>
                    <a:pt x="1003553" y="762"/>
                  </a:lnTo>
                  <a:lnTo>
                    <a:pt x="1005839" y="762"/>
                  </a:lnTo>
                  <a:close/>
                </a:path>
                <a:path w="2189479" h="761364">
                  <a:moveTo>
                    <a:pt x="1002791" y="762"/>
                  </a:moveTo>
                  <a:lnTo>
                    <a:pt x="1002791" y="0"/>
                  </a:lnTo>
                  <a:lnTo>
                    <a:pt x="1000505" y="0"/>
                  </a:lnTo>
                  <a:lnTo>
                    <a:pt x="1000505" y="762"/>
                  </a:lnTo>
                  <a:lnTo>
                    <a:pt x="1002791" y="762"/>
                  </a:lnTo>
                  <a:close/>
                </a:path>
                <a:path w="2189479" h="761364">
                  <a:moveTo>
                    <a:pt x="999743" y="762"/>
                  </a:moveTo>
                  <a:lnTo>
                    <a:pt x="999743" y="0"/>
                  </a:lnTo>
                  <a:lnTo>
                    <a:pt x="997457" y="0"/>
                  </a:lnTo>
                  <a:lnTo>
                    <a:pt x="997457" y="762"/>
                  </a:lnTo>
                  <a:lnTo>
                    <a:pt x="999743" y="762"/>
                  </a:lnTo>
                  <a:close/>
                </a:path>
                <a:path w="2189479" h="761364">
                  <a:moveTo>
                    <a:pt x="996696" y="762"/>
                  </a:moveTo>
                  <a:lnTo>
                    <a:pt x="996696" y="0"/>
                  </a:lnTo>
                  <a:lnTo>
                    <a:pt x="994410" y="0"/>
                  </a:lnTo>
                  <a:lnTo>
                    <a:pt x="994410" y="762"/>
                  </a:lnTo>
                  <a:lnTo>
                    <a:pt x="996696" y="762"/>
                  </a:lnTo>
                  <a:close/>
                </a:path>
                <a:path w="2189479" h="761364">
                  <a:moveTo>
                    <a:pt x="993648" y="762"/>
                  </a:moveTo>
                  <a:lnTo>
                    <a:pt x="993648" y="0"/>
                  </a:lnTo>
                  <a:lnTo>
                    <a:pt x="991362" y="0"/>
                  </a:lnTo>
                  <a:lnTo>
                    <a:pt x="991362" y="762"/>
                  </a:lnTo>
                  <a:lnTo>
                    <a:pt x="993648" y="762"/>
                  </a:lnTo>
                  <a:close/>
                </a:path>
                <a:path w="2189479" h="761364">
                  <a:moveTo>
                    <a:pt x="990600" y="762"/>
                  </a:moveTo>
                  <a:lnTo>
                    <a:pt x="990600" y="0"/>
                  </a:lnTo>
                  <a:lnTo>
                    <a:pt x="988313" y="0"/>
                  </a:lnTo>
                  <a:lnTo>
                    <a:pt x="988313" y="762"/>
                  </a:lnTo>
                  <a:lnTo>
                    <a:pt x="990600" y="762"/>
                  </a:lnTo>
                  <a:close/>
                </a:path>
                <a:path w="2189479" h="761364">
                  <a:moveTo>
                    <a:pt x="987551" y="762"/>
                  </a:moveTo>
                  <a:lnTo>
                    <a:pt x="987551" y="0"/>
                  </a:lnTo>
                  <a:lnTo>
                    <a:pt x="985265" y="0"/>
                  </a:lnTo>
                  <a:lnTo>
                    <a:pt x="985265" y="762"/>
                  </a:lnTo>
                  <a:lnTo>
                    <a:pt x="987551" y="762"/>
                  </a:lnTo>
                  <a:close/>
                </a:path>
                <a:path w="2189479" h="761364">
                  <a:moveTo>
                    <a:pt x="984503" y="762"/>
                  </a:moveTo>
                  <a:lnTo>
                    <a:pt x="984503" y="0"/>
                  </a:lnTo>
                  <a:lnTo>
                    <a:pt x="982217" y="0"/>
                  </a:lnTo>
                  <a:lnTo>
                    <a:pt x="982217" y="762"/>
                  </a:lnTo>
                  <a:lnTo>
                    <a:pt x="984503" y="762"/>
                  </a:lnTo>
                  <a:close/>
                </a:path>
                <a:path w="2189479" h="761364">
                  <a:moveTo>
                    <a:pt x="981455" y="762"/>
                  </a:moveTo>
                  <a:lnTo>
                    <a:pt x="981455" y="0"/>
                  </a:lnTo>
                  <a:lnTo>
                    <a:pt x="979169" y="0"/>
                  </a:lnTo>
                  <a:lnTo>
                    <a:pt x="979169" y="762"/>
                  </a:lnTo>
                  <a:lnTo>
                    <a:pt x="981455" y="762"/>
                  </a:lnTo>
                  <a:close/>
                </a:path>
                <a:path w="2189479" h="761364">
                  <a:moveTo>
                    <a:pt x="978408" y="762"/>
                  </a:moveTo>
                  <a:lnTo>
                    <a:pt x="978408" y="0"/>
                  </a:lnTo>
                  <a:lnTo>
                    <a:pt x="976122" y="0"/>
                  </a:lnTo>
                  <a:lnTo>
                    <a:pt x="976122" y="762"/>
                  </a:lnTo>
                  <a:lnTo>
                    <a:pt x="978408" y="762"/>
                  </a:lnTo>
                  <a:close/>
                </a:path>
                <a:path w="2189479" h="761364">
                  <a:moveTo>
                    <a:pt x="975360" y="762"/>
                  </a:moveTo>
                  <a:lnTo>
                    <a:pt x="975360" y="0"/>
                  </a:lnTo>
                  <a:lnTo>
                    <a:pt x="973074" y="0"/>
                  </a:lnTo>
                  <a:lnTo>
                    <a:pt x="973074" y="762"/>
                  </a:lnTo>
                  <a:lnTo>
                    <a:pt x="975360" y="762"/>
                  </a:lnTo>
                  <a:close/>
                </a:path>
                <a:path w="2189479" h="761364">
                  <a:moveTo>
                    <a:pt x="972312" y="762"/>
                  </a:moveTo>
                  <a:lnTo>
                    <a:pt x="972312" y="0"/>
                  </a:lnTo>
                  <a:lnTo>
                    <a:pt x="970026" y="0"/>
                  </a:lnTo>
                  <a:lnTo>
                    <a:pt x="970026" y="762"/>
                  </a:lnTo>
                  <a:lnTo>
                    <a:pt x="972312" y="762"/>
                  </a:lnTo>
                  <a:close/>
                </a:path>
                <a:path w="2189479" h="761364">
                  <a:moveTo>
                    <a:pt x="969263" y="762"/>
                  </a:moveTo>
                  <a:lnTo>
                    <a:pt x="969263" y="0"/>
                  </a:lnTo>
                  <a:lnTo>
                    <a:pt x="966977" y="0"/>
                  </a:lnTo>
                  <a:lnTo>
                    <a:pt x="966977" y="762"/>
                  </a:lnTo>
                  <a:lnTo>
                    <a:pt x="969263" y="762"/>
                  </a:lnTo>
                  <a:close/>
                </a:path>
                <a:path w="2189479" h="761364">
                  <a:moveTo>
                    <a:pt x="966215" y="762"/>
                  </a:moveTo>
                  <a:lnTo>
                    <a:pt x="966215" y="0"/>
                  </a:lnTo>
                  <a:lnTo>
                    <a:pt x="963929" y="0"/>
                  </a:lnTo>
                  <a:lnTo>
                    <a:pt x="963929" y="762"/>
                  </a:lnTo>
                  <a:lnTo>
                    <a:pt x="966215" y="762"/>
                  </a:lnTo>
                  <a:close/>
                </a:path>
                <a:path w="2189479" h="761364">
                  <a:moveTo>
                    <a:pt x="963167" y="762"/>
                  </a:moveTo>
                  <a:lnTo>
                    <a:pt x="963167" y="0"/>
                  </a:lnTo>
                  <a:lnTo>
                    <a:pt x="960881" y="0"/>
                  </a:lnTo>
                  <a:lnTo>
                    <a:pt x="960881" y="762"/>
                  </a:lnTo>
                  <a:lnTo>
                    <a:pt x="963167" y="762"/>
                  </a:lnTo>
                  <a:close/>
                </a:path>
                <a:path w="2189479" h="761364">
                  <a:moveTo>
                    <a:pt x="960120" y="762"/>
                  </a:moveTo>
                  <a:lnTo>
                    <a:pt x="960120" y="0"/>
                  </a:lnTo>
                  <a:lnTo>
                    <a:pt x="957834" y="0"/>
                  </a:lnTo>
                  <a:lnTo>
                    <a:pt x="957834" y="762"/>
                  </a:lnTo>
                  <a:lnTo>
                    <a:pt x="960120" y="762"/>
                  </a:lnTo>
                  <a:close/>
                </a:path>
                <a:path w="2189479" h="761364">
                  <a:moveTo>
                    <a:pt x="957072" y="762"/>
                  </a:moveTo>
                  <a:lnTo>
                    <a:pt x="957072" y="0"/>
                  </a:lnTo>
                  <a:lnTo>
                    <a:pt x="954786" y="0"/>
                  </a:lnTo>
                  <a:lnTo>
                    <a:pt x="954786" y="762"/>
                  </a:lnTo>
                  <a:lnTo>
                    <a:pt x="957072" y="762"/>
                  </a:lnTo>
                  <a:close/>
                </a:path>
                <a:path w="2189479" h="761364">
                  <a:moveTo>
                    <a:pt x="954024" y="762"/>
                  </a:moveTo>
                  <a:lnTo>
                    <a:pt x="954024" y="0"/>
                  </a:lnTo>
                  <a:lnTo>
                    <a:pt x="951738" y="0"/>
                  </a:lnTo>
                  <a:lnTo>
                    <a:pt x="951738" y="762"/>
                  </a:lnTo>
                  <a:lnTo>
                    <a:pt x="954024" y="762"/>
                  </a:lnTo>
                  <a:close/>
                </a:path>
                <a:path w="2189479" h="761364">
                  <a:moveTo>
                    <a:pt x="950976" y="762"/>
                  </a:moveTo>
                  <a:lnTo>
                    <a:pt x="950976" y="0"/>
                  </a:lnTo>
                  <a:lnTo>
                    <a:pt x="948689" y="0"/>
                  </a:lnTo>
                  <a:lnTo>
                    <a:pt x="948689" y="762"/>
                  </a:lnTo>
                  <a:lnTo>
                    <a:pt x="950976" y="762"/>
                  </a:lnTo>
                  <a:close/>
                </a:path>
                <a:path w="2189479" h="761364">
                  <a:moveTo>
                    <a:pt x="947927" y="762"/>
                  </a:moveTo>
                  <a:lnTo>
                    <a:pt x="947927" y="0"/>
                  </a:lnTo>
                  <a:lnTo>
                    <a:pt x="945641" y="0"/>
                  </a:lnTo>
                  <a:lnTo>
                    <a:pt x="945641" y="762"/>
                  </a:lnTo>
                  <a:lnTo>
                    <a:pt x="947927" y="762"/>
                  </a:lnTo>
                  <a:close/>
                </a:path>
                <a:path w="2189479" h="761364">
                  <a:moveTo>
                    <a:pt x="944879" y="762"/>
                  </a:moveTo>
                  <a:lnTo>
                    <a:pt x="944879" y="0"/>
                  </a:lnTo>
                  <a:lnTo>
                    <a:pt x="942593" y="0"/>
                  </a:lnTo>
                  <a:lnTo>
                    <a:pt x="942593" y="762"/>
                  </a:lnTo>
                  <a:lnTo>
                    <a:pt x="944879" y="762"/>
                  </a:lnTo>
                  <a:close/>
                </a:path>
                <a:path w="2189479" h="761364">
                  <a:moveTo>
                    <a:pt x="941832" y="762"/>
                  </a:moveTo>
                  <a:lnTo>
                    <a:pt x="941832" y="0"/>
                  </a:lnTo>
                  <a:lnTo>
                    <a:pt x="939546" y="0"/>
                  </a:lnTo>
                  <a:lnTo>
                    <a:pt x="939546" y="762"/>
                  </a:lnTo>
                  <a:lnTo>
                    <a:pt x="941832" y="762"/>
                  </a:lnTo>
                  <a:close/>
                </a:path>
                <a:path w="2189479" h="761364">
                  <a:moveTo>
                    <a:pt x="938784" y="762"/>
                  </a:moveTo>
                  <a:lnTo>
                    <a:pt x="938784" y="0"/>
                  </a:lnTo>
                  <a:lnTo>
                    <a:pt x="936498" y="0"/>
                  </a:lnTo>
                  <a:lnTo>
                    <a:pt x="936498" y="762"/>
                  </a:lnTo>
                  <a:lnTo>
                    <a:pt x="938784" y="762"/>
                  </a:lnTo>
                  <a:close/>
                </a:path>
                <a:path w="2189479" h="761364">
                  <a:moveTo>
                    <a:pt x="935736" y="762"/>
                  </a:moveTo>
                  <a:lnTo>
                    <a:pt x="935736" y="0"/>
                  </a:lnTo>
                  <a:lnTo>
                    <a:pt x="933450" y="0"/>
                  </a:lnTo>
                  <a:lnTo>
                    <a:pt x="933450" y="762"/>
                  </a:lnTo>
                  <a:lnTo>
                    <a:pt x="935736" y="762"/>
                  </a:lnTo>
                  <a:close/>
                </a:path>
                <a:path w="2189479" h="761364">
                  <a:moveTo>
                    <a:pt x="932688" y="762"/>
                  </a:moveTo>
                  <a:lnTo>
                    <a:pt x="932688" y="0"/>
                  </a:lnTo>
                  <a:lnTo>
                    <a:pt x="930401" y="0"/>
                  </a:lnTo>
                  <a:lnTo>
                    <a:pt x="930401" y="762"/>
                  </a:lnTo>
                  <a:lnTo>
                    <a:pt x="932688" y="762"/>
                  </a:lnTo>
                  <a:close/>
                </a:path>
                <a:path w="2189479" h="761364">
                  <a:moveTo>
                    <a:pt x="929639" y="762"/>
                  </a:moveTo>
                  <a:lnTo>
                    <a:pt x="929639" y="0"/>
                  </a:lnTo>
                  <a:lnTo>
                    <a:pt x="927353" y="0"/>
                  </a:lnTo>
                  <a:lnTo>
                    <a:pt x="927353" y="762"/>
                  </a:lnTo>
                  <a:lnTo>
                    <a:pt x="929639" y="762"/>
                  </a:lnTo>
                  <a:close/>
                </a:path>
                <a:path w="2189479" h="761364">
                  <a:moveTo>
                    <a:pt x="926591" y="762"/>
                  </a:moveTo>
                  <a:lnTo>
                    <a:pt x="926591" y="0"/>
                  </a:lnTo>
                  <a:lnTo>
                    <a:pt x="924305" y="0"/>
                  </a:lnTo>
                  <a:lnTo>
                    <a:pt x="924305" y="762"/>
                  </a:lnTo>
                  <a:lnTo>
                    <a:pt x="926591" y="762"/>
                  </a:lnTo>
                  <a:close/>
                </a:path>
                <a:path w="2189479" h="761364">
                  <a:moveTo>
                    <a:pt x="923543" y="762"/>
                  </a:moveTo>
                  <a:lnTo>
                    <a:pt x="923543" y="0"/>
                  </a:lnTo>
                  <a:lnTo>
                    <a:pt x="921257" y="0"/>
                  </a:lnTo>
                  <a:lnTo>
                    <a:pt x="921257" y="762"/>
                  </a:lnTo>
                  <a:lnTo>
                    <a:pt x="923543" y="762"/>
                  </a:lnTo>
                  <a:close/>
                </a:path>
                <a:path w="2189479" h="761364">
                  <a:moveTo>
                    <a:pt x="920496" y="762"/>
                  </a:moveTo>
                  <a:lnTo>
                    <a:pt x="920496" y="0"/>
                  </a:lnTo>
                  <a:lnTo>
                    <a:pt x="918210" y="0"/>
                  </a:lnTo>
                  <a:lnTo>
                    <a:pt x="918210" y="762"/>
                  </a:lnTo>
                  <a:lnTo>
                    <a:pt x="920496" y="762"/>
                  </a:lnTo>
                  <a:close/>
                </a:path>
                <a:path w="2189479" h="761364">
                  <a:moveTo>
                    <a:pt x="917448" y="762"/>
                  </a:moveTo>
                  <a:lnTo>
                    <a:pt x="917448" y="0"/>
                  </a:lnTo>
                  <a:lnTo>
                    <a:pt x="915162" y="0"/>
                  </a:lnTo>
                  <a:lnTo>
                    <a:pt x="915162" y="762"/>
                  </a:lnTo>
                  <a:lnTo>
                    <a:pt x="917448" y="762"/>
                  </a:lnTo>
                  <a:close/>
                </a:path>
                <a:path w="2189479" h="761364">
                  <a:moveTo>
                    <a:pt x="914400" y="762"/>
                  </a:moveTo>
                  <a:lnTo>
                    <a:pt x="914400" y="0"/>
                  </a:lnTo>
                  <a:lnTo>
                    <a:pt x="912113" y="0"/>
                  </a:lnTo>
                  <a:lnTo>
                    <a:pt x="912113" y="762"/>
                  </a:lnTo>
                  <a:lnTo>
                    <a:pt x="914400" y="762"/>
                  </a:lnTo>
                  <a:close/>
                </a:path>
                <a:path w="2189479" h="761364">
                  <a:moveTo>
                    <a:pt x="911351" y="762"/>
                  </a:moveTo>
                  <a:lnTo>
                    <a:pt x="911351" y="0"/>
                  </a:lnTo>
                  <a:lnTo>
                    <a:pt x="909065" y="0"/>
                  </a:lnTo>
                  <a:lnTo>
                    <a:pt x="909065" y="762"/>
                  </a:lnTo>
                  <a:lnTo>
                    <a:pt x="911351" y="762"/>
                  </a:lnTo>
                  <a:close/>
                </a:path>
                <a:path w="2189479" h="761364">
                  <a:moveTo>
                    <a:pt x="908303" y="762"/>
                  </a:moveTo>
                  <a:lnTo>
                    <a:pt x="908303" y="0"/>
                  </a:lnTo>
                  <a:lnTo>
                    <a:pt x="906017" y="0"/>
                  </a:lnTo>
                  <a:lnTo>
                    <a:pt x="906017" y="762"/>
                  </a:lnTo>
                  <a:lnTo>
                    <a:pt x="908303" y="762"/>
                  </a:lnTo>
                  <a:close/>
                </a:path>
                <a:path w="2189479" h="761364">
                  <a:moveTo>
                    <a:pt x="905255" y="762"/>
                  </a:moveTo>
                  <a:lnTo>
                    <a:pt x="905255" y="0"/>
                  </a:lnTo>
                  <a:lnTo>
                    <a:pt x="902969" y="0"/>
                  </a:lnTo>
                  <a:lnTo>
                    <a:pt x="902969" y="762"/>
                  </a:lnTo>
                  <a:lnTo>
                    <a:pt x="905255" y="762"/>
                  </a:lnTo>
                  <a:close/>
                </a:path>
                <a:path w="2189479" h="761364">
                  <a:moveTo>
                    <a:pt x="902208" y="762"/>
                  </a:moveTo>
                  <a:lnTo>
                    <a:pt x="902208" y="0"/>
                  </a:lnTo>
                  <a:lnTo>
                    <a:pt x="899922" y="0"/>
                  </a:lnTo>
                  <a:lnTo>
                    <a:pt x="899922" y="762"/>
                  </a:lnTo>
                  <a:lnTo>
                    <a:pt x="902208" y="762"/>
                  </a:lnTo>
                  <a:close/>
                </a:path>
                <a:path w="2189479" h="761364">
                  <a:moveTo>
                    <a:pt x="899160" y="762"/>
                  </a:moveTo>
                  <a:lnTo>
                    <a:pt x="899160" y="0"/>
                  </a:lnTo>
                  <a:lnTo>
                    <a:pt x="896874" y="0"/>
                  </a:lnTo>
                  <a:lnTo>
                    <a:pt x="896874" y="762"/>
                  </a:lnTo>
                  <a:lnTo>
                    <a:pt x="899160" y="762"/>
                  </a:lnTo>
                  <a:close/>
                </a:path>
                <a:path w="2189479" h="761364">
                  <a:moveTo>
                    <a:pt x="896112" y="762"/>
                  </a:moveTo>
                  <a:lnTo>
                    <a:pt x="896112" y="0"/>
                  </a:lnTo>
                  <a:lnTo>
                    <a:pt x="893826" y="0"/>
                  </a:lnTo>
                  <a:lnTo>
                    <a:pt x="893826" y="762"/>
                  </a:lnTo>
                  <a:lnTo>
                    <a:pt x="896112" y="762"/>
                  </a:lnTo>
                  <a:close/>
                </a:path>
                <a:path w="2189479" h="761364">
                  <a:moveTo>
                    <a:pt x="893063" y="762"/>
                  </a:moveTo>
                  <a:lnTo>
                    <a:pt x="893063" y="0"/>
                  </a:lnTo>
                  <a:lnTo>
                    <a:pt x="890777" y="0"/>
                  </a:lnTo>
                  <a:lnTo>
                    <a:pt x="890777" y="762"/>
                  </a:lnTo>
                  <a:lnTo>
                    <a:pt x="893063" y="762"/>
                  </a:lnTo>
                  <a:close/>
                </a:path>
                <a:path w="2189479" h="761364">
                  <a:moveTo>
                    <a:pt x="890015" y="762"/>
                  </a:moveTo>
                  <a:lnTo>
                    <a:pt x="890015" y="0"/>
                  </a:lnTo>
                  <a:lnTo>
                    <a:pt x="887729" y="0"/>
                  </a:lnTo>
                  <a:lnTo>
                    <a:pt x="887729" y="762"/>
                  </a:lnTo>
                  <a:lnTo>
                    <a:pt x="890015" y="762"/>
                  </a:lnTo>
                  <a:close/>
                </a:path>
                <a:path w="2189479" h="761364">
                  <a:moveTo>
                    <a:pt x="886967" y="762"/>
                  </a:moveTo>
                  <a:lnTo>
                    <a:pt x="886967" y="0"/>
                  </a:lnTo>
                  <a:lnTo>
                    <a:pt x="884681" y="0"/>
                  </a:lnTo>
                  <a:lnTo>
                    <a:pt x="884681" y="762"/>
                  </a:lnTo>
                  <a:lnTo>
                    <a:pt x="886967" y="762"/>
                  </a:lnTo>
                  <a:close/>
                </a:path>
                <a:path w="2189479" h="761364">
                  <a:moveTo>
                    <a:pt x="883920" y="762"/>
                  </a:moveTo>
                  <a:lnTo>
                    <a:pt x="883920" y="0"/>
                  </a:lnTo>
                  <a:lnTo>
                    <a:pt x="881634" y="0"/>
                  </a:lnTo>
                  <a:lnTo>
                    <a:pt x="881634" y="762"/>
                  </a:lnTo>
                  <a:lnTo>
                    <a:pt x="883920" y="762"/>
                  </a:lnTo>
                  <a:close/>
                </a:path>
                <a:path w="2189479" h="761364">
                  <a:moveTo>
                    <a:pt x="880872" y="762"/>
                  </a:moveTo>
                  <a:lnTo>
                    <a:pt x="880872" y="0"/>
                  </a:lnTo>
                  <a:lnTo>
                    <a:pt x="878586" y="0"/>
                  </a:lnTo>
                  <a:lnTo>
                    <a:pt x="878586" y="762"/>
                  </a:lnTo>
                  <a:lnTo>
                    <a:pt x="880872" y="762"/>
                  </a:lnTo>
                  <a:close/>
                </a:path>
                <a:path w="2189479" h="761364">
                  <a:moveTo>
                    <a:pt x="877824" y="762"/>
                  </a:moveTo>
                  <a:lnTo>
                    <a:pt x="877824" y="0"/>
                  </a:lnTo>
                  <a:lnTo>
                    <a:pt x="875538" y="0"/>
                  </a:lnTo>
                  <a:lnTo>
                    <a:pt x="875538" y="762"/>
                  </a:lnTo>
                  <a:lnTo>
                    <a:pt x="877824" y="762"/>
                  </a:lnTo>
                  <a:close/>
                </a:path>
                <a:path w="2189479" h="761364">
                  <a:moveTo>
                    <a:pt x="874776" y="762"/>
                  </a:moveTo>
                  <a:lnTo>
                    <a:pt x="874776" y="0"/>
                  </a:lnTo>
                  <a:lnTo>
                    <a:pt x="872489" y="0"/>
                  </a:lnTo>
                  <a:lnTo>
                    <a:pt x="872489" y="762"/>
                  </a:lnTo>
                  <a:lnTo>
                    <a:pt x="874776" y="762"/>
                  </a:lnTo>
                  <a:close/>
                </a:path>
                <a:path w="2189479" h="761364">
                  <a:moveTo>
                    <a:pt x="871727" y="762"/>
                  </a:moveTo>
                  <a:lnTo>
                    <a:pt x="871727" y="0"/>
                  </a:lnTo>
                  <a:lnTo>
                    <a:pt x="869441" y="0"/>
                  </a:lnTo>
                  <a:lnTo>
                    <a:pt x="869441" y="762"/>
                  </a:lnTo>
                  <a:lnTo>
                    <a:pt x="871727" y="762"/>
                  </a:lnTo>
                  <a:close/>
                </a:path>
                <a:path w="2189479" h="761364">
                  <a:moveTo>
                    <a:pt x="868679" y="762"/>
                  </a:moveTo>
                  <a:lnTo>
                    <a:pt x="868679" y="0"/>
                  </a:lnTo>
                  <a:lnTo>
                    <a:pt x="866393" y="0"/>
                  </a:lnTo>
                  <a:lnTo>
                    <a:pt x="866393" y="762"/>
                  </a:lnTo>
                  <a:lnTo>
                    <a:pt x="868679" y="762"/>
                  </a:lnTo>
                  <a:close/>
                </a:path>
                <a:path w="2189479" h="761364">
                  <a:moveTo>
                    <a:pt x="865632" y="762"/>
                  </a:moveTo>
                  <a:lnTo>
                    <a:pt x="865632" y="0"/>
                  </a:lnTo>
                  <a:lnTo>
                    <a:pt x="863346" y="0"/>
                  </a:lnTo>
                  <a:lnTo>
                    <a:pt x="863346" y="762"/>
                  </a:lnTo>
                  <a:lnTo>
                    <a:pt x="865632" y="762"/>
                  </a:lnTo>
                  <a:close/>
                </a:path>
                <a:path w="2189479" h="761364">
                  <a:moveTo>
                    <a:pt x="862584" y="762"/>
                  </a:moveTo>
                  <a:lnTo>
                    <a:pt x="862584" y="0"/>
                  </a:lnTo>
                  <a:lnTo>
                    <a:pt x="860298" y="0"/>
                  </a:lnTo>
                  <a:lnTo>
                    <a:pt x="860298" y="762"/>
                  </a:lnTo>
                  <a:lnTo>
                    <a:pt x="862584" y="762"/>
                  </a:lnTo>
                  <a:close/>
                </a:path>
                <a:path w="2189479" h="761364">
                  <a:moveTo>
                    <a:pt x="859536" y="762"/>
                  </a:moveTo>
                  <a:lnTo>
                    <a:pt x="859536" y="0"/>
                  </a:lnTo>
                  <a:lnTo>
                    <a:pt x="857250" y="0"/>
                  </a:lnTo>
                  <a:lnTo>
                    <a:pt x="857250" y="762"/>
                  </a:lnTo>
                  <a:lnTo>
                    <a:pt x="859536" y="762"/>
                  </a:lnTo>
                  <a:close/>
                </a:path>
                <a:path w="2189479" h="761364">
                  <a:moveTo>
                    <a:pt x="856488" y="762"/>
                  </a:moveTo>
                  <a:lnTo>
                    <a:pt x="856488" y="0"/>
                  </a:lnTo>
                  <a:lnTo>
                    <a:pt x="854201" y="0"/>
                  </a:lnTo>
                  <a:lnTo>
                    <a:pt x="854201" y="762"/>
                  </a:lnTo>
                  <a:lnTo>
                    <a:pt x="856488" y="762"/>
                  </a:lnTo>
                  <a:close/>
                </a:path>
                <a:path w="2189479" h="761364">
                  <a:moveTo>
                    <a:pt x="853439" y="762"/>
                  </a:moveTo>
                  <a:lnTo>
                    <a:pt x="853439" y="0"/>
                  </a:lnTo>
                  <a:lnTo>
                    <a:pt x="851153" y="0"/>
                  </a:lnTo>
                  <a:lnTo>
                    <a:pt x="851153" y="762"/>
                  </a:lnTo>
                  <a:lnTo>
                    <a:pt x="853439" y="762"/>
                  </a:lnTo>
                  <a:close/>
                </a:path>
                <a:path w="2189479" h="761364">
                  <a:moveTo>
                    <a:pt x="850391" y="762"/>
                  </a:moveTo>
                  <a:lnTo>
                    <a:pt x="850391" y="0"/>
                  </a:lnTo>
                  <a:lnTo>
                    <a:pt x="848105" y="0"/>
                  </a:lnTo>
                  <a:lnTo>
                    <a:pt x="848105" y="762"/>
                  </a:lnTo>
                  <a:lnTo>
                    <a:pt x="850391" y="762"/>
                  </a:lnTo>
                  <a:close/>
                </a:path>
                <a:path w="2189479" h="761364">
                  <a:moveTo>
                    <a:pt x="847343" y="762"/>
                  </a:moveTo>
                  <a:lnTo>
                    <a:pt x="847343" y="0"/>
                  </a:lnTo>
                  <a:lnTo>
                    <a:pt x="845057" y="0"/>
                  </a:lnTo>
                  <a:lnTo>
                    <a:pt x="845057" y="762"/>
                  </a:lnTo>
                  <a:lnTo>
                    <a:pt x="847343" y="762"/>
                  </a:lnTo>
                  <a:close/>
                </a:path>
                <a:path w="2189479" h="761364">
                  <a:moveTo>
                    <a:pt x="844296" y="762"/>
                  </a:moveTo>
                  <a:lnTo>
                    <a:pt x="844296" y="0"/>
                  </a:lnTo>
                  <a:lnTo>
                    <a:pt x="842010" y="0"/>
                  </a:lnTo>
                  <a:lnTo>
                    <a:pt x="842010" y="762"/>
                  </a:lnTo>
                  <a:lnTo>
                    <a:pt x="844296" y="762"/>
                  </a:lnTo>
                  <a:close/>
                </a:path>
                <a:path w="2189479" h="761364">
                  <a:moveTo>
                    <a:pt x="841248" y="762"/>
                  </a:moveTo>
                  <a:lnTo>
                    <a:pt x="841248" y="0"/>
                  </a:lnTo>
                  <a:lnTo>
                    <a:pt x="838962" y="0"/>
                  </a:lnTo>
                  <a:lnTo>
                    <a:pt x="838962" y="762"/>
                  </a:lnTo>
                  <a:lnTo>
                    <a:pt x="841248" y="762"/>
                  </a:lnTo>
                  <a:close/>
                </a:path>
                <a:path w="2189479" h="761364">
                  <a:moveTo>
                    <a:pt x="838200" y="762"/>
                  </a:moveTo>
                  <a:lnTo>
                    <a:pt x="838200" y="0"/>
                  </a:lnTo>
                  <a:lnTo>
                    <a:pt x="835913" y="0"/>
                  </a:lnTo>
                  <a:lnTo>
                    <a:pt x="835913" y="762"/>
                  </a:lnTo>
                  <a:lnTo>
                    <a:pt x="838200" y="762"/>
                  </a:lnTo>
                  <a:close/>
                </a:path>
                <a:path w="2189479" h="761364">
                  <a:moveTo>
                    <a:pt x="835151" y="762"/>
                  </a:moveTo>
                  <a:lnTo>
                    <a:pt x="835151" y="0"/>
                  </a:lnTo>
                  <a:lnTo>
                    <a:pt x="832865" y="0"/>
                  </a:lnTo>
                  <a:lnTo>
                    <a:pt x="832865" y="762"/>
                  </a:lnTo>
                  <a:lnTo>
                    <a:pt x="835151" y="762"/>
                  </a:lnTo>
                  <a:close/>
                </a:path>
                <a:path w="2189479" h="761364">
                  <a:moveTo>
                    <a:pt x="832103" y="762"/>
                  </a:moveTo>
                  <a:lnTo>
                    <a:pt x="832103" y="0"/>
                  </a:lnTo>
                  <a:lnTo>
                    <a:pt x="829817" y="0"/>
                  </a:lnTo>
                  <a:lnTo>
                    <a:pt x="829817" y="762"/>
                  </a:lnTo>
                  <a:lnTo>
                    <a:pt x="832103" y="762"/>
                  </a:lnTo>
                  <a:close/>
                </a:path>
                <a:path w="2189479" h="761364">
                  <a:moveTo>
                    <a:pt x="829055" y="762"/>
                  </a:moveTo>
                  <a:lnTo>
                    <a:pt x="829055" y="0"/>
                  </a:lnTo>
                  <a:lnTo>
                    <a:pt x="826769" y="0"/>
                  </a:lnTo>
                  <a:lnTo>
                    <a:pt x="826769" y="762"/>
                  </a:lnTo>
                  <a:lnTo>
                    <a:pt x="829055" y="762"/>
                  </a:lnTo>
                  <a:close/>
                </a:path>
                <a:path w="2189479" h="761364">
                  <a:moveTo>
                    <a:pt x="826008" y="762"/>
                  </a:moveTo>
                  <a:lnTo>
                    <a:pt x="826008" y="0"/>
                  </a:lnTo>
                  <a:lnTo>
                    <a:pt x="823722" y="0"/>
                  </a:lnTo>
                  <a:lnTo>
                    <a:pt x="823722" y="762"/>
                  </a:lnTo>
                  <a:lnTo>
                    <a:pt x="826008" y="762"/>
                  </a:lnTo>
                  <a:close/>
                </a:path>
                <a:path w="2189479" h="761364">
                  <a:moveTo>
                    <a:pt x="822960" y="762"/>
                  </a:moveTo>
                  <a:lnTo>
                    <a:pt x="822960" y="0"/>
                  </a:lnTo>
                  <a:lnTo>
                    <a:pt x="820674" y="0"/>
                  </a:lnTo>
                  <a:lnTo>
                    <a:pt x="820674" y="762"/>
                  </a:lnTo>
                  <a:lnTo>
                    <a:pt x="822960" y="762"/>
                  </a:lnTo>
                  <a:close/>
                </a:path>
                <a:path w="2189479" h="761364">
                  <a:moveTo>
                    <a:pt x="819912" y="762"/>
                  </a:moveTo>
                  <a:lnTo>
                    <a:pt x="819912" y="0"/>
                  </a:lnTo>
                  <a:lnTo>
                    <a:pt x="817626" y="0"/>
                  </a:lnTo>
                  <a:lnTo>
                    <a:pt x="817626" y="762"/>
                  </a:lnTo>
                  <a:lnTo>
                    <a:pt x="819912" y="762"/>
                  </a:lnTo>
                  <a:close/>
                </a:path>
                <a:path w="2189479" h="761364">
                  <a:moveTo>
                    <a:pt x="816863" y="762"/>
                  </a:moveTo>
                  <a:lnTo>
                    <a:pt x="816863" y="0"/>
                  </a:lnTo>
                  <a:lnTo>
                    <a:pt x="814577" y="0"/>
                  </a:lnTo>
                  <a:lnTo>
                    <a:pt x="814577" y="762"/>
                  </a:lnTo>
                  <a:lnTo>
                    <a:pt x="816863" y="762"/>
                  </a:lnTo>
                  <a:close/>
                </a:path>
                <a:path w="2189479" h="761364">
                  <a:moveTo>
                    <a:pt x="813815" y="762"/>
                  </a:moveTo>
                  <a:lnTo>
                    <a:pt x="813815" y="0"/>
                  </a:lnTo>
                  <a:lnTo>
                    <a:pt x="811529" y="0"/>
                  </a:lnTo>
                  <a:lnTo>
                    <a:pt x="811529" y="762"/>
                  </a:lnTo>
                  <a:lnTo>
                    <a:pt x="813815" y="762"/>
                  </a:lnTo>
                  <a:close/>
                </a:path>
                <a:path w="2189479" h="761364">
                  <a:moveTo>
                    <a:pt x="810767" y="762"/>
                  </a:moveTo>
                  <a:lnTo>
                    <a:pt x="810767" y="0"/>
                  </a:lnTo>
                  <a:lnTo>
                    <a:pt x="808481" y="0"/>
                  </a:lnTo>
                  <a:lnTo>
                    <a:pt x="808481" y="762"/>
                  </a:lnTo>
                  <a:lnTo>
                    <a:pt x="810767" y="762"/>
                  </a:lnTo>
                  <a:close/>
                </a:path>
                <a:path w="2189479" h="761364">
                  <a:moveTo>
                    <a:pt x="807720" y="762"/>
                  </a:moveTo>
                  <a:lnTo>
                    <a:pt x="807720" y="0"/>
                  </a:lnTo>
                  <a:lnTo>
                    <a:pt x="805434" y="0"/>
                  </a:lnTo>
                  <a:lnTo>
                    <a:pt x="805434" y="762"/>
                  </a:lnTo>
                  <a:lnTo>
                    <a:pt x="807720" y="762"/>
                  </a:lnTo>
                  <a:close/>
                </a:path>
                <a:path w="2189479" h="761364">
                  <a:moveTo>
                    <a:pt x="804672" y="762"/>
                  </a:moveTo>
                  <a:lnTo>
                    <a:pt x="804672" y="0"/>
                  </a:lnTo>
                  <a:lnTo>
                    <a:pt x="802386" y="0"/>
                  </a:lnTo>
                  <a:lnTo>
                    <a:pt x="802386" y="762"/>
                  </a:lnTo>
                  <a:lnTo>
                    <a:pt x="804672" y="762"/>
                  </a:lnTo>
                  <a:close/>
                </a:path>
                <a:path w="2189479" h="761364">
                  <a:moveTo>
                    <a:pt x="801624" y="762"/>
                  </a:moveTo>
                  <a:lnTo>
                    <a:pt x="801624" y="0"/>
                  </a:lnTo>
                  <a:lnTo>
                    <a:pt x="799338" y="0"/>
                  </a:lnTo>
                  <a:lnTo>
                    <a:pt x="799338" y="762"/>
                  </a:lnTo>
                  <a:lnTo>
                    <a:pt x="801624" y="762"/>
                  </a:lnTo>
                  <a:close/>
                </a:path>
                <a:path w="2189479" h="761364">
                  <a:moveTo>
                    <a:pt x="798576" y="762"/>
                  </a:moveTo>
                  <a:lnTo>
                    <a:pt x="798576" y="0"/>
                  </a:lnTo>
                  <a:lnTo>
                    <a:pt x="796289" y="0"/>
                  </a:lnTo>
                  <a:lnTo>
                    <a:pt x="796289" y="762"/>
                  </a:lnTo>
                  <a:lnTo>
                    <a:pt x="798576" y="762"/>
                  </a:lnTo>
                  <a:close/>
                </a:path>
                <a:path w="2189479" h="761364">
                  <a:moveTo>
                    <a:pt x="795527" y="762"/>
                  </a:moveTo>
                  <a:lnTo>
                    <a:pt x="795527" y="0"/>
                  </a:lnTo>
                  <a:lnTo>
                    <a:pt x="793241" y="0"/>
                  </a:lnTo>
                  <a:lnTo>
                    <a:pt x="793241" y="762"/>
                  </a:lnTo>
                  <a:lnTo>
                    <a:pt x="795527" y="762"/>
                  </a:lnTo>
                  <a:close/>
                </a:path>
                <a:path w="2189479" h="761364">
                  <a:moveTo>
                    <a:pt x="792479" y="762"/>
                  </a:moveTo>
                  <a:lnTo>
                    <a:pt x="792479" y="0"/>
                  </a:lnTo>
                  <a:lnTo>
                    <a:pt x="790193" y="0"/>
                  </a:lnTo>
                  <a:lnTo>
                    <a:pt x="790193" y="762"/>
                  </a:lnTo>
                  <a:lnTo>
                    <a:pt x="792479" y="762"/>
                  </a:lnTo>
                  <a:close/>
                </a:path>
                <a:path w="2189479" h="761364">
                  <a:moveTo>
                    <a:pt x="789432" y="762"/>
                  </a:moveTo>
                  <a:lnTo>
                    <a:pt x="789432" y="0"/>
                  </a:lnTo>
                  <a:lnTo>
                    <a:pt x="787146" y="0"/>
                  </a:lnTo>
                  <a:lnTo>
                    <a:pt x="787146" y="762"/>
                  </a:lnTo>
                  <a:lnTo>
                    <a:pt x="789432" y="762"/>
                  </a:lnTo>
                  <a:close/>
                </a:path>
                <a:path w="2189479" h="761364">
                  <a:moveTo>
                    <a:pt x="786384" y="762"/>
                  </a:moveTo>
                  <a:lnTo>
                    <a:pt x="786384" y="0"/>
                  </a:lnTo>
                  <a:lnTo>
                    <a:pt x="784098" y="0"/>
                  </a:lnTo>
                  <a:lnTo>
                    <a:pt x="784098" y="762"/>
                  </a:lnTo>
                  <a:lnTo>
                    <a:pt x="786384" y="762"/>
                  </a:lnTo>
                  <a:close/>
                </a:path>
                <a:path w="2189479" h="761364">
                  <a:moveTo>
                    <a:pt x="783336" y="762"/>
                  </a:moveTo>
                  <a:lnTo>
                    <a:pt x="783336" y="0"/>
                  </a:lnTo>
                  <a:lnTo>
                    <a:pt x="781050" y="0"/>
                  </a:lnTo>
                  <a:lnTo>
                    <a:pt x="781050" y="762"/>
                  </a:lnTo>
                  <a:lnTo>
                    <a:pt x="783336" y="762"/>
                  </a:lnTo>
                  <a:close/>
                </a:path>
                <a:path w="2189479" h="761364">
                  <a:moveTo>
                    <a:pt x="780288" y="762"/>
                  </a:moveTo>
                  <a:lnTo>
                    <a:pt x="780288" y="0"/>
                  </a:lnTo>
                  <a:lnTo>
                    <a:pt x="778001" y="0"/>
                  </a:lnTo>
                  <a:lnTo>
                    <a:pt x="778001" y="762"/>
                  </a:lnTo>
                  <a:lnTo>
                    <a:pt x="780288" y="762"/>
                  </a:lnTo>
                  <a:close/>
                </a:path>
                <a:path w="2189479" h="761364">
                  <a:moveTo>
                    <a:pt x="777239" y="762"/>
                  </a:moveTo>
                  <a:lnTo>
                    <a:pt x="777239" y="0"/>
                  </a:lnTo>
                  <a:lnTo>
                    <a:pt x="774953" y="0"/>
                  </a:lnTo>
                  <a:lnTo>
                    <a:pt x="774953" y="762"/>
                  </a:lnTo>
                  <a:lnTo>
                    <a:pt x="777239" y="762"/>
                  </a:lnTo>
                  <a:close/>
                </a:path>
                <a:path w="2189479" h="761364">
                  <a:moveTo>
                    <a:pt x="774191" y="762"/>
                  </a:moveTo>
                  <a:lnTo>
                    <a:pt x="774191" y="0"/>
                  </a:lnTo>
                  <a:lnTo>
                    <a:pt x="771905" y="0"/>
                  </a:lnTo>
                  <a:lnTo>
                    <a:pt x="771905" y="762"/>
                  </a:lnTo>
                  <a:lnTo>
                    <a:pt x="774191" y="762"/>
                  </a:lnTo>
                  <a:close/>
                </a:path>
                <a:path w="2189479" h="761364">
                  <a:moveTo>
                    <a:pt x="771143" y="762"/>
                  </a:moveTo>
                  <a:lnTo>
                    <a:pt x="771143" y="0"/>
                  </a:lnTo>
                  <a:lnTo>
                    <a:pt x="768857" y="0"/>
                  </a:lnTo>
                  <a:lnTo>
                    <a:pt x="768857" y="762"/>
                  </a:lnTo>
                  <a:lnTo>
                    <a:pt x="771143" y="762"/>
                  </a:lnTo>
                  <a:close/>
                </a:path>
                <a:path w="2189479" h="761364">
                  <a:moveTo>
                    <a:pt x="768096" y="762"/>
                  </a:moveTo>
                  <a:lnTo>
                    <a:pt x="768096" y="0"/>
                  </a:lnTo>
                  <a:lnTo>
                    <a:pt x="765810" y="0"/>
                  </a:lnTo>
                  <a:lnTo>
                    <a:pt x="765810" y="762"/>
                  </a:lnTo>
                  <a:lnTo>
                    <a:pt x="768096" y="762"/>
                  </a:lnTo>
                  <a:close/>
                </a:path>
                <a:path w="2189479" h="761364">
                  <a:moveTo>
                    <a:pt x="765048" y="762"/>
                  </a:moveTo>
                  <a:lnTo>
                    <a:pt x="765048" y="0"/>
                  </a:lnTo>
                  <a:lnTo>
                    <a:pt x="762762" y="0"/>
                  </a:lnTo>
                  <a:lnTo>
                    <a:pt x="762762" y="762"/>
                  </a:lnTo>
                  <a:lnTo>
                    <a:pt x="765048" y="762"/>
                  </a:lnTo>
                  <a:close/>
                </a:path>
                <a:path w="2189479" h="761364">
                  <a:moveTo>
                    <a:pt x="762000" y="762"/>
                  </a:moveTo>
                  <a:lnTo>
                    <a:pt x="762000" y="0"/>
                  </a:lnTo>
                  <a:lnTo>
                    <a:pt x="759713" y="0"/>
                  </a:lnTo>
                  <a:lnTo>
                    <a:pt x="759713" y="762"/>
                  </a:lnTo>
                  <a:lnTo>
                    <a:pt x="762000" y="762"/>
                  </a:lnTo>
                  <a:close/>
                </a:path>
                <a:path w="2189479" h="761364">
                  <a:moveTo>
                    <a:pt x="758951" y="762"/>
                  </a:moveTo>
                  <a:lnTo>
                    <a:pt x="758951" y="0"/>
                  </a:lnTo>
                  <a:lnTo>
                    <a:pt x="756665" y="0"/>
                  </a:lnTo>
                  <a:lnTo>
                    <a:pt x="756665" y="762"/>
                  </a:lnTo>
                  <a:lnTo>
                    <a:pt x="758951" y="762"/>
                  </a:lnTo>
                  <a:close/>
                </a:path>
                <a:path w="2189479" h="761364">
                  <a:moveTo>
                    <a:pt x="755903" y="762"/>
                  </a:moveTo>
                  <a:lnTo>
                    <a:pt x="755903" y="0"/>
                  </a:lnTo>
                  <a:lnTo>
                    <a:pt x="753617" y="0"/>
                  </a:lnTo>
                  <a:lnTo>
                    <a:pt x="753617" y="762"/>
                  </a:lnTo>
                  <a:lnTo>
                    <a:pt x="755903" y="762"/>
                  </a:lnTo>
                  <a:close/>
                </a:path>
                <a:path w="2189479" h="761364">
                  <a:moveTo>
                    <a:pt x="752855" y="762"/>
                  </a:moveTo>
                  <a:lnTo>
                    <a:pt x="752855" y="0"/>
                  </a:lnTo>
                  <a:lnTo>
                    <a:pt x="750569" y="0"/>
                  </a:lnTo>
                  <a:lnTo>
                    <a:pt x="750569" y="762"/>
                  </a:lnTo>
                  <a:lnTo>
                    <a:pt x="752855" y="762"/>
                  </a:lnTo>
                  <a:close/>
                </a:path>
                <a:path w="2189479" h="761364">
                  <a:moveTo>
                    <a:pt x="749808" y="762"/>
                  </a:moveTo>
                  <a:lnTo>
                    <a:pt x="749808" y="0"/>
                  </a:lnTo>
                  <a:lnTo>
                    <a:pt x="747522" y="0"/>
                  </a:lnTo>
                  <a:lnTo>
                    <a:pt x="747522" y="762"/>
                  </a:lnTo>
                  <a:lnTo>
                    <a:pt x="749808" y="762"/>
                  </a:lnTo>
                  <a:close/>
                </a:path>
                <a:path w="2189479" h="761364">
                  <a:moveTo>
                    <a:pt x="746760" y="762"/>
                  </a:moveTo>
                  <a:lnTo>
                    <a:pt x="746760" y="0"/>
                  </a:lnTo>
                  <a:lnTo>
                    <a:pt x="744474" y="0"/>
                  </a:lnTo>
                  <a:lnTo>
                    <a:pt x="744474" y="762"/>
                  </a:lnTo>
                  <a:lnTo>
                    <a:pt x="746760" y="762"/>
                  </a:lnTo>
                  <a:close/>
                </a:path>
                <a:path w="2189479" h="761364">
                  <a:moveTo>
                    <a:pt x="743712" y="762"/>
                  </a:moveTo>
                  <a:lnTo>
                    <a:pt x="743712" y="0"/>
                  </a:lnTo>
                  <a:lnTo>
                    <a:pt x="741426" y="0"/>
                  </a:lnTo>
                  <a:lnTo>
                    <a:pt x="741426" y="762"/>
                  </a:lnTo>
                  <a:lnTo>
                    <a:pt x="743712" y="762"/>
                  </a:lnTo>
                  <a:close/>
                </a:path>
                <a:path w="2189479" h="761364">
                  <a:moveTo>
                    <a:pt x="740663" y="762"/>
                  </a:moveTo>
                  <a:lnTo>
                    <a:pt x="740663" y="0"/>
                  </a:lnTo>
                  <a:lnTo>
                    <a:pt x="738377" y="0"/>
                  </a:lnTo>
                  <a:lnTo>
                    <a:pt x="738377" y="762"/>
                  </a:lnTo>
                  <a:lnTo>
                    <a:pt x="740663" y="762"/>
                  </a:lnTo>
                  <a:close/>
                </a:path>
                <a:path w="2189479" h="761364">
                  <a:moveTo>
                    <a:pt x="737615" y="762"/>
                  </a:moveTo>
                  <a:lnTo>
                    <a:pt x="737615" y="0"/>
                  </a:lnTo>
                  <a:lnTo>
                    <a:pt x="735329" y="0"/>
                  </a:lnTo>
                  <a:lnTo>
                    <a:pt x="735329" y="762"/>
                  </a:lnTo>
                  <a:lnTo>
                    <a:pt x="737615" y="762"/>
                  </a:lnTo>
                  <a:close/>
                </a:path>
                <a:path w="2189479" h="761364">
                  <a:moveTo>
                    <a:pt x="734567" y="762"/>
                  </a:moveTo>
                  <a:lnTo>
                    <a:pt x="734567" y="0"/>
                  </a:lnTo>
                  <a:lnTo>
                    <a:pt x="732281" y="0"/>
                  </a:lnTo>
                  <a:lnTo>
                    <a:pt x="732281" y="762"/>
                  </a:lnTo>
                  <a:lnTo>
                    <a:pt x="734567" y="762"/>
                  </a:lnTo>
                  <a:close/>
                </a:path>
                <a:path w="2189479" h="761364">
                  <a:moveTo>
                    <a:pt x="731520" y="762"/>
                  </a:moveTo>
                  <a:lnTo>
                    <a:pt x="731520" y="0"/>
                  </a:lnTo>
                  <a:lnTo>
                    <a:pt x="729234" y="0"/>
                  </a:lnTo>
                  <a:lnTo>
                    <a:pt x="729234" y="762"/>
                  </a:lnTo>
                  <a:lnTo>
                    <a:pt x="731520" y="762"/>
                  </a:lnTo>
                  <a:close/>
                </a:path>
                <a:path w="2189479" h="761364">
                  <a:moveTo>
                    <a:pt x="728472" y="762"/>
                  </a:moveTo>
                  <a:lnTo>
                    <a:pt x="728472" y="0"/>
                  </a:lnTo>
                  <a:lnTo>
                    <a:pt x="726186" y="0"/>
                  </a:lnTo>
                  <a:lnTo>
                    <a:pt x="726186" y="762"/>
                  </a:lnTo>
                  <a:lnTo>
                    <a:pt x="728472" y="762"/>
                  </a:lnTo>
                  <a:close/>
                </a:path>
                <a:path w="2189479" h="761364">
                  <a:moveTo>
                    <a:pt x="725424" y="762"/>
                  </a:moveTo>
                  <a:lnTo>
                    <a:pt x="725424" y="0"/>
                  </a:lnTo>
                  <a:lnTo>
                    <a:pt x="723138" y="0"/>
                  </a:lnTo>
                  <a:lnTo>
                    <a:pt x="723138" y="762"/>
                  </a:lnTo>
                  <a:lnTo>
                    <a:pt x="725424" y="762"/>
                  </a:lnTo>
                  <a:close/>
                </a:path>
                <a:path w="2189479" h="761364">
                  <a:moveTo>
                    <a:pt x="722376" y="762"/>
                  </a:moveTo>
                  <a:lnTo>
                    <a:pt x="722376" y="0"/>
                  </a:lnTo>
                  <a:lnTo>
                    <a:pt x="720089" y="0"/>
                  </a:lnTo>
                  <a:lnTo>
                    <a:pt x="720089" y="762"/>
                  </a:lnTo>
                  <a:lnTo>
                    <a:pt x="722376" y="762"/>
                  </a:lnTo>
                  <a:close/>
                </a:path>
                <a:path w="2189479" h="761364">
                  <a:moveTo>
                    <a:pt x="719327" y="762"/>
                  </a:moveTo>
                  <a:lnTo>
                    <a:pt x="719327" y="0"/>
                  </a:lnTo>
                  <a:lnTo>
                    <a:pt x="717041" y="0"/>
                  </a:lnTo>
                  <a:lnTo>
                    <a:pt x="717041" y="762"/>
                  </a:lnTo>
                  <a:lnTo>
                    <a:pt x="719327" y="762"/>
                  </a:lnTo>
                  <a:close/>
                </a:path>
                <a:path w="2189479" h="761364">
                  <a:moveTo>
                    <a:pt x="716279" y="762"/>
                  </a:moveTo>
                  <a:lnTo>
                    <a:pt x="716279" y="0"/>
                  </a:lnTo>
                  <a:lnTo>
                    <a:pt x="713993" y="0"/>
                  </a:lnTo>
                  <a:lnTo>
                    <a:pt x="713993" y="762"/>
                  </a:lnTo>
                  <a:lnTo>
                    <a:pt x="716279" y="762"/>
                  </a:lnTo>
                  <a:close/>
                </a:path>
                <a:path w="2189479" h="761364">
                  <a:moveTo>
                    <a:pt x="713232" y="762"/>
                  </a:moveTo>
                  <a:lnTo>
                    <a:pt x="713232" y="0"/>
                  </a:lnTo>
                  <a:lnTo>
                    <a:pt x="710946" y="0"/>
                  </a:lnTo>
                  <a:lnTo>
                    <a:pt x="710946" y="762"/>
                  </a:lnTo>
                  <a:lnTo>
                    <a:pt x="713232" y="762"/>
                  </a:lnTo>
                  <a:close/>
                </a:path>
                <a:path w="2189479" h="761364">
                  <a:moveTo>
                    <a:pt x="710184" y="762"/>
                  </a:moveTo>
                  <a:lnTo>
                    <a:pt x="710184" y="0"/>
                  </a:lnTo>
                  <a:lnTo>
                    <a:pt x="707898" y="0"/>
                  </a:lnTo>
                  <a:lnTo>
                    <a:pt x="707898" y="762"/>
                  </a:lnTo>
                  <a:lnTo>
                    <a:pt x="710184" y="762"/>
                  </a:lnTo>
                  <a:close/>
                </a:path>
                <a:path w="2189479" h="761364">
                  <a:moveTo>
                    <a:pt x="707136" y="762"/>
                  </a:moveTo>
                  <a:lnTo>
                    <a:pt x="707136" y="0"/>
                  </a:lnTo>
                  <a:lnTo>
                    <a:pt x="704850" y="0"/>
                  </a:lnTo>
                  <a:lnTo>
                    <a:pt x="704850" y="762"/>
                  </a:lnTo>
                  <a:lnTo>
                    <a:pt x="707136" y="762"/>
                  </a:lnTo>
                  <a:close/>
                </a:path>
                <a:path w="2189479" h="761364">
                  <a:moveTo>
                    <a:pt x="704088" y="762"/>
                  </a:moveTo>
                  <a:lnTo>
                    <a:pt x="704088" y="0"/>
                  </a:lnTo>
                  <a:lnTo>
                    <a:pt x="701801" y="0"/>
                  </a:lnTo>
                  <a:lnTo>
                    <a:pt x="701801" y="762"/>
                  </a:lnTo>
                  <a:lnTo>
                    <a:pt x="704088" y="762"/>
                  </a:lnTo>
                  <a:close/>
                </a:path>
                <a:path w="2189479" h="761364">
                  <a:moveTo>
                    <a:pt x="701039" y="762"/>
                  </a:moveTo>
                  <a:lnTo>
                    <a:pt x="701039" y="0"/>
                  </a:lnTo>
                  <a:lnTo>
                    <a:pt x="698753" y="0"/>
                  </a:lnTo>
                  <a:lnTo>
                    <a:pt x="698753" y="762"/>
                  </a:lnTo>
                  <a:lnTo>
                    <a:pt x="701039" y="762"/>
                  </a:lnTo>
                  <a:close/>
                </a:path>
                <a:path w="2189479" h="761364">
                  <a:moveTo>
                    <a:pt x="697991" y="762"/>
                  </a:moveTo>
                  <a:lnTo>
                    <a:pt x="697991" y="0"/>
                  </a:lnTo>
                  <a:lnTo>
                    <a:pt x="695705" y="0"/>
                  </a:lnTo>
                  <a:lnTo>
                    <a:pt x="695705" y="762"/>
                  </a:lnTo>
                  <a:lnTo>
                    <a:pt x="697991" y="762"/>
                  </a:lnTo>
                  <a:close/>
                </a:path>
                <a:path w="2189479" h="761364">
                  <a:moveTo>
                    <a:pt x="694943" y="762"/>
                  </a:moveTo>
                  <a:lnTo>
                    <a:pt x="694943" y="0"/>
                  </a:lnTo>
                  <a:lnTo>
                    <a:pt x="692657" y="0"/>
                  </a:lnTo>
                  <a:lnTo>
                    <a:pt x="692657" y="762"/>
                  </a:lnTo>
                  <a:lnTo>
                    <a:pt x="694943" y="762"/>
                  </a:lnTo>
                  <a:close/>
                </a:path>
                <a:path w="2189479" h="761364">
                  <a:moveTo>
                    <a:pt x="691896" y="762"/>
                  </a:moveTo>
                  <a:lnTo>
                    <a:pt x="691896" y="0"/>
                  </a:lnTo>
                  <a:lnTo>
                    <a:pt x="689610" y="0"/>
                  </a:lnTo>
                  <a:lnTo>
                    <a:pt x="689610" y="762"/>
                  </a:lnTo>
                  <a:lnTo>
                    <a:pt x="691896" y="762"/>
                  </a:lnTo>
                  <a:close/>
                </a:path>
                <a:path w="2189479" h="761364">
                  <a:moveTo>
                    <a:pt x="688848" y="762"/>
                  </a:moveTo>
                  <a:lnTo>
                    <a:pt x="688848" y="0"/>
                  </a:lnTo>
                  <a:lnTo>
                    <a:pt x="686562" y="0"/>
                  </a:lnTo>
                  <a:lnTo>
                    <a:pt x="686562" y="762"/>
                  </a:lnTo>
                  <a:lnTo>
                    <a:pt x="688848" y="762"/>
                  </a:lnTo>
                  <a:close/>
                </a:path>
                <a:path w="2189479" h="761364">
                  <a:moveTo>
                    <a:pt x="685800" y="762"/>
                  </a:moveTo>
                  <a:lnTo>
                    <a:pt x="685800" y="0"/>
                  </a:lnTo>
                  <a:lnTo>
                    <a:pt x="683513" y="0"/>
                  </a:lnTo>
                  <a:lnTo>
                    <a:pt x="683513" y="762"/>
                  </a:lnTo>
                  <a:lnTo>
                    <a:pt x="685800" y="762"/>
                  </a:lnTo>
                  <a:close/>
                </a:path>
                <a:path w="2189479" h="761364">
                  <a:moveTo>
                    <a:pt x="682751" y="762"/>
                  </a:moveTo>
                  <a:lnTo>
                    <a:pt x="682751" y="0"/>
                  </a:lnTo>
                  <a:lnTo>
                    <a:pt x="680465" y="0"/>
                  </a:lnTo>
                  <a:lnTo>
                    <a:pt x="680465" y="762"/>
                  </a:lnTo>
                  <a:lnTo>
                    <a:pt x="682751" y="762"/>
                  </a:lnTo>
                  <a:close/>
                </a:path>
                <a:path w="2189479" h="761364">
                  <a:moveTo>
                    <a:pt x="679703" y="762"/>
                  </a:moveTo>
                  <a:lnTo>
                    <a:pt x="679703" y="0"/>
                  </a:lnTo>
                  <a:lnTo>
                    <a:pt x="677417" y="0"/>
                  </a:lnTo>
                  <a:lnTo>
                    <a:pt x="677417" y="762"/>
                  </a:lnTo>
                  <a:lnTo>
                    <a:pt x="679703" y="762"/>
                  </a:lnTo>
                  <a:close/>
                </a:path>
                <a:path w="2189479" h="761364">
                  <a:moveTo>
                    <a:pt x="676655" y="762"/>
                  </a:moveTo>
                  <a:lnTo>
                    <a:pt x="676655" y="0"/>
                  </a:lnTo>
                  <a:lnTo>
                    <a:pt x="674369" y="0"/>
                  </a:lnTo>
                  <a:lnTo>
                    <a:pt x="674369" y="762"/>
                  </a:lnTo>
                  <a:lnTo>
                    <a:pt x="676655" y="762"/>
                  </a:lnTo>
                  <a:close/>
                </a:path>
                <a:path w="2189479" h="761364">
                  <a:moveTo>
                    <a:pt x="673608" y="762"/>
                  </a:moveTo>
                  <a:lnTo>
                    <a:pt x="673608" y="0"/>
                  </a:lnTo>
                  <a:lnTo>
                    <a:pt x="671322" y="0"/>
                  </a:lnTo>
                  <a:lnTo>
                    <a:pt x="671322" y="762"/>
                  </a:lnTo>
                  <a:lnTo>
                    <a:pt x="673608" y="762"/>
                  </a:lnTo>
                  <a:close/>
                </a:path>
                <a:path w="2189479" h="761364">
                  <a:moveTo>
                    <a:pt x="670560" y="762"/>
                  </a:moveTo>
                  <a:lnTo>
                    <a:pt x="670560" y="0"/>
                  </a:lnTo>
                  <a:lnTo>
                    <a:pt x="668274" y="0"/>
                  </a:lnTo>
                  <a:lnTo>
                    <a:pt x="668274" y="762"/>
                  </a:lnTo>
                  <a:lnTo>
                    <a:pt x="670560" y="762"/>
                  </a:lnTo>
                  <a:close/>
                </a:path>
                <a:path w="2189479" h="761364">
                  <a:moveTo>
                    <a:pt x="667512" y="762"/>
                  </a:moveTo>
                  <a:lnTo>
                    <a:pt x="667512" y="0"/>
                  </a:lnTo>
                  <a:lnTo>
                    <a:pt x="665226" y="0"/>
                  </a:lnTo>
                  <a:lnTo>
                    <a:pt x="665226" y="762"/>
                  </a:lnTo>
                  <a:lnTo>
                    <a:pt x="667512" y="762"/>
                  </a:lnTo>
                  <a:close/>
                </a:path>
                <a:path w="2189479" h="761364">
                  <a:moveTo>
                    <a:pt x="664463" y="762"/>
                  </a:moveTo>
                  <a:lnTo>
                    <a:pt x="664463" y="0"/>
                  </a:lnTo>
                  <a:lnTo>
                    <a:pt x="662177" y="0"/>
                  </a:lnTo>
                  <a:lnTo>
                    <a:pt x="662177" y="762"/>
                  </a:lnTo>
                  <a:lnTo>
                    <a:pt x="664463" y="762"/>
                  </a:lnTo>
                  <a:close/>
                </a:path>
                <a:path w="2189479" h="761364">
                  <a:moveTo>
                    <a:pt x="661415" y="762"/>
                  </a:moveTo>
                  <a:lnTo>
                    <a:pt x="661415" y="0"/>
                  </a:lnTo>
                  <a:lnTo>
                    <a:pt x="659129" y="0"/>
                  </a:lnTo>
                  <a:lnTo>
                    <a:pt x="659129" y="762"/>
                  </a:lnTo>
                  <a:lnTo>
                    <a:pt x="661415" y="762"/>
                  </a:lnTo>
                  <a:close/>
                </a:path>
                <a:path w="2189479" h="761364">
                  <a:moveTo>
                    <a:pt x="658367" y="762"/>
                  </a:moveTo>
                  <a:lnTo>
                    <a:pt x="658367" y="0"/>
                  </a:lnTo>
                  <a:lnTo>
                    <a:pt x="656081" y="0"/>
                  </a:lnTo>
                  <a:lnTo>
                    <a:pt x="656081" y="762"/>
                  </a:lnTo>
                  <a:lnTo>
                    <a:pt x="658367" y="762"/>
                  </a:lnTo>
                  <a:close/>
                </a:path>
                <a:path w="2189479" h="761364">
                  <a:moveTo>
                    <a:pt x="655320" y="762"/>
                  </a:moveTo>
                  <a:lnTo>
                    <a:pt x="655320" y="0"/>
                  </a:lnTo>
                  <a:lnTo>
                    <a:pt x="653034" y="0"/>
                  </a:lnTo>
                  <a:lnTo>
                    <a:pt x="653034" y="762"/>
                  </a:lnTo>
                  <a:lnTo>
                    <a:pt x="655320" y="762"/>
                  </a:lnTo>
                  <a:close/>
                </a:path>
                <a:path w="2189479" h="761364">
                  <a:moveTo>
                    <a:pt x="652272" y="762"/>
                  </a:moveTo>
                  <a:lnTo>
                    <a:pt x="652272" y="0"/>
                  </a:lnTo>
                  <a:lnTo>
                    <a:pt x="649986" y="0"/>
                  </a:lnTo>
                  <a:lnTo>
                    <a:pt x="649986" y="762"/>
                  </a:lnTo>
                  <a:lnTo>
                    <a:pt x="652272" y="762"/>
                  </a:lnTo>
                  <a:close/>
                </a:path>
                <a:path w="2189479" h="761364">
                  <a:moveTo>
                    <a:pt x="649224" y="762"/>
                  </a:moveTo>
                  <a:lnTo>
                    <a:pt x="649224" y="0"/>
                  </a:lnTo>
                  <a:lnTo>
                    <a:pt x="646938" y="0"/>
                  </a:lnTo>
                  <a:lnTo>
                    <a:pt x="646938" y="762"/>
                  </a:lnTo>
                  <a:lnTo>
                    <a:pt x="649224" y="762"/>
                  </a:lnTo>
                  <a:close/>
                </a:path>
                <a:path w="2189479" h="761364">
                  <a:moveTo>
                    <a:pt x="646176" y="762"/>
                  </a:moveTo>
                  <a:lnTo>
                    <a:pt x="646176" y="0"/>
                  </a:lnTo>
                  <a:lnTo>
                    <a:pt x="643889" y="0"/>
                  </a:lnTo>
                  <a:lnTo>
                    <a:pt x="643889" y="762"/>
                  </a:lnTo>
                  <a:lnTo>
                    <a:pt x="646176" y="762"/>
                  </a:lnTo>
                  <a:close/>
                </a:path>
                <a:path w="2189479" h="761364">
                  <a:moveTo>
                    <a:pt x="643127" y="762"/>
                  </a:moveTo>
                  <a:lnTo>
                    <a:pt x="643127" y="0"/>
                  </a:lnTo>
                  <a:lnTo>
                    <a:pt x="640841" y="0"/>
                  </a:lnTo>
                  <a:lnTo>
                    <a:pt x="640841" y="762"/>
                  </a:lnTo>
                  <a:lnTo>
                    <a:pt x="643127" y="762"/>
                  </a:lnTo>
                  <a:close/>
                </a:path>
                <a:path w="2189479" h="761364">
                  <a:moveTo>
                    <a:pt x="640079" y="762"/>
                  </a:moveTo>
                  <a:lnTo>
                    <a:pt x="640079" y="0"/>
                  </a:lnTo>
                  <a:lnTo>
                    <a:pt x="637793" y="0"/>
                  </a:lnTo>
                  <a:lnTo>
                    <a:pt x="637793" y="762"/>
                  </a:lnTo>
                  <a:lnTo>
                    <a:pt x="640079" y="762"/>
                  </a:lnTo>
                  <a:close/>
                </a:path>
                <a:path w="2189479" h="761364">
                  <a:moveTo>
                    <a:pt x="637032" y="762"/>
                  </a:moveTo>
                  <a:lnTo>
                    <a:pt x="637032" y="0"/>
                  </a:lnTo>
                  <a:lnTo>
                    <a:pt x="634746" y="0"/>
                  </a:lnTo>
                  <a:lnTo>
                    <a:pt x="634746" y="762"/>
                  </a:lnTo>
                  <a:lnTo>
                    <a:pt x="637032" y="762"/>
                  </a:lnTo>
                  <a:close/>
                </a:path>
                <a:path w="2189479" h="761364">
                  <a:moveTo>
                    <a:pt x="633984" y="762"/>
                  </a:moveTo>
                  <a:lnTo>
                    <a:pt x="633984" y="0"/>
                  </a:lnTo>
                  <a:lnTo>
                    <a:pt x="631698" y="0"/>
                  </a:lnTo>
                  <a:lnTo>
                    <a:pt x="631698" y="762"/>
                  </a:lnTo>
                  <a:lnTo>
                    <a:pt x="633984" y="762"/>
                  </a:lnTo>
                  <a:close/>
                </a:path>
                <a:path w="2189479" h="761364">
                  <a:moveTo>
                    <a:pt x="630936" y="762"/>
                  </a:moveTo>
                  <a:lnTo>
                    <a:pt x="630936" y="0"/>
                  </a:lnTo>
                  <a:lnTo>
                    <a:pt x="628650" y="0"/>
                  </a:lnTo>
                  <a:lnTo>
                    <a:pt x="628650" y="762"/>
                  </a:lnTo>
                  <a:lnTo>
                    <a:pt x="630936" y="762"/>
                  </a:lnTo>
                  <a:close/>
                </a:path>
                <a:path w="2189479" h="761364">
                  <a:moveTo>
                    <a:pt x="627888" y="762"/>
                  </a:moveTo>
                  <a:lnTo>
                    <a:pt x="627888" y="0"/>
                  </a:lnTo>
                  <a:lnTo>
                    <a:pt x="625601" y="0"/>
                  </a:lnTo>
                  <a:lnTo>
                    <a:pt x="625601" y="762"/>
                  </a:lnTo>
                  <a:lnTo>
                    <a:pt x="627888" y="762"/>
                  </a:lnTo>
                  <a:close/>
                </a:path>
                <a:path w="2189479" h="761364">
                  <a:moveTo>
                    <a:pt x="624839" y="762"/>
                  </a:moveTo>
                  <a:lnTo>
                    <a:pt x="624839" y="0"/>
                  </a:lnTo>
                  <a:lnTo>
                    <a:pt x="622553" y="0"/>
                  </a:lnTo>
                  <a:lnTo>
                    <a:pt x="622553" y="762"/>
                  </a:lnTo>
                  <a:lnTo>
                    <a:pt x="624839" y="762"/>
                  </a:lnTo>
                  <a:close/>
                </a:path>
                <a:path w="2189479" h="761364">
                  <a:moveTo>
                    <a:pt x="621791" y="762"/>
                  </a:moveTo>
                  <a:lnTo>
                    <a:pt x="621791" y="0"/>
                  </a:lnTo>
                  <a:lnTo>
                    <a:pt x="619505" y="0"/>
                  </a:lnTo>
                  <a:lnTo>
                    <a:pt x="619505" y="762"/>
                  </a:lnTo>
                  <a:lnTo>
                    <a:pt x="621791" y="762"/>
                  </a:lnTo>
                  <a:close/>
                </a:path>
                <a:path w="2189479" h="761364">
                  <a:moveTo>
                    <a:pt x="618743" y="762"/>
                  </a:moveTo>
                  <a:lnTo>
                    <a:pt x="618743" y="0"/>
                  </a:lnTo>
                  <a:lnTo>
                    <a:pt x="616457" y="0"/>
                  </a:lnTo>
                  <a:lnTo>
                    <a:pt x="616457" y="762"/>
                  </a:lnTo>
                  <a:lnTo>
                    <a:pt x="618743" y="762"/>
                  </a:lnTo>
                  <a:close/>
                </a:path>
                <a:path w="2189479" h="761364">
                  <a:moveTo>
                    <a:pt x="615696" y="762"/>
                  </a:moveTo>
                  <a:lnTo>
                    <a:pt x="615696" y="0"/>
                  </a:lnTo>
                  <a:lnTo>
                    <a:pt x="613410" y="0"/>
                  </a:lnTo>
                  <a:lnTo>
                    <a:pt x="613410" y="762"/>
                  </a:lnTo>
                  <a:lnTo>
                    <a:pt x="615696" y="762"/>
                  </a:lnTo>
                  <a:close/>
                </a:path>
                <a:path w="2189479" h="761364">
                  <a:moveTo>
                    <a:pt x="612648" y="762"/>
                  </a:moveTo>
                  <a:lnTo>
                    <a:pt x="612648" y="0"/>
                  </a:lnTo>
                  <a:lnTo>
                    <a:pt x="610362" y="0"/>
                  </a:lnTo>
                  <a:lnTo>
                    <a:pt x="610362" y="762"/>
                  </a:lnTo>
                  <a:lnTo>
                    <a:pt x="612648" y="762"/>
                  </a:lnTo>
                  <a:close/>
                </a:path>
                <a:path w="2189479" h="761364">
                  <a:moveTo>
                    <a:pt x="609600" y="762"/>
                  </a:moveTo>
                  <a:lnTo>
                    <a:pt x="609600" y="0"/>
                  </a:lnTo>
                  <a:lnTo>
                    <a:pt x="607313" y="0"/>
                  </a:lnTo>
                  <a:lnTo>
                    <a:pt x="607313" y="762"/>
                  </a:lnTo>
                  <a:lnTo>
                    <a:pt x="609600" y="762"/>
                  </a:lnTo>
                  <a:close/>
                </a:path>
                <a:path w="2189479" h="761364">
                  <a:moveTo>
                    <a:pt x="606551" y="762"/>
                  </a:moveTo>
                  <a:lnTo>
                    <a:pt x="606551" y="0"/>
                  </a:lnTo>
                  <a:lnTo>
                    <a:pt x="604265" y="0"/>
                  </a:lnTo>
                  <a:lnTo>
                    <a:pt x="604265" y="762"/>
                  </a:lnTo>
                  <a:lnTo>
                    <a:pt x="606551" y="762"/>
                  </a:lnTo>
                  <a:close/>
                </a:path>
                <a:path w="2189479" h="761364">
                  <a:moveTo>
                    <a:pt x="603503" y="762"/>
                  </a:moveTo>
                  <a:lnTo>
                    <a:pt x="603503" y="0"/>
                  </a:lnTo>
                  <a:lnTo>
                    <a:pt x="601217" y="0"/>
                  </a:lnTo>
                  <a:lnTo>
                    <a:pt x="601217" y="762"/>
                  </a:lnTo>
                  <a:lnTo>
                    <a:pt x="603503" y="762"/>
                  </a:lnTo>
                  <a:close/>
                </a:path>
                <a:path w="2189479" h="761364">
                  <a:moveTo>
                    <a:pt x="600455" y="762"/>
                  </a:moveTo>
                  <a:lnTo>
                    <a:pt x="600455" y="0"/>
                  </a:lnTo>
                  <a:lnTo>
                    <a:pt x="598169" y="0"/>
                  </a:lnTo>
                  <a:lnTo>
                    <a:pt x="598169" y="762"/>
                  </a:lnTo>
                  <a:lnTo>
                    <a:pt x="600455" y="762"/>
                  </a:lnTo>
                  <a:close/>
                </a:path>
                <a:path w="2189479" h="761364">
                  <a:moveTo>
                    <a:pt x="597408" y="762"/>
                  </a:moveTo>
                  <a:lnTo>
                    <a:pt x="597408" y="0"/>
                  </a:lnTo>
                  <a:lnTo>
                    <a:pt x="595122" y="0"/>
                  </a:lnTo>
                  <a:lnTo>
                    <a:pt x="595122" y="762"/>
                  </a:lnTo>
                  <a:lnTo>
                    <a:pt x="597408" y="762"/>
                  </a:lnTo>
                  <a:close/>
                </a:path>
                <a:path w="2189479" h="761364">
                  <a:moveTo>
                    <a:pt x="594360" y="762"/>
                  </a:moveTo>
                  <a:lnTo>
                    <a:pt x="594360" y="0"/>
                  </a:lnTo>
                  <a:lnTo>
                    <a:pt x="592074" y="0"/>
                  </a:lnTo>
                  <a:lnTo>
                    <a:pt x="592074" y="762"/>
                  </a:lnTo>
                  <a:lnTo>
                    <a:pt x="594360" y="762"/>
                  </a:lnTo>
                  <a:close/>
                </a:path>
                <a:path w="2189479" h="761364">
                  <a:moveTo>
                    <a:pt x="591312" y="762"/>
                  </a:moveTo>
                  <a:lnTo>
                    <a:pt x="591312" y="0"/>
                  </a:lnTo>
                  <a:lnTo>
                    <a:pt x="589026" y="0"/>
                  </a:lnTo>
                  <a:lnTo>
                    <a:pt x="589026" y="762"/>
                  </a:lnTo>
                  <a:lnTo>
                    <a:pt x="591312" y="762"/>
                  </a:lnTo>
                  <a:close/>
                </a:path>
                <a:path w="2189479" h="761364">
                  <a:moveTo>
                    <a:pt x="588263" y="762"/>
                  </a:moveTo>
                  <a:lnTo>
                    <a:pt x="588263" y="0"/>
                  </a:lnTo>
                  <a:lnTo>
                    <a:pt x="585977" y="0"/>
                  </a:lnTo>
                  <a:lnTo>
                    <a:pt x="585977" y="762"/>
                  </a:lnTo>
                  <a:lnTo>
                    <a:pt x="588263" y="762"/>
                  </a:lnTo>
                  <a:close/>
                </a:path>
                <a:path w="2189479" h="761364">
                  <a:moveTo>
                    <a:pt x="585215" y="762"/>
                  </a:moveTo>
                  <a:lnTo>
                    <a:pt x="585215" y="0"/>
                  </a:lnTo>
                  <a:lnTo>
                    <a:pt x="582929" y="0"/>
                  </a:lnTo>
                  <a:lnTo>
                    <a:pt x="582929" y="762"/>
                  </a:lnTo>
                  <a:lnTo>
                    <a:pt x="585215" y="762"/>
                  </a:lnTo>
                  <a:close/>
                </a:path>
                <a:path w="2189479" h="761364">
                  <a:moveTo>
                    <a:pt x="582167" y="762"/>
                  </a:moveTo>
                  <a:lnTo>
                    <a:pt x="582167" y="0"/>
                  </a:lnTo>
                  <a:lnTo>
                    <a:pt x="579881" y="0"/>
                  </a:lnTo>
                  <a:lnTo>
                    <a:pt x="579881" y="762"/>
                  </a:lnTo>
                  <a:lnTo>
                    <a:pt x="582167" y="762"/>
                  </a:lnTo>
                  <a:close/>
                </a:path>
                <a:path w="2189479" h="761364">
                  <a:moveTo>
                    <a:pt x="579120" y="762"/>
                  </a:moveTo>
                  <a:lnTo>
                    <a:pt x="579120" y="0"/>
                  </a:lnTo>
                  <a:lnTo>
                    <a:pt x="576834" y="0"/>
                  </a:lnTo>
                  <a:lnTo>
                    <a:pt x="576834" y="762"/>
                  </a:lnTo>
                  <a:lnTo>
                    <a:pt x="579120" y="762"/>
                  </a:lnTo>
                  <a:close/>
                </a:path>
                <a:path w="2189479" h="761364">
                  <a:moveTo>
                    <a:pt x="576072" y="762"/>
                  </a:moveTo>
                  <a:lnTo>
                    <a:pt x="576072" y="0"/>
                  </a:lnTo>
                  <a:lnTo>
                    <a:pt x="573786" y="0"/>
                  </a:lnTo>
                  <a:lnTo>
                    <a:pt x="573786" y="762"/>
                  </a:lnTo>
                  <a:lnTo>
                    <a:pt x="576072" y="762"/>
                  </a:lnTo>
                  <a:close/>
                </a:path>
                <a:path w="2189479" h="761364">
                  <a:moveTo>
                    <a:pt x="573024" y="762"/>
                  </a:moveTo>
                  <a:lnTo>
                    <a:pt x="573024" y="0"/>
                  </a:lnTo>
                  <a:lnTo>
                    <a:pt x="570738" y="0"/>
                  </a:lnTo>
                  <a:lnTo>
                    <a:pt x="570738" y="762"/>
                  </a:lnTo>
                  <a:lnTo>
                    <a:pt x="573024" y="762"/>
                  </a:lnTo>
                  <a:close/>
                </a:path>
                <a:path w="2189479" h="761364">
                  <a:moveTo>
                    <a:pt x="569976" y="762"/>
                  </a:moveTo>
                  <a:lnTo>
                    <a:pt x="569976" y="0"/>
                  </a:lnTo>
                  <a:lnTo>
                    <a:pt x="567689" y="0"/>
                  </a:lnTo>
                  <a:lnTo>
                    <a:pt x="567689" y="762"/>
                  </a:lnTo>
                  <a:lnTo>
                    <a:pt x="569976" y="762"/>
                  </a:lnTo>
                  <a:close/>
                </a:path>
                <a:path w="2189479" h="761364">
                  <a:moveTo>
                    <a:pt x="566927" y="762"/>
                  </a:moveTo>
                  <a:lnTo>
                    <a:pt x="566927" y="0"/>
                  </a:lnTo>
                  <a:lnTo>
                    <a:pt x="563879" y="0"/>
                  </a:lnTo>
                  <a:lnTo>
                    <a:pt x="563879" y="762"/>
                  </a:lnTo>
                  <a:lnTo>
                    <a:pt x="566927" y="762"/>
                  </a:lnTo>
                  <a:close/>
                </a:path>
                <a:path w="2189479" h="761364">
                  <a:moveTo>
                    <a:pt x="563117" y="762"/>
                  </a:moveTo>
                  <a:lnTo>
                    <a:pt x="563117" y="0"/>
                  </a:lnTo>
                  <a:lnTo>
                    <a:pt x="560831" y="0"/>
                  </a:lnTo>
                  <a:lnTo>
                    <a:pt x="560831" y="762"/>
                  </a:lnTo>
                  <a:lnTo>
                    <a:pt x="563117" y="762"/>
                  </a:lnTo>
                  <a:close/>
                </a:path>
                <a:path w="2189479" h="761364">
                  <a:moveTo>
                    <a:pt x="560070" y="762"/>
                  </a:moveTo>
                  <a:lnTo>
                    <a:pt x="560070" y="0"/>
                  </a:lnTo>
                  <a:lnTo>
                    <a:pt x="557784" y="0"/>
                  </a:lnTo>
                  <a:lnTo>
                    <a:pt x="557784" y="762"/>
                  </a:lnTo>
                  <a:lnTo>
                    <a:pt x="560070" y="762"/>
                  </a:lnTo>
                  <a:close/>
                </a:path>
                <a:path w="2189479" h="761364">
                  <a:moveTo>
                    <a:pt x="557022" y="762"/>
                  </a:moveTo>
                  <a:lnTo>
                    <a:pt x="557022" y="0"/>
                  </a:lnTo>
                  <a:lnTo>
                    <a:pt x="554736" y="0"/>
                  </a:lnTo>
                  <a:lnTo>
                    <a:pt x="554736" y="762"/>
                  </a:lnTo>
                  <a:lnTo>
                    <a:pt x="557022" y="762"/>
                  </a:lnTo>
                  <a:close/>
                </a:path>
                <a:path w="2189479" h="761364">
                  <a:moveTo>
                    <a:pt x="553974" y="762"/>
                  </a:moveTo>
                  <a:lnTo>
                    <a:pt x="553974" y="0"/>
                  </a:lnTo>
                  <a:lnTo>
                    <a:pt x="551688" y="0"/>
                  </a:lnTo>
                  <a:lnTo>
                    <a:pt x="551688" y="762"/>
                  </a:lnTo>
                  <a:lnTo>
                    <a:pt x="553974" y="762"/>
                  </a:lnTo>
                  <a:close/>
                </a:path>
                <a:path w="2189479" h="761364">
                  <a:moveTo>
                    <a:pt x="550926" y="762"/>
                  </a:moveTo>
                  <a:lnTo>
                    <a:pt x="550926" y="0"/>
                  </a:lnTo>
                  <a:lnTo>
                    <a:pt x="548639" y="0"/>
                  </a:lnTo>
                  <a:lnTo>
                    <a:pt x="548639" y="762"/>
                  </a:lnTo>
                  <a:lnTo>
                    <a:pt x="550926" y="762"/>
                  </a:lnTo>
                  <a:close/>
                </a:path>
                <a:path w="2189479" h="761364">
                  <a:moveTo>
                    <a:pt x="547877" y="762"/>
                  </a:moveTo>
                  <a:lnTo>
                    <a:pt x="547877" y="0"/>
                  </a:lnTo>
                  <a:lnTo>
                    <a:pt x="545591" y="0"/>
                  </a:lnTo>
                  <a:lnTo>
                    <a:pt x="545591" y="762"/>
                  </a:lnTo>
                  <a:lnTo>
                    <a:pt x="547877" y="762"/>
                  </a:lnTo>
                  <a:close/>
                </a:path>
                <a:path w="2189479" h="761364">
                  <a:moveTo>
                    <a:pt x="544829" y="762"/>
                  </a:moveTo>
                  <a:lnTo>
                    <a:pt x="544829" y="0"/>
                  </a:lnTo>
                  <a:lnTo>
                    <a:pt x="542543" y="0"/>
                  </a:lnTo>
                  <a:lnTo>
                    <a:pt x="542543" y="762"/>
                  </a:lnTo>
                  <a:lnTo>
                    <a:pt x="544829" y="762"/>
                  </a:lnTo>
                  <a:close/>
                </a:path>
                <a:path w="2189479" h="761364">
                  <a:moveTo>
                    <a:pt x="541782" y="762"/>
                  </a:moveTo>
                  <a:lnTo>
                    <a:pt x="541782" y="0"/>
                  </a:lnTo>
                  <a:lnTo>
                    <a:pt x="539496" y="0"/>
                  </a:lnTo>
                  <a:lnTo>
                    <a:pt x="539496" y="762"/>
                  </a:lnTo>
                  <a:lnTo>
                    <a:pt x="541782" y="762"/>
                  </a:lnTo>
                  <a:close/>
                </a:path>
                <a:path w="2189479" h="761364">
                  <a:moveTo>
                    <a:pt x="538734" y="762"/>
                  </a:moveTo>
                  <a:lnTo>
                    <a:pt x="538734" y="0"/>
                  </a:lnTo>
                  <a:lnTo>
                    <a:pt x="536448" y="0"/>
                  </a:lnTo>
                  <a:lnTo>
                    <a:pt x="536448" y="762"/>
                  </a:lnTo>
                  <a:lnTo>
                    <a:pt x="538734" y="762"/>
                  </a:lnTo>
                  <a:close/>
                </a:path>
                <a:path w="2189479" h="761364">
                  <a:moveTo>
                    <a:pt x="535686" y="762"/>
                  </a:moveTo>
                  <a:lnTo>
                    <a:pt x="535686" y="0"/>
                  </a:lnTo>
                  <a:lnTo>
                    <a:pt x="533400" y="0"/>
                  </a:lnTo>
                  <a:lnTo>
                    <a:pt x="533400" y="762"/>
                  </a:lnTo>
                  <a:lnTo>
                    <a:pt x="535686" y="762"/>
                  </a:lnTo>
                  <a:close/>
                </a:path>
                <a:path w="2189479" h="761364">
                  <a:moveTo>
                    <a:pt x="532638" y="762"/>
                  </a:moveTo>
                  <a:lnTo>
                    <a:pt x="532638" y="0"/>
                  </a:lnTo>
                  <a:lnTo>
                    <a:pt x="530351" y="0"/>
                  </a:lnTo>
                  <a:lnTo>
                    <a:pt x="530351" y="762"/>
                  </a:lnTo>
                  <a:lnTo>
                    <a:pt x="532638" y="762"/>
                  </a:lnTo>
                  <a:close/>
                </a:path>
                <a:path w="2189479" h="761364">
                  <a:moveTo>
                    <a:pt x="529589" y="762"/>
                  </a:moveTo>
                  <a:lnTo>
                    <a:pt x="529589" y="0"/>
                  </a:lnTo>
                  <a:lnTo>
                    <a:pt x="527303" y="0"/>
                  </a:lnTo>
                  <a:lnTo>
                    <a:pt x="527303" y="762"/>
                  </a:lnTo>
                  <a:lnTo>
                    <a:pt x="529589" y="762"/>
                  </a:lnTo>
                  <a:close/>
                </a:path>
                <a:path w="2189479" h="761364">
                  <a:moveTo>
                    <a:pt x="526541" y="762"/>
                  </a:moveTo>
                  <a:lnTo>
                    <a:pt x="526541" y="0"/>
                  </a:lnTo>
                  <a:lnTo>
                    <a:pt x="524255" y="0"/>
                  </a:lnTo>
                  <a:lnTo>
                    <a:pt x="524255" y="762"/>
                  </a:lnTo>
                  <a:lnTo>
                    <a:pt x="526541" y="762"/>
                  </a:lnTo>
                  <a:close/>
                </a:path>
                <a:path w="2189479" h="761364">
                  <a:moveTo>
                    <a:pt x="523493" y="762"/>
                  </a:moveTo>
                  <a:lnTo>
                    <a:pt x="523493" y="0"/>
                  </a:lnTo>
                  <a:lnTo>
                    <a:pt x="521207" y="0"/>
                  </a:lnTo>
                  <a:lnTo>
                    <a:pt x="521207" y="762"/>
                  </a:lnTo>
                  <a:lnTo>
                    <a:pt x="523493" y="762"/>
                  </a:lnTo>
                  <a:close/>
                </a:path>
                <a:path w="2189479" h="761364">
                  <a:moveTo>
                    <a:pt x="520446" y="762"/>
                  </a:moveTo>
                  <a:lnTo>
                    <a:pt x="520446" y="0"/>
                  </a:lnTo>
                  <a:lnTo>
                    <a:pt x="518160" y="0"/>
                  </a:lnTo>
                  <a:lnTo>
                    <a:pt x="518160" y="762"/>
                  </a:lnTo>
                  <a:lnTo>
                    <a:pt x="520446" y="762"/>
                  </a:lnTo>
                  <a:close/>
                </a:path>
                <a:path w="2189479" h="761364">
                  <a:moveTo>
                    <a:pt x="517398" y="762"/>
                  </a:moveTo>
                  <a:lnTo>
                    <a:pt x="517398" y="0"/>
                  </a:lnTo>
                  <a:lnTo>
                    <a:pt x="515112" y="0"/>
                  </a:lnTo>
                  <a:lnTo>
                    <a:pt x="515112" y="762"/>
                  </a:lnTo>
                  <a:lnTo>
                    <a:pt x="517398" y="762"/>
                  </a:lnTo>
                  <a:close/>
                </a:path>
                <a:path w="2189479" h="761364">
                  <a:moveTo>
                    <a:pt x="514350" y="762"/>
                  </a:moveTo>
                  <a:lnTo>
                    <a:pt x="514350" y="0"/>
                  </a:lnTo>
                  <a:lnTo>
                    <a:pt x="512063" y="0"/>
                  </a:lnTo>
                  <a:lnTo>
                    <a:pt x="512063" y="762"/>
                  </a:lnTo>
                  <a:lnTo>
                    <a:pt x="514350" y="762"/>
                  </a:lnTo>
                  <a:close/>
                </a:path>
                <a:path w="2189479" h="761364">
                  <a:moveTo>
                    <a:pt x="511301" y="762"/>
                  </a:moveTo>
                  <a:lnTo>
                    <a:pt x="511301" y="0"/>
                  </a:lnTo>
                  <a:lnTo>
                    <a:pt x="509015" y="0"/>
                  </a:lnTo>
                  <a:lnTo>
                    <a:pt x="509015" y="762"/>
                  </a:lnTo>
                  <a:lnTo>
                    <a:pt x="511301" y="762"/>
                  </a:lnTo>
                  <a:close/>
                </a:path>
                <a:path w="2189479" h="761364">
                  <a:moveTo>
                    <a:pt x="508253" y="762"/>
                  </a:moveTo>
                  <a:lnTo>
                    <a:pt x="508253" y="0"/>
                  </a:lnTo>
                  <a:lnTo>
                    <a:pt x="505967" y="0"/>
                  </a:lnTo>
                  <a:lnTo>
                    <a:pt x="505967" y="762"/>
                  </a:lnTo>
                  <a:lnTo>
                    <a:pt x="508253" y="762"/>
                  </a:lnTo>
                  <a:close/>
                </a:path>
                <a:path w="2189479" h="761364">
                  <a:moveTo>
                    <a:pt x="505205" y="762"/>
                  </a:moveTo>
                  <a:lnTo>
                    <a:pt x="505205" y="0"/>
                  </a:lnTo>
                  <a:lnTo>
                    <a:pt x="502919" y="0"/>
                  </a:lnTo>
                  <a:lnTo>
                    <a:pt x="502919" y="762"/>
                  </a:lnTo>
                  <a:lnTo>
                    <a:pt x="505205" y="762"/>
                  </a:lnTo>
                  <a:close/>
                </a:path>
                <a:path w="2189479" h="761364">
                  <a:moveTo>
                    <a:pt x="502158" y="762"/>
                  </a:moveTo>
                  <a:lnTo>
                    <a:pt x="502158" y="0"/>
                  </a:lnTo>
                  <a:lnTo>
                    <a:pt x="499872" y="0"/>
                  </a:lnTo>
                  <a:lnTo>
                    <a:pt x="499872" y="762"/>
                  </a:lnTo>
                  <a:lnTo>
                    <a:pt x="502158" y="762"/>
                  </a:lnTo>
                  <a:close/>
                </a:path>
                <a:path w="2189479" h="761364">
                  <a:moveTo>
                    <a:pt x="499110" y="762"/>
                  </a:moveTo>
                  <a:lnTo>
                    <a:pt x="499110" y="0"/>
                  </a:lnTo>
                  <a:lnTo>
                    <a:pt x="496824" y="0"/>
                  </a:lnTo>
                  <a:lnTo>
                    <a:pt x="496824" y="762"/>
                  </a:lnTo>
                  <a:lnTo>
                    <a:pt x="499110" y="762"/>
                  </a:lnTo>
                  <a:close/>
                </a:path>
                <a:path w="2189479" h="761364">
                  <a:moveTo>
                    <a:pt x="496062" y="762"/>
                  </a:moveTo>
                  <a:lnTo>
                    <a:pt x="496062" y="0"/>
                  </a:lnTo>
                  <a:lnTo>
                    <a:pt x="493775" y="0"/>
                  </a:lnTo>
                  <a:lnTo>
                    <a:pt x="493775" y="762"/>
                  </a:lnTo>
                  <a:lnTo>
                    <a:pt x="496062" y="762"/>
                  </a:lnTo>
                  <a:close/>
                </a:path>
                <a:path w="2189479" h="761364">
                  <a:moveTo>
                    <a:pt x="493013" y="762"/>
                  </a:moveTo>
                  <a:lnTo>
                    <a:pt x="493013" y="0"/>
                  </a:lnTo>
                  <a:lnTo>
                    <a:pt x="490727" y="0"/>
                  </a:lnTo>
                  <a:lnTo>
                    <a:pt x="490727" y="762"/>
                  </a:lnTo>
                  <a:lnTo>
                    <a:pt x="493013" y="762"/>
                  </a:lnTo>
                  <a:close/>
                </a:path>
                <a:path w="2189479" h="761364">
                  <a:moveTo>
                    <a:pt x="489965" y="762"/>
                  </a:moveTo>
                  <a:lnTo>
                    <a:pt x="489965" y="0"/>
                  </a:lnTo>
                  <a:lnTo>
                    <a:pt x="487679" y="0"/>
                  </a:lnTo>
                  <a:lnTo>
                    <a:pt x="487679" y="762"/>
                  </a:lnTo>
                  <a:lnTo>
                    <a:pt x="489965" y="762"/>
                  </a:lnTo>
                  <a:close/>
                </a:path>
                <a:path w="2189479" h="761364">
                  <a:moveTo>
                    <a:pt x="486917" y="762"/>
                  </a:moveTo>
                  <a:lnTo>
                    <a:pt x="486917" y="0"/>
                  </a:lnTo>
                  <a:lnTo>
                    <a:pt x="484631" y="0"/>
                  </a:lnTo>
                  <a:lnTo>
                    <a:pt x="484631" y="762"/>
                  </a:lnTo>
                  <a:lnTo>
                    <a:pt x="486917" y="762"/>
                  </a:lnTo>
                  <a:close/>
                </a:path>
                <a:path w="2189479" h="761364">
                  <a:moveTo>
                    <a:pt x="483870" y="762"/>
                  </a:moveTo>
                  <a:lnTo>
                    <a:pt x="483870" y="0"/>
                  </a:lnTo>
                  <a:lnTo>
                    <a:pt x="481584" y="0"/>
                  </a:lnTo>
                  <a:lnTo>
                    <a:pt x="481584" y="762"/>
                  </a:lnTo>
                  <a:lnTo>
                    <a:pt x="483870" y="762"/>
                  </a:lnTo>
                  <a:close/>
                </a:path>
                <a:path w="2189479" h="761364">
                  <a:moveTo>
                    <a:pt x="480822" y="762"/>
                  </a:moveTo>
                  <a:lnTo>
                    <a:pt x="480822" y="0"/>
                  </a:lnTo>
                  <a:lnTo>
                    <a:pt x="478536" y="0"/>
                  </a:lnTo>
                  <a:lnTo>
                    <a:pt x="478536" y="762"/>
                  </a:lnTo>
                  <a:lnTo>
                    <a:pt x="480822" y="762"/>
                  </a:lnTo>
                  <a:close/>
                </a:path>
                <a:path w="2189479" h="761364">
                  <a:moveTo>
                    <a:pt x="477774" y="762"/>
                  </a:moveTo>
                  <a:lnTo>
                    <a:pt x="477774" y="0"/>
                  </a:lnTo>
                  <a:lnTo>
                    <a:pt x="475488" y="0"/>
                  </a:lnTo>
                  <a:lnTo>
                    <a:pt x="475488" y="762"/>
                  </a:lnTo>
                  <a:lnTo>
                    <a:pt x="477774" y="762"/>
                  </a:lnTo>
                  <a:close/>
                </a:path>
                <a:path w="2189479" h="761364">
                  <a:moveTo>
                    <a:pt x="474725" y="762"/>
                  </a:moveTo>
                  <a:lnTo>
                    <a:pt x="474725" y="0"/>
                  </a:lnTo>
                  <a:lnTo>
                    <a:pt x="472439" y="0"/>
                  </a:lnTo>
                  <a:lnTo>
                    <a:pt x="472439" y="762"/>
                  </a:lnTo>
                  <a:lnTo>
                    <a:pt x="474725" y="762"/>
                  </a:lnTo>
                  <a:close/>
                </a:path>
                <a:path w="2189479" h="761364">
                  <a:moveTo>
                    <a:pt x="471677" y="762"/>
                  </a:moveTo>
                  <a:lnTo>
                    <a:pt x="471677" y="0"/>
                  </a:lnTo>
                  <a:lnTo>
                    <a:pt x="469391" y="0"/>
                  </a:lnTo>
                  <a:lnTo>
                    <a:pt x="469391" y="762"/>
                  </a:lnTo>
                  <a:lnTo>
                    <a:pt x="471677" y="762"/>
                  </a:lnTo>
                  <a:close/>
                </a:path>
                <a:path w="2189479" h="761364">
                  <a:moveTo>
                    <a:pt x="468629" y="762"/>
                  </a:moveTo>
                  <a:lnTo>
                    <a:pt x="468629" y="0"/>
                  </a:lnTo>
                  <a:lnTo>
                    <a:pt x="466343" y="0"/>
                  </a:lnTo>
                  <a:lnTo>
                    <a:pt x="466343" y="762"/>
                  </a:lnTo>
                  <a:lnTo>
                    <a:pt x="468629" y="762"/>
                  </a:lnTo>
                  <a:close/>
                </a:path>
                <a:path w="2189479" h="761364">
                  <a:moveTo>
                    <a:pt x="465582" y="762"/>
                  </a:moveTo>
                  <a:lnTo>
                    <a:pt x="465582" y="0"/>
                  </a:lnTo>
                  <a:lnTo>
                    <a:pt x="463296" y="0"/>
                  </a:lnTo>
                  <a:lnTo>
                    <a:pt x="463296" y="762"/>
                  </a:lnTo>
                  <a:lnTo>
                    <a:pt x="465582" y="762"/>
                  </a:lnTo>
                  <a:close/>
                </a:path>
                <a:path w="2189479" h="761364">
                  <a:moveTo>
                    <a:pt x="462534" y="762"/>
                  </a:moveTo>
                  <a:lnTo>
                    <a:pt x="462534" y="0"/>
                  </a:lnTo>
                  <a:lnTo>
                    <a:pt x="460248" y="0"/>
                  </a:lnTo>
                  <a:lnTo>
                    <a:pt x="460248" y="762"/>
                  </a:lnTo>
                  <a:lnTo>
                    <a:pt x="462534" y="762"/>
                  </a:lnTo>
                  <a:close/>
                </a:path>
                <a:path w="2189479" h="761364">
                  <a:moveTo>
                    <a:pt x="459486" y="762"/>
                  </a:moveTo>
                  <a:lnTo>
                    <a:pt x="459486" y="0"/>
                  </a:lnTo>
                  <a:lnTo>
                    <a:pt x="457200" y="0"/>
                  </a:lnTo>
                  <a:lnTo>
                    <a:pt x="457200" y="762"/>
                  </a:lnTo>
                  <a:lnTo>
                    <a:pt x="459486" y="762"/>
                  </a:lnTo>
                  <a:close/>
                </a:path>
                <a:path w="2189479" h="761364">
                  <a:moveTo>
                    <a:pt x="456438" y="762"/>
                  </a:moveTo>
                  <a:lnTo>
                    <a:pt x="456438" y="0"/>
                  </a:lnTo>
                  <a:lnTo>
                    <a:pt x="454151" y="0"/>
                  </a:lnTo>
                  <a:lnTo>
                    <a:pt x="454151" y="762"/>
                  </a:lnTo>
                  <a:lnTo>
                    <a:pt x="456438" y="762"/>
                  </a:lnTo>
                  <a:close/>
                </a:path>
                <a:path w="2189479" h="761364">
                  <a:moveTo>
                    <a:pt x="453389" y="762"/>
                  </a:moveTo>
                  <a:lnTo>
                    <a:pt x="453389" y="0"/>
                  </a:lnTo>
                  <a:lnTo>
                    <a:pt x="451103" y="0"/>
                  </a:lnTo>
                  <a:lnTo>
                    <a:pt x="451103" y="762"/>
                  </a:lnTo>
                  <a:lnTo>
                    <a:pt x="453389" y="762"/>
                  </a:lnTo>
                  <a:close/>
                </a:path>
                <a:path w="2189479" h="761364">
                  <a:moveTo>
                    <a:pt x="450341" y="762"/>
                  </a:moveTo>
                  <a:lnTo>
                    <a:pt x="450341" y="0"/>
                  </a:lnTo>
                  <a:lnTo>
                    <a:pt x="448055" y="0"/>
                  </a:lnTo>
                  <a:lnTo>
                    <a:pt x="448055" y="762"/>
                  </a:lnTo>
                  <a:lnTo>
                    <a:pt x="450341" y="762"/>
                  </a:lnTo>
                  <a:close/>
                </a:path>
                <a:path w="2189479" h="761364">
                  <a:moveTo>
                    <a:pt x="447293" y="762"/>
                  </a:moveTo>
                  <a:lnTo>
                    <a:pt x="447293" y="0"/>
                  </a:lnTo>
                  <a:lnTo>
                    <a:pt x="445007" y="0"/>
                  </a:lnTo>
                  <a:lnTo>
                    <a:pt x="445007" y="762"/>
                  </a:lnTo>
                  <a:lnTo>
                    <a:pt x="447293" y="762"/>
                  </a:lnTo>
                  <a:close/>
                </a:path>
                <a:path w="2189479" h="761364">
                  <a:moveTo>
                    <a:pt x="444246" y="762"/>
                  </a:moveTo>
                  <a:lnTo>
                    <a:pt x="444246" y="0"/>
                  </a:lnTo>
                  <a:lnTo>
                    <a:pt x="441960" y="0"/>
                  </a:lnTo>
                  <a:lnTo>
                    <a:pt x="441960" y="762"/>
                  </a:lnTo>
                  <a:lnTo>
                    <a:pt x="444246" y="762"/>
                  </a:lnTo>
                  <a:close/>
                </a:path>
                <a:path w="2189479" h="761364">
                  <a:moveTo>
                    <a:pt x="441198" y="762"/>
                  </a:moveTo>
                  <a:lnTo>
                    <a:pt x="441198" y="0"/>
                  </a:lnTo>
                  <a:lnTo>
                    <a:pt x="438912" y="0"/>
                  </a:lnTo>
                  <a:lnTo>
                    <a:pt x="438912" y="762"/>
                  </a:lnTo>
                  <a:lnTo>
                    <a:pt x="441198" y="762"/>
                  </a:lnTo>
                  <a:close/>
                </a:path>
                <a:path w="2189479" h="761364">
                  <a:moveTo>
                    <a:pt x="438150" y="762"/>
                  </a:moveTo>
                  <a:lnTo>
                    <a:pt x="438150" y="0"/>
                  </a:lnTo>
                  <a:lnTo>
                    <a:pt x="435863" y="0"/>
                  </a:lnTo>
                  <a:lnTo>
                    <a:pt x="435863" y="762"/>
                  </a:lnTo>
                  <a:lnTo>
                    <a:pt x="438150" y="762"/>
                  </a:lnTo>
                  <a:close/>
                </a:path>
                <a:path w="2189479" h="761364">
                  <a:moveTo>
                    <a:pt x="435101" y="762"/>
                  </a:moveTo>
                  <a:lnTo>
                    <a:pt x="435101" y="0"/>
                  </a:lnTo>
                  <a:lnTo>
                    <a:pt x="432815" y="0"/>
                  </a:lnTo>
                  <a:lnTo>
                    <a:pt x="432815" y="762"/>
                  </a:lnTo>
                  <a:lnTo>
                    <a:pt x="435101" y="762"/>
                  </a:lnTo>
                  <a:close/>
                </a:path>
                <a:path w="2189479" h="761364">
                  <a:moveTo>
                    <a:pt x="432053" y="762"/>
                  </a:moveTo>
                  <a:lnTo>
                    <a:pt x="432053" y="0"/>
                  </a:lnTo>
                  <a:lnTo>
                    <a:pt x="429767" y="0"/>
                  </a:lnTo>
                  <a:lnTo>
                    <a:pt x="429767" y="762"/>
                  </a:lnTo>
                  <a:lnTo>
                    <a:pt x="432053" y="762"/>
                  </a:lnTo>
                  <a:close/>
                </a:path>
                <a:path w="2189479" h="761364">
                  <a:moveTo>
                    <a:pt x="429005" y="762"/>
                  </a:moveTo>
                  <a:lnTo>
                    <a:pt x="429005" y="0"/>
                  </a:lnTo>
                  <a:lnTo>
                    <a:pt x="426719" y="0"/>
                  </a:lnTo>
                  <a:lnTo>
                    <a:pt x="426719" y="762"/>
                  </a:lnTo>
                  <a:lnTo>
                    <a:pt x="429005" y="762"/>
                  </a:lnTo>
                  <a:close/>
                </a:path>
                <a:path w="2189479" h="761364">
                  <a:moveTo>
                    <a:pt x="425958" y="762"/>
                  </a:moveTo>
                  <a:lnTo>
                    <a:pt x="425958" y="0"/>
                  </a:lnTo>
                  <a:lnTo>
                    <a:pt x="423672" y="0"/>
                  </a:lnTo>
                  <a:lnTo>
                    <a:pt x="423672" y="762"/>
                  </a:lnTo>
                  <a:lnTo>
                    <a:pt x="425958" y="762"/>
                  </a:lnTo>
                  <a:close/>
                </a:path>
                <a:path w="2189479" h="761364">
                  <a:moveTo>
                    <a:pt x="422910" y="762"/>
                  </a:moveTo>
                  <a:lnTo>
                    <a:pt x="422910" y="0"/>
                  </a:lnTo>
                  <a:lnTo>
                    <a:pt x="420624" y="0"/>
                  </a:lnTo>
                  <a:lnTo>
                    <a:pt x="420624" y="762"/>
                  </a:lnTo>
                  <a:lnTo>
                    <a:pt x="422910" y="762"/>
                  </a:lnTo>
                  <a:close/>
                </a:path>
                <a:path w="2189479" h="761364">
                  <a:moveTo>
                    <a:pt x="419862" y="762"/>
                  </a:moveTo>
                  <a:lnTo>
                    <a:pt x="419862" y="0"/>
                  </a:lnTo>
                  <a:lnTo>
                    <a:pt x="417575" y="0"/>
                  </a:lnTo>
                  <a:lnTo>
                    <a:pt x="417575" y="762"/>
                  </a:lnTo>
                  <a:lnTo>
                    <a:pt x="419862" y="762"/>
                  </a:lnTo>
                  <a:close/>
                </a:path>
                <a:path w="2189479" h="761364">
                  <a:moveTo>
                    <a:pt x="416813" y="762"/>
                  </a:moveTo>
                  <a:lnTo>
                    <a:pt x="416813" y="0"/>
                  </a:lnTo>
                  <a:lnTo>
                    <a:pt x="414527" y="0"/>
                  </a:lnTo>
                  <a:lnTo>
                    <a:pt x="414527" y="762"/>
                  </a:lnTo>
                  <a:lnTo>
                    <a:pt x="416813" y="762"/>
                  </a:lnTo>
                  <a:close/>
                </a:path>
                <a:path w="2189479" h="761364">
                  <a:moveTo>
                    <a:pt x="413765" y="762"/>
                  </a:moveTo>
                  <a:lnTo>
                    <a:pt x="413765" y="0"/>
                  </a:lnTo>
                  <a:lnTo>
                    <a:pt x="411479" y="0"/>
                  </a:lnTo>
                  <a:lnTo>
                    <a:pt x="411479" y="762"/>
                  </a:lnTo>
                  <a:lnTo>
                    <a:pt x="413765" y="762"/>
                  </a:lnTo>
                  <a:close/>
                </a:path>
                <a:path w="2189479" h="761364">
                  <a:moveTo>
                    <a:pt x="410717" y="762"/>
                  </a:moveTo>
                  <a:lnTo>
                    <a:pt x="410717" y="0"/>
                  </a:lnTo>
                  <a:lnTo>
                    <a:pt x="408431" y="0"/>
                  </a:lnTo>
                  <a:lnTo>
                    <a:pt x="408431" y="762"/>
                  </a:lnTo>
                  <a:lnTo>
                    <a:pt x="410717" y="762"/>
                  </a:lnTo>
                  <a:close/>
                </a:path>
                <a:path w="2189479" h="761364">
                  <a:moveTo>
                    <a:pt x="407670" y="762"/>
                  </a:moveTo>
                  <a:lnTo>
                    <a:pt x="407670" y="0"/>
                  </a:lnTo>
                  <a:lnTo>
                    <a:pt x="405384" y="0"/>
                  </a:lnTo>
                  <a:lnTo>
                    <a:pt x="405384" y="762"/>
                  </a:lnTo>
                  <a:lnTo>
                    <a:pt x="407670" y="762"/>
                  </a:lnTo>
                  <a:close/>
                </a:path>
                <a:path w="2189479" h="761364">
                  <a:moveTo>
                    <a:pt x="404622" y="762"/>
                  </a:moveTo>
                  <a:lnTo>
                    <a:pt x="404622" y="0"/>
                  </a:lnTo>
                  <a:lnTo>
                    <a:pt x="402336" y="0"/>
                  </a:lnTo>
                  <a:lnTo>
                    <a:pt x="402336" y="762"/>
                  </a:lnTo>
                  <a:lnTo>
                    <a:pt x="404622" y="762"/>
                  </a:lnTo>
                  <a:close/>
                </a:path>
                <a:path w="2189479" h="761364">
                  <a:moveTo>
                    <a:pt x="401574" y="762"/>
                  </a:moveTo>
                  <a:lnTo>
                    <a:pt x="401574" y="0"/>
                  </a:lnTo>
                  <a:lnTo>
                    <a:pt x="399288" y="0"/>
                  </a:lnTo>
                  <a:lnTo>
                    <a:pt x="399288" y="762"/>
                  </a:lnTo>
                  <a:lnTo>
                    <a:pt x="401574" y="762"/>
                  </a:lnTo>
                  <a:close/>
                </a:path>
                <a:path w="2189479" h="761364">
                  <a:moveTo>
                    <a:pt x="398525" y="762"/>
                  </a:moveTo>
                  <a:lnTo>
                    <a:pt x="398525" y="0"/>
                  </a:lnTo>
                  <a:lnTo>
                    <a:pt x="396239" y="0"/>
                  </a:lnTo>
                  <a:lnTo>
                    <a:pt x="396239" y="762"/>
                  </a:lnTo>
                  <a:lnTo>
                    <a:pt x="398525" y="762"/>
                  </a:lnTo>
                  <a:close/>
                </a:path>
                <a:path w="2189479" h="761364">
                  <a:moveTo>
                    <a:pt x="395477" y="762"/>
                  </a:moveTo>
                  <a:lnTo>
                    <a:pt x="395477" y="0"/>
                  </a:lnTo>
                  <a:lnTo>
                    <a:pt x="393191" y="0"/>
                  </a:lnTo>
                  <a:lnTo>
                    <a:pt x="393191" y="762"/>
                  </a:lnTo>
                  <a:lnTo>
                    <a:pt x="395477" y="762"/>
                  </a:lnTo>
                  <a:close/>
                </a:path>
                <a:path w="2189479" h="761364">
                  <a:moveTo>
                    <a:pt x="392429" y="762"/>
                  </a:moveTo>
                  <a:lnTo>
                    <a:pt x="392429" y="0"/>
                  </a:lnTo>
                  <a:lnTo>
                    <a:pt x="390143" y="0"/>
                  </a:lnTo>
                  <a:lnTo>
                    <a:pt x="390143" y="762"/>
                  </a:lnTo>
                  <a:lnTo>
                    <a:pt x="392429" y="762"/>
                  </a:lnTo>
                  <a:close/>
                </a:path>
                <a:path w="2189479" h="761364">
                  <a:moveTo>
                    <a:pt x="389382" y="762"/>
                  </a:moveTo>
                  <a:lnTo>
                    <a:pt x="389382" y="0"/>
                  </a:lnTo>
                  <a:lnTo>
                    <a:pt x="387096" y="0"/>
                  </a:lnTo>
                  <a:lnTo>
                    <a:pt x="387096" y="762"/>
                  </a:lnTo>
                  <a:lnTo>
                    <a:pt x="389382" y="762"/>
                  </a:lnTo>
                  <a:close/>
                </a:path>
                <a:path w="2189479" h="761364">
                  <a:moveTo>
                    <a:pt x="386334" y="762"/>
                  </a:moveTo>
                  <a:lnTo>
                    <a:pt x="386334" y="0"/>
                  </a:lnTo>
                  <a:lnTo>
                    <a:pt x="384048" y="0"/>
                  </a:lnTo>
                  <a:lnTo>
                    <a:pt x="384048" y="762"/>
                  </a:lnTo>
                  <a:lnTo>
                    <a:pt x="386334" y="762"/>
                  </a:lnTo>
                  <a:close/>
                </a:path>
                <a:path w="2189479" h="761364">
                  <a:moveTo>
                    <a:pt x="383286" y="762"/>
                  </a:moveTo>
                  <a:lnTo>
                    <a:pt x="383286" y="0"/>
                  </a:lnTo>
                  <a:lnTo>
                    <a:pt x="381000" y="0"/>
                  </a:lnTo>
                  <a:lnTo>
                    <a:pt x="381000" y="762"/>
                  </a:lnTo>
                  <a:lnTo>
                    <a:pt x="383286" y="762"/>
                  </a:lnTo>
                  <a:close/>
                </a:path>
                <a:path w="2189479" h="761364">
                  <a:moveTo>
                    <a:pt x="380238" y="762"/>
                  </a:moveTo>
                  <a:lnTo>
                    <a:pt x="380238" y="0"/>
                  </a:lnTo>
                  <a:lnTo>
                    <a:pt x="377951" y="0"/>
                  </a:lnTo>
                  <a:lnTo>
                    <a:pt x="377951" y="762"/>
                  </a:lnTo>
                  <a:lnTo>
                    <a:pt x="380238" y="762"/>
                  </a:lnTo>
                  <a:close/>
                </a:path>
                <a:path w="2189479" h="761364">
                  <a:moveTo>
                    <a:pt x="377189" y="762"/>
                  </a:moveTo>
                  <a:lnTo>
                    <a:pt x="377189" y="0"/>
                  </a:lnTo>
                  <a:lnTo>
                    <a:pt x="374903" y="0"/>
                  </a:lnTo>
                  <a:lnTo>
                    <a:pt x="374903" y="762"/>
                  </a:lnTo>
                  <a:lnTo>
                    <a:pt x="377189" y="762"/>
                  </a:lnTo>
                  <a:close/>
                </a:path>
                <a:path w="2189479" h="761364">
                  <a:moveTo>
                    <a:pt x="374141" y="762"/>
                  </a:moveTo>
                  <a:lnTo>
                    <a:pt x="374141" y="0"/>
                  </a:lnTo>
                  <a:lnTo>
                    <a:pt x="371855" y="0"/>
                  </a:lnTo>
                  <a:lnTo>
                    <a:pt x="371855" y="762"/>
                  </a:lnTo>
                  <a:lnTo>
                    <a:pt x="374141" y="762"/>
                  </a:lnTo>
                  <a:close/>
                </a:path>
                <a:path w="2189479" h="761364">
                  <a:moveTo>
                    <a:pt x="371093" y="762"/>
                  </a:moveTo>
                  <a:lnTo>
                    <a:pt x="371093" y="0"/>
                  </a:lnTo>
                  <a:lnTo>
                    <a:pt x="368807" y="0"/>
                  </a:lnTo>
                  <a:lnTo>
                    <a:pt x="368807" y="762"/>
                  </a:lnTo>
                  <a:lnTo>
                    <a:pt x="371093" y="762"/>
                  </a:lnTo>
                  <a:close/>
                </a:path>
                <a:path w="2189479" h="761364">
                  <a:moveTo>
                    <a:pt x="368046" y="762"/>
                  </a:moveTo>
                  <a:lnTo>
                    <a:pt x="368046" y="0"/>
                  </a:lnTo>
                  <a:lnTo>
                    <a:pt x="365760" y="0"/>
                  </a:lnTo>
                  <a:lnTo>
                    <a:pt x="365760" y="762"/>
                  </a:lnTo>
                  <a:lnTo>
                    <a:pt x="368046" y="762"/>
                  </a:lnTo>
                  <a:close/>
                </a:path>
                <a:path w="2189479" h="761364">
                  <a:moveTo>
                    <a:pt x="364998" y="762"/>
                  </a:moveTo>
                  <a:lnTo>
                    <a:pt x="364998" y="0"/>
                  </a:lnTo>
                  <a:lnTo>
                    <a:pt x="362712" y="0"/>
                  </a:lnTo>
                  <a:lnTo>
                    <a:pt x="362712" y="762"/>
                  </a:lnTo>
                  <a:lnTo>
                    <a:pt x="364998" y="762"/>
                  </a:lnTo>
                  <a:close/>
                </a:path>
                <a:path w="2189479" h="761364">
                  <a:moveTo>
                    <a:pt x="361950" y="762"/>
                  </a:moveTo>
                  <a:lnTo>
                    <a:pt x="361950" y="0"/>
                  </a:lnTo>
                  <a:lnTo>
                    <a:pt x="359663" y="0"/>
                  </a:lnTo>
                  <a:lnTo>
                    <a:pt x="359663" y="762"/>
                  </a:lnTo>
                  <a:lnTo>
                    <a:pt x="361950" y="762"/>
                  </a:lnTo>
                  <a:close/>
                </a:path>
                <a:path w="2189479" h="761364">
                  <a:moveTo>
                    <a:pt x="358901" y="762"/>
                  </a:moveTo>
                  <a:lnTo>
                    <a:pt x="358901" y="0"/>
                  </a:lnTo>
                  <a:lnTo>
                    <a:pt x="356615" y="0"/>
                  </a:lnTo>
                  <a:lnTo>
                    <a:pt x="356615" y="762"/>
                  </a:lnTo>
                  <a:lnTo>
                    <a:pt x="358901" y="762"/>
                  </a:lnTo>
                  <a:close/>
                </a:path>
                <a:path w="2189479" h="761364">
                  <a:moveTo>
                    <a:pt x="355853" y="762"/>
                  </a:moveTo>
                  <a:lnTo>
                    <a:pt x="355853" y="0"/>
                  </a:lnTo>
                  <a:lnTo>
                    <a:pt x="353567" y="0"/>
                  </a:lnTo>
                  <a:lnTo>
                    <a:pt x="353567" y="762"/>
                  </a:lnTo>
                  <a:lnTo>
                    <a:pt x="355853" y="762"/>
                  </a:lnTo>
                  <a:close/>
                </a:path>
                <a:path w="2189479" h="761364">
                  <a:moveTo>
                    <a:pt x="352805" y="762"/>
                  </a:moveTo>
                  <a:lnTo>
                    <a:pt x="352805" y="0"/>
                  </a:lnTo>
                  <a:lnTo>
                    <a:pt x="350519" y="0"/>
                  </a:lnTo>
                  <a:lnTo>
                    <a:pt x="350519" y="762"/>
                  </a:lnTo>
                  <a:lnTo>
                    <a:pt x="352805" y="762"/>
                  </a:lnTo>
                  <a:close/>
                </a:path>
                <a:path w="2189479" h="761364">
                  <a:moveTo>
                    <a:pt x="349758" y="762"/>
                  </a:moveTo>
                  <a:lnTo>
                    <a:pt x="349758" y="0"/>
                  </a:lnTo>
                  <a:lnTo>
                    <a:pt x="347472" y="0"/>
                  </a:lnTo>
                  <a:lnTo>
                    <a:pt x="347472" y="762"/>
                  </a:lnTo>
                  <a:lnTo>
                    <a:pt x="349758" y="762"/>
                  </a:lnTo>
                  <a:close/>
                </a:path>
                <a:path w="2189479" h="761364">
                  <a:moveTo>
                    <a:pt x="346710" y="762"/>
                  </a:moveTo>
                  <a:lnTo>
                    <a:pt x="346710" y="0"/>
                  </a:lnTo>
                  <a:lnTo>
                    <a:pt x="344424" y="0"/>
                  </a:lnTo>
                  <a:lnTo>
                    <a:pt x="344424" y="762"/>
                  </a:lnTo>
                  <a:lnTo>
                    <a:pt x="346710" y="762"/>
                  </a:lnTo>
                  <a:close/>
                </a:path>
                <a:path w="2189479" h="761364">
                  <a:moveTo>
                    <a:pt x="343662" y="762"/>
                  </a:moveTo>
                  <a:lnTo>
                    <a:pt x="343662" y="0"/>
                  </a:lnTo>
                  <a:lnTo>
                    <a:pt x="341375" y="0"/>
                  </a:lnTo>
                  <a:lnTo>
                    <a:pt x="341375" y="762"/>
                  </a:lnTo>
                  <a:lnTo>
                    <a:pt x="343662" y="762"/>
                  </a:lnTo>
                  <a:close/>
                </a:path>
                <a:path w="2189479" h="761364">
                  <a:moveTo>
                    <a:pt x="340613" y="762"/>
                  </a:moveTo>
                  <a:lnTo>
                    <a:pt x="340613" y="0"/>
                  </a:lnTo>
                  <a:lnTo>
                    <a:pt x="338327" y="0"/>
                  </a:lnTo>
                  <a:lnTo>
                    <a:pt x="338327" y="762"/>
                  </a:lnTo>
                  <a:lnTo>
                    <a:pt x="340613" y="762"/>
                  </a:lnTo>
                  <a:close/>
                </a:path>
                <a:path w="2189479" h="761364">
                  <a:moveTo>
                    <a:pt x="337565" y="762"/>
                  </a:moveTo>
                  <a:lnTo>
                    <a:pt x="337565" y="0"/>
                  </a:lnTo>
                  <a:lnTo>
                    <a:pt x="335279" y="0"/>
                  </a:lnTo>
                  <a:lnTo>
                    <a:pt x="335279" y="762"/>
                  </a:lnTo>
                  <a:lnTo>
                    <a:pt x="337565" y="762"/>
                  </a:lnTo>
                  <a:close/>
                </a:path>
                <a:path w="2189479" h="761364">
                  <a:moveTo>
                    <a:pt x="334517" y="762"/>
                  </a:moveTo>
                  <a:lnTo>
                    <a:pt x="334517" y="0"/>
                  </a:lnTo>
                  <a:lnTo>
                    <a:pt x="332231" y="0"/>
                  </a:lnTo>
                  <a:lnTo>
                    <a:pt x="332231" y="762"/>
                  </a:lnTo>
                  <a:lnTo>
                    <a:pt x="334517" y="762"/>
                  </a:lnTo>
                  <a:close/>
                </a:path>
                <a:path w="2189479" h="761364">
                  <a:moveTo>
                    <a:pt x="331470" y="762"/>
                  </a:moveTo>
                  <a:lnTo>
                    <a:pt x="331470" y="0"/>
                  </a:lnTo>
                  <a:lnTo>
                    <a:pt x="329184" y="0"/>
                  </a:lnTo>
                  <a:lnTo>
                    <a:pt x="329184" y="762"/>
                  </a:lnTo>
                  <a:lnTo>
                    <a:pt x="331470" y="762"/>
                  </a:lnTo>
                  <a:close/>
                </a:path>
                <a:path w="2189479" h="761364">
                  <a:moveTo>
                    <a:pt x="328422" y="762"/>
                  </a:moveTo>
                  <a:lnTo>
                    <a:pt x="328422" y="0"/>
                  </a:lnTo>
                  <a:lnTo>
                    <a:pt x="326136" y="0"/>
                  </a:lnTo>
                  <a:lnTo>
                    <a:pt x="326136" y="762"/>
                  </a:lnTo>
                  <a:lnTo>
                    <a:pt x="328422" y="762"/>
                  </a:lnTo>
                  <a:close/>
                </a:path>
                <a:path w="2189479" h="761364">
                  <a:moveTo>
                    <a:pt x="325374" y="762"/>
                  </a:moveTo>
                  <a:lnTo>
                    <a:pt x="325374" y="0"/>
                  </a:lnTo>
                  <a:lnTo>
                    <a:pt x="323088" y="0"/>
                  </a:lnTo>
                  <a:lnTo>
                    <a:pt x="323088" y="762"/>
                  </a:lnTo>
                  <a:lnTo>
                    <a:pt x="325374" y="762"/>
                  </a:lnTo>
                  <a:close/>
                </a:path>
                <a:path w="2189479" h="761364">
                  <a:moveTo>
                    <a:pt x="322325" y="762"/>
                  </a:moveTo>
                  <a:lnTo>
                    <a:pt x="322325" y="0"/>
                  </a:lnTo>
                  <a:lnTo>
                    <a:pt x="320039" y="0"/>
                  </a:lnTo>
                  <a:lnTo>
                    <a:pt x="320039" y="762"/>
                  </a:lnTo>
                  <a:lnTo>
                    <a:pt x="322325" y="762"/>
                  </a:lnTo>
                  <a:close/>
                </a:path>
                <a:path w="2189479" h="761364">
                  <a:moveTo>
                    <a:pt x="319277" y="762"/>
                  </a:moveTo>
                  <a:lnTo>
                    <a:pt x="319277" y="0"/>
                  </a:lnTo>
                  <a:lnTo>
                    <a:pt x="316991" y="0"/>
                  </a:lnTo>
                  <a:lnTo>
                    <a:pt x="316991" y="762"/>
                  </a:lnTo>
                  <a:lnTo>
                    <a:pt x="319277" y="762"/>
                  </a:lnTo>
                  <a:close/>
                </a:path>
                <a:path w="2189479" h="761364">
                  <a:moveTo>
                    <a:pt x="316229" y="762"/>
                  </a:moveTo>
                  <a:lnTo>
                    <a:pt x="316229" y="0"/>
                  </a:lnTo>
                  <a:lnTo>
                    <a:pt x="313943" y="0"/>
                  </a:lnTo>
                  <a:lnTo>
                    <a:pt x="313943" y="762"/>
                  </a:lnTo>
                  <a:lnTo>
                    <a:pt x="316229" y="762"/>
                  </a:lnTo>
                  <a:close/>
                </a:path>
                <a:path w="2189479" h="761364">
                  <a:moveTo>
                    <a:pt x="313182" y="762"/>
                  </a:moveTo>
                  <a:lnTo>
                    <a:pt x="313182" y="0"/>
                  </a:lnTo>
                  <a:lnTo>
                    <a:pt x="310896" y="0"/>
                  </a:lnTo>
                  <a:lnTo>
                    <a:pt x="310896" y="762"/>
                  </a:lnTo>
                  <a:lnTo>
                    <a:pt x="313182" y="762"/>
                  </a:lnTo>
                  <a:close/>
                </a:path>
                <a:path w="2189479" h="761364">
                  <a:moveTo>
                    <a:pt x="310134" y="762"/>
                  </a:moveTo>
                  <a:lnTo>
                    <a:pt x="310134" y="0"/>
                  </a:lnTo>
                  <a:lnTo>
                    <a:pt x="307848" y="0"/>
                  </a:lnTo>
                  <a:lnTo>
                    <a:pt x="307848" y="762"/>
                  </a:lnTo>
                  <a:lnTo>
                    <a:pt x="310134" y="762"/>
                  </a:lnTo>
                  <a:close/>
                </a:path>
                <a:path w="2189479" h="761364">
                  <a:moveTo>
                    <a:pt x="307086" y="762"/>
                  </a:moveTo>
                  <a:lnTo>
                    <a:pt x="307086" y="0"/>
                  </a:lnTo>
                  <a:lnTo>
                    <a:pt x="304800" y="0"/>
                  </a:lnTo>
                  <a:lnTo>
                    <a:pt x="304800" y="762"/>
                  </a:lnTo>
                  <a:lnTo>
                    <a:pt x="307086" y="762"/>
                  </a:lnTo>
                  <a:close/>
                </a:path>
                <a:path w="2189479" h="761364">
                  <a:moveTo>
                    <a:pt x="304038" y="762"/>
                  </a:moveTo>
                  <a:lnTo>
                    <a:pt x="304038" y="0"/>
                  </a:lnTo>
                  <a:lnTo>
                    <a:pt x="301751" y="0"/>
                  </a:lnTo>
                  <a:lnTo>
                    <a:pt x="301751" y="762"/>
                  </a:lnTo>
                  <a:lnTo>
                    <a:pt x="304038" y="762"/>
                  </a:lnTo>
                  <a:close/>
                </a:path>
                <a:path w="2189479" h="761364">
                  <a:moveTo>
                    <a:pt x="300989" y="762"/>
                  </a:moveTo>
                  <a:lnTo>
                    <a:pt x="300989" y="0"/>
                  </a:lnTo>
                  <a:lnTo>
                    <a:pt x="298703" y="0"/>
                  </a:lnTo>
                  <a:lnTo>
                    <a:pt x="298703" y="762"/>
                  </a:lnTo>
                  <a:lnTo>
                    <a:pt x="300989" y="762"/>
                  </a:lnTo>
                  <a:close/>
                </a:path>
                <a:path w="2189479" h="761364">
                  <a:moveTo>
                    <a:pt x="297941" y="762"/>
                  </a:moveTo>
                  <a:lnTo>
                    <a:pt x="297941" y="0"/>
                  </a:lnTo>
                  <a:lnTo>
                    <a:pt x="295655" y="0"/>
                  </a:lnTo>
                  <a:lnTo>
                    <a:pt x="295655" y="762"/>
                  </a:lnTo>
                  <a:lnTo>
                    <a:pt x="297941" y="762"/>
                  </a:lnTo>
                  <a:close/>
                </a:path>
                <a:path w="2189479" h="761364">
                  <a:moveTo>
                    <a:pt x="294893" y="762"/>
                  </a:moveTo>
                  <a:lnTo>
                    <a:pt x="294893" y="0"/>
                  </a:lnTo>
                  <a:lnTo>
                    <a:pt x="292607" y="0"/>
                  </a:lnTo>
                  <a:lnTo>
                    <a:pt x="292607" y="762"/>
                  </a:lnTo>
                  <a:lnTo>
                    <a:pt x="294893" y="762"/>
                  </a:lnTo>
                  <a:close/>
                </a:path>
                <a:path w="2189479" h="761364">
                  <a:moveTo>
                    <a:pt x="291846" y="762"/>
                  </a:moveTo>
                  <a:lnTo>
                    <a:pt x="291846" y="0"/>
                  </a:lnTo>
                  <a:lnTo>
                    <a:pt x="289560" y="0"/>
                  </a:lnTo>
                  <a:lnTo>
                    <a:pt x="289560" y="762"/>
                  </a:lnTo>
                  <a:lnTo>
                    <a:pt x="291846" y="762"/>
                  </a:lnTo>
                  <a:close/>
                </a:path>
                <a:path w="2189479" h="761364">
                  <a:moveTo>
                    <a:pt x="288798" y="762"/>
                  </a:moveTo>
                  <a:lnTo>
                    <a:pt x="288798" y="0"/>
                  </a:lnTo>
                  <a:lnTo>
                    <a:pt x="286512" y="0"/>
                  </a:lnTo>
                  <a:lnTo>
                    <a:pt x="286512" y="762"/>
                  </a:lnTo>
                  <a:lnTo>
                    <a:pt x="288798" y="762"/>
                  </a:lnTo>
                  <a:close/>
                </a:path>
                <a:path w="2189479" h="761364">
                  <a:moveTo>
                    <a:pt x="285750" y="762"/>
                  </a:moveTo>
                  <a:lnTo>
                    <a:pt x="285750" y="0"/>
                  </a:lnTo>
                  <a:lnTo>
                    <a:pt x="283463" y="0"/>
                  </a:lnTo>
                  <a:lnTo>
                    <a:pt x="283463" y="762"/>
                  </a:lnTo>
                  <a:lnTo>
                    <a:pt x="285750" y="762"/>
                  </a:lnTo>
                  <a:close/>
                </a:path>
                <a:path w="2189479" h="761364">
                  <a:moveTo>
                    <a:pt x="282701" y="762"/>
                  </a:moveTo>
                  <a:lnTo>
                    <a:pt x="282701" y="0"/>
                  </a:lnTo>
                  <a:lnTo>
                    <a:pt x="280415" y="0"/>
                  </a:lnTo>
                  <a:lnTo>
                    <a:pt x="280415" y="762"/>
                  </a:lnTo>
                  <a:lnTo>
                    <a:pt x="282701" y="762"/>
                  </a:lnTo>
                  <a:close/>
                </a:path>
                <a:path w="2189479" h="761364">
                  <a:moveTo>
                    <a:pt x="279653" y="762"/>
                  </a:moveTo>
                  <a:lnTo>
                    <a:pt x="279653" y="0"/>
                  </a:lnTo>
                  <a:lnTo>
                    <a:pt x="277367" y="0"/>
                  </a:lnTo>
                  <a:lnTo>
                    <a:pt x="277367" y="762"/>
                  </a:lnTo>
                  <a:lnTo>
                    <a:pt x="279653" y="762"/>
                  </a:lnTo>
                  <a:close/>
                </a:path>
                <a:path w="2189479" h="761364">
                  <a:moveTo>
                    <a:pt x="276605" y="762"/>
                  </a:moveTo>
                  <a:lnTo>
                    <a:pt x="276605" y="0"/>
                  </a:lnTo>
                  <a:lnTo>
                    <a:pt x="274319" y="0"/>
                  </a:lnTo>
                  <a:lnTo>
                    <a:pt x="274319" y="762"/>
                  </a:lnTo>
                  <a:lnTo>
                    <a:pt x="276605" y="762"/>
                  </a:lnTo>
                  <a:close/>
                </a:path>
                <a:path w="2189479" h="761364">
                  <a:moveTo>
                    <a:pt x="273558" y="762"/>
                  </a:moveTo>
                  <a:lnTo>
                    <a:pt x="273558" y="0"/>
                  </a:lnTo>
                  <a:lnTo>
                    <a:pt x="271272" y="0"/>
                  </a:lnTo>
                  <a:lnTo>
                    <a:pt x="271272" y="762"/>
                  </a:lnTo>
                  <a:lnTo>
                    <a:pt x="273558" y="762"/>
                  </a:lnTo>
                  <a:close/>
                </a:path>
                <a:path w="2189479" h="761364">
                  <a:moveTo>
                    <a:pt x="270510" y="762"/>
                  </a:moveTo>
                  <a:lnTo>
                    <a:pt x="270510" y="0"/>
                  </a:lnTo>
                  <a:lnTo>
                    <a:pt x="268224" y="0"/>
                  </a:lnTo>
                  <a:lnTo>
                    <a:pt x="268224" y="762"/>
                  </a:lnTo>
                  <a:lnTo>
                    <a:pt x="270510" y="762"/>
                  </a:lnTo>
                  <a:close/>
                </a:path>
                <a:path w="2189479" h="761364">
                  <a:moveTo>
                    <a:pt x="267462" y="762"/>
                  </a:moveTo>
                  <a:lnTo>
                    <a:pt x="267462" y="0"/>
                  </a:lnTo>
                  <a:lnTo>
                    <a:pt x="265175" y="0"/>
                  </a:lnTo>
                  <a:lnTo>
                    <a:pt x="265175" y="762"/>
                  </a:lnTo>
                  <a:lnTo>
                    <a:pt x="267462" y="762"/>
                  </a:lnTo>
                  <a:close/>
                </a:path>
                <a:path w="2189479" h="761364">
                  <a:moveTo>
                    <a:pt x="264413" y="762"/>
                  </a:moveTo>
                  <a:lnTo>
                    <a:pt x="264413" y="0"/>
                  </a:lnTo>
                  <a:lnTo>
                    <a:pt x="262127" y="0"/>
                  </a:lnTo>
                  <a:lnTo>
                    <a:pt x="262127" y="762"/>
                  </a:lnTo>
                  <a:lnTo>
                    <a:pt x="264413" y="762"/>
                  </a:lnTo>
                  <a:close/>
                </a:path>
                <a:path w="2189479" h="761364">
                  <a:moveTo>
                    <a:pt x="261365" y="762"/>
                  </a:moveTo>
                  <a:lnTo>
                    <a:pt x="261365" y="0"/>
                  </a:lnTo>
                  <a:lnTo>
                    <a:pt x="259079" y="0"/>
                  </a:lnTo>
                  <a:lnTo>
                    <a:pt x="259079" y="762"/>
                  </a:lnTo>
                  <a:lnTo>
                    <a:pt x="261365" y="762"/>
                  </a:lnTo>
                  <a:close/>
                </a:path>
                <a:path w="2189479" h="761364">
                  <a:moveTo>
                    <a:pt x="258317" y="762"/>
                  </a:moveTo>
                  <a:lnTo>
                    <a:pt x="258317" y="0"/>
                  </a:lnTo>
                  <a:lnTo>
                    <a:pt x="256031" y="0"/>
                  </a:lnTo>
                  <a:lnTo>
                    <a:pt x="256031" y="762"/>
                  </a:lnTo>
                  <a:lnTo>
                    <a:pt x="258317" y="762"/>
                  </a:lnTo>
                  <a:close/>
                </a:path>
                <a:path w="2189479" h="761364">
                  <a:moveTo>
                    <a:pt x="255270" y="762"/>
                  </a:moveTo>
                  <a:lnTo>
                    <a:pt x="255270" y="0"/>
                  </a:lnTo>
                  <a:lnTo>
                    <a:pt x="252984" y="0"/>
                  </a:lnTo>
                  <a:lnTo>
                    <a:pt x="252984" y="762"/>
                  </a:lnTo>
                  <a:lnTo>
                    <a:pt x="255270" y="762"/>
                  </a:lnTo>
                  <a:close/>
                </a:path>
                <a:path w="2189479" h="761364">
                  <a:moveTo>
                    <a:pt x="252222" y="762"/>
                  </a:moveTo>
                  <a:lnTo>
                    <a:pt x="252222" y="0"/>
                  </a:lnTo>
                  <a:lnTo>
                    <a:pt x="249936" y="0"/>
                  </a:lnTo>
                  <a:lnTo>
                    <a:pt x="249936" y="762"/>
                  </a:lnTo>
                  <a:lnTo>
                    <a:pt x="252222" y="762"/>
                  </a:lnTo>
                  <a:close/>
                </a:path>
                <a:path w="2189479" h="761364">
                  <a:moveTo>
                    <a:pt x="249174" y="762"/>
                  </a:moveTo>
                  <a:lnTo>
                    <a:pt x="249174" y="0"/>
                  </a:lnTo>
                  <a:lnTo>
                    <a:pt x="246887" y="0"/>
                  </a:lnTo>
                  <a:lnTo>
                    <a:pt x="246887" y="762"/>
                  </a:lnTo>
                  <a:lnTo>
                    <a:pt x="249174" y="762"/>
                  </a:lnTo>
                  <a:close/>
                </a:path>
                <a:path w="2189479" h="761364">
                  <a:moveTo>
                    <a:pt x="246125" y="762"/>
                  </a:moveTo>
                  <a:lnTo>
                    <a:pt x="246125" y="0"/>
                  </a:lnTo>
                  <a:lnTo>
                    <a:pt x="243839" y="0"/>
                  </a:lnTo>
                  <a:lnTo>
                    <a:pt x="243839" y="762"/>
                  </a:lnTo>
                  <a:lnTo>
                    <a:pt x="246125" y="762"/>
                  </a:lnTo>
                  <a:close/>
                </a:path>
                <a:path w="2189479" h="761364">
                  <a:moveTo>
                    <a:pt x="243077" y="762"/>
                  </a:moveTo>
                  <a:lnTo>
                    <a:pt x="243077" y="0"/>
                  </a:lnTo>
                  <a:lnTo>
                    <a:pt x="240791" y="0"/>
                  </a:lnTo>
                  <a:lnTo>
                    <a:pt x="240791" y="762"/>
                  </a:lnTo>
                  <a:lnTo>
                    <a:pt x="243077" y="762"/>
                  </a:lnTo>
                  <a:close/>
                </a:path>
                <a:path w="2189479" h="761364">
                  <a:moveTo>
                    <a:pt x="240029" y="762"/>
                  </a:moveTo>
                  <a:lnTo>
                    <a:pt x="240029" y="0"/>
                  </a:lnTo>
                  <a:lnTo>
                    <a:pt x="237743" y="0"/>
                  </a:lnTo>
                  <a:lnTo>
                    <a:pt x="237743" y="762"/>
                  </a:lnTo>
                  <a:lnTo>
                    <a:pt x="240029" y="762"/>
                  </a:lnTo>
                  <a:close/>
                </a:path>
                <a:path w="2189479" h="761364">
                  <a:moveTo>
                    <a:pt x="236982" y="762"/>
                  </a:moveTo>
                  <a:lnTo>
                    <a:pt x="236982" y="0"/>
                  </a:lnTo>
                  <a:lnTo>
                    <a:pt x="234696" y="0"/>
                  </a:lnTo>
                  <a:lnTo>
                    <a:pt x="234696" y="762"/>
                  </a:lnTo>
                  <a:lnTo>
                    <a:pt x="236982" y="762"/>
                  </a:lnTo>
                  <a:close/>
                </a:path>
                <a:path w="2189479" h="761364">
                  <a:moveTo>
                    <a:pt x="233934" y="762"/>
                  </a:moveTo>
                  <a:lnTo>
                    <a:pt x="233934" y="0"/>
                  </a:lnTo>
                  <a:lnTo>
                    <a:pt x="231648" y="0"/>
                  </a:lnTo>
                  <a:lnTo>
                    <a:pt x="231648" y="762"/>
                  </a:lnTo>
                  <a:lnTo>
                    <a:pt x="233934" y="762"/>
                  </a:lnTo>
                  <a:close/>
                </a:path>
                <a:path w="2189479" h="761364">
                  <a:moveTo>
                    <a:pt x="230886" y="762"/>
                  </a:moveTo>
                  <a:lnTo>
                    <a:pt x="230886" y="0"/>
                  </a:lnTo>
                  <a:lnTo>
                    <a:pt x="228600" y="0"/>
                  </a:lnTo>
                  <a:lnTo>
                    <a:pt x="228600" y="762"/>
                  </a:lnTo>
                  <a:lnTo>
                    <a:pt x="230886" y="762"/>
                  </a:lnTo>
                  <a:close/>
                </a:path>
                <a:path w="2189479" h="761364">
                  <a:moveTo>
                    <a:pt x="227837" y="762"/>
                  </a:moveTo>
                  <a:lnTo>
                    <a:pt x="227837" y="0"/>
                  </a:lnTo>
                  <a:lnTo>
                    <a:pt x="225551" y="0"/>
                  </a:lnTo>
                  <a:lnTo>
                    <a:pt x="225551" y="762"/>
                  </a:lnTo>
                  <a:lnTo>
                    <a:pt x="227837" y="762"/>
                  </a:lnTo>
                  <a:close/>
                </a:path>
                <a:path w="2189479" h="761364">
                  <a:moveTo>
                    <a:pt x="224789" y="762"/>
                  </a:moveTo>
                  <a:lnTo>
                    <a:pt x="224789" y="0"/>
                  </a:lnTo>
                  <a:lnTo>
                    <a:pt x="222503" y="0"/>
                  </a:lnTo>
                  <a:lnTo>
                    <a:pt x="222503" y="762"/>
                  </a:lnTo>
                  <a:lnTo>
                    <a:pt x="224789" y="762"/>
                  </a:lnTo>
                  <a:close/>
                </a:path>
                <a:path w="2189479" h="761364">
                  <a:moveTo>
                    <a:pt x="221741" y="762"/>
                  </a:moveTo>
                  <a:lnTo>
                    <a:pt x="221741" y="0"/>
                  </a:lnTo>
                  <a:lnTo>
                    <a:pt x="219455" y="0"/>
                  </a:lnTo>
                  <a:lnTo>
                    <a:pt x="219455" y="762"/>
                  </a:lnTo>
                  <a:lnTo>
                    <a:pt x="221741" y="762"/>
                  </a:lnTo>
                  <a:close/>
                </a:path>
                <a:path w="2189479" h="761364">
                  <a:moveTo>
                    <a:pt x="218693" y="762"/>
                  </a:moveTo>
                  <a:lnTo>
                    <a:pt x="218693" y="0"/>
                  </a:lnTo>
                  <a:lnTo>
                    <a:pt x="216407" y="0"/>
                  </a:lnTo>
                  <a:lnTo>
                    <a:pt x="216407" y="762"/>
                  </a:lnTo>
                  <a:lnTo>
                    <a:pt x="218693" y="762"/>
                  </a:lnTo>
                  <a:close/>
                </a:path>
                <a:path w="2189479" h="761364">
                  <a:moveTo>
                    <a:pt x="215646" y="762"/>
                  </a:moveTo>
                  <a:lnTo>
                    <a:pt x="215646" y="0"/>
                  </a:lnTo>
                  <a:lnTo>
                    <a:pt x="213360" y="0"/>
                  </a:lnTo>
                  <a:lnTo>
                    <a:pt x="213360" y="762"/>
                  </a:lnTo>
                  <a:lnTo>
                    <a:pt x="215646" y="762"/>
                  </a:lnTo>
                  <a:close/>
                </a:path>
                <a:path w="2189479" h="761364">
                  <a:moveTo>
                    <a:pt x="212598" y="762"/>
                  </a:moveTo>
                  <a:lnTo>
                    <a:pt x="212598" y="0"/>
                  </a:lnTo>
                  <a:lnTo>
                    <a:pt x="210312" y="0"/>
                  </a:lnTo>
                  <a:lnTo>
                    <a:pt x="210312" y="762"/>
                  </a:lnTo>
                  <a:lnTo>
                    <a:pt x="212598" y="762"/>
                  </a:lnTo>
                  <a:close/>
                </a:path>
                <a:path w="2189479" h="761364">
                  <a:moveTo>
                    <a:pt x="209550" y="762"/>
                  </a:moveTo>
                  <a:lnTo>
                    <a:pt x="209550" y="0"/>
                  </a:lnTo>
                  <a:lnTo>
                    <a:pt x="207263" y="0"/>
                  </a:lnTo>
                  <a:lnTo>
                    <a:pt x="207263" y="762"/>
                  </a:lnTo>
                  <a:lnTo>
                    <a:pt x="209550" y="762"/>
                  </a:lnTo>
                  <a:close/>
                </a:path>
                <a:path w="2189479" h="761364">
                  <a:moveTo>
                    <a:pt x="206501" y="762"/>
                  </a:moveTo>
                  <a:lnTo>
                    <a:pt x="206501" y="0"/>
                  </a:lnTo>
                  <a:lnTo>
                    <a:pt x="204215" y="0"/>
                  </a:lnTo>
                  <a:lnTo>
                    <a:pt x="204215" y="762"/>
                  </a:lnTo>
                  <a:lnTo>
                    <a:pt x="206501" y="762"/>
                  </a:lnTo>
                  <a:close/>
                </a:path>
                <a:path w="2189479" h="761364">
                  <a:moveTo>
                    <a:pt x="203453" y="762"/>
                  </a:moveTo>
                  <a:lnTo>
                    <a:pt x="203453" y="0"/>
                  </a:lnTo>
                  <a:lnTo>
                    <a:pt x="201167" y="0"/>
                  </a:lnTo>
                  <a:lnTo>
                    <a:pt x="201167" y="762"/>
                  </a:lnTo>
                  <a:lnTo>
                    <a:pt x="203453" y="762"/>
                  </a:lnTo>
                  <a:close/>
                </a:path>
                <a:path w="2189479" h="761364">
                  <a:moveTo>
                    <a:pt x="200405" y="762"/>
                  </a:moveTo>
                  <a:lnTo>
                    <a:pt x="200405" y="0"/>
                  </a:lnTo>
                  <a:lnTo>
                    <a:pt x="198119" y="0"/>
                  </a:lnTo>
                  <a:lnTo>
                    <a:pt x="198119" y="762"/>
                  </a:lnTo>
                  <a:lnTo>
                    <a:pt x="200405" y="762"/>
                  </a:lnTo>
                  <a:close/>
                </a:path>
                <a:path w="2189479" h="761364">
                  <a:moveTo>
                    <a:pt x="197358" y="762"/>
                  </a:moveTo>
                  <a:lnTo>
                    <a:pt x="197358" y="0"/>
                  </a:lnTo>
                  <a:lnTo>
                    <a:pt x="195072" y="0"/>
                  </a:lnTo>
                  <a:lnTo>
                    <a:pt x="195072" y="762"/>
                  </a:lnTo>
                  <a:lnTo>
                    <a:pt x="197358" y="762"/>
                  </a:lnTo>
                  <a:close/>
                </a:path>
                <a:path w="2189479" h="761364">
                  <a:moveTo>
                    <a:pt x="194310" y="762"/>
                  </a:moveTo>
                  <a:lnTo>
                    <a:pt x="194310" y="0"/>
                  </a:lnTo>
                  <a:lnTo>
                    <a:pt x="192024" y="0"/>
                  </a:lnTo>
                  <a:lnTo>
                    <a:pt x="192024" y="762"/>
                  </a:lnTo>
                  <a:lnTo>
                    <a:pt x="194310" y="762"/>
                  </a:lnTo>
                  <a:close/>
                </a:path>
                <a:path w="2189479" h="761364">
                  <a:moveTo>
                    <a:pt x="191262" y="762"/>
                  </a:moveTo>
                  <a:lnTo>
                    <a:pt x="191262" y="0"/>
                  </a:lnTo>
                  <a:lnTo>
                    <a:pt x="188975" y="0"/>
                  </a:lnTo>
                  <a:lnTo>
                    <a:pt x="188975" y="762"/>
                  </a:lnTo>
                  <a:lnTo>
                    <a:pt x="191262" y="762"/>
                  </a:lnTo>
                  <a:close/>
                </a:path>
                <a:path w="2189479" h="761364">
                  <a:moveTo>
                    <a:pt x="188213" y="762"/>
                  </a:moveTo>
                  <a:lnTo>
                    <a:pt x="188213" y="0"/>
                  </a:lnTo>
                  <a:lnTo>
                    <a:pt x="185927" y="0"/>
                  </a:lnTo>
                  <a:lnTo>
                    <a:pt x="185927" y="762"/>
                  </a:lnTo>
                  <a:lnTo>
                    <a:pt x="188213" y="762"/>
                  </a:lnTo>
                  <a:close/>
                </a:path>
                <a:path w="2189479" h="761364">
                  <a:moveTo>
                    <a:pt x="185165" y="762"/>
                  </a:moveTo>
                  <a:lnTo>
                    <a:pt x="185165" y="0"/>
                  </a:lnTo>
                  <a:lnTo>
                    <a:pt x="182879" y="0"/>
                  </a:lnTo>
                  <a:lnTo>
                    <a:pt x="182879" y="762"/>
                  </a:lnTo>
                  <a:lnTo>
                    <a:pt x="185165" y="762"/>
                  </a:lnTo>
                  <a:close/>
                </a:path>
                <a:path w="2189479" h="761364">
                  <a:moveTo>
                    <a:pt x="182117" y="762"/>
                  </a:moveTo>
                  <a:lnTo>
                    <a:pt x="182117" y="0"/>
                  </a:lnTo>
                  <a:lnTo>
                    <a:pt x="179831" y="0"/>
                  </a:lnTo>
                  <a:lnTo>
                    <a:pt x="179831" y="762"/>
                  </a:lnTo>
                  <a:lnTo>
                    <a:pt x="182117" y="762"/>
                  </a:lnTo>
                  <a:close/>
                </a:path>
                <a:path w="2189479" h="761364">
                  <a:moveTo>
                    <a:pt x="179070" y="762"/>
                  </a:moveTo>
                  <a:lnTo>
                    <a:pt x="179070" y="0"/>
                  </a:lnTo>
                  <a:lnTo>
                    <a:pt x="176784" y="0"/>
                  </a:lnTo>
                  <a:lnTo>
                    <a:pt x="176784" y="762"/>
                  </a:lnTo>
                  <a:lnTo>
                    <a:pt x="179070" y="762"/>
                  </a:lnTo>
                  <a:close/>
                </a:path>
                <a:path w="2189479" h="761364">
                  <a:moveTo>
                    <a:pt x="176022" y="762"/>
                  </a:moveTo>
                  <a:lnTo>
                    <a:pt x="176022" y="0"/>
                  </a:lnTo>
                  <a:lnTo>
                    <a:pt x="173736" y="0"/>
                  </a:lnTo>
                  <a:lnTo>
                    <a:pt x="173736" y="762"/>
                  </a:lnTo>
                  <a:lnTo>
                    <a:pt x="176022" y="762"/>
                  </a:lnTo>
                  <a:close/>
                </a:path>
                <a:path w="2189479" h="761364">
                  <a:moveTo>
                    <a:pt x="172974" y="762"/>
                  </a:moveTo>
                  <a:lnTo>
                    <a:pt x="172974" y="0"/>
                  </a:lnTo>
                  <a:lnTo>
                    <a:pt x="170687" y="0"/>
                  </a:lnTo>
                  <a:lnTo>
                    <a:pt x="170687" y="762"/>
                  </a:lnTo>
                  <a:lnTo>
                    <a:pt x="172974" y="762"/>
                  </a:lnTo>
                  <a:close/>
                </a:path>
                <a:path w="2189479" h="761364">
                  <a:moveTo>
                    <a:pt x="169925" y="762"/>
                  </a:moveTo>
                  <a:lnTo>
                    <a:pt x="169925" y="0"/>
                  </a:lnTo>
                  <a:lnTo>
                    <a:pt x="167639" y="0"/>
                  </a:lnTo>
                  <a:lnTo>
                    <a:pt x="167639" y="762"/>
                  </a:lnTo>
                  <a:lnTo>
                    <a:pt x="169925" y="762"/>
                  </a:lnTo>
                  <a:close/>
                </a:path>
                <a:path w="2189479" h="761364">
                  <a:moveTo>
                    <a:pt x="166877" y="762"/>
                  </a:moveTo>
                  <a:lnTo>
                    <a:pt x="166877" y="0"/>
                  </a:lnTo>
                  <a:lnTo>
                    <a:pt x="164591" y="0"/>
                  </a:lnTo>
                  <a:lnTo>
                    <a:pt x="164591" y="762"/>
                  </a:lnTo>
                  <a:lnTo>
                    <a:pt x="166877" y="762"/>
                  </a:lnTo>
                  <a:close/>
                </a:path>
                <a:path w="2189479" h="761364">
                  <a:moveTo>
                    <a:pt x="163829" y="762"/>
                  </a:moveTo>
                  <a:lnTo>
                    <a:pt x="163829" y="0"/>
                  </a:lnTo>
                  <a:lnTo>
                    <a:pt x="161543" y="0"/>
                  </a:lnTo>
                  <a:lnTo>
                    <a:pt x="161543" y="762"/>
                  </a:lnTo>
                  <a:lnTo>
                    <a:pt x="163829" y="762"/>
                  </a:lnTo>
                  <a:close/>
                </a:path>
                <a:path w="2189479" h="761364">
                  <a:moveTo>
                    <a:pt x="160782" y="762"/>
                  </a:moveTo>
                  <a:lnTo>
                    <a:pt x="160782" y="0"/>
                  </a:lnTo>
                  <a:lnTo>
                    <a:pt x="158496" y="0"/>
                  </a:lnTo>
                  <a:lnTo>
                    <a:pt x="158496" y="762"/>
                  </a:lnTo>
                  <a:lnTo>
                    <a:pt x="160782" y="762"/>
                  </a:lnTo>
                  <a:close/>
                </a:path>
                <a:path w="2189479" h="761364">
                  <a:moveTo>
                    <a:pt x="157734" y="762"/>
                  </a:moveTo>
                  <a:lnTo>
                    <a:pt x="157734" y="0"/>
                  </a:lnTo>
                  <a:lnTo>
                    <a:pt x="155448" y="0"/>
                  </a:lnTo>
                  <a:lnTo>
                    <a:pt x="155448" y="762"/>
                  </a:lnTo>
                  <a:lnTo>
                    <a:pt x="157734" y="762"/>
                  </a:lnTo>
                  <a:close/>
                </a:path>
                <a:path w="2189479" h="761364">
                  <a:moveTo>
                    <a:pt x="154686" y="762"/>
                  </a:moveTo>
                  <a:lnTo>
                    <a:pt x="154686" y="0"/>
                  </a:lnTo>
                  <a:lnTo>
                    <a:pt x="152400" y="0"/>
                  </a:lnTo>
                  <a:lnTo>
                    <a:pt x="152400" y="762"/>
                  </a:lnTo>
                  <a:lnTo>
                    <a:pt x="154686" y="762"/>
                  </a:lnTo>
                  <a:close/>
                </a:path>
                <a:path w="2189479" h="761364">
                  <a:moveTo>
                    <a:pt x="151637" y="762"/>
                  </a:moveTo>
                  <a:lnTo>
                    <a:pt x="151637" y="0"/>
                  </a:lnTo>
                  <a:lnTo>
                    <a:pt x="149351" y="0"/>
                  </a:lnTo>
                  <a:lnTo>
                    <a:pt x="149351" y="762"/>
                  </a:lnTo>
                  <a:lnTo>
                    <a:pt x="151637" y="762"/>
                  </a:lnTo>
                  <a:close/>
                </a:path>
                <a:path w="2189479" h="761364">
                  <a:moveTo>
                    <a:pt x="148589" y="762"/>
                  </a:moveTo>
                  <a:lnTo>
                    <a:pt x="148589" y="0"/>
                  </a:lnTo>
                  <a:lnTo>
                    <a:pt x="146303" y="0"/>
                  </a:lnTo>
                  <a:lnTo>
                    <a:pt x="146303" y="762"/>
                  </a:lnTo>
                  <a:lnTo>
                    <a:pt x="148589" y="762"/>
                  </a:lnTo>
                  <a:close/>
                </a:path>
                <a:path w="2189479" h="761364">
                  <a:moveTo>
                    <a:pt x="145541" y="762"/>
                  </a:moveTo>
                  <a:lnTo>
                    <a:pt x="145541" y="0"/>
                  </a:lnTo>
                  <a:lnTo>
                    <a:pt x="143255" y="0"/>
                  </a:lnTo>
                  <a:lnTo>
                    <a:pt x="143255" y="762"/>
                  </a:lnTo>
                  <a:lnTo>
                    <a:pt x="145541" y="762"/>
                  </a:lnTo>
                  <a:close/>
                </a:path>
                <a:path w="2189479" h="761364">
                  <a:moveTo>
                    <a:pt x="142493" y="762"/>
                  </a:moveTo>
                  <a:lnTo>
                    <a:pt x="142493" y="0"/>
                  </a:lnTo>
                  <a:lnTo>
                    <a:pt x="140207" y="0"/>
                  </a:lnTo>
                  <a:lnTo>
                    <a:pt x="140207" y="762"/>
                  </a:lnTo>
                  <a:lnTo>
                    <a:pt x="142493" y="762"/>
                  </a:lnTo>
                  <a:close/>
                </a:path>
                <a:path w="2189479" h="761364">
                  <a:moveTo>
                    <a:pt x="139446" y="762"/>
                  </a:moveTo>
                  <a:lnTo>
                    <a:pt x="139446" y="0"/>
                  </a:lnTo>
                  <a:lnTo>
                    <a:pt x="137160" y="0"/>
                  </a:lnTo>
                  <a:lnTo>
                    <a:pt x="137160" y="762"/>
                  </a:lnTo>
                  <a:lnTo>
                    <a:pt x="139446" y="762"/>
                  </a:lnTo>
                  <a:close/>
                </a:path>
                <a:path w="2189479" h="761364">
                  <a:moveTo>
                    <a:pt x="136398" y="762"/>
                  </a:moveTo>
                  <a:lnTo>
                    <a:pt x="136398" y="0"/>
                  </a:lnTo>
                  <a:lnTo>
                    <a:pt x="134112" y="0"/>
                  </a:lnTo>
                  <a:lnTo>
                    <a:pt x="134112" y="762"/>
                  </a:lnTo>
                  <a:lnTo>
                    <a:pt x="136398" y="762"/>
                  </a:lnTo>
                  <a:close/>
                </a:path>
                <a:path w="2189479" h="761364">
                  <a:moveTo>
                    <a:pt x="133350" y="762"/>
                  </a:moveTo>
                  <a:lnTo>
                    <a:pt x="133350" y="0"/>
                  </a:lnTo>
                  <a:lnTo>
                    <a:pt x="131063" y="0"/>
                  </a:lnTo>
                  <a:lnTo>
                    <a:pt x="131063" y="762"/>
                  </a:lnTo>
                  <a:lnTo>
                    <a:pt x="133350" y="762"/>
                  </a:lnTo>
                  <a:close/>
                </a:path>
                <a:path w="2189479" h="761364">
                  <a:moveTo>
                    <a:pt x="130301" y="762"/>
                  </a:moveTo>
                  <a:lnTo>
                    <a:pt x="130301" y="0"/>
                  </a:lnTo>
                  <a:lnTo>
                    <a:pt x="128015" y="0"/>
                  </a:lnTo>
                  <a:lnTo>
                    <a:pt x="128015" y="762"/>
                  </a:lnTo>
                  <a:lnTo>
                    <a:pt x="130301" y="762"/>
                  </a:lnTo>
                  <a:close/>
                </a:path>
                <a:path w="2189479" h="761364">
                  <a:moveTo>
                    <a:pt x="127253" y="762"/>
                  </a:moveTo>
                  <a:lnTo>
                    <a:pt x="127253" y="0"/>
                  </a:lnTo>
                  <a:lnTo>
                    <a:pt x="124967" y="0"/>
                  </a:lnTo>
                  <a:lnTo>
                    <a:pt x="124967" y="762"/>
                  </a:lnTo>
                  <a:lnTo>
                    <a:pt x="127253" y="762"/>
                  </a:lnTo>
                  <a:close/>
                </a:path>
                <a:path w="2189479" h="761364">
                  <a:moveTo>
                    <a:pt x="124205" y="762"/>
                  </a:moveTo>
                  <a:lnTo>
                    <a:pt x="124205" y="0"/>
                  </a:lnTo>
                  <a:lnTo>
                    <a:pt x="121919" y="0"/>
                  </a:lnTo>
                  <a:lnTo>
                    <a:pt x="121919" y="762"/>
                  </a:lnTo>
                  <a:lnTo>
                    <a:pt x="124205" y="762"/>
                  </a:lnTo>
                  <a:close/>
                </a:path>
                <a:path w="2189479" h="761364">
                  <a:moveTo>
                    <a:pt x="121158" y="762"/>
                  </a:moveTo>
                  <a:lnTo>
                    <a:pt x="121158" y="0"/>
                  </a:lnTo>
                  <a:lnTo>
                    <a:pt x="118872" y="0"/>
                  </a:lnTo>
                  <a:lnTo>
                    <a:pt x="118872" y="762"/>
                  </a:lnTo>
                  <a:lnTo>
                    <a:pt x="121158" y="762"/>
                  </a:lnTo>
                  <a:close/>
                </a:path>
                <a:path w="2189479" h="761364">
                  <a:moveTo>
                    <a:pt x="118110" y="762"/>
                  </a:moveTo>
                  <a:lnTo>
                    <a:pt x="118110" y="0"/>
                  </a:lnTo>
                  <a:lnTo>
                    <a:pt x="115824" y="0"/>
                  </a:lnTo>
                  <a:lnTo>
                    <a:pt x="115824" y="762"/>
                  </a:lnTo>
                  <a:lnTo>
                    <a:pt x="118110" y="762"/>
                  </a:lnTo>
                  <a:close/>
                </a:path>
                <a:path w="2189479" h="761364">
                  <a:moveTo>
                    <a:pt x="115062" y="762"/>
                  </a:moveTo>
                  <a:lnTo>
                    <a:pt x="115062" y="0"/>
                  </a:lnTo>
                  <a:lnTo>
                    <a:pt x="112775" y="0"/>
                  </a:lnTo>
                  <a:lnTo>
                    <a:pt x="112775" y="762"/>
                  </a:lnTo>
                  <a:lnTo>
                    <a:pt x="115062" y="762"/>
                  </a:lnTo>
                  <a:close/>
                </a:path>
                <a:path w="2189479" h="761364">
                  <a:moveTo>
                    <a:pt x="112013" y="762"/>
                  </a:moveTo>
                  <a:lnTo>
                    <a:pt x="112013" y="0"/>
                  </a:lnTo>
                  <a:lnTo>
                    <a:pt x="109727" y="0"/>
                  </a:lnTo>
                  <a:lnTo>
                    <a:pt x="109727" y="762"/>
                  </a:lnTo>
                  <a:lnTo>
                    <a:pt x="112013" y="762"/>
                  </a:lnTo>
                  <a:close/>
                </a:path>
                <a:path w="2189479" h="761364">
                  <a:moveTo>
                    <a:pt x="108965" y="762"/>
                  </a:moveTo>
                  <a:lnTo>
                    <a:pt x="108965" y="0"/>
                  </a:lnTo>
                  <a:lnTo>
                    <a:pt x="106679" y="0"/>
                  </a:lnTo>
                  <a:lnTo>
                    <a:pt x="106679" y="762"/>
                  </a:lnTo>
                  <a:lnTo>
                    <a:pt x="108965" y="762"/>
                  </a:lnTo>
                  <a:close/>
                </a:path>
                <a:path w="2189479" h="761364">
                  <a:moveTo>
                    <a:pt x="105917" y="762"/>
                  </a:moveTo>
                  <a:lnTo>
                    <a:pt x="105917" y="0"/>
                  </a:lnTo>
                  <a:lnTo>
                    <a:pt x="103631" y="0"/>
                  </a:lnTo>
                  <a:lnTo>
                    <a:pt x="103631" y="762"/>
                  </a:lnTo>
                  <a:lnTo>
                    <a:pt x="105917" y="762"/>
                  </a:lnTo>
                  <a:close/>
                </a:path>
                <a:path w="2189479" h="761364">
                  <a:moveTo>
                    <a:pt x="102870" y="762"/>
                  </a:moveTo>
                  <a:lnTo>
                    <a:pt x="102870" y="0"/>
                  </a:lnTo>
                  <a:lnTo>
                    <a:pt x="100584" y="0"/>
                  </a:lnTo>
                  <a:lnTo>
                    <a:pt x="100584" y="762"/>
                  </a:lnTo>
                  <a:lnTo>
                    <a:pt x="102870" y="762"/>
                  </a:lnTo>
                  <a:close/>
                </a:path>
                <a:path w="2189479" h="761364">
                  <a:moveTo>
                    <a:pt x="99822" y="762"/>
                  </a:moveTo>
                  <a:lnTo>
                    <a:pt x="99822" y="0"/>
                  </a:lnTo>
                  <a:lnTo>
                    <a:pt x="97536" y="0"/>
                  </a:lnTo>
                  <a:lnTo>
                    <a:pt x="97536" y="762"/>
                  </a:lnTo>
                  <a:lnTo>
                    <a:pt x="99822" y="762"/>
                  </a:lnTo>
                  <a:close/>
                </a:path>
                <a:path w="2189479" h="761364">
                  <a:moveTo>
                    <a:pt x="96774" y="762"/>
                  </a:moveTo>
                  <a:lnTo>
                    <a:pt x="96774" y="0"/>
                  </a:lnTo>
                  <a:lnTo>
                    <a:pt x="94487" y="0"/>
                  </a:lnTo>
                  <a:lnTo>
                    <a:pt x="94487" y="762"/>
                  </a:lnTo>
                  <a:lnTo>
                    <a:pt x="96774" y="762"/>
                  </a:lnTo>
                  <a:close/>
                </a:path>
                <a:path w="2189479" h="761364">
                  <a:moveTo>
                    <a:pt x="93725" y="762"/>
                  </a:moveTo>
                  <a:lnTo>
                    <a:pt x="93725" y="0"/>
                  </a:lnTo>
                  <a:lnTo>
                    <a:pt x="91439" y="0"/>
                  </a:lnTo>
                  <a:lnTo>
                    <a:pt x="91439" y="762"/>
                  </a:lnTo>
                  <a:lnTo>
                    <a:pt x="93725" y="762"/>
                  </a:lnTo>
                  <a:close/>
                </a:path>
                <a:path w="2189479" h="761364">
                  <a:moveTo>
                    <a:pt x="90677" y="762"/>
                  </a:moveTo>
                  <a:lnTo>
                    <a:pt x="90677" y="0"/>
                  </a:lnTo>
                  <a:lnTo>
                    <a:pt x="88391" y="0"/>
                  </a:lnTo>
                  <a:lnTo>
                    <a:pt x="88391" y="762"/>
                  </a:lnTo>
                  <a:lnTo>
                    <a:pt x="90677" y="762"/>
                  </a:lnTo>
                  <a:close/>
                </a:path>
                <a:path w="2189479" h="761364">
                  <a:moveTo>
                    <a:pt x="87629" y="762"/>
                  </a:moveTo>
                  <a:lnTo>
                    <a:pt x="87629" y="0"/>
                  </a:lnTo>
                  <a:lnTo>
                    <a:pt x="85343" y="0"/>
                  </a:lnTo>
                  <a:lnTo>
                    <a:pt x="85343" y="762"/>
                  </a:lnTo>
                  <a:lnTo>
                    <a:pt x="87629" y="762"/>
                  </a:lnTo>
                  <a:close/>
                </a:path>
                <a:path w="2189479" h="761364">
                  <a:moveTo>
                    <a:pt x="84582" y="762"/>
                  </a:moveTo>
                  <a:lnTo>
                    <a:pt x="84582" y="0"/>
                  </a:lnTo>
                  <a:lnTo>
                    <a:pt x="82296" y="0"/>
                  </a:lnTo>
                  <a:lnTo>
                    <a:pt x="82296" y="762"/>
                  </a:lnTo>
                  <a:lnTo>
                    <a:pt x="84582" y="762"/>
                  </a:lnTo>
                  <a:close/>
                </a:path>
                <a:path w="2189479" h="761364">
                  <a:moveTo>
                    <a:pt x="81534" y="762"/>
                  </a:moveTo>
                  <a:lnTo>
                    <a:pt x="81534" y="0"/>
                  </a:lnTo>
                  <a:lnTo>
                    <a:pt x="79248" y="0"/>
                  </a:lnTo>
                  <a:lnTo>
                    <a:pt x="79248" y="762"/>
                  </a:lnTo>
                  <a:lnTo>
                    <a:pt x="81534" y="762"/>
                  </a:lnTo>
                  <a:close/>
                </a:path>
                <a:path w="2189479" h="761364">
                  <a:moveTo>
                    <a:pt x="78486" y="762"/>
                  </a:moveTo>
                  <a:lnTo>
                    <a:pt x="78486" y="0"/>
                  </a:lnTo>
                  <a:lnTo>
                    <a:pt x="76200" y="0"/>
                  </a:lnTo>
                  <a:lnTo>
                    <a:pt x="76200" y="762"/>
                  </a:lnTo>
                  <a:lnTo>
                    <a:pt x="78486" y="762"/>
                  </a:lnTo>
                  <a:close/>
                </a:path>
                <a:path w="2189479" h="761364">
                  <a:moveTo>
                    <a:pt x="75437" y="762"/>
                  </a:moveTo>
                  <a:lnTo>
                    <a:pt x="75437" y="0"/>
                  </a:lnTo>
                  <a:lnTo>
                    <a:pt x="73151" y="0"/>
                  </a:lnTo>
                  <a:lnTo>
                    <a:pt x="73151" y="762"/>
                  </a:lnTo>
                  <a:lnTo>
                    <a:pt x="75437" y="762"/>
                  </a:lnTo>
                  <a:close/>
                </a:path>
                <a:path w="2189479" h="761364">
                  <a:moveTo>
                    <a:pt x="72389" y="762"/>
                  </a:moveTo>
                  <a:lnTo>
                    <a:pt x="72389" y="0"/>
                  </a:lnTo>
                  <a:lnTo>
                    <a:pt x="70103" y="0"/>
                  </a:lnTo>
                  <a:lnTo>
                    <a:pt x="70103" y="762"/>
                  </a:lnTo>
                  <a:lnTo>
                    <a:pt x="72389" y="762"/>
                  </a:lnTo>
                  <a:close/>
                </a:path>
                <a:path w="2189479" h="761364">
                  <a:moveTo>
                    <a:pt x="69341" y="762"/>
                  </a:moveTo>
                  <a:lnTo>
                    <a:pt x="69341" y="0"/>
                  </a:lnTo>
                  <a:lnTo>
                    <a:pt x="67055" y="0"/>
                  </a:lnTo>
                  <a:lnTo>
                    <a:pt x="67055" y="762"/>
                  </a:lnTo>
                  <a:lnTo>
                    <a:pt x="69341" y="762"/>
                  </a:lnTo>
                  <a:close/>
                </a:path>
                <a:path w="2189479" h="761364">
                  <a:moveTo>
                    <a:pt x="66293" y="762"/>
                  </a:moveTo>
                  <a:lnTo>
                    <a:pt x="66293" y="0"/>
                  </a:lnTo>
                  <a:lnTo>
                    <a:pt x="64007" y="0"/>
                  </a:lnTo>
                  <a:lnTo>
                    <a:pt x="64007" y="762"/>
                  </a:lnTo>
                  <a:lnTo>
                    <a:pt x="66293" y="762"/>
                  </a:lnTo>
                  <a:close/>
                </a:path>
                <a:path w="2189479" h="761364">
                  <a:moveTo>
                    <a:pt x="63246" y="762"/>
                  </a:moveTo>
                  <a:lnTo>
                    <a:pt x="63246" y="0"/>
                  </a:lnTo>
                  <a:lnTo>
                    <a:pt x="60960" y="0"/>
                  </a:lnTo>
                  <a:lnTo>
                    <a:pt x="60960" y="762"/>
                  </a:lnTo>
                  <a:lnTo>
                    <a:pt x="63246" y="762"/>
                  </a:lnTo>
                  <a:close/>
                </a:path>
                <a:path w="2189479" h="761364">
                  <a:moveTo>
                    <a:pt x="60198" y="762"/>
                  </a:moveTo>
                  <a:lnTo>
                    <a:pt x="60198" y="0"/>
                  </a:lnTo>
                  <a:lnTo>
                    <a:pt x="57912" y="0"/>
                  </a:lnTo>
                  <a:lnTo>
                    <a:pt x="57912" y="762"/>
                  </a:lnTo>
                  <a:lnTo>
                    <a:pt x="60198" y="762"/>
                  </a:lnTo>
                  <a:close/>
                </a:path>
                <a:path w="2189479" h="761364">
                  <a:moveTo>
                    <a:pt x="57150" y="762"/>
                  </a:moveTo>
                  <a:lnTo>
                    <a:pt x="57150" y="0"/>
                  </a:lnTo>
                  <a:lnTo>
                    <a:pt x="54863" y="0"/>
                  </a:lnTo>
                  <a:lnTo>
                    <a:pt x="54863" y="762"/>
                  </a:lnTo>
                  <a:lnTo>
                    <a:pt x="57150" y="762"/>
                  </a:lnTo>
                  <a:close/>
                </a:path>
                <a:path w="2189479" h="761364">
                  <a:moveTo>
                    <a:pt x="54101" y="762"/>
                  </a:moveTo>
                  <a:lnTo>
                    <a:pt x="54101" y="0"/>
                  </a:lnTo>
                  <a:lnTo>
                    <a:pt x="51815" y="0"/>
                  </a:lnTo>
                  <a:lnTo>
                    <a:pt x="51815" y="762"/>
                  </a:lnTo>
                  <a:lnTo>
                    <a:pt x="54101" y="762"/>
                  </a:lnTo>
                  <a:close/>
                </a:path>
                <a:path w="2189479" h="761364">
                  <a:moveTo>
                    <a:pt x="51053" y="762"/>
                  </a:moveTo>
                  <a:lnTo>
                    <a:pt x="51053" y="0"/>
                  </a:lnTo>
                  <a:lnTo>
                    <a:pt x="48767" y="0"/>
                  </a:lnTo>
                  <a:lnTo>
                    <a:pt x="48767" y="762"/>
                  </a:lnTo>
                  <a:lnTo>
                    <a:pt x="51053" y="762"/>
                  </a:lnTo>
                  <a:close/>
                </a:path>
                <a:path w="2189479" h="761364">
                  <a:moveTo>
                    <a:pt x="48005" y="762"/>
                  </a:moveTo>
                  <a:lnTo>
                    <a:pt x="48005" y="0"/>
                  </a:lnTo>
                  <a:lnTo>
                    <a:pt x="45719" y="0"/>
                  </a:lnTo>
                  <a:lnTo>
                    <a:pt x="45719" y="762"/>
                  </a:lnTo>
                  <a:lnTo>
                    <a:pt x="48005" y="762"/>
                  </a:lnTo>
                  <a:close/>
                </a:path>
                <a:path w="2189479" h="761364">
                  <a:moveTo>
                    <a:pt x="44958" y="762"/>
                  </a:moveTo>
                  <a:lnTo>
                    <a:pt x="44958" y="0"/>
                  </a:lnTo>
                  <a:lnTo>
                    <a:pt x="42672" y="0"/>
                  </a:lnTo>
                  <a:lnTo>
                    <a:pt x="42672" y="762"/>
                  </a:lnTo>
                  <a:lnTo>
                    <a:pt x="44958" y="762"/>
                  </a:lnTo>
                  <a:close/>
                </a:path>
                <a:path w="2189479" h="761364">
                  <a:moveTo>
                    <a:pt x="41910" y="762"/>
                  </a:moveTo>
                  <a:lnTo>
                    <a:pt x="41910" y="0"/>
                  </a:lnTo>
                  <a:lnTo>
                    <a:pt x="39624" y="0"/>
                  </a:lnTo>
                  <a:lnTo>
                    <a:pt x="39624" y="762"/>
                  </a:lnTo>
                  <a:lnTo>
                    <a:pt x="41910" y="762"/>
                  </a:lnTo>
                  <a:close/>
                </a:path>
                <a:path w="2189479" h="761364">
                  <a:moveTo>
                    <a:pt x="38862" y="762"/>
                  </a:moveTo>
                  <a:lnTo>
                    <a:pt x="38862" y="0"/>
                  </a:lnTo>
                  <a:lnTo>
                    <a:pt x="36575" y="0"/>
                  </a:lnTo>
                  <a:lnTo>
                    <a:pt x="36575" y="762"/>
                  </a:lnTo>
                  <a:lnTo>
                    <a:pt x="38862" y="762"/>
                  </a:lnTo>
                  <a:close/>
                </a:path>
                <a:path w="2189479" h="761364">
                  <a:moveTo>
                    <a:pt x="35813" y="762"/>
                  </a:moveTo>
                  <a:lnTo>
                    <a:pt x="35813" y="0"/>
                  </a:lnTo>
                  <a:lnTo>
                    <a:pt x="33527" y="0"/>
                  </a:lnTo>
                  <a:lnTo>
                    <a:pt x="33527" y="762"/>
                  </a:lnTo>
                  <a:lnTo>
                    <a:pt x="35813" y="762"/>
                  </a:lnTo>
                  <a:close/>
                </a:path>
                <a:path w="2189479" h="761364">
                  <a:moveTo>
                    <a:pt x="32765" y="762"/>
                  </a:moveTo>
                  <a:lnTo>
                    <a:pt x="32765" y="0"/>
                  </a:lnTo>
                  <a:lnTo>
                    <a:pt x="30479" y="0"/>
                  </a:lnTo>
                  <a:lnTo>
                    <a:pt x="30479" y="762"/>
                  </a:lnTo>
                  <a:lnTo>
                    <a:pt x="32765" y="762"/>
                  </a:lnTo>
                  <a:close/>
                </a:path>
                <a:path w="2189479" h="761364">
                  <a:moveTo>
                    <a:pt x="29717" y="762"/>
                  </a:moveTo>
                  <a:lnTo>
                    <a:pt x="29717" y="0"/>
                  </a:lnTo>
                  <a:lnTo>
                    <a:pt x="27431" y="0"/>
                  </a:lnTo>
                  <a:lnTo>
                    <a:pt x="27431" y="762"/>
                  </a:lnTo>
                  <a:lnTo>
                    <a:pt x="29717" y="762"/>
                  </a:lnTo>
                  <a:close/>
                </a:path>
                <a:path w="2189479" h="761364">
                  <a:moveTo>
                    <a:pt x="26670" y="762"/>
                  </a:moveTo>
                  <a:lnTo>
                    <a:pt x="26670" y="0"/>
                  </a:lnTo>
                  <a:lnTo>
                    <a:pt x="24384" y="0"/>
                  </a:lnTo>
                  <a:lnTo>
                    <a:pt x="24384" y="762"/>
                  </a:lnTo>
                  <a:lnTo>
                    <a:pt x="26670" y="762"/>
                  </a:lnTo>
                  <a:close/>
                </a:path>
                <a:path w="2189479" h="761364">
                  <a:moveTo>
                    <a:pt x="23622" y="762"/>
                  </a:moveTo>
                  <a:lnTo>
                    <a:pt x="23622" y="0"/>
                  </a:lnTo>
                  <a:lnTo>
                    <a:pt x="21336" y="0"/>
                  </a:lnTo>
                  <a:lnTo>
                    <a:pt x="21336" y="762"/>
                  </a:lnTo>
                  <a:lnTo>
                    <a:pt x="23622" y="762"/>
                  </a:lnTo>
                  <a:close/>
                </a:path>
                <a:path w="2189479" h="761364">
                  <a:moveTo>
                    <a:pt x="20574" y="762"/>
                  </a:moveTo>
                  <a:lnTo>
                    <a:pt x="20574" y="0"/>
                  </a:lnTo>
                  <a:lnTo>
                    <a:pt x="18287" y="0"/>
                  </a:lnTo>
                  <a:lnTo>
                    <a:pt x="18287" y="762"/>
                  </a:lnTo>
                  <a:lnTo>
                    <a:pt x="20574" y="762"/>
                  </a:lnTo>
                  <a:close/>
                </a:path>
                <a:path w="2189479" h="761364">
                  <a:moveTo>
                    <a:pt x="17525" y="762"/>
                  </a:moveTo>
                  <a:lnTo>
                    <a:pt x="17525" y="0"/>
                  </a:lnTo>
                  <a:lnTo>
                    <a:pt x="15239" y="0"/>
                  </a:lnTo>
                  <a:lnTo>
                    <a:pt x="15239" y="762"/>
                  </a:lnTo>
                  <a:lnTo>
                    <a:pt x="17525" y="762"/>
                  </a:lnTo>
                  <a:close/>
                </a:path>
                <a:path w="2189479" h="761364">
                  <a:moveTo>
                    <a:pt x="14477" y="762"/>
                  </a:moveTo>
                  <a:lnTo>
                    <a:pt x="14477" y="0"/>
                  </a:lnTo>
                  <a:lnTo>
                    <a:pt x="12191" y="0"/>
                  </a:lnTo>
                  <a:lnTo>
                    <a:pt x="12191" y="762"/>
                  </a:lnTo>
                  <a:lnTo>
                    <a:pt x="14477" y="762"/>
                  </a:lnTo>
                  <a:close/>
                </a:path>
                <a:path w="2189479" h="761364">
                  <a:moveTo>
                    <a:pt x="11429" y="762"/>
                  </a:moveTo>
                  <a:lnTo>
                    <a:pt x="11429" y="0"/>
                  </a:lnTo>
                  <a:lnTo>
                    <a:pt x="9143" y="0"/>
                  </a:lnTo>
                  <a:lnTo>
                    <a:pt x="9143" y="762"/>
                  </a:lnTo>
                  <a:lnTo>
                    <a:pt x="11429" y="762"/>
                  </a:lnTo>
                  <a:close/>
                </a:path>
                <a:path w="2189479" h="761364">
                  <a:moveTo>
                    <a:pt x="8382" y="762"/>
                  </a:moveTo>
                  <a:lnTo>
                    <a:pt x="8382" y="0"/>
                  </a:lnTo>
                  <a:lnTo>
                    <a:pt x="6096" y="0"/>
                  </a:lnTo>
                  <a:lnTo>
                    <a:pt x="6096" y="762"/>
                  </a:lnTo>
                  <a:lnTo>
                    <a:pt x="8382" y="762"/>
                  </a:lnTo>
                  <a:close/>
                </a:path>
                <a:path w="2189479" h="761364">
                  <a:moveTo>
                    <a:pt x="5334" y="762"/>
                  </a:moveTo>
                  <a:lnTo>
                    <a:pt x="5334" y="0"/>
                  </a:lnTo>
                  <a:lnTo>
                    <a:pt x="3048" y="0"/>
                  </a:lnTo>
                  <a:lnTo>
                    <a:pt x="3048" y="762"/>
                  </a:lnTo>
                  <a:lnTo>
                    <a:pt x="5334" y="762"/>
                  </a:lnTo>
                  <a:close/>
                </a:path>
                <a:path w="2189479" h="761364">
                  <a:moveTo>
                    <a:pt x="2286" y="762"/>
                  </a:moveTo>
                  <a:lnTo>
                    <a:pt x="2286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36135" y="4440935"/>
              <a:ext cx="112775" cy="77724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5308346" y="4819141"/>
            <a:ext cx="4254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«satisfy»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944879" y="4269485"/>
            <a:ext cx="1314450" cy="576580"/>
            <a:chOff x="944879" y="4269485"/>
            <a:chExt cx="1314450" cy="576580"/>
          </a:xfrm>
        </p:grpSpPr>
        <p:pic>
          <p:nvPicPr>
            <p:cNvPr id="86" name="object 8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06930" y="4269485"/>
              <a:ext cx="152400" cy="152400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946404" y="4271022"/>
              <a:ext cx="1311910" cy="573405"/>
            </a:xfrm>
            <a:custGeom>
              <a:avLst/>
              <a:gdLst/>
              <a:ahLst/>
              <a:cxnLst/>
              <a:rect l="l" t="t" r="r" b="b"/>
              <a:pathLst>
                <a:path w="1311910" h="573404">
                  <a:moveTo>
                    <a:pt x="1311910" y="148590"/>
                  </a:moveTo>
                  <a:lnTo>
                    <a:pt x="1162050" y="148590"/>
                  </a:lnTo>
                  <a:lnTo>
                    <a:pt x="1162050" y="0"/>
                  </a:lnTo>
                  <a:lnTo>
                    <a:pt x="0" y="0"/>
                  </a:lnTo>
                  <a:lnTo>
                    <a:pt x="0" y="573024"/>
                  </a:lnTo>
                  <a:lnTo>
                    <a:pt x="1162050" y="573024"/>
                  </a:lnTo>
                  <a:lnTo>
                    <a:pt x="1311910" y="573024"/>
                  </a:lnTo>
                  <a:lnTo>
                    <a:pt x="1311910" y="14859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944879" y="4269485"/>
              <a:ext cx="1314450" cy="576580"/>
            </a:xfrm>
            <a:custGeom>
              <a:avLst/>
              <a:gdLst/>
              <a:ahLst/>
              <a:cxnLst/>
              <a:rect l="l" t="t" r="r" b="b"/>
              <a:pathLst>
                <a:path w="1314450" h="576579">
                  <a:moveTo>
                    <a:pt x="1165098" y="148590"/>
                  </a:moveTo>
                  <a:lnTo>
                    <a:pt x="1165098" y="1523"/>
                  </a:lnTo>
                  <a:lnTo>
                    <a:pt x="1163574" y="0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574548"/>
                  </a:lnTo>
                  <a:lnTo>
                    <a:pt x="1524" y="576072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1162050" y="3047"/>
                  </a:lnTo>
                  <a:lnTo>
                    <a:pt x="1162050" y="1523"/>
                  </a:lnTo>
                  <a:lnTo>
                    <a:pt x="1163574" y="3047"/>
                  </a:lnTo>
                  <a:lnTo>
                    <a:pt x="1163574" y="148590"/>
                  </a:lnTo>
                  <a:lnTo>
                    <a:pt x="1165098" y="148590"/>
                  </a:lnTo>
                  <a:close/>
                </a:path>
                <a:path w="1314450" h="576579">
                  <a:moveTo>
                    <a:pt x="3047" y="3048"/>
                  </a:moveTo>
                  <a:lnTo>
                    <a:pt x="3047" y="1524"/>
                  </a:lnTo>
                  <a:lnTo>
                    <a:pt x="1524" y="3048"/>
                  </a:lnTo>
                  <a:lnTo>
                    <a:pt x="3047" y="3048"/>
                  </a:lnTo>
                  <a:close/>
                </a:path>
                <a:path w="1314450" h="576579">
                  <a:moveTo>
                    <a:pt x="3047" y="573024"/>
                  </a:moveTo>
                  <a:lnTo>
                    <a:pt x="3047" y="3048"/>
                  </a:lnTo>
                  <a:lnTo>
                    <a:pt x="1524" y="3048"/>
                  </a:lnTo>
                  <a:lnTo>
                    <a:pt x="1524" y="573024"/>
                  </a:lnTo>
                  <a:lnTo>
                    <a:pt x="3047" y="573024"/>
                  </a:lnTo>
                  <a:close/>
                </a:path>
                <a:path w="1314450" h="576579">
                  <a:moveTo>
                    <a:pt x="1312926" y="573024"/>
                  </a:moveTo>
                  <a:lnTo>
                    <a:pt x="1524" y="573024"/>
                  </a:lnTo>
                  <a:lnTo>
                    <a:pt x="3047" y="574547"/>
                  </a:lnTo>
                  <a:lnTo>
                    <a:pt x="3048" y="576072"/>
                  </a:lnTo>
                  <a:lnTo>
                    <a:pt x="1311402" y="576072"/>
                  </a:lnTo>
                  <a:lnTo>
                    <a:pt x="1311402" y="574547"/>
                  </a:lnTo>
                  <a:lnTo>
                    <a:pt x="1312926" y="573024"/>
                  </a:lnTo>
                  <a:close/>
                </a:path>
                <a:path w="1314450" h="576579">
                  <a:moveTo>
                    <a:pt x="3048" y="576072"/>
                  </a:moveTo>
                  <a:lnTo>
                    <a:pt x="3047" y="574547"/>
                  </a:lnTo>
                  <a:lnTo>
                    <a:pt x="1524" y="573024"/>
                  </a:lnTo>
                  <a:lnTo>
                    <a:pt x="1524" y="576072"/>
                  </a:lnTo>
                  <a:lnTo>
                    <a:pt x="3048" y="576072"/>
                  </a:lnTo>
                  <a:close/>
                </a:path>
                <a:path w="1314450" h="576579">
                  <a:moveTo>
                    <a:pt x="1163574" y="3047"/>
                  </a:moveTo>
                  <a:lnTo>
                    <a:pt x="1162050" y="1523"/>
                  </a:lnTo>
                  <a:lnTo>
                    <a:pt x="1162050" y="3047"/>
                  </a:lnTo>
                  <a:lnTo>
                    <a:pt x="1163574" y="3047"/>
                  </a:lnTo>
                  <a:close/>
                </a:path>
                <a:path w="1314450" h="576579">
                  <a:moveTo>
                    <a:pt x="1165098" y="152400"/>
                  </a:moveTo>
                  <a:lnTo>
                    <a:pt x="1165098" y="150113"/>
                  </a:lnTo>
                  <a:lnTo>
                    <a:pt x="1163574" y="148590"/>
                  </a:lnTo>
                  <a:lnTo>
                    <a:pt x="1163574" y="3047"/>
                  </a:lnTo>
                  <a:lnTo>
                    <a:pt x="1162050" y="3047"/>
                  </a:lnTo>
                  <a:lnTo>
                    <a:pt x="1162050" y="150113"/>
                  </a:lnTo>
                  <a:lnTo>
                    <a:pt x="1163574" y="152400"/>
                  </a:lnTo>
                  <a:lnTo>
                    <a:pt x="1165098" y="152400"/>
                  </a:lnTo>
                  <a:close/>
                </a:path>
                <a:path w="1314450" h="576579">
                  <a:moveTo>
                    <a:pt x="1314450" y="574547"/>
                  </a:moveTo>
                  <a:lnTo>
                    <a:pt x="1314450" y="150113"/>
                  </a:lnTo>
                  <a:lnTo>
                    <a:pt x="1312926" y="148589"/>
                  </a:lnTo>
                  <a:lnTo>
                    <a:pt x="1163574" y="148590"/>
                  </a:lnTo>
                  <a:lnTo>
                    <a:pt x="1165098" y="150113"/>
                  </a:lnTo>
                  <a:lnTo>
                    <a:pt x="1165098" y="152400"/>
                  </a:lnTo>
                  <a:lnTo>
                    <a:pt x="1311402" y="152399"/>
                  </a:lnTo>
                  <a:lnTo>
                    <a:pt x="1311402" y="150113"/>
                  </a:lnTo>
                  <a:lnTo>
                    <a:pt x="1312926" y="152399"/>
                  </a:lnTo>
                  <a:lnTo>
                    <a:pt x="1312926" y="576072"/>
                  </a:lnTo>
                  <a:lnTo>
                    <a:pt x="1314450" y="574547"/>
                  </a:lnTo>
                  <a:close/>
                </a:path>
                <a:path w="1314450" h="576579">
                  <a:moveTo>
                    <a:pt x="1312926" y="152399"/>
                  </a:moveTo>
                  <a:lnTo>
                    <a:pt x="1311402" y="150113"/>
                  </a:lnTo>
                  <a:lnTo>
                    <a:pt x="1311402" y="152399"/>
                  </a:lnTo>
                  <a:lnTo>
                    <a:pt x="1312926" y="152399"/>
                  </a:lnTo>
                  <a:close/>
                </a:path>
                <a:path w="1314450" h="576579">
                  <a:moveTo>
                    <a:pt x="1312926" y="573024"/>
                  </a:moveTo>
                  <a:lnTo>
                    <a:pt x="1312926" y="152399"/>
                  </a:lnTo>
                  <a:lnTo>
                    <a:pt x="1311402" y="152399"/>
                  </a:lnTo>
                  <a:lnTo>
                    <a:pt x="1311402" y="573024"/>
                  </a:lnTo>
                  <a:lnTo>
                    <a:pt x="1312926" y="573024"/>
                  </a:lnTo>
                  <a:close/>
                </a:path>
                <a:path w="1314450" h="576579">
                  <a:moveTo>
                    <a:pt x="1312926" y="576072"/>
                  </a:moveTo>
                  <a:lnTo>
                    <a:pt x="1312926" y="573024"/>
                  </a:lnTo>
                  <a:lnTo>
                    <a:pt x="1311402" y="574547"/>
                  </a:lnTo>
                  <a:lnTo>
                    <a:pt x="1311402" y="576072"/>
                  </a:lnTo>
                  <a:lnTo>
                    <a:pt x="1312926" y="576072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946404" y="4300220"/>
            <a:ext cx="131191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260">
              <a:lnSpc>
                <a:spcPts val="93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satisfiedBy</a:t>
            </a:r>
            <a:endParaRPr sz="800">
              <a:latin typeface="Arial"/>
              <a:cs typeface="Arial"/>
            </a:endParaRPr>
          </a:p>
          <a:p>
            <a:pPr marL="58419">
              <a:lnSpc>
                <a:spcPts val="930"/>
              </a:lnSpc>
            </a:pPr>
            <a:r>
              <a:rPr dirty="0" sz="800" spc="-5">
                <a:latin typeface="Arial MT"/>
                <a:cs typeface="Arial MT"/>
              </a:rPr>
              <a:t>Entry/Exit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Subsystem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946404" y="4556760"/>
            <a:ext cx="1308735" cy="5080"/>
          </a:xfrm>
          <a:custGeom>
            <a:avLst/>
            <a:gdLst/>
            <a:ahLst/>
            <a:cxnLst/>
            <a:rect l="l" t="t" r="r" b="b"/>
            <a:pathLst>
              <a:path w="1308735" h="5079">
                <a:moveTo>
                  <a:pt x="1308354" y="4571"/>
                </a:moveTo>
                <a:lnTo>
                  <a:pt x="1308354" y="1523"/>
                </a:lnTo>
                <a:lnTo>
                  <a:pt x="0" y="0"/>
                </a:lnTo>
                <a:lnTo>
                  <a:pt x="0" y="3048"/>
                </a:lnTo>
                <a:lnTo>
                  <a:pt x="1308354" y="4571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946404" y="4557014"/>
            <a:ext cx="131191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865">
              <a:lnSpc>
                <a:spcPts val="93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verifiedBy</a:t>
            </a:r>
            <a:endParaRPr sz="800">
              <a:latin typeface="Arial"/>
              <a:cs typeface="Arial"/>
            </a:endParaRPr>
          </a:p>
          <a:p>
            <a:pPr marL="57785">
              <a:lnSpc>
                <a:spcPts val="930"/>
              </a:lnSpc>
            </a:pPr>
            <a:r>
              <a:rPr dirty="0" sz="800" spc="-5">
                <a:latin typeface="Arial MT"/>
                <a:cs typeface="Arial MT"/>
              </a:rPr>
              <a:t>Entry/Exit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Detection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Test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870204" y="1425701"/>
            <a:ext cx="7181850" cy="4740910"/>
          </a:xfrm>
          <a:custGeom>
            <a:avLst/>
            <a:gdLst/>
            <a:ahLst/>
            <a:cxnLst/>
            <a:rect l="l" t="t" r="r" b="b"/>
            <a:pathLst>
              <a:path w="7181850" h="4740910">
                <a:moveTo>
                  <a:pt x="7181850" y="0"/>
                </a:moveTo>
                <a:lnTo>
                  <a:pt x="7178802" y="0"/>
                </a:lnTo>
                <a:lnTo>
                  <a:pt x="7178802" y="3048"/>
                </a:lnTo>
                <a:lnTo>
                  <a:pt x="7178802" y="4737354"/>
                </a:lnTo>
                <a:lnTo>
                  <a:pt x="3048" y="4737354"/>
                </a:lnTo>
                <a:lnTo>
                  <a:pt x="3048" y="3048"/>
                </a:lnTo>
                <a:lnTo>
                  <a:pt x="2084819" y="3048"/>
                </a:lnTo>
                <a:lnTo>
                  <a:pt x="2084819" y="164592"/>
                </a:lnTo>
                <a:lnTo>
                  <a:pt x="2061133" y="190500"/>
                </a:lnTo>
                <a:lnTo>
                  <a:pt x="11417" y="190500"/>
                </a:lnTo>
                <a:lnTo>
                  <a:pt x="11417" y="193548"/>
                </a:lnTo>
                <a:lnTo>
                  <a:pt x="2060435" y="193548"/>
                </a:lnTo>
                <a:lnTo>
                  <a:pt x="2061197" y="193548"/>
                </a:lnTo>
                <a:lnTo>
                  <a:pt x="2062721" y="193548"/>
                </a:lnTo>
                <a:lnTo>
                  <a:pt x="2087105" y="166878"/>
                </a:lnTo>
                <a:lnTo>
                  <a:pt x="2087867" y="166116"/>
                </a:lnTo>
                <a:lnTo>
                  <a:pt x="2087867" y="3048"/>
                </a:lnTo>
                <a:lnTo>
                  <a:pt x="7178802" y="3048"/>
                </a:lnTo>
                <a:lnTo>
                  <a:pt x="7178802" y="0"/>
                </a:lnTo>
                <a:lnTo>
                  <a:pt x="0" y="0"/>
                </a:lnTo>
                <a:lnTo>
                  <a:pt x="0" y="4740402"/>
                </a:lnTo>
                <a:lnTo>
                  <a:pt x="1524" y="4740402"/>
                </a:lnTo>
                <a:lnTo>
                  <a:pt x="3048" y="4740402"/>
                </a:lnTo>
                <a:lnTo>
                  <a:pt x="7178802" y="4740402"/>
                </a:lnTo>
                <a:lnTo>
                  <a:pt x="7180326" y="4740402"/>
                </a:lnTo>
                <a:lnTo>
                  <a:pt x="7181850" y="4740402"/>
                </a:lnTo>
                <a:lnTo>
                  <a:pt x="7181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888746" y="1445768"/>
            <a:ext cx="20453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 b="1">
                <a:latin typeface="Arial"/>
                <a:cs typeface="Arial"/>
              </a:rPr>
              <a:t>req</a:t>
            </a:r>
            <a:r>
              <a:rPr dirty="0" sz="800" spc="60" b="1">
                <a:latin typeface="Arial"/>
                <a:cs typeface="Arial"/>
              </a:rPr>
              <a:t> </a:t>
            </a:r>
            <a:r>
              <a:rPr dirty="0" sz="800" spc="-5">
                <a:latin typeface="Arial MT"/>
                <a:cs typeface="Arial MT"/>
              </a:rPr>
              <a:t>[package]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ESS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Requirements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Flowdown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2183892" y="2871977"/>
            <a:ext cx="2301240" cy="1473835"/>
            <a:chOff x="2183892" y="2871977"/>
            <a:chExt cx="2301240" cy="1473835"/>
          </a:xfrm>
        </p:grpSpPr>
        <p:sp>
          <p:nvSpPr>
            <p:cNvPr id="95" name="object 95"/>
            <p:cNvSpPr/>
            <p:nvPr/>
          </p:nvSpPr>
          <p:spPr>
            <a:xfrm>
              <a:off x="2184273" y="3896106"/>
              <a:ext cx="0" cy="449580"/>
            </a:xfrm>
            <a:custGeom>
              <a:avLst/>
              <a:gdLst/>
              <a:ahLst/>
              <a:cxnLst/>
              <a:rect l="l" t="t" r="r" b="b"/>
              <a:pathLst>
                <a:path w="0" h="449579">
                  <a:moveTo>
                    <a:pt x="0" y="0"/>
                  </a:moveTo>
                  <a:lnTo>
                    <a:pt x="0" y="44958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43734" y="2871977"/>
              <a:ext cx="130301" cy="206502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54829" y="2871977"/>
              <a:ext cx="130301" cy="128376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4356354" y="2871977"/>
              <a:ext cx="124460" cy="303530"/>
            </a:xfrm>
            <a:custGeom>
              <a:avLst/>
              <a:gdLst/>
              <a:ahLst/>
              <a:cxnLst/>
              <a:rect l="l" t="t" r="r" b="b"/>
              <a:pathLst>
                <a:path w="124460" h="303530">
                  <a:moveTo>
                    <a:pt x="124206" y="61734"/>
                  </a:moveTo>
                  <a:lnTo>
                    <a:pt x="63703" y="60998"/>
                  </a:lnTo>
                  <a:lnTo>
                    <a:pt x="63246" y="0"/>
                  </a:lnTo>
                  <a:lnTo>
                    <a:pt x="60198" y="0"/>
                  </a:lnTo>
                  <a:lnTo>
                    <a:pt x="60502" y="60960"/>
                  </a:lnTo>
                  <a:lnTo>
                    <a:pt x="0" y="60210"/>
                  </a:lnTo>
                  <a:lnTo>
                    <a:pt x="0" y="64020"/>
                  </a:lnTo>
                  <a:lnTo>
                    <a:pt x="60515" y="64770"/>
                  </a:lnTo>
                  <a:lnTo>
                    <a:pt x="61722" y="303276"/>
                  </a:lnTo>
                  <a:lnTo>
                    <a:pt x="65532" y="303276"/>
                  </a:lnTo>
                  <a:lnTo>
                    <a:pt x="63728" y="64808"/>
                  </a:lnTo>
                  <a:lnTo>
                    <a:pt x="124206" y="65544"/>
                  </a:lnTo>
                  <a:lnTo>
                    <a:pt x="124206" y="61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/>
          <p:cNvSpPr txBox="1">
            <a:spLocks noGrp="1"/>
          </p:cNvSpPr>
          <p:nvPr>
            <p:ph type="title"/>
          </p:nvPr>
        </p:nvSpPr>
        <p:spPr>
          <a:xfrm>
            <a:off x="2043176" y="411734"/>
            <a:ext cx="475234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ESS</a:t>
            </a:r>
            <a:r>
              <a:rPr dirty="0" spc="-60"/>
              <a:t> </a:t>
            </a:r>
            <a:r>
              <a:rPr dirty="0" spc="-5"/>
              <a:t>Requirements</a:t>
            </a:r>
            <a:r>
              <a:rPr dirty="0" spc="-20"/>
              <a:t> </a:t>
            </a:r>
            <a:r>
              <a:rPr dirty="0"/>
              <a:t>Flowdown</a:t>
            </a:r>
          </a:p>
        </p:txBody>
      </p:sp>
      <p:sp>
        <p:nvSpPr>
          <p:cNvPr id="100" name="object 100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2" name="object 10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03" name="object 103"/>
          <p:cNvSpPr txBox="1"/>
          <p:nvPr/>
        </p:nvSpPr>
        <p:spPr>
          <a:xfrm>
            <a:off x="7543025" y="6500168"/>
            <a:ext cx="860425" cy="233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451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2006103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860295" y="6500168"/>
            <a:ext cx="6543040" cy="23304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</a:t>
            </a:r>
            <a:r>
              <a:rPr dirty="0" sz="1400" spc="-5">
                <a:latin typeface="Arial MT"/>
                <a:cs typeface="Arial MT"/>
              </a:rPr>
              <a:t>2006103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478529" y="2068829"/>
            <a:ext cx="1064260" cy="609600"/>
            <a:chOff x="3478529" y="2068829"/>
            <a:chExt cx="1064260" cy="609600"/>
          </a:xfrm>
        </p:grpSpPr>
        <p:sp>
          <p:nvSpPr>
            <p:cNvPr id="4" name="object 4"/>
            <p:cNvSpPr/>
            <p:nvPr/>
          </p:nvSpPr>
          <p:spPr>
            <a:xfrm>
              <a:off x="3478530" y="2068829"/>
              <a:ext cx="1064260" cy="609600"/>
            </a:xfrm>
            <a:custGeom>
              <a:avLst/>
              <a:gdLst/>
              <a:ahLst/>
              <a:cxnLst/>
              <a:rect l="l" t="t" r="r" b="b"/>
              <a:pathLst>
                <a:path w="1064260" h="609600">
                  <a:moveTo>
                    <a:pt x="1063739" y="297180"/>
                  </a:moveTo>
                  <a:lnTo>
                    <a:pt x="1060704" y="297180"/>
                  </a:lnTo>
                  <a:lnTo>
                    <a:pt x="1060704" y="300228"/>
                  </a:lnTo>
                  <a:lnTo>
                    <a:pt x="1060704" y="303491"/>
                  </a:lnTo>
                  <a:lnTo>
                    <a:pt x="1060704" y="307416"/>
                  </a:lnTo>
                  <a:lnTo>
                    <a:pt x="1060704" y="606552"/>
                  </a:lnTo>
                  <a:lnTo>
                    <a:pt x="3048" y="606552"/>
                  </a:lnTo>
                  <a:lnTo>
                    <a:pt x="3048" y="300228"/>
                  </a:lnTo>
                  <a:lnTo>
                    <a:pt x="387096" y="300228"/>
                  </a:lnTo>
                  <a:lnTo>
                    <a:pt x="388620" y="300228"/>
                  </a:lnTo>
                  <a:lnTo>
                    <a:pt x="678180" y="300228"/>
                  </a:lnTo>
                  <a:lnTo>
                    <a:pt x="679704" y="300228"/>
                  </a:lnTo>
                  <a:lnTo>
                    <a:pt x="1048245" y="300228"/>
                  </a:lnTo>
                  <a:lnTo>
                    <a:pt x="1060704" y="307416"/>
                  </a:lnTo>
                  <a:lnTo>
                    <a:pt x="1060704" y="303491"/>
                  </a:lnTo>
                  <a:lnTo>
                    <a:pt x="1055052" y="300228"/>
                  </a:lnTo>
                  <a:lnTo>
                    <a:pt x="1060704" y="300228"/>
                  </a:lnTo>
                  <a:lnTo>
                    <a:pt x="1060704" y="297180"/>
                  </a:lnTo>
                  <a:lnTo>
                    <a:pt x="1049769" y="297180"/>
                  </a:lnTo>
                  <a:lnTo>
                    <a:pt x="534162" y="0"/>
                  </a:lnTo>
                  <a:lnTo>
                    <a:pt x="532638" y="3048"/>
                  </a:lnTo>
                  <a:lnTo>
                    <a:pt x="1042949" y="297180"/>
                  </a:lnTo>
                  <a:lnTo>
                    <a:pt x="681342" y="297180"/>
                  </a:lnTo>
                  <a:lnTo>
                    <a:pt x="691896" y="168021"/>
                  </a:lnTo>
                  <a:lnTo>
                    <a:pt x="693420" y="149352"/>
                  </a:lnTo>
                  <a:lnTo>
                    <a:pt x="692658" y="147066"/>
                  </a:lnTo>
                  <a:lnTo>
                    <a:pt x="690270" y="146621"/>
                  </a:lnTo>
                  <a:lnTo>
                    <a:pt x="690270" y="149821"/>
                  </a:lnTo>
                  <a:lnTo>
                    <a:pt x="678294" y="297180"/>
                  </a:lnTo>
                  <a:lnTo>
                    <a:pt x="388493" y="297180"/>
                  </a:lnTo>
                  <a:lnTo>
                    <a:pt x="376516" y="149821"/>
                  </a:lnTo>
                  <a:lnTo>
                    <a:pt x="480822" y="130302"/>
                  </a:lnTo>
                  <a:lnTo>
                    <a:pt x="585978" y="130302"/>
                  </a:lnTo>
                  <a:lnTo>
                    <a:pt x="586740" y="130454"/>
                  </a:lnTo>
                  <a:lnTo>
                    <a:pt x="690270" y="149821"/>
                  </a:lnTo>
                  <a:lnTo>
                    <a:pt x="690270" y="146621"/>
                  </a:lnTo>
                  <a:lnTo>
                    <a:pt x="586740" y="127254"/>
                  </a:lnTo>
                  <a:lnTo>
                    <a:pt x="480060" y="127254"/>
                  </a:lnTo>
                  <a:lnTo>
                    <a:pt x="374142" y="147066"/>
                  </a:lnTo>
                  <a:lnTo>
                    <a:pt x="373380" y="149352"/>
                  </a:lnTo>
                  <a:lnTo>
                    <a:pt x="374904" y="168021"/>
                  </a:lnTo>
                  <a:lnTo>
                    <a:pt x="385445" y="297180"/>
                  </a:lnTo>
                  <a:lnTo>
                    <a:pt x="0" y="297180"/>
                  </a:lnTo>
                  <a:lnTo>
                    <a:pt x="0" y="609600"/>
                  </a:lnTo>
                  <a:lnTo>
                    <a:pt x="1524" y="609600"/>
                  </a:lnTo>
                  <a:lnTo>
                    <a:pt x="3048" y="609600"/>
                  </a:lnTo>
                  <a:lnTo>
                    <a:pt x="1060704" y="609600"/>
                  </a:lnTo>
                  <a:lnTo>
                    <a:pt x="1062228" y="609600"/>
                  </a:lnTo>
                  <a:lnTo>
                    <a:pt x="1063739" y="609600"/>
                  </a:lnTo>
                  <a:lnTo>
                    <a:pt x="1063739" y="297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81627" y="2432303"/>
              <a:ext cx="260985" cy="187960"/>
            </a:xfrm>
            <a:custGeom>
              <a:avLst/>
              <a:gdLst/>
              <a:ahLst/>
              <a:cxnLst/>
              <a:rect l="l" t="t" r="r" b="b"/>
              <a:pathLst>
                <a:path w="260985" h="187960">
                  <a:moveTo>
                    <a:pt x="260604" y="179069"/>
                  </a:moveTo>
                  <a:lnTo>
                    <a:pt x="260604" y="8381"/>
                  </a:lnTo>
                  <a:lnTo>
                    <a:pt x="248412" y="0"/>
                  </a:lnTo>
                  <a:lnTo>
                    <a:pt x="12192" y="0"/>
                  </a:lnTo>
                  <a:lnTo>
                    <a:pt x="0" y="8381"/>
                  </a:lnTo>
                  <a:lnTo>
                    <a:pt x="0" y="179069"/>
                  </a:lnTo>
                  <a:lnTo>
                    <a:pt x="12192" y="183641"/>
                  </a:lnTo>
                  <a:lnTo>
                    <a:pt x="24384" y="187451"/>
                  </a:lnTo>
                  <a:lnTo>
                    <a:pt x="236220" y="187451"/>
                  </a:lnTo>
                  <a:lnTo>
                    <a:pt x="248412" y="183641"/>
                  </a:lnTo>
                  <a:lnTo>
                    <a:pt x="260604" y="1790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77055" y="2427731"/>
              <a:ext cx="269875" cy="196850"/>
            </a:xfrm>
            <a:custGeom>
              <a:avLst/>
              <a:gdLst/>
              <a:ahLst/>
              <a:cxnLst/>
              <a:rect l="l" t="t" r="r" b="b"/>
              <a:pathLst>
                <a:path w="269875" h="196850">
                  <a:moveTo>
                    <a:pt x="269747" y="183641"/>
                  </a:moveTo>
                  <a:lnTo>
                    <a:pt x="269747" y="12953"/>
                  </a:lnTo>
                  <a:lnTo>
                    <a:pt x="267461" y="9143"/>
                  </a:lnTo>
                  <a:lnTo>
                    <a:pt x="255269" y="761"/>
                  </a:lnTo>
                  <a:lnTo>
                    <a:pt x="252983" y="0"/>
                  </a:lnTo>
                  <a:lnTo>
                    <a:pt x="16763" y="0"/>
                  </a:lnTo>
                  <a:lnTo>
                    <a:pt x="14477" y="761"/>
                  </a:lnTo>
                  <a:lnTo>
                    <a:pt x="2285" y="9143"/>
                  </a:lnTo>
                  <a:lnTo>
                    <a:pt x="761" y="10667"/>
                  </a:lnTo>
                  <a:lnTo>
                    <a:pt x="0" y="12953"/>
                  </a:lnTo>
                  <a:lnTo>
                    <a:pt x="0" y="183641"/>
                  </a:lnTo>
                  <a:lnTo>
                    <a:pt x="761" y="186689"/>
                  </a:lnTo>
                  <a:lnTo>
                    <a:pt x="3047" y="188213"/>
                  </a:lnTo>
                  <a:lnTo>
                    <a:pt x="6095" y="189356"/>
                  </a:lnTo>
                  <a:lnTo>
                    <a:pt x="6095" y="179069"/>
                  </a:lnTo>
                  <a:lnTo>
                    <a:pt x="7619" y="179641"/>
                  </a:lnTo>
                  <a:lnTo>
                    <a:pt x="7619" y="16763"/>
                  </a:lnTo>
                  <a:lnTo>
                    <a:pt x="9143" y="12953"/>
                  </a:lnTo>
                  <a:lnTo>
                    <a:pt x="9143" y="15716"/>
                  </a:lnTo>
                  <a:lnTo>
                    <a:pt x="16763" y="10477"/>
                  </a:lnTo>
                  <a:lnTo>
                    <a:pt x="16763" y="9143"/>
                  </a:lnTo>
                  <a:lnTo>
                    <a:pt x="19811" y="8381"/>
                  </a:lnTo>
                  <a:lnTo>
                    <a:pt x="19811" y="9143"/>
                  </a:lnTo>
                  <a:lnTo>
                    <a:pt x="249935" y="9143"/>
                  </a:lnTo>
                  <a:lnTo>
                    <a:pt x="249935" y="8381"/>
                  </a:lnTo>
                  <a:lnTo>
                    <a:pt x="252983" y="9143"/>
                  </a:lnTo>
                  <a:lnTo>
                    <a:pt x="252983" y="10477"/>
                  </a:lnTo>
                  <a:lnTo>
                    <a:pt x="260603" y="15716"/>
                  </a:lnTo>
                  <a:lnTo>
                    <a:pt x="260603" y="12953"/>
                  </a:lnTo>
                  <a:lnTo>
                    <a:pt x="262127" y="16763"/>
                  </a:lnTo>
                  <a:lnTo>
                    <a:pt x="262127" y="179641"/>
                  </a:lnTo>
                  <a:lnTo>
                    <a:pt x="263651" y="179069"/>
                  </a:lnTo>
                  <a:lnTo>
                    <a:pt x="263651" y="189356"/>
                  </a:lnTo>
                  <a:lnTo>
                    <a:pt x="266699" y="188213"/>
                  </a:lnTo>
                  <a:lnTo>
                    <a:pt x="268985" y="186689"/>
                  </a:lnTo>
                  <a:lnTo>
                    <a:pt x="269747" y="183641"/>
                  </a:lnTo>
                  <a:close/>
                </a:path>
                <a:path w="269875" h="196850">
                  <a:moveTo>
                    <a:pt x="30479" y="187451"/>
                  </a:moveTo>
                  <a:lnTo>
                    <a:pt x="18287" y="183641"/>
                  </a:lnTo>
                  <a:lnTo>
                    <a:pt x="6095" y="179069"/>
                  </a:lnTo>
                  <a:lnTo>
                    <a:pt x="9143" y="183641"/>
                  </a:lnTo>
                  <a:lnTo>
                    <a:pt x="9143" y="190499"/>
                  </a:lnTo>
                  <a:lnTo>
                    <a:pt x="15239" y="192785"/>
                  </a:lnTo>
                  <a:lnTo>
                    <a:pt x="27431" y="196595"/>
                  </a:lnTo>
                  <a:lnTo>
                    <a:pt x="28955" y="196595"/>
                  </a:lnTo>
                  <a:lnTo>
                    <a:pt x="28955" y="187451"/>
                  </a:lnTo>
                  <a:lnTo>
                    <a:pt x="30479" y="187451"/>
                  </a:lnTo>
                  <a:close/>
                </a:path>
                <a:path w="269875" h="196850">
                  <a:moveTo>
                    <a:pt x="9143" y="190499"/>
                  </a:moveTo>
                  <a:lnTo>
                    <a:pt x="9143" y="183641"/>
                  </a:lnTo>
                  <a:lnTo>
                    <a:pt x="6095" y="179069"/>
                  </a:lnTo>
                  <a:lnTo>
                    <a:pt x="6095" y="189356"/>
                  </a:lnTo>
                  <a:lnTo>
                    <a:pt x="9143" y="190499"/>
                  </a:lnTo>
                  <a:close/>
                </a:path>
                <a:path w="269875" h="196850">
                  <a:moveTo>
                    <a:pt x="9143" y="15716"/>
                  </a:moveTo>
                  <a:lnTo>
                    <a:pt x="9143" y="12953"/>
                  </a:lnTo>
                  <a:lnTo>
                    <a:pt x="7619" y="16763"/>
                  </a:lnTo>
                  <a:lnTo>
                    <a:pt x="9143" y="15716"/>
                  </a:lnTo>
                  <a:close/>
                </a:path>
                <a:path w="269875" h="196850">
                  <a:moveTo>
                    <a:pt x="9143" y="180212"/>
                  </a:moveTo>
                  <a:lnTo>
                    <a:pt x="9143" y="15716"/>
                  </a:lnTo>
                  <a:lnTo>
                    <a:pt x="7619" y="16763"/>
                  </a:lnTo>
                  <a:lnTo>
                    <a:pt x="7619" y="179641"/>
                  </a:lnTo>
                  <a:lnTo>
                    <a:pt x="9143" y="180212"/>
                  </a:lnTo>
                  <a:close/>
                </a:path>
                <a:path w="269875" h="196850">
                  <a:moveTo>
                    <a:pt x="19811" y="8381"/>
                  </a:moveTo>
                  <a:lnTo>
                    <a:pt x="16763" y="9143"/>
                  </a:lnTo>
                  <a:lnTo>
                    <a:pt x="18703" y="9143"/>
                  </a:lnTo>
                  <a:lnTo>
                    <a:pt x="19811" y="8381"/>
                  </a:lnTo>
                  <a:close/>
                </a:path>
                <a:path w="269875" h="196850">
                  <a:moveTo>
                    <a:pt x="18703" y="9143"/>
                  </a:moveTo>
                  <a:lnTo>
                    <a:pt x="16763" y="9143"/>
                  </a:lnTo>
                  <a:lnTo>
                    <a:pt x="16763" y="10477"/>
                  </a:lnTo>
                  <a:lnTo>
                    <a:pt x="18703" y="9143"/>
                  </a:lnTo>
                  <a:close/>
                </a:path>
                <a:path w="269875" h="196850">
                  <a:moveTo>
                    <a:pt x="19811" y="9143"/>
                  </a:moveTo>
                  <a:lnTo>
                    <a:pt x="19811" y="8381"/>
                  </a:lnTo>
                  <a:lnTo>
                    <a:pt x="18703" y="9143"/>
                  </a:lnTo>
                  <a:lnTo>
                    <a:pt x="19811" y="9143"/>
                  </a:lnTo>
                  <a:close/>
                </a:path>
                <a:path w="269875" h="196850">
                  <a:moveTo>
                    <a:pt x="240791" y="196595"/>
                  </a:moveTo>
                  <a:lnTo>
                    <a:pt x="240791" y="187451"/>
                  </a:lnTo>
                  <a:lnTo>
                    <a:pt x="28955" y="187451"/>
                  </a:lnTo>
                  <a:lnTo>
                    <a:pt x="28955" y="196595"/>
                  </a:lnTo>
                  <a:lnTo>
                    <a:pt x="240791" y="196595"/>
                  </a:lnTo>
                  <a:close/>
                </a:path>
                <a:path w="269875" h="196850">
                  <a:moveTo>
                    <a:pt x="263651" y="179069"/>
                  </a:moveTo>
                  <a:lnTo>
                    <a:pt x="251459" y="183641"/>
                  </a:lnTo>
                  <a:lnTo>
                    <a:pt x="239267" y="187451"/>
                  </a:lnTo>
                  <a:lnTo>
                    <a:pt x="240791" y="187451"/>
                  </a:lnTo>
                  <a:lnTo>
                    <a:pt x="240791" y="196595"/>
                  </a:lnTo>
                  <a:lnTo>
                    <a:pt x="242315" y="196595"/>
                  </a:lnTo>
                  <a:lnTo>
                    <a:pt x="254507" y="192785"/>
                  </a:lnTo>
                  <a:lnTo>
                    <a:pt x="260603" y="190499"/>
                  </a:lnTo>
                  <a:lnTo>
                    <a:pt x="260603" y="183641"/>
                  </a:lnTo>
                  <a:lnTo>
                    <a:pt x="263651" y="179069"/>
                  </a:lnTo>
                  <a:close/>
                </a:path>
                <a:path w="269875" h="196850">
                  <a:moveTo>
                    <a:pt x="252983" y="9143"/>
                  </a:moveTo>
                  <a:lnTo>
                    <a:pt x="249935" y="8381"/>
                  </a:lnTo>
                  <a:lnTo>
                    <a:pt x="251044" y="9143"/>
                  </a:lnTo>
                  <a:lnTo>
                    <a:pt x="252983" y="9143"/>
                  </a:lnTo>
                  <a:close/>
                </a:path>
                <a:path w="269875" h="196850">
                  <a:moveTo>
                    <a:pt x="251044" y="9143"/>
                  </a:moveTo>
                  <a:lnTo>
                    <a:pt x="249935" y="8381"/>
                  </a:lnTo>
                  <a:lnTo>
                    <a:pt x="249935" y="9143"/>
                  </a:lnTo>
                  <a:lnTo>
                    <a:pt x="251044" y="9143"/>
                  </a:lnTo>
                  <a:close/>
                </a:path>
                <a:path w="269875" h="196850">
                  <a:moveTo>
                    <a:pt x="252983" y="10477"/>
                  </a:moveTo>
                  <a:lnTo>
                    <a:pt x="252983" y="9143"/>
                  </a:lnTo>
                  <a:lnTo>
                    <a:pt x="251044" y="9143"/>
                  </a:lnTo>
                  <a:lnTo>
                    <a:pt x="252983" y="10477"/>
                  </a:lnTo>
                  <a:close/>
                </a:path>
                <a:path w="269875" h="196850">
                  <a:moveTo>
                    <a:pt x="262127" y="16763"/>
                  </a:moveTo>
                  <a:lnTo>
                    <a:pt x="260603" y="12953"/>
                  </a:lnTo>
                  <a:lnTo>
                    <a:pt x="260603" y="15716"/>
                  </a:lnTo>
                  <a:lnTo>
                    <a:pt x="262127" y="16763"/>
                  </a:lnTo>
                  <a:close/>
                </a:path>
                <a:path w="269875" h="196850">
                  <a:moveTo>
                    <a:pt x="262127" y="179641"/>
                  </a:moveTo>
                  <a:lnTo>
                    <a:pt x="262127" y="16763"/>
                  </a:lnTo>
                  <a:lnTo>
                    <a:pt x="260603" y="15716"/>
                  </a:lnTo>
                  <a:lnTo>
                    <a:pt x="260603" y="180212"/>
                  </a:lnTo>
                  <a:lnTo>
                    <a:pt x="262127" y="179641"/>
                  </a:lnTo>
                  <a:close/>
                </a:path>
                <a:path w="269875" h="196850">
                  <a:moveTo>
                    <a:pt x="263651" y="189356"/>
                  </a:moveTo>
                  <a:lnTo>
                    <a:pt x="263651" y="179069"/>
                  </a:lnTo>
                  <a:lnTo>
                    <a:pt x="260603" y="183641"/>
                  </a:lnTo>
                  <a:lnTo>
                    <a:pt x="260603" y="190499"/>
                  </a:lnTo>
                  <a:lnTo>
                    <a:pt x="263651" y="1893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2201" y="2448305"/>
              <a:ext cx="219456" cy="1554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38777" y="2074926"/>
              <a:ext cx="159385" cy="109855"/>
            </a:xfrm>
            <a:custGeom>
              <a:avLst/>
              <a:gdLst/>
              <a:ahLst/>
              <a:cxnLst/>
              <a:rect l="l" t="t" r="r" b="b"/>
              <a:pathLst>
                <a:path w="159385" h="109855">
                  <a:moveTo>
                    <a:pt x="159258" y="57149"/>
                  </a:moveTo>
                  <a:lnTo>
                    <a:pt x="150876" y="36575"/>
                  </a:lnTo>
                  <a:lnTo>
                    <a:pt x="138684" y="16763"/>
                  </a:lnTo>
                  <a:lnTo>
                    <a:pt x="118110" y="8381"/>
                  </a:lnTo>
                  <a:lnTo>
                    <a:pt x="89916" y="0"/>
                  </a:lnTo>
                  <a:lnTo>
                    <a:pt x="65532" y="0"/>
                  </a:lnTo>
                  <a:lnTo>
                    <a:pt x="36575" y="8382"/>
                  </a:lnTo>
                  <a:lnTo>
                    <a:pt x="16763" y="16763"/>
                  </a:lnTo>
                  <a:lnTo>
                    <a:pt x="4571" y="36576"/>
                  </a:lnTo>
                  <a:lnTo>
                    <a:pt x="0" y="57150"/>
                  </a:lnTo>
                  <a:lnTo>
                    <a:pt x="4572" y="73152"/>
                  </a:lnTo>
                  <a:lnTo>
                    <a:pt x="16764" y="93726"/>
                  </a:lnTo>
                  <a:lnTo>
                    <a:pt x="36576" y="105918"/>
                  </a:lnTo>
                  <a:lnTo>
                    <a:pt x="65532" y="109728"/>
                  </a:lnTo>
                  <a:lnTo>
                    <a:pt x="89916" y="109728"/>
                  </a:lnTo>
                  <a:lnTo>
                    <a:pt x="118110" y="105918"/>
                  </a:lnTo>
                  <a:lnTo>
                    <a:pt x="138684" y="93725"/>
                  </a:lnTo>
                  <a:lnTo>
                    <a:pt x="150876" y="73152"/>
                  </a:lnTo>
                  <a:lnTo>
                    <a:pt x="159258" y="57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937253" y="2073402"/>
              <a:ext cx="162560" cy="113030"/>
            </a:xfrm>
            <a:custGeom>
              <a:avLst/>
              <a:gdLst/>
              <a:ahLst/>
              <a:cxnLst/>
              <a:rect l="l" t="t" r="r" b="b"/>
              <a:pathLst>
                <a:path w="162560" h="113030">
                  <a:moveTo>
                    <a:pt x="162306" y="57912"/>
                  </a:moveTo>
                  <a:lnTo>
                    <a:pt x="153924" y="38100"/>
                  </a:lnTo>
                  <a:lnTo>
                    <a:pt x="153924" y="37338"/>
                  </a:lnTo>
                  <a:lnTo>
                    <a:pt x="141732" y="17526"/>
                  </a:lnTo>
                  <a:lnTo>
                    <a:pt x="140970" y="16764"/>
                  </a:lnTo>
                  <a:lnTo>
                    <a:pt x="120396" y="8382"/>
                  </a:lnTo>
                  <a:lnTo>
                    <a:pt x="91440" y="0"/>
                  </a:lnTo>
                  <a:lnTo>
                    <a:pt x="66294" y="0"/>
                  </a:lnTo>
                  <a:lnTo>
                    <a:pt x="38099" y="8382"/>
                  </a:lnTo>
                  <a:lnTo>
                    <a:pt x="17525" y="16764"/>
                  </a:lnTo>
                  <a:lnTo>
                    <a:pt x="16763" y="17526"/>
                  </a:lnTo>
                  <a:lnTo>
                    <a:pt x="4571" y="37338"/>
                  </a:lnTo>
                  <a:lnTo>
                    <a:pt x="4571" y="38100"/>
                  </a:lnTo>
                  <a:lnTo>
                    <a:pt x="0" y="58674"/>
                  </a:lnTo>
                  <a:lnTo>
                    <a:pt x="3048" y="69850"/>
                  </a:lnTo>
                  <a:lnTo>
                    <a:pt x="3048" y="57912"/>
                  </a:lnTo>
                  <a:lnTo>
                    <a:pt x="3143" y="58261"/>
                  </a:lnTo>
                  <a:lnTo>
                    <a:pt x="6857" y="42164"/>
                  </a:lnTo>
                  <a:lnTo>
                    <a:pt x="6857" y="38862"/>
                  </a:lnTo>
                  <a:lnTo>
                    <a:pt x="18287" y="20288"/>
                  </a:lnTo>
                  <a:lnTo>
                    <a:pt x="18287" y="19812"/>
                  </a:lnTo>
                  <a:lnTo>
                    <a:pt x="19049" y="19050"/>
                  </a:lnTo>
                  <a:lnTo>
                    <a:pt x="19049" y="19501"/>
                  </a:lnTo>
                  <a:lnTo>
                    <a:pt x="38861" y="11430"/>
                  </a:lnTo>
                  <a:lnTo>
                    <a:pt x="67056" y="3048"/>
                  </a:lnTo>
                  <a:lnTo>
                    <a:pt x="91440" y="3048"/>
                  </a:lnTo>
                  <a:lnTo>
                    <a:pt x="91440" y="3268"/>
                  </a:lnTo>
                  <a:lnTo>
                    <a:pt x="119634" y="11430"/>
                  </a:lnTo>
                  <a:lnTo>
                    <a:pt x="138684" y="19489"/>
                  </a:lnTo>
                  <a:lnTo>
                    <a:pt x="138684" y="19050"/>
                  </a:lnTo>
                  <a:lnTo>
                    <a:pt x="139446" y="19812"/>
                  </a:lnTo>
                  <a:lnTo>
                    <a:pt x="139446" y="20288"/>
                  </a:lnTo>
                  <a:lnTo>
                    <a:pt x="150876" y="38862"/>
                  </a:lnTo>
                  <a:lnTo>
                    <a:pt x="158908" y="58578"/>
                  </a:lnTo>
                  <a:lnTo>
                    <a:pt x="159258" y="57912"/>
                  </a:lnTo>
                  <a:lnTo>
                    <a:pt x="159258" y="64236"/>
                  </a:lnTo>
                  <a:lnTo>
                    <a:pt x="161544" y="59436"/>
                  </a:lnTo>
                  <a:lnTo>
                    <a:pt x="162306" y="57912"/>
                  </a:lnTo>
                  <a:close/>
                </a:path>
                <a:path w="162560" h="113030">
                  <a:moveTo>
                    <a:pt x="3143" y="58261"/>
                  </a:moveTo>
                  <a:lnTo>
                    <a:pt x="3048" y="57912"/>
                  </a:lnTo>
                  <a:lnTo>
                    <a:pt x="3048" y="58674"/>
                  </a:lnTo>
                  <a:lnTo>
                    <a:pt x="3143" y="58261"/>
                  </a:lnTo>
                  <a:close/>
                </a:path>
                <a:path w="162560" h="113030">
                  <a:moveTo>
                    <a:pt x="7620" y="74676"/>
                  </a:moveTo>
                  <a:lnTo>
                    <a:pt x="3143" y="58261"/>
                  </a:lnTo>
                  <a:lnTo>
                    <a:pt x="3048" y="58674"/>
                  </a:lnTo>
                  <a:lnTo>
                    <a:pt x="3048" y="69850"/>
                  </a:lnTo>
                  <a:lnTo>
                    <a:pt x="4572" y="75438"/>
                  </a:lnTo>
                  <a:lnTo>
                    <a:pt x="6858" y="79295"/>
                  </a:lnTo>
                  <a:lnTo>
                    <a:pt x="6858" y="73914"/>
                  </a:lnTo>
                  <a:lnTo>
                    <a:pt x="7620" y="74676"/>
                  </a:lnTo>
                  <a:close/>
                </a:path>
                <a:path w="162560" h="113030">
                  <a:moveTo>
                    <a:pt x="7619" y="38862"/>
                  </a:moveTo>
                  <a:lnTo>
                    <a:pt x="6857" y="38862"/>
                  </a:lnTo>
                  <a:lnTo>
                    <a:pt x="6857" y="42164"/>
                  </a:lnTo>
                  <a:lnTo>
                    <a:pt x="7619" y="38862"/>
                  </a:lnTo>
                  <a:close/>
                </a:path>
                <a:path w="162560" h="113030">
                  <a:moveTo>
                    <a:pt x="119634" y="108966"/>
                  </a:moveTo>
                  <a:lnTo>
                    <a:pt x="119634" y="105918"/>
                  </a:lnTo>
                  <a:lnTo>
                    <a:pt x="91440" y="109627"/>
                  </a:lnTo>
                  <a:lnTo>
                    <a:pt x="66293" y="109625"/>
                  </a:lnTo>
                  <a:lnTo>
                    <a:pt x="38862" y="105918"/>
                  </a:lnTo>
                  <a:lnTo>
                    <a:pt x="19050" y="93726"/>
                  </a:lnTo>
                  <a:lnTo>
                    <a:pt x="19050" y="94488"/>
                  </a:lnTo>
                  <a:lnTo>
                    <a:pt x="6858" y="73914"/>
                  </a:lnTo>
                  <a:lnTo>
                    <a:pt x="6858" y="79295"/>
                  </a:lnTo>
                  <a:lnTo>
                    <a:pt x="16764" y="96012"/>
                  </a:lnTo>
                  <a:lnTo>
                    <a:pt x="17526" y="96774"/>
                  </a:lnTo>
                  <a:lnTo>
                    <a:pt x="37338" y="108966"/>
                  </a:lnTo>
                  <a:lnTo>
                    <a:pt x="38862" y="109066"/>
                  </a:lnTo>
                  <a:lnTo>
                    <a:pt x="66294" y="112675"/>
                  </a:lnTo>
                  <a:lnTo>
                    <a:pt x="91440" y="112776"/>
                  </a:lnTo>
                  <a:lnTo>
                    <a:pt x="119634" y="108966"/>
                  </a:lnTo>
                  <a:close/>
                </a:path>
                <a:path w="162560" h="113030">
                  <a:moveTo>
                    <a:pt x="19049" y="19050"/>
                  </a:moveTo>
                  <a:lnTo>
                    <a:pt x="18287" y="19812"/>
                  </a:lnTo>
                  <a:lnTo>
                    <a:pt x="18679" y="19652"/>
                  </a:lnTo>
                  <a:lnTo>
                    <a:pt x="19049" y="19050"/>
                  </a:lnTo>
                  <a:close/>
                </a:path>
                <a:path w="162560" h="113030">
                  <a:moveTo>
                    <a:pt x="18679" y="19652"/>
                  </a:moveTo>
                  <a:lnTo>
                    <a:pt x="18287" y="19812"/>
                  </a:lnTo>
                  <a:lnTo>
                    <a:pt x="18287" y="20288"/>
                  </a:lnTo>
                  <a:lnTo>
                    <a:pt x="18679" y="19652"/>
                  </a:lnTo>
                  <a:close/>
                </a:path>
                <a:path w="162560" h="113030">
                  <a:moveTo>
                    <a:pt x="19049" y="19501"/>
                  </a:moveTo>
                  <a:lnTo>
                    <a:pt x="19049" y="19050"/>
                  </a:lnTo>
                  <a:lnTo>
                    <a:pt x="18679" y="19652"/>
                  </a:lnTo>
                  <a:lnTo>
                    <a:pt x="19049" y="19501"/>
                  </a:lnTo>
                  <a:close/>
                </a:path>
                <a:path w="162560" h="113030">
                  <a:moveTo>
                    <a:pt x="91440" y="3268"/>
                  </a:moveTo>
                  <a:lnTo>
                    <a:pt x="91440" y="3048"/>
                  </a:lnTo>
                  <a:lnTo>
                    <a:pt x="90678" y="3048"/>
                  </a:lnTo>
                  <a:lnTo>
                    <a:pt x="91440" y="3268"/>
                  </a:lnTo>
                  <a:close/>
                </a:path>
                <a:path w="162560" h="113030">
                  <a:moveTo>
                    <a:pt x="138967" y="94009"/>
                  </a:moveTo>
                  <a:lnTo>
                    <a:pt x="118872" y="105918"/>
                  </a:lnTo>
                  <a:lnTo>
                    <a:pt x="119634" y="105918"/>
                  </a:lnTo>
                  <a:lnTo>
                    <a:pt x="119634" y="108966"/>
                  </a:lnTo>
                  <a:lnTo>
                    <a:pt x="120396" y="108966"/>
                  </a:lnTo>
                  <a:lnTo>
                    <a:pt x="138684" y="98128"/>
                  </a:lnTo>
                  <a:lnTo>
                    <a:pt x="138684" y="94488"/>
                  </a:lnTo>
                  <a:lnTo>
                    <a:pt x="138967" y="94009"/>
                  </a:lnTo>
                  <a:close/>
                </a:path>
                <a:path w="162560" h="113030">
                  <a:moveTo>
                    <a:pt x="139446" y="19812"/>
                  </a:moveTo>
                  <a:lnTo>
                    <a:pt x="138684" y="19050"/>
                  </a:lnTo>
                  <a:lnTo>
                    <a:pt x="139049" y="19644"/>
                  </a:lnTo>
                  <a:lnTo>
                    <a:pt x="139446" y="19812"/>
                  </a:lnTo>
                  <a:close/>
                </a:path>
                <a:path w="162560" h="113030">
                  <a:moveTo>
                    <a:pt x="139049" y="19644"/>
                  </a:moveTo>
                  <a:lnTo>
                    <a:pt x="138684" y="19050"/>
                  </a:lnTo>
                  <a:lnTo>
                    <a:pt x="138684" y="19489"/>
                  </a:lnTo>
                  <a:lnTo>
                    <a:pt x="139049" y="19644"/>
                  </a:lnTo>
                  <a:close/>
                </a:path>
                <a:path w="162560" h="113030">
                  <a:moveTo>
                    <a:pt x="139446" y="93726"/>
                  </a:moveTo>
                  <a:lnTo>
                    <a:pt x="138967" y="94009"/>
                  </a:lnTo>
                  <a:lnTo>
                    <a:pt x="138684" y="94488"/>
                  </a:lnTo>
                  <a:lnTo>
                    <a:pt x="139446" y="93726"/>
                  </a:lnTo>
                  <a:close/>
                </a:path>
                <a:path w="162560" h="113030">
                  <a:moveTo>
                    <a:pt x="139446" y="97677"/>
                  </a:moveTo>
                  <a:lnTo>
                    <a:pt x="139446" y="93726"/>
                  </a:lnTo>
                  <a:lnTo>
                    <a:pt x="138684" y="94488"/>
                  </a:lnTo>
                  <a:lnTo>
                    <a:pt x="138684" y="98128"/>
                  </a:lnTo>
                  <a:lnTo>
                    <a:pt x="139446" y="97677"/>
                  </a:lnTo>
                  <a:close/>
                </a:path>
                <a:path w="162560" h="113030">
                  <a:moveTo>
                    <a:pt x="159258" y="64236"/>
                  </a:moveTo>
                  <a:lnTo>
                    <a:pt x="159258" y="59436"/>
                  </a:lnTo>
                  <a:lnTo>
                    <a:pt x="158908" y="58578"/>
                  </a:lnTo>
                  <a:lnTo>
                    <a:pt x="150876" y="73914"/>
                  </a:lnTo>
                  <a:lnTo>
                    <a:pt x="138967" y="94009"/>
                  </a:lnTo>
                  <a:lnTo>
                    <a:pt x="139446" y="93726"/>
                  </a:lnTo>
                  <a:lnTo>
                    <a:pt x="139446" y="97677"/>
                  </a:lnTo>
                  <a:lnTo>
                    <a:pt x="140970" y="96774"/>
                  </a:lnTo>
                  <a:lnTo>
                    <a:pt x="141732" y="96012"/>
                  </a:lnTo>
                  <a:lnTo>
                    <a:pt x="153924" y="75438"/>
                  </a:lnTo>
                  <a:lnTo>
                    <a:pt x="159258" y="64236"/>
                  </a:lnTo>
                  <a:close/>
                </a:path>
                <a:path w="162560" h="113030">
                  <a:moveTo>
                    <a:pt x="139446" y="20288"/>
                  </a:moveTo>
                  <a:lnTo>
                    <a:pt x="139446" y="19812"/>
                  </a:lnTo>
                  <a:lnTo>
                    <a:pt x="139049" y="19644"/>
                  </a:lnTo>
                  <a:lnTo>
                    <a:pt x="139446" y="20288"/>
                  </a:lnTo>
                  <a:close/>
                </a:path>
                <a:path w="162560" h="113030">
                  <a:moveTo>
                    <a:pt x="159258" y="59436"/>
                  </a:moveTo>
                  <a:lnTo>
                    <a:pt x="159258" y="57912"/>
                  </a:lnTo>
                  <a:lnTo>
                    <a:pt x="158908" y="58578"/>
                  </a:lnTo>
                  <a:lnTo>
                    <a:pt x="159258" y="59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31157" y="2135885"/>
              <a:ext cx="67945" cy="24130"/>
            </a:xfrm>
            <a:custGeom>
              <a:avLst/>
              <a:gdLst/>
              <a:ahLst/>
              <a:cxnLst/>
              <a:rect l="l" t="t" r="r" b="b"/>
              <a:pathLst>
                <a:path w="67945" h="24130">
                  <a:moveTo>
                    <a:pt x="67818" y="23622"/>
                  </a:moveTo>
                  <a:lnTo>
                    <a:pt x="3810" y="0"/>
                  </a:lnTo>
                  <a:lnTo>
                    <a:pt x="0" y="3810"/>
                  </a:lnTo>
                  <a:lnTo>
                    <a:pt x="67818" y="236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29633" y="2134361"/>
              <a:ext cx="71120" cy="26670"/>
            </a:xfrm>
            <a:custGeom>
              <a:avLst/>
              <a:gdLst/>
              <a:ahLst/>
              <a:cxnLst/>
              <a:rect l="l" t="t" r="r" b="b"/>
              <a:pathLst>
                <a:path w="71120" h="26669">
                  <a:moveTo>
                    <a:pt x="70104" y="23622"/>
                  </a:moveTo>
                  <a:lnTo>
                    <a:pt x="6096" y="0"/>
                  </a:lnTo>
                  <a:lnTo>
                    <a:pt x="4572" y="0"/>
                  </a:lnTo>
                  <a:lnTo>
                    <a:pt x="0" y="3810"/>
                  </a:lnTo>
                  <a:lnTo>
                    <a:pt x="0" y="5334"/>
                  </a:lnTo>
                  <a:lnTo>
                    <a:pt x="762" y="6858"/>
                  </a:lnTo>
                  <a:lnTo>
                    <a:pt x="1524" y="7078"/>
                  </a:lnTo>
                  <a:lnTo>
                    <a:pt x="1524" y="3810"/>
                  </a:lnTo>
                  <a:lnTo>
                    <a:pt x="4126" y="4561"/>
                  </a:lnTo>
                  <a:lnTo>
                    <a:pt x="4572" y="4191"/>
                  </a:lnTo>
                  <a:lnTo>
                    <a:pt x="4572" y="3048"/>
                  </a:lnTo>
                  <a:lnTo>
                    <a:pt x="6858" y="2286"/>
                  </a:lnTo>
                  <a:lnTo>
                    <a:pt x="6858" y="3881"/>
                  </a:lnTo>
                  <a:lnTo>
                    <a:pt x="26236" y="10949"/>
                  </a:lnTo>
                  <a:lnTo>
                    <a:pt x="70104" y="23622"/>
                  </a:lnTo>
                  <a:close/>
                </a:path>
                <a:path w="71120" h="26669">
                  <a:moveTo>
                    <a:pt x="4126" y="4561"/>
                  </a:moveTo>
                  <a:lnTo>
                    <a:pt x="1524" y="3810"/>
                  </a:lnTo>
                  <a:lnTo>
                    <a:pt x="2286" y="6096"/>
                  </a:lnTo>
                  <a:lnTo>
                    <a:pt x="4126" y="4561"/>
                  </a:lnTo>
                  <a:close/>
                </a:path>
                <a:path w="71120" h="26669">
                  <a:moveTo>
                    <a:pt x="69342" y="26670"/>
                  </a:moveTo>
                  <a:lnTo>
                    <a:pt x="26236" y="10949"/>
                  </a:lnTo>
                  <a:lnTo>
                    <a:pt x="4126" y="4561"/>
                  </a:lnTo>
                  <a:lnTo>
                    <a:pt x="2286" y="6096"/>
                  </a:lnTo>
                  <a:lnTo>
                    <a:pt x="1524" y="3810"/>
                  </a:lnTo>
                  <a:lnTo>
                    <a:pt x="1524" y="7078"/>
                  </a:lnTo>
                  <a:lnTo>
                    <a:pt x="69342" y="26670"/>
                  </a:lnTo>
                  <a:close/>
                </a:path>
                <a:path w="71120" h="26669">
                  <a:moveTo>
                    <a:pt x="6858" y="2286"/>
                  </a:moveTo>
                  <a:lnTo>
                    <a:pt x="4572" y="3048"/>
                  </a:lnTo>
                  <a:lnTo>
                    <a:pt x="5526" y="3395"/>
                  </a:lnTo>
                  <a:lnTo>
                    <a:pt x="6858" y="2286"/>
                  </a:lnTo>
                  <a:close/>
                </a:path>
                <a:path w="71120" h="26669">
                  <a:moveTo>
                    <a:pt x="5526" y="3395"/>
                  </a:moveTo>
                  <a:lnTo>
                    <a:pt x="4572" y="3048"/>
                  </a:lnTo>
                  <a:lnTo>
                    <a:pt x="4572" y="4191"/>
                  </a:lnTo>
                  <a:lnTo>
                    <a:pt x="5526" y="3395"/>
                  </a:lnTo>
                  <a:close/>
                </a:path>
                <a:path w="71120" h="26669">
                  <a:moveTo>
                    <a:pt x="6858" y="3881"/>
                  </a:moveTo>
                  <a:lnTo>
                    <a:pt x="6858" y="2286"/>
                  </a:lnTo>
                  <a:lnTo>
                    <a:pt x="5526" y="3395"/>
                  </a:lnTo>
                  <a:lnTo>
                    <a:pt x="6858" y="3881"/>
                  </a:lnTo>
                  <a:close/>
                </a:path>
                <a:path w="71120" h="26669">
                  <a:moveTo>
                    <a:pt x="70104" y="23622"/>
                  </a:moveTo>
                  <a:lnTo>
                    <a:pt x="26236" y="10949"/>
                  </a:lnTo>
                  <a:lnTo>
                    <a:pt x="69342" y="26670"/>
                  </a:lnTo>
                  <a:lnTo>
                    <a:pt x="70104" y="23622"/>
                  </a:lnTo>
                  <a:close/>
                </a:path>
                <a:path w="71120" h="26669">
                  <a:moveTo>
                    <a:pt x="70866" y="25146"/>
                  </a:moveTo>
                  <a:lnTo>
                    <a:pt x="70104" y="23622"/>
                  </a:lnTo>
                  <a:lnTo>
                    <a:pt x="69342" y="26670"/>
                  </a:lnTo>
                  <a:lnTo>
                    <a:pt x="70866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5927" y="2156460"/>
              <a:ext cx="32003" cy="1219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921252" y="2105405"/>
              <a:ext cx="108585" cy="64769"/>
            </a:xfrm>
            <a:custGeom>
              <a:avLst/>
              <a:gdLst/>
              <a:ahLst/>
              <a:cxnLst/>
              <a:rect l="l" t="t" r="r" b="b"/>
              <a:pathLst>
                <a:path w="108585" h="64769">
                  <a:moveTo>
                    <a:pt x="19050" y="0"/>
                  </a:moveTo>
                  <a:lnTo>
                    <a:pt x="0" y="0"/>
                  </a:lnTo>
                  <a:lnTo>
                    <a:pt x="0" y="47244"/>
                  </a:lnTo>
                  <a:lnTo>
                    <a:pt x="1524" y="47244"/>
                  </a:lnTo>
                  <a:lnTo>
                    <a:pt x="3048" y="47244"/>
                  </a:lnTo>
                  <a:lnTo>
                    <a:pt x="16002" y="47244"/>
                  </a:lnTo>
                  <a:lnTo>
                    <a:pt x="17526" y="47244"/>
                  </a:lnTo>
                  <a:lnTo>
                    <a:pt x="19050" y="47244"/>
                  </a:lnTo>
                  <a:lnTo>
                    <a:pt x="19050" y="0"/>
                  </a:lnTo>
                  <a:close/>
                </a:path>
                <a:path w="108585" h="64769">
                  <a:moveTo>
                    <a:pt x="108204" y="49530"/>
                  </a:moveTo>
                  <a:lnTo>
                    <a:pt x="105156" y="49530"/>
                  </a:lnTo>
                  <a:lnTo>
                    <a:pt x="105156" y="52578"/>
                  </a:lnTo>
                  <a:lnTo>
                    <a:pt x="105156" y="61722"/>
                  </a:lnTo>
                  <a:lnTo>
                    <a:pt x="76200" y="61722"/>
                  </a:lnTo>
                  <a:lnTo>
                    <a:pt x="76200" y="52578"/>
                  </a:lnTo>
                  <a:lnTo>
                    <a:pt x="105156" y="52578"/>
                  </a:lnTo>
                  <a:lnTo>
                    <a:pt x="105156" y="49530"/>
                  </a:lnTo>
                  <a:lnTo>
                    <a:pt x="73152" y="49530"/>
                  </a:lnTo>
                  <a:lnTo>
                    <a:pt x="73152" y="64770"/>
                  </a:lnTo>
                  <a:lnTo>
                    <a:pt x="74676" y="64770"/>
                  </a:lnTo>
                  <a:lnTo>
                    <a:pt x="76200" y="64770"/>
                  </a:lnTo>
                  <a:lnTo>
                    <a:pt x="105156" y="64770"/>
                  </a:lnTo>
                  <a:lnTo>
                    <a:pt x="106680" y="64770"/>
                  </a:lnTo>
                  <a:lnTo>
                    <a:pt x="108204" y="64770"/>
                  </a:lnTo>
                  <a:lnTo>
                    <a:pt x="108204" y="495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878327" y="2660395"/>
            <a:ext cx="18110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Central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Monitoring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Station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As-Is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15511" y="5177028"/>
            <a:ext cx="1412875" cy="504190"/>
            <a:chOff x="3715511" y="5177028"/>
            <a:chExt cx="1412875" cy="504190"/>
          </a:xfrm>
        </p:grpSpPr>
        <p:sp>
          <p:nvSpPr>
            <p:cNvPr id="16" name="object 16"/>
            <p:cNvSpPr/>
            <p:nvPr/>
          </p:nvSpPr>
          <p:spPr>
            <a:xfrm>
              <a:off x="3715511" y="5177028"/>
              <a:ext cx="1412875" cy="398780"/>
            </a:xfrm>
            <a:custGeom>
              <a:avLst/>
              <a:gdLst/>
              <a:ahLst/>
              <a:cxnLst/>
              <a:rect l="l" t="t" r="r" b="b"/>
              <a:pathLst>
                <a:path w="1412875" h="398779">
                  <a:moveTo>
                    <a:pt x="259080" y="162394"/>
                  </a:moveTo>
                  <a:lnTo>
                    <a:pt x="259080" y="159257"/>
                  </a:lnTo>
                  <a:lnTo>
                    <a:pt x="258318" y="160019"/>
                  </a:lnTo>
                  <a:lnTo>
                    <a:pt x="258318" y="159346"/>
                  </a:lnTo>
                  <a:lnTo>
                    <a:pt x="17526" y="187451"/>
                  </a:lnTo>
                  <a:lnTo>
                    <a:pt x="16002" y="188976"/>
                  </a:lnTo>
                  <a:lnTo>
                    <a:pt x="0" y="253745"/>
                  </a:lnTo>
                  <a:lnTo>
                    <a:pt x="0" y="255270"/>
                  </a:lnTo>
                  <a:lnTo>
                    <a:pt x="3048" y="265328"/>
                  </a:lnTo>
                  <a:lnTo>
                    <a:pt x="3048" y="253745"/>
                  </a:lnTo>
                  <a:lnTo>
                    <a:pt x="3151" y="254089"/>
                  </a:lnTo>
                  <a:lnTo>
                    <a:pt x="17526" y="195906"/>
                  </a:lnTo>
                  <a:lnTo>
                    <a:pt x="17526" y="190500"/>
                  </a:lnTo>
                  <a:lnTo>
                    <a:pt x="19050" y="189737"/>
                  </a:lnTo>
                  <a:lnTo>
                    <a:pt x="19050" y="190322"/>
                  </a:lnTo>
                  <a:lnTo>
                    <a:pt x="258318" y="162483"/>
                  </a:lnTo>
                  <a:lnTo>
                    <a:pt x="258318" y="160019"/>
                  </a:lnTo>
                  <a:lnTo>
                    <a:pt x="258749" y="159296"/>
                  </a:lnTo>
                  <a:lnTo>
                    <a:pt x="258749" y="162433"/>
                  </a:lnTo>
                  <a:lnTo>
                    <a:pt x="259080" y="162394"/>
                  </a:lnTo>
                  <a:close/>
                </a:path>
                <a:path w="1412875" h="398779">
                  <a:moveTo>
                    <a:pt x="3151" y="254089"/>
                  </a:moveTo>
                  <a:lnTo>
                    <a:pt x="3048" y="253745"/>
                  </a:lnTo>
                  <a:lnTo>
                    <a:pt x="3048" y="254508"/>
                  </a:lnTo>
                  <a:lnTo>
                    <a:pt x="3151" y="254089"/>
                  </a:lnTo>
                  <a:close/>
                </a:path>
                <a:path w="1412875" h="398779">
                  <a:moveTo>
                    <a:pt x="40935" y="379533"/>
                  </a:moveTo>
                  <a:lnTo>
                    <a:pt x="3151" y="254089"/>
                  </a:lnTo>
                  <a:lnTo>
                    <a:pt x="3048" y="254508"/>
                  </a:lnTo>
                  <a:lnTo>
                    <a:pt x="3048" y="265328"/>
                  </a:lnTo>
                  <a:lnTo>
                    <a:pt x="38100" y="380999"/>
                  </a:lnTo>
                  <a:lnTo>
                    <a:pt x="39624" y="382523"/>
                  </a:lnTo>
                  <a:lnTo>
                    <a:pt x="39624" y="379475"/>
                  </a:lnTo>
                  <a:lnTo>
                    <a:pt x="40935" y="379533"/>
                  </a:lnTo>
                  <a:close/>
                </a:path>
                <a:path w="1412875" h="398779">
                  <a:moveTo>
                    <a:pt x="19050" y="189737"/>
                  </a:moveTo>
                  <a:lnTo>
                    <a:pt x="17526" y="190500"/>
                  </a:lnTo>
                  <a:lnTo>
                    <a:pt x="18901" y="190339"/>
                  </a:lnTo>
                  <a:lnTo>
                    <a:pt x="19050" y="189737"/>
                  </a:lnTo>
                  <a:close/>
                </a:path>
                <a:path w="1412875" h="398779">
                  <a:moveTo>
                    <a:pt x="18901" y="190339"/>
                  </a:moveTo>
                  <a:lnTo>
                    <a:pt x="17526" y="190500"/>
                  </a:lnTo>
                  <a:lnTo>
                    <a:pt x="17526" y="195906"/>
                  </a:lnTo>
                  <a:lnTo>
                    <a:pt x="18901" y="190339"/>
                  </a:lnTo>
                  <a:close/>
                </a:path>
                <a:path w="1412875" h="398779">
                  <a:moveTo>
                    <a:pt x="19050" y="190322"/>
                  </a:moveTo>
                  <a:lnTo>
                    <a:pt x="19050" y="189737"/>
                  </a:lnTo>
                  <a:lnTo>
                    <a:pt x="18901" y="190339"/>
                  </a:lnTo>
                  <a:lnTo>
                    <a:pt x="19050" y="190322"/>
                  </a:lnTo>
                  <a:close/>
                </a:path>
                <a:path w="1412875" h="398779">
                  <a:moveTo>
                    <a:pt x="41148" y="380238"/>
                  </a:moveTo>
                  <a:lnTo>
                    <a:pt x="40935" y="379533"/>
                  </a:lnTo>
                  <a:lnTo>
                    <a:pt x="39624" y="379475"/>
                  </a:lnTo>
                  <a:lnTo>
                    <a:pt x="41148" y="380238"/>
                  </a:lnTo>
                  <a:close/>
                </a:path>
                <a:path w="1412875" h="398779">
                  <a:moveTo>
                    <a:pt x="41148" y="382590"/>
                  </a:moveTo>
                  <a:lnTo>
                    <a:pt x="41148" y="380238"/>
                  </a:lnTo>
                  <a:lnTo>
                    <a:pt x="39624" y="379475"/>
                  </a:lnTo>
                  <a:lnTo>
                    <a:pt x="39624" y="382523"/>
                  </a:lnTo>
                  <a:lnTo>
                    <a:pt x="41148" y="382590"/>
                  </a:lnTo>
                  <a:close/>
                </a:path>
                <a:path w="1412875" h="398779">
                  <a:moveTo>
                    <a:pt x="1390650" y="394715"/>
                  </a:moveTo>
                  <a:lnTo>
                    <a:pt x="1390650" y="391667"/>
                  </a:lnTo>
                  <a:lnTo>
                    <a:pt x="1235964" y="395477"/>
                  </a:lnTo>
                  <a:lnTo>
                    <a:pt x="406146" y="395477"/>
                  </a:lnTo>
                  <a:lnTo>
                    <a:pt x="40935" y="379533"/>
                  </a:lnTo>
                  <a:lnTo>
                    <a:pt x="41148" y="380238"/>
                  </a:lnTo>
                  <a:lnTo>
                    <a:pt x="41148" y="382590"/>
                  </a:lnTo>
                  <a:lnTo>
                    <a:pt x="406146" y="398525"/>
                  </a:lnTo>
                  <a:lnTo>
                    <a:pt x="1235964" y="398525"/>
                  </a:lnTo>
                  <a:lnTo>
                    <a:pt x="1390650" y="394715"/>
                  </a:lnTo>
                  <a:close/>
                </a:path>
                <a:path w="1412875" h="398779">
                  <a:moveTo>
                    <a:pt x="259080" y="159257"/>
                  </a:moveTo>
                  <a:lnTo>
                    <a:pt x="258749" y="159296"/>
                  </a:lnTo>
                  <a:lnTo>
                    <a:pt x="258318" y="160019"/>
                  </a:lnTo>
                  <a:lnTo>
                    <a:pt x="259080" y="159257"/>
                  </a:lnTo>
                  <a:close/>
                </a:path>
                <a:path w="1412875" h="398779">
                  <a:moveTo>
                    <a:pt x="1412748" y="332231"/>
                  </a:moveTo>
                  <a:lnTo>
                    <a:pt x="1412748" y="270509"/>
                  </a:lnTo>
                  <a:lnTo>
                    <a:pt x="1404366" y="241553"/>
                  </a:lnTo>
                  <a:lnTo>
                    <a:pt x="1400556" y="225551"/>
                  </a:lnTo>
                  <a:lnTo>
                    <a:pt x="1391412" y="216407"/>
                  </a:lnTo>
                  <a:lnTo>
                    <a:pt x="1390650" y="216407"/>
                  </a:lnTo>
                  <a:lnTo>
                    <a:pt x="1094232" y="159257"/>
                  </a:lnTo>
                  <a:lnTo>
                    <a:pt x="940308" y="37337"/>
                  </a:lnTo>
                  <a:lnTo>
                    <a:pt x="931926" y="28955"/>
                  </a:lnTo>
                  <a:lnTo>
                    <a:pt x="931164" y="28955"/>
                  </a:lnTo>
                  <a:lnTo>
                    <a:pt x="906780" y="20573"/>
                  </a:lnTo>
                  <a:lnTo>
                    <a:pt x="870204" y="12191"/>
                  </a:lnTo>
                  <a:lnTo>
                    <a:pt x="824484" y="12096"/>
                  </a:lnTo>
                  <a:lnTo>
                    <a:pt x="764286" y="4571"/>
                  </a:lnTo>
                  <a:lnTo>
                    <a:pt x="702564" y="4521"/>
                  </a:lnTo>
                  <a:lnTo>
                    <a:pt x="633984" y="0"/>
                  </a:lnTo>
                  <a:lnTo>
                    <a:pt x="568452" y="4571"/>
                  </a:lnTo>
                  <a:lnTo>
                    <a:pt x="507492" y="4571"/>
                  </a:lnTo>
                  <a:lnTo>
                    <a:pt x="446532" y="12191"/>
                  </a:lnTo>
                  <a:lnTo>
                    <a:pt x="401574" y="12191"/>
                  </a:lnTo>
                  <a:lnTo>
                    <a:pt x="364998" y="20573"/>
                  </a:lnTo>
                  <a:lnTo>
                    <a:pt x="340614" y="28955"/>
                  </a:lnTo>
                  <a:lnTo>
                    <a:pt x="339852" y="28955"/>
                  </a:lnTo>
                  <a:lnTo>
                    <a:pt x="331470" y="37337"/>
                  </a:lnTo>
                  <a:lnTo>
                    <a:pt x="258749" y="159296"/>
                  </a:lnTo>
                  <a:lnTo>
                    <a:pt x="259080" y="159257"/>
                  </a:lnTo>
                  <a:lnTo>
                    <a:pt x="259080" y="162394"/>
                  </a:lnTo>
                  <a:lnTo>
                    <a:pt x="259842" y="162305"/>
                  </a:lnTo>
                  <a:lnTo>
                    <a:pt x="260604" y="161543"/>
                  </a:lnTo>
                  <a:lnTo>
                    <a:pt x="333756" y="39623"/>
                  </a:lnTo>
                  <a:lnTo>
                    <a:pt x="342138" y="31241"/>
                  </a:lnTo>
                  <a:lnTo>
                    <a:pt x="342138" y="31742"/>
                  </a:lnTo>
                  <a:lnTo>
                    <a:pt x="365760" y="23621"/>
                  </a:lnTo>
                  <a:lnTo>
                    <a:pt x="401574" y="15414"/>
                  </a:lnTo>
                  <a:lnTo>
                    <a:pt x="401574" y="15239"/>
                  </a:lnTo>
                  <a:lnTo>
                    <a:pt x="446532" y="15239"/>
                  </a:lnTo>
                  <a:lnTo>
                    <a:pt x="507492" y="7714"/>
                  </a:lnTo>
                  <a:lnTo>
                    <a:pt x="568452" y="7619"/>
                  </a:lnTo>
                  <a:lnTo>
                    <a:pt x="633984" y="3047"/>
                  </a:lnTo>
                  <a:lnTo>
                    <a:pt x="702564" y="7619"/>
                  </a:lnTo>
                  <a:lnTo>
                    <a:pt x="764286" y="7619"/>
                  </a:lnTo>
                  <a:lnTo>
                    <a:pt x="824484" y="15239"/>
                  </a:lnTo>
                  <a:lnTo>
                    <a:pt x="869442" y="15239"/>
                  </a:lnTo>
                  <a:lnTo>
                    <a:pt x="906018" y="23621"/>
                  </a:lnTo>
                  <a:lnTo>
                    <a:pt x="929640" y="31742"/>
                  </a:lnTo>
                  <a:lnTo>
                    <a:pt x="929640" y="31241"/>
                  </a:lnTo>
                  <a:lnTo>
                    <a:pt x="938022" y="39623"/>
                  </a:lnTo>
                  <a:lnTo>
                    <a:pt x="1092708" y="162305"/>
                  </a:lnTo>
                  <a:lnTo>
                    <a:pt x="1093470" y="162305"/>
                  </a:lnTo>
                  <a:lnTo>
                    <a:pt x="1389126" y="219309"/>
                  </a:lnTo>
                  <a:lnTo>
                    <a:pt x="1389126" y="218693"/>
                  </a:lnTo>
                  <a:lnTo>
                    <a:pt x="1397508" y="227075"/>
                  </a:lnTo>
                  <a:lnTo>
                    <a:pt x="1397508" y="226313"/>
                  </a:lnTo>
                  <a:lnTo>
                    <a:pt x="1401318" y="242315"/>
                  </a:lnTo>
                  <a:lnTo>
                    <a:pt x="1409700" y="271271"/>
                  </a:lnTo>
                  <a:lnTo>
                    <a:pt x="1409700" y="351028"/>
                  </a:lnTo>
                  <a:lnTo>
                    <a:pt x="1412748" y="332231"/>
                  </a:lnTo>
                  <a:close/>
                </a:path>
                <a:path w="1412875" h="398779">
                  <a:moveTo>
                    <a:pt x="342138" y="31742"/>
                  </a:moveTo>
                  <a:lnTo>
                    <a:pt x="342138" y="31241"/>
                  </a:lnTo>
                  <a:lnTo>
                    <a:pt x="341376" y="32003"/>
                  </a:lnTo>
                  <a:lnTo>
                    <a:pt x="342138" y="31742"/>
                  </a:lnTo>
                  <a:close/>
                </a:path>
                <a:path w="1412875" h="398779">
                  <a:moveTo>
                    <a:pt x="402336" y="15239"/>
                  </a:moveTo>
                  <a:lnTo>
                    <a:pt x="401574" y="15239"/>
                  </a:lnTo>
                  <a:lnTo>
                    <a:pt x="401574" y="15414"/>
                  </a:lnTo>
                  <a:lnTo>
                    <a:pt x="402336" y="15239"/>
                  </a:lnTo>
                  <a:close/>
                </a:path>
                <a:path w="1412875" h="398779">
                  <a:moveTo>
                    <a:pt x="930402" y="32003"/>
                  </a:moveTo>
                  <a:lnTo>
                    <a:pt x="929640" y="31241"/>
                  </a:lnTo>
                  <a:lnTo>
                    <a:pt x="929640" y="31742"/>
                  </a:lnTo>
                  <a:lnTo>
                    <a:pt x="930402" y="32003"/>
                  </a:lnTo>
                  <a:close/>
                </a:path>
                <a:path w="1412875" h="398779">
                  <a:moveTo>
                    <a:pt x="1389888" y="219455"/>
                  </a:moveTo>
                  <a:lnTo>
                    <a:pt x="1389126" y="218693"/>
                  </a:lnTo>
                  <a:lnTo>
                    <a:pt x="1389126" y="219309"/>
                  </a:lnTo>
                  <a:lnTo>
                    <a:pt x="1389888" y="219455"/>
                  </a:lnTo>
                  <a:close/>
                </a:path>
                <a:path w="1412875" h="398779">
                  <a:moveTo>
                    <a:pt x="1409700" y="351028"/>
                  </a:moveTo>
                  <a:lnTo>
                    <a:pt x="1409700" y="331469"/>
                  </a:lnTo>
                  <a:lnTo>
                    <a:pt x="1405128" y="360425"/>
                  </a:lnTo>
                  <a:lnTo>
                    <a:pt x="1405128" y="359663"/>
                  </a:lnTo>
                  <a:lnTo>
                    <a:pt x="1397508" y="384047"/>
                  </a:lnTo>
                  <a:lnTo>
                    <a:pt x="1389126" y="391667"/>
                  </a:lnTo>
                  <a:lnTo>
                    <a:pt x="1390650" y="391667"/>
                  </a:lnTo>
                  <a:lnTo>
                    <a:pt x="1390650" y="394715"/>
                  </a:lnTo>
                  <a:lnTo>
                    <a:pt x="1391412" y="393953"/>
                  </a:lnTo>
                  <a:lnTo>
                    <a:pt x="1399794" y="386333"/>
                  </a:lnTo>
                  <a:lnTo>
                    <a:pt x="1400556" y="385571"/>
                  </a:lnTo>
                  <a:lnTo>
                    <a:pt x="1408176" y="361187"/>
                  </a:lnTo>
                  <a:lnTo>
                    <a:pt x="1408176" y="360425"/>
                  </a:lnTo>
                  <a:lnTo>
                    <a:pt x="1409700" y="351028"/>
                  </a:lnTo>
                  <a:close/>
                </a:path>
                <a:path w="1412875" h="398779">
                  <a:moveTo>
                    <a:pt x="1409700" y="331469"/>
                  </a:moveTo>
                  <a:lnTo>
                    <a:pt x="1409700" y="271271"/>
                  </a:lnTo>
                  <a:lnTo>
                    <a:pt x="1408938" y="270509"/>
                  </a:lnTo>
                  <a:lnTo>
                    <a:pt x="1408938" y="332231"/>
                  </a:lnTo>
                  <a:lnTo>
                    <a:pt x="1409700" y="3314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6106" y="5474208"/>
              <a:ext cx="247650" cy="2065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4682" y="5474208"/>
              <a:ext cx="246125" cy="20650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189729" y="5716014"/>
            <a:ext cx="3721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Police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40908" y="3189732"/>
            <a:ext cx="1964055" cy="887094"/>
            <a:chOff x="5740908" y="3189732"/>
            <a:chExt cx="1964055" cy="887094"/>
          </a:xfrm>
        </p:grpSpPr>
        <p:sp>
          <p:nvSpPr>
            <p:cNvPr id="21" name="object 21"/>
            <p:cNvSpPr/>
            <p:nvPr/>
          </p:nvSpPr>
          <p:spPr>
            <a:xfrm>
              <a:off x="5747004" y="3386328"/>
              <a:ext cx="1819910" cy="297180"/>
            </a:xfrm>
            <a:custGeom>
              <a:avLst/>
              <a:gdLst/>
              <a:ahLst/>
              <a:cxnLst/>
              <a:rect l="l" t="t" r="r" b="b"/>
              <a:pathLst>
                <a:path w="1819909" h="297179">
                  <a:moveTo>
                    <a:pt x="1819655" y="297179"/>
                  </a:moveTo>
                  <a:lnTo>
                    <a:pt x="1819655" y="0"/>
                  </a:lnTo>
                  <a:lnTo>
                    <a:pt x="0" y="0"/>
                  </a:lnTo>
                  <a:lnTo>
                    <a:pt x="0" y="297179"/>
                  </a:lnTo>
                  <a:lnTo>
                    <a:pt x="1819655" y="297179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740908" y="3189744"/>
              <a:ext cx="1831975" cy="500380"/>
            </a:xfrm>
            <a:custGeom>
              <a:avLst/>
              <a:gdLst/>
              <a:ahLst/>
              <a:cxnLst/>
              <a:rect l="l" t="t" r="r" b="b"/>
              <a:pathLst>
                <a:path w="1831975" h="500379">
                  <a:moveTo>
                    <a:pt x="1831848" y="190487"/>
                  </a:moveTo>
                  <a:lnTo>
                    <a:pt x="1818894" y="190487"/>
                  </a:lnTo>
                  <a:lnTo>
                    <a:pt x="1818894" y="203441"/>
                  </a:lnTo>
                  <a:lnTo>
                    <a:pt x="1818894" y="486905"/>
                  </a:lnTo>
                  <a:lnTo>
                    <a:pt x="12192" y="486905"/>
                  </a:lnTo>
                  <a:lnTo>
                    <a:pt x="12192" y="203441"/>
                  </a:lnTo>
                  <a:lnTo>
                    <a:pt x="1433880" y="203441"/>
                  </a:lnTo>
                  <a:lnTo>
                    <a:pt x="1434846" y="294881"/>
                  </a:lnTo>
                  <a:lnTo>
                    <a:pt x="1447800" y="294881"/>
                  </a:lnTo>
                  <a:lnTo>
                    <a:pt x="1446834" y="203441"/>
                  </a:lnTo>
                  <a:lnTo>
                    <a:pt x="1818894" y="203441"/>
                  </a:lnTo>
                  <a:lnTo>
                    <a:pt x="1818894" y="190487"/>
                  </a:lnTo>
                  <a:lnTo>
                    <a:pt x="1446695" y="190487"/>
                  </a:lnTo>
                  <a:lnTo>
                    <a:pt x="1445806" y="107149"/>
                  </a:lnTo>
                  <a:lnTo>
                    <a:pt x="1565135" y="108191"/>
                  </a:lnTo>
                  <a:lnTo>
                    <a:pt x="1565135" y="95237"/>
                  </a:lnTo>
                  <a:lnTo>
                    <a:pt x="1445679" y="94538"/>
                  </a:lnTo>
                  <a:lnTo>
                    <a:pt x="1444828" y="13779"/>
                  </a:lnTo>
                  <a:lnTo>
                    <a:pt x="1565135" y="14478"/>
                  </a:lnTo>
                  <a:lnTo>
                    <a:pt x="1565135" y="1524"/>
                  </a:lnTo>
                  <a:lnTo>
                    <a:pt x="1304531" y="0"/>
                  </a:lnTo>
                  <a:lnTo>
                    <a:pt x="1304531" y="12954"/>
                  </a:lnTo>
                  <a:lnTo>
                    <a:pt x="1431874" y="13703"/>
                  </a:lnTo>
                  <a:lnTo>
                    <a:pt x="1432725" y="94475"/>
                  </a:lnTo>
                  <a:lnTo>
                    <a:pt x="1304531" y="93713"/>
                  </a:lnTo>
                  <a:lnTo>
                    <a:pt x="1304531" y="105905"/>
                  </a:lnTo>
                  <a:lnTo>
                    <a:pt x="1432852" y="107035"/>
                  </a:lnTo>
                  <a:lnTo>
                    <a:pt x="1433741" y="190487"/>
                  </a:lnTo>
                  <a:lnTo>
                    <a:pt x="0" y="190487"/>
                  </a:lnTo>
                  <a:lnTo>
                    <a:pt x="0" y="499859"/>
                  </a:lnTo>
                  <a:lnTo>
                    <a:pt x="6096" y="499859"/>
                  </a:lnTo>
                  <a:lnTo>
                    <a:pt x="12192" y="499859"/>
                  </a:lnTo>
                  <a:lnTo>
                    <a:pt x="1818894" y="499859"/>
                  </a:lnTo>
                  <a:lnTo>
                    <a:pt x="1825752" y="499859"/>
                  </a:lnTo>
                  <a:lnTo>
                    <a:pt x="1831848" y="499859"/>
                  </a:lnTo>
                  <a:lnTo>
                    <a:pt x="1831848" y="1904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007608" y="3289553"/>
              <a:ext cx="130810" cy="195580"/>
            </a:xfrm>
            <a:custGeom>
              <a:avLst/>
              <a:gdLst/>
              <a:ahLst/>
              <a:cxnLst/>
              <a:rect l="l" t="t" r="r" b="b"/>
              <a:pathLst>
                <a:path w="130810" h="195579">
                  <a:moveTo>
                    <a:pt x="130302" y="195072"/>
                  </a:moveTo>
                  <a:lnTo>
                    <a:pt x="130302" y="0"/>
                  </a:lnTo>
                  <a:lnTo>
                    <a:pt x="0" y="0"/>
                  </a:lnTo>
                  <a:lnTo>
                    <a:pt x="0" y="195072"/>
                  </a:lnTo>
                  <a:lnTo>
                    <a:pt x="130302" y="195072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00750" y="3283457"/>
              <a:ext cx="143510" cy="208279"/>
            </a:xfrm>
            <a:custGeom>
              <a:avLst/>
              <a:gdLst/>
              <a:ahLst/>
              <a:cxnLst/>
              <a:rect l="l" t="t" r="r" b="b"/>
              <a:pathLst>
                <a:path w="143510" h="208279">
                  <a:moveTo>
                    <a:pt x="143255" y="208025"/>
                  </a:moveTo>
                  <a:lnTo>
                    <a:pt x="143255" y="0"/>
                  </a:lnTo>
                  <a:lnTo>
                    <a:pt x="0" y="0"/>
                  </a:lnTo>
                  <a:lnTo>
                    <a:pt x="0" y="208025"/>
                  </a:lnTo>
                  <a:lnTo>
                    <a:pt x="6858" y="208025"/>
                  </a:lnTo>
                  <a:lnTo>
                    <a:pt x="6858" y="12191"/>
                  </a:lnTo>
                  <a:lnTo>
                    <a:pt x="12953" y="6095"/>
                  </a:lnTo>
                  <a:lnTo>
                    <a:pt x="12953" y="12191"/>
                  </a:lnTo>
                  <a:lnTo>
                    <a:pt x="130301" y="12191"/>
                  </a:lnTo>
                  <a:lnTo>
                    <a:pt x="130301" y="6095"/>
                  </a:lnTo>
                  <a:lnTo>
                    <a:pt x="137159" y="12191"/>
                  </a:lnTo>
                  <a:lnTo>
                    <a:pt x="137159" y="208025"/>
                  </a:lnTo>
                  <a:lnTo>
                    <a:pt x="143255" y="208025"/>
                  </a:lnTo>
                  <a:close/>
                </a:path>
                <a:path w="143510" h="208279">
                  <a:moveTo>
                    <a:pt x="12953" y="12191"/>
                  </a:moveTo>
                  <a:lnTo>
                    <a:pt x="12953" y="6095"/>
                  </a:lnTo>
                  <a:lnTo>
                    <a:pt x="6858" y="12191"/>
                  </a:lnTo>
                  <a:lnTo>
                    <a:pt x="12953" y="12191"/>
                  </a:lnTo>
                  <a:close/>
                </a:path>
                <a:path w="143510" h="208279">
                  <a:moveTo>
                    <a:pt x="12953" y="195071"/>
                  </a:moveTo>
                  <a:lnTo>
                    <a:pt x="12953" y="12191"/>
                  </a:lnTo>
                  <a:lnTo>
                    <a:pt x="6858" y="12191"/>
                  </a:lnTo>
                  <a:lnTo>
                    <a:pt x="6858" y="195071"/>
                  </a:lnTo>
                  <a:lnTo>
                    <a:pt x="12953" y="195071"/>
                  </a:lnTo>
                  <a:close/>
                </a:path>
                <a:path w="143510" h="208279">
                  <a:moveTo>
                    <a:pt x="137159" y="195071"/>
                  </a:moveTo>
                  <a:lnTo>
                    <a:pt x="6858" y="195071"/>
                  </a:lnTo>
                  <a:lnTo>
                    <a:pt x="12953" y="201167"/>
                  </a:lnTo>
                  <a:lnTo>
                    <a:pt x="12953" y="208025"/>
                  </a:lnTo>
                  <a:lnTo>
                    <a:pt x="130301" y="208025"/>
                  </a:lnTo>
                  <a:lnTo>
                    <a:pt x="130301" y="201167"/>
                  </a:lnTo>
                  <a:lnTo>
                    <a:pt x="137159" y="195071"/>
                  </a:lnTo>
                  <a:close/>
                </a:path>
                <a:path w="143510" h="208279">
                  <a:moveTo>
                    <a:pt x="12953" y="208025"/>
                  </a:moveTo>
                  <a:lnTo>
                    <a:pt x="12953" y="201167"/>
                  </a:lnTo>
                  <a:lnTo>
                    <a:pt x="6858" y="195071"/>
                  </a:lnTo>
                  <a:lnTo>
                    <a:pt x="6858" y="208025"/>
                  </a:lnTo>
                  <a:lnTo>
                    <a:pt x="12953" y="208025"/>
                  </a:lnTo>
                  <a:close/>
                </a:path>
                <a:path w="143510" h="208279">
                  <a:moveTo>
                    <a:pt x="137159" y="12191"/>
                  </a:moveTo>
                  <a:lnTo>
                    <a:pt x="130301" y="6095"/>
                  </a:lnTo>
                  <a:lnTo>
                    <a:pt x="130301" y="12191"/>
                  </a:lnTo>
                  <a:lnTo>
                    <a:pt x="137159" y="12191"/>
                  </a:lnTo>
                  <a:close/>
                </a:path>
                <a:path w="143510" h="208279">
                  <a:moveTo>
                    <a:pt x="137159" y="195071"/>
                  </a:moveTo>
                  <a:lnTo>
                    <a:pt x="137159" y="12191"/>
                  </a:lnTo>
                  <a:lnTo>
                    <a:pt x="130301" y="12191"/>
                  </a:lnTo>
                  <a:lnTo>
                    <a:pt x="130301" y="195071"/>
                  </a:lnTo>
                  <a:lnTo>
                    <a:pt x="137159" y="195071"/>
                  </a:lnTo>
                  <a:close/>
                </a:path>
                <a:path w="143510" h="208279">
                  <a:moveTo>
                    <a:pt x="137159" y="208025"/>
                  </a:moveTo>
                  <a:lnTo>
                    <a:pt x="137159" y="195071"/>
                  </a:lnTo>
                  <a:lnTo>
                    <a:pt x="130301" y="201167"/>
                  </a:lnTo>
                  <a:lnTo>
                    <a:pt x="130301" y="208025"/>
                  </a:lnTo>
                  <a:lnTo>
                    <a:pt x="137159" y="2080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436358" y="3972305"/>
              <a:ext cx="262255" cy="98425"/>
            </a:xfrm>
            <a:custGeom>
              <a:avLst/>
              <a:gdLst/>
              <a:ahLst/>
              <a:cxnLst/>
              <a:rect l="l" t="t" r="r" b="b"/>
              <a:pathLst>
                <a:path w="262254" h="98425">
                  <a:moveTo>
                    <a:pt x="262127" y="98298"/>
                  </a:moveTo>
                  <a:lnTo>
                    <a:pt x="262127" y="0"/>
                  </a:lnTo>
                  <a:lnTo>
                    <a:pt x="0" y="0"/>
                  </a:lnTo>
                  <a:lnTo>
                    <a:pt x="0" y="98298"/>
                  </a:lnTo>
                  <a:lnTo>
                    <a:pt x="262127" y="9829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429500" y="3966209"/>
              <a:ext cx="275590" cy="110489"/>
            </a:xfrm>
            <a:custGeom>
              <a:avLst/>
              <a:gdLst/>
              <a:ahLst/>
              <a:cxnLst/>
              <a:rect l="l" t="t" r="r" b="b"/>
              <a:pathLst>
                <a:path w="275590" h="110489">
                  <a:moveTo>
                    <a:pt x="275081" y="110489"/>
                  </a:moveTo>
                  <a:lnTo>
                    <a:pt x="275081" y="0"/>
                  </a:lnTo>
                  <a:lnTo>
                    <a:pt x="0" y="0"/>
                  </a:lnTo>
                  <a:lnTo>
                    <a:pt x="0" y="110489"/>
                  </a:lnTo>
                  <a:lnTo>
                    <a:pt x="6857" y="110489"/>
                  </a:lnTo>
                  <a:lnTo>
                    <a:pt x="6857" y="12191"/>
                  </a:lnTo>
                  <a:lnTo>
                    <a:pt x="12953" y="6095"/>
                  </a:lnTo>
                  <a:lnTo>
                    <a:pt x="12953" y="12191"/>
                  </a:lnTo>
                  <a:lnTo>
                    <a:pt x="262127" y="12191"/>
                  </a:lnTo>
                  <a:lnTo>
                    <a:pt x="262127" y="6095"/>
                  </a:lnTo>
                  <a:lnTo>
                    <a:pt x="268985" y="12191"/>
                  </a:lnTo>
                  <a:lnTo>
                    <a:pt x="268985" y="110489"/>
                  </a:lnTo>
                  <a:lnTo>
                    <a:pt x="275081" y="110489"/>
                  </a:lnTo>
                  <a:close/>
                </a:path>
                <a:path w="275590" h="110489">
                  <a:moveTo>
                    <a:pt x="12953" y="12191"/>
                  </a:moveTo>
                  <a:lnTo>
                    <a:pt x="12953" y="6095"/>
                  </a:lnTo>
                  <a:lnTo>
                    <a:pt x="6857" y="12191"/>
                  </a:lnTo>
                  <a:lnTo>
                    <a:pt x="12953" y="12191"/>
                  </a:lnTo>
                  <a:close/>
                </a:path>
                <a:path w="275590" h="110489">
                  <a:moveTo>
                    <a:pt x="12953" y="98298"/>
                  </a:moveTo>
                  <a:lnTo>
                    <a:pt x="12953" y="12191"/>
                  </a:lnTo>
                  <a:lnTo>
                    <a:pt x="6857" y="12191"/>
                  </a:lnTo>
                  <a:lnTo>
                    <a:pt x="6857" y="98298"/>
                  </a:lnTo>
                  <a:lnTo>
                    <a:pt x="12953" y="98298"/>
                  </a:lnTo>
                  <a:close/>
                </a:path>
                <a:path w="275590" h="110489">
                  <a:moveTo>
                    <a:pt x="268985" y="98298"/>
                  </a:moveTo>
                  <a:lnTo>
                    <a:pt x="6857" y="98298"/>
                  </a:lnTo>
                  <a:lnTo>
                    <a:pt x="12953" y="104393"/>
                  </a:lnTo>
                  <a:lnTo>
                    <a:pt x="12953" y="110489"/>
                  </a:lnTo>
                  <a:lnTo>
                    <a:pt x="262127" y="110489"/>
                  </a:lnTo>
                  <a:lnTo>
                    <a:pt x="262127" y="104393"/>
                  </a:lnTo>
                  <a:lnTo>
                    <a:pt x="268985" y="98298"/>
                  </a:lnTo>
                  <a:close/>
                </a:path>
                <a:path w="275590" h="110489">
                  <a:moveTo>
                    <a:pt x="12953" y="110489"/>
                  </a:moveTo>
                  <a:lnTo>
                    <a:pt x="12953" y="104393"/>
                  </a:lnTo>
                  <a:lnTo>
                    <a:pt x="6857" y="98298"/>
                  </a:lnTo>
                  <a:lnTo>
                    <a:pt x="6857" y="110489"/>
                  </a:lnTo>
                  <a:lnTo>
                    <a:pt x="12953" y="110489"/>
                  </a:lnTo>
                  <a:close/>
                </a:path>
                <a:path w="275590" h="110489">
                  <a:moveTo>
                    <a:pt x="268985" y="12191"/>
                  </a:moveTo>
                  <a:lnTo>
                    <a:pt x="262127" y="6095"/>
                  </a:lnTo>
                  <a:lnTo>
                    <a:pt x="262127" y="12191"/>
                  </a:lnTo>
                  <a:lnTo>
                    <a:pt x="268985" y="12191"/>
                  </a:lnTo>
                  <a:close/>
                </a:path>
                <a:path w="275590" h="110489">
                  <a:moveTo>
                    <a:pt x="268985" y="98298"/>
                  </a:moveTo>
                  <a:lnTo>
                    <a:pt x="268985" y="12191"/>
                  </a:lnTo>
                  <a:lnTo>
                    <a:pt x="262127" y="12191"/>
                  </a:lnTo>
                  <a:lnTo>
                    <a:pt x="262127" y="98298"/>
                  </a:lnTo>
                  <a:lnTo>
                    <a:pt x="268985" y="98298"/>
                  </a:lnTo>
                  <a:close/>
                </a:path>
                <a:path w="275590" h="110489">
                  <a:moveTo>
                    <a:pt x="268985" y="110489"/>
                  </a:moveTo>
                  <a:lnTo>
                    <a:pt x="268985" y="98298"/>
                  </a:lnTo>
                  <a:lnTo>
                    <a:pt x="262127" y="104393"/>
                  </a:lnTo>
                  <a:lnTo>
                    <a:pt x="262127" y="110489"/>
                  </a:lnTo>
                  <a:lnTo>
                    <a:pt x="268985" y="1104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877306" y="3683508"/>
              <a:ext cx="1559560" cy="387350"/>
            </a:xfrm>
            <a:custGeom>
              <a:avLst/>
              <a:gdLst/>
              <a:ahLst/>
              <a:cxnLst/>
              <a:rect l="l" t="t" r="r" b="b"/>
              <a:pathLst>
                <a:path w="1559559" h="387350">
                  <a:moveTo>
                    <a:pt x="1559052" y="387096"/>
                  </a:moveTo>
                  <a:lnTo>
                    <a:pt x="1559052" y="0"/>
                  </a:lnTo>
                  <a:lnTo>
                    <a:pt x="0" y="0"/>
                  </a:lnTo>
                  <a:lnTo>
                    <a:pt x="0" y="387096"/>
                  </a:lnTo>
                  <a:lnTo>
                    <a:pt x="1559052" y="387096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871210" y="3676650"/>
              <a:ext cx="1571625" cy="400050"/>
            </a:xfrm>
            <a:custGeom>
              <a:avLst/>
              <a:gdLst/>
              <a:ahLst/>
              <a:cxnLst/>
              <a:rect l="l" t="t" r="r" b="b"/>
              <a:pathLst>
                <a:path w="1571625" h="400050">
                  <a:moveTo>
                    <a:pt x="1571243" y="400050"/>
                  </a:moveTo>
                  <a:lnTo>
                    <a:pt x="1571243" y="0"/>
                  </a:lnTo>
                  <a:lnTo>
                    <a:pt x="0" y="0"/>
                  </a:lnTo>
                  <a:lnTo>
                    <a:pt x="0" y="400050"/>
                  </a:lnTo>
                  <a:lnTo>
                    <a:pt x="6095" y="400050"/>
                  </a:lnTo>
                  <a:lnTo>
                    <a:pt x="6095" y="12953"/>
                  </a:lnTo>
                  <a:lnTo>
                    <a:pt x="12191" y="6858"/>
                  </a:lnTo>
                  <a:lnTo>
                    <a:pt x="12191" y="12953"/>
                  </a:lnTo>
                  <a:lnTo>
                    <a:pt x="1558289" y="12953"/>
                  </a:lnTo>
                  <a:lnTo>
                    <a:pt x="1558289" y="6858"/>
                  </a:lnTo>
                  <a:lnTo>
                    <a:pt x="1565147" y="12953"/>
                  </a:lnTo>
                  <a:lnTo>
                    <a:pt x="1565147" y="400050"/>
                  </a:lnTo>
                  <a:lnTo>
                    <a:pt x="1571243" y="400050"/>
                  </a:lnTo>
                  <a:close/>
                </a:path>
                <a:path w="1571625" h="400050">
                  <a:moveTo>
                    <a:pt x="12191" y="12953"/>
                  </a:moveTo>
                  <a:lnTo>
                    <a:pt x="12191" y="6858"/>
                  </a:lnTo>
                  <a:lnTo>
                    <a:pt x="6095" y="12953"/>
                  </a:lnTo>
                  <a:lnTo>
                    <a:pt x="12191" y="12953"/>
                  </a:lnTo>
                  <a:close/>
                </a:path>
                <a:path w="1571625" h="400050">
                  <a:moveTo>
                    <a:pt x="12191" y="387858"/>
                  </a:moveTo>
                  <a:lnTo>
                    <a:pt x="12191" y="12953"/>
                  </a:lnTo>
                  <a:lnTo>
                    <a:pt x="6095" y="12953"/>
                  </a:lnTo>
                  <a:lnTo>
                    <a:pt x="6095" y="387858"/>
                  </a:lnTo>
                  <a:lnTo>
                    <a:pt x="12191" y="387858"/>
                  </a:lnTo>
                  <a:close/>
                </a:path>
                <a:path w="1571625" h="400050">
                  <a:moveTo>
                    <a:pt x="1565147" y="387858"/>
                  </a:moveTo>
                  <a:lnTo>
                    <a:pt x="6095" y="387858"/>
                  </a:lnTo>
                  <a:lnTo>
                    <a:pt x="12191" y="393953"/>
                  </a:lnTo>
                  <a:lnTo>
                    <a:pt x="12191" y="400050"/>
                  </a:lnTo>
                  <a:lnTo>
                    <a:pt x="1558289" y="400050"/>
                  </a:lnTo>
                  <a:lnTo>
                    <a:pt x="1558289" y="393953"/>
                  </a:lnTo>
                  <a:lnTo>
                    <a:pt x="1565147" y="387858"/>
                  </a:lnTo>
                  <a:close/>
                </a:path>
                <a:path w="1571625" h="400050">
                  <a:moveTo>
                    <a:pt x="12191" y="400050"/>
                  </a:moveTo>
                  <a:lnTo>
                    <a:pt x="12191" y="393953"/>
                  </a:lnTo>
                  <a:lnTo>
                    <a:pt x="6095" y="387858"/>
                  </a:lnTo>
                  <a:lnTo>
                    <a:pt x="6095" y="400050"/>
                  </a:lnTo>
                  <a:lnTo>
                    <a:pt x="12191" y="400050"/>
                  </a:lnTo>
                  <a:close/>
                </a:path>
                <a:path w="1571625" h="400050">
                  <a:moveTo>
                    <a:pt x="1565147" y="12953"/>
                  </a:moveTo>
                  <a:lnTo>
                    <a:pt x="1558289" y="6858"/>
                  </a:lnTo>
                  <a:lnTo>
                    <a:pt x="1558289" y="12953"/>
                  </a:lnTo>
                  <a:lnTo>
                    <a:pt x="1565147" y="12953"/>
                  </a:lnTo>
                  <a:close/>
                </a:path>
                <a:path w="1571625" h="400050">
                  <a:moveTo>
                    <a:pt x="1565147" y="387858"/>
                  </a:moveTo>
                  <a:lnTo>
                    <a:pt x="1565147" y="12953"/>
                  </a:lnTo>
                  <a:lnTo>
                    <a:pt x="1558289" y="12953"/>
                  </a:lnTo>
                  <a:lnTo>
                    <a:pt x="1558289" y="387858"/>
                  </a:lnTo>
                  <a:lnTo>
                    <a:pt x="1565147" y="387858"/>
                  </a:lnTo>
                  <a:close/>
                </a:path>
                <a:path w="1571625" h="400050">
                  <a:moveTo>
                    <a:pt x="1565147" y="400050"/>
                  </a:moveTo>
                  <a:lnTo>
                    <a:pt x="1565147" y="387858"/>
                  </a:lnTo>
                  <a:lnTo>
                    <a:pt x="1558289" y="393953"/>
                  </a:lnTo>
                  <a:lnTo>
                    <a:pt x="1558289" y="400050"/>
                  </a:lnTo>
                  <a:lnTo>
                    <a:pt x="1565147" y="400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007595" y="3777246"/>
              <a:ext cx="1171575" cy="195580"/>
            </a:xfrm>
            <a:custGeom>
              <a:avLst/>
              <a:gdLst/>
              <a:ahLst/>
              <a:cxnLst/>
              <a:rect l="l" t="t" r="r" b="b"/>
              <a:pathLst>
                <a:path w="1171575" h="195579">
                  <a:moveTo>
                    <a:pt x="390144" y="0"/>
                  </a:moveTo>
                  <a:lnTo>
                    <a:pt x="0" y="0"/>
                  </a:lnTo>
                  <a:lnTo>
                    <a:pt x="0" y="195072"/>
                  </a:lnTo>
                  <a:lnTo>
                    <a:pt x="390144" y="195072"/>
                  </a:lnTo>
                  <a:lnTo>
                    <a:pt x="390144" y="0"/>
                  </a:lnTo>
                  <a:close/>
                </a:path>
                <a:path w="1171575" h="195579">
                  <a:moveTo>
                    <a:pt x="1171194" y="0"/>
                  </a:moveTo>
                  <a:lnTo>
                    <a:pt x="650748" y="0"/>
                  </a:lnTo>
                  <a:lnTo>
                    <a:pt x="650748" y="97536"/>
                  </a:lnTo>
                  <a:lnTo>
                    <a:pt x="1171194" y="97536"/>
                  </a:lnTo>
                  <a:lnTo>
                    <a:pt x="1171194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000750" y="3770376"/>
              <a:ext cx="1184910" cy="208279"/>
            </a:xfrm>
            <a:custGeom>
              <a:avLst/>
              <a:gdLst/>
              <a:ahLst/>
              <a:cxnLst/>
              <a:rect l="l" t="t" r="r" b="b"/>
              <a:pathLst>
                <a:path w="1184909" h="208279">
                  <a:moveTo>
                    <a:pt x="910589" y="0"/>
                  </a:moveTo>
                  <a:lnTo>
                    <a:pt x="653795" y="0"/>
                  </a:lnTo>
                  <a:lnTo>
                    <a:pt x="651509" y="3047"/>
                  </a:lnTo>
                  <a:lnTo>
                    <a:pt x="651509" y="107441"/>
                  </a:lnTo>
                  <a:lnTo>
                    <a:pt x="653795" y="110489"/>
                  </a:lnTo>
                  <a:lnTo>
                    <a:pt x="657605" y="110489"/>
                  </a:lnTo>
                  <a:lnTo>
                    <a:pt x="657605" y="12953"/>
                  </a:lnTo>
                  <a:lnTo>
                    <a:pt x="663701" y="6857"/>
                  </a:lnTo>
                  <a:lnTo>
                    <a:pt x="663701" y="12953"/>
                  </a:lnTo>
                  <a:lnTo>
                    <a:pt x="907541" y="12953"/>
                  </a:lnTo>
                  <a:lnTo>
                    <a:pt x="907541" y="3047"/>
                  </a:lnTo>
                  <a:lnTo>
                    <a:pt x="910589" y="0"/>
                  </a:lnTo>
                  <a:close/>
                </a:path>
                <a:path w="1184909" h="208279">
                  <a:moveTo>
                    <a:pt x="663701" y="12953"/>
                  </a:moveTo>
                  <a:lnTo>
                    <a:pt x="663701" y="6857"/>
                  </a:lnTo>
                  <a:lnTo>
                    <a:pt x="657605" y="12953"/>
                  </a:lnTo>
                  <a:lnTo>
                    <a:pt x="663701" y="12953"/>
                  </a:lnTo>
                  <a:close/>
                </a:path>
                <a:path w="1184909" h="208279">
                  <a:moveTo>
                    <a:pt x="663701" y="98297"/>
                  </a:moveTo>
                  <a:lnTo>
                    <a:pt x="663701" y="12953"/>
                  </a:lnTo>
                  <a:lnTo>
                    <a:pt x="657605" y="12953"/>
                  </a:lnTo>
                  <a:lnTo>
                    <a:pt x="657605" y="98297"/>
                  </a:lnTo>
                  <a:lnTo>
                    <a:pt x="663701" y="98297"/>
                  </a:lnTo>
                  <a:close/>
                </a:path>
                <a:path w="1184909" h="208279">
                  <a:moveTo>
                    <a:pt x="913638" y="98297"/>
                  </a:moveTo>
                  <a:lnTo>
                    <a:pt x="657605" y="98297"/>
                  </a:lnTo>
                  <a:lnTo>
                    <a:pt x="663701" y="104393"/>
                  </a:lnTo>
                  <a:lnTo>
                    <a:pt x="663701" y="110489"/>
                  </a:lnTo>
                  <a:lnTo>
                    <a:pt x="907541" y="110489"/>
                  </a:lnTo>
                  <a:lnTo>
                    <a:pt x="907541" y="104393"/>
                  </a:lnTo>
                  <a:lnTo>
                    <a:pt x="913638" y="98297"/>
                  </a:lnTo>
                  <a:close/>
                </a:path>
                <a:path w="1184909" h="208279">
                  <a:moveTo>
                    <a:pt x="663701" y="110489"/>
                  </a:moveTo>
                  <a:lnTo>
                    <a:pt x="663701" y="104393"/>
                  </a:lnTo>
                  <a:lnTo>
                    <a:pt x="657605" y="98297"/>
                  </a:lnTo>
                  <a:lnTo>
                    <a:pt x="657605" y="110489"/>
                  </a:lnTo>
                  <a:lnTo>
                    <a:pt x="663701" y="110489"/>
                  </a:lnTo>
                  <a:close/>
                </a:path>
                <a:path w="1184909" h="208279">
                  <a:moveTo>
                    <a:pt x="920495" y="6857"/>
                  </a:moveTo>
                  <a:lnTo>
                    <a:pt x="920495" y="3047"/>
                  </a:lnTo>
                  <a:lnTo>
                    <a:pt x="917447" y="0"/>
                  </a:lnTo>
                  <a:lnTo>
                    <a:pt x="910589" y="0"/>
                  </a:lnTo>
                  <a:lnTo>
                    <a:pt x="907541" y="3047"/>
                  </a:lnTo>
                  <a:lnTo>
                    <a:pt x="907541" y="6857"/>
                  </a:lnTo>
                  <a:lnTo>
                    <a:pt x="913638" y="12953"/>
                  </a:lnTo>
                  <a:lnTo>
                    <a:pt x="920495" y="6857"/>
                  </a:lnTo>
                  <a:close/>
                </a:path>
                <a:path w="1184909" h="208279">
                  <a:moveTo>
                    <a:pt x="913638" y="12953"/>
                  </a:moveTo>
                  <a:lnTo>
                    <a:pt x="907541" y="6857"/>
                  </a:lnTo>
                  <a:lnTo>
                    <a:pt x="907541" y="12953"/>
                  </a:lnTo>
                  <a:lnTo>
                    <a:pt x="913638" y="12953"/>
                  </a:lnTo>
                  <a:close/>
                </a:path>
                <a:path w="1184909" h="208279">
                  <a:moveTo>
                    <a:pt x="920495" y="98297"/>
                  </a:moveTo>
                  <a:lnTo>
                    <a:pt x="920495" y="12953"/>
                  </a:lnTo>
                  <a:lnTo>
                    <a:pt x="907541" y="12953"/>
                  </a:lnTo>
                  <a:lnTo>
                    <a:pt x="907541" y="98297"/>
                  </a:lnTo>
                  <a:lnTo>
                    <a:pt x="920495" y="98297"/>
                  </a:lnTo>
                  <a:close/>
                </a:path>
                <a:path w="1184909" h="208279">
                  <a:moveTo>
                    <a:pt x="920495" y="107441"/>
                  </a:moveTo>
                  <a:lnTo>
                    <a:pt x="920495" y="104393"/>
                  </a:lnTo>
                  <a:lnTo>
                    <a:pt x="913638" y="98297"/>
                  </a:lnTo>
                  <a:lnTo>
                    <a:pt x="907541" y="104393"/>
                  </a:lnTo>
                  <a:lnTo>
                    <a:pt x="907541" y="107441"/>
                  </a:lnTo>
                  <a:lnTo>
                    <a:pt x="910589" y="110489"/>
                  </a:lnTo>
                  <a:lnTo>
                    <a:pt x="917447" y="110489"/>
                  </a:lnTo>
                  <a:lnTo>
                    <a:pt x="920495" y="107441"/>
                  </a:lnTo>
                  <a:close/>
                </a:path>
                <a:path w="1184909" h="208279">
                  <a:moveTo>
                    <a:pt x="910589" y="110489"/>
                  </a:moveTo>
                  <a:lnTo>
                    <a:pt x="907541" y="107441"/>
                  </a:lnTo>
                  <a:lnTo>
                    <a:pt x="907541" y="110489"/>
                  </a:lnTo>
                  <a:lnTo>
                    <a:pt x="910589" y="110489"/>
                  </a:lnTo>
                  <a:close/>
                </a:path>
                <a:path w="1184909" h="208279">
                  <a:moveTo>
                    <a:pt x="920495" y="12953"/>
                  </a:moveTo>
                  <a:lnTo>
                    <a:pt x="920495" y="6857"/>
                  </a:lnTo>
                  <a:lnTo>
                    <a:pt x="913638" y="12953"/>
                  </a:lnTo>
                  <a:lnTo>
                    <a:pt x="920495" y="12953"/>
                  </a:lnTo>
                  <a:close/>
                </a:path>
                <a:path w="1184909" h="208279">
                  <a:moveTo>
                    <a:pt x="1178052" y="98297"/>
                  </a:moveTo>
                  <a:lnTo>
                    <a:pt x="913638" y="98297"/>
                  </a:lnTo>
                  <a:lnTo>
                    <a:pt x="920495" y="104393"/>
                  </a:lnTo>
                  <a:lnTo>
                    <a:pt x="920495" y="110489"/>
                  </a:lnTo>
                  <a:lnTo>
                    <a:pt x="1171956" y="110489"/>
                  </a:lnTo>
                  <a:lnTo>
                    <a:pt x="1171956" y="104393"/>
                  </a:lnTo>
                  <a:lnTo>
                    <a:pt x="1178052" y="98297"/>
                  </a:lnTo>
                  <a:close/>
                </a:path>
                <a:path w="1184909" h="208279">
                  <a:moveTo>
                    <a:pt x="1184909" y="107441"/>
                  </a:moveTo>
                  <a:lnTo>
                    <a:pt x="1184909" y="3047"/>
                  </a:lnTo>
                  <a:lnTo>
                    <a:pt x="1181861" y="0"/>
                  </a:lnTo>
                  <a:lnTo>
                    <a:pt x="917447" y="0"/>
                  </a:lnTo>
                  <a:lnTo>
                    <a:pt x="920495" y="3047"/>
                  </a:lnTo>
                  <a:lnTo>
                    <a:pt x="920495" y="12953"/>
                  </a:lnTo>
                  <a:lnTo>
                    <a:pt x="1171956" y="12953"/>
                  </a:lnTo>
                  <a:lnTo>
                    <a:pt x="1171956" y="6857"/>
                  </a:lnTo>
                  <a:lnTo>
                    <a:pt x="1178052" y="12953"/>
                  </a:lnTo>
                  <a:lnTo>
                    <a:pt x="1178052" y="110489"/>
                  </a:lnTo>
                  <a:lnTo>
                    <a:pt x="1181861" y="110489"/>
                  </a:lnTo>
                  <a:lnTo>
                    <a:pt x="1184909" y="107441"/>
                  </a:lnTo>
                  <a:close/>
                </a:path>
                <a:path w="1184909" h="208279">
                  <a:moveTo>
                    <a:pt x="920495" y="110489"/>
                  </a:moveTo>
                  <a:lnTo>
                    <a:pt x="920495" y="107441"/>
                  </a:lnTo>
                  <a:lnTo>
                    <a:pt x="917447" y="110489"/>
                  </a:lnTo>
                  <a:lnTo>
                    <a:pt x="920495" y="110489"/>
                  </a:lnTo>
                  <a:close/>
                </a:path>
                <a:path w="1184909" h="208279">
                  <a:moveTo>
                    <a:pt x="1178052" y="12953"/>
                  </a:moveTo>
                  <a:lnTo>
                    <a:pt x="1171956" y="6857"/>
                  </a:lnTo>
                  <a:lnTo>
                    <a:pt x="1171956" y="12953"/>
                  </a:lnTo>
                  <a:lnTo>
                    <a:pt x="1178052" y="12953"/>
                  </a:lnTo>
                  <a:close/>
                </a:path>
                <a:path w="1184909" h="208279">
                  <a:moveTo>
                    <a:pt x="1178052" y="98297"/>
                  </a:moveTo>
                  <a:lnTo>
                    <a:pt x="1178052" y="12953"/>
                  </a:lnTo>
                  <a:lnTo>
                    <a:pt x="1171956" y="12953"/>
                  </a:lnTo>
                  <a:lnTo>
                    <a:pt x="1171956" y="98297"/>
                  </a:lnTo>
                  <a:lnTo>
                    <a:pt x="1178052" y="98297"/>
                  </a:lnTo>
                  <a:close/>
                </a:path>
                <a:path w="1184909" h="208279">
                  <a:moveTo>
                    <a:pt x="1178052" y="110489"/>
                  </a:moveTo>
                  <a:lnTo>
                    <a:pt x="1178052" y="98297"/>
                  </a:lnTo>
                  <a:lnTo>
                    <a:pt x="1171956" y="104393"/>
                  </a:lnTo>
                  <a:lnTo>
                    <a:pt x="1171956" y="110489"/>
                  </a:lnTo>
                  <a:lnTo>
                    <a:pt x="1178052" y="110489"/>
                  </a:lnTo>
                  <a:close/>
                </a:path>
                <a:path w="1184909" h="208279">
                  <a:moveTo>
                    <a:pt x="403859" y="205739"/>
                  </a:moveTo>
                  <a:lnTo>
                    <a:pt x="403859" y="3047"/>
                  </a:lnTo>
                  <a:lnTo>
                    <a:pt x="400811" y="0"/>
                  </a:lnTo>
                  <a:lnTo>
                    <a:pt x="3047" y="0"/>
                  </a:lnTo>
                  <a:lnTo>
                    <a:pt x="0" y="3047"/>
                  </a:lnTo>
                  <a:lnTo>
                    <a:pt x="0" y="205739"/>
                  </a:lnTo>
                  <a:lnTo>
                    <a:pt x="3047" y="208025"/>
                  </a:lnTo>
                  <a:lnTo>
                    <a:pt x="6857" y="208025"/>
                  </a:lnTo>
                  <a:lnTo>
                    <a:pt x="6857" y="12953"/>
                  </a:lnTo>
                  <a:lnTo>
                    <a:pt x="12953" y="6857"/>
                  </a:lnTo>
                  <a:lnTo>
                    <a:pt x="12953" y="12953"/>
                  </a:lnTo>
                  <a:lnTo>
                    <a:pt x="390905" y="12953"/>
                  </a:lnTo>
                  <a:lnTo>
                    <a:pt x="390905" y="6857"/>
                  </a:lnTo>
                  <a:lnTo>
                    <a:pt x="397001" y="12953"/>
                  </a:lnTo>
                  <a:lnTo>
                    <a:pt x="397001" y="208025"/>
                  </a:lnTo>
                  <a:lnTo>
                    <a:pt x="400811" y="208025"/>
                  </a:lnTo>
                  <a:lnTo>
                    <a:pt x="403859" y="205739"/>
                  </a:lnTo>
                  <a:close/>
                </a:path>
                <a:path w="1184909" h="208279">
                  <a:moveTo>
                    <a:pt x="12953" y="12953"/>
                  </a:moveTo>
                  <a:lnTo>
                    <a:pt x="12953" y="6857"/>
                  </a:lnTo>
                  <a:lnTo>
                    <a:pt x="6857" y="12953"/>
                  </a:lnTo>
                  <a:lnTo>
                    <a:pt x="12953" y="12953"/>
                  </a:lnTo>
                  <a:close/>
                </a:path>
                <a:path w="1184909" h="208279">
                  <a:moveTo>
                    <a:pt x="12953" y="195833"/>
                  </a:moveTo>
                  <a:lnTo>
                    <a:pt x="12953" y="12953"/>
                  </a:lnTo>
                  <a:lnTo>
                    <a:pt x="6857" y="12953"/>
                  </a:lnTo>
                  <a:lnTo>
                    <a:pt x="6857" y="195833"/>
                  </a:lnTo>
                  <a:lnTo>
                    <a:pt x="12953" y="195833"/>
                  </a:lnTo>
                  <a:close/>
                </a:path>
                <a:path w="1184909" h="208279">
                  <a:moveTo>
                    <a:pt x="397001" y="195833"/>
                  </a:moveTo>
                  <a:lnTo>
                    <a:pt x="6857" y="195833"/>
                  </a:lnTo>
                  <a:lnTo>
                    <a:pt x="12953" y="201929"/>
                  </a:lnTo>
                  <a:lnTo>
                    <a:pt x="12953" y="208025"/>
                  </a:lnTo>
                  <a:lnTo>
                    <a:pt x="390905" y="208025"/>
                  </a:lnTo>
                  <a:lnTo>
                    <a:pt x="390905" y="201929"/>
                  </a:lnTo>
                  <a:lnTo>
                    <a:pt x="397001" y="195833"/>
                  </a:lnTo>
                  <a:close/>
                </a:path>
                <a:path w="1184909" h="208279">
                  <a:moveTo>
                    <a:pt x="12953" y="208025"/>
                  </a:moveTo>
                  <a:lnTo>
                    <a:pt x="12953" y="201929"/>
                  </a:lnTo>
                  <a:lnTo>
                    <a:pt x="6857" y="195833"/>
                  </a:lnTo>
                  <a:lnTo>
                    <a:pt x="6857" y="208025"/>
                  </a:lnTo>
                  <a:lnTo>
                    <a:pt x="12953" y="208025"/>
                  </a:lnTo>
                  <a:close/>
                </a:path>
                <a:path w="1184909" h="208279">
                  <a:moveTo>
                    <a:pt x="397001" y="12953"/>
                  </a:moveTo>
                  <a:lnTo>
                    <a:pt x="390905" y="6857"/>
                  </a:lnTo>
                  <a:lnTo>
                    <a:pt x="390905" y="12953"/>
                  </a:lnTo>
                  <a:lnTo>
                    <a:pt x="397001" y="12953"/>
                  </a:lnTo>
                  <a:close/>
                </a:path>
                <a:path w="1184909" h="208279">
                  <a:moveTo>
                    <a:pt x="397001" y="195833"/>
                  </a:moveTo>
                  <a:lnTo>
                    <a:pt x="397001" y="12953"/>
                  </a:lnTo>
                  <a:lnTo>
                    <a:pt x="390905" y="12953"/>
                  </a:lnTo>
                  <a:lnTo>
                    <a:pt x="390905" y="195833"/>
                  </a:lnTo>
                  <a:lnTo>
                    <a:pt x="397001" y="195833"/>
                  </a:lnTo>
                  <a:close/>
                </a:path>
                <a:path w="1184909" h="208279">
                  <a:moveTo>
                    <a:pt x="397001" y="208025"/>
                  </a:moveTo>
                  <a:lnTo>
                    <a:pt x="397001" y="195833"/>
                  </a:lnTo>
                  <a:lnTo>
                    <a:pt x="390905" y="201929"/>
                  </a:lnTo>
                  <a:lnTo>
                    <a:pt x="390905" y="208025"/>
                  </a:lnTo>
                  <a:lnTo>
                    <a:pt x="397001" y="2080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332473" y="4220210"/>
            <a:ext cx="6248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Residence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48383" y="4520184"/>
            <a:ext cx="1050798" cy="806195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682750" y="5308346"/>
            <a:ext cx="6324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Dispatcher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466076" y="4719828"/>
            <a:ext cx="819150" cy="603885"/>
            <a:chOff x="7466076" y="4719828"/>
            <a:chExt cx="819150" cy="603885"/>
          </a:xfrm>
        </p:grpSpPr>
        <p:sp>
          <p:nvSpPr>
            <p:cNvPr id="35" name="object 35"/>
            <p:cNvSpPr/>
            <p:nvPr/>
          </p:nvSpPr>
          <p:spPr>
            <a:xfrm>
              <a:off x="7466076" y="4769357"/>
              <a:ext cx="819150" cy="513080"/>
            </a:xfrm>
            <a:custGeom>
              <a:avLst/>
              <a:gdLst/>
              <a:ahLst/>
              <a:cxnLst/>
              <a:rect l="l" t="t" r="r" b="b"/>
              <a:pathLst>
                <a:path w="819150" h="513079">
                  <a:moveTo>
                    <a:pt x="295656" y="329958"/>
                  </a:moveTo>
                  <a:lnTo>
                    <a:pt x="294894" y="327672"/>
                  </a:lnTo>
                  <a:lnTo>
                    <a:pt x="225552" y="275094"/>
                  </a:lnTo>
                  <a:lnTo>
                    <a:pt x="224028" y="274332"/>
                  </a:lnTo>
                  <a:lnTo>
                    <a:pt x="223266" y="275094"/>
                  </a:lnTo>
                  <a:lnTo>
                    <a:pt x="107162" y="448856"/>
                  </a:lnTo>
                  <a:lnTo>
                    <a:pt x="107162" y="449351"/>
                  </a:lnTo>
                  <a:lnTo>
                    <a:pt x="107162" y="451904"/>
                  </a:lnTo>
                  <a:lnTo>
                    <a:pt x="108204" y="451878"/>
                  </a:lnTo>
                  <a:lnTo>
                    <a:pt x="109728" y="451116"/>
                  </a:lnTo>
                  <a:lnTo>
                    <a:pt x="223266" y="280060"/>
                  </a:lnTo>
                  <a:lnTo>
                    <a:pt x="224447" y="278269"/>
                  </a:lnTo>
                  <a:lnTo>
                    <a:pt x="225552" y="279095"/>
                  </a:lnTo>
                  <a:lnTo>
                    <a:pt x="291858" y="328815"/>
                  </a:lnTo>
                  <a:lnTo>
                    <a:pt x="174980" y="509790"/>
                  </a:lnTo>
                  <a:lnTo>
                    <a:pt x="3810" y="509790"/>
                  </a:lnTo>
                  <a:lnTo>
                    <a:pt x="3810" y="455625"/>
                  </a:lnTo>
                  <a:lnTo>
                    <a:pt x="106680" y="451929"/>
                  </a:lnTo>
                  <a:lnTo>
                    <a:pt x="106680" y="449592"/>
                  </a:lnTo>
                  <a:lnTo>
                    <a:pt x="106680" y="448881"/>
                  </a:lnTo>
                  <a:lnTo>
                    <a:pt x="1524" y="452640"/>
                  </a:lnTo>
                  <a:lnTo>
                    <a:pt x="0" y="454164"/>
                  </a:lnTo>
                  <a:lnTo>
                    <a:pt x="0" y="511314"/>
                  </a:lnTo>
                  <a:lnTo>
                    <a:pt x="1524" y="512838"/>
                  </a:lnTo>
                  <a:lnTo>
                    <a:pt x="3810" y="512838"/>
                  </a:lnTo>
                  <a:lnTo>
                    <a:pt x="174498" y="512838"/>
                  </a:lnTo>
                  <a:lnTo>
                    <a:pt x="175260" y="512838"/>
                  </a:lnTo>
                  <a:lnTo>
                    <a:pt x="176784" y="512076"/>
                  </a:lnTo>
                  <a:lnTo>
                    <a:pt x="293370" y="333451"/>
                  </a:lnTo>
                  <a:lnTo>
                    <a:pt x="295656" y="329958"/>
                  </a:lnTo>
                  <a:close/>
                </a:path>
                <a:path w="819150" h="513079">
                  <a:moveTo>
                    <a:pt x="819137" y="144780"/>
                  </a:moveTo>
                  <a:lnTo>
                    <a:pt x="815708" y="139954"/>
                  </a:lnTo>
                  <a:lnTo>
                    <a:pt x="815708" y="144691"/>
                  </a:lnTo>
                  <a:lnTo>
                    <a:pt x="606539" y="216916"/>
                  </a:lnTo>
                  <a:lnTo>
                    <a:pt x="502589" y="79311"/>
                  </a:lnTo>
                  <a:lnTo>
                    <a:pt x="714743" y="3594"/>
                  </a:lnTo>
                  <a:lnTo>
                    <a:pt x="715492" y="3340"/>
                  </a:lnTo>
                  <a:lnTo>
                    <a:pt x="716267" y="4445"/>
                  </a:lnTo>
                  <a:lnTo>
                    <a:pt x="815708" y="144691"/>
                  </a:lnTo>
                  <a:lnTo>
                    <a:pt x="815708" y="139954"/>
                  </a:lnTo>
                  <a:lnTo>
                    <a:pt x="717029" y="762"/>
                  </a:lnTo>
                  <a:lnTo>
                    <a:pt x="715505" y="0"/>
                  </a:lnTo>
                  <a:lnTo>
                    <a:pt x="499859" y="76962"/>
                  </a:lnTo>
                  <a:lnTo>
                    <a:pt x="499097" y="78486"/>
                  </a:lnTo>
                  <a:lnTo>
                    <a:pt x="499097" y="80010"/>
                  </a:lnTo>
                  <a:lnTo>
                    <a:pt x="500621" y="82029"/>
                  </a:lnTo>
                  <a:lnTo>
                    <a:pt x="605015" y="220218"/>
                  </a:lnTo>
                  <a:lnTo>
                    <a:pt x="605777" y="220218"/>
                  </a:lnTo>
                  <a:lnTo>
                    <a:pt x="606539" y="220218"/>
                  </a:lnTo>
                  <a:lnTo>
                    <a:pt x="607301" y="219964"/>
                  </a:lnTo>
                  <a:lnTo>
                    <a:pt x="817613" y="147332"/>
                  </a:lnTo>
                  <a:lnTo>
                    <a:pt x="818375" y="147066"/>
                  </a:lnTo>
                  <a:lnTo>
                    <a:pt x="819137" y="146304"/>
                  </a:lnTo>
                  <a:lnTo>
                    <a:pt x="819137" y="144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677149" y="4807458"/>
              <a:ext cx="489584" cy="514350"/>
            </a:xfrm>
            <a:custGeom>
              <a:avLst/>
              <a:gdLst/>
              <a:ahLst/>
              <a:cxnLst/>
              <a:rect l="l" t="t" r="r" b="b"/>
              <a:pathLst>
                <a:path w="489584" h="514350">
                  <a:moveTo>
                    <a:pt x="489204" y="112014"/>
                  </a:moveTo>
                  <a:lnTo>
                    <a:pt x="461009" y="73152"/>
                  </a:lnTo>
                  <a:lnTo>
                    <a:pt x="342900" y="107442"/>
                  </a:lnTo>
                  <a:lnTo>
                    <a:pt x="261365" y="12192"/>
                  </a:lnTo>
                  <a:lnTo>
                    <a:pt x="171449" y="0"/>
                  </a:lnTo>
                  <a:lnTo>
                    <a:pt x="0" y="229362"/>
                  </a:lnTo>
                  <a:lnTo>
                    <a:pt x="240792" y="412242"/>
                  </a:lnTo>
                  <a:lnTo>
                    <a:pt x="240792" y="514350"/>
                  </a:lnTo>
                  <a:lnTo>
                    <a:pt x="334518" y="514350"/>
                  </a:lnTo>
                  <a:lnTo>
                    <a:pt x="334518" y="392430"/>
                  </a:lnTo>
                  <a:lnTo>
                    <a:pt x="183642" y="265938"/>
                  </a:lnTo>
                  <a:lnTo>
                    <a:pt x="261365" y="164592"/>
                  </a:lnTo>
                  <a:lnTo>
                    <a:pt x="310134" y="164592"/>
                  </a:lnTo>
                  <a:lnTo>
                    <a:pt x="489204" y="1120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676387" y="4805934"/>
              <a:ext cx="491490" cy="517525"/>
            </a:xfrm>
            <a:custGeom>
              <a:avLst/>
              <a:gdLst/>
              <a:ahLst/>
              <a:cxnLst/>
              <a:rect l="l" t="t" r="r" b="b"/>
              <a:pathLst>
                <a:path w="491490" h="517525">
                  <a:moveTo>
                    <a:pt x="343603" y="107237"/>
                  </a:moveTo>
                  <a:lnTo>
                    <a:pt x="262889" y="12192"/>
                  </a:lnTo>
                  <a:lnTo>
                    <a:pt x="261365" y="12088"/>
                  </a:lnTo>
                  <a:lnTo>
                    <a:pt x="172211" y="0"/>
                  </a:lnTo>
                  <a:lnTo>
                    <a:pt x="170687" y="762"/>
                  </a:lnTo>
                  <a:lnTo>
                    <a:pt x="0" y="230124"/>
                  </a:lnTo>
                  <a:lnTo>
                    <a:pt x="0" y="232410"/>
                  </a:lnTo>
                  <a:lnTo>
                    <a:pt x="2285" y="234146"/>
                  </a:lnTo>
                  <a:lnTo>
                    <a:pt x="2285" y="230124"/>
                  </a:lnTo>
                  <a:lnTo>
                    <a:pt x="3372" y="230951"/>
                  </a:lnTo>
                  <a:lnTo>
                    <a:pt x="172211" y="4331"/>
                  </a:lnTo>
                  <a:lnTo>
                    <a:pt x="172211" y="3048"/>
                  </a:lnTo>
                  <a:lnTo>
                    <a:pt x="173735" y="2286"/>
                  </a:lnTo>
                  <a:lnTo>
                    <a:pt x="173735" y="3256"/>
                  </a:lnTo>
                  <a:lnTo>
                    <a:pt x="260603" y="15135"/>
                  </a:lnTo>
                  <a:lnTo>
                    <a:pt x="260603" y="14478"/>
                  </a:lnTo>
                  <a:lnTo>
                    <a:pt x="261365" y="15240"/>
                  </a:lnTo>
                  <a:lnTo>
                    <a:pt x="261365" y="15375"/>
                  </a:lnTo>
                  <a:lnTo>
                    <a:pt x="342137" y="110490"/>
                  </a:lnTo>
                  <a:lnTo>
                    <a:pt x="342899" y="110490"/>
                  </a:lnTo>
                  <a:lnTo>
                    <a:pt x="342899" y="107442"/>
                  </a:lnTo>
                  <a:lnTo>
                    <a:pt x="343603" y="107237"/>
                  </a:lnTo>
                  <a:close/>
                </a:path>
                <a:path w="491490" h="517525">
                  <a:moveTo>
                    <a:pt x="3372" y="230951"/>
                  </a:moveTo>
                  <a:lnTo>
                    <a:pt x="2285" y="230124"/>
                  </a:lnTo>
                  <a:lnTo>
                    <a:pt x="2285" y="232410"/>
                  </a:lnTo>
                  <a:lnTo>
                    <a:pt x="3372" y="230951"/>
                  </a:lnTo>
                  <a:close/>
                </a:path>
                <a:path w="491490" h="517525">
                  <a:moveTo>
                    <a:pt x="243077" y="514350"/>
                  </a:moveTo>
                  <a:lnTo>
                    <a:pt x="243077" y="413766"/>
                  </a:lnTo>
                  <a:lnTo>
                    <a:pt x="242315" y="413004"/>
                  </a:lnTo>
                  <a:lnTo>
                    <a:pt x="3372" y="230951"/>
                  </a:lnTo>
                  <a:lnTo>
                    <a:pt x="2285" y="232410"/>
                  </a:lnTo>
                  <a:lnTo>
                    <a:pt x="2285" y="234146"/>
                  </a:lnTo>
                  <a:lnTo>
                    <a:pt x="240029" y="414711"/>
                  </a:lnTo>
                  <a:lnTo>
                    <a:pt x="240029" y="413766"/>
                  </a:lnTo>
                  <a:lnTo>
                    <a:pt x="240791" y="415290"/>
                  </a:lnTo>
                  <a:lnTo>
                    <a:pt x="240791" y="516636"/>
                  </a:lnTo>
                  <a:lnTo>
                    <a:pt x="241553" y="517398"/>
                  </a:lnTo>
                  <a:lnTo>
                    <a:pt x="241553" y="514350"/>
                  </a:lnTo>
                  <a:lnTo>
                    <a:pt x="243077" y="514350"/>
                  </a:lnTo>
                  <a:close/>
                </a:path>
                <a:path w="491490" h="517525">
                  <a:moveTo>
                    <a:pt x="173735" y="2286"/>
                  </a:moveTo>
                  <a:lnTo>
                    <a:pt x="172211" y="3048"/>
                  </a:lnTo>
                  <a:lnTo>
                    <a:pt x="173079" y="3166"/>
                  </a:lnTo>
                  <a:lnTo>
                    <a:pt x="173735" y="2286"/>
                  </a:lnTo>
                  <a:close/>
                </a:path>
                <a:path w="491490" h="517525">
                  <a:moveTo>
                    <a:pt x="173079" y="3166"/>
                  </a:moveTo>
                  <a:lnTo>
                    <a:pt x="172211" y="3048"/>
                  </a:lnTo>
                  <a:lnTo>
                    <a:pt x="172211" y="4331"/>
                  </a:lnTo>
                  <a:lnTo>
                    <a:pt x="173079" y="3166"/>
                  </a:lnTo>
                  <a:close/>
                </a:path>
                <a:path w="491490" h="517525">
                  <a:moveTo>
                    <a:pt x="173735" y="3256"/>
                  </a:moveTo>
                  <a:lnTo>
                    <a:pt x="173735" y="2286"/>
                  </a:lnTo>
                  <a:lnTo>
                    <a:pt x="173079" y="3166"/>
                  </a:lnTo>
                  <a:lnTo>
                    <a:pt x="173735" y="3256"/>
                  </a:lnTo>
                  <a:close/>
                </a:path>
                <a:path w="491490" h="517525">
                  <a:moveTo>
                    <a:pt x="310895" y="167640"/>
                  </a:moveTo>
                  <a:lnTo>
                    <a:pt x="310895" y="164592"/>
                  </a:lnTo>
                  <a:lnTo>
                    <a:pt x="262127" y="164592"/>
                  </a:lnTo>
                  <a:lnTo>
                    <a:pt x="260603" y="165354"/>
                  </a:lnTo>
                  <a:lnTo>
                    <a:pt x="182879" y="266700"/>
                  </a:lnTo>
                  <a:lnTo>
                    <a:pt x="183641" y="268986"/>
                  </a:lnTo>
                  <a:lnTo>
                    <a:pt x="185165" y="270256"/>
                  </a:lnTo>
                  <a:lnTo>
                    <a:pt x="185165" y="266700"/>
                  </a:lnTo>
                  <a:lnTo>
                    <a:pt x="186692" y="267971"/>
                  </a:lnTo>
                  <a:lnTo>
                    <a:pt x="262127" y="167888"/>
                  </a:lnTo>
                  <a:lnTo>
                    <a:pt x="262127" y="167640"/>
                  </a:lnTo>
                  <a:lnTo>
                    <a:pt x="262889" y="166878"/>
                  </a:lnTo>
                  <a:lnTo>
                    <a:pt x="262889" y="167640"/>
                  </a:lnTo>
                  <a:lnTo>
                    <a:pt x="310895" y="167640"/>
                  </a:lnTo>
                  <a:close/>
                </a:path>
                <a:path w="491490" h="517525">
                  <a:moveTo>
                    <a:pt x="186692" y="267971"/>
                  </a:moveTo>
                  <a:lnTo>
                    <a:pt x="185165" y="266700"/>
                  </a:lnTo>
                  <a:lnTo>
                    <a:pt x="185927" y="268986"/>
                  </a:lnTo>
                  <a:lnTo>
                    <a:pt x="186692" y="267971"/>
                  </a:lnTo>
                  <a:close/>
                </a:path>
                <a:path w="491490" h="517525">
                  <a:moveTo>
                    <a:pt x="336803" y="515874"/>
                  </a:moveTo>
                  <a:lnTo>
                    <a:pt x="336803" y="393954"/>
                  </a:lnTo>
                  <a:lnTo>
                    <a:pt x="336041" y="392430"/>
                  </a:lnTo>
                  <a:lnTo>
                    <a:pt x="186692" y="267971"/>
                  </a:lnTo>
                  <a:lnTo>
                    <a:pt x="185927" y="268986"/>
                  </a:lnTo>
                  <a:lnTo>
                    <a:pt x="185165" y="266700"/>
                  </a:lnTo>
                  <a:lnTo>
                    <a:pt x="185165" y="270256"/>
                  </a:lnTo>
                  <a:lnTo>
                    <a:pt x="333755" y="394081"/>
                  </a:lnTo>
                  <a:lnTo>
                    <a:pt x="334517" y="394716"/>
                  </a:lnTo>
                  <a:lnTo>
                    <a:pt x="334517" y="514350"/>
                  </a:lnTo>
                  <a:lnTo>
                    <a:pt x="335279" y="514350"/>
                  </a:lnTo>
                  <a:lnTo>
                    <a:pt x="335279" y="517398"/>
                  </a:lnTo>
                  <a:lnTo>
                    <a:pt x="336803" y="515874"/>
                  </a:lnTo>
                  <a:close/>
                </a:path>
                <a:path w="491490" h="517525">
                  <a:moveTo>
                    <a:pt x="240791" y="415290"/>
                  </a:moveTo>
                  <a:lnTo>
                    <a:pt x="240029" y="413766"/>
                  </a:lnTo>
                  <a:lnTo>
                    <a:pt x="240029" y="414711"/>
                  </a:lnTo>
                  <a:lnTo>
                    <a:pt x="240791" y="415290"/>
                  </a:lnTo>
                  <a:close/>
                </a:path>
                <a:path w="491490" h="517525">
                  <a:moveTo>
                    <a:pt x="240791" y="516636"/>
                  </a:moveTo>
                  <a:lnTo>
                    <a:pt x="240791" y="415290"/>
                  </a:lnTo>
                  <a:lnTo>
                    <a:pt x="240029" y="414711"/>
                  </a:lnTo>
                  <a:lnTo>
                    <a:pt x="240029" y="515874"/>
                  </a:lnTo>
                  <a:lnTo>
                    <a:pt x="240791" y="516636"/>
                  </a:lnTo>
                  <a:close/>
                </a:path>
                <a:path w="491490" h="517525">
                  <a:moveTo>
                    <a:pt x="335279" y="514350"/>
                  </a:moveTo>
                  <a:lnTo>
                    <a:pt x="241553" y="514350"/>
                  </a:lnTo>
                  <a:lnTo>
                    <a:pt x="243077" y="515874"/>
                  </a:lnTo>
                  <a:lnTo>
                    <a:pt x="243077" y="517398"/>
                  </a:lnTo>
                  <a:lnTo>
                    <a:pt x="333755" y="517398"/>
                  </a:lnTo>
                  <a:lnTo>
                    <a:pt x="333755" y="515874"/>
                  </a:lnTo>
                  <a:lnTo>
                    <a:pt x="335279" y="514350"/>
                  </a:lnTo>
                  <a:close/>
                </a:path>
                <a:path w="491490" h="517525">
                  <a:moveTo>
                    <a:pt x="243077" y="517398"/>
                  </a:moveTo>
                  <a:lnTo>
                    <a:pt x="243077" y="515874"/>
                  </a:lnTo>
                  <a:lnTo>
                    <a:pt x="241553" y="514350"/>
                  </a:lnTo>
                  <a:lnTo>
                    <a:pt x="241553" y="517398"/>
                  </a:lnTo>
                  <a:lnTo>
                    <a:pt x="243077" y="517398"/>
                  </a:lnTo>
                  <a:close/>
                </a:path>
                <a:path w="491490" h="517525">
                  <a:moveTo>
                    <a:pt x="261365" y="15240"/>
                  </a:moveTo>
                  <a:lnTo>
                    <a:pt x="260603" y="14478"/>
                  </a:lnTo>
                  <a:lnTo>
                    <a:pt x="261235" y="15222"/>
                  </a:lnTo>
                  <a:lnTo>
                    <a:pt x="261365" y="15240"/>
                  </a:lnTo>
                  <a:close/>
                </a:path>
                <a:path w="491490" h="517525">
                  <a:moveTo>
                    <a:pt x="261235" y="15222"/>
                  </a:moveTo>
                  <a:lnTo>
                    <a:pt x="260603" y="14478"/>
                  </a:lnTo>
                  <a:lnTo>
                    <a:pt x="260603" y="15135"/>
                  </a:lnTo>
                  <a:lnTo>
                    <a:pt x="261235" y="15222"/>
                  </a:lnTo>
                  <a:close/>
                </a:path>
                <a:path w="491490" h="517525">
                  <a:moveTo>
                    <a:pt x="261365" y="15375"/>
                  </a:moveTo>
                  <a:lnTo>
                    <a:pt x="261365" y="15240"/>
                  </a:lnTo>
                  <a:lnTo>
                    <a:pt x="261235" y="15222"/>
                  </a:lnTo>
                  <a:lnTo>
                    <a:pt x="261365" y="15375"/>
                  </a:lnTo>
                  <a:close/>
                </a:path>
                <a:path w="491490" h="517525">
                  <a:moveTo>
                    <a:pt x="262889" y="166878"/>
                  </a:moveTo>
                  <a:lnTo>
                    <a:pt x="262127" y="167640"/>
                  </a:lnTo>
                  <a:lnTo>
                    <a:pt x="262315" y="167640"/>
                  </a:lnTo>
                  <a:lnTo>
                    <a:pt x="262889" y="166878"/>
                  </a:lnTo>
                  <a:close/>
                </a:path>
                <a:path w="491490" h="517525">
                  <a:moveTo>
                    <a:pt x="262315" y="167640"/>
                  </a:moveTo>
                  <a:lnTo>
                    <a:pt x="262127" y="167640"/>
                  </a:lnTo>
                  <a:lnTo>
                    <a:pt x="262127" y="167888"/>
                  </a:lnTo>
                  <a:lnTo>
                    <a:pt x="262315" y="167640"/>
                  </a:lnTo>
                  <a:close/>
                </a:path>
                <a:path w="491490" h="517525">
                  <a:moveTo>
                    <a:pt x="262889" y="167640"/>
                  </a:moveTo>
                  <a:lnTo>
                    <a:pt x="262889" y="166878"/>
                  </a:lnTo>
                  <a:lnTo>
                    <a:pt x="262315" y="167640"/>
                  </a:lnTo>
                  <a:lnTo>
                    <a:pt x="262889" y="167640"/>
                  </a:lnTo>
                  <a:close/>
                </a:path>
                <a:path w="491490" h="517525">
                  <a:moveTo>
                    <a:pt x="489965" y="115284"/>
                  </a:moveTo>
                  <a:lnTo>
                    <a:pt x="489965" y="112014"/>
                  </a:lnTo>
                  <a:lnTo>
                    <a:pt x="488441" y="114300"/>
                  </a:lnTo>
                  <a:lnTo>
                    <a:pt x="487340" y="112781"/>
                  </a:lnTo>
                  <a:lnTo>
                    <a:pt x="310133" y="164592"/>
                  </a:lnTo>
                  <a:lnTo>
                    <a:pt x="310895" y="164592"/>
                  </a:lnTo>
                  <a:lnTo>
                    <a:pt x="310895" y="167640"/>
                  </a:lnTo>
                  <a:lnTo>
                    <a:pt x="489965" y="115284"/>
                  </a:lnTo>
                  <a:close/>
                </a:path>
                <a:path w="491490" h="517525">
                  <a:moveTo>
                    <a:pt x="334517" y="394716"/>
                  </a:moveTo>
                  <a:lnTo>
                    <a:pt x="333755" y="393954"/>
                  </a:lnTo>
                  <a:lnTo>
                    <a:pt x="334517" y="394716"/>
                  </a:lnTo>
                  <a:close/>
                </a:path>
                <a:path w="491490" h="517525">
                  <a:moveTo>
                    <a:pt x="334517" y="514350"/>
                  </a:moveTo>
                  <a:lnTo>
                    <a:pt x="334517" y="394716"/>
                  </a:lnTo>
                  <a:lnTo>
                    <a:pt x="333755" y="394081"/>
                  </a:lnTo>
                  <a:lnTo>
                    <a:pt x="333755" y="514350"/>
                  </a:lnTo>
                  <a:lnTo>
                    <a:pt x="334517" y="514350"/>
                  </a:lnTo>
                  <a:close/>
                </a:path>
                <a:path w="491490" h="517525">
                  <a:moveTo>
                    <a:pt x="335279" y="517398"/>
                  </a:moveTo>
                  <a:lnTo>
                    <a:pt x="335279" y="514350"/>
                  </a:lnTo>
                  <a:lnTo>
                    <a:pt x="333755" y="515874"/>
                  </a:lnTo>
                  <a:lnTo>
                    <a:pt x="333755" y="517398"/>
                  </a:lnTo>
                  <a:lnTo>
                    <a:pt x="335279" y="517398"/>
                  </a:lnTo>
                  <a:close/>
                </a:path>
                <a:path w="491490" h="517525">
                  <a:moveTo>
                    <a:pt x="344423" y="108204"/>
                  </a:moveTo>
                  <a:lnTo>
                    <a:pt x="343603" y="107237"/>
                  </a:lnTo>
                  <a:lnTo>
                    <a:pt x="342899" y="107442"/>
                  </a:lnTo>
                  <a:lnTo>
                    <a:pt x="344423" y="108204"/>
                  </a:lnTo>
                  <a:close/>
                </a:path>
                <a:path w="491490" h="517525">
                  <a:moveTo>
                    <a:pt x="344423" y="110268"/>
                  </a:moveTo>
                  <a:lnTo>
                    <a:pt x="344423" y="108204"/>
                  </a:lnTo>
                  <a:lnTo>
                    <a:pt x="342899" y="107442"/>
                  </a:lnTo>
                  <a:lnTo>
                    <a:pt x="342899" y="110490"/>
                  </a:lnTo>
                  <a:lnTo>
                    <a:pt x="343661" y="110490"/>
                  </a:lnTo>
                  <a:lnTo>
                    <a:pt x="344423" y="110268"/>
                  </a:lnTo>
                  <a:close/>
                </a:path>
                <a:path w="491490" h="517525">
                  <a:moveTo>
                    <a:pt x="491489" y="113538"/>
                  </a:moveTo>
                  <a:lnTo>
                    <a:pt x="491489" y="112014"/>
                  </a:lnTo>
                  <a:lnTo>
                    <a:pt x="462533" y="73914"/>
                  </a:lnTo>
                  <a:lnTo>
                    <a:pt x="461009" y="73152"/>
                  </a:lnTo>
                  <a:lnTo>
                    <a:pt x="343603" y="107237"/>
                  </a:lnTo>
                  <a:lnTo>
                    <a:pt x="344423" y="108204"/>
                  </a:lnTo>
                  <a:lnTo>
                    <a:pt x="344423" y="110268"/>
                  </a:lnTo>
                  <a:lnTo>
                    <a:pt x="460247" y="76642"/>
                  </a:lnTo>
                  <a:lnTo>
                    <a:pt x="460247" y="75438"/>
                  </a:lnTo>
                  <a:lnTo>
                    <a:pt x="461771" y="76200"/>
                  </a:lnTo>
                  <a:lnTo>
                    <a:pt x="461771" y="77538"/>
                  </a:lnTo>
                  <a:lnTo>
                    <a:pt x="487340" y="112781"/>
                  </a:lnTo>
                  <a:lnTo>
                    <a:pt x="489965" y="112014"/>
                  </a:lnTo>
                  <a:lnTo>
                    <a:pt x="489965" y="115284"/>
                  </a:lnTo>
                  <a:lnTo>
                    <a:pt x="490727" y="115062"/>
                  </a:lnTo>
                  <a:lnTo>
                    <a:pt x="491489" y="113538"/>
                  </a:lnTo>
                  <a:close/>
                </a:path>
                <a:path w="491490" h="517525">
                  <a:moveTo>
                    <a:pt x="461771" y="76200"/>
                  </a:moveTo>
                  <a:lnTo>
                    <a:pt x="460247" y="75438"/>
                  </a:lnTo>
                  <a:lnTo>
                    <a:pt x="460969" y="76432"/>
                  </a:lnTo>
                  <a:lnTo>
                    <a:pt x="461771" y="76200"/>
                  </a:lnTo>
                  <a:close/>
                </a:path>
                <a:path w="491490" h="517525">
                  <a:moveTo>
                    <a:pt x="460969" y="76432"/>
                  </a:moveTo>
                  <a:lnTo>
                    <a:pt x="460247" y="75438"/>
                  </a:lnTo>
                  <a:lnTo>
                    <a:pt x="460247" y="76642"/>
                  </a:lnTo>
                  <a:lnTo>
                    <a:pt x="460969" y="76432"/>
                  </a:lnTo>
                  <a:close/>
                </a:path>
                <a:path w="491490" h="517525">
                  <a:moveTo>
                    <a:pt x="461771" y="77538"/>
                  </a:moveTo>
                  <a:lnTo>
                    <a:pt x="461771" y="76200"/>
                  </a:lnTo>
                  <a:lnTo>
                    <a:pt x="460969" y="76432"/>
                  </a:lnTo>
                  <a:lnTo>
                    <a:pt x="461771" y="77538"/>
                  </a:lnTo>
                  <a:close/>
                </a:path>
                <a:path w="491490" h="517525">
                  <a:moveTo>
                    <a:pt x="489965" y="112014"/>
                  </a:moveTo>
                  <a:lnTo>
                    <a:pt x="487340" y="112781"/>
                  </a:lnTo>
                  <a:lnTo>
                    <a:pt x="488441" y="114300"/>
                  </a:lnTo>
                  <a:lnTo>
                    <a:pt x="489965" y="1120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18882" y="4719828"/>
              <a:ext cx="166877" cy="11734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598156" y="5308346"/>
            <a:ext cx="4622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Intruder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699509" y="3499103"/>
            <a:ext cx="1148080" cy="389890"/>
            <a:chOff x="3699509" y="3499103"/>
            <a:chExt cx="1148080" cy="389890"/>
          </a:xfrm>
        </p:grpSpPr>
        <p:sp>
          <p:nvSpPr>
            <p:cNvPr id="41" name="object 41"/>
            <p:cNvSpPr/>
            <p:nvPr/>
          </p:nvSpPr>
          <p:spPr>
            <a:xfrm>
              <a:off x="4372355" y="3499103"/>
              <a:ext cx="474980" cy="146685"/>
            </a:xfrm>
            <a:custGeom>
              <a:avLst/>
              <a:gdLst/>
              <a:ahLst/>
              <a:cxnLst/>
              <a:rect l="l" t="t" r="r" b="b"/>
              <a:pathLst>
                <a:path w="474979" h="146685">
                  <a:moveTo>
                    <a:pt x="474726" y="144779"/>
                  </a:moveTo>
                  <a:lnTo>
                    <a:pt x="474726" y="108203"/>
                  </a:lnTo>
                  <a:lnTo>
                    <a:pt x="473964" y="106679"/>
                  </a:lnTo>
                  <a:lnTo>
                    <a:pt x="445770" y="73913"/>
                  </a:lnTo>
                  <a:lnTo>
                    <a:pt x="409194" y="45719"/>
                  </a:lnTo>
                  <a:lnTo>
                    <a:pt x="368046" y="20573"/>
                  </a:lnTo>
                  <a:lnTo>
                    <a:pt x="319278" y="8381"/>
                  </a:lnTo>
                  <a:lnTo>
                    <a:pt x="269748" y="0"/>
                  </a:lnTo>
                  <a:lnTo>
                    <a:pt x="212598" y="0"/>
                  </a:lnTo>
                  <a:lnTo>
                    <a:pt x="163830" y="4571"/>
                  </a:lnTo>
                  <a:lnTo>
                    <a:pt x="115062" y="20573"/>
                  </a:lnTo>
                  <a:lnTo>
                    <a:pt x="70104" y="41147"/>
                  </a:lnTo>
                  <a:lnTo>
                    <a:pt x="69342" y="41147"/>
                  </a:lnTo>
                  <a:lnTo>
                    <a:pt x="32766" y="70103"/>
                  </a:lnTo>
                  <a:lnTo>
                    <a:pt x="4572" y="98297"/>
                  </a:lnTo>
                  <a:lnTo>
                    <a:pt x="3810" y="99821"/>
                  </a:lnTo>
                  <a:lnTo>
                    <a:pt x="0" y="144779"/>
                  </a:lnTo>
                  <a:lnTo>
                    <a:pt x="1524" y="146303"/>
                  </a:lnTo>
                  <a:lnTo>
                    <a:pt x="1524" y="143255"/>
                  </a:lnTo>
                  <a:lnTo>
                    <a:pt x="3177" y="143255"/>
                  </a:lnTo>
                  <a:lnTo>
                    <a:pt x="6858" y="99821"/>
                  </a:lnTo>
                  <a:lnTo>
                    <a:pt x="6858" y="100583"/>
                  </a:lnTo>
                  <a:lnTo>
                    <a:pt x="35052" y="72389"/>
                  </a:lnTo>
                  <a:lnTo>
                    <a:pt x="71628" y="43433"/>
                  </a:lnTo>
                  <a:lnTo>
                    <a:pt x="71628" y="44195"/>
                  </a:lnTo>
                  <a:lnTo>
                    <a:pt x="115824" y="23621"/>
                  </a:lnTo>
                  <a:lnTo>
                    <a:pt x="164592" y="7619"/>
                  </a:lnTo>
                  <a:lnTo>
                    <a:pt x="212598" y="3047"/>
                  </a:lnTo>
                  <a:lnTo>
                    <a:pt x="269748" y="3047"/>
                  </a:lnTo>
                  <a:lnTo>
                    <a:pt x="318516" y="11429"/>
                  </a:lnTo>
                  <a:lnTo>
                    <a:pt x="367284" y="23621"/>
                  </a:lnTo>
                  <a:lnTo>
                    <a:pt x="367284" y="24082"/>
                  </a:lnTo>
                  <a:lnTo>
                    <a:pt x="406908" y="48005"/>
                  </a:lnTo>
                  <a:lnTo>
                    <a:pt x="443484" y="76199"/>
                  </a:lnTo>
                  <a:lnTo>
                    <a:pt x="471678" y="108965"/>
                  </a:lnTo>
                  <a:lnTo>
                    <a:pt x="471678" y="143255"/>
                  </a:lnTo>
                  <a:lnTo>
                    <a:pt x="473202" y="143255"/>
                  </a:lnTo>
                  <a:lnTo>
                    <a:pt x="473202" y="146303"/>
                  </a:lnTo>
                  <a:lnTo>
                    <a:pt x="474726" y="144779"/>
                  </a:lnTo>
                  <a:close/>
                </a:path>
                <a:path w="474979" h="146685">
                  <a:moveTo>
                    <a:pt x="3177" y="143255"/>
                  </a:moveTo>
                  <a:lnTo>
                    <a:pt x="1524" y="143255"/>
                  </a:lnTo>
                  <a:lnTo>
                    <a:pt x="3048" y="144779"/>
                  </a:lnTo>
                  <a:lnTo>
                    <a:pt x="3177" y="143255"/>
                  </a:lnTo>
                  <a:close/>
                </a:path>
                <a:path w="474979" h="146685">
                  <a:moveTo>
                    <a:pt x="473202" y="143255"/>
                  </a:moveTo>
                  <a:lnTo>
                    <a:pt x="3177" y="143255"/>
                  </a:lnTo>
                  <a:lnTo>
                    <a:pt x="3048" y="144779"/>
                  </a:lnTo>
                  <a:lnTo>
                    <a:pt x="1524" y="143255"/>
                  </a:lnTo>
                  <a:lnTo>
                    <a:pt x="1524" y="146303"/>
                  </a:lnTo>
                  <a:lnTo>
                    <a:pt x="471678" y="146303"/>
                  </a:lnTo>
                  <a:lnTo>
                    <a:pt x="471678" y="144779"/>
                  </a:lnTo>
                  <a:lnTo>
                    <a:pt x="473202" y="143255"/>
                  </a:lnTo>
                  <a:close/>
                </a:path>
                <a:path w="474979" h="146685">
                  <a:moveTo>
                    <a:pt x="367284" y="24082"/>
                  </a:moveTo>
                  <a:lnTo>
                    <a:pt x="367284" y="23621"/>
                  </a:lnTo>
                  <a:lnTo>
                    <a:pt x="366522" y="23621"/>
                  </a:lnTo>
                  <a:lnTo>
                    <a:pt x="367284" y="24082"/>
                  </a:lnTo>
                  <a:close/>
                </a:path>
                <a:path w="474979" h="146685">
                  <a:moveTo>
                    <a:pt x="473202" y="146303"/>
                  </a:moveTo>
                  <a:lnTo>
                    <a:pt x="473202" y="143255"/>
                  </a:lnTo>
                  <a:lnTo>
                    <a:pt x="471678" y="144779"/>
                  </a:lnTo>
                  <a:lnTo>
                    <a:pt x="471678" y="146303"/>
                  </a:lnTo>
                  <a:lnTo>
                    <a:pt x="473202" y="1463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467605" y="3586733"/>
              <a:ext cx="288925" cy="170180"/>
            </a:xfrm>
            <a:custGeom>
              <a:avLst/>
              <a:gdLst/>
              <a:ahLst/>
              <a:cxnLst/>
              <a:rect l="l" t="t" r="r" b="b"/>
              <a:pathLst>
                <a:path w="288925" h="170179">
                  <a:moveTo>
                    <a:pt x="288798" y="169925"/>
                  </a:moveTo>
                  <a:lnTo>
                    <a:pt x="288798" y="0"/>
                  </a:lnTo>
                  <a:lnTo>
                    <a:pt x="0" y="0"/>
                  </a:lnTo>
                  <a:lnTo>
                    <a:pt x="0" y="169925"/>
                  </a:lnTo>
                  <a:lnTo>
                    <a:pt x="288798" y="169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466081" y="3585209"/>
              <a:ext cx="292100" cy="173355"/>
            </a:xfrm>
            <a:custGeom>
              <a:avLst/>
              <a:gdLst/>
              <a:ahLst/>
              <a:cxnLst/>
              <a:rect l="l" t="t" r="r" b="b"/>
              <a:pathLst>
                <a:path w="292100" h="173354">
                  <a:moveTo>
                    <a:pt x="291846" y="172974"/>
                  </a:moveTo>
                  <a:lnTo>
                    <a:pt x="291846" y="0"/>
                  </a:lnTo>
                  <a:lnTo>
                    <a:pt x="0" y="0"/>
                  </a:lnTo>
                  <a:lnTo>
                    <a:pt x="0" y="172974"/>
                  </a:lnTo>
                  <a:lnTo>
                    <a:pt x="1523" y="172974"/>
                  </a:lnTo>
                  <a:lnTo>
                    <a:pt x="1523" y="3048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288797" y="3048"/>
                  </a:lnTo>
                  <a:lnTo>
                    <a:pt x="288797" y="1524"/>
                  </a:lnTo>
                  <a:lnTo>
                    <a:pt x="290321" y="3048"/>
                  </a:lnTo>
                  <a:lnTo>
                    <a:pt x="290321" y="172974"/>
                  </a:lnTo>
                  <a:lnTo>
                    <a:pt x="291846" y="172974"/>
                  </a:lnTo>
                  <a:close/>
                </a:path>
                <a:path w="292100" h="173354">
                  <a:moveTo>
                    <a:pt x="3047" y="3048"/>
                  </a:moveTo>
                  <a:lnTo>
                    <a:pt x="3047" y="1524"/>
                  </a:lnTo>
                  <a:lnTo>
                    <a:pt x="1523" y="3048"/>
                  </a:lnTo>
                  <a:lnTo>
                    <a:pt x="3047" y="3048"/>
                  </a:lnTo>
                  <a:close/>
                </a:path>
                <a:path w="292100" h="173354">
                  <a:moveTo>
                    <a:pt x="3047" y="169925"/>
                  </a:moveTo>
                  <a:lnTo>
                    <a:pt x="3047" y="3048"/>
                  </a:lnTo>
                  <a:lnTo>
                    <a:pt x="1523" y="3048"/>
                  </a:lnTo>
                  <a:lnTo>
                    <a:pt x="1523" y="169925"/>
                  </a:lnTo>
                  <a:lnTo>
                    <a:pt x="3047" y="169925"/>
                  </a:lnTo>
                  <a:close/>
                </a:path>
                <a:path w="292100" h="173354">
                  <a:moveTo>
                    <a:pt x="290321" y="169925"/>
                  </a:moveTo>
                  <a:lnTo>
                    <a:pt x="1523" y="169925"/>
                  </a:lnTo>
                  <a:lnTo>
                    <a:pt x="3047" y="171450"/>
                  </a:lnTo>
                  <a:lnTo>
                    <a:pt x="3047" y="172974"/>
                  </a:lnTo>
                  <a:lnTo>
                    <a:pt x="288797" y="172974"/>
                  </a:lnTo>
                  <a:lnTo>
                    <a:pt x="288797" y="171450"/>
                  </a:lnTo>
                  <a:lnTo>
                    <a:pt x="290321" y="169925"/>
                  </a:lnTo>
                  <a:close/>
                </a:path>
                <a:path w="292100" h="173354">
                  <a:moveTo>
                    <a:pt x="3047" y="172974"/>
                  </a:moveTo>
                  <a:lnTo>
                    <a:pt x="3047" y="171450"/>
                  </a:lnTo>
                  <a:lnTo>
                    <a:pt x="1523" y="169925"/>
                  </a:lnTo>
                  <a:lnTo>
                    <a:pt x="1523" y="172974"/>
                  </a:lnTo>
                  <a:lnTo>
                    <a:pt x="3047" y="172974"/>
                  </a:lnTo>
                  <a:close/>
                </a:path>
                <a:path w="292100" h="173354">
                  <a:moveTo>
                    <a:pt x="290321" y="3048"/>
                  </a:moveTo>
                  <a:lnTo>
                    <a:pt x="288797" y="1524"/>
                  </a:lnTo>
                  <a:lnTo>
                    <a:pt x="288797" y="3048"/>
                  </a:lnTo>
                  <a:lnTo>
                    <a:pt x="290321" y="3048"/>
                  </a:lnTo>
                  <a:close/>
                </a:path>
                <a:path w="292100" h="173354">
                  <a:moveTo>
                    <a:pt x="290321" y="169925"/>
                  </a:moveTo>
                  <a:lnTo>
                    <a:pt x="290321" y="3048"/>
                  </a:lnTo>
                  <a:lnTo>
                    <a:pt x="288797" y="3048"/>
                  </a:lnTo>
                  <a:lnTo>
                    <a:pt x="288797" y="169925"/>
                  </a:lnTo>
                  <a:lnTo>
                    <a:pt x="290321" y="169925"/>
                  </a:lnTo>
                  <a:close/>
                </a:path>
                <a:path w="292100" h="173354">
                  <a:moveTo>
                    <a:pt x="290321" y="172974"/>
                  </a:moveTo>
                  <a:lnTo>
                    <a:pt x="290321" y="169925"/>
                  </a:lnTo>
                  <a:lnTo>
                    <a:pt x="288797" y="171450"/>
                  </a:lnTo>
                  <a:lnTo>
                    <a:pt x="288797" y="172974"/>
                  </a:lnTo>
                  <a:lnTo>
                    <a:pt x="290321" y="1729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51425" y="3621785"/>
              <a:ext cx="121158" cy="9677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699509" y="3624833"/>
              <a:ext cx="476250" cy="146050"/>
            </a:xfrm>
            <a:custGeom>
              <a:avLst/>
              <a:gdLst/>
              <a:ahLst/>
              <a:cxnLst/>
              <a:rect l="l" t="t" r="r" b="b"/>
              <a:pathLst>
                <a:path w="476250" h="146050">
                  <a:moveTo>
                    <a:pt x="476250" y="144017"/>
                  </a:moveTo>
                  <a:lnTo>
                    <a:pt x="476250" y="107441"/>
                  </a:lnTo>
                  <a:lnTo>
                    <a:pt x="475488" y="106679"/>
                  </a:lnTo>
                  <a:lnTo>
                    <a:pt x="447294" y="73913"/>
                  </a:lnTo>
                  <a:lnTo>
                    <a:pt x="410718" y="44957"/>
                  </a:lnTo>
                  <a:lnTo>
                    <a:pt x="409956" y="44957"/>
                  </a:lnTo>
                  <a:lnTo>
                    <a:pt x="365760" y="24383"/>
                  </a:lnTo>
                  <a:lnTo>
                    <a:pt x="320802" y="8381"/>
                  </a:lnTo>
                  <a:lnTo>
                    <a:pt x="320040" y="7619"/>
                  </a:lnTo>
                  <a:lnTo>
                    <a:pt x="267462" y="0"/>
                  </a:lnTo>
                  <a:lnTo>
                    <a:pt x="218694" y="0"/>
                  </a:lnTo>
                  <a:lnTo>
                    <a:pt x="165354" y="7619"/>
                  </a:lnTo>
                  <a:lnTo>
                    <a:pt x="165354" y="8381"/>
                  </a:lnTo>
                  <a:lnTo>
                    <a:pt x="120396" y="24383"/>
                  </a:lnTo>
                  <a:lnTo>
                    <a:pt x="76200" y="40385"/>
                  </a:lnTo>
                  <a:lnTo>
                    <a:pt x="75438" y="41147"/>
                  </a:lnTo>
                  <a:lnTo>
                    <a:pt x="32766" y="69341"/>
                  </a:lnTo>
                  <a:lnTo>
                    <a:pt x="0" y="102107"/>
                  </a:lnTo>
                  <a:lnTo>
                    <a:pt x="0" y="144017"/>
                  </a:lnTo>
                  <a:lnTo>
                    <a:pt x="1524" y="145541"/>
                  </a:lnTo>
                  <a:lnTo>
                    <a:pt x="1524" y="142493"/>
                  </a:lnTo>
                  <a:lnTo>
                    <a:pt x="2286" y="142493"/>
                  </a:lnTo>
                  <a:lnTo>
                    <a:pt x="2286" y="104393"/>
                  </a:lnTo>
                  <a:lnTo>
                    <a:pt x="35052" y="71627"/>
                  </a:lnTo>
                  <a:lnTo>
                    <a:pt x="35052" y="72389"/>
                  </a:lnTo>
                  <a:lnTo>
                    <a:pt x="76962" y="43433"/>
                  </a:lnTo>
                  <a:lnTo>
                    <a:pt x="121920" y="27431"/>
                  </a:lnTo>
                  <a:lnTo>
                    <a:pt x="166116" y="10667"/>
                  </a:lnTo>
                  <a:lnTo>
                    <a:pt x="166116" y="11429"/>
                  </a:lnTo>
                  <a:lnTo>
                    <a:pt x="218694" y="3047"/>
                  </a:lnTo>
                  <a:lnTo>
                    <a:pt x="267462" y="3167"/>
                  </a:lnTo>
                  <a:lnTo>
                    <a:pt x="319278" y="11310"/>
                  </a:lnTo>
                  <a:lnTo>
                    <a:pt x="319278" y="10667"/>
                  </a:lnTo>
                  <a:lnTo>
                    <a:pt x="364236" y="27431"/>
                  </a:lnTo>
                  <a:lnTo>
                    <a:pt x="408432" y="48005"/>
                  </a:lnTo>
                  <a:lnTo>
                    <a:pt x="408432" y="47243"/>
                  </a:lnTo>
                  <a:lnTo>
                    <a:pt x="445008" y="76199"/>
                  </a:lnTo>
                  <a:lnTo>
                    <a:pt x="473202" y="108203"/>
                  </a:lnTo>
                  <a:lnTo>
                    <a:pt x="473202" y="142493"/>
                  </a:lnTo>
                  <a:lnTo>
                    <a:pt x="474726" y="142493"/>
                  </a:lnTo>
                  <a:lnTo>
                    <a:pt x="474726" y="145541"/>
                  </a:lnTo>
                  <a:lnTo>
                    <a:pt x="476250" y="144017"/>
                  </a:lnTo>
                  <a:close/>
                </a:path>
                <a:path w="476250" h="146050">
                  <a:moveTo>
                    <a:pt x="474726" y="142493"/>
                  </a:moveTo>
                  <a:lnTo>
                    <a:pt x="1524" y="142493"/>
                  </a:lnTo>
                  <a:lnTo>
                    <a:pt x="3048" y="144017"/>
                  </a:lnTo>
                  <a:lnTo>
                    <a:pt x="3048" y="145541"/>
                  </a:lnTo>
                  <a:lnTo>
                    <a:pt x="472440" y="145541"/>
                  </a:lnTo>
                  <a:lnTo>
                    <a:pt x="472440" y="144017"/>
                  </a:lnTo>
                  <a:lnTo>
                    <a:pt x="474726" y="142493"/>
                  </a:lnTo>
                  <a:close/>
                </a:path>
                <a:path w="476250" h="146050">
                  <a:moveTo>
                    <a:pt x="3048" y="145541"/>
                  </a:moveTo>
                  <a:lnTo>
                    <a:pt x="3048" y="144017"/>
                  </a:lnTo>
                  <a:lnTo>
                    <a:pt x="1524" y="142493"/>
                  </a:lnTo>
                  <a:lnTo>
                    <a:pt x="1524" y="145541"/>
                  </a:lnTo>
                  <a:lnTo>
                    <a:pt x="3048" y="145541"/>
                  </a:lnTo>
                  <a:close/>
                </a:path>
                <a:path w="476250" h="146050">
                  <a:moveTo>
                    <a:pt x="3048" y="142493"/>
                  </a:moveTo>
                  <a:lnTo>
                    <a:pt x="3048" y="103631"/>
                  </a:lnTo>
                  <a:lnTo>
                    <a:pt x="2286" y="104393"/>
                  </a:lnTo>
                  <a:lnTo>
                    <a:pt x="2286" y="142493"/>
                  </a:lnTo>
                  <a:lnTo>
                    <a:pt x="3048" y="142493"/>
                  </a:lnTo>
                  <a:close/>
                </a:path>
                <a:path w="476250" h="146050">
                  <a:moveTo>
                    <a:pt x="267462" y="3167"/>
                  </a:moveTo>
                  <a:lnTo>
                    <a:pt x="266700" y="3047"/>
                  </a:lnTo>
                  <a:lnTo>
                    <a:pt x="267462" y="3167"/>
                  </a:lnTo>
                  <a:close/>
                </a:path>
                <a:path w="476250" h="146050">
                  <a:moveTo>
                    <a:pt x="320040" y="11429"/>
                  </a:moveTo>
                  <a:lnTo>
                    <a:pt x="319278" y="10667"/>
                  </a:lnTo>
                  <a:lnTo>
                    <a:pt x="319278" y="11310"/>
                  </a:lnTo>
                  <a:lnTo>
                    <a:pt x="320040" y="11429"/>
                  </a:lnTo>
                  <a:close/>
                </a:path>
                <a:path w="476250" h="146050">
                  <a:moveTo>
                    <a:pt x="473202" y="142493"/>
                  </a:moveTo>
                  <a:lnTo>
                    <a:pt x="473202" y="108203"/>
                  </a:lnTo>
                  <a:lnTo>
                    <a:pt x="472440" y="107441"/>
                  </a:lnTo>
                  <a:lnTo>
                    <a:pt x="472440" y="142493"/>
                  </a:lnTo>
                  <a:lnTo>
                    <a:pt x="473202" y="142493"/>
                  </a:lnTo>
                  <a:close/>
                </a:path>
                <a:path w="476250" h="146050">
                  <a:moveTo>
                    <a:pt x="474726" y="145541"/>
                  </a:moveTo>
                  <a:lnTo>
                    <a:pt x="474726" y="142493"/>
                  </a:lnTo>
                  <a:lnTo>
                    <a:pt x="472440" y="144017"/>
                  </a:lnTo>
                  <a:lnTo>
                    <a:pt x="472440" y="145541"/>
                  </a:lnTo>
                  <a:lnTo>
                    <a:pt x="474726" y="1455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796283" y="3711701"/>
              <a:ext cx="288925" cy="174625"/>
            </a:xfrm>
            <a:custGeom>
              <a:avLst/>
              <a:gdLst/>
              <a:ahLst/>
              <a:cxnLst/>
              <a:rect l="l" t="t" r="r" b="b"/>
              <a:pathLst>
                <a:path w="288925" h="174625">
                  <a:moveTo>
                    <a:pt x="288798" y="174498"/>
                  </a:moveTo>
                  <a:lnTo>
                    <a:pt x="288798" y="0"/>
                  </a:lnTo>
                  <a:lnTo>
                    <a:pt x="0" y="0"/>
                  </a:lnTo>
                  <a:lnTo>
                    <a:pt x="0" y="174498"/>
                  </a:lnTo>
                  <a:lnTo>
                    <a:pt x="288798" y="174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794759" y="3710177"/>
              <a:ext cx="292100" cy="178435"/>
            </a:xfrm>
            <a:custGeom>
              <a:avLst/>
              <a:gdLst/>
              <a:ahLst/>
              <a:cxnLst/>
              <a:rect l="l" t="t" r="r" b="b"/>
              <a:pathLst>
                <a:path w="292100" h="178435">
                  <a:moveTo>
                    <a:pt x="291846" y="178308"/>
                  </a:moveTo>
                  <a:lnTo>
                    <a:pt x="291846" y="0"/>
                  </a:lnTo>
                  <a:lnTo>
                    <a:pt x="0" y="0"/>
                  </a:lnTo>
                  <a:lnTo>
                    <a:pt x="0" y="178308"/>
                  </a:lnTo>
                  <a:lnTo>
                    <a:pt x="1524" y="17830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288798" y="3048"/>
                  </a:lnTo>
                  <a:lnTo>
                    <a:pt x="288798" y="1524"/>
                  </a:lnTo>
                  <a:lnTo>
                    <a:pt x="290322" y="3048"/>
                  </a:lnTo>
                  <a:lnTo>
                    <a:pt x="290322" y="178308"/>
                  </a:lnTo>
                  <a:lnTo>
                    <a:pt x="291846" y="178308"/>
                  </a:lnTo>
                  <a:close/>
                </a:path>
                <a:path w="292100" h="17843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292100" h="178435">
                  <a:moveTo>
                    <a:pt x="3048" y="174498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174498"/>
                  </a:lnTo>
                  <a:lnTo>
                    <a:pt x="3048" y="174498"/>
                  </a:lnTo>
                  <a:close/>
                </a:path>
                <a:path w="292100" h="178435">
                  <a:moveTo>
                    <a:pt x="290322" y="174498"/>
                  </a:moveTo>
                  <a:lnTo>
                    <a:pt x="1524" y="174498"/>
                  </a:lnTo>
                  <a:lnTo>
                    <a:pt x="3048" y="176022"/>
                  </a:lnTo>
                  <a:lnTo>
                    <a:pt x="3048" y="178308"/>
                  </a:lnTo>
                  <a:lnTo>
                    <a:pt x="288798" y="178308"/>
                  </a:lnTo>
                  <a:lnTo>
                    <a:pt x="288798" y="176022"/>
                  </a:lnTo>
                  <a:lnTo>
                    <a:pt x="290322" y="174498"/>
                  </a:lnTo>
                  <a:close/>
                </a:path>
                <a:path w="292100" h="178435">
                  <a:moveTo>
                    <a:pt x="3048" y="178308"/>
                  </a:moveTo>
                  <a:lnTo>
                    <a:pt x="3048" y="176022"/>
                  </a:lnTo>
                  <a:lnTo>
                    <a:pt x="1524" y="174498"/>
                  </a:lnTo>
                  <a:lnTo>
                    <a:pt x="1524" y="178308"/>
                  </a:lnTo>
                  <a:lnTo>
                    <a:pt x="3048" y="178308"/>
                  </a:lnTo>
                  <a:close/>
                </a:path>
                <a:path w="292100" h="178435">
                  <a:moveTo>
                    <a:pt x="290322" y="3048"/>
                  </a:moveTo>
                  <a:lnTo>
                    <a:pt x="288798" y="1524"/>
                  </a:lnTo>
                  <a:lnTo>
                    <a:pt x="288798" y="3048"/>
                  </a:lnTo>
                  <a:lnTo>
                    <a:pt x="290322" y="3048"/>
                  </a:lnTo>
                  <a:close/>
                </a:path>
                <a:path w="292100" h="178435">
                  <a:moveTo>
                    <a:pt x="290322" y="174498"/>
                  </a:moveTo>
                  <a:lnTo>
                    <a:pt x="290322" y="3048"/>
                  </a:lnTo>
                  <a:lnTo>
                    <a:pt x="288798" y="3048"/>
                  </a:lnTo>
                  <a:lnTo>
                    <a:pt x="288798" y="174498"/>
                  </a:lnTo>
                  <a:lnTo>
                    <a:pt x="290322" y="174498"/>
                  </a:lnTo>
                  <a:close/>
                </a:path>
                <a:path w="292100" h="178435">
                  <a:moveTo>
                    <a:pt x="290322" y="178308"/>
                  </a:moveTo>
                  <a:lnTo>
                    <a:pt x="290322" y="174498"/>
                  </a:lnTo>
                  <a:lnTo>
                    <a:pt x="288798" y="176022"/>
                  </a:lnTo>
                  <a:lnTo>
                    <a:pt x="288798" y="178308"/>
                  </a:lnTo>
                  <a:lnTo>
                    <a:pt x="290322" y="178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80103" y="3751325"/>
              <a:ext cx="120396" cy="9677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116323" y="3752087"/>
              <a:ext cx="321945" cy="106680"/>
            </a:xfrm>
            <a:custGeom>
              <a:avLst/>
              <a:gdLst/>
              <a:ahLst/>
              <a:cxnLst/>
              <a:rect l="l" t="t" r="r" b="b"/>
              <a:pathLst>
                <a:path w="321945" h="106679">
                  <a:moveTo>
                    <a:pt x="169163" y="21335"/>
                  </a:moveTo>
                  <a:lnTo>
                    <a:pt x="169163" y="19049"/>
                  </a:lnTo>
                  <a:lnTo>
                    <a:pt x="167639" y="16763"/>
                  </a:lnTo>
                  <a:lnTo>
                    <a:pt x="165353" y="16001"/>
                  </a:lnTo>
                  <a:lnTo>
                    <a:pt x="163067" y="16763"/>
                  </a:lnTo>
                  <a:lnTo>
                    <a:pt x="0" y="98297"/>
                  </a:lnTo>
                  <a:lnTo>
                    <a:pt x="3809" y="106679"/>
                  </a:lnTo>
                  <a:lnTo>
                    <a:pt x="158099" y="29535"/>
                  </a:lnTo>
                  <a:lnTo>
                    <a:pt x="160019" y="19811"/>
                  </a:lnTo>
                  <a:lnTo>
                    <a:pt x="166877" y="25145"/>
                  </a:lnTo>
                  <a:lnTo>
                    <a:pt x="166877" y="32908"/>
                  </a:lnTo>
                  <a:lnTo>
                    <a:pt x="169163" y="21335"/>
                  </a:lnTo>
                  <a:close/>
                </a:path>
                <a:path w="321945" h="106679">
                  <a:moveTo>
                    <a:pt x="166877" y="32908"/>
                  </a:moveTo>
                  <a:lnTo>
                    <a:pt x="166877" y="25145"/>
                  </a:lnTo>
                  <a:lnTo>
                    <a:pt x="158099" y="29535"/>
                  </a:lnTo>
                  <a:lnTo>
                    <a:pt x="147827" y="81533"/>
                  </a:lnTo>
                  <a:lnTo>
                    <a:pt x="147827" y="83819"/>
                  </a:lnTo>
                  <a:lnTo>
                    <a:pt x="149351" y="86105"/>
                  </a:lnTo>
                  <a:lnTo>
                    <a:pt x="150875" y="86486"/>
                  </a:lnTo>
                  <a:lnTo>
                    <a:pt x="150875" y="77723"/>
                  </a:lnTo>
                  <a:lnTo>
                    <a:pt x="158750" y="74056"/>
                  </a:lnTo>
                  <a:lnTo>
                    <a:pt x="166877" y="32908"/>
                  </a:lnTo>
                  <a:close/>
                </a:path>
                <a:path w="321945" h="106679">
                  <a:moveTo>
                    <a:pt x="158750" y="74056"/>
                  </a:moveTo>
                  <a:lnTo>
                    <a:pt x="150875" y="77723"/>
                  </a:lnTo>
                  <a:lnTo>
                    <a:pt x="156971" y="83057"/>
                  </a:lnTo>
                  <a:lnTo>
                    <a:pt x="158750" y="74056"/>
                  </a:lnTo>
                  <a:close/>
                </a:path>
                <a:path w="321945" h="106679">
                  <a:moveTo>
                    <a:pt x="321563" y="8381"/>
                  </a:moveTo>
                  <a:lnTo>
                    <a:pt x="317753" y="0"/>
                  </a:lnTo>
                  <a:lnTo>
                    <a:pt x="158750" y="74056"/>
                  </a:lnTo>
                  <a:lnTo>
                    <a:pt x="156971" y="83057"/>
                  </a:lnTo>
                  <a:lnTo>
                    <a:pt x="150875" y="77723"/>
                  </a:lnTo>
                  <a:lnTo>
                    <a:pt x="150875" y="86486"/>
                  </a:lnTo>
                  <a:lnTo>
                    <a:pt x="152399" y="86867"/>
                  </a:lnTo>
                  <a:lnTo>
                    <a:pt x="154685" y="86867"/>
                  </a:lnTo>
                  <a:lnTo>
                    <a:pt x="321563" y="8381"/>
                  </a:lnTo>
                  <a:close/>
                </a:path>
                <a:path w="321945" h="106679">
                  <a:moveTo>
                    <a:pt x="166877" y="25145"/>
                  </a:moveTo>
                  <a:lnTo>
                    <a:pt x="160019" y="19811"/>
                  </a:lnTo>
                  <a:lnTo>
                    <a:pt x="158099" y="29535"/>
                  </a:lnTo>
                  <a:lnTo>
                    <a:pt x="166877" y="25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3700526" y="3866641"/>
            <a:ext cx="9017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Comm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Network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52677" y="1662683"/>
            <a:ext cx="7743190" cy="4277995"/>
          </a:xfrm>
          <a:custGeom>
            <a:avLst/>
            <a:gdLst/>
            <a:ahLst/>
            <a:cxnLst/>
            <a:rect l="l" t="t" r="r" b="b"/>
            <a:pathLst>
              <a:path w="7743190" h="4277995">
                <a:moveTo>
                  <a:pt x="7742682" y="0"/>
                </a:moveTo>
                <a:lnTo>
                  <a:pt x="7738872" y="0"/>
                </a:lnTo>
                <a:lnTo>
                  <a:pt x="7738872" y="3048"/>
                </a:lnTo>
                <a:lnTo>
                  <a:pt x="7738872" y="4274820"/>
                </a:lnTo>
                <a:lnTo>
                  <a:pt x="3048" y="4274820"/>
                </a:lnTo>
                <a:lnTo>
                  <a:pt x="3048" y="237744"/>
                </a:lnTo>
                <a:lnTo>
                  <a:pt x="1885175" y="237744"/>
                </a:lnTo>
                <a:lnTo>
                  <a:pt x="1885937" y="237744"/>
                </a:lnTo>
                <a:lnTo>
                  <a:pt x="1887461" y="237744"/>
                </a:lnTo>
                <a:lnTo>
                  <a:pt x="1918703" y="204978"/>
                </a:lnTo>
                <a:lnTo>
                  <a:pt x="1919465" y="204216"/>
                </a:lnTo>
                <a:lnTo>
                  <a:pt x="1919465" y="3048"/>
                </a:lnTo>
                <a:lnTo>
                  <a:pt x="7738872" y="3048"/>
                </a:lnTo>
                <a:lnTo>
                  <a:pt x="7738872" y="0"/>
                </a:lnTo>
                <a:lnTo>
                  <a:pt x="1916417" y="0"/>
                </a:lnTo>
                <a:lnTo>
                  <a:pt x="1916417" y="3048"/>
                </a:lnTo>
                <a:lnTo>
                  <a:pt x="1916417" y="202692"/>
                </a:lnTo>
                <a:lnTo>
                  <a:pt x="1885911" y="234696"/>
                </a:lnTo>
                <a:lnTo>
                  <a:pt x="3048" y="234696"/>
                </a:lnTo>
                <a:lnTo>
                  <a:pt x="3048" y="3048"/>
                </a:lnTo>
                <a:lnTo>
                  <a:pt x="1916417" y="3048"/>
                </a:lnTo>
                <a:lnTo>
                  <a:pt x="1916417" y="0"/>
                </a:lnTo>
                <a:lnTo>
                  <a:pt x="0" y="0"/>
                </a:lnTo>
                <a:lnTo>
                  <a:pt x="0" y="4277868"/>
                </a:lnTo>
                <a:lnTo>
                  <a:pt x="1524" y="4277868"/>
                </a:lnTo>
                <a:lnTo>
                  <a:pt x="3048" y="4277868"/>
                </a:lnTo>
                <a:lnTo>
                  <a:pt x="7738872" y="4277868"/>
                </a:lnTo>
                <a:lnTo>
                  <a:pt x="7741158" y="4277868"/>
                </a:lnTo>
                <a:lnTo>
                  <a:pt x="7742682" y="4277868"/>
                </a:lnTo>
                <a:lnTo>
                  <a:pt x="77426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888746" y="1685036"/>
            <a:ext cx="18776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bdd</a:t>
            </a:r>
            <a:r>
              <a:rPr dirty="0" sz="1000" spc="180" b="1">
                <a:latin typeface="Arial"/>
                <a:cs typeface="Arial"/>
              </a:rPr>
              <a:t> </a:t>
            </a:r>
            <a:r>
              <a:rPr dirty="0" sz="1000" spc="-5">
                <a:latin typeface="Arial MT"/>
                <a:cs typeface="Arial MT"/>
              </a:rPr>
              <a:t>[package]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Enterprise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(As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Is)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2258822" y="411734"/>
            <a:ext cx="432244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40"/>
              <a:t> </a:t>
            </a:r>
            <a:r>
              <a:rPr dirty="0"/>
              <a:t>View</a:t>
            </a:r>
            <a:r>
              <a:rPr dirty="0" spc="-35"/>
              <a:t> </a:t>
            </a:r>
            <a:r>
              <a:rPr dirty="0"/>
              <a:t>Depiction</a:t>
            </a:r>
          </a:p>
        </p:txBody>
      </p:sp>
      <p:sp>
        <p:nvSpPr>
          <p:cNvPr id="54" name="object 54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7543025" y="6500168"/>
            <a:ext cx="860425" cy="233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451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2006104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860295" y="6500168"/>
            <a:ext cx="6543040" cy="23304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</a:t>
            </a:r>
            <a:r>
              <a:rPr dirty="0" sz="1400" spc="-5">
                <a:latin typeface="Arial MT"/>
                <a:cs typeface="Arial MT"/>
              </a:rPr>
              <a:t>2006104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2433" y="411734"/>
            <a:ext cx="443357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ESS</a:t>
            </a:r>
            <a:r>
              <a:rPr dirty="0" spc="-45"/>
              <a:t> </a:t>
            </a:r>
            <a:r>
              <a:rPr dirty="0"/>
              <a:t>Enterprise</a:t>
            </a:r>
            <a:r>
              <a:rPr dirty="0" spc="-25"/>
              <a:t> </a:t>
            </a:r>
            <a:r>
              <a:rPr dirty="0"/>
              <a:t>As-Is</a:t>
            </a:r>
            <a:r>
              <a:rPr dirty="0" spc="-45"/>
              <a:t> </a:t>
            </a:r>
            <a:r>
              <a:rPr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305" y="1363980"/>
            <a:ext cx="8124443" cy="481050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43025" y="6500168"/>
            <a:ext cx="860425" cy="233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451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2006105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0295" y="6500168"/>
            <a:ext cx="6543040" cy="23304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</a:t>
            </a:r>
            <a:r>
              <a:rPr dirty="0" sz="1400" spc="-5">
                <a:latin typeface="Arial MT"/>
                <a:cs typeface="Arial MT"/>
              </a:rPr>
              <a:t>2006105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635" y="1680210"/>
            <a:ext cx="8097773" cy="43289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32075" marR="5080" indent="-2235200">
              <a:lnSpc>
                <a:spcPct val="100000"/>
              </a:lnSpc>
              <a:spcBef>
                <a:spcPts val="100"/>
              </a:spcBef>
            </a:pPr>
            <a:r>
              <a:rPr dirty="0"/>
              <a:t>ESS</a:t>
            </a:r>
            <a:r>
              <a:rPr dirty="0" spc="-50"/>
              <a:t> </a:t>
            </a:r>
            <a:r>
              <a:rPr dirty="0"/>
              <a:t>Operational</a:t>
            </a:r>
            <a:r>
              <a:rPr dirty="0" spc="-15"/>
              <a:t> </a:t>
            </a:r>
            <a:r>
              <a:rPr dirty="0"/>
              <a:t>Enterprise</a:t>
            </a:r>
            <a:r>
              <a:rPr dirty="0" spc="-20"/>
              <a:t> </a:t>
            </a:r>
            <a:r>
              <a:rPr dirty="0"/>
              <a:t>To-Be </a:t>
            </a:r>
            <a:r>
              <a:rPr dirty="0" spc="-765"/>
              <a:t> </a:t>
            </a:r>
            <a:r>
              <a:rPr dirty="0"/>
              <a:t>Model</a:t>
            </a:r>
          </a:p>
        </p:txBody>
      </p:sp>
      <p:sp>
        <p:nvSpPr>
          <p:cNvPr id="4" name="object 4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43025" y="6500168"/>
            <a:ext cx="860425" cy="233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451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2006106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0295" y="6500168"/>
            <a:ext cx="6543040" cy="23304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</a:t>
            </a:r>
            <a:r>
              <a:rPr dirty="0" sz="1400" spc="-5">
                <a:latin typeface="Arial MT"/>
                <a:cs typeface="Arial MT"/>
              </a:rPr>
              <a:t>2006106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0129" y="2085917"/>
            <a:ext cx="6686550" cy="33441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52876" y="2612389"/>
            <a:ext cx="4845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Oper</a:t>
            </a:r>
            <a:r>
              <a:rPr dirty="0" sz="1000" spc="-10">
                <a:latin typeface="Arial MT"/>
                <a:cs typeface="Arial MT"/>
              </a:rPr>
              <a:t>a</a:t>
            </a:r>
            <a:r>
              <a:rPr dirty="0" sz="1000" spc="-5">
                <a:latin typeface="Arial MT"/>
                <a:cs typeface="Arial MT"/>
              </a:rPr>
              <a:t>t</a:t>
            </a:r>
            <a:r>
              <a:rPr dirty="0" sz="1000">
                <a:latin typeface="Arial MT"/>
                <a:cs typeface="Arial MT"/>
              </a:rPr>
              <a:t>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650" y="3680714"/>
            <a:ext cx="7010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Monito</a:t>
            </a:r>
            <a:r>
              <a:rPr dirty="0" sz="1000">
                <a:latin typeface="Arial MT"/>
                <a:cs typeface="Arial MT"/>
              </a:rPr>
              <a:t>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Site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0829" y="3595370"/>
            <a:ext cx="5327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Res</a:t>
            </a:r>
            <a:r>
              <a:rPr dirty="0" sz="1000" spc="-10">
                <a:latin typeface="Arial MT"/>
                <a:cs typeface="Arial MT"/>
              </a:rPr>
              <a:t>pond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7102" y="4904485"/>
            <a:ext cx="669290" cy="32448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94615" marR="5080" indent="-82550">
              <a:lnSpc>
                <a:spcPts val="1150"/>
              </a:lnSpc>
              <a:spcBef>
                <a:spcPts val="180"/>
              </a:spcBef>
            </a:pPr>
            <a:r>
              <a:rPr dirty="0" sz="1000">
                <a:latin typeface="Arial MT"/>
                <a:cs typeface="Arial MT"/>
              </a:rPr>
              <a:t>Res</a:t>
            </a:r>
            <a:r>
              <a:rPr dirty="0" sz="1000" spc="-5">
                <a:latin typeface="Arial MT"/>
                <a:cs typeface="Arial MT"/>
              </a:rPr>
              <a:t>pon</a:t>
            </a:r>
            <a:r>
              <a:rPr dirty="0" sz="1000">
                <a:latin typeface="Arial MT"/>
                <a:cs typeface="Arial MT"/>
              </a:rPr>
              <a:t>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to  </a:t>
            </a:r>
            <a:r>
              <a:rPr dirty="0" sz="1000" spc="-5">
                <a:latin typeface="Arial MT"/>
                <a:cs typeface="Arial MT"/>
              </a:rPr>
              <a:t>Break-In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2146" y="4885435"/>
            <a:ext cx="669925" cy="32448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27329" marR="5080" indent="-215265">
              <a:lnSpc>
                <a:spcPts val="1150"/>
              </a:lnSpc>
              <a:spcBef>
                <a:spcPts val="180"/>
              </a:spcBef>
            </a:pPr>
            <a:r>
              <a:rPr dirty="0" sz="1000">
                <a:latin typeface="Arial MT"/>
                <a:cs typeface="Arial MT"/>
              </a:rPr>
              <a:t>Res</a:t>
            </a:r>
            <a:r>
              <a:rPr dirty="0" sz="1000" spc="-10">
                <a:latin typeface="Arial MT"/>
                <a:cs typeface="Arial MT"/>
              </a:rPr>
              <a:t>p</a:t>
            </a:r>
            <a:r>
              <a:rPr dirty="0" sz="1000" spc="-5">
                <a:latin typeface="Arial MT"/>
                <a:cs typeface="Arial MT"/>
              </a:rPr>
              <a:t>on</a:t>
            </a:r>
            <a:r>
              <a:rPr dirty="0" sz="1000">
                <a:latin typeface="Arial MT"/>
                <a:cs typeface="Arial MT"/>
              </a:rPr>
              <a:t>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to  </a:t>
            </a:r>
            <a:r>
              <a:rPr dirty="0" sz="1000">
                <a:latin typeface="Arial MT"/>
                <a:cs typeface="Arial MT"/>
              </a:rPr>
              <a:t>Fire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5571" y="4873244"/>
            <a:ext cx="669290" cy="3238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17475" marR="5080" indent="-105410">
              <a:lnSpc>
                <a:spcPts val="1150"/>
              </a:lnSpc>
              <a:spcBef>
                <a:spcPts val="180"/>
              </a:spcBef>
            </a:pPr>
            <a:r>
              <a:rPr dirty="0" sz="1000">
                <a:latin typeface="Arial MT"/>
                <a:cs typeface="Arial MT"/>
              </a:rPr>
              <a:t>Res</a:t>
            </a:r>
            <a:r>
              <a:rPr dirty="0" sz="1000" spc="-5">
                <a:latin typeface="Arial MT"/>
                <a:cs typeface="Arial MT"/>
              </a:rPr>
              <a:t>pon</a:t>
            </a:r>
            <a:r>
              <a:rPr dirty="0" sz="1000">
                <a:latin typeface="Arial MT"/>
                <a:cs typeface="Arial MT"/>
              </a:rPr>
              <a:t>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to  </a:t>
            </a:r>
            <a:r>
              <a:rPr dirty="0" sz="1000">
                <a:latin typeface="Arial MT"/>
                <a:cs typeface="Arial MT"/>
              </a:rPr>
              <a:t>Medical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79979" y="2587243"/>
            <a:ext cx="5676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«</a:t>
            </a:r>
            <a:r>
              <a:rPr dirty="0" sz="1000" spc="-5">
                <a:latin typeface="Arial MT"/>
                <a:cs typeface="Arial MT"/>
              </a:rPr>
              <a:t>i</a:t>
            </a:r>
            <a:r>
              <a:rPr dirty="0" sz="1000">
                <a:latin typeface="Arial MT"/>
                <a:cs typeface="Arial MT"/>
              </a:rPr>
              <a:t>nc</a:t>
            </a:r>
            <a:r>
              <a:rPr dirty="0" sz="1000" spc="-5">
                <a:latin typeface="Arial MT"/>
                <a:cs typeface="Arial MT"/>
              </a:rPr>
              <a:t>lude»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30322" y="3221989"/>
            <a:ext cx="5676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«</a:t>
            </a:r>
            <a:r>
              <a:rPr dirty="0" sz="1000" spc="-5">
                <a:latin typeface="Arial MT"/>
                <a:cs typeface="Arial MT"/>
              </a:rPr>
              <a:t>i</a:t>
            </a:r>
            <a:r>
              <a:rPr dirty="0" sz="1000">
                <a:latin typeface="Arial MT"/>
                <a:cs typeface="Arial MT"/>
              </a:rPr>
              <a:t>nc</a:t>
            </a:r>
            <a:r>
              <a:rPr dirty="0" sz="1000" spc="-5">
                <a:latin typeface="Arial MT"/>
                <a:cs typeface="Arial MT"/>
              </a:rPr>
              <a:t>lude»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54550" y="3202939"/>
            <a:ext cx="5461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«e</a:t>
            </a:r>
            <a:r>
              <a:rPr dirty="0" sz="1000" spc="-5">
                <a:latin typeface="Arial MT"/>
                <a:cs typeface="Arial MT"/>
              </a:rPr>
              <a:t>xtend»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1621" y="1771649"/>
            <a:ext cx="7080250" cy="3950335"/>
          </a:xfrm>
          <a:custGeom>
            <a:avLst/>
            <a:gdLst/>
            <a:ahLst/>
            <a:cxnLst/>
            <a:rect l="l" t="t" r="r" b="b"/>
            <a:pathLst>
              <a:path w="7080250" h="3950335">
                <a:moveTo>
                  <a:pt x="7079755" y="0"/>
                </a:moveTo>
                <a:lnTo>
                  <a:pt x="7076707" y="0"/>
                </a:lnTo>
                <a:lnTo>
                  <a:pt x="7076707" y="3810"/>
                </a:lnTo>
                <a:lnTo>
                  <a:pt x="7076707" y="3947160"/>
                </a:lnTo>
                <a:lnTo>
                  <a:pt x="3060" y="3947160"/>
                </a:lnTo>
                <a:lnTo>
                  <a:pt x="3048" y="181356"/>
                </a:lnTo>
                <a:lnTo>
                  <a:pt x="1952244" y="181356"/>
                </a:lnTo>
                <a:lnTo>
                  <a:pt x="1953768" y="181356"/>
                </a:lnTo>
                <a:lnTo>
                  <a:pt x="1982724" y="158762"/>
                </a:lnTo>
                <a:lnTo>
                  <a:pt x="1983486" y="158165"/>
                </a:lnTo>
                <a:lnTo>
                  <a:pt x="1985010" y="156972"/>
                </a:lnTo>
                <a:lnTo>
                  <a:pt x="1985772" y="155448"/>
                </a:lnTo>
                <a:lnTo>
                  <a:pt x="1985772" y="3810"/>
                </a:lnTo>
                <a:lnTo>
                  <a:pt x="7076707" y="3810"/>
                </a:lnTo>
                <a:lnTo>
                  <a:pt x="7076707" y="0"/>
                </a:lnTo>
                <a:lnTo>
                  <a:pt x="1982724" y="0"/>
                </a:lnTo>
                <a:lnTo>
                  <a:pt x="1982724" y="3810"/>
                </a:lnTo>
                <a:lnTo>
                  <a:pt x="1982724" y="154508"/>
                </a:lnTo>
                <a:lnTo>
                  <a:pt x="1951482" y="178308"/>
                </a:lnTo>
                <a:lnTo>
                  <a:pt x="3048" y="178308"/>
                </a:lnTo>
                <a:lnTo>
                  <a:pt x="3048" y="3810"/>
                </a:lnTo>
                <a:lnTo>
                  <a:pt x="1982724" y="3810"/>
                </a:lnTo>
                <a:lnTo>
                  <a:pt x="1982724" y="0"/>
                </a:lnTo>
                <a:lnTo>
                  <a:pt x="12" y="0"/>
                </a:lnTo>
                <a:lnTo>
                  <a:pt x="0" y="3950208"/>
                </a:lnTo>
                <a:lnTo>
                  <a:pt x="1536" y="3950208"/>
                </a:lnTo>
                <a:lnTo>
                  <a:pt x="3060" y="3950208"/>
                </a:lnTo>
                <a:lnTo>
                  <a:pt x="7076707" y="3950208"/>
                </a:lnTo>
                <a:lnTo>
                  <a:pt x="7078231" y="3950208"/>
                </a:lnTo>
                <a:lnTo>
                  <a:pt x="7079755" y="3950208"/>
                </a:lnTo>
                <a:lnTo>
                  <a:pt x="70797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36752" y="1766569"/>
            <a:ext cx="1884045" cy="84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latin typeface="Arial"/>
                <a:cs typeface="Arial"/>
              </a:rPr>
              <a:t>uc</a:t>
            </a:r>
            <a:r>
              <a:rPr dirty="0" sz="1000" spc="110" b="1">
                <a:latin typeface="Arial"/>
                <a:cs typeface="Arial"/>
              </a:rPr>
              <a:t> </a:t>
            </a:r>
            <a:r>
              <a:rPr dirty="0" sz="1000" spc="-5">
                <a:latin typeface="Arial MT"/>
                <a:cs typeface="Arial MT"/>
              </a:rPr>
              <a:t>[package]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System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Use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Cases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 marL="581025" marR="731520" indent="-197485">
              <a:lnSpc>
                <a:spcPts val="1150"/>
              </a:lnSpc>
            </a:pPr>
            <a:r>
              <a:rPr dirty="0" sz="1000" spc="-5">
                <a:latin typeface="Arial MT"/>
                <a:cs typeface="Arial MT"/>
              </a:rPr>
              <a:t>A</a:t>
            </a:r>
            <a:r>
              <a:rPr dirty="0" sz="1000">
                <a:latin typeface="Arial MT"/>
                <a:cs typeface="Arial MT"/>
              </a:rPr>
              <a:t>c</a:t>
            </a:r>
            <a:r>
              <a:rPr dirty="0" sz="1000" spc="-5">
                <a:latin typeface="Arial MT"/>
                <a:cs typeface="Arial MT"/>
              </a:rPr>
              <a:t>tivate</a:t>
            </a:r>
            <a:r>
              <a:rPr dirty="0" sz="1000" spc="-10">
                <a:latin typeface="Arial MT"/>
                <a:cs typeface="Arial MT"/>
              </a:rPr>
              <a:t>/</a:t>
            </a:r>
            <a:r>
              <a:rPr dirty="0" sz="1000">
                <a:latin typeface="Arial MT"/>
                <a:cs typeface="Arial MT"/>
              </a:rPr>
              <a:t>D</a:t>
            </a:r>
            <a:r>
              <a:rPr dirty="0" sz="1000" spc="-5">
                <a:latin typeface="Arial MT"/>
                <a:cs typeface="Arial MT"/>
              </a:rPr>
              <a:t>ea-  </a:t>
            </a:r>
            <a:r>
              <a:rPr dirty="0" sz="1000" spc="-5">
                <a:latin typeface="Arial MT"/>
                <a:cs typeface="Arial MT"/>
              </a:rPr>
              <a:t>ctivate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092705" y="411734"/>
            <a:ext cx="465201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40"/>
              <a:t> </a:t>
            </a:r>
            <a:r>
              <a:rPr dirty="0"/>
              <a:t>Use</a:t>
            </a:r>
            <a:r>
              <a:rPr dirty="0" spc="-20"/>
              <a:t> </a:t>
            </a:r>
            <a:r>
              <a:rPr dirty="0"/>
              <a:t>Cases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Operate</a:t>
            </a:r>
          </a:p>
        </p:txBody>
      </p:sp>
      <p:sp>
        <p:nvSpPr>
          <p:cNvPr id="16" name="object 16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543025" y="6500168"/>
            <a:ext cx="860425" cy="233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451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2006107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60295" y="6500168"/>
            <a:ext cx="6543040" cy="23304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</a:t>
            </a:r>
            <a:r>
              <a:rPr dirty="0" sz="1400" spc="-5">
                <a:latin typeface="Arial MT"/>
                <a:cs typeface="Arial MT"/>
              </a:rPr>
              <a:t>2006107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2491" y="1023619"/>
            <a:ext cx="19399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 b="1">
                <a:solidFill>
                  <a:srgbClr val="7F7F7F"/>
                </a:solidFill>
                <a:latin typeface="Times New Roman"/>
                <a:cs typeface="Times New Roman"/>
              </a:rPr>
              <a:t>act</a:t>
            </a:r>
            <a:r>
              <a:rPr dirty="0" sz="1400" spc="-10" b="1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7F7F7F"/>
                </a:solidFill>
                <a:latin typeface="Times New Roman"/>
                <a:cs typeface="Times New Roman"/>
              </a:rPr>
              <a:t>Monitor Site (break in)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81961" y="1316735"/>
            <a:ext cx="3122295" cy="4878705"/>
            <a:chOff x="1981961" y="1316735"/>
            <a:chExt cx="3122295" cy="4878705"/>
          </a:xfrm>
        </p:grpSpPr>
        <p:sp>
          <p:nvSpPr>
            <p:cNvPr id="4" name="object 4"/>
            <p:cNvSpPr/>
            <p:nvPr/>
          </p:nvSpPr>
          <p:spPr>
            <a:xfrm>
              <a:off x="3137141" y="1316735"/>
              <a:ext cx="1967230" cy="4878705"/>
            </a:xfrm>
            <a:custGeom>
              <a:avLst/>
              <a:gdLst/>
              <a:ahLst/>
              <a:cxnLst/>
              <a:rect l="l" t="t" r="r" b="b"/>
              <a:pathLst>
                <a:path w="1967229" h="4878705">
                  <a:moveTo>
                    <a:pt x="4572" y="4878324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1524" y="4878324"/>
                  </a:lnTo>
                  <a:lnTo>
                    <a:pt x="4572" y="4878324"/>
                  </a:lnTo>
                  <a:close/>
                </a:path>
                <a:path w="1967229" h="4878705">
                  <a:moveTo>
                    <a:pt x="1966722" y="4878324"/>
                  </a:moveTo>
                  <a:lnTo>
                    <a:pt x="1965198" y="0"/>
                  </a:lnTo>
                  <a:lnTo>
                    <a:pt x="1962150" y="0"/>
                  </a:lnTo>
                  <a:lnTo>
                    <a:pt x="1963674" y="4878324"/>
                  </a:lnTo>
                  <a:lnTo>
                    <a:pt x="1966722" y="4878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83485" y="1794510"/>
              <a:ext cx="788670" cy="243840"/>
            </a:xfrm>
            <a:custGeom>
              <a:avLst/>
              <a:gdLst/>
              <a:ahLst/>
              <a:cxnLst/>
              <a:rect l="l" t="t" r="r" b="b"/>
              <a:pathLst>
                <a:path w="788669" h="243839">
                  <a:moveTo>
                    <a:pt x="788670" y="172211"/>
                  </a:moveTo>
                  <a:lnTo>
                    <a:pt x="788670" y="71627"/>
                  </a:lnTo>
                  <a:lnTo>
                    <a:pt x="783050" y="43719"/>
                  </a:lnTo>
                  <a:lnTo>
                    <a:pt x="767715" y="20954"/>
                  </a:lnTo>
                  <a:lnTo>
                    <a:pt x="744950" y="5619"/>
                  </a:lnTo>
                  <a:lnTo>
                    <a:pt x="717042" y="0"/>
                  </a:lnTo>
                  <a:lnTo>
                    <a:pt x="71628" y="0"/>
                  </a:lnTo>
                  <a:lnTo>
                    <a:pt x="43719" y="5619"/>
                  </a:lnTo>
                  <a:lnTo>
                    <a:pt x="20954" y="20954"/>
                  </a:lnTo>
                  <a:lnTo>
                    <a:pt x="5619" y="43719"/>
                  </a:lnTo>
                  <a:lnTo>
                    <a:pt x="0" y="71627"/>
                  </a:lnTo>
                  <a:lnTo>
                    <a:pt x="0" y="172211"/>
                  </a:lnTo>
                  <a:lnTo>
                    <a:pt x="5619" y="200120"/>
                  </a:lnTo>
                  <a:lnTo>
                    <a:pt x="20954" y="222884"/>
                  </a:lnTo>
                  <a:lnTo>
                    <a:pt x="43719" y="238220"/>
                  </a:lnTo>
                  <a:lnTo>
                    <a:pt x="71628" y="243839"/>
                  </a:lnTo>
                  <a:lnTo>
                    <a:pt x="717042" y="243839"/>
                  </a:lnTo>
                  <a:lnTo>
                    <a:pt x="744950" y="238220"/>
                  </a:lnTo>
                  <a:lnTo>
                    <a:pt x="767715" y="222884"/>
                  </a:lnTo>
                  <a:lnTo>
                    <a:pt x="783050" y="200120"/>
                  </a:lnTo>
                  <a:lnTo>
                    <a:pt x="788670" y="17221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81961" y="1792986"/>
              <a:ext cx="791845" cy="247650"/>
            </a:xfrm>
            <a:custGeom>
              <a:avLst/>
              <a:gdLst/>
              <a:ahLst/>
              <a:cxnLst/>
              <a:rect l="l" t="t" r="r" b="b"/>
              <a:pathLst>
                <a:path w="791844" h="247650">
                  <a:moveTo>
                    <a:pt x="791718" y="181355"/>
                  </a:moveTo>
                  <a:lnTo>
                    <a:pt x="791718" y="65531"/>
                  </a:lnTo>
                  <a:lnTo>
                    <a:pt x="790194" y="58673"/>
                  </a:lnTo>
                  <a:lnTo>
                    <a:pt x="782034" y="36656"/>
                  </a:lnTo>
                  <a:lnTo>
                    <a:pt x="767591" y="18740"/>
                  </a:lnTo>
                  <a:lnTo>
                    <a:pt x="748256" y="6122"/>
                  </a:lnTo>
                  <a:lnTo>
                    <a:pt x="725424" y="0"/>
                  </a:lnTo>
                  <a:lnTo>
                    <a:pt x="73152" y="0"/>
                  </a:lnTo>
                  <a:lnTo>
                    <a:pt x="29703" y="13949"/>
                  </a:lnTo>
                  <a:lnTo>
                    <a:pt x="3047" y="51053"/>
                  </a:lnTo>
                  <a:lnTo>
                    <a:pt x="0" y="65531"/>
                  </a:lnTo>
                  <a:lnTo>
                    <a:pt x="0" y="181355"/>
                  </a:lnTo>
                  <a:lnTo>
                    <a:pt x="1524" y="188975"/>
                  </a:lnTo>
                  <a:lnTo>
                    <a:pt x="3048" y="195833"/>
                  </a:lnTo>
                  <a:lnTo>
                    <a:pt x="3047" y="66293"/>
                  </a:lnTo>
                  <a:lnTo>
                    <a:pt x="4571" y="58673"/>
                  </a:lnTo>
                  <a:lnTo>
                    <a:pt x="28193" y="19049"/>
                  </a:lnTo>
                  <a:lnTo>
                    <a:pt x="65662" y="3205"/>
                  </a:lnTo>
                  <a:lnTo>
                    <a:pt x="725424" y="3047"/>
                  </a:lnTo>
                  <a:lnTo>
                    <a:pt x="732282" y="4571"/>
                  </a:lnTo>
                  <a:lnTo>
                    <a:pt x="770443" y="26165"/>
                  </a:lnTo>
                  <a:lnTo>
                    <a:pt x="787908" y="66293"/>
                  </a:lnTo>
                  <a:lnTo>
                    <a:pt x="788670" y="73151"/>
                  </a:lnTo>
                  <a:lnTo>
                    <a:pt x="788670" y="192210"/>
                  </a:lnTo>
                  <a:lnTo>
                    <a:pt x="791718" y="181355"/>
                  </a:lnTo>
                  <a:close/>
                </a:path>
                <a:path w="791844" h="247650">
                  <a:moveTo>
                    <a:pt x="788670" y="192210"/>
                  </a:moveTo>
                  <a:lnTo>
                    <a:pt x="788670" y="173735"/>
                  </a:lnTo>
                  <a:lnTo>
                    <a:pt x="787908" y="181355"/>
                  </a:lnTo>
                  <a:lnTo>
                    <a:pt x="787146" y="188213"/>
                  </a:lnTo>
                  <a:lnTo>
                    <a:pt x="779414" y="208921"/>
                  </a:lnTo>
                  <a:lnTo>
                    <a:pt x="765328" y="225971"/>
                  </a:lnTo>
                  <a:lnTo>
                    <a:pt x="746721" y="238048"/>
                  </a:lnTo>
                  <a:lnTo>
                    <a:pt x="725424" y="243839"/>
                  </a:lnTo>
                  <a:lnTo>
                    <a:pt x="73152" y="243839"/>
                  </a:lnTo>
                  <a:lnTo>
                    <a:pt x="31613" y="230552"/>
                  </a:lnTo>
                  <a:lnTo>
                    <a:pt x="6096" y="195071"/>
                  </a:lnTo>
                  <a:lnTo>
                    <a:pt x="3048" y="180593"/>
                  </a:lnTo>
                  <a:lnTo>
                    <a:pt x="3048" y="195833"/>
                  </a:lnTo>
                  <a:lnTo>
                    <a:pt x="26670" y="230885"/>
                  </a:lnTo>
                  <a:lnTo>
                    <a:pt x="63144" y="246724"/>
                  </a:lnTo>
                  <a:lnTo>
                    <a:pt x="73152" y="247649"/>
                  </a:lnTo>
                  <a:lnTo>
                    <a:pt x="718566" y="247649"/>
                  </a:lnTo>
                  <a:lnTo>
                    <a:pt x="772820" y="223132"/>
                  </a:lnTo>
                  <a:lnTo>
                    <a:pt x="785339" y="204070"/>
                  </a:lnTo>
                  <a:lnTo>
                    <a:pt x="788670" y="192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076704" y="1840483"/>
            <a:ext cx="6813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Enter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Property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81961" y="3826002"/>
            <a:ext cx="791845" cy="247650"/>
            <a:chOff x="1981961" y="3826002"/>
            <a:chExt cx="791845" cy="247650"/>
          </a:xfrm>
        </p:grpSpPr>
        <p:sp>
          <p:nvSpPr>
            <p:cNvPr id="9" name="object 9"/>
            <p:cNvSpPr/>
            <p:nvPr/>
          </p:nvSpPr>
          <p:spPr>
            <a:xfrm>
              <a:off x="1983485" y="3827526"/>
              <a:ext cx="788670" cy="245110"/>
            </a:xfrm>
            <a:custGeom>
              <a:avLst/>
              <a:gdLst/>
              <a:ahLst/>
              <a:cxnLst/>
              <a:rect l="l" t="t" r="r" b="b"/>
              <a:pathLst>
                <a:path w="788669" h="245110">
                  <a:moveTo>
                    <a:pt x="788670" y="172974"/>
                  </a:moveTo>
                  <a:lnTo>
                    <a:pt x="788670" y="72390"/>
                  </a:lnTo>
                  <a:lnTo>
                    <a:pt x="783050" y="44362"/>
                  </a:lnTo>
                  <a:lnTo>
                    <a:pt x="767715" y="21336"/>
                  </a:lnTo>
                  <a:lnTo>
                    <a:pt x="744950" y="5738"/>
                  </a:lnTo>
                  <a:lnTo>
                    <a:pt x="717042" y="0"/>
                  </a:lnTo>
                  <a:lnTo>
                    <a:pt x="71628" y="0"/>
                  </a:lnTo>
                  <a:lnTo>
                    <a:pt x="43719" y="5738"/>
                  </a:lnTo>
                  <a:lnTo>
                    <a:pt x="20954" y="21336"/>
                  </a:lnTo>
                  <a:lnTo>
                    <a:pt x="5619" y="44362"/>
                  </a:lnTo>
                  <a:lnTo>
                    <a:pt x="0" y="72390"/>
                  </a:lnTo>
                  <a:lnTo>
                    <a:pt x="0" y="172974"/>
                  </a:lnTo>
                  <a:lnTo>
                    <a:pt x="5619" y="200882"/>
                  </a:lnTo>
                  <a:lnTo>
                    <a:pt x="20954" y="223647"/>
                  </a:lnTo>
                  <a:lnTo>
                    <a:pt x="43719" y="238982"/>
                  </a:lnTo>
                  <a:lnTo>
                    <a:pt x="71628" y="244602"/>
                  </a:lnTo>
                  <a:lnTo>
                    <a:pt x="717042" y="244602"/>
                  </a:lnTo>
                  <a:lnTo>
                    <a:pt x="744950" y="238982"/>
                  </a:lnTo>
                  <a:lnTo>
                    <a:pt x="767715" y="223647"/>
                  </a:lnTo>
                  <a:lnTo>
                    <a:pt x="783050" y="200882"/>
                  </a:lnTo>
                  <a:lnTo>
                    <a:pt x="788670" y="172974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981961" y="3826002"/>
              <a:ext cx="791845" cy="247650"/>
            </a:xfrm>
            <a:custGeom>
              <a:avLst/>
              <a:gdLst/>
              <a:ahLst/>
              <a:cxnLst/>
              <a:rect l="l" t="t" r="r" b="b"/>
              <a:pathLst>
                <a:path w="791844" h="247650">
                  <a:moveTo>
                    <a:pt x="791718" y="182117"/>
                  </a:moveTo>
                  <a:lnTo>
                    <a:pt x="791718" y="66293"/>
                  </a:lnTo>
                  <a:lnTo>
                    <a:pt x="790194" y="58673"/>
                  </a:lnTo>
                  <a:lnTo>
                    <a:pt x="767376" y="18978"/>
                  </a:lnTo>
                  <a:lnTo>
                    <a:pt x="725424" y="761"/>
                  </a:lnTo>
                  <a:lnTo>
                    <a:pt x="718566" y="0"/>
                  </a:lnTo>
                  <a:lnTo>
                    <a:pt x="73152" y="0"/>
                  </a:lnTo>
                  <a:lnTo>
                    <a:pt x="29617" y="14592"/>
                  </a:lnTo>
                  <a:lnTo>
                    <a:pt x="3047" y="51815"/>
                  </a:lnTo>
                  <a:lnTo>
                    <a:pt x="0" y="66293"/>
                  </a:lnTo>
                  <a:lnTo>
                    <a:pt x="0" y="182117"/>
                  </a:lnTo>
                  <a:lnTo>
                    <a:pt x="1524" y="188975"/>
                  </a:lnTo>
                  <a:lnTo>
                    <a:pt x="3048" y="196595"/>
                  </a:lnTo>
                  <a:lnTo>
                    <a:pt x="3047" y="66293"/>
                  </a:lnTo>
                  <a:lnTo>
                    <a:pt x="21917" y="25427"/>
                  </a:lnTo>
                  <a:lnTo>
                    <a:pt x="55878" y="5567"/>
                  </a:lnTo>
                  <a:lnTo>
                    <a:pt x="718566" y="3047"/>
                  </a:lnTo>
                  <a:lnTo>
                    <a:pt x="732282" y="4571"/>
                  </a:lnTo>
                  <a:lnTo>
                    <a:pt x="770324" y="26569"/>
                  </a:lnTo>
                  <a:lnTo>
                    <a:pt x="787908" y="66293"/>
                  </a:lnTo>
                  <a:lnTo>
                    <a:pt x="788670" y="73913"/>
                  </a:lnTo>
                  <a:lnTo>
                    <a:pt x="788670" y="192847"/>
                  </a:lnTo>
                  <a:lnTo>
                    <a:pt x="791718" y="182117"/>
                  </a:lnTo>
                  <a:close/>
                </a:path>
                <a:path w="791844" h="247650">
                  <a:moveTo>
                    <a:pt x="788670" y="192847"/>
                  </a:moveTo>
                  <a:lnTo>
                    <a:pt x="788670" y="174497"/>
                  </a:lnTo>
                  <a:lnTo>
                    <a:pt x="787908" y="181355"/>
                  </a:lnTo>
                  <a:lnTo>
                    <a:pt x="787146" y="188975"/>
                  </a:lnTo>
                  <a:lnTo>
                    <a:pt x="779291" y="209842"/>
                  </a:lnTo>
                  <a:lnTo>
                    <a:pt x="765343" y="226623"/>
                  </a:lnTo>
                  <a:lnTo>
                    <a:pt x="746865" y="238487"/>
                  </a:lnTo>
                  <a:lnTo>
                    <a:pt x="725424" y="244601"/>
                  </a:lnTo>
                  <a:lnTo>
                    <a:pt x="73152" y="244601"/>
                  </a:lnTo>
                  <a:lnTo>
                    <a:pt x="31427" y="230976"/>
                  </a:lnTo>
                  <a:lnTo>
                    <a:pt x="6096" y="195071"/>
                  </a:lnTo>
                  <a:lnTo>
                    <a:pt x="3048" y="181355"/>
                  </a:lnTo>
                  <a:lnTo>
                    <a:pt x="3048" y="196595"/>
                  </a:lnTo>
                  <a:lnTo>
                    <a:pt x="26670" y="230885"/>
                  </a:lnTo>
                  <a:lnTo>
                    <a:pt x="64964" y="247438"/>
                  </a:lnTo>
                  <a:lnTo>
                    <a:pt x="73152" y="247649"/>
                  </a:lnTo>
                  <a:lnTo>
                    <a:pt x="726186" y="247649"/>
                  </a:lnTo>
                  <a:lnTo>
                    <a:pt x="733044" y="246125"/>
                  </a:lnTo>
                  <a:lnTo>
                    <a:pt x="754875" y="238391"/>
                  </a:lnTo>
                  <a:lnTo>
                    <a:pt x="772720" y="223804"/>
                  </a:lnTo>
                  <a:lnTo>
                    <a:pt x="785395" y="204376"/>
                  </a:lnTo>
                  <a:lnTo>
                    <a:pt x="788670" y="1928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068322" y="3875785"/>
            <a:ext cx="6654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Conduct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Theft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81961" y="3396234"/>
            <a:ext cx="791845" cy="1276350"/>
            <a:chOff x="1981961" y="3396234"/>
            <a:chExt cx="791845" cy="12763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6376" y="3396234"/>
              <a:ext cx="232410" cy="14706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983485" y="4426458"/>
              <a:ext cx="788670" cy="245110"/>
            </a:xfrm>
            <a:custGeom>
              <a:avLst/>
              <a:gdLst/>
              <a:ahLst/>
              <a:cxnLst/>
              <a:rect l="l" t="t" r="r" b="b"/>
              <a:pathLst>
                <a:path w="788669" h="245110">
                  <a:moveTo>
                    <a:pt x="788670" y="172212"/>
                  </a:moveTo>
                  <a:lnTo>
                    <a:pt x="788670" y="71628"/>
                  </a:lnTo>
                  <a:lnTo>
                    <a:pt x="783050" y="43719"/>
                  </a:lnTo>
                  <a:lnTo>
                    <a:pt x="767715" y="20955"/>
                  </a:lnTo>
                  <a:lnTo>
                    <a:pt x="744950" y="5619"/>
                  </a:lnTo>
                  <a:lnTo>
                    <a:pt x="717042" y="0"/>
                  </a:lnTo>
                  <a:lnTo>
                    <a:pt x="71628" y="0"/>
                  </a:ln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172212"/>
                  </a:lnTo>
                  <a:lnTo>
                    <a:pt x="5619" y="200239"/>
                  </a:lnTo>
                  <a:lnTo>
                    <a:pt x="20954" y="223266"/>
                  </a:lnTo>
                  <a:lnTo>
                    <a:pt x="43719" y="238863"/>
                  </a:lnTo>
                  <a:lnTo>
                    <a:pt x="71628" y="244602"/>
                  </a:lnTo>
                  <a:lnTo>
                    <a:pt x="717042" y="244602"/>
                  </a:lnTo>
                  <a:lnTo>
                    <a:pt x="744950" y="238863"/>
                  </a:lnTo>
                  <a:lnTo>
                    <a:pt x="767715" y="223266"/>
                  </a:lnTo>
                  <a:lnTo>
                    <a:pt x="783050" y="200239"/>
                  </a:lnTo>
                  <a:lnTo>
                    <a:pt x="788670" y="172212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981961" y="4424934"/>
              <a:ext cx="791845" cy="247650"/>
            </a:xfrm>
            <a:custGeom>
              <a:avLst/>
              <a:gdLst/>
              <a:ahLst/>
              <a:cxnLst/>
              <a:rect l="l" t="t" r="r" b="b"/>
              <a:pathLst>
                <a:path w="791844" h="247650">
                  <a:moveTo>
                    <a:pt x="791718" y="181355"/>
                  </a:moveTo>
                  <a:lnTo>
                    <a:pt x="791718" y="65531"/>
                  </a:lnTo>
                  <a:lnTo>
                    <a:pt x="790194" y="58673"/>
                  </a:lnTo>
                  <a:lnTo>
                    <a:pt x="781957" y="36642"/>
                  </a:lnTo>
                  <a:lnTo>
                    <a:pt x="767529" y="18711"/>
                  </a:lnTo>
                  <a:lnTo>
                    <a:pt x="748240" y="6094"/>
                  </a:lnTo>
                  <a:lnTo>
                    <a:pt x="725424" y="0"/>
                  </a:lnTo>
                  <a:lnTo>
                    <a:pt x="73152" y="0"/>
                  </a:lnTo>
                  <a:lnTo>
                    <a:pt x="29379" y="14201"/>
                  </a:lnTo>
                  <a:lnTo>
                    <a:pt x="3047" y="51815"/>
                  </a:lnTo>
                  <a:lnTo>
                    <a:pt x="0" y="65531"/>
                  </a:lnTo>
                  <a:lnTo>
                    <a:pt x="0" y="181355"/>
                  </a:lnTo>
                  <a:lnTo>
                    <a:pt x="1524" y="188975"/>
                  </a:lnTo>
                  <a:lnTo>
                    <a:pt x="3048" y="195833"/>
                  </a:lnTo>
                  <a:lnTo>
                    <a:pt x="3047" y="66293"/>
                  </a:lnTo>
                  <a:lnTo>
                    <a:pt x="6095" y="52577"/>
                  </a:lnTo>
                  <a:lnTo>
                    <a:pt x="28193" y="19049"/>
                  </a:lnTo>
                  <a:lnTo>
                    <a:pt x="65661" y="3205"/>
                  </a:lnTo>
                  <a:lnTo>
                    <a:pt x="725424" y="3047"/>
                  </a:lnTo>
                  <a:lnTo>
                    <a:pt x="732282" y="4571"/>
                  </a:lnTo>
                  <a:lnTo>
                    <a:pt x="770305" y="26203"/>
                  </a:lnTo>
                  <a:lnTo>
                    <a:pt x="787908" y="66293"/>
                  </a:lnTo>
                  <a:lnTo>
                    <a:pt x="788670" y="73151"/>
                  </a:lnTo>
                  <a:lnTo>
                    <a:pt x="788670" y="192432"/>
                  </a:lnTo>
                  <a:lnTo>
                    <a:pt x="791718" y="181355"/>
                  </a:lnTo>
                  <a:close/>
                </a:path>
                <a:path w="791844" h="247650">
                  <a:moveTo>
                    <a:pt x="788670" y="192432"/>
                  </a:moveTo>
                  <a:lnTo>
                    <a:pt x="788670" y="173735"/>
                  </a:lnTo>
                  <a:lnTo>
                    <a:pt x="787908" y="181355"/>
                  </a:lnTo>
                  <a:lnTo>
                    <a:pt x="787146" y="188213"/>
                  </a:lnTo>
                  <a:lnTo>
                    <a:pt x="765467" y="226233"/>
                  </a:lnTo>
                  <a:lnTo>
                    <a:pt x="725424" y="243839"/>
                  </a:lnTo>
                  <a:lnTo>
                    <a:pt x="73152" y="244601"/>
                  </a:lnTo>
                  <a:lnTo>
                    <a:pt x="51081" y="240659"/>
                  </a:lnTo>
                  <a:lnTo>
                    <a:pt x="31627" y="230552"/>
                  </a:lnTo>
                  <a:lnTo>
                    <a:pt x="16171" y="215087"/>
                  </a:lnTo>
                  <a:lnTo>
                    <a:pt x="6096" y="195071"/>
                  </a:lnTo>
                  <a:lnTo>
                    <a:pt x="3048" y="181355"/>
                  </a:lnTo>
                  <a:lnTo>
                    <a:pt x="3048" y="195833"/>
                  </a:lnTo>
                  <a:lnTo>
                    <a:pt x="26670" y="230885"/>
                  </a:lnTo>
                  <a:lnTo>
                    <a:pt x="63144" y="246724"/>
                  </a:lnTo>
                  <a:lnTo>
                    <a:pt x="73152" y="247649"/>
                  </a:lnTo>
                  <a:lnTo>
                    <a:pt x="718566" y="247649"/>
                  </a:lnTo>
                  <a:lnTo>
                    <a:pt x="772844" y="223156"/>
                  </a:lnTo>
                  <a:lnTo>
                    <a:pt x="785491" y="203983"/>
                  </a:lnTo>
                  <a:lnTo>
                    <a:pt x="788670" y="192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098801" y="4474717"/>
            <a:ext cx="6070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Exit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Property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10054" y="1300669"/>
            <a:ext cx="375920" cy="29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065">
              <a:lnSpc>
                <a:spcPct val="111900"/>
              </a:lnSpc>
              <a:spcBef>
                <a:spcPts val="100"/>
              </a:spcBef>
            </a:pPr>
            <a:r>
              <a:rPr dirty="0" sz="800" spc="-5">
                <a:latin typeface="Arial MT"/>
                <a:cs typeface="Arial MT"/>
              </a:rPr>
              <a:t>«actor»  Intruder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604010" y="1586483"/>
            <a:ext cx="3484879" cy="573405"/>
            <a:chOff x="1604010" y="1586483"/>
            <a:chExt cx="3484879" cy="573405"/>
          </a:xfrm>
        </p:grpSpPr>
        <p:sp>
          <p:nvSpPr>
            <p:cNvPr id="19" name="object 19"/>
            <p:cNvSpPr/>
            <p:nvPr/>
          </p:nvSpPr>
          <p:spPr>
            <a:xfrm>
              <a:off x="1604010" y="1586483"/>
              <a:ext cx="1534795" cy="5080"/>
            </a:xfrm>
            <a:custGeom>
              <a:avLst/>
              <a:gdLst/>
              <a:ahLst/>
              <a:cxnLst/>
              <a:rect l="l" t="t" r="r" b="b"/>
              <a:pathLst>
                <a:path w="1534795" h="5080">
                  <a:moveTo>
                    <a:pt x="1534668" y="4571"/>
                  </a:moveTo>
                  <a:lnTo>
                    <a:pt x="1534668" y="1523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1534668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2701" y="1638181"/>
              <a:ext cx="79667" cy="727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8427" y="1969597"/>
              <a:ext cx="140208" cy="13053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752850" y="1913382"/>
              <a:ext cx="789940" cy="245110"/>
            </a:xfrm>
            <a:custGeom>
              <a:avLst/>
              <a:gdLst/>
              <a:ahLst/>
              <a:cxnLst/>
              <a:rect l="l" t="t" r="r" b="b"/>
              <a:pathLst>
                <a:path w="789939" h="245110">
                  <a:moveTo>
                    <a:pt x="789432" y="172211"/>
                  </a:moveTo>
                  <a:lnTo>
                    <a:pt x="789432" y="71627"/>
                  </a:lnTo>
                  <a:lnTo>
                    <a:pt x="783812" y="43719"/>
                  </a:lnTo>
                  <a:lnTo>
                    <a:pt x="768477" y="20954"/>
                  </a:lnTo>
                  <a:lnTo>
                    <a:pt x="745712" y="5619"/>
                  </a:lnTo>
                  <a:lnTo>
                    <a:pt x="717804" y="0"/>
                  </a:lnTo>
                  <a:lnTo>
                    <a:pt x="72390" y="0"/>
                  </a:lnTo>
                  <a:lnTo>
                    <a:pt x="44362" y="5619"/>
                  </a:lnTo>
                  <a:lnTo>
                    <a:pt x="21335" y="20954"/>
                  </a:lnTo>
                  <a:lnTo>
                    <a:pt x="5738" y="43719"/>
                  </a:lnTo>
                  <a:lnTo>
                    <a:pt x="0" y="71627"/>
                  </a:lnTo>
                  <a:lnTo>
                    <a:pt x="0" y="172211"/>
                  </a:lnTo>
                  <a:lnTo>
                    <a:pt x="5738" y="200239"/>
                  </a:lnTo>
                  <a:lnTo>
                    <a:pt x="21336" y="223265"/>
                  </a:lnTo>
                  <a:lnTo>
                    <a:pt x="44362" y="238863"/>
                  </a:lnTo>
                  <a:lnTo>
                    <a:pt x="72390" y="244601"/>
                  </a:lnTo>
                  <a:lnTo>
                    <a:pt x="717804" y="244601"/>
                  </a:lnTo>
                  <a:lnTo>
                    <a:pt x="745712" y="238863"/>
                  </a:lnTo>
                  <a:lnTo>
                    <a:pt x="768477" y="223265"/>
                  </a:lnTo>
                  <a:lnTo>
                    <a:pt x="783812" y="200239"/>
                  </a:lnTo>
                  <a:lnTo>
                    <a:pt x="789432" y="17221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751326" y="1911858"/>
              <a:ext cx="792480" cy="247650"/>
            </a:xfrm>
            <a:custGeom>
              <a:avLst/>
              <a:gdLst/>
              <a:ahLst/>
              <a:cxnLst/>
              <a:rect l="l" t="t" r="r" b="b"/>
              <a:pathLst>
                <a:path w="792479" h="247650">
                  <a:moveTo>
                    <a:pt x="792480" y="173735"/>
                  </a:moveTo>
                  <a:lnTo>
                    <a:pt x="792480" y="73151"/>
                  </a:lnTo>
                  <a:lnTo>
                    <a:pt x="791718" y="65531"/>
                  </a:lnTo>
                  <a:lnTo>
                    <a:pt x="768196" y="18735"/>
                  </a:lnTo>
                  <a:lnTo>
                    <a:pt x="726186" y="0"/>
                  </a:lnTo>
                  <a:lnTo>
                    <a:pt x="73914" y="0"/>
                  </a:lnTo>
                  <a:lnTo>
                    <a:pt x="30222" y="14168"/>
                  </a:lnTo>
                  <a:lnTo>
                    <a:pt x="3809" y="51815"/>
                  </a:lnTo>
                  <a:lnTo>
                    <a:pt x="761" y="66293"/>
                  </a:lnTo>
                  <a:lnTo>
                    <a:pt x="0" y="73151"/>
                  </a:lnTo>
                  <a:lnTo>
                    <a:pt x="0" y="174497"/>
                  </a:lnTo>
                  <a:lnTo>
                    <a:pt x="762" y="181355"/>
                  </a:lnTo>
                  <a:lnTo>
                    <a:pt x="1524" y="188975"/>
                  </a:lnTo>
                  <a:lnTo>
                    <a:pt x="3810" y="195833"/>
                  </a:lnTo>
                  <a:lnTo>
                    <a:pt x="3809" y="66293"/>
                  </a:lnTo>
                  <a:lnTo>
                    <a:pt x="4571" y="59435"/>
                  </a:lnTo>
                  <a:lnTo>
                    <a:pt x="22384" y="25517"/>
                  </a:lnTo>
                  <a:lnTo>
                    <a:pt x="56711" y="5053"/>
                  </a:lnTo>
                  <a:lnTo>
                    <a:pt x="726186" y="3047"/>
                  </a:lnTo>
                  <a:lnTo>
                    <a:pt x="733044" y="4571"/>
                  </a:lnTo>
                  <a:lnTo>
                    <a:pt x="771063" y="26208"/>
                  </a:lnTo>
                  <a:lnTo>
                    <a:pt x="788670" y="66293"/>
                  </a:lnTo>
                  <a:lnTo>
                    <a:pt x="789432" y="73151"/>
                  </a:lnTo>
                  <a:lnTo>
                    <a:pt x="789432" y="190526"/>
                  </a:lnTo>
                  <a:lnTo>
                    <a:pt x="791718" y="181355"/>
                  </a:lnTo>
                  <a:lnTo>
                    <a:pt x="792480" y="173735"/>
                  </a:lnTo>
                  <a:close/>
                </a:path>
                <a:path w="792479" h="247650">
                  <a:moveTo>
                    <a:pt x="789432" y="190526"/>
                  </a:moveTo>
                  <a:lnTo>
                    <a:pt x="789432" y="173735"/>
                  </a:lnTo>
                  <a:lnTo>
                    <a:pt x="788670" y="181355"/>
                  </a:lnTo>
                  <a:lnTo>
                    <a:pt x="787908" y="188213"/>
                  </a:lnTo>
                  <a:lnTo>
                    <a:pt x="766233" y="226223"/>
                  </a:lnTo>
                  <a:lnTo>
                    <a:pt x="726186" y="243839"/>
                  </a:lnTo>
                  <a:lnTo>
                    <a:pt x="73914" y="244601"/>
                  </a:lnTo>
                  <a:lnTo>
                    <a:pt x="51426" y="240506"/>
                  </a:lnTo>
                  <a:lnTo>
                    <a:pt x="17022" y="215626"/>
                  </a:lnTo>
                  <a:lnTo>
                    <a:pt x="3810" y="181355"/>
                  </a:lnTo>
                  <a:lnTo>
                    <a:pt x="3810" y="195833"/>
                  </a:lnTo>
                  <a:lnTo>
                    <a:pt x="27432" y="230885"/>
                  </a:lnTo>
                  <a:lnTo>
                    <a:pt x="64809" y="246826"/>
                  </a:lnTo>
                  <a:lnTo>
                    <a:pt x="73914" y="247649"/>
                  </a:lnTo>
                  <a:lnTo>
                    <a:pt x="719328" y="247649"/>
                  </a:lnTo>
                  <a:lnTo>
                    <a:pt x="726186" y="246887"/>
                  </a:lnTo>
                  <a:lnTo>
                    <a:pt x="733806" y="246125"/>
                  </a:lnTo>
                  <a:lnTo>
                    <a:pt x="755865" y="237496"/>
                  </a:lnTo>
                  <a:lnTo>
                    <a:pt x="773691" y="223137"/>
                  </a:lnTo>
                  <a:lnTo>
                    <a:pt x="786053" y="204079"/>
                  </a:lnTo>
                  <a:lnTo>
                    <a:pt x="789432" y="190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850640" y="1961642"/>
            <a:ext cx="6711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Status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Update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51326" y="2257805"/>
            <a:ext cx="792480" cy="619125"/>
            <a:chOff x="3751326" y="2257805"/>
            <a:chExt cx="792480" cy="619125"/>
          </a:xfrm>
        </p:grpSpPr>
        <p:sp>
          <p:nvSpPr>
            <p:cNvPr id="26" name="object 26"/>
            <p:cNvSpPr/>
            <p:nvPr/>
          </p:nvSpPr>
          <p:spPr>
            <a:xfrm>
              <a:off x="3862578" y="2257805"/>
              <a:ext cx="509905" cy="38100"/>
            </a:xfrm>
            <a:custGeom>
              <a:avLst/>
              <a:gdLst/>
              <a:ahLst/>
              <a:cxnLst/>
              <a:rect l="l" t="t" r="r" b="b"/>
              <a:pathLst>
                <a:path w="509904" h="38100">
                  <a:moveTo>
                    <a:pt x="509778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524" y="38100"/>
                  </a:lnTo>
                  <a:lnTo>
                    <a:pt x="3048" y="38100"/>
                  </a:lnTo>
                  <a:lnTo>
                    <a:pt x="506730" y="38100"/>
                  </a:lnTo>
                  <a:lnTo>
                    <a:pt x="508254" y="38100"/>
                  </a:lnTo>
                  <a:lnTo>
                    <a:pt x="509778" y="38100"/>
                  </a:lnTo>
                  <a:lnTo>
                    <a:pt x="5097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52849" y="2632710"/>
              <a:ext cx="789940" cy="242570"/>
            </a:xfrm>
            <a:custGeom>
              <a:avLst/>
              <a:gdLst/>
              <a:ahLst/>
              <a:cxnLst/>
              <a:rect l="l" t="t" r="r" b="b"/>
              <a:pathLst>
                <a:path w="789939" h="242569">
                  <a:moveTo>
                    <a:pt x="789432" y="171449"/>
                  </a:moveTo>
                  <a:lnTo>
                    <a:pt x="789432" y="70865"/>
                  </a:lnTo>
                  <a:lnTo>
                    <a:pt x="783812" y="43398"/>
                  </a:lnTo>
                  <a:lnTo>
                    <a:pt x="768477" y="20859"/>
                  </a:lnTo>
                  <a:lnTo>
                    <a:pt x="745712" y="5607"/>
                  </a:lnTo>
                  <a:lnTo>
                    <a:pt x="717804" y="0"/>
                  </a:lnTo>
                  <a:lnTo>
                    <a:pt x="71628" y="0"/>
                  </a:lnTo>
                  <a:lnTo>
                    <a:pt x="43719" y="5607"/>
                  </a:lnTo>
                  <a:lnTo>
                    <a:pt x="20954" y="20859"/>
                  </a:lnTo>
                  <a:lnTo>
                    <a:pt x="5619" y="43398"/>
                  </a:lnTo>
                  <a:lnTo>
                    <a:pt x="0" y="70865"/>
                  </a:lnTo>
                  <a:lnTo>
                    <a:pt x="0" y="171449"/>
                  </a:lnTo>
                  <a:lnTo>
                    <a:pt x="5619" y="198917"/>
                  </a:lnTo>
                  <a:lnTo>
                    <a:pt x="20954" y="221456"/>
                  </a:lnTo>
                  <a:lnTo>
                    <a:pt x="43719" y="236708"/>
                  </a:lnTo>
                  <a:lnTo>
                    <a:pt x="71628" y="242315"/>
                  </a:lnTo>
                  <a:lnTo>
                    <a:pt x="717804" y="242315"/>
                  </a:lnTo>
                  <a:lnTo>
                    <a:pt x="745712" y="236708"/>
                  </a:lnTo>
                  <a:lnTo>
                    <a:pt x="768477" y="221456"/>
                  </a:lnTo>
                  <a:lnTo>
                    <a:pt x="783812" y="198917"/>
                  </a:lnTo>
                  <a:lnTo>
                    <a:pt x="789432" y="17144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751326" y="2631186"/>
              <a:ext cx="792480" cy="245745"/>
            </a:xfrm>
            <a:custGeom>
              <a:avLst/>
              <a:gdLst/>
              <a:ahLst/>
              <a:cxnLst/>
              <a:rect l="l" t="t" r="r" b="b"/>
              <a:pathLst>
                <a:path w="792479" h="245744">
                  <a:moveTo>
                    <a:pt x="792480" y="172973"/>
                  </a:moveTo>
                  <a:lnTo>
                    <a:pt x="792480" y="72389"/>
                  </a:lnTo>
                  <a:lnTo>
                    <a:pt x="791718" y="65531"/>
                  </a:lnTo>
                  <a:lnTo>
                    <a:pt x="790956" y="57911"/>
                  </a:lnTo>
                  <a:lnTo>
                    <a:pt x="782574" y="36129"/>
                  </a:lnTo>
                  <a:lnTo>
                    <a:pt x="768415" y="18449"/>
                  </a:lnTo>
                  <a:lnTo>
                    <a:pt x="749524" y="6023"/>
                  </a:lnTo>
                  <a:lnTo>
                    <a:pt x="726948" y="0"/>
                  </a:lnTo>
                  <a:lnTo>
                    <a:pt x="73152" y="0"/>
                  </a:lnTo>
                  <a:lnTo>
                    <a:pt x="29989" y="13968"/>
                  </a:lnTo>
                  <a:lnTo>
                    <a:pt x="3809" y="51053"/>
                  </a:lnTo>
                  <a:lnTo>
                    <a:pt x="761" y="65531"/>
                  </a:lnTo>
                  <a:lnTo>
                    <a:pt x="0" y="72389"/>
                  </a:lnTo>
                  <a:lnTo>
                    <a:pt x="0" y="172973"/>
                  </a:lnTo>
                  <a:lnTo>
                    <a:pt x="762" y="180593"/>
                  </a:lnTo>
                  <a:lnTo>
                    <a:pt x="1524" y="187451"/>
                  </a:lnTo>
                  <a:lnTo>
                    <a:pt x="3810" y="194309"/>
                  </a:lnTo>
                  <a:lnTo>
                    <a:pt x="3809" y="65531"/>
                  </a:lnTo>
                  <a:lnTo>
                    <a:pt x="4571" y="58673"/>
                  </a:lnTo>
                  <a:lnTo>
                    <a:pt x="28955" y="19049"/>
                  </a:lnTo>
                  <a:lnTo>
                    <a:pt x="65692" y="3243"/>
                  </a:lnTo>
                  <a:lnTo>
                    <a:pt x="726948" y="3047"/>
                  </a:lnTo>
                  <a:lnTo>
                    <a:pt x="733806" y="4571"/>
                  </a:lnTo>
                  <a:lnTo>
                    <a:pt x="771410" y="25907"/>
                  </a:lnTo>
                  <a:lnTo>
                    <a:pt x="788670" y="65531"/>
                  </a:lnTo>
                  <a:lnTo>
                    <a:pt x="789432" y="73151"/>
                  </a:lnTo>
                  <a:lnTo>
                    <a:pt x="789432" y="189158"/>
                  </a:lnTo>
                  <a:lnTo>
                    <a:pt x="791718" y="179831"/>
                  </a:lnTo>
                  <a:lnTo>
                    <a:pt x="792480" y="172973"/>
                  </a:lnTo>
                  <a:close/>
                </a:path>
                <a:path w="792479" h="245744">
                  <a:moveTo>
                    <a:pt x="789432" y="189158"/>
                  </a:moveTo>
                  <a:lnTo>
                    <a:pt x="789432" y="172973"/>
                  </a:lnTo>
                  <a:lnTo>
                    <a:pt x="787908" y="186689"/>
                  </a:lnTo>
                  <a:lnTo>
                    <a:pt x="780194" y="207449"/>
                  </a:lnTo>
                  <a:lnTo>
                    <a:pt x="766138" y="224556"/>
                  </a:lnTo>
                  <a:lnTo>
                    <a:pt x="747536" y="236637"/>
                  </a:lnTo>
                  <a:lnTo>
                    <a:pt x="726186" y="242315"/>
                  </a:lnTo>
                  <a:lnTo>
                    <a:pt x="73152" y="242315"/>
                  </a:lnTo>
                  <a:lnTo>
                    <a:pt x="51177" y="238903"/>
                  </a:lnTo>
                  <a:lnTo>
                    <a:pt x="16659" y="213548"/>
                  </a:lnTo>
                  <a:lnTo>
                    <a:pt x="3810" y="179831"/>
                  </a:lnTo>
                  <a:lnTo>
                    <a:pt x="3810" y="194309"/>
                  </a:lnTo>
                  <a:lnTo>
                    <a:pt x="26670" y="229361"/>
                  </a:lnTo>
                  <a:lnTo>
                    <a:pt x="64199" y="245283"/>
                  </a:lnTo>
                  <a:lnTo>
                    <a:pt x="726948" y="245363"/>
                  </a:lnTo>
                  <a:lnTo>
                    <a:pt x="734568" y="244601"/>
                  </a:lnTo>
                  <a:lnTo>
                    <a:pt x="755995" y="236035"/>
                  </a:lnTo>
                  <a:lnTo>
                    <a:pt x="773772" y="221418"/>
                  </a:lnTo>
                  <a:lnTo>
                    <a:pt x="786235" y="202200"/>
                  </a:lnTo>
                  <a:lnTo>
                    <a:pt x="789432" y="189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3886453" y="2678683"/>
            <a:ext cx="5562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DetectEntry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246882" y="3229355"/>
            <a:ext cx="1297305" cy="1203325"/>
            <a:chOff x="3246882" y="3229355"/>
            <a:chExt cx="1297305" cy="1203325"/>
          </a:xfrm>
        </p:grpSpPr>
        <p:sp>
          <p:nvSpPr>
            <p:cNvPr id="31" name="object 31"/>
            <p:cNvSpPr/>
            <p:nvPr/>
          </p:nvSpPr>
          <p:spPr>
            <a:xfrm>
              <a:off x="3752850" y="3230879"/>
              <a:ext cx="789940" cy="243204"/>
            </a:xfrm>
            <a:custGeom>
              <a:avLst/>
              <a:gdLst/>
              <a:ahLst/>
              <a:cxnLst/>
              <a:rect l="l" t="t" r="r" b="b"/>
              <a:pathLst>
                <a:path w="789939" h="243204">
                  <a:moveTo>
                    <a:pt x="789432" y="171449"/>
                  </a:moveTo>
                  <a:lnTo>
                    <a:pt x="789432" y="71627"/>
                  </a:lnTo>
                  <a:lnTo>
                    <a:pt x="783812" y="43719"/>
                  </a:lnTo>
                  <a:lnTo>
                    <a:pt x="768477" y="20954"/>
                  </a:lnTo>
                  <a:lnTo>
                    <a:pt x="745712" y="5619"/>
                  </a:lnTo>
                  <a:lnTo>
                    <a:pt x="717804" y="0"/>
                  </a:lnTo>
                  <a:lnTo>
                    <a:pt x="71628" y="0"/>
                  </a:lnTo>
                  <a:lnTo>
                    <a:pt x="43719" y="5619"/>
                  </a:lnTo>
                  <a:lnTo>
                    <a:pt x="20954" y="20954"/>
                  </a:lnTo>
                  <a:lnTo>
                    <a:pt x="5619" y="43719"/>
                  </a:lnTo>
                  <a:lnTo>
                    <a:pt x="0" y="71627"/>
                  </a:lnTo>
                  <a:lnTo>
                    <a:pt x="0" y="171449"/>
                  </a:lnTo>
                  <a:lnTo>
                    <a:pt x="5619" y="199358"/>
                  </a:lnTo>
                  <a:lnTo>
                    <a:pt x="20954" y="222122"/>
                  </a:lnTo>
                  <a:lnTo>
                    <a:pt x="43719" y="237458"/>
                  </a:lnTo>
                  <a:lnTo>
                    <a:pt x="71628" y="243077"/>
                  </a:lnTo>
                  <a:lnTo>
                    <a:pt x="717804" y="243077"/>
                  </a:lnTo>
                  <a:lnTo>
                    <a:pt x="745712" y="237458"/>
                  </a:lnTo>
                  <a:lnTo>
                    <a:pt x="768477" y="222122"/>
                  </a:lnTo>
                  <a:lnTo>
                    <a:pt x="783812" y="199358"/>
                  </a:lnTo>
                  <a:lnTo>
                    <a:pt x="789432" y="17144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751326" y="3229355"/>
              <a:ext cx="792480" cy="622935"/>
            </a:xfrm>
            <a:custGeom>
              <a:avLst/>
              <a:gdLst/>
              <a:ahLst/>
              <a:cxnLst/>
              <a:rect l="l" t="t" r="r" b="b"/>
              <a:pathLst>
                <a:path w="792479" h="622935">
                  <a:moveTo>
                    <a:pt x="621030" y="582930"/>
                  </a:moveTo>
                  <a:lnTo>
                    <a:pt x="111252" y="582930"/>
                  </a:lnTo>
                  <a:lnTo>
                    <a:pt x="111252" y="622554"/>
                  </a:lnTo>
                  <a:lnTo>
                    <a:pt x="112776" y="622554"/>
                  </a:lnTo>
                  <a:lnTo>
                    <a:pt x="114300" y="622554"/>
                  </a:lnTo>
                  <a:lnTo>
                    <a:pt x="617982" y="622554"/>
                  </a:lnTo>
                  <a:lnTo>
                    <a:pt x="619506" y="622554"/>
                  </a:lnTo>
                  <a:lnTo>
                    <a:pt x="621030" y="622554"/>
                  </a:lnTo>
                  <a:lnTo>
                    <a:pt x="621030" y="582930"/>
                  </a:lnTo>
                  <a:close/>
                </a:path>
                <a:path w="792479" h="622935">
                  <a:moveTo>
                    <a:pt x="792480" y="73152"/>
                  </a:moveTo>
                  <a:lnTo>
                    <a:pt x="790956" y="57912"/>
                  </a:lnTo>
                  <a:lnTo>
                    <a:pt x="789432" y="53949"/>
                  </a:lnTo>
                  <a:lnTo>
                    <a:pt x="789432" y="73152"/>
                  </a:lnTo>
                  <a:lnTo>
                    <a:pt x="789432" y="172974"/>
                  </a:lnTo>
                  <a:lnTo>
                    <a:pt x="765924" y="225031"/>
                  </a:lnTo>
                  <a:lnTo>
                    <a:pt x="726186" y="242316"/>
                  </a:lnTo>
                  <a:lnTo>
                    <a:pt x="719328" y="243078"/>
                  </a:lnTo>
                  <a:lnTo>
                    <a:pt x="73152" y="243078"/>
                  </a:lnTo>
                  <a:lnTo>
                    <a:pt x="31597" y="229362"/>
                  </a:lnTo>
                  <a:lnTo>
                    <a:pt x="6858" y="193548"/>
                  </a:lnTo>
                  <a:lnTo>
                    <a:pt x="3810" y="179832"/>
                  </a:lnTo>
                  <a:lnTo>
                    <a:pt x="3810" y="65532"/>
                  </a:lnTo>
                  <a:lnTo>
                    <a:pt x="21831" y="26098"/>
                  </a:lnTo>
                  <a:lnTo>
                    <a:pt x="56324" y="5181"/>
                  </a:lnTo>
                  <a:lnTo>
                    <a:pt x="73152" y="3048"/>
                  </a:lnTo>
                  <a:lnTo>
                    <a:pt x="719328" y="3048"/>
                  </a:lnTo>
                  <a:lnTo>
                    <a:pt x="771461" y="26466"/>
                  </a:lnTo>
                  <a:lnTo>
                    <a:pt x="788670" y="66294"/>
                  </a:lnTo>
                  <a:lnTo>
                    <a:pt x="789432" y="73152"/>
                  </a:lnTo>
                  <a:lnTo>
                    <a:pt x="789432" y="53949"/>
                  </a:lnTo>
                  <a:lnTo>
                    <a:pt x="768273" y="18783"/>
                  </a:lnTo>
                  <a:lnTo>
                    <a:pt x="726948" y="762"/>
                  </a:lnTo>
                  <a:lnTo>
                    <a:pt x="719328" y="0"/>
                  </a:lnTo>
                  <a:lnTo>
                    <a:pt x="73152" y="0"/>
                  </a:lnTo>
                  <a:lnTo>
                    <a:pt x="30035" y="14173"/>
                  </a:lnTo>
                  <a:lnTo>
                    <a:pt x="3810" y="51054"/>
                  </a:lnTo>
                  <a:lnTo>
                    <a:pt x="0" y="73152"/>
                  </a:lnTo>
                  <a:lnTo>
                    <a:pt x="0" y="172974"/>
                  </a:lnTo>
                  <a:lnTo>
                    <a:pt x="14617" y="216522"/>
                  </a:lnTo>
                  <a:lnTo>
                    <a:pt x="48501" y="241757"/>
                  </a:lnTo>
                  <a:lnTo>
                    <a:pt x="73152" y="246126"/>
                  </a:lnTo>
                  <a:lnTo>
                    <a:pt x="719328" y="246126"/>
                  </a:lnTo>
                  <a:lnTo>
                    <a:pt x="773658" y="221957"/>
                  </a:lnTo>
                  <a:lnTo>
                    <a:pt x="791718" y="180594"/>
                  </a:lnTo>
                  <a:lnTo>
                    <a:pt x="792480" y="172974"/>
                  </a:lnTo>
                  <a:lnTo>
                    <a:pt x="792480" y="73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48405" y="4187952"/>
              <a:ext cx="788670" cy="243204"/>
            </a:xfrm>
            <a:custGeom>
              <a:avLst/>
              <a:gdLst/>
              <a:ahLst/>
              <a:cxnLst/>
              <a:rect l="l" t="t" r="r" b="b"/>
              <a:pathLst>
                <a:path w="788670" h="243204">
                  <a:moveTo>
                    <a:pt x="788670" y="171449"/>
                  </a:moveTo>
                  <a:lnTo>
                    <a:pt x="788670" y="71627"/>
                  </a:lnTo>
                  <a:lnTo>
                    <a:pt x="783062" y="43719"/>
                  </a:lnTo>
                  <a:lnTo>
                    <a:pt x="767810" y="20954"/>
                  </a:lnTo>
                  <a:lnTo>
                    <a:pt x="745271" y="5619"/>
                  </a:lnTo>
                  <a:lnTo>
                    <a:pt x="717804" y="0"/>
                  </a:lnTo>
                  <a:lnTo>
                    <a:pt x="71628" y="0"/>
                  </a:lnTo>
                  <a:lnTo>
                    <a:pt x="43719" y="5619"/>
                  </a:lnTo>
                  <a:lnTo>
                    <a:pt x="20954" y="20954"/>
                  </a:lnTo>
                  <a:lnTo>
                    <a:pt x="5619" y="43719"/>
                  </a:lnTo>
                  <a:lnTo>
                    <a:pt x="0" y="71627"/>
                  </a:lnTo>
                  <a:lnTo>
                    <a:pt x="0" y="171449"/>
                  </a:lnTo>
                  <a:lnTo>
                    <a:pt x="5619" y="199358"/>
                  </a:lnTo>
                  <a:lnTo>
                    <a:pt x="20954" y="222122"/>
                  </a:lnTo>
                  <a:lnTo>
                    <a:pt x="43719" y="237458"/>
                  </a:lnTo>
                  <a:lnTo>
                    <a:pt x="71628" y="243077"/>
                  </a:lnTo>
                  <a:lnTo>
                    <a:pt x="717804" y="243077"/>
                  </a:lnTo>
                  <a:lnTo>
                    <a:pt x="745271" y="237458"/>
                  </a:lnTo>
                  <a:lnTo>
                    <a:pt x="767810" y="222122"/>
                  </a:lnTo>
                  <a:lnTo>
                    <a:pt x="783062" y="199358"/>
                  </a:lnTo>
                  <a:lnTo>
                    <a:pt x="788670" y="17144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46882" y="4186427"/>
              <a:ext cx="791845" cy="246379"/>
            </a:xfrm>
            <a:custGeom>
              <a:avLst/>
              <a:gdLst/>
              <a:ahLst/>
              <a:cxnLst/>
              <a:rect l="l" t="t" r="r" b="b"/>
              <a:pathLst>
                <a:path w="791845" h="246379">
                  <a:moveTo>
                    <a:pt x="791718" y="180593"/>
                  </a:moveTo>
                  <a:lnTo>
                    <a:pt x="791718" y="65531"/>
                  </a:lnTo>
                  <a:lnTo>
                    <a:pt x="790956" y="58673"/>
                  </a:lnTo>
                  <a:lnTo>
                    <a:pt x="768019" y="19078"/>
                  </a:lnTo>
                  <a:lnTo>
                    <a:pt x="726186" y="761"/>
                  </a:lnTo>
                  <a:lnTo>
                    <a:pt x="719328" y="0"/>
                  </a:lnTo>
                  <a:lnTo>
                    <a:pt x="73152" y="0"/>
                  </a:lnTo>
                  <a:lnTo>
                    <a:pt x="29603" y="14530"/>
                  </a:lnTo>
                  <a:lnTo>
                    <a:pt x="3047" y="51815"/>
                  </a:lnTo>
                  <a:lnTo>
                    <a:pt x="0" y="65531"/>
                  </a:lnTo>
                  <a:lnTo>
                    <a:pt x="0" y="180593"/>
                  </a:lnTo>
                  <a:lnTo>
                    <a:pt x="1524" y="188213"/>
                  </a:lnTo>
                  <a:lnTo>
                    <a:pt x="3048" y="195071"/>
                  </a:lnTo>
                  <a:lnTo>
                    <a:pt x="3048" y="73151"/>
                  </a:lnTo>
                  <a:lnTo>
                    <a:pt x="4571" y="59435"/>
                  </a:lnTo>
                  <a:lnTo>
                    <a:pt x="22796" y="24579"/>
                  </a:lnTo>
                  <a:lnTo>
                    <a:pt x="34290" y="15239"/>
                  </a:lnTo>
                  <a:lnTo>
                    <a:pt x="39623" y="11429"/>
                  </a:lnTo>
                  <a:lnTo>
                    <a:pt x="719328" y="3047"/>
                  </a:lnTo>
                  <a:lnTo>
                    <a:pt x="733044" y="4571"/>
                  </a:lnTo>
                  <a:lnTo>
                    <a:pt x="754217" y="13049"/>
                  </a:lnTo>
                  <a:lnTo>
                    <a:pt x="771005" y="26427"/>
                  </a:lnTo>
                  <a:lnTo>
                    <a:pt x="782719" y="44307"/>
                  </a:lnTo>
                  <a:lnTo>
                    <a:pt x="788670" y="66293"/>
                  </a:lnTo>
                  <a:lnTo>
                    <a:pt x="788670" y="192391"/>
                  </a:lnTo>
                  <a:lnTo>
                    <a:pt x="791718" y="180593"/>
                  </a:lnTo>
                  <a:close/>
                </a:path>
                <a:path w="791845" h="246379">
                  <a:moveTo>
                    <a:pt x="788670" y="192391"/>
                  </a:moveTo>
                  <a:lnTo>
                    <a:pt x="788670" y="180593"/>
                  </a:lnTo>
                  <a:lnTo>
                    <a:pt x="787146" y="187451"/>
                  </a:lnTo>
                  <a:lnTo>
                    <a:pt x="779560" y="208207"/>
                  </a:lnTo>
                  <a:lnTo>
                    <a:pt x="765781" y="225032"/>
                  </a:lnTo>
                  <a:lnTo>
                    <a:pt x="747444" y="236974"/>
                  </a:lnTo>
                  <a:lnTo>
                    <a:pt x="726186" y="243077"/>
                  </a:lnTo>
                  <a:lnTo>
                    <a:pt x="73152" y="243077"/>
                  </a:lnTo>
                  <a:lnTo>
                    <a:pt x="51039" y="239750"/>
                  </a:lnTo>
                  <a:lnTo>
                    <a:pt x="15957" y="213577"/>
                  </a:lnTo>
                  <a:lnTo>
                    <a:pt x="3048" y="172973"/>
                  </a:lnTo>
                  <a:lnTo>
                    <a:pt x="3048" y="195071"/>
                  </a:lnTo>
                  <a:lnTo>
                    <a:pt x="26670" y="229361"/>
                  </a:lnTo>
                  <a:lnTo>
                    <a:pt x="65449" y="245950"/>
                  </a:lnTo>
                  <a:lnTo>
                    <a:pt x="73152" y="246125"/>
                  </a:lnTo>
                  <a:lnTo>
                    <a:pt x="726948" y="246125"/>
                  </a:lnTo>
                  <a:lnTo>
                    <a:pt x="733806" y="244601"/>
                  </a:lnTo>
                  <a:lnTo>
                    <a:pt x="755365" y="236815"/>
                  </a:lnTo>
                  <a:lnTo>
                    <a:pt x="773320" y="222170"/>
                  </a:lnTo>
                  <a:lnTo>
                    <a:pt x="785996" y="202739"/>
                  </a:lnTo>
                  <a:lnTo>
                    <a:pt x="788670" y="1923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3306571" y="4234688"/>
            <a:ext cx="714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GenerateAlarm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258055" y="4186427"/>
            <a:ext cx="792480" cy="246379"/>
            <a:chOff x="4258055" y="4186427"/>
            <a:chExt cx="792480" cy="246379"/>
          </a:xfrm>
        </p:grpSpPr>
        <p:sp>
          <p:nvSpPr>
            <p:cNvPr id="37" name="object 37"/>
            <p:cNvSpPr/>
            <p:nvPr/>
          </p:nvSpPr>
          <p:spPr>
            <a:xfrm>
              <a:off x="4259579" y="4187951"/>
              <a:ext cx="788670" cy="243204"/>
            </a:xfrm>
            <a:custGeom>
              <a:avLst/>
              <a:gdLst/>
              <a:ahLst/>
              <a:cxnLst/>
              <a:rect l="l" t="t" r="r" b="b"/>
              <a:pathLst>
                <a:path w="788670" h="243204">
                  <a:moveTo>
                    <a:pt x="788670" y="171449"/>
                  </a:moveTo>
                  <a:lnTo>
                    <a:pt x="788670" y="71627"/>
                  </a:lnTo>
                  <a:lnTo>
                    <a:pt x="783062" y="43719"/>
                  </a:lnTo>
                  <a:lnTo>
                    <a:pt x="767810" y="20954"/>
                  </a:lnTo>
                  <a:lnTo>
                    <a:pt x="745271" y="5619"/>
                  </a:lnTo>
                  <a:lnTo>
                    <a:pt x="717804" y="0"/>
                  </a:lnTo>
                  <a:lnTo>
                    <a:pt x="71628" y="0"/>
                  </a:lnTo>
                  <a:lnTo>
                    <a:pt x="43719" y="5619"/>
                  </a:lnTo>
                  <a:lnTo>
                    <a:pt x="20954" y="20954"/>
                  </a:lnTo>
                  <a:lnTo>
                    <a:pt x="5619" y="43719"/>
                  </a:lnTo>
                  <a:lnTo>
                    <a:pt x="0" y="71627"/>
                  </a:lnTo>
                  <a:lnTo>
                    <a:pt x="0" y="171449"/>
                  </a:lnTo>
                  <a:lnTo>
                    <a:pt x="5619" y="199358"/>
                  </a:lnTo>
                  <a:lnTo>
                    <a:pt x="20954" y="222122"/>
                  </a:lnTo>
                  <a:lnTo>
                    <a:pt x="43719" y="237458"/>
                  </a:lnTo>
                  <a:lnTo>
                    <a:pt x="71628" y="243077"/>
                  </a:lnTo>
                  <a:lnTo>
                    <a:pt x="717804" y="243077"/>
                  </a:lnTo>
                  <a:lnTo>
                    <a:pt x="745271" y="237458"/>
                  </a:lnTo>
                  <a:lnTo>
                    <a:pt x="767810" y="222122"/>
                  </a:lnTo>
                  <a:lnTo>
                    <a:pt x="783062" y="199358"/>
                  </a:lnTo>
                  <a:lnTo>
                    <a:pt x="788670" y="17144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258055" y="4186427"/>
              <a:ext cx="792480" cy="246379"/>
            </a:xfrm>
            <a:custGeom>
              <a:avLst/>
              <a:gdLst/>
              <a:ahLst/>
              <a:cxnLst/>
              <a:rect l="l" t="t" r="r" b="b"/>
              <a:pathLst>
                <a:path w="792479" h="246379">
                  <a:moveTo>
                    <a:pt x="792480" y="172973"/>
                  </a:moveTo>
                  <a:lnTo>
                    <a:pt x="792480" y="73151"/>
                  </a:lnTo>
                  <a:lnTo>
                    <a:pt x="791718" y="65531"/>
                  </a:lnTo>
                  <a:lnTo>
                    <a:pt x="768019" y="19078"/>
                  </a:lnTo>
                  <a:lnTo>
                    <a:pt x="726186" y="761"/>
                  </a:lnTo>
                  <a:lnTo>
                    <a:pt x="719328" y="0"/>
                  </a:lnTo>
                  <a:lnTo>
                    <a:pt x="73152" y="0"/>
                  </a:lnTo>
                  <a:lnTo>
                    <a:pt x="29660" y="14416"/>
                  </a:lnTo>
                  <a:lnTo>
                    <a:pt x="3047" y="51815"/>
                  </a:lnTo>
                  <a:lnTo>
                    <a:pt x="0" y="73151"/>
                  </a:lnTo>
                  <a:lnTo>
                    <a:pt x="0" y="172973"/>
                  </a:lnTo>
                  <a:lnTo>
                    <a:pt x="1524" y="188213"/>
                  </a:lnTo>
                  <a:lnTo>
                    <a:pt x="3048" y="195071"/>
                  </a:lnTo>
                  <a:lnTo>
                    <a:pt x="3048" y="73151"/>
                  </a:lnTo>
                  <a:lnTo>
                    <a:pt x="4571" y="59435"/>
                  </a:lnTo>
                  <a:lnTo>
                    <a:pt x="23378" y="23958"/>
                  </a:lnTo>
                  <a:lnTo>
                    <a:pt x="62166" y="4118"/>
                  </a:lnTo>
                  <a:lnTo>
                    <a:pt x="719328" y="3047"/>
                  </a:lnTo>
                  <a:lnTo>
                    <a:pt x="733044" y="4571"/>
                  </a:lnTo>
                  <a:lnTo>
                    <a:pt x="754271" y="12926"/>
                  </a:lnTo>
                  <a:lnTo>
                    <a:pt x="771082" y="26336"/>
                  </a:lnTo>
                  <a:lnTo>
                    <a:pt x="782780" y="44294"/>
                  </a:lnTo>
                  <a:lnTo>
                    <a:pt x="788670" y="66293"/>
                  </a:lnTo>
                  <a:lnTo>
                    <a:pt x="788670" y="192391"/>
                  </a:lnTo>
                  <a:lnTo>
                    <a:pt x="791718" y="180593"/>
                  </a:lnTo>
                  <a:lnTo>
                    <a:pt x="792480" y="172973"/>
                  </a:lnTo>
                  <a:close/>
                </a:path>
                <a:path w="792479" h="246379">
                  <a:moveTo>
                    <a:pt x="788670" y="192391"/>
                  </a:moveTo>
                  <a:lnTo>
                    <a:pt x="788670" y="180593"/>
                  </a:lnTo>
                  <a:lnTo>
                    <a:pt x="787908" y="187451"/>
                  </a:lnTo>
                  <a:lnTo>
                    <a:pt x="779658" y="207986"/>
                  </a:lnTo>
                  <a:lnTo>
                    <a:pt x="765748" y="224928"/>
                  </a:lnTo>
                  <a:lnTo>
                    <a:pt x="747486" y="237038"/>
                  </a:lnTo>
                  <a:lnTo>
                    <a:pt x="726186" y="243077"/>
                  </a:lnTo>
                  <a:lnTo>
                    <a:pt x="73152" y="243077"/>
                  </a:lnTo>
                  <a:lnTo>
                    <a:pt x="51040" y="239750"/>
                  </a:lnTo>
                  <a:lnTo>
                    <a:pt x="15962" y="213577"/>
                  </a:lnTo>
                  <a:lnTo>
                    <a:pt x="3048" y="172973"/>
                  </a:lnTo>
                  <a:lnTo>
                    <a:pt x="3048" y="195071"/>
                  </a:lnTo>
                  <a:lnTo>
                    <a:pt x="26670" y="229361"/>
                  </a:lnTo>
                  <a:lnTo>
                    <a:pt x="64964" y="245914"/>
                  </a:lnTo>
                  <a:lnTo>
                    <a:pt x="73152" y="246125"/>
                  </a:lnTo>
                  <a:lnTo>
                    <a:pt x="726948" y="246125"/>
                  </a:lnTo>
                  <a:lnTo>
                    <a:pt x="733806" y="244601"/>
                  </a:lnTo>
                  <a:lnTo>
                    <a:pt x="755365" y="236815"/>
                  </a:lnTo>
                  <a:lnTo>
                    <a:pt x="773320" y="222170"/>
                  </a:lnTo>
                  <a:lnTo>
                    <a:pt x="785996" y="202739"/>
                  </a:lnTo>
                  <a:lnTo>
                    <a:pt x="788670" y="1923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4387850" y="4234688"/>
            <a:ext cx="5670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 MT"/>
                <a:cs typeface="Arial MT"/>
              </a:rPr>
              <a:t>ReportEntry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751326" y="4664202"/>
            <a:ext cx="792480" cy="1324610"/>
            <a:chOff x="3751326" y="4664202"/>
            <a:chExt cx="792480" cy="1324610"/>
          </a:xfrm>
        </p:grpSpPr>
        <p:sp>
          <p:nvSpPr>
            <p:cNvPr id="41" name="object 41"/>
            <p:cNvSpPr/>
            <p:nvPr/>
          </p:nvSpPr>
          <p:spPr>
            <a:xfrm>
              <a:off x="3752849" y="4665726"/>
              <a:ext cx="789940" cy="245110"/>
            </a:xfrm>
            <a:custGeom>
              <a:avLst/>
              <a:gdLst/>
              <a:ahLst/>
              <a:cxnLst/>
              <a:rect l="l" t="t" r="r" b="b"/>
              <a:pathLst>
                <a:path w="789939" h="245110">
                  <a:moveTo>
                    <a:pt x="789432" y="172974"/>
                  </a:moveTo>
                  <a:lnTo>
                    <a:pt x="789432" y="72390"/>
                  </a:lnTo>
                  <a:lnTo>
                    <a:pt x="783812" y="44362"/>
                  </a:lnTo>
                  <a:lnTo>
                    <a:pt x="768477" y="21336"/>
                  </a:lnTo>
                  <a:lnTo>
                    <a:pt x="745712" y="5738"/>
                  </a:lnTo>
                  <a:lnTo>
                    <a:pt x="717804" y="0"/>
                  </a:lnTo>
                  <a:lnTo>
                    <a:pt x="72390" y="0"/>
                  </a:lnTo>
                  <a:lnTo>
                    <a:pt x="44362" y="5738"/>
                  </a:lnTo>
                  <a:lnTo>
                    <a:pt x="21335" y="21336"/>
                  </a:lnTo>
                  <a:lnTo>
                    <a:pt x="5738" y="44362"/>
                  </a:lnTo>
                  <a:lnTo>
                    <a:pt x="0" y="72390"/>
                  </a:lnTo>
                  <a:lnTo>
                    <a:pt x="0" y="172974"/>
                  </a:lnTo>
                  <a:lnTo>
                    <a:pt x="5738" y="200882"/>
                  </a:lnTo>
                  <a:lnTo>
                    <a:pt x="21336" y="223647"/>
                  </a:lnTo>
                  <a:lnTo>
                    <a:pt x="44362" y="238982"/>
                  </a:lnTo>
                  <a:lnTo>
                    <a:pt x="72390" y="244602"/>
                  </a:lnTo>
                  <a:lnTo>
                    <a:pt x="717804" y="244602"/>
                  </a:lnTo>
                  <a:lnTo>
                    <a:pt x="745712" y="238982"/>
                  </a:lnTo>
                  <a:lnTo>
                    <a:pt x="768477" y="223647"/>
                  </a:lnTo>
                  <a:lnTo>
                    <a:pt x="783812" y="200882"/>
                  </a:lnTo>
                  <a:lnTo>
                    <a:pt x="789432" y="172974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751326" y="4664202"/>
              <a:ext cx="792480" cy="247650"/>
            </a:xfrm>
            <a:custGeom>
              <a:avLst/>
              <a:gdLst/>
              <a:ahLst/>
              <a:cxnLst/>
              <a:rect l="l" t="t" r="r" b="b"/>
              <a:pathLst>
                <a:path w="792479" h="247650">
                  <a:moveTo>
                    <a:pt x="792480" y="174497"/>
                  </a:moveTo>
                  <a:lnTo>
                    <a:pt x="792480" y="73913"/>
                  </a:lnTo>
                  <a:lnTo>
                    <a:pt x="790956" y="58673"/>
                  </a:lnTo>
                  <a:lnTo>
                    <a:pt x="768091" y="19002"/>
                  </a:lnTo>
                  <a:lnTo>
                    <a:pt x="726186" y="761"/>
                  </a:lnTo>
                  <a:lnTo>
                    <a:pt x="719328" y="0"/>
                  </a:lnTo>
                  <a:lnTo>
                    <a:pt x="73914" y="0"/>
                  </a:lnTo>
                  <a:lnTo>
                    <a:pt x="30313" y="14525"/>
                  </a:lnTo>
                  <a:lnTo>
                    <a:pt x="3809" y="51815"/>
                  </a:lnTo>
                  <a:lnTo>
                    <a:pt x="0" y="73913"/>
                  </a:lnTo>
                  <a:lnTo>
                    <a:pt x="0" y="174497"/>
                  </a:lnTo>
                  <a:lnTo>
                    <a:pt x="762" y="182117"/>
                  </a:lnTo>
                  <a:lnTo>
                    <a:pt x="1524" y="188975"/>
                  </a:lnTo>
                  <a:lnTo>
                    <a:pt x="3810" y="196595"/>
                  </a:lnTo>
                  <a:lnTo>
                    <a:pt x="3809" y="66293"/>
                  </a:lnTo>
                  <a:lnTo>
                    <a:pt x="4571" y="59435"/>
                  </a:lnTo>
                  <a:lnTo>
                    <a:pt x="22679" y="25425"/>
                  </a:lnTo>
                  <a:lnTo>
                    <a:pt x="56611" y="5443"/>
                  </a:lnTo>
                  <a:lnTo>
                    <a:pt x="719328" y="3047"/>
                  </a:lnTo>
                  <a:lnTo>
                    <a:pt x="733044" y="4571"/>
                  </a:lnTo>
                  <a:lnTo>
                    <a:pt x="771091" y="26569"/>
                  </a:lnTo>
                  <a:lnTo>
                    <a:pt x="788670" y="66293"/>
                  </a:lnTo>
                  <a:lnTo>
                    <a:pt x="789432" y="73913"/>
                  </a:lnTo>
                  <a:lnTo>
                    <a:pt x="789432" y="191042"/>
                  </a:lnTo>
                  <a:lnTo>
                    <a:pt x="791718" y="182117"/>
                  </a:lnTo>
                  <a:lnTo>
                    <a:pt x="792480" y="174497"/>
                  </a:lnTo>
                  <a:close/>
                </a:path>
                <a:path w="792479" h="247650">
                  <a:moveTo>
                    <a:pt x="789432" y="191042"/>
                  </a:moveTo>
                  <a:lnTo>
                    <a:pt x="789432" y="174497"/>
                  </a:lnTo>
                  <a:lnTo>
                    <a:pt x="788670" y="181355"/>
                  </a:lnTo>
                  <a:lnTo>
                    <a:pt x="787908" y="188975"/>
                  </a:lnTo>
                  <a:lnTo>
                    <a:pt x="780060" y="209858"/>
                  </a:lnTo>
                  <a:lnTo>
                    <a:pt x="766076" y="226590"/>
                  </a:lnTo>
                  <a:lnTo>
                    <a:pt x="747577" y="238421"/>
                  </a:lnTo>
                  <a:lnTo>
                    <a:pt x="726186" y="244601"/>
                  </a:lnTo>
                  <a:lnTo>
                    <a:pt x="73914" y="244601"/>
                  </a:lnTo>
                  <a:lnTo>
                    <a:pt x="32123" y="231028"/>
                  </a:lnTo>
                  <a:lnTo>
                    <a:pt x="6858" y="195071"/>
                  </a:lnTo>
                  <a:lnTo>
                    <a:pt x="3810" y="181355"/>
                  </a:lnTo>
                  <a:lnTo>
                    <a:pt x="3810" y="196595"/>
                  </a:lnTo>
                  <a:lnTo>
                    <a:pt x="27432" y="230885"/>
                  </a:lnTo>
                  <a:lnTo>
                    <a:pt x="66211" y="247474"/>
                  </a:lnTo>
                  <a:lnTo>
                    <a:pt x="73914" y="247649"/>
                  </a:lnTo>
                  <a:lnTo>
                    <a:pt x="726186" y="247649"/>
                  </a:lnTo>
                  <a:lnTo>
                    <a:pt x="733806" y="246125"/>
                  </a:lnTo>
                  <a:lnTo>
                    <a:pt x="755540" y="238426"/>
                  </a:lnTo>
                  <a:lnTo>
                    <a:pt x="773444" y="223851"/>
                  </a:lnTo>
                  <a:lnTo>
                    <a:pt x="786007" y="204411"/>
                  </a:lnTo>
                  <a:lnTo>
                    <a:pt x="789432" y="1910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752849" y="5264658"/>
              <a:ext cx="789940" cy="245110"/>
            </a:xfrm>
            <a:custGeom>
              <a:avLst/>
              <a:gdLst/>
              <a:ahLst/>
              <a:cxnLst/>
              <a:rect l="l" t="t" r="r" b="b"/>
              <a:pathLst>
                <a:path w="789939" h="245110">
                  <a:moveTo>
                    <a:pt x="789432" y="172211"/>
                  </a:moveTo>
                  <a:lnTo>
                    <a:pt x="789432" y="71627"/>
                  </a:lnTo>
                  <a:lnTo>
                    <a:pt x="783812" y="43719"/>
                  </a:lnTo>
                  <a:lnTo>
                    <a:pt x="768477" y="20954"/>
                  </a:lnTo>
                  <a:lnTo>
                    <a:pt x="745712" y="5619"/>
                  </a:lnTo>
                  <a:lnTo>
                    <a:pt x="717804" y="0"/>
                  </a:lnTo>
                  <a:lnTo>
                    <a:pt x="72390" y="0"/>
                  </a:lnTo>
                  <a:lnTo>
                    <a:pt x="44362" y="5619"/>
                  </a:lnTo>
                  <a:lnTo>
                    <a:pt x="21335" y="20954"/>
                  </a:lnTo>
                  <a:lnTo>
                    <a:pt x="5738" y="43719"/>
                  </a:lnTo>
                  <a:lnTo>
                    <a:pt x="0" y="71627"/>
                  </a:lnTo>
                  <a:lnTo>
                    <a:pt x="0" y="172211"/>
                  </a:lnTo>
                  <a:lnTo>
                    <a:pt x="5738" y="200239"/>
                  </a:lnTo>
                  <a:lnTo>
                    <a:pt x="21336" y="223265"/>
                  </a:lnTo>
                  <a:lnTo>
                    <a:pt x="44362" y="238863"/>
                  </a:lnTo>
                  <a:lnTo>
                    <a:pt x="72390" y="244601"/>
                  </a:lnTo>
                  <a:lnTo>
                    <a:pt x="717804" y="244601"/>
                  </a:lnTo>
                  <a:lnTo>
                    <a:pt x="745712" y="238863"/>
                  </a:lnTo>
                  <a:lnTo>
                    <a:pt x="768477" y="223265"/>
                  </a:lnTo>
                  <a:lnTo>
                    <a:pt x="783812" y="200239"/>
                  </a:lnTo>
                  <a:lnTo>
                    <a:pt x="789432" y="17221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751326" y="5263134"/>
              <a:ext cx="792480" cy="247650"/>
            </a:xfrm>
            <a:custGeom>
              <a:avLst/>
              <a:gdLst/>
              <a:ahLst/>
              <a:cxnLst/>
              <a:rect l="l" t="t" r="r" b="b"/>
              <a:pathLst>
                <a:path w="792479" h="247650">
                  <a:moveTo>
                    <a:pt x="792480" y="173735"/>
                  </a:moveTo>
                  <a:lnTo>
                    <a:pt x="792480" y="73151"/>
                  </a:lnTo>
                  <a:lnTo>
                    <a:pt x="791718" y="65531"/>
                  </a:lnTo>
                  <a:lnTo>
                    <a:pt x="768153" y="18816"/>
                  </a:lnTo>
                  <a:lnTo>
                    <a:pt x="726186" y="0"/>
                  </a:lnTo>
                  <a:lnTo>
                    <a:pt x="73914" y="0"/>
                  </a:lnTo>
                  <a:lnTo>
                    <a:pt x="30089" y="14096"/>
                  </a:lnTo>
                  <a:lnTo>
                    <a:pt x="3809" y="51815"/>
                  </a:lnTo>
                  <a:lnTo>
                    <a:pt x="0" y="73151"/>
                  </a:lnTo>
                  <a:lnTo>
                    <a:pt x="0" y="173735"/>
                  </a:lnTo>
                  <a:lnTo>
                    <a:pt x="1524" y="188975"/>
                  </a:lnTo>
                  <a:lnTo>
                    <a:pt x="3810" y="195833"/>
                  </a:lnTo>
                  <a:lnTo>
                    <a:pt x="3809" y="66293"/>
                  </a:lnTo>
                  <a:lnTo>
                    <a:pt x="4571" y="59435"/>
                  </a:lnTo>
                  <a:lnTo>
                    <a:pt x="22384" y="25517"/>
                  </a:lnTo>
                  <a:lnTo>
                    <a:pt x="56716" y="5053"/>
                  </a:lnTo>
                  <a:lnTo>
                    <a:pt x="726186" y="3047"/>
                  </a:lnTo>
                  <a:lnTo>
                    <a:pt x="733044" y="4571"/>
                  </a:lnTo>
                  <a:lnTo>
                    <a:pt x="771067" y="26208"/>
                  </a:lnTo>
                  <a:lnTo>
                    <a:pt x="788670" y="66293"/>
                  </a:lnTo>
                  <a:lnTo>
                    <a:pt x="789432" y="73151"/>
                  </a:lnTo>
                  <a:lnTo>
                    <a:pt x="789432" y="190526"/>
                  </a:lnTo>
                  <a:lnTo>
                    <a:pt x="791718" y="181355"/>
                  </a:lnTo>
                  <a:lnTo>
                    <a:pt x="792480" y="173735"/>
                  </a:lnTo>
                  <a:close/>
                </a:path>
                <a:path w="792479" h="247650">
                  <a:moveTo>
                    <a:pt x="789432" y="190526"/>
                  </a:moveTo>
                  <a:lnTo>
                    <a:pt x="789432" y="173735"/>
                  </a:lnTo>
                  <a:lnTo>
                    <a:pt x="788670" y="181355"/>
                  </a:lnTo>
                  <a:lnTo>
                    <a:pt x="787908" y="188213"/>
                  </a:lnTo>
                  <a:lnTo>
                    <a:pt x="766262" y="226190"/>
                  </a:lnTo>
                  <a:lnTo>
                    <a:pt x="726186" y="243839"/>
                  </a:lnTo>
                  <a:lnTo>
                    <a:pt x="73914" y="244601"/>
                  </a:lnTo>
                  <a:lnTo>
                    <a:pt x="51740" y="240611"/>
                  </a:lnTo>
                  <a:lnTo>
                    <a:pt x="16965" y="215285"/>
                  </a:lnTo>
                  <a:lnTo>
                    <a:pt x="3810" y="181355"/>
                  </a:lnTo>
                  <a:lnTo>
                    <a:pt x="3810" y="195833"/>
                  </a:lnTo>
                  <a:lnTo>
                    <a:pt x="27432" y="230885"/>
                  </a:lnTo>
                  <a:lnTo>
                    <a:pt x="64809" y="246826"/>
                  </a:lnTo>
                  <a:lnTo>
                    <a:pt x="73914" y="247649"/>
                  </a:lnTo>
                  <a:lnTo>
                    <a:pt x="719328" y="247649"/>
                  </a:lnTo>
                  <a:lnTo>
                    <a:pt x="726186" y="246887"/>
                  </a:lnTo>
                  <a:lnTo>
                    <a:pt x="733806" y="246125"/>
                  </a:lnTo>
                  <a:lnTo>
                    <a:pt x="755865" y="237496"/>
                  </a:lnTo>
                  <a:lnTo>
                    <a:pt x="773691" y="223137"/>
                  </a:lnTo>
                  <a:lnTo>
                    <a:pt x="786053" y="204079"/>
                  </a:lnTo>
                  <a:lnTo>
                    <a:pt x="789432" y="190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752849" y="5743956"/>
              <a:ext cx="789940" cy="243204"/>
            </a:xfrm>
            <a:custGeom>
              <a:avLst/>
              <a:gdLst/>
              <a:ahLst/>
              <a:cxnLst/>
              <a:rect l="l" t="t" r="r" b="b"/>
              <a:pathLst>
                <a:path w="789939" h="243204">
                  <a:moveTo>
                    <a:pt x="789432" y="171449"/>
                  </a:moveTo>
                  <a:lnTo>
                    <a:pt x="789432" y="71627"/>
                  </a:lnTo>
                  <a:lnTo>
                    <a:pt x="783812" y="43719"/>
                  </a:lnTo>
                  <a:lnTo>
                    <a:pt x="768477" y="20954"/>
                  </a:lnTo>
                  <a:lnTo>
                    <a:pt x="745712" y="5619"/>
                  </a:lnTo>
                  <a:lnTo>
                    <a:pt x="717804" y="0"/>
                  </a:lnTo>
                  <a:lnTo>
                    <a:pt x="71628" y="0"/>
                  </a:lnTo>
                  <a:lnTo>
                    <a:pt x="43719" y="5619"/>
                  </a:lnTo>
                  <a:lnTo>
                    <a:pt x="20954" y="20954"/>
                  </a:lnTo>
                  <a:lnTo>
                    <a:pt x="5619" y="43719"/>
                  </a:lnTo>
                  <a:lnTo>
                    <a:pt x="0" y="71627"/>
                  </a:lnTo>
                  <a:lnTo>
                    <a:pt x="0" y="171449"/>
                  </a:lnTo>
                  <a:lnTo>
                    <a:pt x="5619" y="199358"/>
                  </a:lnTo>
                  <a:lnTo>
                    <a:pt x="20954" y="222122"/>
                  </a:lnTo>
                  <a:lnTo>
                    <a:pt x="43719" y="237458"/>
                  </a:lnTo>
                  <a:lnTo>
                    <a:pt x="71628" y="243077"/>
                  </a:lnTo>
                  <a:lnTo>
                    <a:pt x="717804" y="243077"/>
                  </a:lnTo>
                  <a:lnTo>
                    <a:pt x="745712" y="237458"/>
                  </a:lnTo>
                  <a:lnTo>
                    <a:pt x="768477" y="222122"/>
                  </a:lnTo>
                  <a:lnTo>
                    <a:pt x="783812" y="199358"/>
                  </a:lnTo>
                  <a:lnTo>
                    <a:pt x="789432" y="17144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751326" y="5742432"/>
              <a:ext cx="792480" cy="246379"/>
            </a:xfrm>
            <a:custGeom>
              <a:avLst/>
              <a:gdLst/>
              <a:ahLst/>
              <a:cxnLst/>
              <a:rect l="l" t="t" r="r" b="b"/>
              <a:pathLst>
                <a:path w="792479" h="246379">
                  <a:moveTo>
                    <a:pt x="792480" y="172973"/>
                  </a:moveTo>
                  <a:lnTo>
                    <a:pt x="792480" y="73151"/>
                  </a:lnTo>
                  <a:lnTo>
                    <a:pt x="790956" y="57911"/>
                  </a:lnTo>
                  <a:lnTo>
                    <a:pt x="782521" y="36240"/>
                  </a:lnTo>
                  <a:lnTo>
                    <a:pt x="768396" y="18659"/>
                  </a:lnTo>
                  <a:lnTo>
                    <a:pt x="749549" y="6226"/>
                  </a:lnTo>
                  <a:lnTo>
                    <a:pt x="726948" y="0"/>
                  </a:lnTo>
                  <a:lnTo>
                    <a:pt x="73152" y="0"/>
                  </a:lnTo>
                  <a:lnTo>
                    <a:pt x="30084" y="14077"/>
                  </a:lnTo>
                  <a:lnTo>
                    <a:pt x="3809" y="51053"/>
                  </a:lnTo>
                  <a:lnTo>
                    <a:pt x="0" y="73151"/>
                  </a:lnTo>
                  <a:lnTo>
                    <a:pt x="0" y="172973"/>
                  </a:lnTo>
                  <a:lnTo>
                    <a:pt x="762" y="180593"/>
                  </a:lnTo>
                  <a:lnTo>
                    <a:pt x="1524" y="187451"/>
                  </a:lnTo>
                  <a:lnTo>
                    <a:pt x="3810" y="195071"/>
                  </a:lnTo>
                  <a:lnTo>
                    <a:pt x="3809" y="65531"/>
                  </a:lnTo>
                  <a:lnTo>
                    <a:pt x="4571" y="58673"/>
                  </a:lnTo>
                  <a:lnTo>
                    <a:pt x="28955" y="19049"/>
                  </a:lnTo>
                  <a:lnTo>
                    <a:pt x="64078" y="3998"/>
                  </a:lnTo>
                  <a:lnTo>
                    <a:pt x="719328" y="3047"/>
                  </a:lnTo>
                  <a:lnTo>
                    <a:pt x="726948" y="3809"/>
                  </a:lnTo>
                  <a:lnTo>
                    <a:pt x="771286" y="26084"/>
                  </a:lnTo>
                  <a:lnTo>
                    <a:pt x="788670" y="65531"/>
                  </a:lnTo>
                  <a:lnTo>
                    <a:pt x="789432" y="73151"/>
                  </a:lnTo>
                  <a:lnTo>
                    <a:pt x="789432" y="189429"/>
                  </a:lnTo>
                  <a:lnTo>
                    <a:pt x="791718" y="180593"/>
                  </a:lnTo>
                  <a:lnTo>
                    <a:pt x="792480" y="172973"/>
                  </a:lnTo>
                  <a:close/>
                </a:path>
                <a:path w="792479" h="246379">
                  <a:moveTo>
                    <a:pt x="789432" y="189429"/>
                  </a:moveTo>
                  <a:lnTo>
                    <a:pt x="789432" y="172973"/>
                  </a:lnTo>
                  <a:lnTo>
                    <a:pt x="788670" y="179831"/>
                  </a:lnTo>
                  <a:lnTo>
                    <a:pt x="787908" y="187451"/>
                  </a:lnTo>
                  <a:lnTo>
                    <a:pt x="780030" y="207949"/>
                  </a:lnTo>
                  <a:lnTo>
                    <a:pt x="747472" y="237042"/>
                  </a:lnTo>
                  <a:lnTo>
                    <a:pt x="73152" y="243077"/>
                  </a:lnTo>
                  <a:lnTo>
                    <a:pt x="50908" y="239226"/>
                  </a:lnTo>
                  <a:lnTo>
                    <a:pt x="16607" y="213893"/>
                  </a:lnTo>
                  <a:lnTo>
                    <a:pt x="3810" y="179831"/>
                  </a:lnTo>
                  <a:lnTo>
                    <a:pt x="3810" y="195071"/>
                  </a:lnTo>
                  <a:lnTo>
                    <a:pt x="26670" y="229361"/>
                  </a:lnTo>
                  <a:lnTo>
                    <a:pt x="62761" y="245072"/>
                  </a:lnTo>
                  <a:lnTo>
                    <a:pt x="73152" y="246125"/>
                  </a:lnTo>
                  <a:lnTo>
                    <a:pt x="719328" y="246125"/>
                  </a:lnTo>
                  <a:lnTo>
                    <a:pt x="734568" y="244601"/>
                  </a:lnTo>
                  <a:lnTo>
                    <a:pt x="756261" y="235893"/>
                  </a:lnTo>
                  <a:lnTo>
                    <a:pt x="773720" y="221808"/>
                  </a:lnTo>
                  <a:lnTo>
                    <a:pt x="785890" y="203118"/>
                  </a:lnTo>
                  <a:lnTo>
                    <a:pt x="789432" y="1894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3889502" y="5790690"/>
            <a:ext cx="4984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 MT"/>
                <a:cs typeface="Arial MT"/>
              </a:rPr>
              <a:t>ReportExit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04032" y="4722172"/>
            <a:ext cx="139446" cy="128985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3929126" y="1300683"/>
            <a:ext cx="459105" cy="29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235" marR="5080" indent="-90170">
              <a:lnSpc>
                <a:spcPct val="111900"/>
              </a:lnSpc>
              <a:spcBef>
                <a:spcPts val="100"/>
              </a:spcBef>
            </a:pPr>
            <a:r>
              <a:rPr dirty="0" sz="800" spc="-5">
                <a:latin typeface="Arial MT"/>
                <a:cs typeface="Arial MT"/>
              </a:rPr>
              <a:t>«s</a:t>
            </a:r>
            <a:r>
              <a:rPr dirty="0" sz="800" spc="-15">
                <a:latin typeface="Arial MT"/>
                <a:cs typeface="Arial MT"/>
              </a:rPr>
              <a:t>y</a:t>
            </a:r>
            <a:r>
              <a:rPr dirty="0" sz="800" spc="-5">
                <a:latin typeface="Arial MT"/>
                <a:cs typeface="Arial MT"/>
              </a:rPr>
              <a:t>stem»  </a:t>
            </a:r>
            <a:r>
              <a:rPr dirty="0" sz="800" spc="-5">
                <a:latin typeface="Arial MT"/>
                <a:cs typeface="Arial MT"/>
              </a:rPr>
              <a:t>ESS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138677" y="1586483"/>
            <a:ext cx="3302635" cy="3086100"/>
            <a:chOff x="3138677" y="1586483"/>
            <a:chExt cx="3302635" cy="3086100"/>
          </a:xfrm>
        </p:grpSpPr>
        <p:sp>
          <p:nvSpPr>
            <p:cNvPr id="51" name="object 51"/>
            <p:cNvSpPr/>
            <p:nvPr/>
          </p:nvSpPr>
          <p:spPr>
            <a:xfrm>
              <a:off x="3138677" y="1586483"/>
              <a:ext cx="1962150" cy="5080"/>
            </a:xfrm>
            <a:custGeom>
              <a:avLst/>
              <a:gdLst/>
              <a:ahLst/>
              <a:cxnLst/>
              <a:rect l="l" t="t" r="r" b="b"/>
              <a:pathLst>
                <a:path w="1962150" h="5080">
                  <a:moveTo>
                    <a:pt x="1962150" y="4571"/>
                  </a:moveTo>
                  <a:lnTo>
                    <a:pt x="1962150" y="1523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1962150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650229" y="4426457"/>
              <a:ext cx="788670" cy="245110"/>
            </a:xfrm>
            <a:custGeom>
              <a:avLst/>
              <a:gdLst/>
              <a:ahLst/>
              <a:cxnLst/>
              <a:rect l="l" t="t" r="r" b="b"/>
              <a:pathLst>
                <a:path w="788670" h="245110">
                  <a:moveTo>
                    <a:pt x="788670" y="172211"/>
                  </a:moveTo>
                  <a:lnTo>
                    <a:pt x="788670" y="71627"/>
                  </a:lnTo>
                  <a:lnTo>
                    <a:pt x="783050" y="43719"/>
                  </a:lnTo>
                  <a:lnTo>
                    <a:pt x="767715" y="20954"/>
                  </a:lnTo>
                  <a:lnTo>
                    <a:pt x="744950" y="5619"/>
                  </a:lnTo>
                  <a:lnTo>
                    <a:pt x="717042" y="0"/>
                  </a:lnTo>
                  <a:lnTo>
                    <a:pt x="71628" y="0"/>
                  </a:lnTo>
                  <a:lnTo>
                    <a:pt x="43719" y="5619"/>
                  </a:lnTo>
                  <a:lnTo>
                    <a:pt x="20954" y="20954"/>
                  </a:lnTo>
                  <a:lnTo>
                    <a:pt x="5619" y="43719"/>
                  </a:lnTo>
                  <a:lnTo>
                    <a:pt x="0" y="71627"/>
                  </a:lnTo>
                  <a:lnTo>
                    <a:pt x="0" y="172211"/>
                  </a:lnTo>
                  <a:lnTo>
                    <a:pt x="5619" y="200239"/>
                  </a:lnTo>
                  <a:lnTo>
                    <a:pt x="20954" y="223265"/>
                  </a:lnTo>
                  <a:lnTo>
                    <a:pt x="43719" y="238863"/>
                  </a:lnTo>
                  <a:lnTo>
                    <a:pt x="71628" y="244601"/>
                  </a:lnTo>
                  <a:lnTo>
                    <a:pt x="717042" y="244601"/>
                  </a:lnTo>
                  <a:lnTo>
                    <a:pt x="744950" y="238863"/>
                  </a:lnTo>
                  <a:lnTo>
                    <a:pt x="767715" y="223265"/>
                  </a:lnTo>
                  <a:lnTo>
                    <a:pt x="783050" y="200239"/>
                  </a:lnTo>
                  <a:lnTo>
                    <a:pt x="788670" y="17221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648705" y="4424933"/>
              <a:ext cx="792480" cy="247650"/>
            </a:xfrm>
            <a:custGeom>
              <a:avLst/>
              <a:gdLst/>
              <a:ahLst/>
              <a:cxnLst/>
              <a:rect l="l" t="t" r="r" b="b"/>
              <a:pathLst>
                <a:path w="792479" h="247650">
                  <a:moveTo>
                    <a:pt x="792480" y="173735"/>
                  </a:moveTo>
                  <a:lnTo>
                    <a:pt x="792480" y="73151"/>
                  </a:lnTo>
                  <a:lnTo>
                    <a:pt x="791718" y="65531"/>
                  </a:lnTo>
                  <a:lnTo>
                    <a:pt x="767981" y="18945"/>
                  </a:lnTo>
                  <a:lnTo>
                    <a:pt x="726186" y="0"/>
                  </a:lnTo>
                  <a:lnTo>
                    <a:pt x="73152" y="0"/>
                  </a:lnTo>
                  <a:lnTo>
                    <a:pt x="29537" y="14163"/>
                  </a:lnTo>
                  <a:lnTo>
                    <a:pt x="3047" y="51815"/>
                  </a:lnTo>
                  <a:lnTo>
                    <a:pt x="0" y="73151"/>
                  </a:lnTo>
                  <a:lnTo>
                    <a:pt x="0" y="173735"/>
                  </a:lnTo>
                  <a:lnTo>
                    <a:pt x="1524" y="188975"/>
                  </a:lnTo>
                  <a:lnTo>
                    <a:pt x="3048" y="195833"/>
                  </a:lnTo>
                  <a:lnTo>
                    <a:pt x="3048" y="73151"/>
                  </a:lnTo>
                  <a:lnTo>
                    <a:pt x="4571" y="59435"/>
                  </a:lnTo>
                  <a:lnTo>
                    <a:pt x="22642" y="24476"/>
                  </a:lnTo>
                  <a:lnTo>
                    <a:pt x="56726" y="5033"/>
                  </a:lnTo>
                  <a:lnTo>
                    <a:pt x="726186" y="3047"/>
                  </a:lnTo>
                  <a:lnTo>
                    <a:pt x="733044" y="4571"/>
                  </a:lnTo>
                  <a:lnTo>
                    <a:pt x="753653" y="12255"/>
                  </a:lnTo>
                  <a:lnTo>
                    <a:pt x="770815" y="26403"/>
                  </a:lnTo>
                  <a:lnTo>
                    <a:pt x="782998" y="45066"/>
                  </a:lnTo>
                  <a:lnTo>
                    <a:pt x="788670" y="66293"/>
                  </a:lnTo>
                  <a:lnTo>
                    <a:pt x="788670" y="193172"/>
                  </a:lnTo>
                  <a:lnTo>
                    <a:pt x="791718" y="181355"/>
                  </a:lnTo>
                  <a:lnTo>
                    <a:pt x="792480" y="173735"/>
                  </a:lnTo>
                  <a:close/>
                </a:path>
                <a:path w="792479" h="247650">
                  <a:moveTo>
                    <a:pt x="788670" y="193172"/>
                  </a:moveTo>
                  <a:lnTo>
                    <a:pt x="788670" y="181355"/>
                  </a:lnTo>
                  <a:lnTo>
                    <a:pt x="787146" y="188213"/>
                  </a:lnTo>
                  <a:lnTo>
                    <a:pt x="779284" y="209508"/>
                  </a:lnTo>
                  <a:lnTo>
                    <a:pt x="747401" y="238182"/>
                  </a:lnTo>
                  <a:lnTo>
                    <a:pt x="73152" y="244601"/>
                  </a:lnTo>
                  <a:lnTo>
                    <a:pt x="51251" y="240583"/>
                  </a:lnTo>
                  <a:lnTo>
                    <a:pt x="16266" y="214885"/>
                  </a:lnTo>
                  <a:lnTo>
                    <a:pt x="3048" y="173735"/>
                  </a:lnTo>
                  <a:lnTo>
                    <a:pt x="3048" y="195833"/>
                  </a:lnTo>
                  <a:lnTo>
                    <a:pt x="26670" y="230885"/>
                  </a:lnTo>
                  <a:lnTo>
                    <a:pt x="63775" y="246735"/>
                  </a:lnTo>
                  <a:lnTo>
                    <a:pt x="73152" y="247649"/>
                  </a:lnTo>
                  <a:lnTo>
                    <a:pt x="718566" y="247649"/>
                  </a:lnTo>
                  <a:lnTo>
                    <a:pt x="733806" y="246125"/>
                  </a:lnTo>
                  <a:lnTo>
                    <a:pt x="755397" y="237570"/>
                  </a:lnTo>
                  <a:lnTo>
                    <a:pt x="773291" y="223018"/>
                  </a:lnTo>
                  <a:lnTo>
                    <a:pt x="785921" y="203827"/>
                  </a:lnTo>
                  <a:lnTo>
                    <a:pt x="788670" y="193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5719826" y="4474717"/>
            <a:ext cx="6864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Assess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Report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269229" y="5502402"/>
            <a:ext cx="792480" cy="247650"/>
            <a:chOff x="5269229" y="5502402"/>
            <a:chExt cx="792480" cy="247650"/>
          </a:xfrm>
        </p:grpSpPr>
        <p:sp>
          <p:nvSpPr>
            <p:cNvPr id="56" name="object 56"/>
            <p:cNvSpPr/>
            <p:nvPr/>
          </p:nvSpPr>
          <p:spPr>
            <a:xfrm>
              <a:off x="5270754" y="5503926"/>
              <a:ext cx="789940" cy="245110"/>
            </a:xfrm>
            <a:custGeom>
              <a:avLst/>
              <a:gdLst/>
              <a:ahLst/>
              <a:cxnLst/>
              <a:rect l="l" t="t" r="r" b="b"/>
              <a:pathLst>
                <a:path w="789939" h="245110">
                  <a:moveTo>
                    <a:pt x="789432" y="172973"/>
                  </a:moveTo>
                  <a:lnTo>
                    <a:pt x="789432" y="72389"/>
                  </a:lnTo>
                  <a:lnTo>
                    <a:pt x="783693" y="44362"/>
                  </a:lnTo>
                  <a:lnTo>
                    <a:pt x="768096" y="21335"/>
                  </a:lnTo>
                  <a:lnTo>
                    <a:pt x="745069" y="5738"/>
                  </a:lnTo>
                  <a:lnTo>
                    <a:pt x="717042" y="0"/>
                  </a:lnTo>
                  <a:lnTo>
                    <a:pt x="71628" y="0"/>
                  </a:lnTo>
                  <a:lnTo>
                    <a:pt x="43719" y="5738"/>
                  </a:lnTo>
                  <a:lnTo>
                    <a:pt x="20954" y="21335"/>
                  </a:lnTo>
                  <a:lnTo>
                    <a:pt x="5619" y="44362"/>
                  </a:lnTo>
                  <a:lnTo>
                    <a:pt x="0" y="72389"/>
                  </a:lnTo>
                  <a:lnTo>
                    <a:pt x="0" y="172973"/>
                  </a:lnTo>
                  <a:lnTo>
                    <a:pt x="5619" y="200882"/>
                  </a:lnTo>
                  <a:lnTo>
                    <a:pt x="20954" y="223646"/>
                  </a:lnTo>
                  <a:lnTo>
                    <a:pt x="43719" y="238982"/>
                  </a:lnTo>
                  <a:lnTo>
                    <a:pt x="71628" y="244601"/>
                  </a:lnTo>
                  <a:lnTo>
                    <a:pt x="717042" y="244601"/>
                  </a:lnTo>
                  <a:lnTo>
                    <a:pt x="745069" y="238982"/>
                  </a:lnTo>
                  <a:lnTo>
                    <a:pt x="768096" y="223646"/>
                  </a:lnTo>
                  <a:lnTo>
                    <a:pt x="783693" y="200882"/>
                  </a:lnTo>
                  <a:lnTo>
                    <a:pt x="789432" y="172973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269229" y="5502402"/>
              <a:ext cx="792480" cy="247650"/>
            </a:xfrm>
            <a:custGeom>
              <a:avLst/>
              <a:gdLst/>
              <a:ahLst/>
              <a:cxnLst/>
              <a:rect l="l" t="t" r="r" b="b"/>
              <a:pathLst>
                <a:path w="792479" h="247650">
                  <a:moveTo>
                    <a:pt x="792480" y="174497"/>
                  </a:moveTo>
                  <a:lnTo>
                    <a:pt x="792480" y="73913"/>
                  </a:lnTo>
                  <a:lnTo>
                    <a:pt x="790956" y="58673"/>
                  </a:lnTo>
                  <a:lnTo>
                    <a:pt x="767962" y="19045"/>
                  </a:lnTo>
                  <a:lnTo>
                    <a:pt x="726186" y="761"/>
                  </a:lnTo>
                  <a:lnTo>
                    <a:pt x="718566" y="0"/>
                  </a:lnTo>
                  <a:lnTo>
                    <a:pt x="73152" y="0"/>
                  </a:lnTo>
                  <a:lnTo>
                    <a:pt x="29837" y="14663"/>
                  </a:lnTo>
                  <a:lnTo>
                    <a:pt x="3047" y="51815"/>
                  </a:lnTo>
                  <a:lnTo>
                    <a:pt x="0" y="73913"/>
                  </a:lnTo>
                  <a:lnTo>
                    <a:pt x="0" y="174497"/>
                  </a:lnTo>
                  <a:lnTo>
                    <a:pt x="762" y="182117"/>
                  </a:lnTo>
                  <a:lnTo>
                    <a:pt x="1524" y="188975"/>
                  </a:lnTo>
                  <a:lnTo>
                    <a:pt x="3048" y="196595"/>
                  </a:lnTo>
                  <a:lnTo>
                    <a:pt x="3048" y="73913"/>
                  </a:lnTo>
                  <a:lnTo>
                    <a:pt x="3809" y="66293"/>
                  </a:lnTo>
                  <a:lnTo>
                    <a:pt x="4571" y="59435"/>
                  </a:lnTo>
                  <a:lnTo>
                    <a:pt x="6095" y="52577"/>
                  </a:lnTo>
                  <a:lnTo>
                    <a:pt x="9143" y="46481"/>
                  </a:lnTo>
                  <a:lnTo>
                    <a:pt x="11429" y="40385"/>
                  </a:lnTo>
                  <a:lnTo>
                    <a:pt x="15239" y="34289"/>
                  </a:lnTo>
                  <a:lnTo>
                    <a:pt x="19049" y="28955"/>
                  </a:lnTo>
                  <a:lnTo>
                    <a:pt x="23621" y="23621"/>
                  </a:lnTo>
                  <a:lnTo>
                    <a:pt x="28955" y="19811"/>
                  </a:lnTo>
                  <a:lnTo>
                    <a:pt x="34290" y="15239"/>
                  </a:lnTo>
                  <a:lnTo>
                    <a:pt x="73152" y="3116"/>
                  </a:lnTo>
                  <a:lnTo>
                    <a:pt x="718566" y="3047"/>
                  </a:lnTo>
                  <a:lnTo>
                    <a:pt x="726186" y="3809"/>
                  </a:lnTo>
                  <a:lnTo>
                    <a:pt x="770720" y="26669"/>
                  </a:lnTo>
                  <a:lnTo>
                    <a:pt x="788670" y="66293"/>
                  </a:lnTo>
                  <a:lnTo>
                    <a:pt x="789432" y="73913"/>
                  </a:lnTo>
                  <a:lnTo>
                    <a:pt x="789432" y="190639"/>
                  </a:lnTo>
                  <a:lnTo>
                    <a:pt x="791718" y="182117"/>
                  </a:lnTo>
                  <a:lnTo>
                    <a:pt x="792480" y="174497"/>
                  </a:lnTo>
                  <a:close/>
                </a:path>
                <a:path w="792479" h="247650">
                  <a:moveTo>
                    <a:pt x="789432" y="190639"/>
                  </a:moveTo>
                  <a:lnTo>
                    <a:pt x="789432" y="174497"/>
                  </a:lnTo>
                  <a:lnTo>
                    <a:pt x="788670" y="181355"/>
                  </a:lnTo>
                  <a:lnTo>
                    <a:pt x="787908" y="188975"/>
                  </a:lnTo>
                  <a:lnTo>
                    <a:pt x="779448" y="209744"/>
                  </a:lnTo>
                  <a:lnTo>
                    <a:pt x="765786" y="226504"/>
                  </a:lnTo>
                  <a:lnTo>
                    <a:pt x="747754" y="238407"/>
                  </a:lnTo>
                  <a:lnTo>
                    <a:pt x="726186" y="244601"/>
                  </a:lnTo>
                  <a:lnTo>
                    <a:pt x="73152" y="244489"/>
                  </a:lnTo>
                  <a:lnTo>
                    <a:pt x="31865" y="231024"/>
                  </a:lnTo>
                  <a:lnTo>
                    <a:pt x="6096" y="195071"/>
                  </a:lnTo>
                  <a:lnTo>
                    <a:pt x="3048" y="174497"/>
                  </a:lnTo>
                  <a:lnTo>
                    <a:pt x="3048" y="196595"/>
                  </a:lnTo>
                  <a:lnTo>
                    <a:pt x="26670" y="230885"/>
                  </a:lnTo>
                  <a:lnTo>
                    <a:pt x="66090" y="247524"/>
                  </a:lnTo>
                  <a:lnTo>
                    <a:pt x="726186" y="247649"/>
                  </a:lnTo>
                  <a:lnTo>
                    <a:pt x="733806" y="246125"/>
                  </a:lnTo>
                  <a:lnTo>
                    <a:pt x="755570" y="238230"/>
                  </a:lnTo>
                  <a:lnTo>
                    <a:pt x="773277" y="223747"/>
                  </a:lnTo>
                  <a:lnTo>
                    <a:pt x="785726" y="204451"/>
                  </a:lnTo>
                  <a:lnTo>
                    <a:pt x="789432" y="1906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5338826" y="5550661"/>
            <a:ext cx="6870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 MT"/>
                <a:cs typeface="Arial MT"/>
              </a:rPr>
              <a:t>Report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Update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155435" y="5502402"/>
            <a:ext cx="791845" cy="247650"/>
            <a:chOff x="6155435" y="5502402"/>
            <a:chExt cx="791845" cy="247650"/>
          </a:xfrm>
        </p:grpSpPr>
        <p:sp>
          <p:nvSpPr>
            <p:cNvPr id="60" name="object 60"/>
            <p:cNvSpPr/>
            <p:nvPr/>
          </p:nvSpPr>
          <p:spPr>
            <a:xfrm>
              <a:off x="6156960" y="5503926"/>
              <a:ext cx="788670" cy="245110"/>
            </a:xfrm>
            <a:custGeom>
              <a:avLst/>
              <a:gdLst/>
              <a:ahLst/>
              <a:cxnLst/>
              <a:rect l="l" t="t" r="r" b="b"/>
              <a:pathLst>
                <a:path w="788670" h="245110">
                  <a:moveTo>
                    <a:pt x="788670" y="172973"/>
                  </a:moveTo>
                  <a:lnTo>
                    <a:pt x="788670" y="72389"/>
                  </a:lnTo>
                  <a:lnTo>
                    <a:pt x="783050" y="44362"/>
                  </a:lnTo>
                  <a:lnTo>
                    <a:pt x="767715" y="21335"/>
                  </a:lnTo>
                  <a:lnTo>
                    <a:pt x="744950" y="5738"/>
                  </a:lnTo>
                  <a:lnTo>
                    <a:pt x="717042" y="0"/>
                  </a:lnTo>
                  <a:lnTo>
                    <a:pt x="71628" y="0"/>
                  </a:lnTo>
                  <a:lnTo>
                    <a:pt x="43719" y="5738"/>
                  </a:lnTo>
                  <a:lnTo>
                    <a:pt x="20954" y="21335"/>
                  </a:lnTo>
                  <a:lnTo>
                    <a:pt x="5619" y="44362"/>
                  </a:lnTo>
                  <a:lnTo>
                    <a:pt x="0" y="72389"/>
                  </a:lnTo>
                  <a:lnTo>
                    <a:pt x="0" y="172973"/>
                  </a:lnTo>
                  <a:lnTo>
                    <a:pt x="5619" y="200882"/>
                  </a:lnTo>
                  <a:lnTo>
                    <a:pt x="20954" y="223646"/>
                  </a:lnTo>
                  <a:lnTo>
                    <a:pt x="43719" y="238982"/>
                  </a:lnTo>
                  <a:lnTo>
                    <a:pt x="71628" y="244601"/>
                  </a:lnTo>
                  <a:lnTo>
                    <a:pt x="717042" y="244601"/>
                  </a:lnTo>
                  <a:lnTo>
                    <a:pt x="744950" y="238982"/>
                  </a:lnTo>
                  <a:lnTo>
                    <a:pt x="767715" y="223646"/>
                  </a:lnTo>
                  <a:lnTo>
                    <a:pt x="783050" y="200882"/>
                  </a:lnTo>
                  <a:lnTo>
                    <a:pt x="788670" y="172973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155435" y="5502402"/>
              <a:ext cx="791845" cy="247650"/>
            </a:xfrm>
            <a:custGeom>
              <a:avLst/>
              <a:gdLst/>
              <a:ahLst/>
              <a:cxnLst/>
              <a:rect l="l" t="t" r="r" b="b"/>
              <a:pathLst>
                <a:path w="791845" h="247650">
                  <a:moveTo>
                    <a:pt x="791718" y="182117"/>
                  </a:moveTo>
                  <a:lnTo>
                    <a:pt x="791718" y="66293"/>
                  </a:lnTo>
                  <a:lnTo>
                    <a:pt x="790194" y="58673"/>
                  </a:lnTo>
                  <a:lnTo>
                    <a:pt x="767529" y="18949"/>
                  </a:lnTo>
                  <a:lnTo>
                    <a:pt x="725424" y="761"/>
                  </a:lnTo>
                  <a:lnTo>
                    <a:pt x="718566" y="0"/>
                  </a:lnTo>
                  <a:lnTo>
                    <a:pt x="73152" y="0"/>
                  </a:lnTo>
                  <a:lnTo>
                    <a:pt x="29660" y="14620"/>
                  </a:lnTo>
                  <a:lnTo>
                    <a:pt x="3047" y="51815"/>
                  </a:lnTo>
                  <a:lnTo>
                    <a:pt x="0" y="66293"/>
                  </a:lnTo>
                  <a:lnTo>
                    <a:pt x="0" y="182117"/>
                  </a:lnTo>
                  <a:lnTo>
                    <a:pt x="1524" y="188975"/>
                  </a:lnTo>
                  <a:lnTo>
                    <a:pt x="3048" y="196595"/>
                  </a:lnTo>
                  <a:lnTo>
                    <a:pt x="3047" y="66293"/>
                  </a:lnTo>
                  <a:lnTo>
                    <a:pt x="22419" y="24931"/>
                  </a:lnTo>
                  <a:lnTo>
                    <a:pt x="55859" y="5700"/>
                  </a:lnTo>
                  <a:lnTo>
                    <a:pt x="718566" y="3047"/>
                  </a:lnTo>
                  <a:lnTo>
                    <a:pt x="732282" y="4571"/>
                  </a:lnTo>
                  <a:lnTo>
                    <a:pt x="753547" y="13023"/>
                  </a:lnTo>
                  <a:lnTo>
                    <a:pt x="770382" y="26431"/>
                  </a:lnTo>
                  <a:lnTo>
                    <a:pt x="782263" y="44341"/>
                  </a:lnTo>
                  <a:lnTo>
                    <a:pt x="788670" y="66293"/>
                  </a:lnTo>
                  <a:lnTo>
                    <a:pt x="788670" y="193047"/>
                  </a:lnTo>
                  <a:lnTo>
                    <a:pt x="791718" y="182117"/>
                  </a:lnTo>
                  <a:close/>
                </a:path>
                <a:path w="791845" h="247650">
                  <a:moveTo>
                    <a:pt x="788670" y="193047"/>
                  </a:moveTo>
                  <a:lnTo>
                    <a:pt x="788670" y="181355"/>
                  </a:lnTo>
                  <a:lnTo>
                    <a:pt x="787146" y="188975"/>
                  </a:lnTo>
                  <a:lnTo>
                    <a:pt x="779336" y="209754"/>
                  </a:lnTo>
                  <a:lnTo>
                    <a:pt x="765348" y="226637"/>
                  </a:lnTo>
                  <a:lnTo>
                    <a:pt x="746828" y="238596"/>
                  </a:lnTo>
                  <a:lnTo>
                    <a:pt x="725424" y="244601"/>
                  </a:lnTo>
                  <a:lnTo>
                    <a:pt x="73152" y="244601"/>
                  </a:lnTo>
                  <a:lnTo>
                    <a:pt x="31418" y="230976"/>
                  </a:lnTo>
                  <a:lnTo>
                    <a:pt x="6096" y="195071"/>
                  </a:lnTo>
                  <a:lnTo>
                    <a:pt x="3048" y="181355"/>
                  </a:lnTo>
                  <a:lnTo>
                    <a:pt x="3048" y="196595"/>
                  </a:lnTo>
                  <a:lnTo>
                    <a:pt x="26670" y="230885"/>
                  </a:lnTo>
                  <a:lnTo>
                    <a:pt x="64964" y="247438"/>
                  </a:lnTo>
                  <a:lnTo>
                    <a:pt x="73152" y="247649"/>
                  </a:lnTo>
                  <a:lnTo>
                    <a:pt x="726186" y="247649"/>
                  </a:lnTo>
                  <a:lnTo>
                    <a:pt x="733044" y="246125"/>
                  </a:lnTo>
                  <a:lnTo>
                    <a:pt x="754825" y="238378"/>
                  </a:lnTo>
                  <a:lnTo>
                    <a:pt x="772720" y="223951"/>
                  </a:lnTo>
                  <a:lnTo>
                    <a:pt x="785445" y="204610"/>
                  </a:lnTo>
                  <a:lnTo>
                    <a:pt x="788670" y="193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6212840" y="5550661"/>
            <a:ext cx="7277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Dispatch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Police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759958" y="4889753"/>
            <a:ext cx="509905" cy="1277620"/>
            <a:chOff x="5759958" y="4889753"/>
            <a:chExt cx="509905" cy="1277620"/>
          </a:xfrm>
        </p:grpSpPr>
        <p:sp>
          <p:nvSpPr>
            <p:cNvPr id="64" name="object 64"/>
            <p:cNvSpPr/>
            <p:nvPr/>
          </p:nvSpPr>
          <p:spPr>
            <a:xfrm>
              <a:off x="5759958" y="4889753"/>
              <a:ext cx="509905" cy="38100"/>
            </a:xfrm>
            <a:custGeom>
              <a:avLst/>
              <a:gdLst/>
              <a:ahLst/>
              <a:cxnLst/>
              <a:rect l="l" t="t" r="r" b="b"/>
              <a:pathLst>
                <a:path w="509904" h="38100">
                  <a:moveTo>
                    <a:pt x="509778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524" y="38100"/>
                  </a:lnTo>
                  <a:lnTo>
                    <a:pt x="3048" y="38100"/>
                  </a:lnTo>
                  <a:lnTo>
                    <a:pt x="505968" y="38100"/>
                  </a:lnTo>
                  <a:lnTo>
                    <a:pt x="507492" y="38100"/>
                  </a:lnTo>
                  <a:lnTo>
                    <a:pt x="509778" y="38100"/>
                  </a:lnTo>
                  <a:lnTo>
                    <a:pt x="5097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9602" y="6038254"/>
              <a:ext cx="140208" cy="129105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5606288" y="1300683"/>
            <a:ext cx="959485" cy="29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34950">
              <a:lnSpc>
                <a:spcPct val="111900"/>
              </a:lnSpc>
              <a:spcBef>
                <a:spcPts val="100"/>
              </a:spcBef>
            </a:pPr>
            <a:r>
              <a:rPr dirty="0" sz="800" spc="-5">
                <a:latin typeface="Arial MT"/>
                <a:cs typeface="Arial MT"/>
              </a:rPr>
              <a:t>«external» 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Emergency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Services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728470" y="1586483"/>
            <a:ext cx="5260340" cy="2997200"/>
            <a:chOff x="1728470" y="1586483"/>
            <a:chExt cx="5260340" cy="2997200"/>
          </a:xfrm>
        </p:grpSpPr>
        <p:sp>
          <p:nvSpPr>
            <p:cNvPr id="68" name="object 68"/>
            <p:cNvSpPr/>
            <p:nvPr/>
          </p:nvSpPr>
          <p:spPr>
            <a:xfrm>
              <a:off x="5100828" y="1586483"/>
              <a:ext cx="1887855" cy="5080"/>
            </a:xfrm>
            <a:custGeom>
              <a:avLst/>
              <a:gdLst/>
              <a:ahLst/>
              <a:cxnLst/>
              <a:rect l="l" t="t" r="r" b="b"/>
              <a:pathLst>
                <a:path w="1887854" h="5080">
                  <a:moveTo>
                    <a:pt x="1887474" y="4571"/>
                  </a:moveTo>
                  <a:lnTo>
                    <a:pt x="1887474" y="1523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1887474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378964" y="4072127"/>
              <a:ext cx="0" cy="227965"/>
            </a:xfrm>
            <a:custGeom>
              <a:avLst/>
              <a:gdLst/>
              <a:ahLst/>
              <a:cxnLst/>
              <a:rect l="l" t="t" r="r" b="b"/>
              <a:pathLst>
                <a:path w="0" h="227964">
                  <a:moveTo>
                    <a:pt x="0" y="0"/>
                  </a:moveTo>
                  <a:lnTo>
                    <a:pt x="0" y="227837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379726" y="4300727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w="0" h="64135">
                  <a:moveTo>
                    <a:pt x="0" y="0"/>
                  </a:moveTo>
                  <a:lnTo>
                    <a:pt x="0" y="64008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8578" y="4319777"/>
              <a:ext cx="77724" cy="108204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728470" y="3467112"/>
              <a:ext cx="519430" cy="1080770"/>
            </a:xfrm>
            <a:custGeom>
              <a:avLst/>
              <a:gdLst/>
              <a:ahLst/>
              <a:cxnLst/>
              <a:rect l="l" t="t" r="r" b="b"/>
              <a:pathLst>
                <a:path w="519430" h="1080770">
                  <a:moveTo>
                    <a:pt x="519430" y="0"/>
                  </a:moveTo>
                  <a:lnTo>
                    <a:pt x="3810" y="0"/>
                  </a:lnTo>
                  <a:lnTo>
                    <a:pt x="3175" y="0"/>
                  </a:lnTo>
                  <a:lnTo>
                    <a:pt x="3175" y="2667"/>
                  </a:lnTo>
                  <a:lnTo>
                    <a:pt x="2540" y="3302"/>
                  </a:lnTo>
                  <a:lnTo>
                    <a:pt x="2540" y="2667"/>
                  </a:lnTo>
                  <a:lnTo>
                    <a:pt x="3175" y="2667"/>
                  </a:lnTo>
                  <a:lnTo>
                    <a:pt x="3175" y="0"/>
                  </a:lnTo>
                  <a:lnTo>
                    <a:pt x="2540" y="0"/>
                  </a:lnTo>
                  <a:lnTo>
                    <a:pt x="2540" y="1143"/>
                  </a:lnTo>
                  <a:lnTo>
                    <a:pt x="0" y="1143"/>
                  </a:lnTo>
                  <a:lnTo>
                    <a:pt x="0" y="1080516"/>
                  </a:lnTo>
                  <a:lnTo>
                    <a:pt x="2540" y="1080516"/>
                  </a:lnTo>
                  <a:lnTo>
                    <a:pt x="2540" y="1078230"/>
                  </a:lnTo>
                  <a:lnTo>
                    <a:pt x="3556" y="1078230"/>
                  </a:lnTo>
                  <a:lnTo>
                    <a:pt x="3556" y="3810"/>
                  </a:lnTo>
                  <a:lnTo>
                    <a:pt x="3556" y="2667"/>
                  </a:lnTo>
                  <a:lnTo>
                    <a:pt x="3810" y="2667"/>
                  </a:lnTo>
                  <a:lnTo>
                    <a:pt x="3810" y="3810"/>
                  </a:lnTo>
                  <a:lnTo>
                    <a:pt x="519430" y="3810"/>
                  </a:lnTo>
                  <a:lnTo>
                    <a:pt x="5194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30502" y="4508754"/>
              <a:ext cx="254507" cy="7467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35530" y="3532632"/>
              <a:ext cx="79248" cy="296417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4148709" y="2875025"/>
              <a:ext cx="0" cy="87630"/>
            </a:xfrm>
            <a:custGeom>
              <a:avLst/>
              <a:gdLst/>
              <a:ahLst/>
              <a:cxnLst/>
              <a:rect l="l" t="t" r="r" b="b"/>
              <a:pathLst>
                <a:path w="0" h="87630">
                  <a:moveTo>
                    <a:pt x="0" y="0"/>
                  </a:moveTo>
                  <a:lnTo>
                    <a:pt x="0" y="8763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148328" y="2963417"/>
              <a:ext cx="1905" cy="48895"/>
            </a:xfrm>
            <a:custGeom>
              <a:avLst/>
              <a:gdLst/>
              <a:ahLst/>
              <a:cxnLst/>
              <a:rect l="l" t="t" r="r" b="b"/>
              <a:pathLst>
                <a:path w="1904" h="48894">
                  <a:moveTo>
                    <a:pt x="762" y="43434"/>
                  </a:moveTo>
                  <a:lnTo>
                    <a:pt x="0" y="43434"/>
                  </a:lnTo>
                  <a:lnTo>
                    <a:pt x="0" y="45720"/>
                  </a:lnTo>
                  <a:lnTo>
                    <a:pt x="762" y="45720"/>
                  </a:lnTo>
                  <a:lnTo>
                    <a:pt x="762" y="43434"/>
                  </a:lnTo>
                  <a:close/>
                </a:path>
                <a:path w="1904" h="48894">
                  <a:moveTo>
                    <a:pt x="762" y="40386"/>
                  </a:moveTo>
                  <a:lnTo>
                    <a:pt x="0" y="40386"/>
                  </a:lnTo>
                  <a:lnTo>
                    <a:pt x="0" y="42672"/>
                  </a:lnTo>
                  <a:lnTo>
                    <a:pt x="762" y="42672"/>
                  </a:lnTo>
                  <a:lnTo>
                    <a:pt x="762" y="40386"/>
                  </a:lnTo>
                  <a:close/>
                </a:path>
                <a:path w="1904" h="48894">
                  <a:moveTo>
                    <a:pt x="762" y="37338"/>
                  </a:moveTo>
                  <a:lnTo>
                    <a:pt x="0" y="37338"/>
                  </a:lnTo>
                  <a:lnTo>
                    <a:pt x="0" y="39624"/>
                  </a:lnTo>
                  <a:lnTo>
                    <a:pt x="762" y="39624"/>
                  </a:lnTo>
                  <a:lnTo>
                    <a:pt x="762" y="37338"/>
                  </a:lnTo>
                  <a:close/>
                </a:path>
                <a:path w="1904" h="48894">
                  <a:moveTo>
                    <a:pt x="762" y="34290"/>
                  </a:moveTo>
                  <a:lnTo>
                    <a:pt x="0" y="34290"/>
                  </a:lnTo>
                  <a:lnTo>
                    <a:pt x="0" y="36576"/>
                  </a:lnTo>
                  <a:lnTo>
                    <a:pt x="762" y="36576"/>
                  </a:lnTo>
                  <a:lnTo>
                    <a:pt x="762" y="34290"/>
                  </a:lnTo>
                  <a:close/>
                </a:path>
                <a:path w="1904" h="48894">
                  <a:moveTo>
                    <a:pt x="762" y="31242"/>
                  </a:moveTo>
                  <a:lnTo>
                    <a:pt x="0" y="31242"/>
                  </a:lnTo>
                  <a:lnTo>
                    <a:pt x="0" y="33528"/>
                  </a:lnTo>
                  <a:lnTo>
                    <a:pt x="762" y="33528"/>
                  </a:lnTo>
                  <a:lnTo>
                    <a:pt x="762" y="31242"/>
                  </a:lnTo>
                  <a:close/>
                </a:path>
                <a:path w="1904" h="48894">
                  <a:moveTo>
                    <a:pt x="762" y="28194"/>
                  </a:moveTo>
                  <a:lnTo>
                    <a:pt x="0" y="28194"/>
                  </a:lnTo>
                  <a:lnTo>
                    <a:pt x="0" y="30480"/>
                  </a:lnTo>
                  <a:lnTo>
                    <a:pt x="762" y="30480"/>
                  </a:lnTo>
                  <a:lnTo>
                    <a:pt x="762" y="28194"/>
                  </a:lnTo>
                  <a:close/>
                </a:path>
                <a:path w="1904" h="48894">
                  <a:moveTo>
                    <a:pt x="762" y="25146"/>
                  </a:moveTo>
                  <a:lnTo>
                    <a:pt x="0" y="25146"/>
                  </a:lnTo>
                  <a:lnTo>
                    <a:pt x="0" y="27432"/>
                  </a:lnTo>
                  <a:lnTo>
                    <a:pt x="762" y="27432"/>
                  </a:lnTo>
                  <a:lnTo>
                    <a:pt x="762" y="25146"/>
                  </a:lnTo>
                  <a:close/>
                </a:path>
                <a:path w="1904" h="48894">
                  <a:moveTo>
                    <a:pt x="762" y="22098"/>
                  </a:moveTo>
                  <a:lnTo>
                    <a:pt x="0" y="22098"/>
                  </a:lnTo>
                  <a:lnTo>
                    <a:pt x="0" y="24384"/>
                  </a:lnTo>
                  <a:lnTo>
                    <a:pt x="762" y="24384"/>
                  </a:lnTo>
                  <a:lnTo>
                    <a:pt x="762" y="22098"/>
                  </a:lnTo>
                  <a:close/>
                </a:path>
                <a:path w="1904" h="48894">
                  <a:moveTo>
                    <a:pt x="762" y="19050"/>
                  </a:moveTo>
                  <a:lnTo>
                    <a:pt x="0" y="19050"/>
                  </a:lnTo>
                  <a:lnTo>
                    <a:pt x="0" y="21336"/>
                  </a:lnTo>
                  <a:lnTo>
                    <a:pt x="762" y="21336"/>
                  </a:lnTo>
                  <a:lnTo>
                    <a:pt x="762" y="19050"/>
                  </a:lnTo>
                  <a:close/>
                </a:path>
                <a:path w="1904" h="48894">
                  <a:moveTo>
                    <a:pt x="762" y="16002"/>
                  </a:moveTo>
                  <a:lnTo>
                    <a:pt x="0" y="16002"/>
                  </a:lnTo>
                  <a:lnTo>
                    <a:pt x="0" y="18300"/>
                  </a:lnTo>
                  <a:lnTo>
                    <a:pt x="762" y="18300"/>
                  </a:lnTo>
                  <a:lnTo>
                    <a:pt x="762" y="16002"/>
                  </a:lnTo>
                  <a:close/>
                </a:path>
                <a:path w="1904" h="48894">
                  <a:moveTo>
                    <a:pt x="762" y="12954"/>
                  </a:moveTo>
                  <a:lnTo>
                    <a:pt x="0" y="12954"/>
                  </a:lnTo>
                  <a:lnTo>
                    <a:pt x="0" y="15240"/>
                  </a:lnTo>
                  <a:lnTo>
                    <a:pt x="762" y="15240"/>
                  </a:lnTo>
                  <a:lnTo>
                    <a:pt x="762" y="12954"/>
                  </a:lnTo>
                  <a:close/>
                </a:path>
                <a:path w="1904" h="48894">
                  <a:moveTo>
                    <a:pt x="762" y="9906"/>
                  </a:moveTo>
                  <a:lnTo>
                    <a:pt x="0" y="9906"/>
                  </a:lnTo>
                  <a:lnTo>
                    <a:pt x="0" y="12192"/>
                  </a:lnTo>
                  <a:lnTo>
                    <a:pt x="762" y="12192"/>
                  </a:lnTo>
                  <a:lnTo>
                    <a:pt x="762" y="9906"/>
                  </a:lnTo>
                  <a:close/>
                </a:path>
                <a:path w="1904" h="48894">
                  <a:moveTo>
                    <a:pt x="762" y="6858"/>
                  </a:moveTo>
                  <a:lnTo>
                    <a:pt x="0" y="6858"/>
                  </a:lnTo>
                  <a:lnTo>
                    <a:pt x="0" y="9144"/>
                  </a:lnTo>
                  <a:lnTo>
                    <a:pt x="762" y="9144"/>
                  </a:lnTo>
                  <a:lnTo>
                    <a:pt x="762" y="6858"/>
                  </a:lnTo>
                  <a:close/>
                </a:path>
                <a:path w="1904" h="48894">
                  <a:moveTo>
                    <a:pt x="762" y="3048"/>
                  </a:moveTo>
                  <a:lnTo>
                    <a:pt x="0" y="3810"/>
                  </a:lnTo>
                  <a:lnTo>
                    <a:pt x="0" y="6096"/>
                  </a:lnTo>
                  <a:lnTo>
                    <a:pt x="762" y="6096"/>
                  </a:lnTo>
                  <a:lnTo>
                    <a:pt x="762" y="3048"/>
                  </a:lnTo>
                  <a:close/>
                </a:path>
                <a:path w="1904" h="48894">
                  <a:moveTo>
                    <a:pt x="762" y="0"/>
                  </a:moveTo>
                  <a:lnTo>
                    <a:pt x="0" y="762"/>
                  </a:lnTo>
                  <a:lnTo>
                    <a:pt x="0" y="3048"/>
                  </a:lnTo>
                  <a:lnTo>
                    <a:pt x="762" y="2286"/>
                  </a:lnTo>
                  <a:lnTo>
                    <a:pt x="762" y="0"/>
                  </a:lnTo>
                  <a:close/>
                </a:path>
                <a:path w="1904" h="48894">
                  <a:moveTo>
                    <a:pt x="1524" y="48768"/>
                  </a:moveTo>
                  <a:lnTo>
                    <a:pt x="762" y="46482"/>
                  </a:lnTo>
                  <a:lnTo>
                    <a:pt x="0" y="46482"/>
                  </a:lnTo>
                  <a:lnTo>
                    <a:pt x="762" y="48768"/>
                  </a:lnTo>
                  <a:lnTo>
                    <a:pt x="1524" y="48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8704" y="3012947"/>
              <a:ext cx="79248" cy="21945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92702" y="3473957"/>
              <a:ext cx="79248" cy="341375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3857497" y="3277615"/>
            <a:ext cx="973455" cy="42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ValidateEntry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Arial MT"/>
              <a:cs typeface="Arial MT"/>
            </a:endParaRPr>
          </a:p>
          <a:p>
            <a:pPr marL="356870">
              <a:lnSpc>
                <a:spcPct val="100000"/>
              </a:lnSpc>
            </a:pPr>
            <a:r>
              <a:rPr dirty="0" sz="700" spc="-5">
                <a:latin typeface="Arial MT"/>
                <a:cs typeface="Arial MT"/>
              </a:rPr>
              <a:t>Validated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 spc="-5">
                <a:latin typeface="Arial MT"/>
                <a:cs typeface="Arial MT"/>
              </a:rPr>
              <a:t>Entry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3824478" y="3877945"/>
            <a:ext cx="1447800" cy="1867535"/>
            <a:chOff x="3824478" y="3877945"/>
            <a:chExt cx="1447800" cy="1867535"/>
          </a:xfrm>
        </p:grpSpPr>
        <p:pic>
          <p:nvPicPr>
            <p:cNvPr id="81" name="object 8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4478" y="3878580"/>
              <a:ext cx="79248" cy="31089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61688" y="3878580"/>
              <a:ext cx="78486" cy="310896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149090" y="3878580"/>
              <a:ext cx="1270" cy="683260"/>
            </a:xfrm>
            <a:custGeom>
              <a:avLst/>
              <a:gdLst/>
              <a:ahLst/>
              <a:cxnLst/>
              <a:rect l="l" t="t" r="r" b="b"/>
              <a:pathLst>
                <a:path w="1270" h="683260">
                  <a:moveTo>
                    <a:pt x="0" y="0"/>
                  </a:moveTo>
                  <a:lnTo>
                    <a:pt x="0" y="352806"/>
                  </a:lnTo>
                </a:path>
                <a:path w="1270" h="683260">
                  <a:moveTo>
                    <a:pt x="762" y="353568"/>
                  </a:moveTo>
                  <a:lnTo>
                    <a:pt x="762" y="682752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8704" y="4557522"/>
              <a:ext cx="79248" cy="10972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4148328" y="4910327"/>
              <a:ext cx="1905" cy="215900"/>
            </a:xfrm>
            <a:custGeom>
              <a:avLst/>
              <a:gdLst/>
              <a:ahLst/>
              <a:cxnLst/>
              <a:rect l="l" t="t" r="r" b="b"/>
              <a:pathLst>
                <a:path w="1904" h="215900">
                  <a:moveTo>
                    <a:pt x="762" y="131064"/>
                  </a:moveTo>
                  <a:lnTo>
                    <a:pt x="0" y="131064"/>
                  </a:lnTo>
                  <a:lnTo>
                    <a:pt x="0" y="133350"/>
                  </a:lnTo>
                  <a:lnTo>
                    <a:pt x="762" y="133350"/>
                  </a:lnTo>
                  <a:lnTo>
                    <a:pt x="762" y="131064"/>
                  </a:lnTo>
                  <a:close/>
                </a:path>
                <a:path w="1904" h="215900">
                  <a:moveTo>
                    <a:pt x="762" y="128016"/>
                  </a:moveTo>
                  <a:lnTo>
                    <a:pt x="0" y="128016"/>
                  </a:lnTo>
                  <a:lnTo>
                    <a:pt x="0" y="130314"/>
                  </a:lnTo>
                  <a:lnTo>
                    <a:pt x="762" y="130314"/>
                  </a:lnTo>
                  <a:lnTo>
                    <a:pt x="762" y="128016"/>
                  </a:lnTo>
                  <a:close/>
                </a:path>
                <a:path w="1904" h="215900">
                  <a:moveTo>
                    <a:pt x="762" y="124968"/>
                  </a:moveTo>
                  <a:lnTo>
                    <a:pt x="0" y="124968"/>
                  </a:lnTo>
                  <a:lnTo>
                    <a:pt x="0" y="127254"/>
                  </a:lnTo>
                  <a:lnTo>
                    <a:pt x="762" y="127254"/>
                  </a:lnTo>
                  <a:lnTo>
                    <a:pt x="762" y="124968"/>
                  </a:lnTo>
                  <a:close/>
                </a:path>
                <a:path w="1904" h="215900">
                  <a:moveTo>
                    <a:pt x="762" y="121920"/>
                  </a:moveTo>
                  <a:lnTo>
                    <a:pt x="0" y="121920"/>
                  </a:lnTo>
                  <a:lnTo>
                    <a:pt x="0" y="124206"/>
                  </a:lnTo>
                  <a:lnTo>
                    <a:pt x="762" y="124206"/>
                  </a:lnTo>
                  <a:lnTo>
                    <a:pt x="762" y="121920"/>
                  </a:lnTo>
                  <a:close/>
                </a:path>
                <a:path w="1904" h="215900">
                  <a:moveTo>
                    <a:pt x="762" y="118872"/>
                  </a:moveTo>
                  <a:lnTo>
                    <a:pt x="0" y="118872"/>
                  </a:lnTo>
                  <a:lnTo>
                    <a:pt x="0" y="121158"/>
                  </a:lnTo>
                  <a:lnTo>
                    <a:pt x="762" y="121158"/>
                  </a:lnTo>
                  <a:lnTo>
                    <a:pt x="762" y="118872"/>
                  </a:lnTo>
                  <a:close/>
                </a:path>
                <a:path w="1904" h="215900">
                  <a:moveTo>
                    <a:pt x="762" y="115824"/>
                  </a:moveTo>
                  <a:lnTo>
                    <a:pt x="0" y="115824"/>
                  </a:lnTo>
                  <a:lnTo>
                    <a:pt x="0" y="118110"/>
                  </a:lnTo>
                  <a:lnTo>
                    <a:pt x="762" y="118110"/>
                  </a:lnTo>
                  <a:lnTo>
                    <a:pt x="762" y="115824"/>
                  </a:lnTo>
                  <a:close/>
                </a:path>
                <a:path w="1904" h="215900">
                  <a:moveTo>
                    <a:pt x="762" y="112776"/>
                  </a:moveTo>
                  <a:lnTo>
                    <a:pt x="0" y="112776"/>
                  </a:lnTo>
                  <a:lnTo>
                    <a:pt x="0" y="115062"/>
                  </a:lnTo>
                  <a:lnTo>
                    <a:pt x="762" y="115062"/>
                  </a:lnTo>
                  <a:lnTo>
                    <a:pt x="762" y="112776"/>
                  </a:lnTo>
                  <a:close/>
                </a:path>
                <a:path w="1904" h="215900">
                  <a:moveTo>
                    <a:pt x="762" y="109728"/>
                  </a:moveTo>
                  <a:lnTo>
                    <a:pt x="0" y="109728"/>
                  </a:lnTo>
                  <a:lnTo>
                    <a:pt x="0" y="112014"/>
                  </a:lnTo>
                  <a:lnTo>
                    <a:pt x="762" y="112014"/>
                  </a:lnTo>
                  <a:lnTo>
                    <a:pt x="762" y="109728"/>
                  </a:lnTo>
                  <a:close/>
                </a:path>
                <a:path w="1904" h="215900">
                  <a:moveTo>
                    <a:pt x="762" y="106680"/>
                  </a:moveTo>
                  <a:lnTo>
                    <a:pt x="0" y="106680"/>
                  </a:lnTo>
                  <a:lnTo>
                    <a:pt x="0" y="108966"/>
                  </a:lnTo>
                  <a:lnTo>
                    <a:pt x="762" y="108966"/>
                  </a:lnTo>
                  <a:lnTo>
                    <a:pt x="762" y="106680"/>
                  </a:lnTo>
                  <a:close/>
                </a:path>
                <a:path w="1904" h="215900">
                  <a:moveTo>
                    <a:pt x="762" y="103632"/>
                  </a:moveTo>
                  <a:lnTo>
                    <a:pt x="0" y="103632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3632"/>
                  </a:lnTo>
                  <a:close/>
                </a:path>
                <a:path w="1904" h="215900">
                  <a:moveTo>
                    <a:pt x="762" y="100584"/>
                  </a:moveTo>
                  <a:lnTo>
                    <a:pt x="0" y="100584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0584"/>
                  </a:lnTo>
                  <a:close/>
                </a:path>
                <a:path w="1904" h="215900">
                  <a:moveTo>
                    <a:pt x="762" y="97536"/>
                  </a:moveTo>
                  <a:lnTo>
                    <a:pt x="0" y="97536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7536"/>
                  </a:lnTo>
                  <a:close/>
                </a:path>
                <a:path w="1904" h="215900">
                  <a:moveTo>
                    <a:pt x="762" y="94488"/>
                  </a:moveTo>
                  <a:lnTo>
                    <a:pt x="0" y="94488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4488"/>
                  </a:lnTo>
                  <a:close/>
                </a:path>
                <a:path w="1904" h="215900">
                  <a:moveTo>
                    <a:pt x="762" y="91440"/>
                  </a:moveTo>
                  <a:lnTo>
                    <a:pt x="0" y="91440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1440"/>
                  </a:lnTo>
                  <a:close/>
                </a:path>
                <a:path w="1904" h="215900">
                  <a:moveTo>
                    <a:pt x="762" y="88392"/>
                  </a:moveTo>
                  <a:lnTo>
                    <a:pt x="0" y="88392"/>
                  </a:lnTo>
                  <a:lnTo>
                    <a:pt x="0" y="90690"/>
                  </a:lnTo>
                  <a:lnTo>
                    <a:pt x="762" y="90690"/>
                  </a:lnTo>
                  <a:lnTo>
                    <a:pt x="762" y="88392"/>
                  </a:lnTo>
                  <a:close/>
                </a:path>
                <a:path w="1904" h="215900">
                  <a:moveTo>
                    <a:pt x="762" y="85344"/>
                  </a:moveTo>
                  <a:lnTo>
                    <a:pt x="0" y="85344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5344"/>
                  </a:lnTo>
                  <a:close/>
                </a:path>
                <a:path w="1904" h="215900">
                  <a:moveTo>
                    <a:pt x="762" y="82296"/>
                  </a:moveTo>
                  <a:lnTo>
                    <a:pt x="0" y="82296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2296"/>
                  </a:lnTo>
                  <a:close/>
                </a:path>
                <a:path w="1904" h="215900">
                  <a:moveTo>
                    <a:pt x="762" y="79248"/>
                  </a:moveTo>
                  <a:lnTo>
                    <a:pt x="0" y="79248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79248"/>
                  </a:lnTo>
                  <a:close/>
                </a:path>
                <a:path w="1904" h="215900">
                  <a:moveTo>
                    <a:pt x="762" y="76200"/>
                  </a:moveTo>
                  <a:lnTo>
                    <a:pt x="0" y="76200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6200"/>
                  </a:lnTo>
                  <a:close/>
                </a:path>
                <a:path w="1904" h="215900">
                  <a:moveTo>
                    <a:pt x="762" y="73152"/>
                  </a:moveTo>
                  <a:lnTo>
                    <a:pt x="0" y="73152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3152"/>
                  </a:lnTo>
                  <a:close/>
                </a:path>
                <a:path w="1904" h="215900">
                  <a:moveTo>
                    <a:pt x="762" y="70104"/>
                  </a:moveTo>
                  <a:lnTo>
                    <a:pt x="0" y="70104"/>
                  </a:lnTo>
                  <a:lnTo>
                    <a:pt x="0" y="72402"/>
                  </a:lnTo>
                  <a:lnTo>
                    <a:pt x="762" y="72402"/>
                  </a:lnTo>
                  <a:lnTo>
                    <a:pt x="762" y="70104"/>
                  </a:lnTo>
                  <a:close/>
                </a:path>
                <a:path w="1904" h="215900">
                  <a:moveTo>
                    <a:pt x="762" y="67056"/>
                  </a:moveTo>
                  <a:lnTo>
                    <a:pt x="0" y="67056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7056"/>
                  </a:lnTo>
                  <a:close/>
                </a:path>
                <a:path w="1904" h="215900">
                  <a:moveTo>
                    <a:pt x="762" y="64008"/>
                  </a:moveTo>
                  <a:lnTo>
                    <a:pt x="0" y="64008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4008"/>
                  </a:lnTo>
                  <a:close/>
                </a:path>
                <a:path w="1904" h="215900">
                  <a:moveTo>
                    <a:pt x="762" y="60960"/>
                  </a:moveTo>
                  <a:lnTo>
                    <a:pt x="0" y="60960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0960"/>
                  </a:lnTo>
                  <a:close/>
                </a:path>
                <a:path w="1904" h="215900">
                  <a:moveTo>
                    <a:pt x="762" y="57912"/>
                  </a:moveTo>
                  <a:lnTo>
                    <a:pt x="0" y="57912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7912"/>
                  </a:lnTo>
                  <a:close/>
                </a:path>
                <a:path w="1904" h="215900">
                  <a:moveTo>
                    <a:pt x="762" y="54864"/>
                  </a:moveTo>
                  <a:lnTo>
                    <a:pt x="0" y="54864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4864"/>
                  </a:lnTo>
                  <a:close/>
                </a:path>
                <a:path w="1904" h="215900">
                  <a:moveTo>
                    <a:pt x="762" y="51816"/>
                  </a:moveTo>
                  <a:lnTo>
                    <a:pt x="0" y="51816"/>
                  </a:lnTo>
                  <a:lnTo>
                    <a:pt x="0" y="54114"/>
                  </a:lnTo>
                  <a:lnTo>
                    <a:pt x="762" y="54114"/>
                  </a:lnTo>
                  <a:lnTo>
                    <a:pt x="762" y="51816"/>
                  </a:lnTo>
                  <a:close/>
                </a:path>
                <a:path w="1904" h="215900">
                  <a:moveTo>
                    <a:pt x="762" y="48768"/>
                  </a:moveTo>
                  <a:lnTo>
                    <a:pt x="0" y="48768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48768"/>
                  </a:lnTo>
                  <a:close/>
                </a:path>
                <a:path w="1904" h="215900">
                  <a:moveTo>
                    <a:pt x="762" y="45720"/>
                  </a:moveTo>
                  <a:lnTo>
                    <a:pt x="0" y="45720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5720"/>
                  </a:lnTo>
                  <a:close/>
                </a:path>
                <a:path w="1904" h="215900">
                  <a:moveTo>
                    <a:pt x="762" y="42672"/>
                  </a:moveTo>
                  <a:lnTo>
                    <a:pt x="0" y="42672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2672"/>
                  </a:lnTo>
                  <a:close/>
                </a:path>
                <a:path w="1904" h="215900">
                  <a:moveTo>
                    <a:pt x="762" y="39624"/>
                  </a:moveTo>
                  <a:lnTo>
                    <a:pt x="0" y="39624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39624"/>
                  </a:lnTo>
                  <a:close/>
                </a:path>
                <a:path w="1904" h="215900">
                  <a:moveTo>
                    <a:pt x="762" y="36576"/>
                  </a:moveTo>
                  <a:lnTo>
                    <a:pt x="0" y="36576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6576"/>
                  </a:lnTo>
                  <a:close/>
                </a:path>
                <a:path w="1904" h="215900">
                  <a:moveTo>
                    <a:pt x="762" y="33528"/>
                  </a:moveTo>
                  <a:lnTo>
                    <a:pt x="0" y="33528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3528"/>
                  </a:lnTo>
                  <a:close/>
                </a:path>
                <a:path w="1904" h="215900">
                  <a:moveTo>
                    <a:pt x="762" y="30480"/>
                  </a:moveTo>
                  <a:lnTo>
                    <a:pt x="0" y="30480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0480"/>
                  </a:lnTo>
                  <a:close/>
                </a:path>
                <a:path w="1904" h="215900">
                  <a:moveTo>
                    <a:pt x="762" y="27432"/>
                  </a:moveTo>
                  <a:lnTo>
                    <a:pt x="0" y="27432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7432"/>
                  </a:lnTo>
                  <a:close/>
                </a:path>
                <a:path w="1904" h="215900">
                  <a:moveTo>
                    <a:pt x="762" y="24384"/>
                  </a:moveTo>
                  <a:lnTo>
                    <a:pt x="0" y="24384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4384"/>
                  </a:lnTo>
                  <a:close/>
                </a:path>
                <a:path w="1904" h="215900">
                  <a:moveTo>
                    <a:pt x="762" y="21336"/>
                  </a:moveTo>
                  <a:lnTo>
                    <a:pt x="0" y="21336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1336"/>
                  </a:lnTo>
                  <a:close/>
                </a:path>
                <a:path w="1904" h="215900">
                  <a:moveTo>
                    <a:pt x="762" y="18288"/>
                  </a:moveTo>
                  <a:lnTo>
                    <a:pt x="0" y="18288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8288"/>
                  </a:lnTo>
                  <a:close/>
                </a:path>
                <a:path w="1904" h="215900">
                  <a:moveTo>
                    <a:pt x="762" y="15240"/>
                  </a:moveTo>
                  <a:lnTo>
                    <a:pt x="0" y="15240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5240"/>
                  </a:lnTo>
                  <a:close/>
                </a:path>
                <a:path w="1904" h="215900">
                  <a:moveTo>
                    <a:pt x="762" y="12192"/>
                  </a:moveTo>
                  <a:lnTo>
                    <a:pt x="0" y="12192"/>
                  </a:lnTo>
                  <a:lnTo>
                    <a:pt x="0" y="14490"/>
                  </a:lnTo>
                  <a:lnTo>
                    <a:pt x="762" y="14490"/>
                  </a:lnTo>
                  <a:lnTo>
                    <a:pt x="762" y="12192"/>
                  </a:lnTo>
                  <a:close/>
                </a:path>
                <a:path w="1904" h="215900">
                  <a:moveTo>
                    <a:pt x="762" y="9144"/>
                  </a:moveTo>
                  <a:lnTo>
                    <a:pt x="0" y="9144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9144"/>
                  </a:lnTo>
                  <a:close/>
                </a:path>
                <a:path w="1904" h="215900">
                  <a:moveTo>
                    <a:pt x="762" y="6096"/>
                  </a:moveTo>
                  <a:lnTo>
                    <a:pt x="0" y="6096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6096"/>
                  </a:lnTo>
                  <a:close/>
                </a:path>
                <a:path w="1904" h="215900">
                  <a:moveTo>
                    <a:pt x="762" y="3048"/>
                  </a:moveTo>
                  <a:lnTo>
                    <a:pt x="0" y="3048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3048"/>
                  </a:lnTo>
                  <a:close/>
                </a:path>
                <a:path w="1904" h="215900">
                  <a:moveTo>
                    <a:pt x="762" y="0"/>
                  </a:moveTo>
                  <a:lnTo>
                    <a:pt x="0" y="0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0"/>
                  </a:lnTo>
                  <a:close/>
                </a:path>
                <a:path w="1904" h="215900">
                  <a:moveTo>
                    <a:pt x="1524" y="213360"/>
                  </a:moveTo>
                  <a:lnTo>
                    <a:pt x="762" y="213360"/>
                  </a:lnTo>
                  <a:lnTo>
                    <a:pt x="762" y="215646"/>
                  </a:lnTo>
                  <a:lnTo>
                    <a:pt x="1524" y="215646"/>
                  </a:lnTo>
                  <a:lnTo>
                    <a:pt x="1524" y="213360"/>
                  </a:lnTo>
                  <a:close/>
                </a:path>
                <a:path w="1904" h="215900">
                  <a:moveTo>
                    <a:pt x="1524" y="210312"/>
                  </a:moveTo>
                  <a:lnTo>
                    <a:pt x="762" y="210312"/>
                  </a:lnTo>
                  <a:lnTo>
                    <a:pt x="762" y="212598"/>
                  </a:lnTo>
                  <a:lnTo>
                    <a:pt x="1524" y="212598"/>
                  </a:lnTo>
                  <a:lnTo>
                    <a:pt x="1524" y="210312"/>
                  </a:lnTo>
                  <a:close/>
                </a:path>
                <a:path w="1904" h="215900">
                  <a:moveTo>
                    <a:pt x="1524" y="207264"/>
                  </a:moveTo>
                  <a:lnTo>
                    <a:pt x="762" y="207264"/>
                  </a:lnTo>
                  <a:lnTo>
                    <a:pt x="762" y="209550"/>
                  </a:lnTo>
                  <a:lnTo>
                    <a:pt x="1524" y="209550"/>
                  </a:lnTo>
                  <a:lnTo>
                    <a:pt x="1524" y="207264"/>
                  </a:lnTo>
                  <a:close/>
                </a:path>
                <a:path w="1904" h="215900">
                  <a:moveTo>
                    <a:pt x="1524" y="204216"/>
                  </a:moveTo>
                  <a:lnTo>
                    <a:pt x="762" y="204216"/>
                  </a:lnTo>
                  <a:lnTo>
                    <a:pt x="762" y="206514"/>
                  </a:lnTo>
                  <a:lnTo>
                    <a:pt x="1524" y="206514"/>
                  </a:lnTo>
                  <a:lnTo>
                    <a:pt x="1524" y="204216"/>
                  </a:lnTo>
                  <a:close/>
                </a:path>
                <a:path w="1904" h="215900">
                  <a:moveTo>
                    <a:pt x="1524" y="201168"/>
                  </a:moveTo>
                  <a:lnTo>
                    <a:pt x="762" y="201168"/>
                  </a:lnTo>
                  <a:lnTo>
                    <a:pt x="762" y="203454"/>
                  </a:lnTo>
                  <a:lnTo>
                    <a:pt x="1524" y="203454"/>
                  </a:lnTo>
                  <a:lnTo>
                    <a:pt x="1524" y="201168"/>
                  </a:lnTo>
                  <a:close/>
                </a:path>
                <a:path w="1904" h="215900">
                  <a:moveTo>
                    <a:pt x="1524" y="198120"/>
                  </a:moveTo>
                  <a:lnTo>
                    <a:pt x="762" y="198120"/>
                  </a:lnTo>
                  <a:lnTo>
                    <a:pt x="762" y="200406"/>
                  </a:lnTo>
                  <a:lnTo>
                    <a:pt x="1524" y="200406"/>
                  </a:lnTo>
                  <a:lnTo>
                    <a:pt x="1524" y="198120"/>
                  </a:lnTo>
                  <a:close/>
                </a:path>
                <a:path w="1904" h="215900">
                  <a:moveTo>
                    <a:pt x="1524" y="195072"/>
                  </a:moveTo>
                  <a:lnTo>
                    <a:pt x="762" y="195072"/>
                  </a:lnTo>
                  <a:lnTo>
                    <a:pt x="762" y="197358"/>
                  </a:lnTo>
                  <a:lnTo>
                    <a:pt x="1524" y="197358"/>
                  </a:lnTo>
                  <a:lnTo>
                    <a:pt x="1524" y="195072"/>
                  </a:lnTo>
                  <a:close/>
                </a:path>
                <a:path w="1904" h="215900">
                  <a:moveTo>
                    <a:pt x="1524" y="192024"/>
                  </a:moveTo>
                  <a:lnTo>
                    <a:pt x="762" y="192024"/>
                  </a:lnTo>
                  <a:lnTo>
                    <a:pt x="762" y="194310"/>
                  </a:lnTo>
                  <a:lnTo>
                    <a:pt x="1524" y="194310"/>
                  </a:lnTo>
                  <a:lnTo>
                    <a:pt x="1524" y="192024"/>
                  </a:lnTo>
                  <a:close/>
                </a:path>
                <a:path w="1904" h="215900">
                  <a:moveTo>
                    <a:pt x="1524" y="188976"/>
                  </a:moveTo>
                  <a:lnTo>
                    <a:pt x="762" y="188976"/>
                  </a:lnTo>
                  <a:lnTo>
                    <a:pt x="762" y="191262"/>
                  </a:lnTo>
                  <a:lnTo>
                    <a:pt x="1524" y="191262"/>
                  </a:lnTo>
                  <a:lnTo>
                    <a:pt x="1524" y="188976"/>
                  </a:lnTo>
                  <a:close/>
                </a:path>
                <a:path w="1904" h="215900">
                  <a:moveTo>
                    <a:pt x="1524" y="185928"/>
                  </a:moveTo>
                  <a:lnTo>
                    <a:pt x="762" y="185928"/>
                  </a:lnTo>
                  <a:lnTo>
                    <a:pt x="762" y="188214"/>
                  </a:lnTo>
                  <a:lnTo>
                    <a:pt x="1524" y="188214"/>
                  </a:lnTo>
                  <a:lnTo>
                    <a:pt x="1524" y="185928"/>
                  </a:lnTo>
                  <a:close/>
                </a:path>
                <a:path w="1904" h="215900">
                  <a:moveTo>
                    <a:pt x="1524" y="182880"/>
                  </a:moveTo>
                  <a:lnTo>
                    <a:pt x="762" y="182880"/>
                  </a:lnTo>
                  <a:lnTo>
                    <a:pt x="762" y="185166"/>
                  </a:lnTo>
                  <a:lnTo>
                    <a:pt x="1524" y="185166"/>
                  </a:lnTo>
                  <a:lnTo>
                    <a:pt x="1524" y="182880"/>
                  </a:lnTo>
                  <a:close/>
                </a:path>
                <a:path w="1904" h="215900">
                  <a:moveTo>
                    <a:pt x="1524" y="179832"/>
                  </a:moveTo>
                  <a:lnTo>
                    <a:pt x="762" y="179832"/>
                  </a:lnTo>
                  <a:lnTo>
                    <a:pt x="762" y="182118"/>
                  </a:lnTo>
                  <a:lnTo>
                    <a:pt x="1524" y="182118"/>
                  </a:lnTo>
                  <a:lnTo>
                    <a:pt x="1524" y="179832"/>
                  </a:lnTo>
                  <a:close/>
                </a:path>
                <a:path w="1904" h="215900">
                  <a:moveTo>
                    <a:pt x="1524" y="176784"/>
                  </a:moveTo>
                  <a:lnTo>
                    <a:pt x="762" y="176784"/>
                  </a:lnTo>
                  <a:lnTo>
                    <a:pt x="762" y="179070"/>
                  </a:lnTo>
                  <a:lnTo>
                    <a:pt x="1524" y="179070"/>
                  </a:lnTo>
                  <a:lnTo>
                    <a:pt x="1524" y="176784"/>
                  </a:lnTo>
                  <a:close/>
                </a:path>
                <a:path w="1904" h="215900">
                  <a:moveTo>
                    <a:pt x="1524" y="173736"/>
                  </a:moveTo>
                  <a:lnTo>
                    <a:pt x="762" y="173736"/>
                  </a:lnTo>
                  <a:lnTo>
                    <a:pt x="762" y="176022"/>
                  </a:lnTo>
                  <a:lnTo>
                    <a:pt x="1524" y="176022"/>
                  </a:lnTo>
                  <a:lnTo>
                    <a:pt x="1524" y="173736"/>
                  </a:lnTo>
                  <a:close/>
                </a:path>
                <a:path w="1904" h="215900">
                  <a:moveTo>
                    <a:pt x="1524" y="170688"/>
                  </a:moveTo>
                  <a:lnTo>
                    <a:pt x="762" y="170688"/>
                  </a:lnTo>
                  <a:lnTo>
                    <a:pt x="762" y="172974"/>
                  </a:lnTo>
                  <a:lnTo>
                    <a:pt x="1524" y="172974"/>
                  </a:lnTo>
                  <a:lnTo>
                    <a:pt x="1524" y="170688"/>
                  </a:lnTo>
                  <a:close/>
                </a:path>
                <a:path w="1904" h="215900">
                  <a:moveTo>
                    <a:pt x="1524" y="167640"/>
                  </a:moveTo>
                  <a:lnTo>
                    <a:pt x="762" y="167640"/>
                  </a:lnTo>
                  <a:lnTo>
                    <a:pt x="762" y="169926"/>
                  </a:lnTo>
                  <a:lnTo>
                    <a:pt x="1524" y="169926"/>
                  </a:lnTo>
                  <a:lnTo>
                    <a:pt x="1524" y="167640"/>
                  </a:lnTo>
                  <a:close/>
                </a:path>
                <a:path w="1904" h="215900">
                  <a:moveTo>
                    <a:pt x="1524" y="164592"/>
                  </a:moveTo>
                  <a:lnTo>
                    <a:pt x="762" y="164592"/>
                  </a:lnTo>
                  <a:lnTo>
                    <a:pt x="762" y="166890"/>
                  </a:lnTo>
                  <a:lnTo>
                    <a:pt x="1524" y="166890"/>
                  </a:lnTo>
                  <a:lnTo>
                    <a:pt x="1524" y="164592"/>
                  </a:lnTo>
                  <a:close/>
                </a:path>
                <a:path w="1904" h="215900">
                  <a:moveTo>
                    <a:pt x="1524" y="161544"/>
                  </a:moveTo>
                  <a:lnTo>
                    <a:pt x="762" y="161544"/>
                  </a:lnTo>
                  <a:lnTo>
                    <a:pt x="762" y="163830"/>
                  </a:lnTo>
                  <a:lnTo>
                    <a:pt x="1524" y="163830"/>
                  </a:lnTo>
                  <a:lnTo>
                    <a:pt x="1524" y="161544"/>
                  </a:lnTo>
                  <a:close/>
                </a:path>
                <a:path w="1904" h="215900">
                  <a:moveTo>
                    <a:pt x="1524" y="158496"/>
                  </a:moveTo>
                  <a:lnTo>
                    <a:pt x="762" y="158496"/>
                  </a:lnTo>
                  <a:lnTo>
                    <a:pt x="762" y="160782"/>
                  </a:lnTo>
                  <a:lnTo>
                    <a:pt x="1524" y="160782"/>
                  </a:lnTo>
                  <a:lnTo>
                    <a:pt x="1524" y="158496"/>
                  </a:lnTo>
                  <a:close/>
                </a:path>
                <a:path w="1904" h="215900">
                  <a:moveTo>
                    <a:pt x="1524" y="155448"/>
                  </a:moveTo>
                  <a:lnTo>
                    <a:pt x="762" y="155448"/>
                  </a:lnTo>
                  <a:lnTo>
                    <a:pt x="762" y="157734"/>
                  </a:lnTo>
                  <a:lnTo>
                    <a:pt x="1524" y="157734"/>
                  </a:lnTo>
                  <a:lnTo>
                    <a:pt x="1524" y="155448"/>
                  </a:lnTo>
                  <a:close/>
                </a:path>
                <a:path w="1904" h="215900">
                  <a:moveTo>
                    <a:pt x="1524" y="152400"/>
                  </a:moveTo>
                  <a:lnTo>
                    <a:pt x="762" y="152400"/>
                  </a:lnTo>
                  <a:lnTo>
                    <a:pt x="762" y="154686"/>
                  </a:lnTo>
                  <a:lnTo>
                    <a:pt x="1524" y="154686"/>
                  </a:lnTo>
                  <a:lnTo>
                    <a:pt x="1524" y="152400"/>
                  </a:lnTo>
                  <a:close/>
                </a:path>
                <a:path w="1904" h="215900">
                  <a:moveTo>
                    <a:pt x="1524" y="149352"/>
                  </a:moveTo>
                  <a:lnTo>
                    <a:pt x="762" y="149352"/>
                  </a:lnTo>
                  <a:lnTo>
                    <a:pt x="762" y="151638"/>
                  </a:lnTo>
                  <a:lnTo>
                    <a:pt x="1524" y="151638"/>
                  </a:lnTo>
                  <a:lnTo>
                    <a:pt x="1524" y="149352"/>
                  </a:lnTo>
                  <a:close/>
                </a:path>
                <a:path w="1904" h="215900">
                  <a:moveTo>
                    <a:pt x="1524" y="146304"/>
                  </a:moveTo>
                  <a:lnTo>
                    <a:pt x="762" y="146304"/>
                  </a:lnTo>
                  <a:lnTo>
                    <a:pt x="762" y="148602"/>
                  </a:lnTo>
                  <a:lnTo>
                    <a:pt x="1524" y="148602"/>
                  </a:lnTo>
                  <a:lnTo>
                    <a:pt x="1524" y="146304"/>
                  </a:lnTo>
                  <a:close/>
                </a:path>
                <a:path w="1904" h="215900">
                  <a:moveTo>
                    <a:pt x="1524" y="143256"/>
                  </a:moveTo>
                  <a:lnTo>
                    <a:pt x="762" y="143256"/>
                  </a:lnTo>
                  <a:lnTo>
                    <a:pt x="762" y="145542"/>
                  </a:lnTo>
                  <a:lnTo>
                    <a:pt x="1524" y="145542"/>
                  </a:lnTo>
                  <a:lnTo>
                    <a:pt x="1524" y="143256"/>
                  </a:lnTo>
                  <a:close/>
                </a:path>
                <a:path w="1904" h="215900">
                  <a:moveTo>
                    <a:pt x="1524" y="140208"/>
                  </a:moveTo>
                  <a:lnTo>
                    <a:pt x="762" y="140208"/>
                  </a:lnTo>
                  <a:lnTo>
                    <a:pt x="762" y="142494"/>
                  </a:lnTo>
                  <a:lnTo>
                    <a:pt x="1524" y="142494"/>
                  </a:lnTo>
                  <a:lnTo>
                    <a:pt x="1524" y="140208"/>
                  </a:lnTo>
                  <a:close/>
                </a:path>
                <a:path w="1904" h="215900">
                  <a:moveTo>
                    <a:pt x="1524" y="137160"/>
                  </a:moveTo>
                  <a:lnTo>
                    <a:pt x="762" y="137160"/>
                  </a:lnTo>
                  <a:lnTo>
                    <a:pt x="762" y="139446"/>
                  </a:lnTo>
                  <a:lnTo>
                    <a:pt x="1524" y="139446"/>
                  </a:lnTo>
                  <a:lnTo>
                    <a:pt x="1524" y="137160"/>
                  </a:lnTo>
                  <a:close/>
                </a:path>
                <a:path w="1904" h="215900">
                  <a:moveTo>
                    <a:pt x="1524" y="136398"/>
                  </a:moveTo>
                  <a:lnTo>
                    <a:pt x="762" y="134112"/>
                  </a:lnTo>
                  <a:lnTo>
                    <a:pt x="0" y="134112"/>
                  </a:lnTo>
                  <a:lnTo>
                    <a:pt x="762" y="136398"/>
                  </a:lnTo>
                  <a:lnTo>
                    <a:pt x="1524" y="1363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149090" y="5123688"/>
              <a:ext cx="1270" cy="24130"/>
            </a:xfrm>
            <a:custGeom>
              <a:avLst/>
              <a:gdLst/>
              <a:ahLst/>
              <a:cxnLst/>
              <a:rect l="l" t="t" r="r" b="b"/>
              <a:pathLst>
                <a:path w="1270" h="24129">
                  <a:moveTo>
                    <a:pt x="762" y="21336"/>
                  </a:moveTo>
                  <a:lnTo>
                    <a:pt x="0" y="21336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1336"/>
                  </a:lnTo>
                  <a:close/>
                </a:path>
                <a:path w="1270" h="24129">
                  <a:moveTo>
                    <a:pt x="762" y="18288"/>
                  </a:moveTo>
                  <a:lnTo>
                    <a:pt x="0" y="18288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8288"/>
                  </a:lnTo>
                  <a:close/>
                </a:path>
                <a:path w="1270" h="24129">
                  <a:moveTo>
                    <a:pt x="762" y="15240"/>
                  </a:moveTo>
                  <a:lnTo>
                    <a:pt x="0" y="15240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5240"/>
                  </a:lnTo>
                  <a:close/>
                </a:path>
                <a:path w="1270" h="24129">
                  <a:moveTo>
                    <a:pt x="762" y="12192"/>
                  </a:moveTo>
                  <a:lnTo>
                    <a:pt x="0" y="12192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2192"/>
                  </a:lnTo>
                  <a:close/>
                </a:path>
                <a:path w="1270" h="24129">
                  <a:moveTo>
                    <a:pt x="762" y="9144"/>
                  </a:moveTo>
                  <a:lnTo>
                    <a:pt x="0" y="9144"/>
                  </a:lnTo>
                  <a:lnTo>
                    <a:pt x="0" y="11442"/>
                  </a:lnTo>
                  <a:lnTo>
                    <a:pt x="762" y="11442"/>
                  </a:lnTo>
                  <a:lnTo>
                    <a:pt x="762" y="9144"/>
                  </a:lnTo>
                  <a:close/>
                </a:path>
                <a:path w="1270" h="24129">
                  <a:moveTo>
                    <a:pt x="762" y="6096"/>
                  </a:moveTo>
                  <a:lnTo>
                    <a:pt x="0" y="6096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6096"/>
                  </a:lnTo>
                  <a:close/>
                </a:path>
                <a:path w="1270" h="24129">
                  <a:moveTo>
                    <a:pt x="762" y="3048"/>
                  </a:moveTo>
                  <a:lnTo>
                    <a:pt x="0" y="3048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3048"/>
                  </a:lnTo>
                  <a:close/>
                </a:path>
                <a:path w="1270" h="24129">
                  <a:moveTo>
                    <a:pt x="762" y="0"/>
                  </a:moveTo>
                  <a:lnTo>
                    <a:pt x="0" y="0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149852" y="5148072"/>
              <a:ext cx="0" cy="67310"/>
            </a:xfrm>
            <a:custGeom>
              <a:avLst/>
              <a:gdLst/>
              <a:ahLst/>
              <a:cxnLst/>
              <a:rect l="l" t="t" r="r" b="b"/>
              <a:pathLst>
                <a:path w="0" h="67310">
                  <a:moveTo>
                    <a:pt x="0" y="0"/>
                  </a:moveTo>
                  <a:lnTo>
                    <a:pt x="0" y="67055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108691" y="5155704"/>
              <a:ext cx="79375" cy="110489"/>
            </a:xfrm>
            <a:custGeom>
              <a:avLst/>
              <a:gdLst/>
              <a:ahLst/>
              <a:cxnLst/>
              <a:rect l="l" t="t" r="r" b="b"/>
              <a:pathLst>
                <a:path w="79375" h="110489">
                  <a:moveTo>
                    <a:pt x="41922" y="93713"/>
                  </a:moveTo>
                  <a:lnTo>
                    <a:pt x="41160" y="93713"/>
                  </a:lnTo>
                  <a:lnTo>
                    <a:pt x="41160" y="95999"/>
                  </a:lnTo>
                  <a:lnTo>
                    <a:pt x="41922" y="95999"/>
                  </a:lnTo>
                  <a:lnTo>
                    <a:pt x="41922" y="93713"/>
                  </a:lnTo>
                  <a:close/>
                </a:path>
                <a:path w="79375" h="110489">
                  <a:moveTo>
                    <a:pt x="41922" y="90665"/>
                  </a:moveTo>
                  <a:lnTo>
                    <a:pt x="41160" y="90665"/>
                  </a:lnTo>
                  <a:lnTo>
                    <a:pt x="41160" y="92964"/>
                  </a:lnTo>
                  <a:lnTo>
                    <a:pt x="41922" y="92964"/>
                  </a:lnTo>
                  <a:lnTo>
                    <a:pt x="41922" y="90665"/>
                  </a:lnTo>
                  <a:close/>
                </a:path>
                <a:path w="79375" h="110489">
                  <a:moveTo>
                    <a:pt x="41922" y="87617"/>
                  </a:moveTo>
                  <a:lnTo>
                    <a:pt x="41160" y="87617"/>
                  </a:lnTo>
                  <a:lnTo>
                    <a:pt x="41160" y="89903"/>
                  </a:lnTo>
                  <a:lnTo>
                    <a:pt x="41922" y="89903"/>
                  </a:lnTo>
                  <a:lnTo>
                    <a:pt x="41922" y="87617"/>
                  </a:lnTo>
                  <a:close/>
                </a:path>
                <a:path w="79375" h="110489">
                  <a:moveTo>
                    <a:pt x="41922" y="84569"/>
                  </a:moveTo>
                  <a:lnTo>
                    <a:pt x="41160" y="84569"/>
                  </a:lnTo>
                  <a:lnTo>
                    <a:pt x="41160" y="86855"/>
                  </a:lnTo>
                  <a:lnTo>
                    <a:pt x="41922" y="86855"/>
                  </a:lnTo>
                  <a:lnTo>
                    <a:pt x="41922" y="84569"/>
                  </a:lnTo>
                  <a:close/>
                </a:path>
                <a:path w="79375" h="110489">
                  <a:moveTo>
                    <a:pt x="41922" y="81521"/>
                  </a:moveTo>
                  <a:lnTo>
                    <a:pt x="41160" y="81521"/>
                  </a:lnTo>
                  <a:lnTo>
                    <a:pt x="41160" y="83807"/>
                  </a:lnTo>
                  <a:lnTo>
                    <a:pt x="41922" y="83807"/>
                  </a:lnTo>
                  <a:lnTo>
                    <a:pt x="41922" y="81521"/>
                  </a:lnTo>
                  <a:close/>
                </a:path>
                <a:path w="79375" h="110489">
                  <a:moveTo>
                    <a:pt x="41922" y="78473"/>
                  </a:moveTo>
                  <a:lnTo>
                    <a:pt x="41160" y="78473"/>
                  </a:lnTo>
                  <a:lnTo>
                    <a:pt x="41160" y="80759"/>
                  </a:lnTo>
                  <a:lnTo>
                    <a:pt x="41922" y="80759"/>
                  </a:lnTo>
                  <a:lnTo>
                    <a:pt x="41922" y="78473"/>
                  </a:lnTo>
                  <a:close/>
                </a:path>
                <a:path w="79375" h="110489">
                  <a:moveTo>
                    <a:pt x="41922" y="75425"/>
                  </a:moveTo>
                  <a:lnTo>
                    <a:pt x="41160" y="75425"/>
                  </a:lnTo>
                  <a:lnTo>
                    <a:pt x="41160" y="77711"/>
                  </a:lnTo>
                  <a:lnTo>
                    <a:pt x="41922" y="77711"/>
                  </a:lnTo>
                  <a:lnTo>
                    <a:pt x="41922" y="75425"/>
                  </a:lnTo>
                  <a:close/>
                </a:path>
                <a:path w="79375" h="110489">
                  <a:moveTo>
                    <a:pt x="41922" y="72377"/>
                  </a:moveTo>
                  <a:lnTo>
                    <a:pt x="41160" y="72377"/>
                  </a:lnTo>
                  <a:lnTo>
                    <a:pt x="41160" y="74676"/>
                  </a:lnTo>
                  <a:lnTo>
                    <a:pt x="41922" y="74676"/>
                  </a:lnTo>
                  <a:lnTo>
                    <a:pt x="41922" y="72377"/>
                  </a:lnTo>
                  <a:close/>
                </a:path>
                <a:path w="79375" h="110489">
                  <a:moveTo>
                    <a:pt x="41922" y="69329"/>
                  </a:moveTo>
                  <a:lnTo>
                    <a:pt x="41160" y="69329"/>
                  </a:lnTo>
                  <a:lnTo>
                    <a:pt x="41160" y="71615"/>
                  </a:lnTo>
                  <a:lnTo>
                    <a:pt x="41922" y="71615"/>
                  </a:lnTo>
                  <a:lnTo>
                    <a:pt x="41922" y="69329"/>
                  </a:lnTo>
                  <a:close/>
                </a:path>
                <a:path w="79375" h="110489">
                  <a:moveTo>
                    <a:pt x="41922" y="66281"/>
                  </a:moveTo>
                  <a:lnTo>
                    <a:pt x="41160" y="66281"/>
                  </a:lnTo>
                  <a:lnTo>
                    <a:pt x="41160" y="68567"/>
                  </a:lnTo>
                  <a:lnTo>
                    <a:pt x="41922" y="68567"/>
                  </a:lnTo>
                  <a:lnTo>
                    <a:pt x="41922" y="66281"/>
                  </a:lnTo>
                  <a:close/>
                </a:path>
                <a:path w="79375" h="110489">
                  <a:moveTo>
                    <a:pt x="41922" y="63233"/>
                  </a:moveTo>
                  <a:lnTo>
                    <a:pt x="41160" y="63233"/>
                  </a:lnTo>
                  <a:lnTo>
                    <a:pt x="41160" y="65519"/>
                  </a:lnTo>
                  <a:lnTo>
                    <a:pt x="41922" y="65519"/>
                  </a:lnTo>
                  <a:lnTo>
                    <a:pt x="41922" y="63233"/>
                  </a:lnTo>
                  <a:close/>
                </a:path>
                <a:path w="79375" h="110489">
                  <a:moveTo>
                    <a:pt x="41922" y="60185"/>
                  </a:moveTo>
                  <a:lnTo>
                    <a:pt x="41160" y="60185"/>
                  </a:lnTo>
                  <a:lnTo>
                    <a:pt x="41160" y="62471"/>
                  </a:lnTo>
                  <a:lnTo>
                    <a:pt x="41922" y="62471"/>
                  </a:lnTo>
                  <a:lnTo>
                    <a:pt x="41922" y="60185"/>
                  </a:lnTo>
                  <a:close/>
                </a:path>
                <a:path w="79375" h="110489">
                  <a:moveTo>
                    <a:pt x="79248" y="1524"/>
                  </a:moveTo>
                  <a:lnTo>
                    <a:pt x="76200" y="0"/>
                  </a:lnTo>
                  <a:lnTo>
                    <a:pt x="41922" y="97345"/>
                  </a:lnTo>
                  <a:lnTo>
                    <a:pt x="41922" y="96761"/>
                  </a:lnTo>
                  <a:lnTo>
                    <a:pt x="41160" y="96761"/>
                  </a:lnTo>
                  <a:lnTo>
                    <a:pt x="41160" y="99047"/>
                  </a:lnTo>
                  <a:lnTo>
                    <a:pt x="41313" y="99047"/>
                  </a:lnTo>
                  <a:lnTo>
                    <a:pt x="39624" y="103873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38100" y="109728"/>
                  </a:lnTo>
                  <a:lnTo>
                    <a:pt x="39624" y="110490"/>
                  </a:lnTo>
                  <a:lnTo>
                    <a:pt x="41148" y="109728"/>
                  </a:lnTo>
                  <a:lnTo>
                    <a:pt x="41681" y="108191"/>
                  </a:lnTo>
                  <a:lnTo>
                    <a:pt x="41922" y="108191"/>
                  </a:lnTo>
                  <a:lnTo>
                    <a:pt x="41922" y="107530"/>
                  </a:lnTo>
                  <a:lnTo>
                    <a:pt x="79248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8704" y="5509260"/>
              <a:ext cx="79248" cy="236219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542282" y="4910328"/>
              <a:ext cx="727710" cy="593725"/>
            </a:xfrm>
            <a:custGeom>
              <a:avLst/>
              <a:gdLst/>
              <a:ahLst/>
              <a:cxnLst/>
              <a:rect l="l" t="t" r="r" b="b"/>
              <a:pathLst>
                <a:path w="727710" h="593725">
                  <a:moveTo>
                    <a:pt x="2286" y="1523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1524" y="2286"/>
                  </a:lnTo>
                  <a:lnTo>
                    <a:pt x="2286" y="1523"/>
                  </a:lnTo>
                  <a:close/>
                </a:path>
                <a:path w="727710" h="593725">
                  <a:moveTo>
                    <a:pt x="4572" y="3047"/>
                  </a:moveTo>
                  <a:lnTo>
                    <a:pt x="2286" y="1523"/>
                  </a:lnTo>
                  <a:lnTo>
                    <a:pt x="2286" y="2286"/>
                  </a:lnTo>
                  <a:lnTo>
                    <a:pt x="3810" y="3810"/>
                  </a:lnTo>
                  <a:lnTo>
                    <a:pt x="4572" y="3047"/>
                  </a:lnTo>
                  <a:close/>
                </a:path>
                <a:path w="727710" h="593725">
                  <a:moveTo>
                    <a:pt x="6858" y="5333"/>
                  </a:moveTo>
                  <a:lnTo>
                    <a:pt x="4572" y="3810"/>
                  </a:lnTo>
                  <a:lnTo>
                    <a:pt x="4572" y="4572"/>
                  </a:lnTo>
                  <a:lnTo>
                    <a:pt x="6096" y="6095"/>
                  </a:lnTo>
                  <a:lnTo>
                    <a:pt x="6858" y="5333"/>
                  </a:lnTo>
                  <a:close/>
                </a:path>
                <a:path w="727710" h="593725">
                  <a:moveTo>
                    <a:pt x="9144" y="6858"/>
                  </a:moveTo>
                  <a:lnTo>
                    <a:pt x="7620" y="5333"/>
                  </a:lnTo>
                  <a:lnTo>
                    <a:pt x="6858" y="6095"/>
                  </a:lnTo>
                  <a:lnTo>
                    <a:pt x="8382" y="7620"/>
                  </a:lnTo>
                  <a:lnTo>
                    <a:pt x="9144" y="6858"/>
                  </a:lnTo>
                  <a:close/>
                </a:path>
                <a:path w="727710" h="593725">
                  <a:moveTo>
                    <a:pt x="11430" y="9144"/>
                  </a:moveTo>
                  <a:lnTo>
                    <a:pt x="9906" y="7620"/>
                  </a:lnTo>
                  <a:lnTo>
                    <a:pt x="9144" y="8382"/>
                  </a:lnTo>
                  <a:lnTo>
                    <a:pt x="10668" y="9906"/>
                  </a:lnTo>
                  <a:lnTo>
                    <a:pt x="11430" y="9144"/>
                  </a:lnTo>
                  <a:close/>
                </a:path>
                <a:path w="727710" h="593725">
                  <a:moveTo>
                    <a:pt x="13716" y="10667"/>
                  </a:moveTo>
                  <a:lnTo>
                    <a:pt x="12192" y="9143"/>
                  </a:lnTo>
                  <a:lnTo>
                    <a:pt x="11430" y="9906"/>
                  </a:lnTo>
                  <a:lnTo>
                    <a:pt x="12954" y="11429"/>
                  </a:lnTo>
                  <a:lnTo>
                    <a:pt x="13716" y="10667"/>
                  </a:lnTo>
                  <a:close/>
                </a:path>
                <a:path w="727710" h="593725">
                  <a:moveTo>
                    <a:pt x="16002" y="13716"/>
                  </a:moveTo>
                  <a:lnTo>
                    <a:pt x="16002" y="12954"/>
                  </a:lnTo>
                  <a:lnTo>
                    <a:pt x="14478" y="11429"/>
                  </a:lnTo>
                  <a:lnTo>
                    <a:pt x="13716" y="12191"/>
                  </a:lnTo>
                  <a:lnTo>
                    <a:pt x="16002" y="13716"/>
                  </a:lnTo>
                  <a:close/>
                </a:path>
                <a:path w="727710" h="593725">
                  <a:moveTo>
                    <a:pt x="18288" y="15240"/>
                  </a:moveTo>
                  <a:lnTo>
                    <a:pt x="18288" y="14478"/>
                  </a:lnTo>
                  <a:lnTo>
                    <a:pt x="16764" y="13716"/>
                  </a:lnTo>
                  <a:lnTo>
                    <a:pt x="16002" y="13716"/>
                  </a:lnTo>
                  <a:lnTo>
                    <a:pt x="18288" y="15240"/>
                  </a:lnTo>
                  <a:close/>
                </a:path>
                <a:path w="727710" h="593725">
                  <a:moveTo>
                    <a:pt x="20574" y="17526"/>
                  </a:moveTo>
                  <a:lnTo>
                    <a:pt x="20574" y="16764"/>
                  </a:lnTo>
                  <a:lnTo>
                    <a:pt x="19050" y="15240"/>
                  </a:lnTo>
                  <a:lnTo>
                    <a:pt x="18288" y="16002"/>
                  </a:lnTo>
                  <a:lnTo>
                    <a:pt x="20574" y="17526"/>
                  </a:lnTo>
                  <a:close/>
                </a:path>
                <a:path w="727710" h="593725">
                  <a:moveTo>
                    <a:pt x="22860" y="19050"/>
                  </a:moveTo>
                  <a:lnTo>
                    <a:pt x="22860" y="18288"/>
                  </a:lnTo>
                  <a:lnTo>
                    <a:pt x="21336" y="17526"/>
                  </a:lnTo>
                  <a:lnTo>
                    <a:pt x="20574" y="17526"/>
                  </a:lnTo>
                  <a:lnTo>
                    <a:pt x="22860" y="19050"/>
                  </a:lnTo>
                  <a:close/>
                </a:path>
                <a:path w="727710" h="593725">
                  <a:moveTo>
                    <a:pt x="25908" y="20574"/>
                  </a:moveTo>
                  <a:lnTo>
                    <a:pt x="23622" y="19049"/>
                  </a:lnTo>
                  <a:lnTo>
                    <a:pt x="23622" y="19811"/>
                  </a:lnTo>
                  <a:lnTo>
                    <a:pt x="25146" y="21336"/>
                  </a:lnTo>
                  <a:lnTo>
                    <a:pt x="25908" y="20574"/>
                  </a:lnTo>
                  <a:close/>
                </a:path>
                <a:path w="727710" h="593725">
                  <a:moveTo>
                    <a:pt x="28194" y="22859"/>
                  </a:moveTo>
                  <a:lnTo>
                    <a:pt x="25908" y="21336"/>
                  </a:lnTo>
                  <a:lnTo>
                    <a:pt x="27432" y="22859"/>
                  </a:lnTo>
                  <a:lnTo>
                    <a:pt x="28194" y="22859"/>
                  </a:lnTo>
                  <a:close/>
                </a:path>
                <a:path w="727710" h="593725">
                  <a:moveTo>
                    <a:pt x="30480" y="24383"/>
                  </a:moveTo>
                  <a:lnTo>
                    <a:pt x="28194" y="22859"/>
                  </a:lnTo>
                  <a:lnTo>
                    <a:pt x="28194" y="23621"/>
                  </a:lnTo>
                  <a:lnTo>
                    <a:pt x="29718" y="25145"/>
                  </a:lnTo>
                  <a:lnTo>
                    <a:pt x="30480" y="24383"/>
                  </a:lnTo>
                  <a:close/>
                </a:path>
                <a:path w="727710" h="593725">
                  <a:moveTo>
                    <a:pt x="32766" y="26670"/>
                  </a:moveTo>
                  <a:lnTo>
                    <a:pt x="31242" y="25145"/>
                  </a:lnTo>
                  <a:lnTo>
                    <a:pt x="30480" y="25145"/>
                  </a:lnTo>
                  <a:lnTo>
                    <a:pt x="32004" y="26670"/>
                  </a:lnTo>
                  <a:lnTo>
                    <a:pt x="32766" y="26670"/>
                  </a:lnTo>
                  <a:close/>
                </a:path>
                <a:path w="727710" h="593725">
                  <a:moveTo>
                    <a:pt x="35052" y="28194"/>
                  </a:moveTo>
                  <a:lnTo>
                    <a:pt x="33528" y="26670"/>
                  </a:lnTo>
                  <a:lnTo>
                    <a:pt x="32766" y="27432"/>
                  </a:lnTo>
                  <a:lnTo>
                    <a:pt x="34290" y="28956"/>
                  </a:lnTo>
                  <a:lnTo>
                    <a:pt x="35052" y="28194"/>
                  </a:lnTo>
                  <a:close/>
                </a:path>
                <a:path w="727710" h="593725">
                  <a:moveTo>
                    <a:pt x="37338" y="30480"/>
                  </a:moveTo>
                  <a:lnTo>
                    <a:pt x="35814" y="28956"/>
                  </a:lnTo>
                  <a:lnTo>
                    <a:pt x="35052" y="29718"/>
                  </a:lnTo>
                  <a:lnTo>
                    <a:pt x="36576" y="30480"/>
                  </a:lnTo>
                  <a:lnTo>
                    <a:pt x="37338" y="30480"/>
                  </a:lnTo>
                  <a:close/>
                </a:path>
                <a:path w="727710" h="593725">
                  <a:moveTo>
                    <a:pt x="39624" y="32766"/>
                  </a:moveTo>
                  <a:lnTo>
                    <a:pt x="39624" y="32004"/>
                  </a:lnTo>
                  <a:lnTo>
                    <a:pt x="38100" y="30480"/>
                  </a:lnTo>
                  <a:lnTo>
                    <a:pt x="37338" y="31242"/>
                  </a:lnTo>
                  <a:lnTo>
                    <a:pt x="39624" y="32766"/>
                  </a:lnTo>
                  <a:close/>
                </a:path>
                <a:path w="727710" h="593725">
                  <a:moveTo>
                    <a:pt x="41910" y="34290"/>
                  </a:moveTo>
                  <a:lnTo>
                    <a:pt x="40386" y="32766"/>
                  </a:lnTo>
                  <a:lnTo>
                    <a:pt x="39624" y="33528"/>
                  </a:lnTo>
                  <a:lnTo>
                    <a:pt x="41910" y="34290"/>
                  </a:lnTo>
                  <a:close/>
                </a:path>
                <a:path w="727710" h="593725">
                  <a:moveTo>
                    <a:pt x="44196" y="36576"/>
                  </a:moveTo>
                  <a:lnTo>
                    <a:pt x="44196" y="35814"/>
                  </a:lnTo>
                  <a:lnTo>
                    <a:pt x="42672" y="34290"/>
                  </a:lnTo>
                  <a:lnTo>
                    <a:pt x="41910" y="35052"/>
                  </a:lnTo>
                  <a:lnTo>
                    <a:pt x="44196" y="36576"/>
                  </a:lnTo>
                  <a:close/>
                </a:path>
                <a:path w="727710" h="593725">
                  <a:moveTo>
                    <a:pt x="46482" y="38861"/>
                  </a:moveTo>
                  <a:lnTo>
                    <a:pt x="46482" y="38099"/>
                  </a:lnTo>
                  <a:lnTo>
                    <a:pt x="44958" y="36576"/>
                  </a:lnTo>
                  <a:lnTo>
                    <a:pt x="44958" y="37338"/>
                  </a:lnTo>
                  <a:lnTo>
                    <a:pt x="46482" y="38861"/>
                  </a:lnTo>
                  <a:close/>
                </a:path>
                <a:path w="727710" h="593725">
                  <a:moveTo>
                    <a:pt x="49530" y="39623"/>
                  </a:moveTo>
                  <a:lnTo>
                    <a:pt x="47244" y="38099"/>
                  </a:lnTo>
                  <a:lnTo>
                    <a:pt x="47244" y="38861"/>
                  </a:lnTo>
                  <a:lnTo>
                    <a:pt x="48768" y="40386"/>
                  </a:lnTo>
                  <a:lnTo>
                    <a:pt x="49530" y="39623"/>
                  </a:lnTo>
                  <a:close/>
                </a:path>
                <a:path w="727710" h="593725">
                  <a:moveTo>
                    <a:pt x="51816" y="41909"/>
                  </a:moveTo>
                  <a:lnTo>
                    <a:pt x="49530" y="40386"/>
                  </a:lnTo>
                  <a:lnTo>
                    <a:pt x="49530" y="41148"/>
                  </a:lnTo>
                  <a:lnTo>
                    <a:pt x="51053" y="42671"/>
                  </a:lnTo>
                  <a:lnTo>
                    <a:pt x="51816" y="41909"/>
                  </a:lnTo>
                  <a:close/>
                </a:path>
                <a:path w="727710" h="593725">
                  <a:moveTo>
                    <a:pt x="54102" y="43433"/>
                  </a:moveTo>
                  <a:lnTo>
                    <a:pt x="51816" y="41909"/>
                  </a:lnTo>
                  <a:lnTo>
                    <a:pt x="51816" y="42671"/>
                  </a:lnTo>
                  <a:lnTo>
                    <a:pt x="53340" y="44195"/>
                  </a:lnTo>
                  <a:lnTo>
                    <a:pt x="54102" y="43433"/>
                  </a:lnTo>
                  <a:close/>
                </a:path>
                <a:path w="727710" h="593725">
                  <a:moveTo>
                    <a:pt x="56388" y="45719"/>
                  </a:moveTo>
                  <a:lnTo>
                    <a:pt x="54864" y="44195"/>
                  </a:lnTo>
                  <a:lnTo>
                    <a:pt x="54102" y="44957"/>
                  </a:lnTo>
                  <a:lnTo>
                    <a:pt x="55626" y="46481"/>
                  </a:lnTo>
                  <a:lnTo>
                    <a:pt x="56388" y="45719"/>
                  </a:lnTo>
                  <a:close/>
                </a:path>
                <a:path w="727710" h="593725">
                  <a:moveTo>
                    <a:pt x="58674" y="47243"/>
                  </a:moveTo>
                  <a:lnTo>
                    <a:pt x="57150" y="46481"/>
                  </a:lnTo>
                  <a:lnTo>
                    <a:pt x="56388" y="46481"/>
                  </a:lnTo>
                  <a:lnTo>
                    <a:pt x="57912" y="48006"/>
                  </a:lnTo>
                  <a:lnTo>
                    <a:pt x="58674" y="47243"/>
                  </a:lnTo>
                  <a:close/>
                </a:path>
                <a:path w="727710" h="593725">
                  <a:moveTo>
                    <a:pt x="60960" y="49529"/>
                  </a:moveTo>
                  <a:lnTo>
                    <a:pt x="59436" y="48006"/>
                  </a:lnTo>
                  <a:lnTo>
                    <a:pt x="58674" y="48767"/>
                  </a:lnTo>
                  <a:lnTo>
                    <a:pt x="60198" y="50291"/>
                  </a:lnTo>
                  <a:lnTo>
                    <a:pt x="60960" y="49529"/>
                  </a:lnTo>
                  <a:close/>
                </a:path>
                <a:path w="727710" h="593725">
                  <a:moveTo>
                    <a:pt x="63246" y="51816"/>
                  </a:moveTo>
                  <a:lnTo>
                    <a:pt x="63246" y="51053"/>
                  </a:lnTo>
                  <a:lnTo>
                    <a:pt x="61722" y="50291"/>
                  </a:lnTo>
                  <a:lnTo>
                    <a:pt x="60960" y="50291"/>
                  </a:lnTo>
                  <a:lnTo>
                    <a:pt x="63246" y="51816"/>
                  </a:lnTo>
                  <a:close/>
                </a:path>
                <a:path w="727710" h="593725">
                  <a:moveTo>
                    <a:pt x="65532" y="54102"/>
                  </a:moveTo>
                  <a:lnTo>
                    <a:pt x="65532" y="53340"/>
                  </a:lnTo>
                  <a:lnTo>
                    <a:pt x="64008" y="51816"/>
                  </a:lnTo>
                  <a:lnTo>
                    <a:pt x="63246" y="52577"/>
                  </a:lnTo>
                  <a:lnTo>
                    <a:pt x="65532" y="54102"/>
                  </a:lnTo>
                  <a:close/>
                </a:path>
                <a:path w="727710" h="593725">
                  <a:moveTo>
                    <a:pt x="67818" y="55626"/>
                  </a:moveTo>
                  <a:lnTo>
                    <a:pt x="66294" y="54102"/>
                  </a:lnTo>
                  <a:lnTo>
                    <a:pt x="65532" y="54102"/>
                  </a:lnTo>
                  <a:lnTo>
                    <a:pt x="67818" y="55626"/>
                  </a:lnTo>
                  <a:close/>
                </a:path>
                <a:path w="727710" h="593725">
                  <a:moveTo>
                    <a:pt x="70866" y="57150"/>
                  </a:moveTo>
                  <a:lnTo>
                    <a:pt x="68580" y="55626"/>
                  </a:lnTo>
                  <a:lnTo>
                    <a:pt x="68580" y="56388"/>
                  </a:lnTo>
                  <a:lnTo>
                    <a:pt x="70104" y="57912"/>
                  </a:lnTo>
                  <a:lnTo>
                    <a:pt x="70866" y="57150"/>
                  </a:lnTo>
                  <a:close/>
                </a:path>
                <a:path w="727710" h="593725">
                  <a:moveTo>
                    <a:pt x="73152" y="59436"/>
                  </a:moveTo>
                  <a:lnTo>
                    <a:pt x="70866" y="57912"/>
                  </a:lnTo>
                  <a:lnTo>
                    <a:pt x="72390" y="59436"/>
                  </a:lnTo>
                  <a:lnTo>
                    <a:pt x="73152" y="59436"/>
                  </a:lnTo>
                  <a:close/>
                </a:path>
                <a:path w="727710" h="593725">
                  <a:moveTo>
                    <a:pt x="75438" y="60960"/>
                  </a:moveTo>
                  <a:lnTo>
                    <a:pt x="73152" y="59436"/>
                  </a:lnTo>
                  <a:lnTo>
                    <a:pt x="73152" y="60198"/>
                  </a:lnTo>
                  <a:lnTo>
                    <a:pt x="74676" y="61722"/>
                  </a:lnTo>
                  <a:lnTo>
                    <a:pt x="75438" y="60960"/>
                  </a:lnTo>
                  <a:close/>
                </a:path>
                <a:path w="727710" h="593725">
                  <a:moveTo>
                    <a:pt x="77724" y="63246"/>
                  </a:moveTo>
                  <a:lnTo>
                    <a:pt x="76200" y="61722"/>
                  </a:lnTo>
                  <a:lnTo>
                    <a:pt x="75438" y="62484"/>
                  </a:lnTo>
                  <a:lnTo>
                    <a:pt x="76962" y="63246"/>
                  </a:lnTo>
                  <a:lnTo>
                    <a:pt x="77724" y="63246"/>
                  </a:lnTo>
                  <a:close/>
                </a:path>
                <a:path w="727710" h="593725">
                  <a:moveTo>
                    <a:pt x="80010" y="64769"/>
                  </a:moveTo>
                  <a:lnTo>
                    <a:pt x="78486" y="63246"/>
                  </a:lnTo>
                  <a:lnTo>
                    <a:pt x="77724" y="64008"/>
                  </a:lnTo>
                  <a:lnTo>
                    <a:pt x="79248" y="65532"/>
                  </a:lnTo>
                  <a:lnTo>
                    <a:pt x="80010" y="64769"/>
                  </a:lnTo>
                  <a:close/>
                </a:path>
                <a:path w="727710" h="593725">
                  <a:moveTo>
                    <a:pt x="82296" y="67056"/>
                  </a:moveTo>
                  <a:lnTo>
                    <a:pt x="80772" y="65532"/>
                  </a:lnTo>
                  <a:lnTo>
                    <a:pt x="80010" y="66294"/>
                  </a:lnTo>
                  <a:lnTo>
                    <a:pt x="81534" y="67056"/>
                  </a:lnTo>
                  <a:lnTo>
                    <a:pt x="82296" y="67056"/>
                  </a:lnTo>
                  <a:close/>
                </a:path>
                <a:path w="727710" h="593725">
                  <a:moveTo>
                    <a:pt x="84582" y="69342"/>
                  </a:moveTo>
                  <a:lnTo>
                    <a:pt x="84582" y="68580"/>
                  </a:lnTo>
                  <a:lnTo>
                    <a:pt x="83058" y="67056"/>
                  </a:lnTo>
                  <a:lnTo>
                    <a:pt x="82296" y="67818"/>
                  </a:lnTo>
                  <a:lnTo>
                    <a:pt x="84582" y="69342"/>
                  </a:lnTo>
                  <a:close/>
                </a:path>
                <a:path w="727710" h="593725">
                  <a:moveTo>
                    <a:pt x="86868" y="71628"/>
                  </a:moveTo>
                  <a:lnTo>
                    <a:pt x="86868" y="70866"/>
                  </a:lnTo>
                  <a:lnTo>
                    <a:pt x="85344" y="69342"/>
                  </a:lnTo>
                  <a:lnTo>
                    <a:pt x="84582" y="70104"/>
                  </a:lnTo>
                  <a:lnTo>
                    <a:pt x="86868" y="71628"/>
                  </a:lnTo>
                  <a:close/>
                </a:path>
                <a:path w="727710" h="593725">
                  <a:moveTo>
                    <a:pt x="89154" y="73152"/>
                  </a:moveTo>
                  <a:lnTo>
                    <a:pt x="89154" y="72390"/>
                  </a:lnTo>
                  <a:lnTo>
                    <a:pt x="87630" y="70866"/>
                  </a:lnTo>
                  <a:lnTo>
                    <a:pt x="86868" y="71628"/>
                  </a:lnTo>
                  <a:lnTo>
                    <a:pt x="89154" y="73152"/>
                  </a:lnTo>
                  <a:close/>
                </a:path>
                <a:path w="727710" h="593725">
                  <a:moveTo>
                    <a:pt x="91440" y="75438"/>
                  </a:moveTo>
                  <a:lnTo>
                    <a:pt x="91440" y="74676"/>
                  </a:lnTo>
                  <a:lnTo>
                    <a:pt x="89916" y="73152"/>
                  </a:lnTo>
                  <a:lnTo>
                    <a:pt x="89154" y="73914"/>
                  </a:lnTo>
                  <a:lnTo>
                    <a:pt x="91440" y="75438"/>
                  </a:lnTo>
                  <a:close/>
                </a:path>
                <a:path w="727710" h="593725">
                  <a:moveTo>
                    <a:pt x="94488" y="76199"/>
                  </a:moveTo>
                  <a:lnTo>
                    <a:pt x="92202" y="74675"/>
                  </a:lnTo>
                  <a:lnTo>
                    <a:pt x="92202" y="75437"/>
                  </a:lnTo>
                  <a:lnTo>
                    <a:pt x="93726" y="76961"/>
                  </a:lnTo>
                  <a:lnTo>
                    <a:pt x="94488" y="76199"/>
                  </a:lnTo>
                  <a:close/>
                </a:path>
                <a:path w="727710" h="593725">
                  <a:moveTo>
                    <a:pt x="96774" y="78485"/>
                  </a:moveTo>
                  <a:lnTo>
                    <a:pt x="94488" y="76961"/>
                  </a:lnTo>
                  <a:lnTo>
                    <a:pt x="94488" y="77723"/>
                  </a:lnTo>
                  <a:lnTo>
                    <a:pt x="96012" y="79247"/>
                  </a:lnTo>
                  <a:lnTo>
                    <a:pt x="96774" y="78485"/>
                  </a:lnTo>
                  <a:close/>
                </a:path>
                <a:path w="727710" h="593725">
                  <a:moveTo>
                    <a:pt x="99060" y="80009"/>
                  </a:moveTo>
                  <a:lnTo>
                    <a:pt x="96774" y="78485"/>
                  </a:lnTo>
                  <a:lnTo>
                    <a:pt x="96774" y="79247"/>
                  </a:lnTo>
                  <a:lnTo>
                    <a:pt x="98298" y="80772"/>
                  </a:lnTo>
                  <a:lnTo>
                    <a:pt x="99060" y="80009"/>
                  </a:lnTo>
                  <a:close/>
                </a:path>
                <a:path w="727710" h="593725">
                  <a:moveTo>
                    <a:pt x="101346" y="82296"/>
                  </a:moveTo>
                  <a:lnTo>
                    <a:pt x="99822" y="80772"/>
                  </a:lnTo>
                  <a:lnTo>
                    <a:pt x="99060" y="81533"/>
                  </a:lnTo>
                  <a:lnTo>
                    <a:pt x="100584" y="83057"/>
                  </a:lnTo>
                  <a:lnTo>
                    <a:pt x="101346" y="82296"/>
                  </a:lnTo>
                  <a:close/>
                </a:path>
                <a:path w="727710" h="593725">
                  <a:moveTo>
                    <a:pt x="103632" y="83819"/>
                  </a:moveTo>
                  <a:lnTo>
                    <a:pt x="102107" y="83057"/>
                  </a:lnTo>
                  <a:lnTo>
                    <a:pt x="101346" y="83057"/>
                  </a:lnTo>
                  <a:lnTo>
                    <a:pt x="102870" y="84581"/>
                  </a:lnTo>
                  <a:lnTo>
                    <a:pt x="103632" y="83819"/>
                  </a:lnTo>
                  <a:close/>
                </a:path>
                <a:path w="727710" h="593725">
                  <a:moveTo>
                    <a:pt x="105918" y="86105"/>
                  </a:moveTo>
                  <a:lnTo>
                    <a:pt x="104394" y="84581"/>
                  </a:lnTo>
                  <a:lnTo>
                    <a:pt x="103632" y="85343"/>
                  </a:lnTo>
                  <a:lnTo>
                    <a:pt x="105155" y="86867"/>
                  </a:lnTo>
                  <a:lnTo>
                    <a:pt x="105918" y="86105"/>
                  </a:lnTo>
                  <a:close/>
                </a:path>
                <a:path w="727710" h="593725">
                  <a:moveTo>
                    <a:pt x="108204" y="88391"/>
                  </a:moveTo>
                  <a:lnTo>
                    <a:pt x="106680" y="86867"/>
                  </a:lnTo>
                  <a:lnTo>
                    <a:pt x="105918" y="86867"/>
                  </a:lnTo>
                  <a:lnTo>
                    <a:pt x="108204" y="88391"/>
                  </a:lnTo>
                  <a:close/>
                </a:path>
                <a:path w="727710" h="593725">
                  <a:moveTo>
                    <a:pt x="110489" y="90677"/>
                  </a:moveTo>
                  <a:lnTo>
                    <a:pt x="110489" y="89915"/>
                  </a:lnTo>
                  <a:lnTo>
                    <a:pt x="108966" y="88391"/>
                  </a:lnTo>
                  <a:lnTo>
                    <a:pt x="108204" y="89153"/>
                  </a:lnTo>
                  <a:lnTo>
                    <a:pt x="110489" y="90677"/>
                  </a:lnTo>
                  <a:close/>
                </a:path>
                <a:path w="727710" h="593725">
                  <a:moveTo>
                    <a:pt x="112776" y="92201"/>
                  </a:moveTo>
                  <a:lnTo>
                    <a:pt x="111252" y="90677"/>
                  </a:lnTo>
                  <a:lnTo>
                    <a:pt x="110489" y="90677"/>
                  </a:lnTo>
                  <a:lnTo>
                    <a:pt x="112776" y="92201"/>
                  </a:lnTo>
                  <a:close/>
                </a:path>
                <a:path w="727710" h="593725">
                  <a:moveTo>
                    <a:pt x="115062" y="94488"/>
                  </a:moveTo>
                  <a:lnTo>
                    <a:pt x="115062" y="93725"/>
                  </a:lnTo>
                  <a:lnTo>
                    <a:pt x="113538" y="92201"/>
                  </a:lnTo>
                  <a:lnTo>
                    <a:pt x="113538" y="92963"/>
                  </a:lnTo>
                  <a:lnTo>
                    <a:pt x="115062" y="94488"/>
                  </a:lnTo>
                  <a:close/>
                </a:path>
                <a:path w="727710" h="593725">
                  <a:moveTo>
                    <a:pt x="118110" y="96012"/>
                  </a:moveTo>
                  <a:lnTo>
                    <a:pt x="115823" y="94488"/>
                  </a:lnTo>
                  <a:lnTo>
                    <a:pt x="115823" y="95249"/>
                  </a:lnTo>
                  <a:lnTo>
                    <a:pt x="117348" y="96012"/>
                  </a:lnTo>
                  <a:lnTo>
                    <a:pt x="118110" y="96012"/>
                  </a:lnTo>
                  <a:close/>
                </a:path>
                <a:path w="727710" h="593725">
                  <a:moveTo>
                    <a:pt x="120396" y="97535"/>
                  </a:moveTo>
                  <a:lnTo>
                    <a:pt x="118110" y="96012"/>
                  </a:lnTo>
                  <a:lnTo>
                    <a:pt x="118110" y="96773"/>
                  </a:lnTo>
                  <a:lnTo>
                    <a:pt x="119634" y="98297"/>
                  </a:lnTo>
                  <a:lnTo>
                    <a:pt x="120396" y="97535"/>
                  </a:lnTo>
                  <a:close/>
                </a:path>
                <a:path w="727710" h="593725">
                  <a:moveTo>
                    <a:pt x="122682" y="99822"/>
                  </a:moveTo>
                  <a:lnTo>
                    <a:pt x="120396" y="98297"/>
                  </a:lnTo>
                  <a:lnTo>
                    <a:pt x="120396" y="99059"/>
                  </a:lnTo>
                  <a:lnTo>
                    <a:pt x="121920" y="99822"/>
                  </a:lnTo>
                  <a:lnTo>
                    <a:pt x="122682" y="99822"/>
                  </a:lnTo>
                  <a:close/>
                </a:path>
                <a:path w="727710" h="593725">
                  <a:moveTo>
                    <a:pt x="124968" y="101346"/>
                  </a:moveTo>
                  <a:lnTo>
                    <a:pt x="123444" y="99822"/>
                  </a:lnTo>
                  <a:lnTo>
                    <a:pt x="122682" y="100583"/>
                  </a:lnTo>
                  <a:lnTo>
                    <a:pt x="124205" y="102107"/>
                  </a:lnTo>
                  <a:lnTo>
                    <a:pt x="124968" y="101346"/>
                  </a:lnTo>
                  <a:close/>
                </a:path>
                <a:path w="727710" h="593725">
                  <a:moveTo>
                    <a:pt x="127254" y="103632"/>
                  </a:moveTo>
                  <a:lnTo>
                    <a:pt x="125730" y="102107"/>
                  </a:lnTo>
                  <a:lnTo>
                    <a:pt x="124968" y="102870"/>
                  </a:lnTo>
                  <a:lnTo>
                    <a:pt x="126492" y="104394"/>
                  </a:lnTo>
                  <a:lnTo>
                    <a:pt x="127254" y="103632"/>
                  </a:lnTo>
                  <a:close/>
                </a:path>
                <a:path w="727710" h="593725">
                  <a:moveTo>
                    <a:pt x="129539" y="105155"/>
                  </a:moveTo>
                  <a:lnTo>
                    <a:pt x="128016" y="103632"/>
                  </a:lnTo>
                  <a:lnTo>
                    <a:pt x="127254" y="104394"/>
                  </a:lnTo>
                  <a:lnTo>
                    <a:pt x="128778" y="105918"/>
                  </a:lnTo>
                  <a:lnTo>
                    <a:pt x="129539" y="105155"/>
                  </a:lnTo>
                  <a:close/>
                </a:path>
                <a:path w="727710" h="593725">
                  <a:moveTo>
                    <a:pt x="131826" y="108204"/>
                  </a:moveTo>
                  <a:lnTo>
                    <a:pt x="131826" y="107442"/>
                  </a:lnTo>
                  <a:lnTo>
                    <a:pt x="130302" y="105918"/>
                  </a:lnTo>
                  <a:lnTo>
                    <a:pt x="129539" y="106680"/>
                  </a:lnTo>
                  <a:lnTo>
                    <a:pt x="131826" y="108204"/>
                  </a:lnTo>
                  <a:close/>
                </a:path>
                <a:path w="727710" h="593725">
                  <a:moveTo>
                    <a:pt x="134112" y="109728"/>
                  </a:moveTo>
                  <a:lnTo>
                    <a:pt x="134112" y="108966"/>
                  </a:lnTo>
                  <a:lnTo>
                    <a:pt x="132588" y="107442"/>
                  </a:lnTo>
                  <a:lnTo>
                    <a:pt x="131826" y="108204"/>
                  </a:lnTo>
                  <a:lnTo>
                    <a:pt x="134112" y="109728"/>
                  </a:lnTo>
                  <a:close/>
                </a:path>
                <a:path w="727710" h="593725">
                  <a:moveTo>
                    <a:pt x="136398" y="112014"/>
                  </a:moveTo>
                  <a:lnTo>
                    <a:pt x="136398" y="111252"/>
                  </a:lnTo>
                  <a:lnTo>
                    <a:pt x="134874" y="109728"/>
                  </a:lnTo>
                  <a:lnTo>
                    <a:pt x="134112" y="110489"/>
                  </a:lnTo>
                  <a:lnTo>
                    <a:pt x="136398" y="112014"/>
                  </a:lnTo>
                  <a:close/>
                </a:path>
                <a:path w="727710" h="593725">
                  <a:moveTo>
                    <a:pt x="139446" y="112776"/>
                  </a:moveTo>
                  <a:lnTo>
                    <a:pt x="137160" y="111252"/>
                  </a:lnTo>
                  <a:lnTo>
                    <a:pt x="137160" y="112014"/>
                  </a:lnTo>
                  <a:lnTo>
                    <a:pt x="138684" y="113538"/>
                  </a:lnTo>
                  <a:lnTo>
                    <a:pt x="139446" y="112776"/>
                  </a:lnTo>
                  <a:close/>
                </a:path>
                <a:path w="727710" h="593725">
                  <a:moveTo>
                    <a:pt x="141732" y="115062"/>
                  </a:moveTo>
                  <a:lnTo>
                    <a:pt x="139446" y="113538"/>
                  </a:lnTo>
                  <a:lnTo>
                    <a:pt x="139446" y="114300"/>
                  </a:lnTo>
                  <a:lnTo>
                    <a:pt x="140970" y="115823"/>
                  </a:lnTo>
                  <a:lnTo>
                    <a:pt x="141732" y="115062"/>
                  </a:lnTo>
                  <a:close/>
                </a:path>
                <a:path w="727710" h="593725">
                  <a:moveTo>
                    <a:pt x="144018" y="116586"/>
                  </a:moveTo>
                  <a:lnTo>
                    <a:pt x="141732" y="115823"/>
                  </a:lnTo>
                  <a:lnTo>
                    <a:pt x="143256" y="117348"/>
                  </a:lnTo>
                  <a:lnTo>
                    <a:pt x="144018" y="116586"/>
                  </a:lnTo>
                  <a:close/>
                </a:path>
                <a:path w="727710" h="593725">
                  <a:moveTo>
                    <a:pt x="146304" y="118872"/>
                  </a:moveTo>
                  <a:lnTo>
                    <a:pt x="144780" y="117348"/>
                  </a:lnTo>
                  <a:lnTo>
                    <a:pt x="144018" y="118110"/>
                  </a:lnTo>
                  <a:lnTo>
                    <a:pt x="145542" y="119634"/>
                  </a:lnTo>
                  <a:lnTo>
                    <a:pt x="146304" y="118872"/>
                  </a:lnTo>
                  <a:close/>
                </a:path>
                <a:path w="727710" h="593725">
                  <a:moveTo>
                    <a:pt x="148590" y="120396"/>
                  </a:moveTo>
                  <a:lnTo>
                    <a:pt x="147066" y="119634"/>
                  </a:lnTo>
                  <a:lnTo>
                    <a:pt x="146304" y="119634"/>
                  </a:lnTo>
                  <a:lnTo>
                    <a:pt x="147828" y="121157"/>
                  </a:lnTo>
                  <a:lnTo>
                    <a:pt x="148590" y="120396"/>
                  </a:lnTo>
                  <a:close/>
                </a:path>
                <a:path w="727710" h="593725">
                  <a:moveTo>
                    <a:pt x="150876" y="122682"/>
                  </a:moveTo>
                  <a:lnTo>
                    <a:pt x="149352" y="121157"/>
                  </a:lnTo>
                  <a:lnTo>
                    <a:pt x="148590" y="121920"/>
                  </a:lnTo>
                  <a:lnTo>
                    <a:pt x="150114" y="123444"/>
                  </a:lnTo>
                  <a:lnTo>
                    <a:pt x="150876" y="122682"/>
                  </a:lnTo>
                  <a:close/>
                </a:path>
                <a:path w="727710" h="593725">
                  <a:moveTo>
                    <a:pt x="153162" y="124968"/>
                  </a:moveTo>
                  <a:lnTo>
                    <a:pt x="151638" y="123444"/>
                  </a:lnTo>
                  <a:lnTo>
                    <a:pt x="150876" y="123444"/>
                  </a:lnTo>
                  <a:lnTo>
                    <a:pt x="153162" y="124968"/>
                  </a:lnTo>
                  <a:close/>
                </a:path>
                <a:path w="727710" h="593725">
                  <a:moveTo>
                    <a:pt x="155448" y="127254"/>
                  </a:moveTo>
                  <a:lnTo>
                    <a:pt x="155448" y="126492"/>
                  </a:lnTo>
                  <a:lnTo>
                    <a:pt x="153924" y="124968"/>
                  </a:lnTo>
                  <a:lnTo>
                    <a:pt x="153162" y="125730"/>
                  </a:lnTo>
                  <a:lnTo>
                    <a:pt x="155448" y="127254"/>
                  </a:lnTo>
                  <a:close/>
                </a:path>
                <a:path w="727710" h="593725">
                  <a:moveTo>
                    <a:pt x="157734" y="128778"/>
                  </a:moveTo>
                  <a:lnTo>
                    <a:pt x="156210" y="127254"/>
                  </a:lnTo>
                  <a:lnTo>
                    <a:pt x="155448" y="127254"/>
                  </a:lnTo>
                  <a:lnTo>
                    <a:pt x="157734" y="128778"/>
                  </a:lnTo>
                  <a:close/>
                </a:path>
                <a:path w="727710" h="593725">
                  <a:moveTo>
                    <a:pt x="160020" y="131064"/>
                  </a:moveTo>
                  <a:lnTo>
                    <a:pt x="160020" y="130302"/>
                  </a:lnTo>
                  <a:lnTo>
                    <a:pt x="158496" y="128778"/>
                  </a:lnTo>
                  <a:lnTo>
                    <a:pt x="158496" y="129539"/>
                  </a:lnTo>
                  <a:lnTo>
                    <a:pt x="160020" y="131064"/>
                  </a:lnTo>
                  <a:close/>
                </a:path>
                <a:path w="727710" h="593725">
                  <a:moveTo>
                    <a:pt x="163068" y="132588"/>
                  </a:moveTo>
                  <a:lnTo>
                    <a:pt x="160782" y="131064"/>
                  </a:lnTo>
                  <a:lnTo>
                    <a:pt x="160782" y="131826"/>
                  </a:lnTo>
                  <a:lnTo>
                    <a:pt x="162306" y="132588"/>
                  </a:lnTo>
                  <a:lnTo>
                    <a:pt x="163068" y="132588"/>
                  </a:lnTo>
                  <a:close/>
                </a:path>
                <a:path w="727710" h="593725">
                  <a:moveTo>
                    <a:pt x="165354" y="134112"/>
                  </a:moveTo>
                  <a:lnTo>
                    <a:pt x="163068" y="132588"/>
                  </a:lnTo>
                  <a:lnTo>
                    <a:pt x="163068" y="133350"/>
                  </a:lnTo>
                  <a:lnTo>
                    <a:pt x="164592" y="134874"/>
                  </a:lnTo>
                  <a:lnTo>
                    <a:pt x="165354" y="134112"/>
                  </a:lnTo>
                  <a:close/>
                </a:path>
                <a:path w="727710" h="593725">
                  <a:moveTo>
                    <a:pt x="167640" y="136398"/>
                  </a:moveTo>
                  <a:lnTo>
                    <a:pt x="165354" y="134874"/>
                  </a:lnTo>
                  <a:lnTo>
                    <a:pt x="165354" y="135636"/>
                  </a:lnTo>
                  <a:lnTo>
                    <a:pt x="166878" y="137160"/>
                  </a:lnTo>
                  <a:lnTo>
                    <a:pt x="167640" y="136398"/>
                  </a:lnTo>
                  <a:close/>
                </a:path>
                <a:path w="727710" h="593725">
                  <a:moveTo>
                    <a:pt x="169926" y="137922"/>
                  </a:moveTo>
                  <a:lnTo>
                    <a:pt x="168402" y="136398"/>
                  </a:lnTo>
                  <a:lnTo>
                    <a:pt x="167640" y="137160"/>
                  </a:lnTo>
                  <a:lnTo>
                    <a:pt x="169164" y="138684"/>
                  </a:lnTo>
                  <a:lnTo>
                    <a:pt x="169926" y="137922"/>
                  </a:lnTo>
                  <a:close/>
                </a:path>
                <a:path w="727710" h="593725">
                  <a:moveTo>
                    <a:pt x="172212" y="140208"/>
                  </a:moveTo>
                  <a:lnTo>
                    <a:pt x="170688" y="138684"/>
                  </a:lnTo>
                  <a:lnTo>
                    <a:pt x="169926" y="139446"/>
                  </a:lnTo>
                  <a:lnTo>
                    <a:pt x="171450" y="140970"/>
                  </a:lnTo>
                  <a:lnTo>
                    <a:pt x="172212" y="140208"/>
                  </a:lnTo>
                  <a:close/>
                </a:path>
                <a:path w="727710" h="593725">
                  <a:moveTo>
                    <a:pt x="174498" y="141732"/>
                  </a:moveTo>
                  <a:lnTo>
                    <a:pt x="172974" y="140208"/>
                  </a:lnTo>
                  <a:lnTo>
                    <a:pt x="172212" y="140970"/>
                  </a:lnTo>
                  <a:lnTo>
                    <a:pt x="173736" y="142494"/>
                  </a:lnTo>
                  <a:lnTo>
                    <a:pt x="174498" y="141732"/>
                  </a:lnTo>
                  <a:close/>
                </a:path>
                <a:path w="727710" h="593725">
                  <a:moveTo>
                    <a:pt x="176784" y="144780"/>
                  </a:moveTo>
                  <a:lnTo>
                    <a:pt x="176784" y="144018"/>
                  </a:lnTo>
                  <a:lnTo>
                    <a:pt x="175260" y="142494"/>
                  </a:lnTo>
                  <a:lnTo>
                    <a:pt x="174498" y="143256"/>
                  </a:lnTo>
                  <a:lnTo>
                    <a:pt x="176784" y="144780"/>
                  </a:lnTo>
                  <a:close/>
                </a:path>
                <a:path w="727710" h="593725">
                  <a:moveTo>
                    <a:pt x="179070" y="146304"/>
                  </a:moveTo>
                  <a:lnTo>
                    <a:pt x="179070" y="145542"/>
                  </a:lnTo>
                  <a:lnTo>
                    <a:pt x="177546" y="144018"/>
                  </a:lnTo>
                  <a:lnTo>
                    <a:pt x="176784" y="144780"/>
                  </a:lnTo>
                  <a:lnTo>
                    <a:pt x="179070" y="146304"/>
                  </a:lnTo>
                  <a:close/>
                </a:path>
                <a:path w="727710" h="593725">
                  <a:moveTo>
                    <a:pt x="181356" y="148590"/>
                  </a:moveTo>
                  <a:lnTo>
                    <a:pt x="181356" y="147828"/>
                  </a:lnTo>
                  <a:lnTo>
                    <a:pt x="179832" y="146304"/>
                  </a:lnTo>
                  <a:lnTo>
                    <a:pt x="179070" y="147066"/>
                  </a:lnTo>
                  <a:lnTo>
                    <a:pt x="181356" y="148590"/>
                  </a:lnTo>
                  <a:close/>
                </a:path>
                <a:path w="727710" h="593725">
                  <a:moveTo>
                    <a:pt x="183642" y="150114"/>
                  </a:moveTo>
                  <a:lnTo>
                    <a:pt x="183642" y="149352"/>
                  </a:lnTo>
                  <a:lnTo>
                    <a:pt x="182118" y="148590"/>
                  </a:lnTo>
                  <a:lnTo>
                    <a:pt x="183642" y="150114"/>
                  </a:lnTo>
                  <a:close/>
                </a:path>
                <a:path w="727710" h="593725">
                  <a:moveTo>
                    <a:pt x="186690" y="151637"/>
                  </a:moveTo>
                  <a:lnTo>
                    <a:pt x="184404" y="150113"/>
                  </a:lnTo>
                  <a:lnTo>
                    <a:pt x="184404" y="150876"/>
                  </a:lnTo>
                  <a:lnTo>
                    <a:pt x="185928" y="152399"/>
                  </a:lnTo>
                  <a:lnTo>
                    <a:pt x="186690" y="151637"/>
                  </a:lnTo>
                  <a:close/>
                </a:path>
                <a:path w="727710" h="593725">
                  <a:moveTo>
                    <a:pt x="188976" y="153161"/>
                  </a:moveTo>
                  <a:lnTo>
                    <a:pt x="186690" y="152399"/>
                  </a:lnTo>
                  <a:lnTo>
                    <a:pt x="188214" y="153923"/>
                  </a:lnTo>
                  <a:lnTo>
                    <a:pt x="188976" y="153161"/>
                  </a:lnTo>
                  <a:close/>
                </a:path>
                <a:path w="727710" h="593725">
                  <a:moveTo>
                    <a:pt x="191262" y="155447"/>
                  </a:moveTo>
                  <a:lnTo>
                    <a:pt x="188976" y="153923"/>
                  </a:lnTo>
                  <a:lnTo>
                    <a:pt x="188976" y="154685"/>
                  </a:lnTo>
                  <a:lnTo>
                    <a:pt x="190500" y="156210"/>
                  </a:lnTo>
                  <a:lnTo>
                    <a:pt x="191262" y="155447"/>
                  </a:lnTo>
                  <a:close/>
                </a:path>
                <a:path w="727710" h="593725">
                  <a:moveTo>
                    <a:pt x="193548" y="157733"/>
                  </a:moveTo>
                  <a:lnTo>
                    <a:pt x="192024" y="156210"/>
                  </a:lnTo>
                  <a:lnTo>
                    <a:pt x="191262" y="156210"/>
                  </a:lnTo>
                  <a:lnTo>
                    <a:pt x="192786" y="157733"/>
                  </a:lnTo>
                  <a:lnTo>
                    <a:pt x="193548" y="157733"/>
                  </a:lnTo>
                  <a:close/>
                </a:path>
                <a:path w="727710" h="593725">
                  <a:moveTo>
                    <a:pt x="195834" y="159257"/>
                  </a:moveTo>
                  <a:lnTo>
                    <a:pt x="194310" y="157733"/>
                  </a:lnTo>
                  <a:lnTo>
                    <a:pt x="193548" y="158495"/>
                  </a:lnTo>
                  <a:lnTo>
                    <a:pt x="195072" y="160019"/>
                  </a:lnTo>
                  <a:lnTo>
                    <a:pt x="195834" y="159257"/>
                  </a:lnTo>
                  <a:close/>
                </a:path>
                <a:path w="727710" h="593725">
                  <a:moveTo>
                    <a:pt x="198120" y="161544"/>
                  </a:moveTo>
                  <a:lnTo>
                    <a:pt x="196596" y="160019"/>
                  </a:lnTo>
                  <a:lnTo>
                    <a:pt x="195834" y="160019"/>
                  </a:lnTo>
                  <a:lnTo>
                    <a:pt x="197358" y="161544"/>
                  </a:lnTo>
                  <a:lnTo>
                    <a:pt x="198120" y="161544"/>
                  </a:lnTo>
                  <a:close/>
                </a:path>
                <a:path w="727710" h="593725">
                  <a:moveTo>
                    <a:pt x="200406" y="163829"/>
                  </a:moveTo>
                  <a:lnTo>
                    <a:pt x="200406" y="163067"/>
                  </a:lnTo>
                  <a:lnTo>
                    <a:pt x="198882" y="161544"/>
                  </a:lnTo>
                  <a:lnTo>
                    <a:pt x="198120" y="162305"/>
                  </a:lnTo>
                  <a:lnTo>
                    <a:pt x="200406" y="163829"/>
                  </a:lnTo>
                  <a:close/>
                </a:path>
                <a:path w="727710" h="593725">
                  <a:moveTo>
                    <a:pt x="202692" y="165353"/>
                  </a:moveTo>
                  <a:lnTo>
                    <a:pt x="201168" y="163829"/>
                  </a:lnTo>
                  <a:lnTo>
                    <a:pt x="200406" y="164592"/>
                  </a:lnTo>
                  <a:lnTo>
                    <a:pt x="202692" y="165353"/>
                  </a:lnTo>
                  <a:close/>
                </a:path>
                <a:path w="727710" h="593725">
                  <a:moveTo>
                    <a:pt x="204978" y="167639"/>
                  </a:moveTo>
                  <a:lnTo>
                    <a:pt x="204978" y="166877"/>
                  </a:lnTo>
                  <a:lnTo>
                    <a:pt x="203454" y="165353"/>
                  </a:lnTo>
                  <a:lnTo>
                    <a:pt x="202692" y="166115"/>
                  </a:lnTo>
                  <a:lnTo>
                    <a:pt x="204978" y="167639"/>
                  </a:lnTo>
                  <a:close/>
                </a:path>
                <a:path w="727710" h="593725">
                  <a:moveTo>
                    <a:pt x="208026" y="169163"/>
                  </a:moveTo>
                  <a:lnTo>
                    <a:pt x="205740" y="167639"/>
                  </a:lnTo>
                  <a:lnTo>
                    <a:pt x="205740" y="168401"/>
                  </a:lnTo>
                  <a:lnTo>
                    <a:pt x="207264" y="169163"/>
                  </a:lnTo>
                  <a:lnTo>
                    <a:pt x="208026" y="169163"/>
                  </a:lnTo>
                  <a:close/>
                </a:path>
                <a:path w="727710" h="593725">
                  <a:moveTo>
                    <a:pt x="210311" y="170687"/>
                  </a:moveTo>
                  <a:lnTo>
                    <a:pt x="208026" y="169163"/>
                  </a:lnTo>
                  <a:lnTo>
                    <a:pt x="208026" y="169926"/>
                  </a:lnTo>
                  <a:lnTo>
                    <a:pt x="209550" y="171449"/>
                  </a:lnTo>
                  <a:lnTo>
                    <a:pt x="210311" y="170687"/>
                  </a:lnTo>
                  <a:close/>
                </a:path>
                <a:path w="727710" h="593725">
                  <a:moveTo>
                    <a:pt x="212597" y="172973"/>
                  </a:moveTo>
                  <a:lnTo>
                    <a:pt x="210311" y="171449"/>
                  </a:lnTo>
                  <a:lnTo>
                    <a:pt x="210311" y="172211"/>
                  </a:lnTo>
                  <a:lnTo>
                    <a:pt x="211836" y="173735"/>
                  </a:lnTo>
                  <a:lnTo>
                    <a:pt x="212597" y="172973"/>
                  </a:lnTo>
                  <a:close/>
                </a:path>
                <a:path w="727710" h="593725">
                  <a:moveTo>
                    <a:pt x="214884" y="174497"/>
                  </a:moveTo>
                  <a:lnTo>
                    <a:pt x="213360" y="172973"/>
                  </a:lnTo>
                  <a:lnTo>
                    <a:pt x="212597" y="173735"/>
                  </a:lnTo>
                  <a:lnTo>
                    <a:pt x="214122" y="175260"/>
                  </a:lnTo>
                  <a:lnTo>
                    <a:pt x="214884" y="174497"/>
                  </a:lnTo>
                  <a:close/>
                </a:path>
                <a:path w="727710" h="593725">
                  <a:moveTo>
                    <a:pt x="217170" y="176783"/>
                  </a:moveTo>
                  <a:lnTo>
                    <a:pt x="215646" y="175260"/>
                  </a:lnTo>
                  <a:lnTo>
                    <a:pt x="214884" y="176021"/>
                  </a:lnTo>
                  <a:lnTo>
                    <a:pt x="216408" y="177545"/>
                  </a:lnTo>
                  <a:lnTo>
                    <a:pt x="217170" y="176783"/>
                  </a:lnTo>
                  <a:close/>
                </a:path>
                <a:path w="727710" h="593725">
                  <a:moveTo>
                    <a:pt x="219456" y="178307"/>
                  </a:moveTo>
                  <a:lnTo>
                    <a:pt x="217932" y="176783"/>
                  </a:lnTo>
                  <a:lnTo>
                    <a:pt x="217170" y="177545"/>
                  </a:lnTo>
                  <a:lnTo>
                    <a:pt x="218694" y="179069"/>
                  </a:lnTo>
                  <a:lnTo>
                    <a:pt x="219456" y="178307"/>
                  </a:lnTo>
                  <a:close/>
                </a:path>
                <a:path w="727710" h="593725">
                  <a:moveTo>
                    <a:pt x="221742" y="181355"/>
                  </a:moveTo>
                  <a:lnTo>
                    <a:pt x="221742" y="180594"/>
                  </a:lnTo>
                  <a:lnTo>
                    <a:pt x="220218" y="179069"/>
                  </a:lnTo>
                  <a:lnTo>
                    <a:pt x="219456" y="179831"/>
                  </a:lnTo>
                  <a:lnTo>
                    <a:pt x="221742" y="181355"/>
                  </a:lnTo>
                  <a:close/>
                </a:path>
                <a:path w="727710" h="593725">
                  <a:moveTo>
                    <a:pt x="224028" y="182879"/>
                  </a:moveTo>
                  <a:lnTo>
                    <a:pt x="224028" y="182117"/>
                  </a:lnTo>
                  <a:lnTo>
                    <a:pt x="222504" y="181355"/>
                  </a:lnTo>
                  <a:lnTo>
                    <a:pt x="221742" y="181355"/>
                  </a:lnTo>
                  <a:lnTo>
                    <a:pt x="224028" y="182879"/>
                  </a:lnTo>
                  <a:close/>
                </a:path>
                <a:path w="727710" h="593725">
                  <a:moveTo>
                    <a:pt x="226314" y="185165"/>
                  </a:moveTo>
                  <a:lnTo>
                    <a:pt x="226314" y="184403"/>
                  </a:lnTo>
                  <a:lnTo>
                    <a:pt x="224790" y="182879"/>
                  </a:lnTo>
                  <a:lnTo>
                    <a:pt x="224028" y="183642"/>
                  </a:lnTo>
                  <a:lnTo>
                    <a:pt x="226314" y="185165"/>
                  </a:lnTo>
                  <a:close/>
                </a:path>
                <a:path w="727710" h="593725">
                  <a:moveTo>
                    <a:pt x="228600" y="186689"/>
                  </a:moveTo>
                  <a:lnTo>
                    <a:pt x="228600" y="185927"/>
                  </a:lnTo>
                  <a:lnTo>
                    <a:pt x="227076" y="185165"/>
                  </a:lnTo>
                  <a:lnTo>
                    <a:pt x="228600" y="186689"/>
                  </a:lnTo>
                  <a:close/>
                </a:path>
                <a:path w="727710" h="593725">
                  <a:moveTo>
                    <a:pt x="231647" y="188213"/>
                  </a:moveTo>
                  <a:lnTo>
                    <a:pt x="229361" y="186689"/>
                  </a:lnTo>
                  <a:lnTo>
                    <a:pt x="229361" y="187451"/>
                  </a:lnTo>
                  <a:lnTo>
                    <a:pt x="230886" y="188976"/>
                  </a:lnTo>
                  <a:lnTo>
                    <a:pt x="231647" y="188213"/>
                  </a:lnTo>
                  <a:close/>
                </a:path>
                <a:path w="727710" h="593725">
                  <a:moveTo>
                    <a:pt x="233934" y="190499"/>
                  </a:moveTo>
                  <a:lnTo>
                    <a:pt x="231647" y="188976"/>
                  </a:lnTo>
                  <a:lnTo>
                    <a:pt x="233172" y="190499"/>
                  </a:lnTo>
                  <a:lnTo>
                    <a:pt x="233934" y="190499"/>
                  </a:lnTo>
                  <a:close/>
                </a:path>
                <a:path w="727710" h="593725">
                  <a:moveTo>
                    <a:pt x="236220" y="192023"/>
                  </a:moveTo>
                  <a:lnTo>
                    <a:pt x="233934" y="190499"/>
                  </a:lnTo>
                  <a:lnTo>
                    <a:pt x="233934" y="191261"/>
                  </a:lnTo>
                  <a:lnTo>
                    <a:pt x="235458" y="192785"/>
                  </a:lnTo>
                  <a:lnTo>
                    <a:pt x="236220" y="192023"/>
                  </a:lnTo>
                  <a:close/>
                </a:path>
                <a:path w="727710" h="593725">
                  <a:moveTo>
                    <a:pt x="238506" y="194310"/>
                  </a:moveTo>
                  <a:lnTo>
                    <a:pt x="236982" y="192785"/>
                  </a:lnTo>
                  <a:lnTo>
                    <a:pt x="236220" y="192785"/>
                  </a:lnTo>
                  <a:lnTo>
                    <a:pt x="237744" y="194310"/>
                  </a:lnTo>
                  <a:lnTo>
                    <a:pt x="238506" y="194310"/>
                  </a:lnTo>
                  <a:close/>
                </a:path>
                <a:path w="727710" h="593725">
                  <a:moveTo>
                    <a:pt x="240792" y="195833"/>
                  </a:moveTo>
                  <a:lnTo>
                    <a:pt x="239268" y="194310"/>
                  </a:lnTo>
                  <a:lnTo>
                    <a:pt x="238506" y="195071"/>
                  </a:lnTo>
                  <a:lnTo>
                    <a:pt x="240029" y="196595"/>
                  </a:lnTo>
                  <a:lnTo>
                    <a:pt x="240792" y="195833"/>
                  </a:lnTo>
                  <a:close/>
                </a:path>
                <a:path w="727710" h="593725">
                  <a:moveTo>
                    <a:pt x="243078" y="198119"/>
                  </a:moveTo>
                  <a:lnTo>
                    <a:pt x="241554" y="196595"/>
                  </a:lnTo>
                  <a:lnTo>
                    <a:pt x="240792" y="197357"/>
                  </a:lnTo>
                  <a:lnTo>
                    <a:pt x="242315" y="198119"/>
                  </a:lnTo>
                  <a:lnTo>
                    <a:pt x="243078" y="198119"/>
                  </a:lnTo>
                  <a:close/>
                </a:path>
                <a:path w="727710" h="593725">
                  <a:moveTo>
                    <a:pt x="245364" y="200405"/>
                  </a:moveTo>
                  <a:lnTo>
                    <a:pt x="245364" y="199644"/>
                  </a:lnTo>
                  <a:lnTo>
                    <a:pt x="243840" y="198119"/>
                  </a:lnTo>
                  <a:lnTo>
                    <a:pt x="243078" y="198881"/>
                  </a:lnTo>
                  <a:lnTo>
                    <a:pt x="245364" y="200405"/>
                  </a:lnTo>
                  <a:close/>
                </a:path>
                <a:path w="727710" h="593725">
                  <a:moveTo>
                    <a:pt x="247650" y="201929"/>
                  </a:moveTo>
                  <a:lnTo>
                    <a:pt x="246126" y="200405"/>
                  </a:lnTo>
                  <a:lnTo>
                    <a:pt x="245364" y="201167"/>
                  </a:lnTo>
                  <a:lnTo>
                    <a:pt x="247650" y="201929"/>
                  </a:lnTo>
                  <a:close/>
                </a:path>
                <a:path w="727710" h="593725">
                  <a:moveTo>
                    <a:pt x="249936" y="204215"/>
                  </a:moveTo>
                  <a:lnTo>
                    <a:pt x="249936" y="203454"/>
                  </a:lnTo>
                  <a:lnTo>
                    <a:pt x="248411" y="201929"/>
                  </a:lnTo>
                  <a:lnTo>
                    <a:pt x="247650" y="202692"/>
                  </a:lnTo>
                  <a:lnTo>
                    <a:pt x="249936" y="204215"/>
                  </a:lnTo>
                  <a:close/>
                </a:path>
                <a:path w="727710" h="593725">
                  <a:moveTo>
                    <a:pt x="252984" y="205740"/>
                  </a:moveTo>
                  <a:lnTo>
                    <a:pt x="250697" y="204215"/>
                  </a:lnTo>
                  <a:lnTo>
                    <a:pt x="250697" y="204978"/>
                  </a:lnTo>
                  <a:lnTo>
                    <a:pt x="252222" y="206502"/>
                  </a:lnTo>
                  <a:lnTo>
                    <a:pt x="252984" y="205740"/>
                  </a:lnTo>
                  <a:close/>
                </a:path>
                <a:path w="727710" h="593725">
                  <a:moveTo>
                    <a:pt x="255270" y="207264"/>
                  </a:moveTo>
                  <a:lnTo>
                    <a:pt x="252984" y="205740"/>
                  </a:lnTo>
                  <a:lnTo>
                    <a:pt x="252984" y="206502"/>
                  </a:lnTo>
                  <a:lnTo>
                    <a:pt x="254508" y="208026"/>
                  </a:lnTo>
                  <a:lnTo>
                    <a:pt x="255270" y="207264"/>
                  </a:lnTo>
                  <a:close/>
                </a:path>
                <a:path w="727710" h="593725">
                  <a:moveTo>
                    <a:pt x="257556" y="209550"/>
                  </a:moveTo>
                  <a:lnTo>
                    <a:pt x="255270" y="208026"/>
                  </a:lnTo>
                  <a:lnTo>
                    <a:pt x="255270" y="208788"/>
                  </a:lnTo>
                  <a:lnTo>
                    <a:pt x="256794" y="210311"/>
                  </a:lnTo>
                  <a:lnTo>
                    <a:pt x="257556" y="209550"/>
                  </a:lnTo>
                  <a:close/>
                </a:path>
                <a:path w="727710" h="593725">
                  <a:moveTo>
                    <a:pt x="259842" y="211074"/>
                  </a:moveTo>
                  <a:lnTo>
                    <a:pt x="257556" y="209550"/>
                  </a:lnTo>
                  <a:lnTo>
                    <a:pt x="257556" y="210311"/>
                  </a:lnTo>
                  <a:lnTo>
                    <a:pt x="259079" y="211836"/>
                  </a:lnTo>
                  <a:lnTo>
                    <a:pt x="259842" y="211074"/>
                  </a:lnTo>
                  <a:close/>
                </a:path>
                <a:path w="727710" h="593725">
                  <a:moveTo>
                    <a:pt x="262128" y="213360"/>
                  </a:moveTo>
                  <a:lnTo>
                    <a:pt x="260604" y="211836"/>
                  </a:lnTo>
                  <a:lnTo>
                    <a:pt x="259842" y="212597"/>
                  </a:lnTo>
                  <a:lnTo>
                    <a:pt x="261365" y="214122"/>
                  </a:lnTo>
                  <a:lnTo>
                    <a:pt x="262128" y="213360"/>
                  </a:lnTo>
                  <a:close/>
                </a:path>
                <a:path w="727710" h="593725">
                  <a:moveTo>
                    <a:pt x="264414" y="214884"/>
                  </a:moveTo>
                  <a:lnTo>
                    <a:pt x="262890" y="214122"/>
                  </a:lnTo>
                  <a:lnTo>
                    <a:pt x="262128" y="214122"/>
                  </a:lnTo>
                  <a:lnTo>
                    <a:pt x="263652" y="215646"/>
                  </a:lnTo>
                  <a:lnTo>
                    <a:pt x="264414" y="214884"/>
                  </a:lnTo>
                  <a:close/>
                </a:path>
                <a:path w="727710" h="593725">
                  <a:moveTo>
                    <a:pt x="266700" y="217170"/>
                  </a:moveTo>
                  <a:lnTo>
                    <a:pt x="265176" y="215646"/>
                  </a:lnTo>
                  <a:lnTo>
                    <a:pt x="264414" y="216408"/>
                  </a:lnTo>
                  <a:lnTo>
                    <a:pt x="265938" y="217932"/>
                  </a:lnTo>
                  <a:lnTo>
                    <a:pt x="266700" y="217170"/>
                  </a:lnTo>
                  <a:close/>
                </a:path>
                <a:path w="727710" h="593725">
                  <a:moveTo>
                    <a:pt x="268986" y="219456"/>
                  </a:moveTo>
                  <a:lnTo>
                    <a:pt x="268986" y="218694"/>
                  </a:lnTo>
                  <a:lnTo>
                    <a:pt x="267462" y="217932"/>
                  </a:lnTo>
                  <a:lnTo>
                    <a:pt x="266700" y="217932"/>
                  </a:lnTo>
                  <a:lnTo>
                    <a:pt x="268986" y="219456"/>
                  </a:lnTo>
                  <a:close/>
                </a:path>
                <a:path w="727710" h="593725">
                  <a:moveTo>
                    <a:pt x="271272" y="221742"/>
                  </a:moveTo>
                  <a:lnTo>
                    <a:pt x="271272" y="220979"/>
                  </a:lnTo>
                  <a:lnTo>
                    <a:pt x="269748" y="219456"/>
                  </a:lnTo>
                  <a:lnTo>
                    <a:pt x="268986" y="220218"/>
                  </a:lnTo>
                  <a:lnTo>
                    <a:pt x="271272" y="221742"/>
                  </a:lnTo>
                  <a:close/>
                </a:path>
                <a:path w="727710" h="593725">
                  <a:moveTo>
                    <a:pt x="273558" y="223265"/>
                  </a:moveTo>
                  <a:lnTo>
                    <a:pt x="272034" y="221742"/>
                  </a:lnTo>
                  <a:lnTo>
                    <a:pt x="271272" y="221742"/>
                  </a:lnTo>
                  <a:lnTo>
                    <a:pt x="273558" y="223265"/>
                  </a:lnTo>
                  <a:close/>
                </a:path>
                <a:path w="727710" h="593725">
                  <a:moveTo>
                    <a:pt x="276606" y="224790"/>
                  </a:moveTo>
                  <a:lnTo>
                    <a:pt x="274320" y="223265"/>
                  </a:lnTo>
                  <a:lnTo>
                    <a:pt x="274320" y="224028"/>
                  </a:lnTo>
                  <a:lnTo>
                    <a:pt x="275844" y="225552"/>
                  </a:lnTo>
                  <a:lnTo>
                    <a:pt x="276606" y="224790"/>
                  </a:lnTo>
                  <a:close/>
                </a:path>
                <a:path w="727710" h="593725">
                  <a:moveTo>
                    <a:pt x="278892" y="227076"/>
                  </a:moveTo>
                  <a:lnTo>
                    <a:pt x="276606" y="225552"/>
                  </a:lnTo>
                  <a:lnTo>
                    <a:pt x="278130" y="227076"/>
                  </a:lnTo>
                  <a:lnTo>
                    <a:pt x="278892" y="227076"/>
                  </a:lnTo>
                  <a:close/>
                </a:path>
                <a:path w="727710" h="593725">
                  <a:moveTo>
                    <a:pt x="281178" y="228600"/>
                  </a:moveTo>
                  <a:lnTo>
                    <a:pt x="278892" y="227076"/>
                  </a:lnTo>
                  <a:lnTo>
                    <a:pt x="278892" y="227838"/>
                  </a:lnTo>
                  <a:lnTo>
                    <a:pt x="280416" y="229361"/>
                  </a:lnTo>
                  <a:lnTo>
                    <a:pt x="281178" y="228600"/>
                  </a:lnTo>
                  <a:close/>
                </a:path>
                <a:path w="727710" h="593725">
                  <a:moveTo>
                    <a:pt x="283464" y="230886"/>
                  </a:moveTo>
                  <a:lnTo>
                    <a:pt x="281940" y="229361"/>
                  </a:lnTo>
                  <a:lnTo>
                    <a:pt x="281178" y="230124"/>
                  </a:lnTo>
                  <a:lnTo>
                    <a:pt x="282702" y="230886"/>
                  </a:lnTo>
                  <a:lnTo>
                    <a:pt x="283464" y="230886"/>
                  </a:lnTo>
                  <a:close/>
                </a:path>
                <a:path w="727710" h="593725">
                  <a:moveTo>
                    <a:pt x="285750" y="232410"/>
                  </a:moveTo>
                  <a:lnTo>
                    <a:pt x="284226" y="230886"/>
                  </a:lnTo>
                  <a:lnTo>
                    <a:pt x="283464" y="231647"/>
                  </a:lnTo>
                  <a:lnTo>
                    <a:pt x="284988" y="233172"/>
                  </a:lnTo>
                  <a:lnTo>
                    <a:pt x="285750" y="232410"/>
                  </a:lnTo>
                  <a:close/>
                </a:path>
                <a:path w="727710" h="593725">
                  <a:moveTo>
                    <a:pt x="288036" y="234696"/>
                  </a:moveTo>
                  <a:lnTo>
                    <a:pt x="286512" y="233172"/>
                  </a:lnTo>
                  <a:lnTo>
                    <a:pt x="285750" y="233934"/>
                  </a:lnTo>
                  <a:lnTo>
                    <a:pt x="287274" y="234696"/>
                  </a:lnTo>
                  <a:lnTo>
                    <a:pt x="288036" y="234696"/>
                  </a:lnTo>
                  <a:close/>
                </a:path>
                <a:path w="727710" h="593725">
                  <a:moveTo>
                    <a:pt x="290322" y="236982"/>
                  </a:moveTo>
                  <a:lnTo>
                    <a:pt x="290322" y="236220"/>
                  </a:lnTo>
                  <a:lnTo>
                    <a:pt x="288798" y="234696"/>
                  </a:lnTo>
                  <a:lnTo>
                    <a:pt x="288036" y="235458"/>
                  </a:lnTo>
                  <a:lnTo>
                    <a:pt x="290322" y="236982"/>
                  </a:lnTo>
                  <a:close/>
                </a:path>
                <a:path w="727710" h="593725">
                  <a:moveTo>
                    <a:pt x="292608" y="239268"/>
                  </a:moveTo>
                  <a:lnTo>
                    <a:pt x="292608" y="238506"/>
                  </a:lnTo>
                  <a:lnTo>
                    <a:pt x="291084" y="236982"/>
                  </a:lnTo>
                  <a:lnTo>
                    <a:pt x="290322" y="237744"/>
                  </a:lnTo>
                  <a:lnTo>
                    <a:pt x="292608" y="239268"/>
                  </a:lnTo>
                  <a:close/>
                </a:path>
                <a:path w="727710" h="593725">
                  <a:moveTo>
                    <a:pt x="294894" y="240792"/>
                  </a:moveTo>
                  <a:lnTo>
                    <a:pt x="294894" y="240029"/>
                  </a:lnTo>
                  <a:lnTo>
                    <a:pt x="293370" y="238506"/>
                  </a:lnTo>
                  <a:lnTo>
                    <a:pt x="292608" y="239268"/>
                  </a:lnTo>
                  <a:lnTo>
                    <a:pt x="294894" y="240792"/>
                  </a:lnTo>
                  <a:close/>
                </a:path>
                <a:path w="727710" h="593725">
                  <a:moveTo>
                    <a:pt x="297180" y="243078"/>
                  </a:moveTo>
                  <a:lnTo>
                    <a:pt x="297180" y="242315"/>
                  </a:lnTo>
                  <a:lnTo>
                    <a:pt x="295656" y="240792"/>
                  </a:lnTo>
                  <a:lnTo>
                    <a:pt x="295656" y="241554"/>
                  </a:lnTo>
                  <a:lnTo>
                    <a:pt x="297180" y="243078"/>
                  </a:lnTo>
                  <a:close/>
                </a:path>
                <a:path w="727710" h="593725">
                  <a:moveTo>
                    <a:pt x="300228" y="243840"/>
                  </a:moveTo>
                  <a:lnTo>
                    <a:pt x="297942" y="242315"/>
                  </a:lnTo>
                  <a:lnTo>
                    <a:pt x="297942" y="243078"/>
                  </a:lnTo>
                  <a:lnTo>
                    <a:pt x="299466" y="244602"/>
                  </a:lnTo>
                  <a:lnTo>
                    <a:pt x="300228" y="243840"/>
                  </a:lnTo>
                  <a:close/>
                </a:path>
                <a:path w="727710" h="593725">
                  <a:moveTo>
                    <a:pt x="302514" y="246126"/>
                  </a:moveTo>
                  <a:lnTo>
                    <a:pt x="300228" y="244602"/>
                  </a:lnTo>
                  <a:lnTo>
                    <a:pt x="300228" y="245364"/>
                  </a:lnTo>
                  <a:lnTo>
                    <a:pt x="301752" y="246888"/>
                  </a:lnTo>
                  <a:lnTo>
                    <a:pt x="302514" y="246126"/>
                  </a:lnTo>
                  <a:close/>
                </a:path>
                <a:path w="727710" h="593725">
                  <a:moveTo>
                    <a:pt x="304800" y="247650"/>
                  </a:moveTo>
                  <a:lnTo>
                    <a:pt x="302514" y="246888"/>
                  </a:lnTo>
                  <a:lnTo>
                    <a:pt x="304038" y="248411"/>
                  </a:lnTo>
                  <a:lnTo>
                    <a:pt x="304800" y="247650"/>
                  </a:lnTo>
                  <a:close/>
                </a:path>
                <a:path w="727710" h="593725">
                  <a:moveTo>
                    <a:pt x="307086" y="249936"/>
                  </a:moveTo>
                  <a:lnTo>
                    <a:pt x="305562" y="248411"/>
                  </a:lnTo>
                  <a:lnTo>
                    <a:pt x="304800" y="249174"/>
                  </a:lnTo>
                  <a:lnTo>
                    <a:pt x="306324" y="250697"/>
                  </a:lnTo>
                  <a:lnTo>
                    <a:pt x="307086" y="249936"/>
                  </a:lnTo>
                  <a:close/>
                </a:path>
                <a:path w="727710" h="593725">
                  <a:moveTo>
                    <a:pt x="309372" y="251460"/>
                  </a:moveTo>
                  <a:lnTo>
                    <a:pt x="307848" y="250697"/>
                  </a:lnTo>
                  <a:lnTo>
                    <a:pt x="307086" y="250697"/>
                  </a:lnTo>
                  <a:lnTo>
                    <a:pt x="308610" y="252222"/>
                  </a:lnTo>
                  <a:lnTo>
                    <a:pt x="309372" y="251460"/>
                  </a:lnTo>
                  <a:close/>
                </a:path>
                <a:path w="727710" h="593725">
                  <a:moveTo>
                    <a:pt x="311658" y="253746"/>
                  </a:moveTo>
                  <a:lnTo>
                    <a:pt x="310134" y="252222"/>
                  </a:lnTo>
                  <a:lnTo>
                    <a:pt x="309372" y="252984"/>
                  </a:lnTo>
                  <a:lnTo>
                    <a:pt x="310896" y="254508"/>
                  </a:lnTo>
                  <a:lnTo>
                    <a:pt x="311658" y="253746"/>
                  </a:lnTo>
                  <a:close/>
                </a:path>
                <a:path w="727710" h="593725">
                  <a:moveTo>
                    <a:pt x="313944" y="256032"/>
                  </a:moveTo>
                  <a:lnTo>
                    <a:pt x="312420" y="254508"/>
                  </a:lnTo>
                  <a:lnTo>
                    <a:pt x="311658" y="254508"/>
                  </a:lnTo>
                  <a:lnTo>
                    <a:pt x="313944" y="256032"/>
                  </a:lnTo>
                  <a:close/>
                </a:path>
                <a:path w="727710" h="593725">
                  <a:moveTo>
                    <a:pt x="316230" y="258318"/>
                  </a:moveTo>
                  <a:lnTo>
                    <a:pt x="316230" y="257556"/>
                  </a:lnTo>
                  <a:lnTo>
                    <a:pt x="314706" y="256032"/>
                  </a:lnTo>
                  <a:lnTo>
                    <a:pt x="313944" y="256794"/>
                  </a:lnTo>
                  <a:lnTo>
                    <a:pt x="316230" y="258318"/>
                  </a:lnTo>
                  <a:close/>
                </a:path>
                <a:path w="727710" h="593725">
                  <a:moveTo>
                    <a:pt x="318516" y="259842"/>
                  </a:moveTo>
                  <a:lnTo>
                    <a:pt x="316992" y="258318"/>
                  </a:lnTo>
                  <a:lnTo>
                    <a:pt x="316230" y="258318"/>
                  </a:lnTo>
                  <a:lnTo>
                    <a:pt x="318516" y="259842"/>
                  </a:lnTo>
                  <a:close/>
                </a:path>
                <a:path w="727710" h="593725">
                  <a:moveTo>
                    <a:pt x="321564" y="261365"/>
                  </a:moveTo>
                  <a:lnTo>
                    <a:pt x="319278" y="259842"/>
                  </a:lnTo>
                  <a:lnTo>
                    <a:pt x="319278" y="260604"/>
                  </a:lnTo>
                  <a:lnTo>
                    <a:pt x="320802" y="262128"/>
                  </a:lnTo>
                  <a:lnTo>
                    <a:pt x="321564" y="261365"/>
                  </a:lnTo>
                  <a:close/>
                </a:path>
                <a:path w="727710" h="593725">
                  <a:moveTo>
                    <a:pt x="323850" y="263652"/>
                  </a:moveTo>
                  <a:lnTo>
                    <a:pt x="321564" y="262128"/>
                  </a:lnTo>
                  <a:lnTo>
                    <a:pt x="321564" y="262890"/>
                  </a:lnTo>
                  <a:lnTo>
                    <a:pt x="323088" y="263652"/>
                  </a:lnTo>
                  <a:lnTo>
                    <a:pt x="323850" y="263652"/>
                  </a:lnTo>
                  <a:close/>
                </a:path>
                <a:path w="727710" h="593725">
                  <a:moveTo>
                    <a:pt x="326136" y="265176"/>
                  </a:moveTo>
                  <a:lnTo>
                    <a:pt x="323850" y="263652"/>
                  </a:lnTo>
                  <a:lnTo>
                    <a:pt x="323850" y="264414"/>
                  </a:lnTo>
                  <a:lnTo>
                    <a:pt x="325374" y="265938"/>
                  </a:lnTo>
                  <a:lnTo>
                    <a:pt x="326136" y="265176"/>
                  </a:lnTo>
                  <a:close/>
                </a:path>
                <a:path w="727710" h="593725">
                  <a:moveTo>
                    <a:pt x="328422" y="267462"/>
                  </a:moveTo>
                  <a:lnTo>
                    <a:pt x="326136" y="265938"/>
                  </a:lnTo>
                  <a:lnTo>
                    <a:pt x="326136" y="266700"/>
                  </a:lnTo>
                  <a:lnTo>
                    <a:pt x="327660" y="267462"/>
                  </a:lnTo>
                  <a:lnTo>
                    <a:pt x="328422" y="267462"/>
                  </a:lnTo>
                  <a:close/>
                </a:path>
                <a:path w="727710" h="593725">
                  <a:moveTo>
                    <a:pt x="330708" y="268986"/>
                  </a:moveTo>
                  <a:lnTo>
                    <a:pt x="329184" y="267462"/>
                  </a:lnTo>
                  <a:lnTo>
                    <a:pt x="328422" y="268224"/>
                  </a:lnTo>
                  <a:lnTo>
                    <a:pt x="329946" y="269748"/>
                  </a:lnTo>
                  <a:lnTo>
                    <a:pt x="330708" y="268986"/>
                  </a:lnTo>
                  <a:close/>
                </a:path>
                <a:path w="727710" h="593725">
                  <a:moveTo>
                    <a:pt x="332994" y="271272"/>
                  </a:moveTo>
                  <a:lnTo>
                    <a:pt x="331470" y="269748"/>
                  </a:lnTo>
                  <a:lnTo>
                    <a:pt x="330708" y="270510"/>
                  </a:lnTo>
                  <a:lnTo>
                    <a:pt x="332232" y="272034"/>
                  </a:lnTo>
                  <a:lnTo>
                    <a:pt x="332994" y="271272"/>
                  </a:lnTo>
                  <a:close/>
                </a:path>
                <a:path w="727710" h="593725">
                  <a:moveTo>
                    <a:pt x="335280" y="273558"/>
                  </a:moveTo>
                  <a:lnTo>
                    <a:pt x="335280" y="272796"/>
                  </a:lnTo>
                  <a:lnTo>
                    <a:pt x="333756" y="271272"/>
                  </a:lnTo>
                  <a:lnTo>
                    <a:pt x="332994" y="272034"/>
                  </a:lnTo>
                  <a:lnTo>
                    <a:pt x="335280" y="273558"/>
                  </a:lnTo>
                  <a:close/>
                </a:path>
                <a:path w="727710" h="593725">
                  <a:moveTo>
                    <a:pt x="337566" y="275844"/>
                  </a:moveTo>
                  <a:lnTo>
                    <a:pt x="337566" y="275082"/>
                  </a:lnTo>
                  <a:lnTo>
                    <a:pt x="336042" y="273558"/>
                  </a:lnTo>
                  <a:lnTo>
                    <a:pt x="335280" y="274320"/>
                  </a:lnTo>
                  <a:lnTo>
                    <a:pt x="337566" y="275844"/>
                  </a:lnTo>
                  <a:close/>
                </a:path>
                <a:path w="727710" h="593725">
                  <a:moveTo>
                    <a:pt x="339852" y="277368"/>
                  </a:moveTo>
                  <a:lnTo>
                    <a:pt x="339852" y="276606"/>
                  </a:lnTo>
                  <a:lnTo>
                    <a:pt x="338328" y="275082"/>
                  </a:lnTo>
                  <a:lnTo>
                    <a:pt x="337566" y="275844"/>
                  </a:lnTo>
                  <a:lnTo>
                    <a:pt x="339852" y="277368"/>
                  </a:lnTo>
                  <a:close/>
                </a:path>
                <a:path w="727710" h="593725">
                  <a:moveTo>
                    <a:pt x="342138" y="279654"/>
                  </a:moveTo>
                  <a:lnTo>
                    <a:pt x="342138" y="278892"/>
                  </a:lnTo>
                  <a:lnTo>
                    <a:pt x="340614" y="277368"/>
                  </a:lnTo>
                  <a:lnTo>
                    <a:pt x="339852" y="278130"/>
                  </a:lnTo>
                  <a:lnTo>
                    <a:pt x="342138" y="279654"/>
                  </a:lnTo>
                  <a:close/>
                </a:path>
                <a:path w="727710" h="593725">
                  <a:moveTo>
                    <a:pt x="345186" y="280416"/>
                  </a:moveTo>
                  <a:lnTo>
                    <a:pt x="342900" y="278892"/>
                  </a:lnTo>
                  <a:lnTo>
                    <a:pt x="342900" y="279654"/>
                  </a:lnTo>
                  <a:lnTo>
                    <a:pt x="344424" y="281178"/>
                  </a:lnTo>
                  <a:lnTo>
                    <a:pt x="345186" y="280416"/>
                  </a:lnTo>
                  <a:close/>
                </a:path>
                <a:path w="727710" h="593725">
                  <a:moveTo>
                    <a:pt x="347472" y="282702"/>
                  </a:moveTo>
                  <a:lnTo>
                    <a:pt x="345186" y="281178"/>
                  </a:lnTo>
                  <a:lnTo>
                    <a:pt x="345186" y="281940"/>
                  </a:lnTo>
                  <a:lnTo>
                    <a:pt x="346710" y="283464"/>
                  </a:lnTo>
                  <a:lnTo>
                    <a:pt x="347472" y="282702"/>
                  </a:lnTo>
                  <a:close/>
                </a:path>
                <a:path w="727710" h="593725">
                  <a:moveTo>
                    <a:pt x="349758" y="284226"/>
                  </a:moveTo>
                  <a:lnTo>
                    <a:pt x="347472" y="283464"/>
                  </a:lnTo>
                  <a:lnTo>
                    <a:pt x="348996" y="284988"/>
                  </a:lnTo>
                  <a:lnTo>
                    <a:pt x="349758" y="284226"/>
                  </a:lnTo>
                  <a:close/>
                </a:path>
                <a:path w="727710" h="593725">
                  <a:moveTo>
                    <a:pt x="352044" y="286512"/>
                  </a:moveTo>
                  <a:lnTo>
                    <a:pt x="350520" y="284988"/>
                  </a:lnTo>
                  <a:lnTo>
                    <a:pt x="349758" y="285750"/>
                  </a:lnTo>
                  <a:lnTo>
                    <a:pt x="351282" y="287274"/>
                  </a:lnTo>
                  <a:lnTo>
                    <a:pt x="352044" y="286512"/>
                  </a:lnTo>
                  <a:close/>
                </a:path>
                <a:path w="727710" h="593725">
                  <a:moveTo>
                    <a:pt x="354330" y="288798"/>
                  </a:moveTo>
                  <a:lnTo>
                    <a:pt x="352806" y="287274"/>
                  </a:lnTo>
                  <a:lnTo>
                    <a:pt x="352044" y="287274"/>
                  </a:lnTo>
                  <a:lnTo>
                    <a:pt x="353568" y="288798"/>
                  </a:lnTo>
                  <a:lnTo>
                    <a:pt x="354330" y="288798"/>
                  </a:lnTo>
                  <a:close/>
                </a:path>
                <a:path w="727710" h="593725">
                  <a:moveTo>
                    <a:pt x="356616" y="290322"/>
                  </a:moveTo>
                  <a:lnTo>
                    <a:pt x="355092" y="288798"/>
                  </a:lnTo>
                  <a:lnTo>
                    <a:pt x="354330" y="289560"/>
                  </a:lnTo>
                  <a:lnTo>
                    <a:pt x="355854" y="291084"/>
                  </a:lnTo>
                  <a:lnTo>
                    <a:pt x="356616" y="290322"/>
                  </a:lnTo>
                  <a:close/>
                </a:path>
                <a:path w="727710" h="593725">
                  <a:moveTo>
                    <a:pt x="358902" y="292608"/>
                  </a:moveTo>
                  <a:lnTo>
                    <a:pt x="357378" y="291084"/>
                  </a:lnTo>
                  <a:lnTo>
                    <a:pt x="356616" y="291084"/>
                  </a:lnTo>
                  <a:lnTo>
                    <a:pt x="358902" y="292608"/>
                  </a:lnTo>
                  <a:close/>
                </a:path>
                <a:path w="727710" h="593725">
                  <a:moveTo>
                    <a:pt x="361188" y="294894"/>
                  </a:moveTo>
                  <a:lnTo>
                    <a:pt x="361188" y="294132"/>
                  </a:lnTo>
                  <a:lnTo>
                    <a:pt x="359664" y="292608"/>
                  </a:lnTo>
                  <a:lnTo>
                    <a:pt x="358902" y="293370"/>
                  </a:lnTo>
                  <a:lnTo>
                    <a:pt x="361188" y="294894"/>
                  </a:lnTo>
                  <a:close/>
                </a:path>
                <a:path w="727710" h="593725">
                  <a:moveTo>
                    <a:pt x="363474" y="296418"/>
                  </a:moveTo>
                  <a:lnTo>
                    <a:pt x="361950" y="294894"/>
                  </a:lnTo>
                  <a:lnTo>
                    <a:pt x="361188" y="295656"/>
                  </a:lnTo>
                  <a:lnTo>
                    <a:pt x="363474" y="296418"/>
                  </a:lnTo>
                  <a:close/>
                </a:path>
                <a:path w="727710" h="593725">
                  <a:moveTo>
                    <a:pt x="365760" y="298704"/>
                  </a:moveTo>
                  <a:lnTo>
                    <a:pt x="365760" y="297942"/>
                  </a:lnTo>
                  <a:lnTo>
                    <a:pt x="364236" y="296418"/>
                  </a:lnTo>
                  <a:lnTo>
                    <a:pt x="364236" y="297180"/>
                  </a:lnTo>
                  <a:lnTo>
                    <a:pt x="365760" y="298704"/>
                  </a:lnTo>
                  <a:close/>
                </a:path>
                <a:path w="727710" h="593725">
                  <a:moveTo>
                    <a:pt x="368808" y="300227"/>
                  </a:moveTo>
                  <a:lnTo>
                    <a:pt x="366522" y="298704"/>
                  </a:lnTo>
                  <a:lnTo>
                    <a:pt x="366522" y="299466"/>
                  </a:lnTo>
                  <a:lnTo>
                    <a:pt x="368046" y="300228"/>
                  </a:lnTo>
                  <a:lnTo>
                    <a:pt x="368808" y="300227"/>
                  </a:lnTo>
                  <a:close/>
                </a:path>
                <a:path w="727710" h="593725">
                  <a:moveTo>
                    <a:pt x="371094" y="301752"/>
                  </a:moveTo>
                  <a:lnTo>
                    <a:pt x="368808" y="300227"/>
                  </a:lnTo>
                  <a:lnTo>
                    <a:pt x="368808" y="300989"/>
                  </a:lnTo>
                  <a:lnTo>
                    <a:pt x="370332" y="302513"/>
                  </a:lnTo>
                  <a:lnTo>
                    <a:pt x="371094" y="301752"/>
                  </a:lnTo>
                  <a:close/>
                </a:path>
                <a:path w="727710" h="593725">
                  <a:moveTo>
                    <a:pt x="373380" y="304038"/>
                  </a:moveTo>
                  <a:lnTo>
                    <a:pt x="371094" y="302513"/>
                  </a:lnTo>
                  <a:lnTo>
                    <a:pt x="371094" y="303275"/>
                  </a:lnTo>
                  <a:lnTo>
                    <a:pt x="372618" y="304799"/>
                  </a:lnTo>
                  <a:lnTo>
                    <a:pt x="373380" y="304038"/>
                  </a:lnTo>
                  <a:close/>
                </a:path>
                <a:path w="727710" h="593725">
                  <a:moveTo>
                    <a:pt x="375666" y="305561"/>
                  </a:moveTo>
                  <a:lnTo>
                    <a:pt x="374142" y="304038"/>
                  </a:lnTo>
                  <a:lnTo>
                    <a:pt x="373380" y="304799"/>
                  </a:lnTo>
                  <a:lnTo>
                    <a:pt x="374904" y="306323"/>
                  </a:lnTo>
                  <a:lnTo>
                    <a:pt x="375666" y="305561"/>
                  </a:lnTo>
                  <a:close/>
                </a:path>
                <a:path w="727710" h="593725">
                  <a:moveTo>
                    <a:pt x="377952" y="307847"/>
                  </a:moveTo>
                  <a:lnTo>
                    <a:pt x="376428" y="306323"/>
                  </a:lnTo>
                  <a:lnTo>
                    <a:pt x="375666" y="307085"/>
                  </a:lnTo>
                  <a:lnTo>
                    <a:pt x="377190" y="308609"/>
                  </a:lnTo>
                  <a:lnTo>
                    <a:pt x="377952" y="307847"/>
                  </a:lnTo>
                  <a:close/>
                </a:path>
                <a:path w="727710" h="593725">
                  <a:moveTo>
                    <a:pt x="380238" y="309371"/>
                  </a:moveTo>
                  <a:lnTo>
                    <a:pt x="378714" y="307847"/>
                  </a:lnTo>
                  <a:lnTo>
                    <a:pt x="377952" y="308609"/>
                  </a:lnTo>
                  <a:lnTo>
                    <a:pt x="379476" y="310134"/>
                  </a:lnTo>
                  <a:lnTo>
                    <a:pt x="380238" y="309371"/>
                  </a:lnTo>
                  <a:close/>
                </a:path>
                <a:path w="727710" h="593725">
                  <a:moveTo>
                    <a:pt x="382524" y="312420"/>
                  </a:moveTo>
                  <a:lnTo>
                    <a:pt x="382524" y="311657"/>
                  </a:lnTo>
                  <a:lnTo>
                    <a:pt x="381000" y="310134"/>
                  </a:lnTo>
                  <a:lnTo>
                    <a:pt x="380238" y="310895"/>
                  </a:lnTo>
                  <a:lnTo>
                    <a:pt x="382524" y="312420"/>
                  </a:lnTo>
                  <a:close/>
                </a:path>
                <a:path w="727710" h="593725">
                  <a:moveTo>
                    <a:pt x="384810" y="313943"/>
                  </a:moveTo>
                  <a:lnTo>
                    <a:pt x="384810" y="313181"/>
                  </a:lnTo>
                  <a:lnTo>
                    <a:pt x="383286" y="311657"/>
                  </a:lnTo>
                  <a:lnTo>
                    <a:pt x="382524" y="312420"/>
                  </a:lnTo>
                  <a:lnTo>
                    <a:pt x="384810" y="313943"/>
                  </a:lnTo>
                  <a:close/>
                </a:path>
                <a:path w="727710" h="593725">
                  <a:moveTo>
                    <a:pt x="387096" y="316229"/>
                  </a:moveTo>
                  <a:lnTo>
                    <a:pt x="387096" y="315467"/>
                  </a:lnTo>
                  <a:lnTo>
                    <a:pt x="385572" y="313943"/>
                  </a:lnTo>
                  <a:lnTo>
                    <a:pt x="384810" y="314705"/>
                  </a:lnTo>
                  <a:lnTo>
                    <a:pt x="387096" y="316229"/>
                  </a:lnTo>
                  <a:close/>
                </a:path>
                <a:path w="727710" h="593725">
                  <a:moveTo>
                    <a:pt x="390144" y="316991"/>
                  </a:moveTo>
                  <a:lnTo>
                    <a:pt x="387858" y="316229"/>
                  </a:lnTo>
                  <a:lnTo>
                    <a:pt x="389382" y="317753"/>
                  </a:lnTo>
                  <a:lnTo>
                    <a:pt x="390144" y="316991"/>
                  </a:lnTo>
                  <a:close/>
                </a:path>
                <a:path w="727710" h="593725">
                  <a:moveTo>
                    <a:pt x="392430" y="319277"/>
                  </a:moveTo>
                  <a:lnTo>
                    <a:pt x="390144" y="317753"/>
                  </a:lnTo>
                  <a:lnTo>
                    <a:pt x="390144" y="318515"/>
                  </a:lnTo>
                  <a:lnTo>
                    <a:pt x="391668" y="320039"/>
                  </a:lnTo>
                  <a:lnTo>
                    <a:pt x="392430" y="319277"/>
                  </a:lnTo>
                  <a:close/>
                </a:path>
                <a:path w="727710" h="593725">
                  <a:moveTo>
                    <a:pt x="394716" y="321563"/>
                  </a:moveTo>
                  <a:lnTo>
                    <a:pt x="392430" y="320039"/>
                  </a:lnTo>
                  <a:lnTo>
                    <a:pt x="393954" y="321563"/>
                  </a:lnTo>
                  <a:lnTo>
                    <a:pt x="394716" y="321563"/>
                  </a:lnTo>
                  <a:close/>
                </a:path>
                <a:path w="727710" h="593725">
                  <a:moveTo>
                    <a:pt x="397002" y="323088"/>
                  </a:moveTo>
                  <a:lnTo>
                    <a:pt x="395478" y="321563"/>
                  </a:lnTo>
                  <a:lnTo>
                    <a:pt x="394716" y="322325"/>
                  </a:lnTo>
                  <a:lnTo>
                    <a:pt x="396240" y="323849"/>
                  </a:lnTo>
                  <a:lnTo>
                    <a:pt x="397002" y="323088"/>
                  </a:lnTo>
                  <a:close/>
                </a:path>
                <a:path w="727710" h="593725">
                  <a:moveTo>
                    <a:pt x="399288" y="325373"/>
                  </a:moveTo>
                  <a:lnTo>
                    <a:pt x="397764" y="323849"/>
                  </a:lnTo>
                  <a:lnTo>
                    <a:pt x="397002" y="323849"/>
                  </a:lnTo>
                  <a:lnTo>
                    <a:pt x="398526" y="325373"/>
                  </a:lnTo>
                  <a:lnTo>
                    <a:pt x="399288" y="325373"/>
                  </a:lnTo>
                  <a:close/>
                </a:path>
                <a:path w="727710" h="593725">
                  <a:moveTo>
                    <a:pt x="401574" y="326897"/>
                  </a:moveTo>
                  <a:lnTo>
                    <a:pt x="400050" y="325373"/>
                  </a:lnTo>
                  <a:lnTo>
                    <a:pt x="399288" y="326135"/>
                  </a:lnTo>
                  <a:lnTo>
                    <a:pt x="400812" y="327659"/>
                  </a:lnTo>
                  <a:lnTo>
                    <a:pt x="401574" y="326897"/>
                  </a:lnTo>
                  <a:close/>
                </a:path>
                <a:path w="727710" h="593725">
                  <a:moveTo>
                    <a:pt x="403860" y="329184"/>
                  </a:moveTo>
                  <a:lnTo>
                    <a:pt x="402336" y="327659"/>
                  </a:lnTo>
                  <a:lnTo>
                    <a:pt x="401574" y="327659"/>
                  </a:lnTo>
                  <a:lnTo>
                    <a:pt x="403860" y="329184"/>
                  </a:lnTo>
                  <a:close/>
                </a:path>
                <a:path w="727710" h="593725">
                  <a:moveTo>
                    <a:pt x="406146" y="331470"/>
                  </a:moveTo>
                  <a:lnTo>
                    <a:pt x="406146" y="330707"/>
                  </a:lnTo>
                  <a:lnTo>
                    <a:pt x="404622" y="329184"/>
                  </a:lnTo>
                  <a:lnTo>
                    <a:pt x="403860" y="329945"/>
                  </a:lnTo>
                  <a:lnTo>
                    <a:pt x="406146" y="331470"/>
                  </a:lnTo>
                  <a:close/>
                </a:path>
                <a:path w="727710" h="593725">
                  <a:moveTo>
                    <a:pt x="408431" y="332993"/>
                  </a:moveTo>
                  <a:lnTo>
                    <a:pt x="406908" y="331470"/>
                  </a:lnTo>
                  <a:lnTo>
                    <a:pt x="406146" y="332231"/>
                  </a:lnTo>
                  <a:lnTo>
                    <a:pt x="408431" y="332993"/>
                  </a:lnTo>
                  <a:close/>
                </a:path>
                <a:path w="727710" h="593725">
                  <a:moveTo>
                    <a:pt x="410718" y="335279"/>
                  </a:moveTo>
                  <a:lnTo>
                    <a:pt x="410718" y="334517"/>
                  </a:lnTo>
                  <a:lnTo>
                    <a:pt x="409194" y="332993"/>
                  </a:lnTo>
                  <a:lnTo>
                    <a:pt x="408431" y="333755"/>
                  </a:lnTo>
                  <a:lnTo>
                    <a:pt x="410718" y="335279"/>
                  </a:lnTo>
                  <a:close/>
                </a:path>
                <a:path w="727710" h="593725">
                  <a:moveTo>
                    <a:pt x="413766" y="336803"/>
                  </a:moveTo>
                  <a:lnTo>
                    <a:pt x="411480" y="335279"/>
                  </a:lnTo>
                  <a:lnTo>
                    <a:pt x="411480" y="336041"/>
                  </a:lnTo>
                  <a:lnTo>
                    <a:pt x="413004" y="337565"/>
                  </a:lnTo>
                  <a:lnTo>
                    <a:pt x="413766" y="336803"/>
                  </a:lnTo>
                  <a:close/>
                </a:path>
                <a:path w="727710" h="593725">
                  <a:moveTo>
                    <a:pt x="416052" y="338327"/>
                  </a:moveTo>
                  <a:lnTo>
                    <a:pt x="413766" y="336803"/>
                  </a:lnTo>
                  <a:lnTo>
                    <a:pt x="413766" y="337565"/>
                  </a:lnTo>
                  <a:lnTo>
                    <a:pt x="415290" y="339089"/>
                  </a:lnTo>
                  <a:lnTo>
                    <a:pt x="416052" y="338327"/>
                  </a:lnTo>
                  <a:close/>
                </a:path>
                <a:path w="727710" h="593725">
                  <a:moveTo>
                    <a:pt x="418338" y="340613"/>
                  </a:moveTo>
                  <a:lnTo>
                    <a:pt x="416052" y="339089"/>
                  </a:lnTo>
                  <a:lnTo>
                    <a:pt x="416052" y="339852"/>
                  </a:lnTo>
                  <a:lnTo>
                    <a:pt x="417576" y="341375"/>
                  </a:lnTo>
                  <a:lnTo>
                    <a:pt x="418338" y="340613"/>
                  </a:lnTo>
                  <a:close/>
                </a:path>
                <a:path w="727710" h="593725">
                  <a:moveTo>
                    <a:pt x="420623" y="342138"/>
                  </a:moveTo>
                  <a:lnTo>
                    <a:pt x="419100" y="340613"/>
                  </a:lnTo>
                  <a:lnTo>
                    <a:pt x="418338" y="341375"/>
                  </a:lnTo>
                  <a:lnTo>
                    <a:pt x="419862" y="342899"/>
                  </a:lnTo>
                  <a:lnTo>
                    <a:pt x="420623" y="342138"/>
                  </a:lnTo>
                  <a:close/>
                </a:path>
                <a:path w="727710" h="593725">
                  <a:moveTo>
                    <a:pt x="422909" y="344423"/>
                  </a:moveTo>
                  <a:lnTo>
                    <a:pt x="421386" y="342899"/>
                  </a:lnTo>
                  <a:lnTo>
                    <a:pt x="420623" y="343661"/>
                  </a:lnTo>
                  <a:lnTo>
                    <a:pt x="422148" y="345185"/>
                  </a:lnTo>
                  <a:lnTo>
                    <a:pt x="422909" y="344423"/>
                  </a:lnTo>
                  <a:close/>
                </a:path>
                <a:path w="727710" h="593725">
                  <a:moveTo>
                    <a:pt x="425195" y="345947"/>
                  </a:moveTo>
                  <a:lnTo>
                    <a:pt x="423672" y="344423"/>
                  </a:lnTo>
                  <a:lnTo>
                    <a:pt x="422909" y="345185"/>
                  </a:lnTo>
                  <a:lnTo>
                    <a:pt x="424434" y="346709"/>
                  </a:lnTo>
                  <a:lnTo>
                    <a:pt x="425195" y="345947"/>
                  </a:lnTo>
                  <a:close/>
                </a:path>
                <a:path w="727710" h="593725">
                  <a:moveTo>
                    <a:pt x="427481" y="348995"/>
                  </a:moveTo>
                  <a:lnTo>
                    <a:pt x="427481" y="348234"/>
                  </a:lnTo>
                  <a:lnTo>
                    <a:pt x="425958" y="346709"/>
                  </a:lnTo>
                  <a:lnTo>
                    <a:pt x="425195" y="347471"/>
                  </a:lnTo>
                  <a:lnTo>
                    <a:pt x="427481" y="348995"/>
                  </a:lnTo>
                  <a:close/>
                </a:path>
                <a:path w="727710" h="593725">
                  <a:moveTo>
                    <a:pt x="429768" y="350520"/>
                  </a:moveTo>
                  <a:lnTo>
                    <a:pt x="429768" y="349757"/>
                  </a:lnTo>
                  <a:lnTo>
                    <a:pt x="428244" y="348995"/>
                  </a:lnTo>
                  <a:lnTo>
                    <a:pt x="427481" y="348995"/>
                  </a:lnTo>
                  <a:lnTo>
                    <a:pt x="429768" y="350520"/>
                  </a:lnTo>
                  <a:close/>
                </a:path>
                <a:path w="727710" h="593725">
                  <a:moveTo>
                    <a:pt x="432054" y="352805"/>
                  </a:moveTo>
                  <a:lnTo>
                    <a:pt x="432054" y="352043"/>
                  </a:lnTo>
                  <a:lnTo>
                    <a:pt x="430530" y="350520"/>
                  </a:lnTo>
                  <a:lnTo>
                    <a:pt x="429768" y="351281"/>
                  </a:lnTo>
                  <a:lnTo>
                    <a:pt x="432054" y="352805"/>
                  </a:lnTo>
                  <a:close/>
                </a:path>
                <a:path w="727710" h="593725">
                  <a:moveTo>
                    <a:pt x="434340" y="354329"/>
                  </a:moveTo>
                  <a:lnTo>
                    <a:pt x="434340" y="353567"/>
                  </a:lnTo>
                  <a:lnTo>
                    <a:pt x="432816" y="352805"/>
                  </a:lnTo>
                  <a:lnTo>
                    <a:pt x="434340" y="354329"/>
                  </a:lnTo>
                  <a:close/>
                </a:path>
                <a:path w="727710" h="593725">
                  <a:moveTo>
                    <a:pt x="437388" y="355853"/>
                  </a:moveTo>
                  <a:lnTo>
                    <a:pt x="435102" y="354329"/>
                  </a:lnTo>
                  <a:lnTo>
                    <a:pt x="435102" y="355091"/>
                  </a:lnTo>
                  <a:lnTo>
                    <a:pt x="436626" y="356615"/>
                  </a:lnTo>
                  <a:lnTo>
                    <a:pt x="437388" y="355853"/>
                  </a:lnTo>
                  <a:close/>
                </a:path>
                <a:path w="727710" h="593725">
                  <a:moveTo>
                    <a:pt x="439673" y="358139"/>
                  </a:moveTo>
                  <a:lnTo>
                    <a:pt x="437388" y="356615"/>
                  </a:lnTo>
                  <a:lnTo>
                    <a:pt x="438912" y="358139"/>
                  </a:lnTo>
                  <a:lnTo>
                    <a:pt x="439673" y="358139"/>
                  </a:lnTo>
                  <a:close/>
                </a:path>
                <a:path w="727710" h="593725">
                  <a:moveTo>
                    <a:pt x="441959" y="359663"/>
                  </a:moveTo>
                  <a:lnTo>
                    <a:pt x="439673" y="358139"/>
                  </a:lnTo>
                  <a:lnTo>
                    <a:pt x="439673" y="358902"/>
                  </a:lnTo>
                  <a:lnTo>
                    <a:pt x="441198" y="360425"/>
                  </a:lnTo>
                  <a:lnTo>
                    <a:pt x="441959" y="359663"/>
                  </a:lnTo>
                  <a:close/>
                </a:path>
                <a:path w="727710" h="593725">
                  <a:moveTo>
                    <a:pt x="444245" y="361949"/>
                  </a:moveTo>
                  <a:lnTo>
                    <a:pt x="442722" y="360425"/>
                  </a:lnTo>
                  <a:lnTo>
                    <a:pt x="441959" y="360425"/>
                  </a:lnTo>
                  <a:lnTo>
                    <a:pt x="443484" y="361949"/>
                  </a:lnTo>
                  <a:lnTo>
                    <a:pt x="444245" y="361949"/>
                  </a:lnTo>
                  <a:close/>
                </a:path>
                <a:path w="727710" h="593725">
                  <a:moveTo>
                    <a:pt x="446531" y="363473"/>
                  </a:moveTo>
                  <a:lnTo>
                    <a:pt x="445008" y="361949"/>
                  </a:lnTo>
                  <a:lnTo>
                    <a:pt x="444245" y="362711"/>
                  </a:lnTo>
                  <a:lnTo>
                    <a:pt x="445770" y="364235"/>
                  </a:lnTo>
                  <a:lnTo>
                    <a:pt x="446531" y="363473"/>
                  </a:lnTo>
                  <a:close/>
                </a:path>
                <a:path w="727710" h="593725">
                  <a:moveTo>
                    <a:pt x="448818" y="365759"/>
                  </a:moveTo>
                  <a:lnTo>
                    <a:pt x="447294" y="364235"/>
                  </a:lnTo>
                  <a:lnTo>
                    <a:pt x="446531" y="364997"/>
                  </a:lnTo>
                  <a:lnTo>
                    <a:pt x="448056" y="365759"/>
                  </a:lnTo>
                  <a:lnTo>
                    <a:pt x="448818" y="365759"/>
                  </a:lnTo>
                  <a:close/>
                </a:path>
                <a:path w="727710" h="593725">
                  <a:moveTo>
                    <a:pt x="451104" y="368045"/>
                  </a:moveTo>
                  <a:lnTo>
                    <a:pt x="451104" y="367284"/>
                  </a:lnTo>
                  <a:lnTo>
                    <a:pt x="449580" y="365759"/>
                  </a:lnTo>
                  <a:lnTo>
                    <a:pt x="448818" y="366521"/>
                  </a:lnTo>
                  <a:lnTo>
                    <a:pt x="451104" y="368045"/>
                  </a:lnTo>
                  <a:close/>
                </a:path>
                <a:path w="727710" h="593725">
                  <a:moveTo>
                    <a:pt x="453390" y="370331"/>
                  </a:moveTo>
                  <a:lnTo>
                    <a:pt x="453390" y="369570"/>
                  </a:lnTo>
                  <a:lnTo>
                    <a:pt x="451866" y="368045"/>
                  </a:lnTo>
                  <a:lnTo>
                    <a:pt x="451104" y="368807"/>
                  </a:lnTo>
                  <a:lnTo>
                    <a:pt x="453390" y="370331"/>
                  </a:lnTo>
                  <a:close/>
                </a:path>
                <a:path w="727710" h="593725">
                  <a:moveTo>
                    <a:pt x="455676" y="371855"/>
                  </a:moveTo>
                  <a:lnTo>
                    <a:pt x="455676" y="371093"/>
                  </a:lnTo>
                  <a:lnTo>
                    <a:pt x="454152" y="369570"/>
                  </a:lnTo>
                  <a:lnTo>
                    <a:pt x="453390" y="370331"/>
                  </a:lnTo>
                  <a:lnTo>
                    <a:pt x="455676" y="371855"/>
                  </a:lnTo>
                  <a:close/>
                </a:path>
                <a:path w="727710" h="593725">
                  <a:moveTo>
                    <a:pt x="458723" y="373379"/>
                  </a:moveTo>
                  <a:lnTo>
                    <a:pt x="456438" y="371855"/>
                  </a:lnTo>
                  <a:lnTo>
                    <a:pt x="456438" y="372617"/>
                  </a:lnTo>
                  <a:lnTo>
                    <a:pt x="457962" y="374141"/>
                  </a:lnTo>
                  <a:lnTo>
                    <a:pt x="458723" y="373379"/>
                  </a:lnTo>
                  <a:close/>
                </a:path>
                <a:path w="727710" h="593725">
                  <a:moveTo>
                    <a:pt x="461009" y="374903"/>
                  </a:moveTo>
                  <a:lnTo>
                    <a:pt x="458723" y="373379"/>
                  </a:lnTo>
                  <a:lnTo>
                    <a:pt x="458723" y="374141"/>
                  </a:lnTo>
                  <a:lnTo>
                    <a:pt x="460248" y="375665"/>
                  </a:lnTo>
                  <a:lnTo>
                    <a:pt x="461009" y="374903"/>
                  </a:lnTo>
                  <a:close/>
                </a:path>
                <a:path w="727710" h="593725">
                  <a:moveTo>
                    <a:pt x="463295" y="377189"/>
                  </a:moveTo>
                  <a:lnTo>
                    <a:pt x="461009" y="375665"/>
                  </a:lnTo>
                  <a:lnTo>
                    <a:pt x="461009" y="376427"/>
                  </a:lnTo>
                  <a:lnTo>
                    <a:pt x="462534" y="377952"/>
                  </a:lnTo>
                  <a:lnTo>
                    <a:pt x="463295" y="377189"/>
                  </a:lnTo>
                  <a:close/>
                </a:path>
                <a:path w="727710" h="593725">
                  <a:moveTo>
                    <a:pt x="465581" y="378713"/>
                  </a:moveTo>
                  <a:lnTo>
                    <a:pt x="464058" y="377189"/>
                  </a:lnTo>
                  <a:lnTo>
                    <a:pt x="463295" y="377952"/>
                  </a:lnTo>
                  <a:lnTo>
                    <a:pt x="464820" y="379475"/>
                  </a:lnTo>
                  <a:lnTo>
                    <a:pt x="465581" y="378713"/>
                  </a:lnTo>
                  <a:close/>
                </a:path>
                <a:path w="727710" h="593725">
                  <a:moveTo>
                    <a:pt x="467868" y="380999"/>
                  </a:moveTo>
                  <a:lnTo>
                    <a:pt x="466344" y="379475"/>
                  </a:lnTo>
                  <a:lnTo>
                    <a:pt x="465581" y="380238"/>
                  </a:lnTo>
                  <a:lnTo>
                    <a:pt x="467106" y="381761"/>
                  </a:lnTo>
                  <a:lnTo>
                    <a:pt x="467868" y="380999"/>
                  </a:lnTo>
                  <a:close/>
                </a:path>
                <a:path w="727710" h="593725">
                  <a:moveTo>
                    <a:pt x="470154" y="382523"/>
                  </a:moveTo>
                  <a:lnTo>
                    <a:pt x="468630" y="381761"/>
                  </a:lnTo>
                  <a:lnTo>
                    <a:pt x="467868" y="381761"/>
                  </a:lnTo>
                  <a:lnTo>
                    <a:pt x="469392" y="383285"/>
                  </a:lnTo>
                  <a:lnTo>
                    <a:pt x="470154" y="382523"/>
                  </a:lnTo>
                  <a:close/>
                </a:path>
                <a:path w="727710" h="593725">
                  <a:moveTo>
                    <a:pt x="472440" y="385571"/>
                  </a:moveTo>
                  <a:lnTo>
                    <a:pt x="472440" y="384809"/>
                  </a:lnTo>
                  <a:lnTo>
                    <a:pt x="470916" y="383285"/>
                  </a:lnTo>
                  <a:lnTo>
                    <a:pt x="470154" y="384047"/>
                  </a:lnTo>
                  <a:lnTo>
                    <a:pt x="472440" y="385571"/>
                  </a:lnTo>
                  <a:close/>
                </a:path>
                <a:path w="727710" h="593725">
                  <a:moveTo>
                    <a:pt x="474726" y="387095"/>
                  </a:moveTo>
                  <a:lnTo>
                    <a:pt x="474726" y="386334"/>
                  </a:lnTo>
                  <a:lnTo>
                    <a:pt x="473202" y="385571"/>
                  </a:lnTo>
                  <a:lnTo>
                    <a:pt x="472440" y="385571"/>
                  </a:lnTo>
                  <a:lnTo>
                    <a:pt x="474726" y="387095"/>
                  </a:lnTo>
                  <a:close/>
                </a:path>
                <a:path w="727710" h="593725">
                  <a:moveTo>
                    <a:pt x="477012" y="389381"/>
                  </a:moveTo>
                  <a:lnTo>
                    <a:pt x="477012" y="388620"/>
                  </a:lnTo>
                  <a:lnTo>
                    <a:pt x="475488" y="387095"/>
                  </a:lnTo>
                  <a:lnTo>
                    <a:pt x="474726" y="387857"/>
                  </a:lnTo>
                  <a:lnTo>
                    <a:pt x="477012" y="389381"/>
                  </a:lnTo>
                  <a:close/>
                </a:path>
                <a:path w="727710" h="593725">
                  <a:moveTo>
                    <a:pt x="479298" y="390905"/>
                  </a:moveTo>
                  <a:lnTo>
                    <a:pt x="477773" y="389381"/>
                  </a:lnTo>
                  <a:lnTo>
                    <a:pt x="477012" y="389381"/>
                  </a:lnTo>
                  <a:lnTo>
                    <a:pt x="479298" y="390905"/>
                  </a:lnTo>
                  <a:close/>
                </a:path>
                <a:path w="727710" h="593725">
                  <a:moveTo>
                    <a:pt x="482345" y="392429"/>
                  </a:moveTo>
                  <a:lnTo>
                    <a:pt x="480059" y="390905"/>
                  </a:lnTo>
                  <a:lnTo>
                    <a:pt x="480059" y="391667"/>
                  </a:lnTo>
                  <a:lnTo>
                    <a:pt x="481584" y="393191"/>
                  </a:lnTo>
                  <a:lnTo>
                    <a:pt x="482345" y="392429"/>
                  </a:lnTo>
                  <a:close/>
                </a:path>
                <a:path w="727710" h="593725">
                  <a:moveTo>
                    <a:pt x="484631" y="394715"/>
                  </a:moveTo>
                  <a:lnTo>
                    <a:pt x="482345" y="393191"/>
                  </a:lnTo>
                  <a:lnTo>
                    <a:pt x="483870" y="394715"/>
                  </a:lnTo>
                  <a:lnTo>
                    <a:pt x="484631" y="394715"/>
                  </a:lnTo>
                  <a:close/>
                </a:path>
                <a:path w="727710" h="593725">
                  <a:moveTo>
                    <a:pt x="486918" y="396239"/>
                  </a:moveTo>
                  <a:lnTo>
                    <a:pt x="484631" y="394715"/>
                  </a:lnTo>
                  <a:lnTo>
                    <a:pt x="484631" y="395477"/>
                  </a:lnTo>
                  <a:lnTo>
                    <a:pt x="486156" y="397002"/>
                  </a:lnTo>
                  <a:lnTo>
                    <a:pt x="486918" y="396239"/>
                  </a:lnTo>
                  <a:close/>
                </a:path>
                <a:path w="727710" h="593725">
                  <a:moveTo>
                    <a:pt x="489204" y="398525"/>
                  </a:moveTo>
                  <a:lnTo>
                    <a:pt x="487680" y="397002"/>
                  </a:lnTo>
                  <a:lnTo>
                    <a:pt x="486918" y="397763"/>
                  </a:lnTo>
                  <a:lnTo>
                    <a:pt x="488442" y="398525"/>
                  </a:lnTo>
                  <a:lnTo>
                    <a:pt x="489204" y="398525"/>
                  </a:lnTo>
                  <a:close/>
                </a:path>
                <a:path w="727710" h="593725">
                  <a:moveTo>
                    <a:pt x="491490" y="400049"/>
                  </a:moveTo>
                  <a:lnTo>
                    <a:pt x="489966" y="398525"/>
                  </a:lnTo>
                  <a:lnTo>
                    <a:pt x="489204" y="399288"/>
                  </a:lnTo>
                  <a:lnTo>
                    <a:pt x="490728" y="400811"/>
                  </a:lnTo>
                  <a:lnTo>
                    <a:pt x="491490" y="400049"/>
                  </a:lnTo>
                  <a:close/>
                </a:path>
                <a:path w="727710" h="593725">
                  <a:moveTo>
                    <a:pt x="493776" y="402335"/>
                  </a:moveTo>
                  <a:lnTo>
                    <a:pt x="492252" y="400811"/>
                  </a:lnTo>
                  <a:lnTo>
                    <a:pt x="491490" y="401573"/>
                  </a:lnTo>
                  <a:lnTo>
                    <a:pt x="493014" y="402335"/>
                  </a:lnTo>
                  <a:lnTo>
                    <a:pt x="493776" y="402335"/>
                  </a:lnTo>
                  <a:close/>
                </a:path>
                <a:path w="727710" h="593725">
                  <a:moveTo>
                    <a:pt x="496062" y="404621"/>
                  </a:moveTo>
                  <a:lnTo>
                    <a:pt x="496062" y="403859"/>
                  </a:lnTo>
                  <a:lnTo>
                    <a:pt x="494538" y="402335"/>
                  </a:lnTo>
                  <a:lnTo>
                    <a:pt x="493776" y="403097"/>
                  </a:lnTo>
                  <a:lnTo>
                    <a:pt x="496062" y="404621"/>
                  </a:lnTo>
                  <a:close/>
                </a:path>
                <a:path w="727710" h="593725">
                  <a:moveTo>
                    <a:pt x="498348" y="406908"/>
                  </a:moveTo>
                  <a:lnTo>
                    <a:pt x="498348" y="406145"/>
                  </a:lnTo>
                  <a:lnTo>
                    <a:pt x="496823" y="404621"/>
                  </a:lnTo>
                  <a:lnTo>
                    <a:pt x="496062" y="405384"/>
                  </a:lnTo>
                  <a:lnTo>
                    <a:pt x="498348" y="406908"/>
                  </a:lnTo>
                  <a:close/>
                </a:path>
                <a:path w="727710" h="593725">
                  <a:moveTo>
                    <a:pt x="500634" y="408431"/>
                  </a:moveTo>
                  <a:lnTo>
                    <a:pt x="500634" y="407670"/>
                  </a:lnTo>
                  <a:lnTo>
                    <a:pt x="499109" y="406145"/>
                  </a:lnTo>
                  <a:lnTo>
                    <a:pt x="498348" y="406908"/>
                  </a:lnTo>
                  <a:lnTo>
                    <a:pt x="500634" y="408431"/>
                  </a:lnTo>
                  <a:close/>
                </a:path>
                <a:path w="727710" h="593725">
                  <a:moveTo>
                    <a:pt x="503681" y="409956"/>
                  </a:moveTo>
                  <a:lnTo>
                    <a:pt x="501395" y="408431"/>
                  </a:lnTo>
                  <a:lnTo>
                    <a:pt x="501395" y="409194"/>
                  </a:lnTo>
                  <a:lnTo>
                    <a:pt x="502920" y="410718"/>
                  </a:lnTo>
                  <a:lnTo>
                    <a:pt x="503681" y="409956"/>
                  </a:lnTo>
                  <a:close/>
                </a:path>
                <a:path w="727710" h="593725">
                  <a:moveTo>
                    <a:pt x="505968" y="411480"/>
                  </a:moveTo>
                  <a:lnTo>
                    <a:pt x="503681" y="409956"/>
                  </a:lnTo>
                  <a:lnTo>
                    <a:pt x="503681" y="410718"/>
                  </a:lnTo>
                  <a:lnTo>
                    <a:pt x="505206" y="412242"/>
                  </a:lnTo>
                  <a:lnTo>
                    <a:pt x="505968" y="411480"/>
                  </a:lnTo>
                  <a:close/>
                </a:path>
                <a:path w="727710" h="593725">
                  <a:moveTo>
                    <a:pt x="508254" y="413766"/>
                  </a:moveTo>
                  <a:lnTo>
                    <a:pt x="505968" y="412242"/>
                  </a:lnTo>
                  <a:lnTo>
                    <a:pt x="505968" y="413004"/>
                  </a:lnTo>
                  <a:lnTo>
                    <a:pt x="507492" y="414528"/>
                  </a:lnTo>
                  <a:lnTo>
                    <a:pt x="508254" y="413766"/>
                  </a:lnTo>
                  <a:close/>
                </a:path>
                <a:path w="727710" h="593725">
                  <a:moveTo>
                    <a:pt x="510540" y="415290"/>
                  </a:moveTo>
                  <a:lnTo>
                    <a:pt x="508254" y="414528"/>
                  </a:lnTo>
                  <a:lnTo>
                    <a:pt x="509778" y="416052"/>
                  </a:lnTo>
                  <a:lnTo>
                    <a:pt x="510540" y="415290"/>
                  </a:lnTo>
                  <a:close/>
                </a:path>
                <a:path w="727710" h="593725">
                  <a:moveTo>
                    <a:pt x="512826" y="417576"/>
                  </a:moveTo>
                  <a:lnTo>
                    <a:pt x="511302" y="416052"/>
                  </a:lnTo>
                  <a:lnTo>
                    <a:pt x="510540" y="416814"/>
                  </a:lnTo>
                  <a:lnTo>
                    <a:pt x="512064" y="418338"/>
                  </a:lnTo>
                  <a:lnTo>
                    <a:pt x="512826" y="417576"/>
                  </a:lnTo>
                  <a:close/>
                </a:path>
                <a:path w="727710" h="593725">
                  <a:moveTo>
                    <a:pt x="515112" y="419100"/>
                  </a:moveTo>
                  <a:lnTo>
                    <a:pt x="513588" y="418338"/>
                  </a:lnTo>
                  <a:lnTo>
                    <a:pt x="512826" y="418338"/>
                  </a:lnTo>
                  <a:lnTo>
                    <a:pt x="514350" y="419862"/>
                  </a:lnTo>
                  <a:lnTo>
                    <a:pt x="515112" y="419100"/>
                  </a:lnTo>
                  <a:close/>
                </a:path>
                <a:path w="727710" h="593725">
                  <a:moveTo>
                    <a:pt x="517398" y="422148"/>
                  </a:moveTo>
                  <a:lnTo>
                    <a:pt x="517398" y="421386"/>
                  </a:lnTo>
                  <a:lnTo>
                    <a:pt x="515873" y="419862"/>
                  </a:lnTo>
                  <a:lnTo>
                    <a:pt x="515112" y="420623"/>
                  </a:lnTo>
                  <a:lnTo>
                    <a:pt x="517398" y="422148"/>
                  </a:lnTo>
                  <a:close/>
                </a:path>
                <a:path w="727710" h="593725">
                  <a:moveTo>
                    <a:pt x="519684" y="423672"/>
                  </a:moveTo>
                  <a:lnTo>
                    <a:pt x="518159" y="422148"/>
                  </a:lnTo>
                  <a:lnTo>
                    <a:pt x="517398" y="422148"/>
                  </a:lnTo>
                  <a:lnTo>
                    <a:pt x="519684" y="423672"/>
                  </a:lnTo>
                  <a:close/>
                </a:path>
                <a:path w="727710" h="593725">
                  <a:moveTo>
                    <a:pt x="521970" y="425958"/>
                  </a:moveTo>
                  <a:lnTo>
                    <a:pt x="521970" y="425195"/>
                  </a:lnTo>
                  <a:lnTo>
                    <a:pt x="520445" y="423672"/>
                  </a:lnTo>
                  <a:lnTo>
                    <a:pt x="519684" y="424434"/>
                  </a:lnTo>
                  <a:lnTo>
                    <a:pt x="521970" y="425958"/>
                  </a:lnTo>
                  <a:close/>
                </a:path>
                <a:path w="727710" h="593725">
                  <a:moveTo>
                    <a:pt x="524256" y="427481"/>
                  </a:moveTo>
                  <a:lnTo>
                    <a:pt x="522731" y="425958"/>
                  </a:lnTo>
                  <a:lnTo>
                    <a:pt x="521970" y="425958"/>
                  </a:lnTo>
                  <a:lnTo>
                    <a:pt x="524256" y="427481"/>
                  </a:lnTo>
                  <a:close/>
                </a:path>
                <a:path w="727710" h="593725">
                  <a:moveTo>
                    <a:pt x="527304" y="429006"/>
                  </a:moveTo>
                  <a:lnTo>
                    <a:pt x="525018" y="427481"/>
                  </a:lnTo>
                  <a:lnTo>
                    <a:pt x="525018" y="428244"/>
                  </a:lnTo>
                  <a:lnTo>
                    <a:pt x="526542" y="429768"/>
                  </a:lnTo>
                  <a:lnTo>
                    <a:pt x="527304" y="429006"/>
                  </a:lnTo>
                  <a:close/>
                </a:path>
                <a:path w="727710" h="593725">
                  <a:moveTo>
                    <a:pt x="529590" y="431292"/>
                  </a:moveTo>
                  <a:lnTo>
                    <a:pt x="527304" y="429768"/>
                  </a:lnTo>
                  <a:lnTo>
                    <a:pt x="527304" y="430530"/>
                  </a:lnTo>
                  <a:lnTo>
                    <a:pt x="528828" y="431292"/>
                  </a:lnTo>
                  <a:lnTo>
                    <a:pt x="529590" y="431292"/>
                  </a:lnTo>
                  <a:close/>
                </a:path>
                <a:path w="727710" h="593725">
                  <a:moveTo>
                    <a:pt x="531876" y="432816"/>
                  </a:moveTo>
                  <a:lnTo>
                    <a:pt x="529590" y="431292"/>
                  </a:lnTo>
                  <a:lnTo>
                    <a:pt x="529590" y="432054"/>
                  </a:lnTo>
                  <a:lnTo>
                    <a:pt x="531114" y="433578"/>
                  </a:lnTo>
                  <a:lnTo>
                    <a:pt x="531876" y="432816"/>
                  </a:lnTo>
                  <a:close/>
                </a:path>
                <a:path w="727710" h="593725">
                  <a:moveTo>
                    <a:pt x="534162" y="435102"/>
                  </a:moveTo>
                  <a:lnTo>
                    <a:pt x="532638" y="433578"/>
                  </a:lnTo>
                  <a:lnTo>
                    <a:pt x="531876" y="434340"/>
                  </a:lnTo>
                  <a:lnTo>
                    <a:pt x="533400" y="435864"/>
                  </a:lnTo>
                  <a:lnTo>
                    <a:pt x="534162" y="435102"/>
                  </a:lnTo>
                  <a:close/>
                </a:path>
                <a:path w="727710" h="593725">
                  <a:moveTo>
                    <a:pt x="536448" y="436626"/>
                  </a:moveTo>
                  <a:lnTo>
                    <a:pt x="534924" y="435102"/>
                  </a:lnTo>
                  <a:lnTo>
                    <a:pt x="534162" y="435864"/>
                  </a:lnTo>
                  <a:lnTo>
                    <a:pt x="535686" y="437388"/>
                  </a:lnTo>
                  <a:lnTo>
                    <a:pt x="536448" y="436626"/>
                  </a:lnTo>
                  <a:close/>
                </a:path>
                <a:path w="727710" h="593725">
                  <a:moveTo>
                    <a:pt x="538734" y="438912"/>
                  </a:moveTo>
                  <a:lnTo>
                    <a:pt x="537210" y="437388"/>
                  </a:lnTo>
                  <a:lnTo>
                    <a:pt x="536448" y="438150"/>
                  </a:lnTo>
                  <a:lnTo>
                    <a:pt x="537972" y="439673"/>
                  </a:lnTo>
                  <a:lnTo>
                    <a:pt x="538734" y="438912"/>
                  </a:lnTo>
                  <a:close/>
                </a:path>
                <a:path w="727710" h="593725">
                  <a:moveTo>
                    <a:pt x="541020" y="441198"/>
                  </a:moveTo>
                  <a:lnTo>
                    <a:pt x="541020" y="440436"/>
                  </a:lnTo>
                  <a:lnTo>
                    <a:pt x="539496" y="438912"/>
                  </a:lnTo>
                  <a:lnTo>
                    <a:pt x="538734" y="439673"/>
                  </a:lnTo>
                  <a:lnTo>
                    <a:pt x="541020" y="441198"/>
                  </a:lnTo>
                  <a:close/>
                </a:path>
                <a:path w="727710" h="593725">
                  <a:moveTo>
                    <a:pt x="543306" y="443484"/>
                  </a:moveTo>
                  <a:lnTo>
                    <a:pt x="543306" y="442722"/>
                  </a:lnTo>
                  <a:lnTo>
                    <a:pt x="541782" y="441198"/>
                  </a:lnTo>
                  <a:lnTo>
                    <a:pt x="541020" y="441959"/>
                  </a:lnTo>
                  <a:lnTo>
                    <a:pt x="543306" y="443484"/>
                  </a:lnTo>
                  <a:close/>
                </a:path>
                <a:path w="727710" h="593725">
                  <a:moveTo>
                    <a:pt x="545592" y="445008"/>
                  </a:moveTo>
                  <a:lnTo>
                    <a:pt x="545592" y="444245"/>
                  </a:lnTo>
                  <a:lnTo>
                    <a:pt x="544068" y="442722"/>
                  </a:lnTo>
                  <a:lnTo>
                    <a:pt x="543306" y="443484"/>
                  </a:lnTo>
                  <a:lnTo>
                    <a:pt x="545592" y="445008"/>
                  </a:lnTo>
                  <a:close/>
                </a:path>
                <a:path w="727710" h="593725">
                  <a:moveTo>
                    <a:pt x="548640" y="446531"/>
                  </a:moveTo>
                  <a:lnTo>
                    <a:pt x="546354" y="445008"/>
                  </a:lnTo>
                  <a:lnTo>
                    <a:pt x="546354" y="445770"/>
                  </a:lnTo>
                  <a:lnTo>
                    <a:pt x="547878" y="447294"/>
                  </a:lnTo>
                  <a:lnTo>
                    <a:pt x="548640" y="446531"/>
                  </a:lnTo>
                  <a:close/>
                </a:path>
                <a:path w="727710" h="593725">
                  <a:moveTo>
                    <a:pt x="550926" y="448056"/>
                  </a:moveTo>
                  <a:lnTo>
                    <a:pt x="548640" y="447294"/>
                  </a:lnTo>
                  <a:lnTo>
                    <a:pt x="550164" y="448818"/>
                  </a:lnTo>
                  <a:lnTo>
                    <a:pt x="550926" y="448056"/>
                  </a:lnTo>
                  <a:close/>
                </a:path>
                <a:path w="727710" h="593725">
                  <a:moveTo>
                    <a:pt x="553212" y="450342"/>
                  </a:moveTo>
                  <a:lnTo>
                    <a:pt x="550926" y="448818"/>
                  </a:lnTo>
                  <a:lnTo>
                    <a:pt x="550926" y="449580"/>
                  </a:lnTo>
                  <a:lnTo>
                    <a:pt x="552450" y="451104"/>
                  </a:lnTo>
                  <a:lnTo>
                    <a:pt x="553212" y="450342"/>
                  </a:lnTo>
                  <a:close/>
                </a:path>
                <a:path w="727710" h="593725">
                  <a:moveTo>
                    <a:pt x="555498" y="452628"/>
                  </a:moveTo>
                  <a:lnTo>
                    <a:pt x="553212" y="451104"/>
                  </a:lnTo>
                  <a:lnTo>
                    <a:pt x="554736" y="452628"/>
                  </a:lnTo>
                  <a:lnTo>
                    <a:pt x="555498" y="452628"/>
                  </a:lnTo>
                  <a:close/>
                </a:path>
                <a:path w="727710" h="593725">
                  <a:moveTo>
                    <a:pt x="557784" y="454152"/>
                  </a:moveTo>
                  <a:lnTo>
                    <a:pt x="556260" y="452628"/>
                  </a:lnTo>
                  <a:lnTo>
                    <a:pt x="555498" y="453390"/>
                  </a:lnTo>
                  <a:lnTo>
                    <a:pt x="557022" y="454914"/>
                  </a:lnTo>
                  <a:lnTo>
                    <a:pt x="557784" y="454152"/>
                  </a:lnTo>
                  <a:close/>
                </a:path>
                <a:path w="727710" h="593725">
                  <a:moveTo>
                    <a:pt x="560070" y="456438"/>
                  </a:moveTo>
                  <a:lnTo>
                    <a:pt x="558546" y="454914"/>
                  </a:lnTo>
                  <a:lnTo>
                    <a:pt x="557784" y="454914"/>
                  </a:lnTo>
                  <a:lnTo>
                    <a:pt x="559308" y="456438"/>
                  </a:lnTo>
                  <a:lnTo>
                    <a:pt x="560070" y="456438"/>
                  </a:lnTo>
                  <a:close/>
                </a:path>
                <a:path w="727710" h="593725">
                  <a:moveTo>
                    <a:pt x="562356" y="457962"/>
                  </a:moveTo>
                  <a:lnTo>
                    <a:pt x="560832" y="456438"/>
                  </a:lnTo>
                  <a:lnTo>
                    <a:pt x="560070" y="457200"/>
                  </a:lnTo>
                  <a:lnTo>
                    <a:pt x="561594" y="458723"/>
                  </a:lnTo>
                  <a:lnTo>
                    <a:pt x="562356" y="457962"/>
                  </a:lnTo>
                  <a:close/>
                </a:path>
                <a:path w="727710" h="593725">
                  <a:moveTo>
                    <a:pt x="564642" y="460248"/>
                  </a:moveTo>
                  <a:lnTo>
                    <a:pt x="563118" y="458723"/>
                  </a:lnTo>
                  <a:lnTo>
                    <a:pt x="562356" y="459486"/>
                  </a:lnTo>
                  <a:lnTo>
                    <a:pt x="564642" y="460248"/>
                  </a:lnTo>
                  <a:close/>
                </a:path>
                <a:path w="727710" h="593725">
                  <a:moveTo>
                    <a:pt x="566928" y="462534"/>
                  </a:moveTo>
                  <a:lnTo>
                    <a:pt x="566928" y="461772"/>
                  </a:lnTo>
                  <a:lnTo>
                    <a:pt x="565404" y="460248"/>
                  </a:lnTo>
                  <a:lnTo>
                    <a:pt x="564642" y="461009"/>
                  </a:lnTo>
                  <a:lnTo>
                    <a:pt x="566928" y="462534"/>
                  </a:lnTo>
                  <a:close/>
                </a:path>
                <a:path w="727710" h="593725">
                  <a:moveTo>
                    <a:pt x="569214" y="464058"/>
                  </a:moveTo>
                  <a:lnTo>
                    <a:pt x="567690" y="462534"/>
                  </a:lnTo>
                  <a:lnTo>
                    <a:pt x="566928" y="463295"/>
                  </a:lnTo>
                  <a:lnTo>
                    <a:pt x="569214" y="464058"/>
                  </a:lnTo>
                  <a:close/>
                </a:path>
                <a:path w="727710" h="593725">
                  <a:moveTo>
                    <a:pt x="572262" y="465581"/>
                  </a:moveTo>
                  <a:lnTo>
                    <a:pt x="569976" y="464058"/>
                  </a:lnTo>
                  <a:lnTo>
                    <a:pt x="569976" y="464820"/>
                  </a:lnTo>
                  <a:lnTo>
                    <a:pt x="571500" y="466344"/>
                  </a:lnTo>
                  <a:lnTo>
                    <a:pt x="572262" y="465581"/>
                  </a:lnTo>
                  <a:close/>
                </a:path>
                <a:path w="727710" h="593725">
                  <a:moveTo>
                    <a:pt x="574548" y="467868"/>
                  </a:moveTo>
                  <a:lnTo>
                    <a:pt x="572262" y="466344"/>
                  </a:lnTo>
                  <a:lnTo>
                    <a:pt x="572262" y="467106"/>
                  </a:lnTo>
                  <a:lnTo>
                    <a:pt x="573786" y="468630"/>
                  </a:lnTo>
                  <a:lnTo>
                    <a:pt x="574548" y="467868"/>
                  </a:lnTo>
                  <a:close/>
                </a:path>
                <a:path w="727710" h="593725">
                  <a:moveTo>
                    <a:pt x="576834" y="469392"/>
                  </a:moveTo>
                  <a:lnTo>
                    <a:pt x="574548" y="467868"/>
                  </a:lnTo>
                  <a:lnTo>
                    <a:pt x="574548" y="468630"/>
                  </a:lnTo>
                  <a:lnTo>
                    <a:pt x="576072" y="470154"/>
                  </a:lnTo>
                  <a:lnTo>
                    <a:pt x="576834" y="469392"/>
                  </a:lnTo>
                  <a:close/>
                </a:path>
                <a:path w="727710" h="593725">
                  <a:moveTo>
                    <a:pt x="579120" y="471678"/>
                  </a:moveTo>
                  <a:lnTo>
                    <a:pt x="577596" y="470154"/>
                  </a:lnTo>
                  <a:lnTo>
                    <a:pt x="576834" y="470916"/>
                  </a:lnTo>
                  <a:lnTo>
                    <a:pt x="578358" y="472440"/>
                  </a:lnTo>
                  <a:lnTo>
                    <a:pt x="579120" y="471678"/>
                  </a:lnTo>
                  <a:close/>
                </a:path>
                <a:path w="727710" h="593725">
                  <a:moveTo>
                    <a:pt x="581406" y="473202"/>
                  </a:moveTo>
                  <a:lnTo>
                    <a:pt x="579882" y="471678"/>
                  </a:lnTo>
                  <a:lnTo>
                    <a:pt x="579120" y="472440"/>
                  </a:lnTo>
                  <a:lnTo>
                    <a:pt x="580644" y="473964"/>
                  </a:lnTo>
                  <a:lnTo>
                    <a:pt x="581406" y="473202"/>
                  </a:lnTo>
                  <a:close/>
                </a:path>
                <a:path w="727710" h="593725">
                  <a:moveTo>
                    <a:pt x="583692" y="475488"/>
                  </a:moveTo>
                  <a:lnTo>
                    <a:pt x="582168" y="473964"/>
                  </a:lnTo>
                  <a:lnTo>
                    <a:pt x="581406" y="474726"/>
                  </a:lnTo>
                  <a:lnTo>
                    <a:pt x="582930" y="476250"/>
                  </a:lnTo>
                  <a:lnTo>
                    <a:pt x="583692" y="475488"/>
                  </a:lnTo>
                  <a:close/>
                </a:path>
                <a:path w="727710" h="593725">
                  <a:moveTo>
                    <a:pt x="585978" y="477773"/>
                  </a:moveTo>
                  <a:lnTo>
                    <a:pt x="585978" y="477012"/>
                  </a:lnTo>
                  <a:lnTo>
                    <a:pt x="584454" y="475488"/>
                  </a:lnTo>
                  <a:lnTo>
                    <a:pt x="583692" y="476250"/>
                  </a:lnTo>
                  <a:lnTo>
                    <a:pt x="585978" y="477773"/>
                  </a:lnTo>
                  <a:close/>
                </a:path>
                <a:path w="727710" h="593725">
                  <a:moveTo>
                    <a:pt x="588264" y="480059"/>
                  </a:moveTo>
                  <a:lnTo>
                    <a:pt x="588264" y="479298"/>
                  </a:lnTo>
                  <a:lnTo>
                    <a:pt x="586740" y="477773"/>
                  </a:lnTo>
                  <a:lnTo>
                    <a:pt x="585978" y="478536"/>
                  </a:lnTo>
                  <a:lnTo>
                    <a:pt x="588264" y="480059"/>
                  </a:lnTo>
                  <a:close/>
                </a:path>
                <a:path w="727710" h="593725">
                  <a:moveTo>
                    <a:pt x="590550" y="481584"/>
                  </a:moveTo>
                  <a:lnTo>
                    <a:pt x="590550" y="480822"/>
                  </a:lnTo>
                  <a:lnTo>
                    <a:pt x="589026" y="480059"/>
                  </a:lnTo>
                  <a:lnTo>
                    <a:pt x="588264" y="480059"/>
                  </a:lnTo>
                  <a:lnTo>
                    <a:pt x="590550" y="481584"/>
                  </a:lnTo>
                  <a:close/>
                </a:path>
                <a:path w="727710" h="593725">
                  <a:moveTo>
                    <a:pt x="592836" y="483870"/>
                  </a:moveTo>
                  <a:lnTo>
                    <a:pt x="592836" y="483108"/>
                  </a:lnTo>
                  <a:lnTo>
                    <a:pt x="591312" y="481584"/>
                  </a:lnTo>
                  <a:lnTo>
                    <a:pt x="591312" y="482345"/>
                  </a:lnTo>
                  <a:lnTo>
                    <a:pt x="592836" y="483870"/>
                  </a:lnTo>
                  <a:close/>
                </a:path>
                <a:path w="727710" h="593725">
                  <a:moveTo>
                    <a:pt x="595884" y="485394"/>
                  </a:moveTo>
                  <a:lnTo>
                    <a:pt x="593598" y="483870"/>
                  </a:lnTo>
                  <a:lnTo>
                    <a:pt x="595122" y="485394"/>
                  </a:lnTo>
                  <a:lnTo>
                    <a:pt x="595884" y="485394"/>
                  </a:lnTo>
                  <a:close/>
                </a:path>
                <a:path w="727710" h="593725">
                  <a:moveTo>
                    <a:pt x="598170" y="486918"/>
                  </a:moveTo>
                  <a:lnTo>
                    <a:pt x="595884" y="485394"/>
                  </a:lnTo>
                  <a:lnTo>
                    <a:pt x="595884" y="486156"/>
                  </a:lnTo>
                  <a:lnTo>
                    <a:pt x="597408" y="487680"/>
                  </a:lnTo>
                  <a:lnTo>
                    <a:pt x="598170" y="486918"/>
                  </a:lnTo>
                  <a:close/>
                </a:path>
                <a:path w="727710" h="593725">
                  <a:moveTo>
                    <a:pt x="600456" y="489204"/>
                  </a:moveTo>
                  <a:lnTo>
                    <a:pt x="598170" y="487680"/>
                  </a:lnTo>
                  <a:lnTo>
                    <a:pt x="599694" y="489204"/>
                  </a:lnTo>
                  <a:lnTo>
                    <a:pt x="600456" y="489204"/>
                  </a:lnTo>
                  <a:close/>
                </a:path>
                <a:path w="727710" h="593725">
                  <a:moveTo>
                    <a:pt x="602742" y="490728"/>
                  </a:moveTo>
                  <a:lnTo>
                    <a:pt x="601218" y="489204"/>
                  </a:lnTo>
                  <a:lnTo>
                    <a:pt x="600456" y="489966"/>
                  </a:lnTo>
                  <a:lnTo>
                    <a:pt x="601980" y="491490"/>
                  </a:lnTo>
                  <a:lnTo>
                    <a:pt x="602742" y="490728"/>
                  </a:lnTo>
                  <a:close/>
                </a:path>
                <a:path w="727710" h="593725">
                  <a:moveTo>
                    <a:pt x="605028" y="493014"/>
                  </a:moveTo>
                  <a:lnTo>
                    <a:pt x="603504" y="491490"/>
                  </a:lnTo>
                  <a:lnTo>
                    <a:pt x="602742" y="492252"/>
                  </a:lnTo>
                  <a:lnTo>
                    <a:pt x="604266" y="493014"/>
                  </a:lnTo>
                  <a:lnTo>
                    <a:pt x="605028" y="493014"/>
                  </a:lnTo>
                  <a:close/>
                </a:path>
                <a:path w="727710" h="593725">
                  <a:moveTo>
                    <a:pt x="607314" y="494538"/>
                  </a:moveTo>
                  <a:lnTo>
                    <a:pt x="605790" y="493014"/>
                  </a:lnTo>
                  <a:lnTo>
                    <a:pt x="605028" y="493776"/>
                  </a:lnTo>
                  <a:lnTo>
                    <a:pt x="606552" y="495300"/>
                  </a:lnTo>
                  <a:lnTo>
                    <a:pt x="607314" y="494538"/>
                  </a:lnTo>
                  <a:close/>
                </a:path>
                <a:path w="727710" h="593725">
                  <a:moveTo>
                    <a:pt x="609600" y="496823"/>
                  </a:moveTo>
                  <a:lnTo>
                    <a:pt x="608076" y="495300"/>
                  </a:lnTo>
                  <a:lnTo>
                    <a:pt x="607314" y="496062"/>
                  </a:lnTo>
                  <a:lnTo>
                    <a:pt x="609600" y="496823"/>
                  </a:lnTo>
                  <a:close/>
                </a:path>
                <a:path w="727710" h="593725">
                  <a:moveTo>
                    <a:pt x="611886" y="499109"/>
                  </a:moveTo>
                  <a:lnTo>
                    <a:pt x="611886" y="498348"/>
                  </a:lnTo>
                  <a:lnTo>
                    <a:pt x="610362" y="496823"/>
                  </a:lnTo>
                  <a:lnTo>
                    <a:pt x="609600" y="497586"/>
                  </a:lnTo>
                  <a:lnTo>
                    <a:pt x="611886" y="499109"/>
                  </a:lnTo>
                  <a:close/>
                </a:path>
                <a:path w="727710" h="593725">
                  <a:moveTo>
                    <a:pt x="614172" y="501395"/>
                  </a:moveTo>
                  <a:lnTo>
                    <a:pt x="614172" y="500634"/>
                  </a:lnTo>
                  <a:lnTo>
                    <a:pt x="612648" y="499109"/>
                  </a:lnTo>
                  <a:lnTo>
                    <a:pt x="611886" y="499872"/>
                  </a:lnTo>
                  <a:lnTo>
                    <a:pt x="614172" y="501395"/>
                  </a:lnTo>
                  <a:close/>
                </a:path>
                <a:path w="727710" h="593725">
                  <a:moveTo>
                    <a:pt x="617220" y="502158"/>
                  </a:moveTo>
                  <a:lnTo>
                    <a:pt x="614934" y="500634"/>
                  </a:lnTo>
                  <a:lnTo>
                    <a:pt x="614934" y="501395"/>
                  </a:lnTo>
                  <a:lnTo>
                    <a:pt x="616458" y="502920"/>
                  </a:lnTo>
                  <a:lnTo>
                    <a:pt x="617220" y="502158"/>
                  </a:lnTo>
                  <a:close/>
                </a:path>
                <a:path w="727710" h="593725">
                  <a:moveTo>
                    <a:pt x="619506" y="504444"/>
                  </a:moveTo>
                  <a:lnTo>
                    <a:pt x="617220" y="502920"/>
                  </a:lnTo>
                  <a:lnTo>
                    <a:pt x="617220" y="503681"/>
                  </a:lnTo>
                  <a:lnTo>
                    <a:pt x="618744" y="505206"/>
                  </a:lnTo>
                  <a:lnTo>
                    <a:pt x="619506" y="504444"/>
                  </a:lnTo>
                  <a:close/>
                </a:path>
                <a:path w="727710" h="593725">
                  <a:moveTo>
                    <a:pt x="621792" y="505968"/>
                  </a:moveTo>
                  <a:lnTo>
                    <a:pt x="619506" y="504444"/>
                  </a:lnTo>
                  <a:lnTo>
                    <a:pt x="619506" y="505206"/>
                  </a:lnTo>
                  <a:lnTo>
                    <a:pt x="621030" y="506730"/>
                  </a:lnTo>
                  <a:lnTo>
                    <a:pt x="621792" y="505968"/>
                  </a:lnTo>
                  <a:close/>
                </a:path>
                <a:path w="727710" h="593725">
                  <a:moveTo>
                    <a:pt x="624078" y="508254"/>
                  </a:moveTo>
                  <a:lnTo>
                    <a:pt x="622554" y="506730"/>
                  </a:lnTo>
                  <a:lnTo>
                    <a:pt x="621792" y="507492"/>
                  </a:lnTo>
                  <a:lnTo>
                    <a:pt x="623316" y="509016"/>
                  </a:lnTo>
                  <a:lnTo>
                    <a:pt x="624078" y="508254"/>
                  </a:lnTo>
                  <a:close/>
                </a:path>
                <a:path w="727710" h="593725">
                  <a:moveTo>
                    <a:pt x="626364" y="509778"/>
                  </a:moveTo>
                  <a:lnTo>
                    <a:pt x="624840" y="509016"/>
                  </a:lnTo>
                  <a:lnTo>
                    <a:pt x="624078" y="509016"/>
                  </a:lnTo>
                  <a:lnTo>
                    <a:pt x="625602" y="510540"/>
                  </a:lnTo>
                  <a:lnTo>
                    <a:pt x="626364" y="509778"/>
                  </a:lnTo>
                  <a:close/>
                </a:path>
                <a:path w="727710" h="593725">
                  <a:moveTo>
                    <a:pt x="628650" y="512064"/>
                  </a:moveTo>
                  <a:lnTo>
                    <a:pt x="627126" y="510540"/>
                  </a:lnTo>
                  <a:lnTo>
                    <a:pt x="626364" y="511302"/>
                  </a:lnTo>
                  <a:lnTo>
                    <a:pt x="627888" y="512826"/>
                  </a:lnTo>
                  <a:lnTo>
                    <a:pt x="628650" y="512064"/>
                  </a:lnTo>
                  <a:close/>
                </a:path>
                <a:path w="727710" h="593725">
                  <a:moveTo>
                    <a:pt x="630936" y="514350"/>
                  </a:moveTo>
                  <a:lnTo>
                    <a:pt x="630936" y="513588"/>
                  </a:lnTo>
                  <a:lnTo>
                    <a:pt x="629412" y="512826"/>
                  </a:lnTo>
                  <a:lnTo>
                    <a:pt x="628650" y="512826"/>
                  </a:lnTo>
                  <a:lnTo>
                    <a:pt x="630936" y="514350"/>
                  </a:lnTo>
                  <a:close/>
                </a:path>
                <a:path w="727710" h="593725">
                  <a:moveTo>
                    <a:pt x="633222" y="516636"/>
                  </a:moveTo>
                  <a:lnTo>
                    <a:pt x="633222" y="515873"/>
                  </a:lnTo>
                  <a:lnTo>
                    <a:pt x="631698" y="514350"/>
                  </a:lnTo>
                  <a:lnTo>
                    <a:pt x="630936" y="515112"/>
                  </a:lnTo>
                  <a:lnTo>
                    <a:pt x="633222" y="516636"/>
                  </a:lnTo>
                  <a:close/>
                </a:path>
                <a:path w="727710" h="593725">
                  <a:moveTo>
                    <a:pt x="635508" y="518159"/>
                  </a:moveTo>
                  <a:lnTo>
                    <a:pt x="633984" y="516636"/>
                  </a:lnTo>
                  <a:lnTo>
                    <a:pt x="633222" y="516636"/>
                  </a:lnTo>
                  <a:lnTo>
                    <a:pt x="635508" y="518159"/>
                  </a:lnTo>
                  <a:close/>
                </a:path>
                <a:path w="727710" h="593725">
                  <a:moveTo>
                    <a:pt x="637794" y="520445"/>
                  </a:moveTo>
                  <a:lnTo>
                    <a:pt x="637794" y="519684"/>
                  </a:lnTo>
                  <a:lnTo>
                    <a:pt x="636270" y="518159"/>
                  </a:lnTo>
                  <a:lnTo>
                    <a:pt x="636270" y="518922"/>
                  </a:lnTo>
                  <a:lnTo>
                    <a:pt x="637794" y="520445"/>
                  </a:lnTo>
                  <a:close/>
                </a:path>
                <a:path w="727710" h="593725">
                  <a:moveTo>
                    <a:pt x="640842" y="521970"/>
                  </a:moveTo>
                  <a:lnTo>
                    <a:pt x="638556" y="520445"/>
                  </a:lnTo>
                  <a:lnTo>
                    <a:pt x="640080" y="521970"/>
                  </a:lnTo>
                  <a:lnTo>
                    <a:pt x="640842" y="521970"/>
                  </a:lnTo>
                  <a:close/>
                </a:path>
                <a:path w="727710" h="593725">
                  <a:moveTo>
                    <a:pt x="643128" y="523494"/>
                  </a:moveTo>
                  <a:lnTo>
                    <a:pt x="640842" y="521970"/>
                  </a:lnTo>
                  <a:lnTo>
                    <a:pt x="640842" y="522731"/>
                  </a:lnTo>
                  <a:lnTo>
                    <a:pt x="642366" y="524256"/>
                  </a:lnTo>
                  <a:lnTo>
                    <a:pt x="643128" y="523494"/>
                  </a:lnTo>
                  <a:close/>
                </a:path>
                <a:path w="727710" h="593725">
                  <a:moveTo>
                    <a:pt x="645414" y="525780"/>
                  </a:moveTo>
                  <a:lnTo>
                    <a:pt x="643128" y="524256"/>
                  </a:lnTo>
                  <a:lnTo>
                    <a:pt x="643128" y="525018"/>
                  </a:lnTo>
                  <a:lnTo>
                    <a:pt x="644652" y="525780"/>
                  </a:lnTo>
                  <a:lnTo>
                    <a:pt x="645414" y="525780"/>
                  </a:lnTo>
                  <a:close/>
                </a:path>
                <a:path w="727710" h="593725">
                  <a:moveTo>
                    <a:pt x="647700" y="527304"/>
                  </a:moveTo>
                  <a:lnTo>
                    <a:pt x="646176" y="525780"/>
                  </a:lnTo>
                  <a:lnTo>
                    <a:pt x="645414" y="526542"/>
                  </a:lnTo>
                  <a:lnTo>
                    <a:pt x="646938" y="528066"/>
                  </a:lnTo>
                  <a:lnTo>
                    <a:pt x="647700" y="527304"/>
                  </a:lnTo>
                  <a:close/>
                </a:path>
                <a:path w="727710" h="593725">
                  <a:moveTo>
                    <a:pt x="649986" y="529590"/>
                  </a:moveTo>
                  <a:lnTo>
                    <a:pt x="648462" y="528066"/>
                  </a:lnTo>
                  <a:lnTo>
                    <a:pt x="647700" y="528828"/>
                  </a:lnTo>
                  <a:lnTo>
                    <a:pt x="649224" y="529590"/>
                  </a:lnTo>
                  <a:lnTo>
                    <a:pt x="649986" y="529590"/>
                  </a:lnTo>
                  <a:close/>
                </a:path>
                <a:path w="727710" h="593725">
                  <a:moveTo>
                    <a:pt x="652272" y="531114"/>
                  </a:moveTo>
                  <a:lnTo>
                    <a:pt x="650748" y="529590"/>
                  </a:lnTo>
                  <a:lnTo>
                    <a:pt x="649986" y="530352"/>
                  </a:lnTo>
                  <a:lnTo>
                    <a:pt x="651510" y="531876"/>
                  </a:lnTo>
                  <a:lnTo>
                    <a:pt x="652272" y="531114"/>
                  </a:lnTo>
                  <a:close/>
                </a:path>
                <a:path w="727710" h="593725">
                  <a:moveTo>
                    <a:pt x="654558" y="534162"/>
                  </a:moveTo>
                  <a:lnTo>
                    <a:pt x="654558" y="533400"/>
                  </a:lnTo>
                  <a:lnTo>
                    <a:pt x="653034" y="531876"/>
                  </a:lnTo>
                  <a:lnTo>
                    <a:pt x="652272" y="532638"/>
                  </a:lnTo>
                  <a:lnTo>
                    <a:pt x="654558" y="534162"/>
                  </a:lnTo>
                  <a:close/>
                </a:path>
                <a:path w="727710" h="593725">
                  <a:moveTo>
                    <a:pt x="656844" y="535686"/>
                  </a:moveTo>
                  <a:lnTo>
                    <a:pt x="656844" y="534924"/>
                  </a:lnTo>
                  <a:lnTo>
                    <a:pt x="655320" y="533400"/>
                  </a:lnTo>
                  <a:lnTo>
                    <a:pt x="654558" y="534162"/>
                  </a:lnTo>
                  <a:lnTo>
                    <a:pt x="656844" y="535686"/>
                  </a:lnTo>
                  <a:close/>
                </a:path>
                <a:path w="727710" h="593725">
                  <a:moveTo>
                    <a:pt x="659130" y="537972"/>
                  </a:moveTo>
                  <a:lnTo>
                    <a:pt x="659130" y="537210"/>
                  </a:lnTo>
                  <a:lnTo>
                    <a:pt x="657606" y="535686"/>
                  </a:lnTo>
                  <a:lnTo>
                    <a:pt x="656844" y="536448"/>
                  </a:lnTo>
                  <a:lnTo>
                    <a:pt x="659130" y="537972"/>
                  </a:lnTo>
                  <a:close/>
                </a:path>
                <a:path w="727710" h="593725">
                  <a:moveTo>
                    <a:pt x="662178" y="538734"/>
                  </a:moveTo>
                  <a:lnTo>
                    <a:pt x="659892" y="537210"/>
                  </a:lnTo>
                  <a:lnTo>
                    <a:pt x="659892" y="537972"/>
                  </a:lnTo>
                  <a:lnTo>
                    <a:pt x="661416" y="539496"/>
                  </a:lnTo>
                  <a:lnTo>
                    <a:pt x="662178" y="538734"/>
                  </a:lnTo>
                  <a:close/>
                </a:path>
                <a:path w="727710" h="593725">
                  <a:moveTo>
                    <a:pt x="664464" y="541020"/>
                  </a:moveTo>
                  <a:lnTo>
                    <a:pt x="662178" y="539496"/>
                  </a:lnTo>
                  <a:lnTo>
                    <a:pt x="662178" y="540258"/>
                  </a:lnTo>
                  <a:lnTo>
                    <a:pt x="663702" y="541782"/>
                  </a:lnTo>
                  <a:lnTo>
                    <a:pt x="664464" y="541020"/>
                  </a:lnTo>
                  <a:close/>
                </a:path>
                <a:path w="727710" h="593725">
                  <a:moveTo>
                    <a:pt x="666750" y="542544"/>
                  </a:moveTo>
                  <a:lnTo>
                    <a:pt x="664464" y="541782"/>
                  </a:lnTo>
                  <a:lnTo>
                    <a:pt x="665988" y="543306"/>
                  </a:lnTo>
                  <a:lnTo>
                    <a:pt x="666750" y="542544"/>
                  </a:lnTo>
                  <a:close/>
                </a:path>
                <a:path w="727710" h="593725">
                  <a:moveTo>
                    <a:pt x="669036" y="544830"/>
                  </a:moveTo>
                  <a:lnTo>
                    <a:pt x="667512" y="543306"/>
                  </a:lnTo>
                  <a:lnTo>
                    <a:pt x="666750" y="544068"/>
                  </a:lnTo>
                  <a:lnTo>
                    <a:pt x="668274" y="545592"/>
                  </a:lnTo>
                  <a:lnTo>
                    <a:pt x="669036" y="544830"/>
                  </a:lnTo>
                  <a:close/>
                </a:path>
                <a:path w="727710" h="593725">
                  <a:moveTo>
                    <a:pt x="671322" y="546354"/>
                  </a:moveTo>
                  <a:lnTo>
                    <a:pt x="669798" y="545592"/>
                  </a:lnTo>
                  <a:lnTo>
                    <a:pt x="669036" y="545592"/>
                  </a:lnTo>
                  <a:lnTo>
                    <a:pt x="670560" y="547116"/>
                  </a:lnTo>
                  <a:lnTo>
                    <a:pt x="671322" y="546354"/>
                  </a:lnTo>
                  <a:close/>
                </a:path>
                <a:path w="727710" h="593725">
                  <a:moveTo>
                    <a:pt x="673608" y="548640"/>
                  </a:moveTo>
                  <a:lnTo>
                    <a:pt x="672084" y="547116"/>
                  </a:lnTo>
                  <a:lnTo>
                    <a:pt x="671322" y="547878"/>
                  </a:lnTo>
                  <a:lnTo>
                    <a:pt x="672846" y="549402"/>
                  </a:lnTo>
                  <a:lnTo>
                    <a:pt x="673608" y="548640"/>
                  </a:lnTo>
                  <a:close/>
                </a:path>
                <a:path w="727710" h="593725">
                  <a:moveTo>
                    <a:pt x="675894" y="550926"/>
                  </a:moveTo>
                  <a:lnTo>
                    <a:pt x="674370" y="549402"/>
                  </a:lnTo>
                  <a:lnTo>
                    <a:pt x="673608" y="549402"/>
                  </a:lnTo>
                  <a:lnTo>
                    <a:pt x="675894" y="550926"/>
                  </a:lnTo>
                  <a:close/>
                </a:path>
                <a:path w="727710" h="593725">
                  <a:moveTo>
                    <a:pt x="678180" y="553212"/>
                  </a:moveTo>
                  <a:lnTo>
                    <a:pt x="678180" y="552450"/>
                  </a:lnTo>
                  <a:lnTo>
                    <a:pt x="676656" y="550926"/>
                  </a:lnTo>
                  <a:lnTo>
                    <a:pt x="675894" y="551688"/>
                  </a:lnTo>
                  <a:lnTo>
                    <a:pt x="678180" y="553212"/>
                  </a:lnTo>
                  <a:close/>
                </a:path>
                <a:path w="727710" h="593725">
                  <a:moveTo>
                    <a:pt x="680466" y="554736"/>
                  </a:moveTo>
                  <a:lnTo>
                    <a:pt x="678942" y="553212"/>
                  </a:lnTo>
                  <a:lnTo>
                    <a:pt x="678180" y="553212"/>
                  </a:lnTo>
                  <a:lnTo>
                    <a:pt x="680466" y="554736"/>
                  </a:lnTo>
                  <a:close/>
                </a:path>
                <a:path w="727710" h="593725">
                  <a:moveTo>
                    <a:pt x="682752" y="557022"/>
                  </a:moveTo>
                  <a:lnTo>
                    <a:pt x="682752" y="556260"/>
                  </a:lnTo>
                  <a:lnTo>
                    <a:pt x="681228" y="554736"/>
                  </a:lnTo>
                  <a:lnTo>
                    <a:pt x="681228" y="555498"/>
                  </a:lnTo>
                  <a:lnTo>
                    <a:pt x="682752" y="557022"/>
                  </a:lnTo>
                  <a:close/>
                </a:path>
                <a:path w="727710" h="593725">
                  <a:moveTo>
                    <a:pt x="685800" y="558546"/>
                  </a:moveTo>
                  <a:lnTo>
                    <a:pt x="683514" y="557022"/>
                  </a:lnTo>
                  <a:lnTo>
                    <a:pt x="683514" y="557784"/>
                  </a:lnTo>
                  <a:lnTo>
                    <a:pt x="685038" y="558546"/>
                  </a:lnTo>
                  <a:lnTo>
                    <a:pt x="685800" y="558546"/>
                  </a:lnTo>
                  <a:close/>
                </a:path>
                <a:path w="727710" h="593725">
                  <a:moveTo>
                    <a:pt x="688086" y="560070"/>
                  </a:moveTo>
                  <a:lnTo>
                    <a:pt x="685800" y="558546"/>
                  </a:lnTo>
                  <a:lnTo>
                    <a:pt x="685800" y="559308"/>
                  </a:lnTo>
                  <a:lnTo>
                    <a:pt x="687324" y="560832"/>
                  </a:lnTo>
                  <a:lnTo>
                    <a:pt x="688086" y="560070"/>
                  </a:lnTo>
                  <a:close/>
                </a:path>
                <a:path w="727710" h="593725">
                  <a:moveTo>
                    <a:pt x="690372" y="562356"/>
                  </a:moveTo>
                  <a:lnTo>
                    <a:pt x="688086" y="560832"/>
                  </a:lnTo>
                  <a:lnTo>
                    <a:pt x="688086" y="561594"/>
                  </a:lnTo>
                  <a:lnTo>
                    <a:pt x="689610" y="562356"/>
                  </a:lnTo>
                  <a:lnTo>
                    <a:pt x="690372" y="562356"/>
                  </a:lnTo>
                  <a:close/>
                </a:path>
                <a:path w="727710" h="593725">
                  <a:moveTo>
                    <a:pt x="692658" y="563880"/>
                  </a:moveTo>
                  <a:lnTo>
                    <a:pt x="691134" y="562356"/>
                  </a:lnTo>
                  <a:lnTo>
                    <a:pt x="690372" y="563118"/>
                  </a:lnTo>
                  <a:lnTo>
                    <a:pt x="691896" y="564642"/>
                  </a:lnTo>
                  <a:lnTo>
                    <a:pt x="692658" y="563880"/>
                  </a:lnTo>
                  <a:close/>
                </a:path>
                <a:path w="727710" h="593725">
                  <a:moveTo>
                    <a:pt x="694944" y="566166"/>
                  </a:moveTo>
                  <a:lnTo>
                    <a:pt x="693420" y="564642"/>
                  </a:lnTo>
                  <a:lnTo>
                    <a:pt x="692658" y="565404"/>
                  </a:lnTo>
                  <a:lnTo>
                    <a:pt x="694182" y="566928"/>
                  </a:lnTo>
                  <a:lnTo>
                    <a:pt x="694944" y="566166"/>
                  </a:lnTo>
                  <a:close/>
                </a:path>
                <a:path w="727710" h="593725">
                  <a:moveTo>
                    <a:pt x="697230" y="567690"/>
                  </a:moveTo>
                  <a:lnTo>
                    <a:pt x="695706" y="566166"/>
                  </a:lnTo>
                  <a:lnTo>
                    <a:pt x="694944" y="566928"/>
                  </a:lnTo>
                  <a:lnTo>
                    <a:pt x="696468" y="568452"/>
                  </a:lnTo>
                  <a:lnTo>
                    <a:pt x="697230" y="567690"/>
                  </a:lnTo>
                  <a:close/>
                </a:path>
                <a:path w="727710" h="593725">
                  <a:moveTo>
                    <a:pt x="699516" y="570738"/>
                  </a:moveTo>
                  <a:lnTo>
                    <a:pt x="699516" y="569976"/>
                  </a:lnTo>
                  <a:lnTo>
                    <a:pt x="697992" y="568452"/>
                  </a:lnTo>
                  <a:lnTo>
                    <a:pt x="697230" y="569214"/>
                  </a:lnTo>
                  <a:lnTo>
                    <a:pt x="699516" y="570738"/>
                  </a:lnTo>
                  <a:close/>
                </a:path>
                <a:path w="727710" h="593725">
                  <a:moveTo>
                    <a:pt x="701802" y="572262"/>
                  </a:moveTo>
                  <a:lnTo>
                    <a:pt x="701802" y="571500"/>
                  </a:lnTo>
                  <a:lnTo>
                    <a:pt x="700278" y="569976"/>
                  </a:lnTo>
                  <a:lnTo>
                    <a:pt x="699516" y="570738"/>
                  </a:lnTo>
                  <a:lnTo>
                    <a:pt x="701802" y="572262"/>
                  </a:lnTo>
                  <a:close/>
                </a:path>
                <a:path w="727710" h="593725">
                  <a:moveTo>
                    <a:pt x="704088" y="574548"/>
                  </a:moveTo>
                  <a:lnTo>
                    <a:pt x="704088" y="573786"/>
                  </a:lnTo>
                  <a:lnTo>
                    <a:pt x="702564" y="572262"/>
                  </a:lnTo>
                  <a:lnTo>
                    <a:pt x="701802" y="573024"/>
                  </a:lnTo>
                  <a:lnTo>
                    <a:pt x="704088" y="574548"/>
                  </a:lnTo>
                  <a:close/>
                </a:path>
                <a:path w="727710" h="593725">
                  <a:moveTo>
                    <a:pt x="707136" y="575310"/>
                  </a:moveTo>
                  <a:lnTo>
                    <a:pt x="704850" y="574548"/>
                  </a:lnTo>
                  <a:lnTo>
                    <a:pt x="706374" y="576072"/>
                  </a:lnTo>
                  <a:lnTo>
                    <a:pt x="707136" y="575310"/>
                  </a:lnTo>
                  <a:close/>
                </a:path>
                <a:path w="727710" h="593725">
                  <a:moveTo>
                    <a:pt x="709422" y="577596"/>
                  </a:moveTo>
                  <a:lnTo>
                    <a:pt x="707136" y="576072"/>
                  </a:lnTo>
                  <a:lnTo>
                    <a:pt x="707136" y="576834"/>
                  </a:lnTo>
                  <a:lnTo>
                    <a:pt x="708660" y="578358"/>
                  </a:lnTo>
                  <a:lnTo>
                    <a:pt x="709422" y="577596"/>
                  </a:lnTo>
                  <a:close/>
                </a:path>
                <a:path w="727710" h="593725">
                  <a:moveTo>
                    <a:pt x="711708" y="579120"/>
                  </a:moveTo>
                  <a:lnTo>
                    <a:pt x="709422" y="578358"/>
                  </a:lnTo>
                  <a:lnTo>
                    <a:pt x="710946" y="579882"/>
                  </a:lnTo>
                  <a:lnTo>
                    <a:pt x="711708" y="579120"/>
                  </a:lnTo>
                  <a:close/>
                </a:path>
                <a:path w="727710" h="593725">
                  <a:moveTo>
                    <a:pt x="713994" y="581406"/>
                  </a:moveTo>
                  <a:lnTo>
                    <a:pt x="712470" y="579882"/>
                  </a:lnTo>
                  <a:lnTo>
                    <a:pt x="711708" y="580644"/>
                  </a:lnTo>
                  <a:lnTo>
                    <a:pt x="713232" y="582168"/>
                  </a:lnTo>
                  <a:lnTo>
                    <a:pt x="713994" y="581406"/>
                  </a:lnTo>
                  <a:close/>
                </a:path>
                <a:path w="727710" h="593725">
                  <a:moveTo>
                    <a:pt x="716280" y="583692"/>
                  </a:moveTo>
                  <a:lnTo>
                    <a:pt x="714756" y="582168"/>
                  </a:lnTo>
                  <a:lnTo>
                    <a:pt x="713994" y="582168"/>
                  </a:lnTo>
                  <a:lnTo>
                    <a:pt x="715518" y="583692"/>
                  </a:lnTo>
                  <a:lnTo>
                    <a:pt x="716280" y="583692"/>
                  </a:lnTo>
                  <a:close/>
                </a:path>
                <a:path w="727710" h="593725">
                  <a:moveTo>
                    <a:pt x="718566" y="585216"/>
                  </a:moveTo>
                  <a:lnTo>
                    <a:pt x="717042" y="583692"/>
                  </a:lnTo>
                  <a:lnTo>
                    <a:pt x="716280" y="584454"/>
                  </a:lnTo>
                  <a:lnTo>
                    <a:pt x="717804" y="585978"/>
                  </a:lnTo>
                  <a:lnTo>
                    <a:pt x="718566" y="585216"/>
                  </a:lnTo>
                  <a:close/>
                </a:path>
                <a:path w="727710" h="593725">
                  <a:moveTo>
                    <a:pt x="720852" y="587502"/>
                  </a:moveTo>
                  <a:lnTo>
                    <a:pt x="719328" y="585978"/>
                  </a:lnTo>
                  <a:lnTo>
                    <a:pt x="718566" y="585978"/>
                  </a:lnTo>
                  <a:lnTo>
                    <a:pt x="720852" y="587502"/>
                  </a:lnTo>
                  <a:close/>
                </a:path>
                <a:path w="727710" h="593725">
                  <a:moveTo>
                    <a:pt x="723138" y="589788"/>
                  </a:moveTo>
                  <a:lnTo>
                    <a:pt x="723138" y="589026"/>
                  </a:lnTo>
                  <a:lnTo>
                    <a:pt x="721614" y="587502"/>
                  </a:lnTo>
                  <a:lnTo>
                    <a:pt x="720852" y="588264"/>
                  </a:lnTo>
                  <a:lnTo>
                    <a:pt x="723138" y="589788"/>
                  </a:lnTo>
                  <a:close/>
                </a:path>
                <a:path w="727710" h="593725">
                  <a:moveTo>
                    <a:pt x="725424" y="591312"/>
                  </a:moveTo>
                  <a:lnTo>
                    <a:pt x="723900" y="589788"/>
                  </a:lnTo>
                  <a:lnTo>
                    <a:pt x="723138" y="590550"/>
                  </a:lnTo>
                  <a:lnTo>
                    <a:pt x="725424" y="591312"/>
                  </a:lnTo>
                  <a:close/>
                </a:path>
                <a:path w="727710" h="593725">
                  <a:moveTo>
                    <a:pt x="727710" y="593598"/>
                  </a:moveTo>
                  <a:lnTo>
                    <a:pt x="727710" y="592836"/>
                  </a:lnTo>
                  <a:lnTo>
                    <a:pt x="726186" y="591312"/>
                  </a:lnTo>
                  <a:lnTo>
                    <a:pt x="726186" y="592074"/>
                  </a:lnTo>
                  <a:lnTo>
                    <a:pt x="727710" y="5935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59502" y="5404866"/>
              <a:ext cx="112775" cy="100583"/>
            </a:xfrm>
            <a:prstGeom prst="rect">
              <a:avLst/>
            </a:prstGeom>
          </p:spPr>
        </p:pic>
      </p:grpSp>
      <p:sp>
        <p:nvSpPr>
          <p:cNvPr id="92" name="object 92"/>
          <p:cNvSpPr txBox="1"/>
          <p:nvPr/>
        </p:nvSpPr>
        <p:spPr>
          <a:xfrm>
            <a:off x="3785870" y="4712461"/>
            <a:ext cx="1301115" cy="746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89915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InternalMonitor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700">
                <a:latin typeface="Arial MT"/>
                <a:cs typeface="Arial MT"/>
              </a:rPr>
              <a:t>[Alert]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650">
              <a:latin typeface="Arial MT"/>
              <a:cs typeface="Arial MT"/>
            </a:endParaRPr>
          </a:p>
          <a:p>
            <a:pPr algn="ctr" marR="594360">
              <a:lnSpc>
                <a:spcPct val="100000"/>
              </a:lnSpc>
            </a:pPr>
            <a:r>
              <a:rPr dirty="0" sz="800" spc="-5">
                <a:latin typeface="Arial MT"/>
                <a:cs typeface="Arial MT"/>
              </a:rPr>
              <a:t>DetectExit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4542282" y="5747004"/>
            <a:ext cx="1148080" cy="116839"/>
            <a:chOff x="4542282" y="5747004"/>
            <a:chExt cx="1148080" cy="116839"/>
          </a:xfrm>
        </p:grpSpPr>
        <p:sp>
          <p:nvSpPr>
            <p:cNvPr id="94" name="object 94"/>
            <p:cNvSpPr/>
            <p:nvPr/>
          </p:nvSpPr>
          <p:spPr>
            <a:xfrm>
              <a:off x="4542282" y="5748528"/>
              <a:ext cx="1108710" cy="115570"/>
            </a:xfrm>
            <a:custGeom>
              <a:avLst/>
              <a:gdLst/>
              <a:ahLst/>
              <a:cxnLst/>
              <a:rect l="l" t="t" r="r" b="b"/>
              <a:pathLst>
                <a:path w="1108710" h="115570">
                  <a:moveTo>
                    <a:pt x="2286" y="115062"/>
                  </a:moveTo>
                  <a:lnTo>
                    <a:pt x="2286" y="114300"/>
                  </a:lnTo>
                  <a:lnTo>
                    <a:pt x="0" y="114300"/>
                  </a:lnTo>
                  <a:lnTo>
                    <a:pt x="0" y="115062"/>
                  </a:lnTo>
                  <a:lnTo>
                    <a:pt x="2286" y="115062"/>
                  </a:lnTo>
                  <a:close/>
                </a:path>
                <a:path w="1108710" h="115570">
                  <a:moveTo>
                    <a:pt x="5333" y="115062"/>
                  </a:moveTo>
                  <a:lnTo>
                    <a:pt x="5333" y="114300"/>
                  </a:lnTo>
                  <a:lnTo>
                    <a:pt x="3047" y="114300"/>
                  </a:lnTo>
                  <a:lnTo>
                    <a:pt x="3047" y="115062"/>
                  </a:lnTo>
                  <a:lnTo>
                    <a:pt x="5333" y="115062"/>
                  </a:lnTo>
                  <a:close/>
                </a:path>
                <a:path w="1108710" h="115570">
                  <a:moveTo>
                    <a:pt x="8381" y="115062"/>
                  </a:moveTo>
                  <a:lnTo>
                    <a:pt x="8381" y="114300"/>
                  </a:lnTo>
                  <a:lnTo>
                    <a:pt x="6095" y="114300"/>
                  </a:lnTo>
                  <a:lnTo>
                    <a:pt x="6095" y="115062"/>
                  </a:lnTo>
                  <a:lnTo>
                    <a:pt x="8381" y="115062"/>
                  </a:lnTo>
                  <a:close/>
                </a:path>
                <a:path w="1108710" h="115570">
                  <a:moveTo>
                    <a:pt x="11429" y="115062"/>
                  </a:moveTo>
                  <a:lnTo>
                    <a:pt x="11429" y="114300"/>
                  </a:lnTo>
                  <a:lnTo>
                    <a:pt x="9143" y="114300"/>
                  </a:lnTo>
                  <a:lnTo>
                    <a:pt x="9143" y="115062"/>
                  </a:lnTo>
                  <a:lnTo>
                    <a:pt x="11429" y="115062"/>
                  </a:lnTo>
                  <a:close/>
                </a:path>
                <a:path w="1108710" h="115570">
                  <a:moveTo>
                    <a:pt x="14477" y="115062"/>
                  </a:moveTo>
                  <a:lnTo>
                    <a:pt x="14477" y="114300"/>
                  </a:lnTo>
                  <a:lnTo>
                    <a:pt x="12191" y="114300"/>
                  </a:lnTo>
                  <a:lnTo>
                    <a:pt x="12191" y="115062"/>
                  </a:lnTo>
                  <a:lnTo>
                    <a:pt x="14477" y="115062"/>
                  </a:lnTo>
                  <a:close/>
                </a:path>
                <a:path w="1108710" h="115570">
                  <a:moveTo>
                    <a:pt x="17525" y="115062"/>
                  </a:moveTo>
                  <a:lnTo>
                    <a:pt x="17525" y="114300"/>
                  </a:lnTo>
                  <a:lnTo>
                    <a:pt x="15239" y="114300"/>
                  </a:lnTo>
                  <a:lnTo>
                    <a:pt x="15239" y="115062"/>
                  </a:lnTo>
                  <a:lnTo>
                    <a:pt x="17525" y="115062"/>
                  </a:lnTo>
                  <a:close/>
                </a:path>
                <a:path w="1108710" h="115570">
                  <a:moveTo>
                    <a:pt x="20574" y="115062"/>
                  </a:moveTo>
                  <a:lnTo>
                    <a:pt x="20574" y="114300"/>
                  </a:lnTo>
                  <a:lnTo>
                    <a:pt x="18287" y="114300"/>
                  </a:lnTo>
                  <a:lnTo>
                    <a:pt x="18287" y="115062"/>
                  </a:lnTo>
                  <a:lnTo>
                    <a:pt x="20574" y="115062"/>
                  </a:lnTo>
                  <a:close/>
                </a:path>
                <a:path w="1108710" h="115570">
                  <a:moveTo>
                    <a:pt x="23621" y="115062"/>
                  </a:moveTo>
                  <a:lnTo>
                    <a:pt x="23621" y="114300"/>
                  </a:lnTo>
                  <a:lnTo>
                    <a:pt x="21335" y="114300"/>
                  </a:lnTo>
                  <a:lnTo>
                    <a:pt x="21335" y="115062"/>
                  </a:lnTo>
                  <a:lnTo>
                    <a:pt x="23621" y="115062"/>
                  </a:lnTo>
                  <a:close/>
                </a:path>
                <a:path w="1108710" h="115570">
                  <a:moveTo>
                    <a:pt x="26669" y="115062"/>
                  </a:moveTo>
                  <a:lnTo>
                    <a:pt x="26669" y="114300"/>
                  </a:lnTo>
                  <a:lnTo>
                    <a:pt x="24383" y="114300"/>
                  </a:lnTo>
                  <a:lnTo>
                    <a:pt x="24383" y="115062"/>
                  </a:lnTo>
                  <a:lnTo>
                    <a:pt x="26669" y="115062"/>
                  </a:lnTo>
                  <a:close/>
                </a:path>
                <a:path w="1108710" h="115570">
                  <a:moveTo>
                    <a:pt x="29717" y="115062"/>
                  </a:moveTo>
                  <a:lnTo>
                    <a:pt x="29717" y="114300"/>
                  </a:lnTo>
                  <a:lnTo>
                    <a:pt x="27431" y="114300"/>
                  </a:lnTo>
                  <a:lnTo>
                    <a:pt x="27431" y="115062"/>
                  </a:lnTo>
                  <a:lnTo>
                    <a:pt x="29717" y="115062"/>
                  </a:lnTo>
                  <a:close/>
                </a:path>
                <a:path w="1108710" h="115570">
                  <a:moveTo>
                    <a:pt x="32765" y="115062"/>
                  </a:moveTo>
                  <a:lnTo>
                    <a:pt x="32765" y="114300"/>
                  </a:lnTo>
                  <a:lnTo>
                    <a:pt x="30479" y="114300"/>
                  </a:lnTo>
                  <a:lnTo>
                    <a:pt x="30479" y="115062"/>
                  </a:lnTo>
                  <a:lnTo>
                    <a:pt x="32765" y="115062"/>
                  </a:lnTo>
                  <a:close/>
                </a:path>
                <a:path w="1108710" h="115570">
                  <a:moveTo>
                    <a:pt x="35813" y="115062"/>
                  </a:moveTo>
                  <a:lnTo>
                    <a:pt x="35813" y="114300"/>
                  </a:lnTo>
                  <a:lnTo>
                    <a:pt x="33527" y="114300"/>
                  </a:lnTo>
                  <a:lnTo>
                    <a:pt x="33527" y="115062"/>
                  </a:lnTo>
                  <a:lnTo>
                    <a:pt x="35813" y="115062"/>
                  </a:lnTo>
                  <a:close/>
                </a:path>
                <a:path w="1108710" h="115570">
                  <a:moveTo>
                    <a:pt x="38862" y="115062"/>
                  </a:moveTo>
                  <a:lnTo>
                    <a:pt x="38862" y="114300"/>
                  </a:lnTo>
                  <a:lnTo>
                    <a:pt x="36575" y="114300"/>
                  </a:lnTo>
                  <a:lnTo>
                    <a:pt x="36575" y="115062"/>
                  </a:lnTo>
                  <a:lnTo>
                    <a:pt x="38862" y="115062"/>
                  </a:lnTo>
                  <a:close/>
                </a:path>
                <a:path w="1108710" h="115570">
                  <a:moveTo>
                    <a:pt x="41909" y="115062"/>
                  </a:moveTo>
                  <a:lnTo>
                    <a:pt x="41909" y="114300"/>
                  </a:lnTo>
                  <a:lnTo>
                    <a:pt x="39623" y="114300"/>
                  </a:lnTo>
                  <a:lnTo>
                    <a:pt x="39623" y="115062"/>
                  </a:lnTo>
                  <a:lnTo>
                    <a:pt x="41909" y="115062"/>
                  </a:lnTo>
                  <a:close/>
                </a:path>
                <a:path w="1108710" h="115570">
                  <a:moveTo>
                    <a:pt x="44957" y="115062"/>
                  </a:moveTo>
                  <a:lnTo>
                    <a:pt x="44957" y="114300"/>
                  </a:lnTo>
                  <a:lnTo>
                    <a:pt x="42671" y="114300"/>
                  </a:lnTo>
                  <a:lnTo>
                    <a:pt x="42671" y="115062"/>
                  </a:lnTo>
                  <a:lnTo>
                    <a:pt x="44957" y="115062"/>
                  </a:lnTo>
                  <a:close/>
                </a:path>
                <a:path w="1108710" h="115570">
                  <a:moveTo>
                    <a:pt x="48005" y="115062"/>
                  </a:moveTo>
                  <a:lnTo>
                    <a:pt x="48005" y="114300"/>
                  </a:lnTo>
                  <a:lnTo>
                    <a:pt x="45719" y="114300"/>
                  </a:lnTo>
                  <a:lnTo>
                    <a:pt x="45719" y="115062"/>
                  </a:lnTo>
                  <a:lnTo>
                    <a:pt x="48005" y="115062"/>
                  </a:lnTo>
                  <a:close/>
                </a:path>
                <a:path w="1108710" h="115570">
                  <a:moveTo>
                    <a:pt x="51053" y="115062"/>
                  </a:moveTo>
                  <a:lnTo>
                    <a:pt x="51053" y="114300"/>
                  </a:lnTo>
                  <a:lnTo>
                    <a:pt x="48767" y="114300"/>
                  </a:lnTo>
                  <a:lnTo>
                    <a:pt x="48767" y="115062"/>
                  </a:lnTo>
                  <a:lnTo>
                    <a:pt x="51053" y="115062"/>
                  </a:lnTo>
                  <a:close/>
                </a:path>
                <a:path w="1108710" h="115570">
                  <a:moveTo>
                    <a:pt x="54101" y="115062"/>
                  </a:moveTo>
                  <a:lnTo>
                    <a:pt x="54101" y="114300"/>
                  </a:lnTo>
                  <a:lnTo>
                    <a:pt x="51815" y="114300"/>
                  </a:lnTo>
                  <a:lnTo>
                    <a:pt x="51815" y="115062"/>
                  </a:lnTo>
                  <a:lnTo>
                    <a:pt x="54101" y="115062"/>
                  </a:lnTo>
                  <a:close/>
                </a:path>
                <a:path w="1108710" h="115570">
                  <a:moveTo>
                    <a:pt x="57150" y="115062"/>
                  </a:moveTo>
                  <a:lnTo>
                    <a:pt x="57150" y="114300"/>
                  </a:lnTo>
                  <a:lnTo>
                    <a:pt x="54863" y="114300"/>
                  </a:lnTo>
                  <a:lnTo>
                    <a:pt x="54863" y="115062"/>
                  </a:lnTo>
                  <a:lnTo>
                    <a:pt x="57150" y="115062"/>
                  </a:lnTo>
                  <a:close/>
                </a:path>
                <a:path w="1108710" h="115570">
                  <a:moveTo>
                    <a:pt x="60198" y="115062"/>
                  </a:moveTo>
                  <a:lnTo>
                    <a:pt x="60198" y="114300"/>
                  </a:lnTo>
                  <a:lnTo>
                    <a:pt x="57912" y="114300"/>
                  </a:lnTo>
                  <a:lnTo>
                    <a:pt x="57912" y="115062"/>
                  </a:lnTo>
                  <a:lnTo>
                    <a:pt x="60198" y="115062"/>
                  </a:lnTo>
                  <a:close/>
                </a:path>
                <a:path w="1108710" h="115570">
                  <a:moveTo>
                    <a:pt x="63245" y="115062"/>
                  </a:moveTo>
                  <a:lnTo>
                    <a:pt x="63245" y="114300"/>
                  </a:lnTo>
                  <a:lnTo>
                    <a:pt x="60959" y="114300"/>
                  </a:lnTo>
                  <a:lnTo>
                    <a:pt x="60959" y="115062"/>
                  </a:lnTo>
                  <a:lnTo>
                    <a:pt x="63245" y="115062"/>
                  </a:lnTo>
                  <a:close/>
                </a:path>
                <a:path w="1108710" h="115570">
                  <a:moveTo>
                    <a:pt x="66293" y="115062"/>
                  </a:moveTo>
                  <a:lnTo>
                    <a:pt x="66293" y="114300"/>
                  </a:lnTo>
                  <a:lnTo>
                    <a:pt x="64007" y="114300"/>
                  </a:lnTo>
                  <a:lnTo>
                    <a:pt x="64007" y="115062"/>
                  </a:lnTo>
                  <a:lnTo>
                    <a:pt x="66293" y="115062"/>
                  </a:lnTo>
                  <a:close/>
                </a:path>
                <a:path w="1108710" h="115570">
                  <a:moveTo>
                    <a:pt x="69341" y="115062"/>
                  </a:moveTo>
                  <a:lnTo>
                    <a:pt x="69341" y="114300"/>
                  </a:lnTo>
                  <a:lnTo>
                    <a:pt x="67055" y="114300"/>
                  </a:lnTo>
                  <a:lnTo>
                    <a:pt x="67055" y="115062"/>
                  </a:lnTo>
                  <a:lnTo>
                    <a:pt x="69341" y="115062"/>
                  </a:lnTo>
                  <a:close/>
                </a:path>
                <a:path w="1108710" h="115570">
                  <a:moveTo>
                    <a:pt x="72389" y="115062"/>
                  </a:moveTo>
                  <a:lnTo>
                    <a:pt x="72389" y="114300"/>
                  </a:lnTo>
                  <a:lnTo>
                    <a:pt x="70103" y="114300"/>
                  </a:lnTo>
                  <a:lnTo>
                    <a:pt x="70103" y="115062"/>
                  </a:lnTo>
                  <a:lnTo>
                    <a:pt x="72389" y="115062"/>
                  </a:lnTo>
                  <a:close/>
                </a:path>
                <a:path w="1108710" h="115570">
                  <a:moveTo>
                    <a:pt x="75437" y="115062"/>
                  </a:moveTo>
                  <a:lnTo>
                    <a:pt x="75437" y="114300"/>
                  </a:lnTo>
                  <a:lnTo>
                    <a:pt x="73151" y="114300"/>
                  </a:lnTo>
                  <a:lnTo>
                    <a:pt x="73151" y="115062"/>
                  </a:lnTo>
                  <a:lnTo>
                    <a:pt x="75437" y="115062"/>
                  </a:lnTo>
                  <a:close/>
                </a:path>
                <a:path w="1108710" h="115570">
                  <a:moveTo>
                    <a:pt x="78486" y="115062"/>
                  </a:moveTo>
                  <a:lnTo>
                    <a:pt x="78486" y="114300"/>
                  </a:lnTo>
                  <a:lnTo>
                    <a:pt x="76200" y="114300"/>
                  </a:lnTo>
                  <a:lnTo>
                    <a:pt x="76200" y="115062"/>
                  </a:lnTo>
                  <a:lnTo>
                    <a:pt x="78486" y="115062"/>
                  </a:lnTo>
                  <a:close/>
                </a:path>
                <a:path w="1108710" h="115570">
                  <a:moveTo>
                    <a:pt x="81533" y="115062"/>
                  </a:moveTo>
                  <a:lnTo>
                    <a:pt x="81533" y="114300"/>
                  </a:lnTo>
                  <a:lnTo>
                    <a:pt x="79247" y="114300"/>
                  </a:lnTo>
                  <a:lnTo>
                    <a:pt x="79247" y="115062"/>
                  </a:lnTo>
                  <a:lnTo>
                    <a:pt x="81533" y="115062"/>
                  </a:lnTo>
                  <a:close/>
                </a:path>
                <a:path w="1108710" h="115570">
                  <a:moveTo>
                    <a:pt x="84581" y="115062"/>
                  </a:moveTo>
                  <a:lnTo>
                    <a:pt x="84581" y="114300"/>
                  </a:lnTo>
                  <a:lnTo>
                    <a:pt x="82295" y="114300"/>
                  </a:lnTo>
                  <a:lnTo>
                    <a:pt x="82295" y="115062"/>
                  </a:lnTo>
                  <a:lnTo>
                    <a:pt x="84581" y="115062"/>
                  </a:lnTo>
                  <a:close/>
                </a:path>
                <a:path w="1108710" h="115570">
                  <a:moveTo>
                    <a:pt x="87629" y="115062"/>
                  </a:moveTo>
                  <a:lnTo>
                    <a:pt x="87629" y="114300"/>
                  </a:lnTo>
                  <a:lnTo>
                    <a:pt x="85343" y="114300"/>
                  </a:lnTo>
                  <a:lnTo>
                    <a:pt x="85343" y="115062"/>
                  </a:lnTo>
                  <a:lnTo>
                    <a:pt x="87629" y="115062"/>
                  </a:lnTo>
                  <a:close/>
                </a:path>
                <a:path w="1108710" h="115570">
                  <a:moveTo>
                    <a:pt x="90677" y="115062"/>
                  </a:moveTo>
                  <a:lnTo>
                    <a:pt x="90677" y="114300"/>
                  </a:lnTo>
                  <a:lnTo>
                    <a:pt x="88391" y="114300"/>
                  </a:lnTo>
                  <a:lnTo>
                    <a:pt x="88391" y="115062"/>
                  </a:lnTo>
                  <a:lnTo>
                    <a:pt x="90677" y="115062"/>
                  </a:lnTo>
                  <a:close/>
                </a:path>
                <a:path w="1108710" h="115570">
                  <a:moveTo>
                    <a:pt x="93725" y="115062"/>
                  </a:moveTo>
                  <a:lnTo>
                    <a:pt x="93725" y="114300"/>
                  </a:lnTo>
                  <a:lnTo>
                    <a:pt x="91439" y="114300"/>
                  </a:lnTo>
                  <a:lnTo>
                    <a:pt x="91439" y="115062"/>
                  </a:lnTo>
                  <a:lnTo>
                    <a:pt x="93725" y="115062"/>
                  </a:lnTo>
                  <a:close/>
                </a:path>
                <a:path w="1108710" h="115570">
                  <a:moveTo>
                    <a:pt x="96774" y="115062"/>
                  </a:moveTo>
                  <a:lnTo>
                    <a:pt x="96774" y="114300"/>
                  </a:lnTo>
                  <a:lnTo>
                    <a:pt x="94487" y="114300"/>
                  </a:lnTo>
                  <a:lnTo>
                    <a:pt x="94487" y="115062"/>
                  </a:lnTo>
                  <a:lnTo>
                    <a:pt x="96774" y="115062"/>
                  </a:lnTo>
                  <a:close/>
                </a:path>
                <a:path w="1108710" h="115570">
                  <a:moveTo>
                    <a:pt x="99821" y="115062"/>
                  </a:moveTo>
                  <a:lnTo>
                    <a:pt x="99821" y="114300"/>
                  </a:lnTo>
                  <a:lnTo>
                    <a:pt x="97535" y="114300"/>
                  </a:lnTo>
                  <a:lnTo>
                    <a:pt x="97535" y="115062"/>
                  </a:lnTo>
                  <a:lnTo>
                    <a:pt x="99821" y="115062"/>
                  </a:lnTo>
                  <a:close/>
                </a:path>
                <a:path w="1108710" h="115570">
                  <a:moveTo>
                    <a:pt x="102869" y="115062"/>
                  </a:moveTo>
                  <a:lnTo>
                    <a:pt x="102869" y="114300"/>
                  </a:lnTo>
                  <a:lnTo>
                    <a:pt x="100583" y="114300"/>
                  </a:lnTo>
                  <a:lnTo>
                    <a:pt x="100583" y="115062"/>
                  </a:lnTo>
                  <a:lnTo>
                    <a:pt x="102869" y="115062"/>
                  </a:lnTo>
                  <a:close/>
                </a:path>
                <a:path w="1108710" h="115570">
                  <a:moveTo>
                    <a:pt x="105917" y="115062"/>
                  </a:moveTo>
                  <a:lnTo>
                    <a:pt x="105917" y="114300"/>
                  </a:lnTo>
                  <a:lnTo>
                    <a:pt x="103631" y="114300"/>
                  </a:lnTo>
                  <a:lnTo>
                    <a:pt x="103631" y="115062"/>
                  </a:lnTo>
                  <a:lnTo>
                    <a:pt x="105917" y="115062"/>
                  </a:lnTo>
                  <a:close/>
                </a:path>
                <a:path w="1108710" h="115570">
                  <a:moveTo>
                    <a:pt x="108965" y="115062"/>
                  </a:moveTo>
                  <a:lnTo>
                    <a:pt x="108965" y="114300"/>
                  </a:lnTo>
                  <a:lnTo>
                    <a:pt x="106679" y="114300"/>
                  </a:lnTo>
                  <a:lnTo>
                    <a:pt x="106679" y="115062"/>
                  </a:lnTo>
                  <a:lnTo>
                    <a:pt x="108965" y="115062"/>
                  </a:lnTo>
                  <a:close/>
                </a:path>
                <a:path w="1108710" h="115570">
                  <a:moveTo>
                    <a:pt x="112013" y="115062"/>
                  </a:moveTo>
                  <a:lnTo>
                    <a:pt x="112013" y="114300"/>
                  </a:lnTo>
                  <a:lnTo>
                    <a:pt x="109727" y="114300"/>
                  </a:lnTo>
                  <a:lnTo>
                    <a:pt x="109727" y="115062"/>
                  </a:lnTo>
                  <a:lnTo>
                    <a:pt x="112013" y="115062"/>
                  </a:lnTo>
                  <a:close/>
                </a:path>
                <a:path w="1108710" h="115570">
                  <a:moveTo>
                    <a:pt x="115062" y="115062"/>
                  </a:moveTo>
                  <a:lnTo>
                    <a:pt x="115062" y="114300"/>
                  </a:lnTo>
                  <a:lnTo>
                    <a:pt x="112775" y="114300"/>
                  </a:lnTo>
                  <a:lnTo>
                    <a:pt x="112775" y="115062"/>
                  </a:lnTo>
                  <a:lnTo>
                    <a:pt x="115062" y="115062"/>
                  </a:lnTo>
                  <a:close/>
                </a:path>
                <a:path w="1108710" h="115570">
                  <a:moveTo>
                    <a:pt x="118109" y="115062"/>
                  </a:moveTo>
                  <a:lnTo>
                    <a:pt x="118109" y="114300"/>
                  </a:lnTo>
                  <a:lnTo>
                    <a:pt x="115823" y="114300"/>
                  </a:lnTo>
                  <a:lnTo>
                    <a:pt x="115823" y="115062"/>
                  </a:lnTo>
                  <a:lnTo>
                    <a:pt x="118109" y="115062"/>
                  </a:lnTo>
                  <a:close/>
                </a:path>
                <a:path w="1108710" h="115570">
                  <a:moveTo>
                    <a:pt x="121157" y="115062"/>
                  </a:moveTo>
                  <a:lnTo>
                    <a:pt x="121157" y="114300"/>
                  </a:lnTo>
                  <a:lnTo>
                    <a:pt x="118871" y="114300"/>
                  </a:lnTo>
                  <a:lnTo>
                    <a:pt x="118871" y="115062"/>
                  </a:lnTo>
                  <a:lnTo>
                    <a:pt x="121157" y="115062"/>
                  </a:lnTo>
                  <a:close/>
                </a:path>
                <a:path w="1108710" h="115570">
                  <a:moveTo>
                    <a:pt x="124205" y="115062"/>
                  </a:moveTo>
                  <a:lnTo>
                    <a:pt x="124205" y="114300"/>
                  </a:lnTo>
                  <a:lnTo>
                    <a:pt x="121919" y="114300"/>
                  </a:lnTo>
                  <a:lnTo>
                    <a:pt x="121919" y="115062"/>
                  </a:lnTo>
                  <a:lnTo>
                    <a:pt x="124205" y="115062"/>
                  </a:lnTo>
                  <a:close/>
                </a:path>
                <a:path w="1108710" h="115570">
                  <a:moveTo>
                    <a:pt x="127253" y="115062"/>
                  </a:moveTo>
                  <a:lnTo>
                    <a:pt x="127253" y="114300"/>
                  </a:lnTo>
                  <a:lnTo>
                    <a:pt x="124967" y="114300"/>
                  </a:lnTo>
                  <a:lnTo>
                    <a:pt x="124967" y="115062"/>
                  </a:lnTo>
                  <a:lnTo>
                    <a:pt x="127253" y="115062"/>
                  </a:lnTo>
                  <a:close/>
                </a:path>
                <a:path w="1108710" h="115570">
                  <a:moveTo>
                    <a:pt x="130301" y="115062"/>
                  </a:moveTo>
                  <a:lnTo>
                    <a:pt x="130301" y="114300"/>
                  </a:lnTo>
                  <a:lnTo>
                    <a:pt x="128015" y="114300"/>
                  </a:lnTo>
                  <a:lnTo>
                    <a:pt x="128015" y="115062"/>
                  </a:lnTo>
                  <a:lnTo>
                    <a:pt x="130301" y="115062"/>
                  </a:lnTo>
                  <a:close/>
                </a:path>
                <a:path w="1108710" h="115570">
                  <a:moveTo>
                    <a:pt x="133350" y="115062"/>
                  </a:moveTo>
                  <a:lnTo>
                    <a:pt x="133350" y="114300"/>
                  </a:lnTo>
                  <a:lnTo>
                    <a:pt x="131063" y="114300"/>
                  </a:lnTo>
                  <a:lnTo>
                    <a:pt x="131063" y="115062"/>
                  </a:lnTo>
                  <a:lnTo>
                    <a:pt x="133350" y="115062"/>
                  </a:lnTo>
                  <a:close/>
                </a:path>
                <a:path w="1108710" h="115570">
                  <a:moveTo>
                    <a:pt x="136398" y="115062"/>
                  </a:moveTo>
                  <a:lnTo>
                    <a:pt x="136398" y="114300"/>
                  </a:lnTo>
                  <a:lnTo>
                    <a:pt x="134112" y="114300"/>
                  </a:lnTo>
                  <a:lnTo>
                    <a:pt x="134112" y="115062"/>
                  </a:lnTo>
                  <a:lnTo>
                    <a:pt x="136398" y="115062"/>
                  </a:lnTo>
                  <a:close/>
                </a:path>
                <a:path w="1108710" h="115570">
                  <a:moveTo>
                    <a:pt x="139445" y="115062"/>
                  </a:moveTo>
                  <a:lnTo>
                    <a:pt x="139445" y="114300"/>
                  </a:lnTo>
                  <a:lnTo>
                    <a:pt x="137159" y="114300"/>
                  </a:lnTo>
                  <a:lnTo>
                    <a:pt x="137159" y="115062"/>
                  </a:lnTo>
                  <a:lnTo>
                    <a:pt x="139445" y="115062"/>
                  </a:lnTo>
                  <a:close/>
                </a:path>
                <a:path w="1108710" h="115570">
                  <a:moveTo>
                    <a:pt x="142493" y="115062"/>
                  </a:moveTo>
                  <a:lnTo>
                    <a:pt x="142493" y="114300"/>
                  </a:lnTo>
                  <a:lnTo>
                    <a:pt x="140207" y="114300"/>
                  </a:lnTo>
                  <a:lnTo>
                    <a:pt x="140207" y="115062"/>
                  </a:lnTo>
                  <a:lnTo>
                    <a:pt x="142493" y="115062"/>
                  </a:lnTo>
                  <a:close/>
                </a:path>
                <a:path w="1108710" h="115570">
                  <a:moveTo>
                    <a:pt x="145541" y="115062"/>
                  </a:moveTo>
                  <a:lnTo>
                    <a:pt x="145541" y="114300"/>
                  </a:lnTo>
                  <a:lnTo>
                    <a:pt x="143255" y="114300"/>
                  </a:lnTo>
                  <a:lnTo>
                    <a:pt x="143255" y="115062"/>
                  </a:lnTo>
                  <a:lnTo>
                    <a:pt x="145541" y="115062"/>
                  </a:lnTo>
                  <a:close/>
                </a:path>
                <a:path w="1108710" h="115570">
                  <a:moveTo>
                    <a:pt x="148589" y="115062"/>
                  </a:moveTo>
                  <a:lnTo>
                    <a:pt x="148589" y="114300"/>
                  </a:lnTo>
                  <a:lnTo>
                    <a:pt x="146303" y="114300"/>
                  </a:lnTo>
                  <a:lnTo>
                    <a:pt x="146303" y="115062"/>
                  </a:lnTo>
                  <a:lnTo>
                    <a:pt x="148589" y="115062"/>
                  </a:lnTo>
                  <a:close/>
                </a:path>
                <a:path w="1108710" h="115570">
                  <a:moveTo>
                    <a:pt x="151637" y="115062"/>
                  </a:moveTo>
                  <a:lnTo>
                    <a:pt x="151637" y="114300"/>
                  </a:lnTo>
                  <a:lnTo>
                    <a:pt x="149351" y="114300"/>
                  </a:lnTo>
                  <a:lnTo>
                    <a:pt x="149351" y="115062"/>
                  </a:lnTo>
                  <a:lnTo>
                    <a:pt x="151637" y="115062"/>
                  </a:lnTo>
                  <a:close/>
                </a:path>
                <a:path w="1108710" h="115570">
                  <a:moveTo>
                    <a:pt x="154686" y="115062"/>
                  </a:moveTo>
                  <a:lnTo>
                    <a:pt x="154686" y="114300"/>
                  </a:lnTo>
                  <a:lnTo>
                    <a:pt x="152400" y="114300"/>
                  </a:lnTo>
                  <a:lnTo>
                    <a:pt x="152400" y="115062"/>
                  </a:lnTo>
                  <a:lnTo>
                    <a:pt x="154686" y="115062"/>
                  </a:lnTo>
                  <a:close/>
                </a:path>
                <a:path w="1108710" h="115570">
                  <a:moveTo>
                    <a:pt x="157733" y="115062"/>
                  </a:moveTo>
                  <a:lnTo>
                    <a:pt x="157733" y="114300"/>
                  </a:lnTo>
                  <a:lnTo>
                    <a:pt x="155447" y="114300"/>
                  </a:lnTo>
                  <a:lnTo>
                    <a:pt x="155447" y="115062"/>
                  </a:lnTo>
                  <a:lnTo>
                    <a:pt x="157733" y="115062"/>
                  </a:lnTo>
                  <a:close/>
                </a:path>
                <a:path w="1108710" h="115570">
                  <a:moveTo>
                    <a:pt x="160781" y="115062"/>
                  </a:moveTo>
                  <a:lnTo>
                    <a:pt x="160781" y="114300"/>
                  </a:lnTo>
                  <a:lnTo>
                    <a:pt x="158495" y="114300"/>
                  </a:lnTo>
                  <a:lnTo>
                    <a:pt x="158495" y="115062"/>
                  </a:lnTo>
                  <a:lnTo>
                    <a:pt x="160781" y="115062"/>
                  </a:lnTo>
                  <a:close/>
                </a:path>
                <a:path w="1108710" h="115570">
                  <a:moveTo>
                    <a:pt x="163829" y="115062"/>
                  </a:moveTo>
                  <a:lnTo>
                    <a:pt x="163829" y="114300"/>
                  </a:lnTo>
                  <a:lnTo>
                    <a:pt x="161543" y="114300"/>
                  </a:lnTo>
                  <a:lnTo>
                    <a:pt x="161543" y="115062"/>
                  </a:lnTo>
                  <a:lnTo>
                    <a:pt x="163829" y="115062"/>
                  </a:lnTo>
                  <a:close/>
                </a:path>
                <a:path w="1108710" h="115570">
                  <a:moveTo>
                    <a:pt x="166877" y="115062"/>
                  </a:moveTo>
                  <a:lnTo>
                    <a:pt x="166877" y="114300"/>
                  </a:lnTo>
                  <a:lnTo>
                    <a:pt x="164591" y="114300"/>
                  </a:lnTo>
                  <a:lnTo>
                    <a:pt x="164591" y="115062"/>
                  </a:lnTo>
                  <a:lnTo>
                    <a:pt x="166877" y="115062"/>
                  </a:lnTo>
                  <a:close/>
                </a:path>
                <a:path w="1108710" h="115570">
                  <a:moveTo>
                    <a:pt x="169925" y="115062"/>
                  </a:moveTo>
                  <a:lnTo>
                    <a:pt x="169925" y="114300"/>
                  </a:lnTo>
                  <a:lnTo>
                    <a:pt x="167639" y="114300"/>
                  </a:lnTo>
                  <a:lnTo>
                    <a:pt x="167639" y="115062"/>
                  </a:lnTo>
                  <a:lnTo>
                    <a:pt x="169925" y="115062"/>
                  </a:lnTo>
                  <a:close/>
                </a:path>
                <a:path w="1108710" h="115570">
                  <a:moveTo>
                    <a:pt x="172974" y="115062"/>
                  </a:moveTo>
                  <a:lnTo>
                    <a:pt x="172974" y="114300"/>
                  </a:lnTo>
                  <a:lnTo>
                    <a:pt x="170687" y="114300"/>
                  </a:lnTo>
                  <a:lnTo>
                    <a:pt x="170687" y="115062"/>
                  </a:lnTo>
                  <a:lnTo>
                    <a:pt x="172974" y="115062"/>
                  </a:lnTo>
                  <a:close/>
                </a:path>
                <a:path w="1108710" h="115570">
                  <a:moveTo>
                    <a:pt x="176021" y="115062"/>
                  </a:moveTo>
                  <a:lnTo>
                    <a:pt x="176021" y="114300"/>
                  </a:lnTo>
                  <a:lnTo>
                    <a:pt x="173735" y="114300"/>
                  </a:lnTo>
                  <a:lnTo>
                    <a:pt x="173735" y="115062"/>
                  </a:lnTo>
                  <a:lnTo>
                    <a:pt x="176021" y="115062"/>
                  </a:lnTo>
                  <a:close/>
                </a:path>
                <a:path w="1108710" h="115570">
                  <a:moveTo>
                    <a:pt x="179069" y="115062"/>
                  </a:moveTo>
                  <a:lnTo>
                    <a:pt x="179069" y="114300"/>
                  </a:lnTo>
                  <a:lnTo>
                    <a:pt x="176783" y="114300"/>
                  </a:lnTo>
                  <a:lnTo>
                    <a:pt x="176783" y="115062"/>
                  </a:lnTo>
                  <a:lnTo>
                    <a:pt x="179069" y="115062"/>
                  </a:lnTo>
                  <a:close/>
                </a:path>
                <a:path w="1108710" h="115570">
                  <a:moveTo>
                    <a:pt x="182117" y="115062"/>
                  </a:moveTo>
                  <a:lnTo>
                    <a:pt x="182117" y="114300"/>
                  </a:lnTo>
                  <a:lnTo>
                    <a:pt x="179831" y="114300"/>
                  </a:lnTo>
                  <a:lnTo>
                    <a:pt x="179831" y="115062"/>
                  </a:lnTo>
                  <a:lnTo>
                    <a:pt x="182117" y="115062"/>
                  </a:lnTo>
                  <a:close/>
                </a:path>
                <a:path w="1108710" h="115570">
                  <a:moveTo>
                    <a:pt x="185165" y="115062"/>
                  </a:moveTo>
                  <a:lnTo>
                    <a:pt x="185165" y="114300"/>
                  </a:lnTo>
                  <a:lnTo>
                    <a:pt x="182879" y="114300"/>
                  </a:lnTo>
                  <a:lnTo>
                    <a:pt x="182879" y="115062"/>
                  </a:lnTo>
                  <a:lnTo>
                    <a:pt x="185165" y="115062"/>
                  </a:lnTo>
                  <a:close/>
                </a:path>
                <a:path w="1108710" h="115570">
                  <a:moveTo>
                    <a:pt x="188213" y="115062"/>
                  </a:moveTo>
                  <a:lnTo>
                    <a:pt x="188213" y="114300"/>
                  </a:lnTo>
                  <a:lnTo>
                    <a:pt x="185927" y="114300"/>
                  </a:lnTo>
                  <a:lnTo>
                    <a:pt x="185927" y="115062"/>
                  </a:lnTo>
                  <a:lnTo>
                    <a:pt x="188213" y="115062"/>
                  </a:lnTo>
                  <a:close/>
                </a:path>
                <a:path w="1108710" h="115570">
                  <a:moveTo>
                    <a:pt x="191262" y="115062"/>
                  </a:moveTo>
                  <a:lnTo>
                    <a:pt x="191262" y="114300"/>
                  </a:lnTo>
                  <a:lnTo>
                    <a:pt x="188975" y="114300"/>
                  </a:lnTo>
                  <a:lnTo>
                    <a:pt x="188975" y="115062"/>
                  </a:lnTo>
                  <a:lnTo>
                    <a:pt x="191262" y="115062"/>
                  </a:lnTo>
                  <a:close/>
                </a:path>
                <a:path w="1108710" h="115570">
                  <a:moveTo>
                    <a:pt x="194309" y="115062"/>
                  </a:moveTo>
                  <a:lnTo>
                    <a:pt x="194309" y="114300"/>
                  </a:lnTo>
                  <a:lnTo>
                    <a:pt x="192023" y="114300"/>
                  </a:lnTo>
                  <a:lnTo>
                    <a:pt x="192023" y="115062"/>
                  </a:lnTo>
                  <a:lnTo>
                    <a:pt x="194309" y="115062"/>
                  </a:lnTo>
                  <a:close/>
                </a:path>
                <a:path w="1108710" h="115570">
                  <a:moveTo>
                    <a:pt x="197357" y="115062"/>
                  </a:moveTo>
                  <a:lnTo>
                    <a:pt x="197357" y="114300"/>
                  </a:lnTo>
                  <a:lnTo>
                    <a:pt x="195071" y="114300"/>
                  </a:lnTo>
                  <a:lnTo>
                    <a:pt x="195071" y="115062"/>
                  </a:lnTo>
                  <a:lnTo>
                    <a:pt x="197357" y="115062"/>
                  </a:lnTo>
                  <a:close/>
                </a:path>
                <a:path w="1108710" h="115570">
                  <a:moveTo>
                    <a:pt x="200405" y="115062"/>
                  </a:moveTo>
                  <a:lnTo>
                    <a:pt x="200405" y="114300"/>
                  </a:lnTo>
                  <a:lnTo>
                    <a:pt x="198119" y="114300"/>
                  </a:lnTo>
                  <a:lnTo>
                    <a:pt x="198119" y="115062"/>
                  </a:lnTo>
                  <a:lnTo>
                    <a:pt x="200405" y="115062"/>
                  </a:lnTo>
                  <a:close/>
                </a:path>
                <a:path w="1108710" h="115570">
                  <a:moveTo>
                    <a:pt x="203453" y="115062"/>
                  </a:moveTo>
                  <a:lnTo>
                    <a:pt x="203453" y="114300"/>
                  </a:lnTo>
                  <a:lnTo>
                    <a:pt x="201167" y="114300"/>
                  </a:lnTo>
                  <a:lnTo>
                    <a:pt x="201167" y="115062"/>
                  </a:lnTo>
                  <a:lnTo>
                    <a:pt x="203453" y="115062"/>
                  </a:lnTo>
                  <a:close/>
                </a:path>
                <a:path w="1108710" h="115570">
                  <a:moveTo>
                    <a:pt x="206501" y="115062"/>
                  </a:moveTo>
                  <a:lnTo>
                    <a:pt x="206501" y="114300"/>
                  </a:lnTo>
                  <a:lnTo>
                    <a:pt x="204215" y="114300"/>
                  </a:lnTo>
                  <a:lnTo>
                    <a:pt x="204215" y="115062"/>
                  </a:lnTo>
                  <a:lnTo>
                    <a:pt x="206501" y="115062"/>
                  </a:lnTo>
                  <a:close/>
                </a:path>
                <a:path w="1108710" h="115570">
                  <a:moveTo>
                    <a:pt x="209550" y="115062"/>
                  </a:moveTo>
                  <a:lnTo>
                    <a:pt x="209550" y="114300"/>
                  </a:lnTo>
                  <a:lnTo>
                    <a:pt x="207263" y="114300"/>
                  </a:lnTo>
                  <a:lnTo>
                    <a:pt x="207263" y="115062"/>
                  </a:lnTo>
                  <a:lnTo>
                    <a:pt x="209550" y="115062"/>
                  </a:lnTo>
                  <a:close/>
                </a:path>
                <a:path w="1108710" h="115570">
                  <a:moveTo>
                    <a:pt x="212598" y="115062"/>
                  </a:moveTo>
                  <a:lnTo>
                    <a:pt x="212598" y="114300"/>
                  </a:lnTo>
                  <a:lnTo>
                    <a:pt x="210312" y="114300"/>
                  </a:lnTo>
                  <a:lnTo>
                    <a:pt x="210312" y="115062"/>
                  </a:lnTo>
                  <a:lnTo>
                    <a:pt x="212598" y="115062"/>
                  </a:lnTo>
                  <a:close/>
                </a:path>
                <a:path w="1108710" h="115570">
                  <a:moveTo>
                    <a:pt x="215645" y="115062"/>
                  </a:moveTo>
                  <a:lnTo>
                    <a:pt x="215645" y="114300"/>
                  </a:lnTo>
                  <a:lnTo>
                    <a:pt x="213359" y="114300"/>
                  </a:lnTo>
                  <a:lnTo>
                    <a:pt x="213359" y="115062"/>
                  </a:lnTo>
                  <a:lnTo>
                    <a:pt x="215645" y="115062"/>
                  </a:lnTo>
                  <a:close/>
                </a:path>
                <a:path w="1108710" h="115570">
                  <a:moveTo>
                    <a:pt x="218693" y="115062"/>
                  </a:moveTo>
                  <a:lnTo>
                    <a:pt x="218693" y="114300"/>
                  </a:lnTo>
                  <a:lnTo>
                    <a:pt x="216407" y="114300"/>
                  </a:lnTo>
                  <a:lnTo>
                    <a:pt x="216407" y="115062"/>
                  </a:lnTo>
                  <a:lnTo>
                    <a:pt x="218693" y="115062"/>
                  </a:lnTo>
                  <a:close/>
                </a:path>
                <a:path w="1108710" h="115570">
                  <a:moveTo>
                    <a:pt x="221741" y="115062"/>
                  </a:moveTo>
                  <a:lnTo>
                    <a:pt x="221741" y="114300"/>
                  </a:lnTo>
                  <a:lnTo>
                    <a:pt x="219455" y="114300"/>
                  </a:lnTo>
                  <a:lnTo>
                    <a:pt x="219455" y="115062"/>
                  </a:lnTo>
                  <a:lnTo>
                    <a:pt x="221741" y="115062"/>
                  </a:lnTo>
                  <a:close/>
                </a:path>
                <a:path w="1108710" h="115570">
                  <a:moveTo>
                    <a:pt x="224789" y="115062"/>
                  </a:moveTo>
                  <a:lnTo>
                    <a:pt x="224789" y="114300"/>
                  </a:lnTo>
                  <a:lnTo>
                    <a:pt x="222503" y="114300"/>
                  </a:lnTo>
                  <a:lnTo>
                    <a:pt x="222503" y="115062"/>
                  </a:lnTo>
                  <a:lnTo>
                    <a:pt x="224789" y="115062"/>
                  </a:lnTo>
                  <a:close/>
                </a:path>
                <a:path w="1108710" h="115570">
                  <a:moveTo>
                    <a:pt x="227837" y="115062"/>
                  </a:moveTo>
                  <a:lnTo>
                    <a:pt x="227837" y="114300"/>
                  </a:lnTo>
                  <a:lnTo>
                    <a:pt x="225551" y="114300"/>
                  </a:lnTo>
                  <a:lnTo>
                    <a:pt x="225551" y="115062"/>
                  </a:lnTo>
                  <a:lnTo>
                    <a:pt x="227837" y="115062"/>
                  </a:lnTo>
                  <a:close/>
                </a:path>
                <a:path w="1108710" h="115570">
                  <a:moveTo>
                    <a:pt x="230886" y="115062"/>
                  </a:moveTo>
                  <a:lnTo>
                    <a:pt x="230886" y="114300"/>
                  </a:lnTo>
                  <a:lnTo>
                    <a:pt x="228600" y="114300"/>
                  </a:lnTo>
                  <a:lnTo>
                    <a:pt x="228600" y="115062"/>
                  </a:lnTo>
                  <a:lnTo>
                    <a:pt x="230886" y="115062"/>
                  </a:lnTo>
                  <a:close/>
                </a:path>
                <a:path w="1108710" h="115570">
                  <a:moveTo>
                    <a:pt x="233933" y="115062"/>
                  </a:moveTo>
                  <a:lnTo>
                    <a:pt x="233933" y="114300"/>
                  </a:lnTo>
                  <a:lnTo>
                    <a:pt x="231647" y="114300"/>
                  </a:lnTo>
                  <a:lnTo>
                    <a:pt x="231647" y="115062"/>
                  </a:lnTo>
                  <a:lnTo>
                    <a:pt x="233933" y="115062"/>
                  </a:lnTo>
                  <a:close/>
                </a:path>
                <a:path w="1108710" h="115570">
                  <a:moveTo>
                    <a:pt x="236981" y="115062"/>
                  </a:moveTo>
                  <a:lnTo>
                    <a:pt x="236981" y="114300"/>
                  </a:lnTo>
                  <a:lnTo>
                    <a:pt x="234695" y="114300"/>
                  </a:lnTo>
                  <a:lnTo>
                    <a:pt x="234695" y="115062"/>
                  </a:lnTo>
                  <a:lnTo>
                    <a:pt x="236981" y="115062"/>
                  </a:lnTo>
                  <a:close/>
                </a:path>
                <a:path w="1108710" h="115570">
                  <a:moveTo>
                    <a:pt x="240029" y="115062"/>
                  </a:moveTo>
                  <a:lnTo>
                    <a:pt x="240029" y="114300"/>
                  </a:lnTo>
                  <a:lnTo>
                    <a:pt x="237743" y="114300"/>
                  </a:lnTo>
                  <a:lnTo>
                    <a:pt x="237743" y="115062"/>
                  </a:lnTo>
                  <a:lnTo>
                    <a:pt x="240029" y="115062"/>
                  </a:lnTo>
                  <a:close/>
                </a:path>
                <a:path w="1108710" h="115570">
                  <a:moveTo>
                    <a:pt x="243077" y="115062"/>
                  </a:moveTo>
                  <a:lnTo>
                    <a:pt x="243077" y="114300"/>
                  </a:lnTo>
                  <a:lnTo>
                    <a:pt x="240791" y="114300"/>
                  </a:lnTo>
                  <a:lnTo>
                    <a:pt x="240791" y="115062"/>
                  </a:lnTo>
                  <a:lnTo>
                    <a:pt x="243077" y="115062"/>
                  </a:lnTo>
                  <a:close/>
                </a:path>
                <a:path w="1108710" h="115570">
                  <a:moveTo>
                    <a:pt x="246125" y="115062"/>
                  </a:moveTo>
                  <a:lnTo>
                    <a:pt x="246125" y="114300"/>
                  </a:lnTo>
                  <a:lnTo>
                    <a:pt x="243839" y="114300"/>
                  </a:lnTo>
                  <a:lnTo>
                    <a:pt x="243839" y="115062"/>
                  </a:lnTo>
                  <a:lnTo>
                    <a:pt x="246125" y="115062"/>
                  </a:lnTo>
                  <a:close/>
                </a:path>
                <a:path w="1108710" h="115570">
                  <a:moveTo>
                    <a:pt x="249174" y="115062"/>
                  </a:moveTo>
                  <a:lnTo>
                    <a:pt x="249174" y="114300"/>
                  </a:lnTo>
                  <a:lnTo>
                    <a:pt x="246887" y="114300"/>
                  </a:lnTo>
                  <a:lnTo>
                    <a:pt x="246887" y="115062"/>
                  </a:lnTo>
                  <a:lnTo>
                    <a:pt x="249174" y="115062"/>
                  </a:lnTo>
                  <a:close/>
                </a:path>
                <a:path w="1108710" h="115570">
                  <a:moveTo>
                    <a:pt x="252221" y="115062"/>
                  </a:moveTo>
                  <a:lnTo>
                    <a:pt x="252221" y="114300"/>
                  </a:lnTo>
                  <a:lnTo>
                    <a:pt x="249935" y="114300"/>
                  </a:lnTo>
                  <a:lnTo>
                    <a:pt x="249935" y="115062"/>
                  </a:lnTo>
                  <a:lnTo>
                    <a:pt x="252221" y="115062"/>
                  </a:lnTo>
                  <a:close/>
                </a:path>
                <a:path w="1108710" h="115570">
                  <a:moveTo>
                    <a:pt x="255269" y="115062"/>
                  </a:moveTo>
                  <a:lnTo>
                    <a:pt x="255269" y="114300"/>
                  </a:lnTo>
                  <a:lnTo>
                    <a:pt x="252983" y="114300"/>
                  </a:lnTo>
                  <a:lnTo>
                    <a:pt x="252983" y="115062"/>
                  </a:lnTo>
                  <a:lnTo>
                    <a:pt x="255269" y="115062"/>
                  </a:lnTo>
                  <a:close/>
                </a:path>
                <a:path w="1108710" h="115570">
                  <a:moveTo>
                    <a:pt x="258317" y="115062"/>
                  </a:moveTo>
                  <a:lnTo>
                    <a:pt x="258317" y="114300"/>
                  </a:lnTo>
                  <a:lnTo>
                    <a:pt x="256031" y="114300"/>
                  </a:lnTo>
                  <a:lnTo>
                    <a:pt x="256031" y="115062"/>
                  </a:lnTo>
                  <a:lnTo>
                    <a:pt x="258317" y="115062"/>
                  </a:lnTo>
                  <a:close/>
                </a:path>
                <a:path w="1108710" h="115570">
                  <a:moveTo>
                    <a:pt x="261365" y="115062"/>
                  </a:moveTo>
                  <a:lnTo>
                    <a:pt x="261365" y="114300"/>
                  </a:lnTo>
                  <a:lnTo>
                    <a:pt x="259079" y="114300"/>
                  </a:lnTo>
                  <a:lnTo>
                    <a:pt x="259079" y="115062"/>
                  </a:lnTo>
                  <a:lnTo>
                    <a:pt x="261365" y="115062"/>
                  </a:lnTo>
                  <a:close/>
                </a:path>
                <a:path w="1108710" h="115570">
                  <a:moveTo>
                    <a:pt x="264413" y="115062"/>
                  </a:moveTo>
                  <a:lnTo>
                    <a:pt x="264413" y="114300"/>
                  </a:lnTo>
                  <a:lnTo>
                    <a:pt x="262127" y="114300"/>
                  </a:lnTo>
                  <a:lnTo>
                    <a:pt x="262127" y="115062"/>
                  </a:lnTo>
                  <a:lnTo>
                    <a:pt x="264413" y="115062"/>
                  </a:lnTo>
                  <a:close/>
                </a:path>
                <a:path w="1108710" h="115570">
                  <a:moveTo>
                    <a:pt x="267462" y="115062"/>
                  </a:moveTo>
                  <a:lnTo>
                    <a:pt x="267462" y="114300"/>
                  </a:lnTo>
                  <a:lnTo>
                    <a:pt x="265175" y="114300"/>
                  </a:lnTo>
                  <a:lnTo>
                    <a:pt x="265175" y="115062"/>
                  </a:lnTo>
                  <a:lnTo>
                    <a:pt x="267462" y="115062"/>
                  </a:lnTo>
                  <a:close/>
                </a:path>
                <a:path w="1108710" h="115570">
                  <a:moveTo>
                    <a:pt x="270509" y="115062"/>
                  </a:moveTo>
                  <a:lnTo>
                    <a:pt x="270509" y="114300"/>
                  </a:lnTo>
                  <a:lnTo>
                    <a:pt x="268223" y="114300"/>
                  </a:lnTo>
                  <a:lnTo>
                    <a:pt x="268223" y="115062"/>
                  </a:lnTo>
                  <a:lnTo>
                    <a:pt x="270509" y="115062"/>
                  </a:lnTo>
                  <a:close/>
                </a:path>
                <a:path w="1108710" h="115570">
                  <a:moveTo>
                    <a:pt x="273557" y="115062"/>
                  </a:moveTo>
                  <a:lnTo>
                    <a:pt x="273557" y="114300"/>
                  </a:lnTo>
                  <a:lnTo>
                    <a:pt x="271271" y="114300"/>
                  </a:lnTo>
                  <a:lnTo>
                    <a:pt x="271271" y="115062"/>
                  </a:lnTo>
                  <a:lnTo>
                    <a:pt x="273557" y="115062"/>
                  </a:lnTo>
                  <a:close/>
                </a:path>
                <a:path w="1108710" h="115570">
                  <a:moveTo>
                    <a:pt x="276605" y="115062"/>
                  </a:moveTo>
                  <a:lnTo>
                    <a:pt x="276605" y="114300"/>
                  </a:lnTo>
                  <a:lnTo>
                    <a:pt x="274319" y="114300"/>
                  </a:lnTo>
                  <a:lnTo>
                    <a:pt x="274319" y="115062"/>
                  </a:lnTo>
                  <a:lnTo>
                    <a:pt x="276605" y="115062"/>
                  </a:lnTo>
                  <a:close/>
                </a:path>
                <a:path w="1108710" h="115570">
                  <a:moveTo>
                    <a:pt x="279653" y="115062"/>
                  </a:moveTo>
                  <a:lnTo>
                    <a:pt x="279653" y="114300"/>
                  </a:lnTo>
                  <a:lnTo>
                    <a:pt x="277367" y="114300"/>
                  </a:lnTo>
                  <a:lnTo>
                    <a:pt x="277367" y="115062"/>
                  </a:lnTo>
                  <a:lnTo>
                    <a:pt x="279653" y="115062"/>
                  </a:lnTo>
                  <a:close/>
                </a:path>
                <a:path w="1108710" h="115570">
                  <a:moveTo>
                    <a:pt x="282701" y="115062"/>
                  </a:moveTo>
                  <a:lnTo>
                    <a:pt x="282701" y="114300"/>
                  </a:lnTo>
                  <a:lnTo>
                    <a:pt x="280415" y="114300"/>
                  </a:lnTo>
                  <a:lnTo>
                    <a:pt x="280415" y="115062"/>
                  </a:lnTo>
                  <a:lnTo>
                    <a:pt x="282701" y="115062"/>
                  </a:lnTo>
                  <a:close/>
                </a:path>
                <a:path w="1108710" h="115570">
                  <a:moveTo>
                    <a:pt x="285750" y="115062"/>
                  </a:moveTo>
                  <a:lnTo>
                    <a:pt x="285750" y="114300"/>
                  </a:lnTo>
                  <a:lnTo>
                    <a:pt x="283463" y="114300"/>
                  </a:lnTo>
                  <a:lnTo>
                    <a:pt x="283463" y="115062"/>
                  </a:lnTo>
                  <a:lnTo>
                    <a:pt x="285750" y="115062"/>
                  </a:lnTo>
                  <a:close/>
                </a:path>
                <a:path w="1108710" h="115570">
                  <a:moveTo>
                    <a:pt x="288798" y="115062"/>
                  </a:moveTo>
                  <a:lnTo>
                    <a:pt x="288798" y="114300"/>
                  </a:lnTo>
                  <a:lnTo>
                    <a:pt x="286512" y="114300"/>
                  </a:lnTo>
                  <a:lnTo>
                    <a:pt x="286512" y="115062"/>
                  </a:lnTo>
                  <a:lnTo>
                    <a:pt x="288798" y="115062"/>
                  </a:lnTo>
                  <a:close/>
                </a:path>
                <a:path w="1108710" h="115570">
                  <a:moveTo>
                    <a:pt x="291845" y="115062"/>
                  </a:moveTo>
                  <a:lnTo>
                    <a:pt x="291845" y="114300"/>
                  </a:lnTo>
                  <a:lnTo>
                    <a:pt x="289559" y="114300"/>
                  </a:lnTo>
                  <a:lnTo>
                    <a:pt x="289559" y="115062"/>
                  </a:lnTo>
                  <a:lnTo>
                    <a:pt x="291845" y="115062"/>
                  </a:lnTo>
                  <a:close/>
                </a:path>
                <a:path w="1108710" h="115570">
                  <a:moveTo>
                    <a:pt x="294893" y="115062"/>
                  </a:moveTo>
                  <a:lnTo>
                    <a:pt x="294893" y="114300"/>
                  </a:lnTo>
                  <a:lnTo>
                    <a:pt x="292607" y="114300"/>
                  </a:lnTo>
                  <a:lnTo>
                    <a:pt x="292607" y="115062"/>
                  </a:lnTo>
                  <a:lnTo>
                    <a:pt x="294893" y="115062"/>
                  </a:lnTo>
                  <a:close/>
                </a:path>
                <a:path w="1108710" h="115570">
                  <a:moveTo>
                    <a:pt x="297941" y="115062"/>
                  </a:moveTo>
                  <a:lnTo>
                    <a:pt x="297941" y="114300"/>
                  </a:lnTo>
                  <a:lnTo>
                    <a:pt x="295655" y="114300"/>
                  </a:lnTo>
                  <a:lnTo>
                    <a:pt x="295655" y="115062"/>
                  </a:lnTo>
                  <a:lnTo>
                    <a:pt x="297941" y="115062"/>
                  </a:lnTo>
                  <a:close/>
                </a:path>
                <a:path w="1108710" h="115570">
                  <a:moveTo>
                    <a:pt x="300989" y="115062"/>
                  </a:moveTo>
                  <a:lnTo>
                    <a:pt x="300989" y="114300"/>
                  </a:lnTo>
                  <a:lnTo>
                    <a:pt x="298703" y="114300"/>
                  </a:lnTo>
                  <a:lnTo>
                    <a:pt x="298703" y="115062"/>
                  </a:lnTo>
                  <a:lnTo>
                    <a:pt x="300989" y="115062"/>
                  </a:lnTo>
                  <a:close/>
                </a:path>
                <a:path w="1108710" h="115570">
                  <a:moveTo>
                    <a:pt x="304038" y="115062"/>
                  </a:moveTo>
                  <a:lnTo>
                    <a:pt x="304038" y="114300"/>
                  </a:lnTo>
                  <a:lnTo>
                    <a:pt x="301751" y="114300"/>
                  </a:lnTo>
                  <a:lnTo>
                    <a:pt x="301751" y="115062"/>
                  </a:lnTo>
                  <a:lnTo>
                    <a:pt x="304038" y="115062"/>
                  </a:lnTo>
                  <a:close/>
                </a:path>
                <a:path w="1108710" h="115570">
                  <a:moveTo>
                    <a:pt x="307086" y="115062"/>
                  </a:moveTo>
                  <a:lnTo>
                    <a:pt x="307086" y="114300"/>
                  </a:lnTo>
                  <a:lnTo>
                    <a:pt x="304800" y="114300"/>
                  </a:lnTo>
                  <a:lnTo>
                    <a:pt x="304800" y="115062"/>
                  </a:lnTo>
                  <a:lnTo>
                    <a:pt x="307086" y="115062"/>
                  </a:lnTo>
                  <a:close/>
                </a:path>
                <a:path w="1108710" h="115570">
                  <a:moveTo>
                    <a:pt x="310133" y="115062"/>
                  </a:moveTo>
                  <a:lnTo>
                    <a:pt x="310133" y="114300"/>
                  </a:lnTo>
                  <a:lnTo>
                    <a:pt x="307847" y="114300"/>
                  </a:lnTo>
                  <a:lnTo>
                    <a:pt x="307847" y="115062"/>
                  </a:lnTo>
                  <a:lnTo>
                    <a:pt x="310133" y="115062"/>
                  </a:lnTo>
                  <a:close/>
                </a:path>
                <a:path w="1108710" h="115570">
                  <a:moveTo>
                    <a:pt x="313181" y="115062"/>
                  </a:moveTo>
                  <a:lnTo>
                    <a:pt x="313181" y="114300"/>
                  </a:lnTo>
                  <a:lnTo>
                    <a:pt x="310895" y="114300"/>
                  </a:lnTo>
                  <a:lnTo>
                    <a:pt x="310895" y="115062"/>
                  </a:lnTo>
                  <a:lnTo>
                    <a:pt x="313181" y="115062"/>
                  </a:lnTo>
                  <a:close/>
                </a:path>
                <a:path w="1108710" h="115570">
                  <a:moveTo>
                    <a:pt x="316229" y="115062"/>
                  </a:moveTo>
                  <a:lnTo>
                    <a:pt x="316229" y="114300"/>
                  </a:lnTo>
                  <a:lnTo>
                    <a:pt x="313943" y="114300"/>
                  </a:lnTo>
                  <a:lnTo>
                    <a:pt x="313943" y="115062"/>
                  </a:lnTo>
                  <a:lnTo>
                    <a:pt x="316229" y="115062"/>
                  </a:lnTo>
                  <a:close/>
                </a:path>
                <a:path w="1108710" h="115570">
                  <a:moveTo>
                    <a:pt x="319277" y="115062"/>
                  </a:moveTo>
                  <a:lnTo>
                    <a:pt x="319277" y="114300"/>
                  </a:lnTo>
                  <a:lnTo>
                    <a:pt x="316991" y="114300"/>
                  </a:lnTo>
                  <a:lnTo>
                    <a:pt x="316991" y="115062"/>
                  </a:lnTo>
                  <a:lnTo>
                    <a:pt x="319277" y="115062"/>
                  </a:lnTo>
                  <a:close/>
                </a:path>
                <a:path w="1108710" h="115570">
                  <a:moveTo>
                    <a:pt x="322325" y="115062"/>
                  </a:moveTo>
                  <a:lnTo>
                    <a:pt x="322325" y="114300"/>
                  </a:lnTo>
                  <a:lnTo>
                    <a:pt x="320039" y="114300"/>
                  </a:lnTo>
                  <a:lnTo>
                    <a:pt x="320039" y="115062"/>
                  </a:lnTo>
                  <a:lnTo>
                    <a:pt x="322325" y="115062"/>
                  </a:lnTo>
                  <a:close/>
                </a:path>
                <a:path w="1108710" h="115570">
                  <a:moveTo>
                    <a:pt x="325374" y="115062"/>
                  </a:moveTo>
                  <a:lnTo>
                    <a:pt x="325374" y="114300"/>
                  </a:lnTo>
                  <a:lnTo>
                    <a:pt x="323088" y="114300"/>
                  </a:lnTo>
                  <a:lnTo>
                    <a:pt x="323088" y="115062"/>
                  </a:lnTo>
                  <a:lnTo>
                    <a:pt x="325374" y="115062"/>
                  </a:lnTo>
                  <a:close/>
                </a:path>
                <a:path w="1108710" h="115570">
                  <a:moveTo>
                    <a:pt x="328421" y="115062"/>
                  </a:moveTo>
                  <a:lnTo>
                    <a:pt x="328421" y="114300"/>
                  </a:lnTo>
                  <a:lnTo>
                    <a:pt x="326135" y="114300"/>
                  </a:lnTo>
                  <a:lnTo>
                    <a:pt x="326135" y="115062"/>
                  </a:lnTo>
                  <a:lnTo>
                    <a:pt x="328421" y="115062"/>
                  </a:lnTo>
                  <a:close/>
                </a:path>
                <a:path w="1108710" h="115570">
                  <a:moveTo>
                    <a:pt x="331469" y="115062"/>
                  </a:moveTo>
                  <a:lnTo>
                    <a:pt x="331469" y="114300"/>
                  </a:lnTo>
                  <a:lnTo>
                    <a:pt x="329183" y="114300"/>
                  </a:lnTo>
                  <a:lnTo>
                    <a:pt x="329183" y="115062"/>
                  </a:lnTo>
                  <a:lnTo>
                    <a:pt x="331469" y="115062"/>
                  </a:lnTo>
                  <a:close/>
                </a:path>
                <a:path w="1108710" h="115570">
                  <a:moveTo>
                    <a:pt x="334517" y="115062"/>
                  </a:moveTo>
                  <a:lnTo>
                    <a:pt x="334517" y="114300"/>
                  </a:lnTo>
                  <a:lnTo>
                    <a:pt x="332231" y="114300"/>
                  </a:lnTo>
                  <a:lnTo>
                    <a:pt x="332231" y="115062"/>
                  </a:lnTo>
                  <a:lnTo>
                    <a:pt x="334517" y="115062"/>
                  </a:lnTo>
                  <a:close/>
                </a:path>
                <a:path w="1108710" h="115570">
                  <a:moveTo>
                    <a:pt x="337565" y="115062"/>
                  </a:moveTo>
                  <a:lnTo>
                    <a:pt x="337565" y="114300"/>
                  </a:lnTo>
                  <a:lnTo>
                    <a:pt x="335279" y="114300"/>
                  </a:lnTo>
                  <a:lnTo>
                    <a:pt x="335279" y="115062"/>
                  </a:lnTo>
                  <a:lnTo>
                    <a:pt x="337565" y="115062"/>
                  </a:lnTo>
                  <a:close/>
                </a:path>
                <a:path w="1108710" h="115570">
                  <a:moveTo>
                    <a:pt x="340613" y="115062"/>
                  </a:moveTo>
                  <a:lnTo>
                    <a:pt x="340613" y="114300"/>
                  </a:lnTo>
                  <a:lnTo>
                    <a:pt x="338327" y="114300"/>
                  </a:lnTo>
                  <a:lnTo>
                    <a:pt x="338327" y="115062"/>
                  </a:lnTo>
                  <a:lnTo>
                    <a:pt x="340613" y="115062"/>
                  </a:lnTo>
                  <a:close/>
                </a:path>
                <a:path w="1108710" h="115570">
                  <a:moveTo>
                    <a:pt x="343662" y="115062"/>
                  </a:moveTo>
                  <a:lnTo>
                    <a:pt x="343662" y="114300"/>
                  </a:lnTo>
                  <a:lnTo>
                    <a:pt x="341375" y="114300"/>
                  </a:lnTo>
                  <a:lnTo>
                    <a:pt x="341375" y="115062"/>
                  </a:lnTo>
                  <a:lnTo>
                    <a:pt x="343662" y="115062"/>
                  </a:lnTo>
                  <a:close/>
                </a:path>
                <a:path w="1108710" h="115570">
                  <a:moveTo>
                    <a:pt x="346709" y="115062"/>
                  </a:moveTo>
                  <a:lnTo>
                    <a:pt x="346709" y="114300"/>
                  </a:lnTo>
                  <a:lnTo>
                    <a:pt x="344423" y="114300"/>
                  </a:lnTo>
                  <a:lnTo>
                    <a:pt x="344423" y="115062"/>
                  </a:lnTo>
                  <a:lnTo>
                    <a:pt x="346709" y="115062"/>
                  </a:lnTo>
                  <a:close/>
                </a:path>
                <a:path w="1108710" h="115570">
                  <a:moveTo>
                    <a:pt x="349757" y="115062"/>
                  </a:moveTo>
                  <a:lnTo>
                    <a:pt x="349757" y="114300"/>
                  </a:lnTo>
                  <a:lnTo>
                    <a:pt x="347471" y="114300"/>
                  </a:lnTo>
                  <a:lnTo>
                    <a:pt x="347471" y="115062"/>
                  </a:lnTo>
                  <a:lnTo>
                    <a:pt x="349757" y="115062"/>
                  </a:lnTo>
                  <a:close/>
                </a:path>
                <a:path w="1108710" h="115570">
                  <a:moveTo>
                    <a:pt x="352805" y="115062"/>
                  </a:moveTo>
                  <a:lnTo>
                    <a:pt x="352805" y="114300"/>
                  </a:lnTo>
                  <a:lnTo>
                    <a:pt x="350519" y="114300"/>
                  </a:lnTo>
                  <a:lnTo>
                    <a:pt x="350519" y="115062"/>
                  </a:lnTo>
                  <a:lnTo>
                    <a:pt x="352805" y="115062"/>
                  </a:lnTo>
                  <a:close/>
                </a:path>
                <a:path w="1108710" h="115570">
                  <a:moveTo>
                    <a:pt x="355853" y="115062"/>
                  </a:moveTo>
                  <a:lnTo>
                    <a:pt x="355853" y="114300"/>
                  </a:lnTo>
                  <a:lnTo>
                    <a:pt x="353567" y="114300"/>
                  </a:lnTo>
                  <a:lnTo>
                    <a:pt x="353567" y="115062"/>
                  </a:lnTo>
                  <a:lnTo>
                    <a:pt x="355853" y="115062"/>
                  </a:lnTo>
                  <a:close/>
                </a:path>
                <a:path w="1108710" h="115570">
                  <a:moveTo>
                    <a:pt x="358901" y="115062"/>
                  </a:moveTo>
                  <a:lnTo>
                    <a:pt x="358901" y="114300"/>
                  </a:lnTo>
                  <a:lnTo>
                    <a:pt x="356615" y="114300"/>
                  </a:lnTo>
                  <a:lnTo>
                    <a:pt x="356615" y="115062"/>
                  </a:lnTo>
                  <a:lnTo>
                    <a:pt x="358901" y="115062"/>
                  </a:lnTo>
                  <a:close/>
                </a:path>
                <a:path w="1108710" h="115570">
                  <a:moveTo>
                    <a:pt x="361950" y="115062"/>
                  </a:moveTo>
                  <a:lnTo>
                    <a:pt x="361950" y="114300"/>
                  </a:lnTo>
                  <a:lnTo>
                    <a:pt x="359663" y="114300"/>
                  </a:lnTo>
                  <a:lnTo>
                    <a:pt x="359663" y="115062"/>
                  </a:lnTo>
                  <a:lnTo>
                    <a:pt x="361950" y="115062"/>
                  </a:lnTo>
                  <a:close/>
                </a:path>
                <a:path w="1108710" h="115570">
                  <a:moveTo>
                    <a:pt x="364998" y="115062"/>
                  </a:moveTo>
                  <a:lnTo>
                    <a:pt x="364998" y="114300"/>
                  </a:lnTo>
                  <a:lnTo>
                    <a:pt x="362712" y="114300"/>
                  </a:lnTo>
                  <a:lnTo>
                    <a:pt x="362712" y="115062"/>
                  </a:lnTo>
                  <a:lnTo>
                    <a:pt x="364998" y="115062"/>
                  </a:lnTo>
                  <a:close/>
                </a:path>
                <a:path w="1108710" h="115570">
                  <a:moveTo>
                    <a:pt x="368045" y="115062"/>
                  </a:moveTo>
                  <a:lnTo>
                    <a:pt x="368045" y="114300"/>
                  </a:lnTo>
                  <a:lnTo>
                    <a:pt x="365759" y="114300"/>
                  </a:lnTo>
                  <a:lnTo>
                    <a:pt x="365759" y="115062"/>
                  </a:lnTo>
                  <a:lnTo>
                    <a:pt x="368045" y="115062"/>
                  </a:lnTo>
                  <a:close/>
                </a:path>
                <a:path w="1108710" h="115570">
                  <a:moveTo>
                    <a:pt x="371093" y="115062"/>
                  </a:moveTo>
                  <a:lnTo>
                    <a:pt x="371093" y="114300"/>
                  </a:lnTo>
                  <a:lnTo>
                    <a:pt x="368807" y="114300"/>
                  </a:lnTo>
                  <a:lnTo>
                    <a:pt x="368807" y="115062"/>
                  </a:lnTo>
                  <a:lnTo>
                    <a:pt x="371093" y="115062"/>
                  </a:lnTo>
                  <a:close/>
                </a:path>
                <a:path w="1108710" h="115570">
                  <a:moveTo>
                    <a:pt x="374141" y="115062"/>
                  </a:moveTo>
                  <a:lnTo>
                    <a:pt x="374141" y="114300"/>
                  </a:lnTo>
                  <a:lnTo>
                    <a:pt x="371855" y="114300"/>
                  </a:lnTo>
                  <a:lnTo>
                    <a:pt x="371855" y="115062"/>
                  </a:lnTo>
                  <a:lnTo>
                    <a:pt x="374141" y="115062"/>
                  </a:lnTo>
                  <a:close/>
                </a:path>
                <a:path w="1108710" h="115570">
                  <a:moveTo>
                    <a:pt x="377189" y="115062"/>
                  </a:moveTo>
                  <a:lnTo>
                    <a:pt x="377189" y="114300"/>
                  </a:lnTo>
                  <a:lnTo>
                    <a:pt x="374903" y="114300"/>
                  </a:lnTo>
                  <a:lnTo>
                    <a:pt x="374903" y="115062"/>
                  </a:lnTo>
                  <a:lnTo>
                    <a:pt x="377189" y="115062"/>
                  </a:lnTo>
                  <a:close/>
                </a:path>
                <a:path w="1108710" h="115570">
                  <a:moveTo>
                    <a:pt x="380238" y="115062"/>
                  </a:moveTo>
                  <a:lnTo>
                    <a:pt x="380238" y="114300"/>
                  </a:lnTo>
                  <a:lnTo>
                    <a:pt x="377951" y="114300"/>
                  </a:lnTo>
                  <a:lnTo>
                    <a:pt x="377951" y="115062"/>
                  </a:lnTo>
                  <a:lnTo>
                    <a:pt x="380238" y="115062"/>
                  </a:lnTo>
                  <a:close/>
                </a:path>
                <a:path w="1108710" h="115570">
                  <a:moveTo>
                    <a:pt x="383286" y="115062"/>
                  </a:moveTo>
                  <a:lnTo>
                    <a:pt x="383286" y="114300"/>
                  </a:lnTo>
                  <a:lnTo>
                    <a:pt x="381000" y="114300"/>
                  </a:lnTo>
                  <a:lnTo>
                    <a:pt x="381000" y="115062"/>
                  </a:lnTo>
                  <a:lnTo>
                    <a:pt x="383286" y="115062"/>
                  </a:lnTo>
                  <a:close/>
                </a:path>
                <a:path w="1108710" h="115570">
                  <a:moveTo>
                    <a:pt x="386333" y="115062"/>
                  </a:moveTo>
                  <a:lnTo>
                    <a:pt x="386333" y="114300"/>
                  </a:lnTo>
                  <a:lnTo>
                    <a:pt x="384047" y="114300"/>
                  </a:lnTo>
                  <a:lnTo>
                    <a:pt x="384047" y="115062"/>
                  </a:lnTo>
                  <a:lnTo>
                    <a:pt x="386333" y="115062"/>
                  </a:lnTo>
                  <a:close/>
                </a:path>
                <a:path w="1108710" h="115570">
                  <a:moveTo>
                    <a:pt x="389381" y="115062"/>
                  </a:moveTo>
                  <a:lnTo>
                    <a:pt x="389381" y="114300"/>
                  </a:lnTo>
                  <a:lnTo>
                    <a:pt x="387095" y="114300"/>
                  </a:lnTo>
                  <a:lnTo>
                    <a:pt x="387095" y="115062"/>
                  </a:lnTo>
                  <a:lnTo>
                    <a:pt x="389381" y="115062"/>
                  </a:lnTo>
                  <a:close/>
                </a:path>
                <a:path w="1108710" h="115570">
                  <a:moveTo>
                    <a:pt x="392429" y="115062"/>
                  </a:moveTo>
                  <a:lnTo>
                    <a:pt x="392429" y="114300"/>
                  </a:lnTo>
                  <a:lnTo>
                    <a:pt x="390143" y="114300"/>
                  </a:lnTo>
                  <a:lnTo>
                    <a:pt x="390143" y="115062"/>
                  </a:lnTo>
                  <a:lnTo>
                    <a:pt x="392429" y="115062"/>
                  </a:lnTo>
                  <a:close/>
                </a:path>
                <a:path w="1108710" h="115570">
                  <a:moveTo>
                    <a:pt x="395477" y="115062"/>
                  </a:moveTo>
                  <a:lnTo>
                    <a:pt x="395477" y="114300"/>
                  </a:lnTo>
                  <a:lnTo>
                    <a:pt x="393191" y="114300"/>
                  </a:lnTo>
                  <a:lnTo>
                    <a:pt x="393191" y="115062"/>
                  </a:lnTo>
                  <a:lnTo>
                    <a:pt x="395477" y="115062"/>
                  </a:lnTo>
                  <a:close/>
                </a:path>
                <a:path w="1108710" h="115570">
                  <a:moveTo>
                    <a:pt x="398525" y="115062"/>
                  </a:moveTo>
                  <a:lnTo>
                    <a:pt x="398525" y="114300"/>
                  </a:lnTo>
                  <a:lnTo>
                    <a:pt x="396239" y="114300"/>
                  </a:lnTo>
                  <a:lnTo>
                    <a:pt x="396239" y="115062"/>
                  </a:lnTo>
                  <a:lnTo>
                    <a:pt x="398525" y="115062"/>
                  </a:lnTo>
                  <a:close/>
                </a:path>
                <a:path w="1108710" h="115570">
                  <a:moveTo>
                    <a:pt x="401574" y="115062"/>
                  </a:moveTo>
                  <a:lnTo>
                    <a:pt x="401574" y="114300"/>
                  </a:lnTo>
                  <a:lnTo>
                    <a:pt x="399288" y="114300"/>
                  </a:lnTo>
                  <a:lnTo>
                    <a:pt x="399288" y="115062"/>
                  </a:lnTo>
                  <a:lnTo>
                    <a:pt x="401574" y="115062"/>
                  </a:lnTo>
                  <a:close/>
                </a:path>
                <a:path w="1108710" h="115570">
                  <a:moveTo>
                    <a:pt x="404621" y="115062"/>
                  </a:moveTo>
                  <a:lnTo>
                    <a:pt x="404621" y="114300"/>
                  </a:lnTo>
                  <a:lnTo>
                    <a:pt x="402335" y="114300"/>
                  </a:lnTo>
                  <a:lnTo>
                    <a:pt x="402335" y="115062"/>
                  </a:lnTo>
                  <a:lnTo>
                    <a:pt x="404621" y="115062"/>
                  </a:lnTo>
                  <a:close/>
                </a:path>
                <a:path w="1108710" h="115570">
                  <a:moveTo>
                    <a:pt x="407669" y="115062"/>
                  </a:moveTo>
                  <a:lnTo>
                    <a:pt x="407669" y="114300"/>
                  </a:lnTo>
                  <a:lnTo>
                    <a:pt x="405383" y="114300"/>
                  </a:lnTo>
                  <a:lnTo>
                    <a:pt x="405383" y="115062"/>
                  </a:lnTo>
                  <a:lnTo>
                    <a:pt x="407669" y="115062"/>
                  </a:lnTo>
                  <a:close/>
                </a:path>
                <a:path w="1108710" h="115570">
                  <a:moveTo>
                    <a:pt x="410717" y="115062"/>
                  </a:moveTo>
                  <a:lnTo>
                    <a:pt x="410717" y="114300"/>
                  </a:lnTo>
                  <a:lnTo>
                    <a:pt x="408431" y="114300"/>
                  </a:lnTo>
                  <a:lnTo>
                    <a:pt x="408431" y="115062"/>
                  </a:lnTo>
                  <a:lnTo>
                    <a:pt x="410717" y="115062"/>
                  </a:lnTo>
                  <a:close/>
                </a:path>
                <a:path w="1108710" h="115570">
                  <a:moveTo>
                    <a:pt x="413765" y="115062"/>
                  </a:moveTo>
                  <a:lnTo>
                    <a:pt x="413765" y="114300"/>
                  </a:lnTo>
                  <a:lnTo>
                    <a:pt x="411479" y="114300"/>
                  </a:lnTo>
                  <a:lnTo>
                    <a:pt x="411479" y="115062"/>
                  </a:lnTo>
                  <a:lnTo>
                    <a:pt x="413765" y="115062"/>
                  </a:lnTo>
                  <a:close/>
                </a:path>
                <a:path w="1108710" h="115570">
                  <a:moveTo>
                    <a:pt x="416813" y="115062"/>
                  </a:moveTo>
                  <a:lnTo>
                    <a:pt x="416813" y="114300"/>
                  </a:lnTo>
                  <a:lnTo>
                    <a:pt x="414527" y="114300"/>
                  </a:lnTo>
                  <a:lnTo>
                    <a:pt x="414527" y="115062"/>
                  </a:lnTo>
                  <a:lnTo>
                    <a:pt x="416813" y="115062"/>
                  </a:lnTo>
                  <a:close/>
                </a:path>
                <a:path w="1108710" h="115570">
                  <a:moveTo>
                    <a:pt x="419862" y="115062"/>
                  </a:moveTo>
                  <a:lnTo>
                    <a:pt x="419862" y="114300"/>
                  </a:lnTo>
                  <a:lnTo>
                    <a:pt x="417575" y="114300"/>
                  </a:lnTo>
                  <a:lnTo>
                    <a:pt x="417575" y="115062"/>
                  </a:lnTo>
                  <a:lnTo>
                    <a:pt x="419862" y="115062"/>
                  </a:lnTo>
                  <a:close/>
                </a:path>
                <a:path w="1108710" h="115570">
                  <a:moveTo>
                    <a:pt x="422909" y="115062"/>
                  </a:moveTo>
                  <a:lnTo>
                    <a:pt x="422909" y="114300"/>
                  </a:lnTo>
                  <a:lnTo>
                    <a:pt x="420623" y="114300"/>
                  </a:lnTo>
                  <a:lnTo>
                    <a:pt x="420623" y="115062"/>
                  </a:lnTo>
                  <a:lnTo>
                    <a:pt x="422909" y="115062"/>
                  </a:lnTo>
                  <a:close/>
                </a:path>
                <a:path w="1108710" h="115570">
                  <a:moveTo>
                    <a:pt x="425957" y="115062"/>
                  </a:moveTo>
                  <a:lnTo>
                    <a:pt x="425957" y="114300"/>
                  </a:lnTo>
                  <a:lnTo>
                    <a:pt x="423671" y="114300"/>
                  </a:lnTo>
                  <a:lnTo>
                    <a:pt x="423671" y="115062"/>
                  </a:lnTo>
                  <a:lnTo>
                    <a:pt x="425957" y="115062"/>
                  </a:lnTo>
                  <a:close/>
                </a:path>
                <a:path w="1108710" h="115570">
                  <a:moveTo>
                    <a:pt x="429005" y="115062"/>
                  </a:moveTo>
                  <a:lnTo>
                    <a:pt x="429005" y="114300"/>
                  </a:lnTo>
                  <a:lnTo>
                    <a:pt x="426719" y="114300"/>
                  </a:lnTo>
                  <a:lnTo>
                    <a:pt x="426719" y="115062"/>
                  </a:lnTo>
                  <a:lnTo>
                    <a:pt x="429005" y="115062"/>
                  </a:lnTo>
                  <a:close/>
                </a:path>
                <a:path w="1108710" h="115570">
                  <a:moveTo>
                    <a:pt x="432053" y="115062"/>
                  </a:moveTo>
                  <a:lnTo>
                    <a:pt x="432053" y="114300"/>
                  </a:lnTo>
                  <a:lnTo>
                    <a:pt x="429767" y="114300"/>
                  </a:lnTo>
                  <a:lnTo>
                    <a:pt x="429767" y="115062"/>
                  </a:lnTo>
                  <a:lnTo>
                    <a:pt x="432053" y="115062"/>
                  </a:lnTo>
                  <a:close/>
                </a:path>
                <a:path w="1108710" h="115570">
                  <a:moveTo>
                    <a:pt x="435101" y="115062"/>
                  </a:moveTo>
                  <a:lnTo>
                    <a:pt x="435101" y="114300"/>
                  </a:lnTo>
                  <a:lnTo>
                    <a:pt x="432815" y="114300"/>
                  </a:lnTo>
                  <a:lnTo>
                    <a:pt x="432815" y="115062"/>
                  </a:lnTo>
                  <a:lnTo>
                    <a:pt x="435101" y="115062"/>
                  </a:lnTo>
                  <a:close/>
                </a:path>
                <a:path w="1108710" h="115570">
                  <a:moveTo>
                    <a:pt x="438150" y="115062"/>
                  </a:moveTo>
                  <a:lnTo>
                    <a:pt x="438150" y="114300"/>
                  </a:lnTo>
                  <a:lnTo>
                    <a:pt x="435863" y="114300"/>
                  </a:lnTo>
                  <a:lnTo>
                    <a:pt x="435863" y="115062"/>
                  </a:lnTo>
                  <a:lnTo>
                    <a:pt x="438150" y="115062"/>
                  </a:lnTo>
                  <a:close/>
                </a:path>
                <a:path w="1108710" h="115570">
                  <a:moveTo>
                    <a:pt x="441198" y="115062"/>
                  </a:moveTo>
                  <a:lnTo>
                    <a:pt x="441198" y="114300"/>
                  </a:lnTo>
                  <a:lnTo>
                    <a:pt x="438912" y="114300"/>
                  </a:lnTo>
                  <a:lnTo>
                    <a:pt x="438912" y="115062"/>
                  </a:lnTo>
                  <a:lnTo>
                    <a:pt x="441198" y="115062"/>
                  </a:lnTo>
                  <a:close/>
                </a:path>
                <a:path w="1108710" h="115570">
                  <a:moveTo>
                    <a:pt x="444245" y="115062"/>
                  </a:moveTo>
                  <a:lnTo>
                    <a:pt x="444245" y="114300"/>
                  </a:lnTo>
                  <a:lnTo>
                    <a:pt x="441959" y="114300"/>
                  </a:lnTo>
                  <a:lnTo>
                    <a:pt x="441959" y="115062"/>
                  </a:lnTo>
                  <a:lnTo>
                    <a:pt x="444245" y="115062"/>
                  </a:lnTo>
                  <a:close/>
                </a:path>
                <a:path w="1108710" h="115570">
                  <a:moveTo>
                    <a:pt x="447293" y="115062"/>
                  </a:moveTo>
                  <a:lnTo>
                    <a:pt x="447293" y="114300"/>
                  </a:lnTo>
                  <a:lnTo>
                    <a:pt x="445007" y="114300"/>
                  </a:lnTo>
                  <a:lnTo>
                    <a:pt x="445007" y="115062"/>
                  </a:lnTo>
                  <a:lnTo>
                    <a:pt x="447293" y="115062"/>
                  </a:lnTo>
                  <a:close/>
                </a:path>
                <a:path w="1108710" h="115570">
                  <a:moveTo>
                    <a:pt x="450341" y="115062"/>
                  </a:moveTo>
                  <a:lnTo>
                    <a:pt x="450341" y="114300"/>
                  </a:lnTo>
                  <a:lnTo>
                    <a:pt x="448055" y="114300"/>
                  </a:lnTo>
                  <a:lnTo>
                    <a:pt x="448055" y="115062"/>
                  </a:lnTo>
                  <a:lnTo>
                    <a:pt x="450341" y="115062"/>
                  </a:lnTo>
                  <a:close/>
                </a:path>
                <a:path w="1108710" h="115570">
                  <a:moveTo>
                    <a:pt x="453389" y="115062"/>
                  </a:moveTo>
                  <a:lnTo>
                    <a:pt x="453389" y="114300"/>
                  </a:lnTo>
                  <a:lnTo>
                    <a:pt x="451103" y="114300"/>
                  </a:lnTo>
                  <a:lnTo>
                    <a:pt x="451103" y="115062"/>
                  </a:lnTo>
                  <a:lnTo>
                    <a:pt x="453389" y="115062"/>
                  </a:lnTo>
                  <a:close/>
                </a:path>
                <a:path w="1108710" h="115570">
                  <a:moveTo>
                    <a:pt x="456438" y="115062"/>
                  </a:moveTo>
                  <a:lnTo>
                    <a:pt x="456438" y="114300"/>
                  </a:lnTo>
                  <a:lnTo>
                    <a:pt x="454151" y="114300"/>
                  </a:lnTo>
                  <a:lnTo>
                    <a:pt x="454151" y="115062"/>
                  </a:lnTo>
                  <a:lnTo>
                    <a:pt x="456438" y="115062"/>
                  </a:lnTo>
                  <a:close/>
                </a:path>
                <a:path w="1108710" h="115570">
                  <a:moveTo>
                    <a:pt x="459486" y="115062"/>
                  </a:moveTo>
                  <a:lnTo>
                    <a:pt x="459486" y="114300"/>
                  </a:lnTo>
                  <a:lnTo>
                    <a:pt x="457200" y="114300"/>
                  </a:lnTo>
                  <a:lnTo>
                    <a:pt x="457200" y="115062"/>
                  </a:lnTo>
                  <a:lnTo>
                    <a:pt x="459486" y="115062"/>
                  </a:lnTo>
                  <a:close/>
                </a:path>
                <a:path w="1108710" h="115570">
                  <a:moveTo>
                    <a:pt x="462533" y="115062"/>
                  </a:moveTo>
                  <a:lnTo>
                    <a:pt x="462533" y="114300"/>
                  </a:lnTo>
                  <a:lnTo>
                    <a:pt x="460247" y="114300"/>
                  </a:lnTo>
                  <a:lnTo>
                    <a:pt x="460247" y="115062"/>
                  </a:lnTo>
                  <a:lnTo>
                    <a:pt x="462533" y="115062"/>
                  </a:lnTo>
                  <a:close/>
                </a:path>
                <a:path w="1108710" h="115570">
                  <a:moveTo>
                    <a:pt x="465581" y="115062"/>
                  </a:moveTo>
                  <a:lnTo>
                    <a:pt x="465581" y="114300"/>
                  </a:lnTo>
                  <a:lnTo>
                    <a:pt x="463295" y="114300"/>
                  </a:lnTo>
                  <a:lnTo>
                    <a:pt x="463295" y="115062"/>
                  </a:lnTo>
                  <a:lnTo>
                    <a:pt x="465581" y="115062"/>
                  </a:lnTo>
                  <a:close/>
                </a:path>
                <a:path w="1108710" h="115570">
                  <a:moveTo>
                    <a:pt x="468629" y="115062"/>
                  </a:moveTo>
                  <a:lnTo>
                    <a:pt x="468629" y="114300"/>
                  </a:lnTo>
                  <a:lnTo>
                    <a:pt x="466343" y="114300"/>
                  </a:lnTo>
                  <a:lnTo>
                    <a:pt x="466343" y="115062"/>
                  </a:lnTo>
                  <a:lnTo>
                    <a:pt x="468629" y="115062"/>
                  </a:lnTo>
                  <a:close/>
                </a:path>
                <a:path w="1108710" h="115570">
                  <a:moveTo>
                    <a:pt x="471677" y="115062"/>
                  </a:moveTo>
                  <a:lnTo>
                    <a:pt x="471677" y="114300"/>
                  </a:lnTo>
                  <a:lnTo>
                    <a:pt x="469391" y="114300"/>
                  </a:lnTo>
                  <a:lnTo>
                    <a:pt x="469391" y="115062"/>
                  </a:lnTo>
                  <a:lnTo>
                    <a:pt x="471677" y="115062"/>
                  </a:lnTo>
                  <a:close/>
                </a:path>
                <a:path w="1108710" h="115570">
                  <a:moveTo>
                    <a:pt x="474725" y="115062"/>
                  </a:moveTo>
                  <a:lnTo>
                    <a:pt x="474725" y="114300"/>
                  </a:lnTo>
                  <a:lnTo>
                    <a:pt x="472439" y="114300"/>
                  </a:lnTo>
                  <a:lnTo>
                    <a:pt x="472439" y="115062"/>
                  </a:lnTo>
                  <a:lnTo>
                    <a:pt x="474725" y="115062"/>
                  </a:lnTo>
                  <a:close/>
                </a:path>
                <a:path w="1108710" h="115570">
                  <a:moveTo>
                    <a:pt x="477774" y="115062"/>
                  </a:moveTo>
                  <a:lnTo>
                    <a:pt x="477774" y="114300"/>
                  </a:lnTo>
                  <a:lnTo>
                    <a:pt x="475488" y="114300"/>
                  </a:lnTo>
                  <a:lnTo>
                    <a:pt x="475488" y="115062"/>
                  </a:lnTo>
                  <a:lnTo>
                    <a:pt x="477774" y="115062"/>
                  </a:lnTo>
                  <a:close/>
                </a:path>
                <a:path w="1108710" h="115570">
                  <a:moveTo>
                    <a:pt x="480821" y="115062"/>
                  </a:moveTo>
                  <a:lnTo>
                    <a:pt x="480821" y="114300"/>
                  </a:lnTo>
                  <a:lnTo>
                    <a:pt x="478535" y="114300"/>
                  </a:lnTo>
                  <a:lnTo>
                    <a:pt x="478535" y="115062"/>
                  </a:lnTo>
                  <a:lnTo>
                    <a:pt x="480821" y="115062"/>
                  </a:lnTo>
                  <a:close/>
                </a:path>
                <a:path w="1108710" h="115570">
                  <a:moveTo>
                    <a:pt x="483869" y="115062"/>
                  </a:moveTo>
                  <a:lnTo>
                    <a:pt x="483869" y="114300"/>
                  </a:lnTo>
                  <a:lnTo>
                    <a:pt x="481583" y="114300"/>
                  </a:lnTo>
                  <a:lnTo>
                    <a:pt x="481583" y="115062"/>
                  </a:lnTo>
                  <a:lnTo>
                    <a:pt x="483869" y="115062"/>
                  </a:lnTo>
                  <a:close/>
                </a:path>
                <a:path w="1108710" h="115570">
                  <a:moveTo>
                    <a:pt x="486917" y="115062"/>
                  </a:moveTo>
                  <a:lnTo>
                    <a:pt x="486917" y="114300"/>
                  </a:lnTo>
                  <a:lnTo>
                    <a:pt x="484631" y="114300"/>
                  </a:lnTo>
                  <a:lnTo>
                    <a:pt x="484631" y="115062"/>
                  </a:lnTo>
                  <a:lnTo>
                    <a:pt x="486917" y="115062"/>
                  </a:lnTo>
                  <a:close/>
                </a:path>
                <a:path w="1108710" h="115570">
                  <a:moveTo>
                    <a:pt x="489965" y="115062"/>
                  </a:moveTo>
                  <a:lnTo>
                    <a:pt x="489965" y="114300"/>
                  </a:lnTo>
                  <a:lnTo>
                    <a:pt x="487679" y="114300"/>
                  </a:lnTo>
                  <a:lnTo>
                    <a:pt x="487679" y="115062"/>
                  </a:lnTo>
                  <a:lnTo>
                    <a:pt x="489965" y="115062"/>
                  </a:lnTo>
                  <a:close/>
                </a:path>
                <a:path w="1108710" h="115570">
                  <a:moveTo>
                    <a:pt x="493013" y="115062"/>
                  </a:moveTo>
                  <a:lnTo>
                    <a:pt x="493013" y="114300"/>
                  </a:lnTo>
                  <a:lnTo>
                    <a:pt x="490727" y="114300"/>
                  </a:lnTo>
                  <a:lnTo>
                    <a:pt x="490727" y="115062"/>
                  </a:lnTo>
                  <a:lnTo>
                    <a:pt x="493013" y="115062"/>
                  </a:lnTo>
                  <a:close/>
                </a:path>
                <a:path w="1108710" h="115570">
                  <a:moveTo>
                    <a:pt x="496062" y="115062"/>
                  </a:moveTo>
                  <a:lnTo>
                    <a:pt x="496062" y="114300"/>
                  </a:lnTo>
                  <a:lnTo>
                    <a:pt x="493775" y="114300"/>
                  </a:lnTo>
                  <a:lnTo>
                    <a:pt x="493775" y="115062"/>
                  </a:lnTo>
                  <a:lnTo>
                    <a:pt x="496062" y="115062"/>
                  </a:lnTo>
                  <a:close/>
                </a:path>
                <a:path w="1108710" h="115570">
                  <a:moveTo>
                    <a:pt x="499109" y="115062"/>
                  </a:moveTo>
                  <a:lnTo>
                    <a:pt x="499109" y="114300"/>
                  </a:lnTo>
                  <a:lnTo>
                    <a:pt x="496823" y="114300"/>
                  </a:lnTo>
                  <a:lnTo>
                    <a:pt x="496823" y="115062"/>
                  </a:lnTo>
                  <a:lnTo>
                    <a:pt x="499109" y="115062"/>
                  </a:lnTo>
                  <a:close/>
                </a:path>
                <a:path w="1108710" h="115570">
                  <a:moveTo>
                    <a:pt x="502157" y="115062"/>
                  </a:moveTo>
                  <a:lnTo>
                    <a:pt x="502157" y="114300"/>
                  </a:lnTo>
                  <a:lnTo>
                    <a:pt x="499871" y="114300"/>
                  </a:lnTo>
                  <a:lnTo>
                    <a:pt x="499871" y="115062"/>
                  </a:lnTo>
                  <a:lnTo>
                    <a:pt x="502157" y="115062"/>
                  </a:lnTo>
                  <a:close/>
                </a:path>
                <a:path w="1108710" h="115570">
                  <a:moveTo>
                    <a:pt x="505205" y="115062"/>
                  </a:moveTo>
                  <a:lnTo>
                    <a:pt x="505205" y="114300"/>
                  </a:lnTo>
                  <a:lnTo>
                    <a:pt x="502919" y="114300"/>
                  </a:lnTo>
                  <a:lnTo>
                    <a:pt x="502919" y="115062"/>
                  </a:lnTo>
                  <a:lnTo>
                    <a:pt x="505205" y="115062"/>
                  </a:lnTo>
                  <a:close/>
                </a:path>
                <a:path w="1108710" h="115570">
                  <a:moveTo>
                    <a:pt x="508253" y="115062"/>
                  </a:moveTo>
                  <a:lnTo>
                    <a:pt x="508253" y="114300"/>
                  </a:lnTo>
                  <a:lnTo>
                    <a:pt x="505967" y="114300"/>
                  </a:lnTo>
                  <a:lnTo>
                    <a:pt x="505967" y="115062"/>
                  </a:lnTo>
                  <a:lnTo>
                    <a:pt x="508253" y="115062"/>
                  </a:lnTo>
                  <a:close/>
                </a:path>
                <a:path w="1108710" h="115570">
                  <a:moveTo>
                    <a:pt x="511301" y="115062"/>
                  </a:moveTo>
                  <a:lnTo>
                    <a:pt x="511301" y="114300"/>
                  </a:lnTo>
                  <a:lnTo>
                    <a:pt x="509015" y="114300"/>
                  </a:lnTo>
                  <a:lnTo>
                    <a:pt x="509015" y="115062"/>
                  </a:lnTo>
                  <a:lnTo>
                    <a:pt x="511301" y="115062"/>
                  </a:lnTo>
                  <a:close/>
                </a:path>
                <a:path w="1108710" h="115570">
                  <a:moveTo>
                    <a:pt x="514350" y="115062"/>
                  </a:moveTo>
                  <a:lnTo>
                    <a:pt x="514350" y="114300"/>
                  </a:lnTo>
                  <a:lnTo>
                    <a:pt x="512063" y="114300"/>
                  </a:lnTo>
                  <a:lnTo>
                    <a:pt x="512063" y="115062"/>
                  </a:lnTo>
                  <a:lnTo>
                    <a:pt x="514350" y="115062"/>
                  </a:lnTo>
                  <a:close/>
                </a:path>
                <a:path w="1108710" h="115570">
                  <a:moveTo>
                    <a:pt x="518160" y="115062"/>
                  </a:moveTo>
                  <a:lnTo>
                    <a:pt x="518160" y="114300"/>
                  </a:lnTo>
                  <a:lnTo>
                    <a:pt x="515112" y="114300"/>
                  </a:lnTo>
                  <a:lnTo>
                    <a:pt x="515112" y="115062"/>
                  </a:lnTo>
                  <a:lnTo>
                    <a:pt x="518160" y="115062"/>
                  </a:lnTo>
                  <a:close/>
                </a:path>
                <a:path w="1108710" h="115570">
                  <a:moveTo>
                    <a:pt x="521207" y="115062"/>
                  </a:moveTo>
                  <a:lnTo>
                    <a:pt x="521207" y="114300"/>
                  </a:lnTo>
                  <a:lnTo>
                    <a:pt x="518921" y="114300"/>
                  </a:lnTo>
                  <a:lnTo>
                    <a:pt x="518921" y="115062"/>
                  </a:lnTo>
                  <a:lnTo>
                    <a:pt x="521207" y="115062"/>
                  </a:lnTo>
                  <a:close/>
                </a:path>
                <a:path w="1108710" h="115570">
                  <a:moveTo>
                    <a:pt x="524255" y="115062"/>
                  </a:moveTo>
                  <a:lnTo>
                    <a:pt x="524255" y="114300"/>
                  </a:lnTo>
                  <a:lnTo>
                    <a:pt x="521969" y="114300"/>
                  </a:lnTo>
                  <a:lnTo>
                    <a:pt x="521969" y="115062"/>
                  </a:lnTo>
                  <a:lnTo>
                    <a:pt x="524255" y="115062"/>
                  </a:lnTo>
                  <a:close/>
                </a:path>
                <a:path w="1108710" h="115570">
                  <a:moveTo>
                    <a:pt x="527303" y="115062"/>
                  </a:moveTo>
                  <a:lnTo>
                    <a:pt x="527303" y="114300"/>
                  </a:lnTo>
                  <a:lnTo>
                    <a:pt x="525017" y="114300"/>
                  </a:lnTo>
                  <a:lnTo>
                    <a:pt x="525017" y="115062"/>
                  </a:lnTo>
                  <a:lnTo>
                    <a:pt x="527303" y="115062"/>
                  </a:lnTo>
                  <a:close/>
                </a:path>
                <a:path w="1108710" h="115570">
                  <a:moveTo>
                    <a:pt x="530351" y="115062"/>
                  </a:moveTo>
                  <a:lnTo>
                    <a:pt x="530351" y="114300"/>
                  </a:lnTo>
                  <a:lnTo>
                    <a:pt x="528065" y="114300"/>
                  </a:lnTo>
                  <a:lnTo>
                    <a:pt x="528065" y="115062"/>
                  </a:lnTo>
                  <a:lnTo>
                    <a:pt x="530351" y="115062"/>
                  </a:lnTo>
                  <a:close/>
                </a:path>
                <a:path w="1108710" h="115570">
                  <a:moveTo>
                    <a:pt x="533400" y="115062"/>
                  </a:moveTo>
                  <a:lnTo>
                    <a:pt x="533400" y="114300"/>
                  </a:lnTo>
                  <a:lnTo>
                    <a:pt x="531113" y="114300"/>
                  </a:lnTo>
                  <a:lnTo>
                    <a:pt x="531113" y="115062"/>
                  </a:lnTo>
                  <a:lnTo>
                    <a:pt x="533400" y="115062"/>
                  </a:lnTo>
                  <a:close/>
                </a:path>
                <a:path w="1108710" h="115570">
                  <a:moveTo>
                    <a:pt x="536448" y="115062"/>
                  </a:moveTo>
                  <a:lnTo>
                    <a:pt x="536448" y="114300"/>
                  </a:lnTo>
                  <a:lnTo>
                    <a:pt x="534162" y="114300"/>
                  </a:lnTo>
                  <a:lnTo>
                    <a:pt x="534162" y="115062"/>
                  </a:lnTo>
                  <a:lnTo>
                    <a:pt x="536448" y="115062"/>
                  </a:lnTo>
                  <a:close/>
                </a:path>
                <a:path w="1108710" h="115570">
                  <a:moveTo>
                    <a:pt x="539495" y="115062"/>
                  </a:moveTo>
                  <a:lnTo>
                    <a:pt x="539495" y="114300"/>
                  </a:lnTo>
                  <a:lnTo>
                    <a:pt x="537209" y="114300"/>
                  </a:lnTo>
                  <a:lnTo>
                    <a:pt x="537209" y="115062"/>
                  </a:lnTo>
                  <a:lnTo>
                    <a:pt x="539495" y="115062"/>
                  </a:lnTo>
                  <a:close/>
                </a:path>
                <a:path w="1108710" h="115570">
                  <a:moveTo>
                    <a:pt x="542543" y="115062"/>
                  </a:moveTo>
                  <a:lnTo>
                    <a:pt x="542543" y="114300"/>
                  </a:lnTo>
                  <a:lnTo>
                    <a:pt x="540257" y="114300"/>
                  </a:lnTo>
                  <a:lnTo>
                    <a:pt x="540257" y="115062"/>
                  </a:lnTo>
                  <a:lnTo>
                    <a:pt x="542543" y="115062"/>
                  </a:lnTo>
                  <a:close/>
                </a:path>
                <a:path w="1108710" h="115570">
                  <a:moveTo>
                    <a:pt x="545591" y="115062"/>
                  </a:moveTo>
                  <a:lnTo>
                    <a:pt x="545591" y="114300"/>
                  </a:lnTo>
                  <a:lnTo>
                    <a:pt x="543305" y="114300"/>
                  </a:lnTo>
                  <a:lnTo>
                    <a:pt x="543305" y="115062"/>
                  </a:lnTo>
                  <a:lnTo>
                    <a:pt x="545591" y="115062"/>
                  </a:lnTo>
                  <a:close/>
                </a:path>
                <a:path w="1108710" h="115570">
                  <a:moveTo>
                    <a:pt x="548639" y="115062"/>
                  </a:moveTo>
                  <a:lnTo>
                    <a:pt x="548639" y="114300"/>
                  </a:lnTo>
                  <a:lnTo>
                    <a:pt x="546353" y="114300"/>
                  </a:lnTo>
                  <a:lnTo>
                    <a:pt x="546353" y="115062"/>
                  </a:lnTo>
                  <a:lnTo>
                    <a:pt x="548639" y="115062"/>
                  </a:lnTo>
                  <a:close/>
                </a:path>
                <a:path w="1108710" h="115570">
                  <a:moveTo>
                    <a:pt x="551688" y="115062"/>
                  </a:moveTo>
                  <a:lnTo>
                    <a:pt x="551688" y="114300"/>
                  </a:lnTo>
                  <a:lnTo>
                    <a:pt x="549401" y="114300"/>
                  </a:lnTo>
                  <a:lnTo>
                    <a:pt x="549401" y="115062"/>
                  </a:lnTo>
                  <a:lnTo>
                    <a:pt x="551688" y="115062"/>
                  </a:lnTo>
                  <a:close/>
                </a:path>
                <a:path w="1108710" h="115570">
                  <a:moveTo>
                    <a:pt x="554736" y="115062"/>
                  </a:moveTo>
                  <a:lnTo>
                    <a:pt x="554736" y="114300"/>
                  </a:lnTo>
                  <a:lnTo>
                    <a:pt x="552450" y="114300"/>
                  </a:lnTo>
                  <a:lnTo>
                    <a:pt x="552450" y="115062"/>
                  </a:lnTo>
                  <a:lnTo>
                    <a:pt x="554736" y="115062"/>
                  </a:lnTo>
                  <a:close/>
                </a:path>
                <a:path w="1108710" h="115570">
                  <a:moveTo>
                    <a:pt x="557783" y="115062"/>
                  </a:moveTo>
                  <a:lnTo>
                    <a:pt x="557783" y="114300"/>
                  </a:lnTo>
                  <a:lnTo>
                    <a:pt x="555497" y="114300"/>
                  </a:lnTo>
                  <a:lnTo>
                    <a:pt x="555497" y="115062"/>
                  </a:lnTo>
                  <a:lnTo>
                    <a:pt x="557783" y="115062"/>
                  </a:lnTo>
                  <a:close/>
                </a:path>
                <a:path w="1108710" h="115570">
                  <a:moveTo>
                    <a:pt x="560831" y="115062"/>
                  </a:moveTo>
                  <a:lnTo>
                    <a:pt x="560831" y="114300"/>
                  </a:lnTo>
                  <a:lnTo>
                    <a:pt x="558545" y="114300"/>
                  </a:lnTo>
                  <a:lnTo>
                    <a:pt x="558545" y="115062"/>
                  </a:lnTo>
                  <a:lnTo>
                    <a:pt x="560831" y="115062"/>
                  </a:lnTo>
                  <a:close/>
                </a:path>
                <a:path w="1108710" h="115570">
                  <a:moveTo>
                    <a:pt x="563879" y="115062"/>
                  </a:moveTo>
                  <a:lnTo>
                    <a:pt x="563879" y="114300"/>
                  </a:lnTo>
                  <a:lnTo>
                    <a:pt x="561593" y="114300"/>
                  </a:lnTo>
                  <a:lnTo>
                    <a:pt x="561593" y="115062"/>
                  </a:lnTo>
                  <a:lnTo>
                    <a:pt x="563879" y="115062"/>
                  </a:lnTo>
                  <a:close/>
                </a:path>
                <a:path w="1108710" h="115570">
                  <a:moveTo>
                    <a:pt x="566927" y="115062"/>
                  </a:moveTo>
                  <a:lnTo>
                    <a:pt x="566927" y="114300"/>
                  </a:lnTo>
                  <a:lnTo>
                    <a:pt x="564641" y="114300"/>
                  </a:lnTo>
                  <a:lnTo>
                    <a:pt x="564641" y="115062"/>
                  </a:lnTo>
                  <a:lnTo>
                    <a:pt x="566927" y="115062"/>
                  </a:lnTo>
                  <a:close/>
                </a:path>
                <a:path w="1108710" h="115570">
                  <a:moveTo>
                    <a:pt x="569976" y="115062"/>
                  </a:moveTo>
                  <a:lnTo>
                    <a:pt x="569976" y="114300"/>
                  </a:lnTo>
                  <a:lnTo>
                    <a:pt x="567689" y="114300"/>
                  </a:lnTo>
                  <a:lnTo>
                    <a:pt x="567689" y="115062"/>
                  </a:lnTo>
                  <a:lnTo>
                    <a:pt x="569976" y="115062"/>
                  </a:lnTo>
                  <a:close/>
                </a:path>
                <a:path w="1108710" h="115570">
                  <a:moveTo>
                    <a:pt x="573024" y="115062"/>
                  </a:moveTo>
                  <a:lnTo>
                    <a:pt x="573024" y="114300"/>
                  </a:lnTo>
                  <a:lnTo>
                    <a:pt x="570738" y="114300"/>
                  </a:lnTo>
                  <a:lnTo>
                    <a:pt x="570738" y="115062"/>
                  </a:lnTo>
                  <a:lnTo>
                    <a:pt x="573024" y="115062"/>
                  </a:lnTo>
                  <a:close/>
                </a:path>
                <a:path w="1108710" h="115570">
                  <a:moveTo>
                    <a:pt x="576071" y="115062"/>
                  </a:moveTo>
                  <a:lnTo>
                    <a:pt x="576071" y="114300"/>
                  </a:lnTo>
                  <a:lnTo>
                    <a:pt x="573785" y="114300"/>
                  </a:lnTo>
                  <a:lnTo>
                    <a:pt x="573785" y="115062"/>
                  </a:lnTo>
                  <a:lnTo>
                    <a:pt x="576071" y="115062"/>
                  </a:lnTo>
                  <a:close/>
                </a:path>
                <a:path w="1108710" h="115570">
                  <a:moveTo>
                    <a:pt x="579119" y="115062"/>
                  </a:moveTo>
                  <a:lnTo>
                    <a:pt x="579119" y="114300"/>
                  </a:lnTo>
                  <a:lnTo>
                    <a:pt x="576833" y="114300"/>
                  </a:lnTo>
                  <a:lnTo>
                    <a:pt x="576833" y="115062"/>
                  </a:lnTo>
                  <a:lnTo>
                    <a:pt x="579119" y="115062"/>
                  </a:lnTo>
                  <a:close/>
                </a:path>
                <a:path w="1108710" h="115570">
                  <a:moveTo>
                    <a:pt x="582167" y="115062"/>
                  </a:moveTo>
                  <a:lnTo>
                    <a:pt x="582167" y="114300"/>
                  </a:lnTo>
                  <a:lnTo>
                    <a:pt x="579881" y="114300"/>
                  </a:lnTo>
                  <a:lnTo>
                    <a:pt x="579881" y="115062"/>
                  </a:lnTo>
                  <a:lnTo>
                    <a:pt x="582167" y="115062"/>
                  </a:lnTo>
                  <a:close/>
                </a:path>
                <a:path w="1108710" h="115570">
                  <a:moveTo>
                    <a:pt x="585215" y="115062"/>
                  </a:moveTo>
                  <a:lnTo>
                    <a:pt x="585215" y="114300"/>
                  </a:lnTo>
                  <a:lnTo>
                    <a:pt x="582929" y="114300"/>
                  </a:lnTo>
                  <a:lnTo>
                    <a:pt x="582929" y="115062"/>
                  </a:lnTo>
                  <a:lnTo>
                    <a:pt x="585215" y="115062"/>
                  </a:lnTo>
                  <a:close/>
                </a:path>
                <a:path w="1108710" h="115570">
                  <a:moveTo>
                    <a:pt x="588263" y="115062"/>
                  </a:moveTo>
                  <a:lnTo>
                    <a:pt x="588263" y="114300"/>
                  </a:lnTo>
                  <a:lnTo>
                    <a:pt x="585977" y="114300"/>
                  </a:lnTo>
                  <a:lnTo>
                    <a:pt x="585977" y="115062"/>
                  </a:lnTo>
                  <a:lnTo>
                    <a:pt x="588263" y="115062"/>
                  </a:lnTo>
                  <a:close/>
                </a:path>
                <a:path w="1108710" h="115570">
                  <a:moveTo>
                    <a:pt x="591312" y="115062"/>
                  </a:moveTo>
                  <a:lnTo>
                    <a:pt x="591312" y="114300"/>
                  </a:lnTo>
                  <a:lnTo>
                    <a:pt x="589026" y="114300"/>
                  </a:lnTo>
                  <a:lnTo>
                    <a:pt x="589026" y="115062"/>
                  </a:lnTo>
                  <a:lnTo>
                    <a:pt x="591312" y="115062"/>
                  </a:lnTo>
                  <a:close/>
                </a:path>
                <a:path w="1108710" h="115570">
                  <a:moveTo>
                    <a:pt x="594359" y="115062"/>
                  </a:moveTo>
                  <a:lnTo>
                    <a:pt x="594359" y="114300"/>
                  </a:lnTo>
                  <a:lnTo>
                    <a:pt x="592073" y="114300"/>
                  </a:lnTo>
                  <a:lnTo>
                    <a:pt x="592073" y="115062"/>
                  </a:lnTo>
                  <a:lnTo>
                    <a:pt x="594359" y="115062"/>
                  </a:lnTo>
                  <a:close/>
                </a:path>
                <a:path w="1108710" h="115570">
                  <a:moveTo>
                    <a:pt x="597407" y="115062"/>
                  </a:moveTo>
                  <a:lnTo>
                    <a:pt x="597407" y="114300"/>
                  </a:lnTo>
                  <a:lnTo>
                    <a:pt x="595121" y="114300"/>
                  </a:lnTo>
                  <a:lnTo>
                    <a:pt x="595121" y="115062"/>
                  </a:lnTo>
                  <a:lnTo>
                    <a:pt x="597407" y="115062"/>
                  </a:lnTo>
                  <a:close/>
                </a:path>
                <a:path w="1108710" h="115570">
                  <a:moveTo>
                    <a:pt x="600455" y="115062"/>
                  </a:moveTo>
                  <a:lnTo>
                    <a:pt x="600455" y="114300"/>
                  </a:lnTo>
                  <a:lnTo>
                    <a:pt x="598169" y="114300"/>
                  </a:lnTo>
                  <a:lnTo>
                    <a:pt x="598169" y="115062"/>
                  </a:lnTo>
                  <a:lnTo>
                    <a:pt x="600455" y="115062"/>
                  </a:lnTo>
                  <a:close/>
                </a:path>
                <a:path w="1108710" h="115570">
                  <a:moveTo>
                    <a:pt x="603503" y="115062"/>
                  </a:moveTo>
                  <a:lnTo>
                    <a:pt x="603503" y="114300"/>
                  </a:lnTo>
                  <a:lnTo>
                    <a:pt x="601217" y="114300"/>
                  </a:lnTo>
                  <a:lnTo>
                    <a:pt x="601217" y="115062"/>
                  </a:lnTo>
                  <a:lnTo>
                    <a:pt x="603503" y="115062"/>
                  </a:lnTo>
                  <a:close/>
                </a:path>
                <a:path w="1108710" h="115570">
                  <a:moveTo>
                    <a:pt x="606551" y="115062"/>
                  </a:moveTo>
                  <a:lnTo>
                    <a:pt x="606551" y="114300"/>
                  </a:lnTo>
                  <a:lnTo>
                    <a:pt x="604265" y="114300"/>
                  </a:lnTo>
                  <a:lnTo>
                    <a:pt x="604265" y="115062"/>
                  </a:lnTo>
                  <a:lnTo>
                    <a:pt x="606551" y="115062"/>
                  </a:lnTo>
                  <a:close/>
                </a:path>
                <a:path w="1108710" h="115570">
                  <a:moveTo>
                    <a:pt x="609600" y="115062"/>
                  </a:moveTo>
                  <a:lnTo>
                    <a:pt x="609600" y="114300"/>
                  </a:lnTo>
                  <a:lnTo>
                    <a:pt x="607313" y="114300"/>
                  </a:lnTo>
                  <a:lnTo>
                    <a:pt x="607313" y="115062"/>
                  </a:lnTo>
                  <a:lnTo>
                    <a:pt x="609600" y="115062"/>
                  </a:lnTo>
                  <a:close/>
                </a:path>
                <a:path w="1108710" h="115570">
                  <a:moveTo>
                    <a:pt x="612648" y="115062"/>
                  </a:moveTo>
                  <a:lnTo>
                    <a:pt x="612648" y="114300"/>
                  </a:lnTo>
                  <a:lnTo>
                    <a:pt x="610362" y="114300"/>
                  </a:lnTo>
                  <a:lnTo>
                    <a:pt x="610362" y="115062"/>
                  </a:lnTo>
                  <a:lnTo>
                    <a:pt x="612648" y="115062"/>
                  </a:lnTo>
                  <a:close/>
                </a:path>
                <a:path w="1108710" h="115570">
                  <a:moveTo>
                    <a:pt x="615695" y="115062"/>
                  </a:moveTo>
                  <a:lnTo>
                    <a:pt x="615695" y="114300"/>
                  </a:lnTo>
                  <a:lnTo>
                    <a:pt x="613409" y="114300"/>
                  </a:lnTo>
                  <a:lnTo>
                    <a:pt x="613409" y="115062"/>
                  </a:lnTo>
                  <a:lnTo>
                    <a:pt x="615695" y="115062"/>
                  </a:lnTo>
                  <a:close/>
                </a:path>
                <a:path w="1108710" h="115570">
                  <a:moveTo>
                    <a:pt x="618743" y="115062"/>
                  </a:moveTo>
                  <a:lnTo>
                    <a:pt x="618743" y="114300"/>
                  </a:lnTo>
                  <a:lnTo>
                    <a:pt x="616457" y="114300"/>
                  </a:lnTo>
                  <a:lnTo>
                    <a:pt x="616457" y="115062"/>
                  </a:lnTo>
                  <a:lnTo>
                    <a:pt x="618743" y="115062"/>
                  </a:lnTo>
                  <a:close/>
                </a:path>
                <a:path w="1108710" h="115570">
                  <a:moveTo>
                    <a:pt x="621791" y="115062"/>
                  </a:moveTo>
                  <a:lnTo>
                    <a:pt x="621791" y="114300"/>
                  </a:lnTo>
                  <a:lnTo>
                    <a:pt x="619505" y="114300"/>
                  </a:lnTo>
                  <a:lnTo>
                    <a:pt x="619505" y="115062"/>
                  </a:lnTo>
                  <a:lnTo>
                    <a:pt x="621791" y="115062"/>
                  </a:lnTo>
                  <a:close/>
                </a:path>
                <a:path w="1108710" h="115570">
                  <a:moveTo>
                    <a:pt x="624839" y="115062"/>
                  </a:moveTo>
                  <a:lnTo>
                    <a:pt x="624839" y="114300"/>
                  </a:lnTo>
                  <a:lnTo>
                    <a:pt x="622553" y="114300"/>
                  </a:lnTo>
                  <a:lnTo>
                    <a:pt x="622553" y="115062"/>
                  </a:lnTo>
                  <a:lnTo>
                    <a:pt x="624839" y="115062"/>
                  </a:lnTo>
                  <a:close/>
                </a:path>
                <a:path w="1108710" h="115570">
                  <a:moveTo>
                    <a:pt x="627888" y="115062"/>
                  </a:moveTo>
                  <a:lnTo>
                    <a:pt x="627888" y="114300"/>
                  </a:lnTo>
                  <a:lnTo>
                    <a:pt x="625601" y="114300"/>
                  </a:lnTo>
                  <a:lnTo>
                    <a:pt x="625601" y="115062"/>
                  </a:lnTo>
                  <a:lnTo>
                    <a:pt x="627888" y="115062"/>
                  </a:lnTo>
                  <a:close/>
                </a:path>
                <a:path w="1108710" h="115570">
                  <a:moveTo>
                    <a:pt x="630936" y="115062"/>
                  </a:moveTo>
                  <a:lnTo>
                    <a:pt x="630936" y="114300"/>
                  </a:lnTo>
                  <a:lnTo>
                    <a:pt x="628650" y="114300"/>
                  </a:lnTo>
                  <a:lnTo>
                    <a:pt x="628650" y="115062"/>
                  </a:lnTo>
                  <a:lnTo>
                    <a:pt x="630936" y="115062"/>
                  </a:lnTo>
                  <a:close/>
                </a:path>
                <a:path w="1108710" h="115570">
                  <a:moveTo>
                    <a:pt x="633983" y="115062"/>
                  </a:moveTo>
                  <a:lnTo>
                    <a:pt x="633983" y="114300"/>
                  </a:lnTo>
                  <a:lnTo>
                    <a:pt x="631697" y="114300"/>
                  </a:lnTo>
                  <a:lnTo>
                    <a:pt x="631697" y="115062"/>
                  </a:lnTo>
                  <a:lnTo>
                    <a:pt x="633983" y="115062"/>
                  </a:lnTo>
                  <a:close/>
                </a:path>
                <a:path w="1108710" h="115570">
                  <a:moveTo>
                    <a:pt x="637031" y="115062"/>
                  </a:moveTo>
                  <a:lnTo>
                    <a:pt x="637031" y="114300"/>
                  </a:lnTo>
                  <a:lnTo>
                    <a:pt x="634745" y="114300"/>
                  </a:lnTo>
                  <a:lnTo>
                    <a:pt x="634745" y="115062"/>
                  </a:lnTo>
                  <a:lnTo>
                    <a:pt x="637031" y="115062"/>
                  </a:lnTo>
                  <a:close/>
                </a:path>
                <a:path w="1108710" h="115570">
                  <a:moveTo>
                    <a:pt x="640079" y="115062"/>
                  </a:moveTo>
                  <a:lnTo>
                    <a:pt x="640079" y="114300"/>
                  </a:lnTo>
                  <a:lnTo>
                    <a:pt x="637793" y="114300"/>
                  </a:lnTo>
                  <a:lnTo>
                    <a:pt x="637793" y="115062"/>
                  </a:lnTo>
                  <a:lnTo>
                    <a:pt x="640079" y="115062"/>
                  </a:lnTo>
                  <a:close/>
                </a:path>
                <a:path w="1108710" h="115570">
                  <a:moveTo>
                    <a:pt x="643127" y="115062"/>
                  </a:moveTo>
                  <a:lnTo>
                    <a:pt x="643127" y="114300"/>
                  </a:lnTo>
                  <a:lnTo>
                    <a:pt x="640841" y="114300"/>
                  </a:lnTo>
                  <a:lnTo>
                    <a:pt x="640841" y="115062"/>
                  </a:lnTo>
                  <a:lnTo>
                    <a:pt x="643127" y="115062"/>
                  </a:lnTo>
                  <a:close/>
                </a:path>
                <a:path w="1108710" h="115570">
                  <a:moveTo>
                    <a:pt x="646176" y="115062"/>
                  </a:moveTo>
                  <a:lnTo>
                    <a:pt x="646176" y="114300"/>
                  </a:lnTo>
                  <a:lnTo>
                    <a:pt x="643889" y="114300"/>
                  </a:lnTo>
                  <a:lnTo>
                    <a:pt x="643889" y="115062"/>
                  </a:lnTo>
                  <a:lnTo>
                    <a:pt x="646176" y="115062"/>
                  </a:lnTo>
                  <a:close/>
                </a:path>
                <a:path w="1108710" h="115570">
                  <a:moveTo>
                    <a:pt x="649224" y="115062"/>
                  </a:moveTo>
                  <a:lnTo>
                    <a:pt x="649224" y="114300"/>
                  </a:lnTo>
                  <a:lnTo>
                    <a:pt x="646938" y="114300"/>
                  </a:lnTo>
                  <a:lnTo>
                    <a:pt x="646938" y="115062"/>
                  </a:lnTo>
                  <a:lnTo>
                    <a:pt x="649224" y="115062"/>
                  </a:lnTo>
                  <a:close/>
                </a:path>
                <a:path w="1108710" h="115570">
                  <a:moveTo>
                    <a:pt x="652271" y="115062"/>
                  </a:moveTo>
                  <a:lnTo>
                    <a:pt x="652271" y="114300"/>
                  </a:lnTo>
                  <a:lnTo>
                    <a:pt x="649985" y="114300"/>
                  </a:lnTo>
                  <a:lnTo>
                    <a:pt x="649985" y="115062"/>
                  </a:lnTo>
                  <a:lnTo>
                    <a:pt x="652271" y="115062"/>
                  </a:lnTo>
                  <a:close/>
                </a:path>
                <a:path w="1108710" h="115570">
                  <a:moveTo>
                    <a:pt x="655319" y="115062"/>
                  </a:moveTo>
                  <a:lnTo>
                    <a:pt x="655319" y="114300"/>
                  </a:lnTo>
                  <a:lnTo>
                    <a:pt x="653033" y="114300"/>
                  </a:lnTo>
                  <a:lnTo>
                    <a:pt x="653033" y="115062"/>
                  </a:lnTo>
                  <a:lnTo>
                    <a:pt x="655319" y="115062"/>
                  </a:lnTo>
                  <a:close/>
                </a:path>
                <a:path w="1108710" h="115570">
                  <a:moveTo>
                    <a:pt x="658367" y="115062"/>
                  </a:moveTo>
                  <a:lnTo>
                    <a:pt x="658367" y="114300"/>
                  </a:lnTo>
                  <a:lnTo>
                    <a:pt x="656081" y="114300"/>
                  </a:lnTo>
                  <a:lnTo>
                    <a:pt x="656081" y="115062"/>
                  </a:lnTo>
                  <a:lnTo>
                    <a:pt x="658367" y="115062"/>
                  </a:lnTo>
                  <a:close/>
                </a:path>
                <a:path w="1108710" h="115570">
                  <a:moveTo>
                    <a:pt x="661415" y="115062"/>
                  </a:moveTo>
                  <a:lnTo>
                    <a:pt x="661415" y="114300"/>
                  </a:lnTo>
                  <a:lnTo>
                    <a:pt x="659129" y="114300"/>
                  </a:lnTo>
                  <a:lnTo>
                    <a:pt x="659129" y="115062"/>
                  </a:lnTo>
                  <a:lnTo>
                    <a:pt x="661415" y="115062"/>
                  </a:lnTo>
                  <a:close/>
                </a:path>
                <a:path w="1108710" h="115570">
                  <a:moveTo>
                    <a:pt x="664463" y="115062"/>
                  </a:moveTo>
                  <a:lnTo>
                    <a:pt x="664463" y="114300"/>
                  </a:lnTo>
                  <a:lnTo>
                    <a:pt x="662177" y="114300"/>
                  </a:lnTo>
                  <a:lnTo>
                    <a:pt x="662177" y="115062"/>
                  </a:lnTo>
                  <a:lnTo>
                    <a:pt x="664463" y="115062"/>
                  </a:lnTo>
                  <a:close/>
                </a:path>
                <a:path w="1108710" h="115570">
                  <a:moveTo>
                    <a:pt x="667512" y="115062"/>
                  </a:moveTo>
                  <a:lnTo>
                    <a:pt x="667512" y="114300"/>
                  </a:lnTo>
                  <a:lnTo>
                    <a:pt x="665226" y="114300"/>
                  </a:lnTo>
                  <a:lnTo>
                    <a:pt x="665226" y="115062"/>
                  </a:lnTo>
                  <a:lnTo>
                    <a:pt x="667512" y="115062"/>
                  </a:lnTo>
                  <a:close/>
                </a:path>
                <a:path w="1108710" h="115570">
                  <a:moveTo>
                    <a:pt x="670559" y="115062"/>
                  </a:moveTo>
                  <a:lnTo>
                    <a:pt x="670559" y="114300"/>
                  </a:lnTo>
                  <a:lnTo>
                    <a:pt x="668273" y="114300"/>
                  </a:lnTo>
                  <a:lnTo>
                    <a:pt x="668273" y="115062"/>
                  </a:lnTo>
                  <a:lnTo>
                    <a:pt x="670559" y="115062"/>
                  </a:lnTo>
                  <a:close/>
                </a:path>
                <a:path w="1108710" h="115570">
                  <a:moveTo>
                    <a:pt x="673607" y="115062"/>
                  </a:moveTo>
                  <a:lnTo>
                    <a:pt x="673607" y="114300"/>
                  </a:lnTo>
                  <a:lnTo>
                    <a:pt x="671321" y="114300"/>
                  </a:lnTo>
                  <a:lnTo>
                    <a:pt x="671321" y="115062"/>
                  </a:lnTo>
                  <a:lnTo>
                    <a:pt x="673607" y="115062"/>
                  </a:lnTo>
                  <a:close/>
                </a:path>
                <a:path w="1108710" h="115570">
                  <a:moveTo>
                    <a:pt x="676655" y="115062"/>
                  </a:moveTo>
                  <a:lnTo>
                    <a:pt x="676655" y="114300"/>
                  </a:lnTo>
                  <a:lnTo>
                    <a:pt x="674369" y="114300"/>
                  </a:lnTo>
                  <a:lnTo>
                    <a:pt x="674369" y="115062"/>
                  </a:lnTo>
                  <a:lnTo>
                    <a:pt x="676655" y="115062"/>
                  </a:lnTo>
                  <a:close/>
                </a:path>
                <a:path w="1108710" h="115570">
                  <a:moveTo>
                    <a:pt x="679703" y="115062"/>
                  </a:moveTo>
                  <a:lnTo>
                    <a:pt x="679703" y="114300"/>
                  </a:lnTo>
                  <a:lnTo>
                    <a:pt x="677417" y="114300"/>
                  </a:lnTo>
                  <a:lnTo>
                    <a:pt x="677417" y="115062"/>
                  </a:lnTo>
                  <a:lnTo>
                    <a:pt x="679703" y="115062"/>
                  </a:lnTo>
                  <a:close/>
                </a:path>
                <a:path w="1108710" h="115570">
                  <a:moveTo>
                    <a:pt x="682751" y="115062"/>
                  </a:moveTo>
                  <a:lnTo>
                    <a:pt x="682751" y="114300"/>
                  </a:lnTo>
                  <a:lnTo>
                    <a:pt x="680465" y="114300"/>
                  </a:lnTo>
                  <a:lnTo>
                    <a:pt x="680465" y="115062"/>
                  </a:lnTo>
                  <a:lnTo>
                    <a:pt x="682751" y="115062"/>
                  </a:lnTo>
                  <a:close/>
                </a:path>
                <a:path w="1108710" h="115570">
                  <a:moveTo>
                    <a:pt x="685800" y="115062"/>
                  </a:moveTo>
                  <a:lnTo>
                    <a:pt x="685800" y="114300"/>
                  </a:lnTo>
                  <a:lnTo>
                    <a:pt x="683513" y="114300"/>
                  </a:lnTo>
                  <a:lnTo>
                    <a:pt x="683513" y="115062"/>
                  </a:lnTo>
                  <a:lnTo>
                    <a:pt x="685800" y="115062"/>
                  </a:lnTo>
                  <a:close/>
                </a:path>
                <a:path w="1108710" h="115570">
                  <a:moveTo>
                    <a:pt x="688848" y="115062"/>
                  </a:moveTo>
                  <a:lnTo>
                    <a:pt x="688848" y="114300"/>
                  </a:lnTo>
                  <a:lnTo>
                    <a:pt x="686562" y="114300"/>
                  </a:lnTo>
                  <a:lnTo>
                    <a:pt x="686562" y="115062"/>
                  </a:lnTo>
                  <a:lnTo>
                    <a:pt x="688848" y="115062"/>
                  </a:lnTo>
                  <a:close/>
                </a:path>
                <a:path w="1108710" h="115570">
                  <a:moveTo>
                    <a:pt x="691895" y="115062"/>
                  </a:moveTo>
                  <a:lnTo>
                    <a:pt x="691895" y="114300"/>
                  </a:lnTo>
                  <a:lnTo>
                    <a:pt x="689609" y="114300"/>
                  </a:lnTo>
                  <a:lnTo>
                    <a:pt x="689609" y="115062"/>
                  </a:lnTo>
                  <a:lnTo>
                    <a:pt x="691895" y="115062"/>
                  </a:lnTo>
                  <a:close/>
                </a:path>
                <a:path w="1108710" h="115570">
                  <a:moveTo>
                    <a:pt x="694943" y="115062"/>
                  </a:moveTo>
                  <a:lnTo>
                    <a:pt x="694943" y="114300"/>
                  </a:lnTo>
                  <a:lnTo>
                    <a:pt x="692657" y="114300"/>
                  </a:lnTo>
                  <a:lnTo>
                    <a:pt x="692657" y="115062"/>
                  </a:lnTo>
                  <a:lnTo>
                    <a:pt x="694943" y="115062"/>
                  </a:lnTo>
                  <a:close/>
                </a:path>
                <a:path w="1108710" h="115570">
                  <a:moveTo>
                    <a:pt x="697991" y="115062"/>
                  </a:moveTo>
                  <a:lnTo>
                    <a:pt x="697991" y="114300"/>
                  </a:lnTo>
                  <a:lnTo>
                    <a:pt x="695705" y="114300"/>
                  </a:lnTo>
                  <a:lnTo>
                    <a:pt x="695705" y="115062"/>
                  </a:lnTo>
                  <a:lnTo>
                    <a:pt x="697991" y="115062"/>
                  </a:lnTo>
                  <a:close/>
                </a:path>
                <a:path w="1108710" h="115570">
                  <a:moveTo>
                    <a:pt x="701039" y="115062"/>
                  </a:moveTo>
                  <a:lnTo>
                    <a:pt x="701039" y="114300"/>
                  </a:lnTo>
                  <a:lnTo>
                    <a:pt x="698753" y="114300"/>
                  </a:lnTo>
                  <a:lnTo>
                    <a:pt x="698753" y="115062"/>
                  </a:lnTo>
                  <a:lnTo>
                    <a:pt x="701039" y="115062"/>
                  </a:lnTo>
                  <a:close/>
                </a:path>
                <a:path w="1108710" h="115570">
                  <a:moveTo>
                    <a:pt x="704088" y="115062"/>
                  </a:moveTo>
                  <a:lnTo>
                    <a:pt x="704088" y="114300"/>
                  </a:lnTo>
                  <a:lnTo>
                    <a:pt x="701801" y="114300"/>
                  </a:lnTo>
                  <a:lnTo>
                    <a:pt x="701801" y="115062"/>
                  </a:lnTo>
                  <a:lnTo>
                    <a:pt x="704088" y="115062"/>
                  </a:lnTo>
                  <a:close/>
                </a:path>
                <a:path w="1108710" h="115570">
                  <a:moveTo>
                    <a:pt x="707136" y="115062"/>
                  </a:moveTo>
                  <a:lnTo>
                    <a:pt x="707136" y="114300"/>
                  </a:lnTo>
                  <a:lnTo>
                    <a:pt x="704850" y="114300"/>
                  </a:lnTo>
                  <a:lnTo>
                    <a:pt x="704850" y="115062"/>
                  </a:lnTo>
                  <a:lnTo>
                    <a:pt x="707136" y="115062"/>
                  </a:lnTo>
                  <a:close/>
                </a:path>
                <a:path w="1108710" h="115570">
                  <a:moveTo>
                    <a:pt x="710183" y="115062"/>
                  </a:moveTo>
                  <a:lnTo>
                    <a:pt x="710183" y="114300"/>
                  </a:lnTo>
                  <a:lnTo>
                    <a:pt x="707897" y="114300"/>
                  </a:lnTo>
                  <a:lnTo>
                    <a:pt x="707897" y="115062"/>
                  </a:lnTo>
                  <a:lnTo>
                    <a:pt x="710183" y="115062"/>
                  </a:lnTo>
                  <a:close/>
                </a:path>
                <a:path w="1108710" h="115570">
                  <a:moveTo>
                    <a:pt x="713231" y="115062"/>
                  </a:moveTo>
                  <a:lnTo>
                    <a:pt x="713231" y="114300"/>
                  </a:lnTo>
                  <a:lnTo>
                    <a:pt x="710945" y="114300"/>
                  </a:lnTo>
                  <a:lnTo>
                    <a:pt x="710945" y="115062"/>
                  </a:lnTo>
                  <a:lnTo>
                    <a:pt x="713231" y="115062"/>
                  </a:lnTo>
                  <a:close/>
                </a:path>
                <a:path w="1108710" h="115570">
                  <a:moveTo>
                    <a:pt x="716279" y="115062"/>
                  </a:moveTo>
                  <a:lnTo>
                    <a:pt x="716279" y="114300"/>
                  </a:lnTo>
                  <a:lnTo>
                    <a:pt x="713993" y="114300"/>
                  </a:lnTo>
                  <a:lnTo>
                    <a:pt x="713993" y="115062"/>
                  </a:lnTo>
                  <a:lnTo>
                    <a:pt x="716279" y="115062"/>
                  </a:lnTo>
                  <a:close/>
                </a:path>
                <a:path w="1108710" h="115570">
                  <a:moveTo>
                    <a:pt x="719327" y="115062"/>
                  </a:moveTo>
                  <a:lnTo>
                    <a:pt x="719327" y="114300"/>
                  </a:lnTo>
                  <a:lnTo>
                    <a:pt x="717041" y="114300"/>
                  </a:lnTo>
                  <a:lnTo>
                    <a:pt x="717041" y="115062"/>
                  </a:lnTo>
                  <a:lnTo>
                    <a:pt x="719327" y="115062"/>
                  </a:lnTo>
                  <a:close/>
                </a:path>
                <a:path w="1108710" h="115570">
                  <a:moveTo>
                    <a:pt x="722376" y="115062"/>
                  </a:moveTo>
                  <a:lnTo>
                    <a:pt x="722376" y="114300"/>
                  </a:lnTo>
                  <a:lnTo>
                    <a:pt x="720089" y="114300"/>
                  </a:lnTo>
                  <a:lnTo>
                    <a:pt x="720089" y="115062"/>
                  </a:lnTo>
                  <a:lnTo>
                    <a:pt x="722376" y="115062"/>
                  </a:lnTo>
                  <a:close/>
                </a:path>
                <a:path w="1108710" h="115570">
                  <a:moveTo>
                    <a:pt x="725424" y="115062"/>
                  </a:moveTo>
                  <a:lnTo>
                    <a:pt x="725424" y="114300"/>
                  </a:lnTo>
                  <a:lnTo>
                    <a:pt x="723138" y="114300"/>
                  </a:lnTo>
                  <a:lnTo>
                    <a:pt x="723138" y="115062"/>
                  </a:lnTo>
                  <a:lnTo>
                    <a:pt x="725424" y="115062"/>
                  </a:lnTo>
                  <a:close/>
                </a:path>
                <a:path w="1108710" h="115570">
                  <a:moveTo>
                    <a:pt x="728471" y="115062"/>
                  </a:moveTo>
                  <a:lnTo>
                    <a:pt x="728471" y="114300"/>
                  </a:lnTo>
                  <a:lnTo>
                    <a:pt x="726185" y="114300"/>
                  </a:lnTo>
                  <a:lnTo>
                    <a:pt x="726185" y="115062"/>
                  </a:lnTo>
                  <a:lnTo>
                    <a:pt x="728471" y="115062"/>
                  </a:lnTo>
                  <a:close/>
                </a:path>
                <a:path w="1108710" h="115570">
                  <a:moveTo>
                    <a:pt x="731519" y="115062"/>
                  </a:moveTo>
                  <a:lnTo>
                    <a:pt x="731519" y="114300"/>
                  </a:lnTo>
                  <a:lnTo>
                    <a:pt x="729233" y="114300"/>
                  </a:lnTo>
                  <a:lnTo>
                    <a:pt x="729233" y="115062"/>
                  </a:lnTo>
                  <a:lnTo>
                    <a:pt x="731519" y="115062"/>
                  </a:lnTo>
                  <a:close/>
                </a:path>
                <a:path w="1108710" h="115570">
                  <a:moveTo>
                    <a:pt x="734567" y="115062"/>
                  </a:moveTo>
                  <a:lnTo>
                    <a:pt x="734567" y="114300"/>
                  </a:lnTo>
                  <a:lnTo>
                    <a:pt x="732281" y="114300"/>
                  </a:lnTo>
                  <a:lnTo>
                    <a:pt x="732281" y="115062"/>
                  </a:lnTo>
                  <a:lnTo>
                    <a:pt x="734567" y="115062"/>
                  </a:lnTo>
                  <a:close/>
                </a:path>
                <a:path w="1108710" h="115570">
                  <a:moveTo>
                    <a:pt x="737615" y="115062"/>
                  </a:moveTo>
                  <a:lnTo>
                    <a:pt x="737615" y="114300"/>
                  </a:lnTo>
                  <a:lnTo>
                    <a:pt x="735329" y="114300"/>
                  </a:lnTo>
                  <a:lnTo>
                    <a:pt x="735329" y="115062"/>
                  </a:lnTo>
                  <a:lnTo>
                    <a:pt x="737615" y="115062"/>
                  </a:lnTo>
                  <a:close/>
                </a:path>
                <a:path w="1108710" h="115570">
                  <a:moveTo>
                    <a:pt x="740663" y="115062"/>
                  </a:moveTo>
                  <a:lnTo>
                    <a:pt x="740663" y="114300"/>
                  </a:lnTo>
                  <a:lnTo>
                    <a:pt x="738377" y="114300"/>
                  </a:lnTo>
                  <a:lnTo>
                    <a:pt x="738377" y="115062"/>
                  </a:lnTo>
                  <a:lnTo>
                    <a:pt x="740663" y="115062"/>
                  </a:lnTo>
                  <a:close/>
                </a:path>
                <a:path w="1108710" h="115570">
                  <a:moveTo>
                    <a:pt x="743712" y="115062"/>
                  </a:moveTo>
                  <a:lnTo>
                    <a:pt x="743712" y="114300"/>
                  </a:lnTo>
                  <a:lnTo>
                    <a:pt x="741426" y="114300"/>
                  </a:lnTo>
                  <a:lnTo>
                    <a:pt x="741426" y="115062"/>
                  </a:lnTo>
                  <a:lnTo>
                    <a:pt x="743712" y="115062"/>
                  </a:lnTo>
                  <a:close/>
                </a:path>
                <a:path w="1108710" h="115570">
                  <a:moveTo>
                    <a:pt x="746759" y="115062"/>
                  </a:moveTo>
                  <a:lnTo>
                    <a:pt x="746759" y="114300"/>
                  </a:lnTo>
                  <a:lnTo>
                    <a:pt x="744473" y="114300"/>
                  </a:lnTo>
                  <a:lnTo>
                    <a:pt x="744473" y="115062"/>
                  </a:lnTo>
                  <a:lnTo>
                    <a:pt x="746759" y="115062"/>
                  </a:lnTo>
                  <a:close/>
                </a:path>
                <a:path w="1108710" h="115570">
                  <a:moveTo>
                    <a:pt x="749807" y="115062"/>
                  </a:moveTo>
                  <a:lnTo>
                    <a:pt x="749807" y="114300"/>
                  </a:lnTo>
                  <a:lnTo>
                    <a:pt x="747521" y="114300"/>
                  </a:lnTo>
                  <a:lnTo>
                    <a:pt x="747521" y="115062"/>
                  </a:lnTo>
                  <a:lnTo>
                    <a:pt x="749807" y="115062"/>
                  </a:lnTo>
                  <a:close/>
                </a:path>
                <a:path w="1108710" h="115570">
                  <a:moveTo>
                    <a:pt x="752855" y="115062"/>
                  </a:moveTo>
                  <a:lnTo>
                    <a:pt x="752855" y="114300"/>
                  </a:lnTo>
                  <a:lnTo>
                    <a:pt x="750569" y="114300"/>
                  </a:lnTo>
                  <a:lnTo>
                    <a:pt x="750569" y="115062"/>
                  </a:lnTo>
                  <a:lnTo>
                    <a:pt x="752855" y="115062"/>
                  </a:lnTo>
                  <a:close/>
                </a:path>
                <a:path w="1108710" h="115570">
                  <a:moveTo>
                    <a:pt x="755903" y="115062"/>
                  </a:moveTo>
                  <a:lnTo>
                    <a:pt x="755903" y="114300"/>
                  </a:lnTo>
                  <a:lnTo>
                    <a:pt x="753617" y="114300"/>
                  </a:lnTo>
                  <a:lnTo>
                    <a:pt x="753617" y="115062"/>
                  </a:lnTo>
                  <a:lnTo>
                    <a:pt x="755903" y="115062"/>
                  </a:lnTo>
                  <a:close/>
                </a:path>
                <a:path w="1108710" h="115570">
                  <a:moveTo>
                    <a:pt x="758951" y="115062"/>
                  </a:moveTo>
                  <a:lnTo>
                    <a:pt x="758951" y="114300"/>
                  </a:lnTo>
                  <a:lnTo>
                    <a:pt x="756665" y="114300"/>
                  </a:lnTo>
                  <a:lnTo>
                    <a:pt x="756665" y="115062"/>
                  </a:lnTo>
                  <a:lnTo>
                    <a:pt x="758951" y="115062"/>
                  </a:lnTo>
                  <a:close/>
                </a:path>
                <a:path w="1108710" h="115570">
                  <a:moveTo>
                    <a:pt x="762000" y="115062"/>
                  </a:moveTo>
                  <a:lnTo>
                    <a:pt x="762000" y="114300"/>
                  </a:lnTo>
                  <a:lnTo>
                    <a:pt x="759713" y="114300"/>
                  </a:lnTo>
                  <a:lnTo>
                    <a:pt x="759713" y="115062"/>
                  </a:lnTo>
                  <a:lnTo>
                    <a:pt x="762000" y="115062"/>
                  </a:lnTo>
                  <a:close/>
                </a:path>
                <a:path w="1108710" h="115570">
                  <a:moveTo>
                    <a:pt x="765048" y="115062"/>
                  </a:moveTo>
                  <a:lnTo>
                    <a:pt x="765048" y="114300"/>
                  </a:lnTo>
                  <a:lnTo>
                    <a:pt x="762762" y="114300"/>
                  </a:lnTo>
                  <a:lnTo>
                    <a:pt x="762762" y="115062"/>
                  </a:lnTo>
                  <a:lnTo>
                    <a:pt x="765048" y="115062"/>
                  </a:lnTo>
                  <a:close/>
                </a:path>
                <a:path w="1108710" h="115570">
                  <a:moveTo>
                    <a:pt x="768095" y="115062"/>
                  </a:moveTo>
                  <a:lnTo>
                    <a:pt x="768095" y="114300"/>
                  </a:lnTo>
                  <a:lnTo>
                    <a:pt x="765809" y="114300"/>
                  </a:lnTo>
                  <a:lnTo>
                    <a:pt x="765809" y="115062"/>
                  </a:lnTo>
                  <a:lnTo>
                    <a:pt x="768095" y="115062"/>
                  </a:lnTo>
                  <a:close/>
                </a:path>
                <a:path w="1108710" h="115570">
                  <a:moveTo>
                    <a:pt x="771143" y="115062"/>
                  </a:moveTo>
                  <a:lnTo>
                    <a:pt x="771143" y="114300"/>
                  </a:lnTo>
                  <a:lnTo>
                    <a:pt x="768857" y="114300"/>
                  </a:lnTo>
                  <a:lnTo>
                    <a:pt x="768857" y="115062"/>
                  </a:lnTo>
                  <a:lnTo>
                    <a:pt x="771143" y="115062"/>
                  </a:lnTo>
                  <a:close/>
                </a:path>
                <a:path w="1108710" h="115570">
                  <a:moveTo>
                    <a:pt x="774191" y="115062"/>
                  </a:moveTo>
                  <a:lnTo>
                    <a:pt x="774191" y="114300"/>
                  </a:lnTo>
                  <a:lnTo>
                    <a:pt x="771905" y="114300"/>
                  </a:lnTo>
                  <a:lnTo>
                    <a:pt x="771905" y="115062"/>
                  </a:lnTo>
                  <a:lnTo>
                    <a:pt x="774191" y="115062"/>
                  </a:lnTo>
                  <a:close/>
                </a:path>
                <a:path w="1108710" h="115570">
                  <a:moveTo>
                    <a:pt x="777239" y="115062"/>
                  </a:moveTo>
                  <a:lnTo>
                    <a:pt x="777239" y="114300"/>
                  </a:lnTo>
                  <a:lnTo>
                    <a:pt x="774953" y="114300"/>
                  </a:lnTo>
                  <a:lnTo>
                    <a:pt x="774953" y="115062"/>
                  </a:lnTo>
                  <a:lnTo>
                    <a:pt x="777239" y="115062"/>
                  </a:lnTo>
                  <a:close/>
                </a:path>
                <a:path w="1108710" h="115570">
                  <a:moveTo>
                    <a:pt x="780288" y="115062"/>
                  </a:moveTo>
                  <a:lnTo>
                    <a:pt x="780288" y="114300"/>
                  </a:lnTo>
                  <a:lnTo>
                    <a:pt x="778001" y="114300"/>
                  </a:lnTo>
                  <a:lnTo>
                    <a:pt x="778001" y="115062"/>
                  </a:lnTo>
                  <a:lnTo>
                    <a:pt x="780288" y="115062"/>
                  </a:lnTo>
                  <a:close/>
                </a:path>
                <a:path w="1108710" h="115570">
                  <a:moveTo>
                    <a:pt x="783336" y="115062"/>
                  </a:moveTo>
                  <a:lnTo>
                    <a:pt x="783336" y="114300"/>
                  </a:lnTo>
                  <a:lnTo>
                    <a:pt x="781050" y="114300"/>
                  </a:lnTo>
                  <a:lnTo>
                    <a:pt x="781050" y="115062"/>
                  </a:lnTo>
                  <a:lnTo>
                    <a:pt x="783336" y="115062"/>
                  </a:lnTo>
                  <a:close/>
                </a:path>
                <a:path w="1108710" h="115570">
                  <a:moveTo>
                    <a:pt x="786383" y="115062"/>
                  </a:moveTo>
                  <a:lnTo>
                    <a:pt x="786383" y="114300"/>
                  </a:lnTo>
                  <a:lnTo>
                    <a:pt x="784097" y="114300"/>
                  </a:lnTo>
                  <a:lnTo>
                    <a:pt x="784097" y="115062"/>
                  </a:lnTo>
                  <a:lnTo>
                    <a:pt x="786383" y="115062"/>
                  </a:lnTo>
                  <a:close/>
                </a:path>
                <a:path w="1108710" h="115570">
                  <a:moveTo>
                    <a:pt x="789431" y="115062"/>
                  </a:moveTo>
                  <a:lnTo>
                    <a:pt x="789431" y="114300"/>
                  </a:lnTo>
                  <a:lnTo>
                    <a:pt x="787145" y="114300"/>
                  </a:lnTo>
                  <a:lnTo>
                    <a:pt x="787145" y="115062"/>
                  </a:lnTo>
                  <a:lnTo>
                    <a:pt x="789431" y="115062"/>
                  </a:lnTo>
                  <a:close/>
                </a:path>
                <a:path w="1108710" h="115570">
                  <a:moveTo>
                    <a:pt x="792479" y="115062"/>
                  </a:moveTo>
                  <a:lnTo>
                    <a:pt x="792479" y="114300"/>
                  </a:lnTo>
                  <a:lnTo>
                    <a:pt x="790193" y="114300"/>
                  </a:lnTo>
                  <a:lnTo>
                    <a:pt x="790193" y="115062"/>
                  </a:lnTo>
                  <a:lnTo>
                    <a:pt x="792479" y="115062"/>
                  </a:lnTo>
                  <a:close/>
                </a:path>
                <a:path w="1108710" h="115570">
                  <a:moveTo>
                    <a:pt x="795527" y="115062"/>
                  </a:moveTo>
                  <a:lnTo>
                    <a:pt x="795527" y="114300"/>
                  </a:lnTo>
                  <a:lnTo>
                    <a:pt x="793241" y="114300"/>
                  </a:lnTo>
                  <a:lnTo>
                    <a:pt x="793241" y="115062"/>
                  </a:lnTo>
                  <a:lnTo>
                    <a:pt x="795527" y="115062"/>
                  </a:lnTo>
                  <a:close/>
                </a:path>
                <a:path w="1108710" h="115570">
                  <a:moveTo>
                    <a:pt x="798576" y="115062"/>
                  </a:moveTo>
                  <a:lnTo>
                    <a:pt x="798576" y="114300"/>
                  </a:lnTo>
                  <a:lnTo>
                    <a:pt x="796289" y="114300"/>
                  </a:lnTo>
                  <a:lnTo>
                    <a:pt x="796289" y="115062"/>
                  </a:lnTo>
                  <a:lnTo>
                    <a:pt x="798576" y="115062"/>
                  </a:lnTo>
                  <a:close/>
                </a:path>
                <a:path w="1108710" h="115570">
                  <a:moveTo>
                    <a:pt x="801624" y="115062"/>
                  </a:moveTo>
                  <a:lnTo>
                    <a:pt x="801624" y="114300"/>
                  </a:lnTo>
                  <a:lnTo>
                    <a:pt x="799338" y="114300"/>
                  </a:lnTo>
                  <a:lnTo>
                    <a:pt x="799338" y="115062"/>
                  </a:lnTo>
                  <a:lnTo>
                    <a:pt x="801624" y="115062"/>
                  </a:lnTo>
                  <a:close/>
                </a:path>
                <a:path w="1108710" h="115570">
                  <a:moveTo>
                    <a:pt x="804671" y="115062"/>
                  </a:moveTo>
                  <a:lnTo>
                    <a:pt x="804671" y="114300"/>
                  </a:lnTo>
                  <a:lnTo>
                    <a:pt x="802385" y="114300"/>
                  </a:lnTo>
                  <a:lnTo>
                    <a:pt x="802385" y="115062"/>
                  </a:lnTo>
                  <a:lnTo>
                    <a:pt x="804671" y="115062"/>
                  </a:lnTo>
                  <a:close/>
                </a:path>
                <a:path w="1108710" h="115570">
                  <a:moveTo>
                    <a:pt x="807719" y="115062"/>
                  </a:moveTo>
                  <a:lnTo>
                    <a:pt x="807719" y="114300"/>
                  </a:lnTo>
                  <a:lnTo>
                    <a:pt x="805433" y="114300"/>
                  </a:lnTo>
                  <a:lnTo>
                    <a:pt x="805433" y="115062"/>
                  </a:lnTo>
                  <a:lnTo>
                    <a:pt x="807719" y="115062"/>
                  </a:lnTo>
                  <a:close/>
                </a:path>
                <a:path w="1108710" h="115570">
                  <a:moveTo>
                    <a:pt x="810767" y="115062"/>
                  </a:moveTo>
                  <a:lnTo>
                    <a:pt x="810767" y="114300"/>
                  </a:lnTo>
                  <a:lnTo>
                    <a:pt x="808481" y="114300"/>
                  </a:lnTo>
                  <a:lnTo>
                    <a:pt x="808481" y="115062"/>
                  </a:lnTo>
                  <a:lnTo>
                    <a:pt x="810767" y="115062"/>
                  </a:lnTo>
                  <a:close/>
                </a:path>
                <a:path w="1108710" h="115570">
                  <a:moveTo>
                    <a:pt x="813815" y="115062"/>
                  </a:moveTo>
                  <a:lnTo>
                    <a:pt x="813815" y="114300"/>
                  </a:lnTo>
                  <a:lnTo>
                    <a:pt x="811529" y="114300"/>
                  </a:lnTo>
                  <a:lnTo>
                    <a:pt x="811529" y="115062"/>
                  </a:lnTo>
                  <a:lnTo>
                    <a:pt x="813815" y="115062"/>
                  </a:lnTo>
                  <a:close/>
                </a:path>
                <a:path w="1108710" h="115570">
                  <a:moveTo>
                    <a:pt x="816863" y="115062"/>
                  </a:moveTo>
                  <a:lnTo>
                    <a:pt x="816863" y="114300"/>
                  </a:lnTo>
                  <a:lnTo>
                    <a:pt x="814577" y="114300"/>
                  </a:lnTo>
                  <a:lnTo>
                    <a:pt x="814577" y="115062"/>
                  </a:lnTo>
                  <a:lnTo>
                    <a:pt x="816863" y="115062"/>
                  </a:lnTo>
                  <a:close/>
                </a:path>
                <a:path w="1108710" h="115570">
                  <a:moveTo>
                    <a:pt x="819912" y="115062"/>
                  </a:moveTo>
                  <a:lnTo>
                    <a:pt x="819912" y="114300"/>
                  </a:lnTo>
                  <a:lnTo>
                    <a:pt x="817626" y="114300"/>
                  </a:lnTo>
                  <a:lnTo>
                    <a:pt x="817626" y="115062"/>
                  </a:lnTo>
                  <a:lnTo>
                    <a:pt x="819912" y="115062"/>
                  </a:lnTo>
                  <a:close/>
                </a:path>
                <a:path w="1108710" h="115570">
                  <a:moveTo>
                    <a:pt x="822959" y="115062"/>
                  </a:moveTo>
                  <a:lnTo>
                    <a:pt x="822959" y="114300"/>
                  </a:lnTo>
                  <a:lnTo>
                    <a:pt x="820673" y="114300"/>
                  </a:lnTo>
                  <a:lnTo>
                    <a:pt x="820673" y="115062"/>
                  </a:lnTo>
                  <a:lnTo>
                    <a:pt x="822959" y="115062"/>
                  </a:lnTo>
                  <a:close/>
                </a:path>
                <a:path w="1108710" h="115570">
                  <a:moveTo>
                    <a:pt x="826007" y="115062"/>
                  </a:moveTo>
                  <a:lnTo>
                    <a:pt x="826007" y="114300"/>
                  </a:lnTo>
                  <a:lnTo>
                    <a:pt x="823721" y="114300"/>
                  </a:lnTo>
                  <a:lnTo>
                    <a:pt x="823721" y="115062"/>
                  </a:lnTo>
                  <a:lnTo>
                    <a:pt x="826007" y="115062"/>
                  </a:lnTo>
                  <a:close/>
                </a:path>
                <a:path w="1108710" h="115570">
                  <a:moveTo>
                    <a:pt x="829055" y="115062"/>
                  </a:moveTo>
                  <a:lnTo>
                    <a:pt x="829055" y="114300"/>
                  </a:lnTo>
                  <a:lnTo>
                    <a:pt x="826769" y="114300"/>
                  </a:lnTo>
                  <a:lnTo>
                    <a:pt x="826769" y="115062"/>
                  </a:lnTo>
                  <a:lnTo>
                    <a:pt x="829055" y="115062"/>
                  </a:lnTo>
                  <a:close/>
                </a:path>
                <a:path w="1108710" h="115570">
                  <a:moveTo>
                    <a:pt x="832103" y="115062"/>
                  </a:moveTo>
                  <a:lnTo>
                    <a:pt x="832103" y="114300"/>
                  </a:lnTo>
                  <a:lnTo>
                    <a:pt x="829817" y="114300"/>
                  </a:lnTo>
                  <a:lnTo>
                    <a:pt x="829817" y="115062"/>
                  </a:lnTo>
                  <a:lnTo>
                    <a:pt x="832103" y="115062"/>
                  </a:lnTo>
                  <a:close/>
                </a:path>
                <a:path w="1108710" h="115570">
                  <a:moveTo>
                    <a:pt x="835151" y="115062"/>
                  </a:moveTo>
                  <a:lnTo>
                    <a:pt x="835151" y="114300"/>
                  </a:lnTo>
                  <a:lnTo>
                    <a:pt x="832865" y="114300"/>
                  </a:lnTo>
                  <a:lnTo>
                    <a:pt x="832865" y="115062"/>
                  </a:lnTo>
                  <a:lnTo>
                    <a:pt x="835151" y="115062"/>
                  </a:lnTo>
                  <a:close/>
                </a:path>
                <a:path w="1108710" h="115570">
                  <a:moveTo>
                    <a:pt x="838200" y="115062"/>
                  </a:moveTo>
                  <a:lnTo>
                    <a:pt x="838200" y="114300"/>
                  </a:lnTo>
                  <a:lnTo>
                    <a:pt x="835913" y="114300"/>
                  </a:lnTo>
                  <a:lnTo>
                    <a:pt x="835913" y="115062"/>
                  </a:lnTo>
                  <a:lnTo>
                    <a:pt x="838200" y="115062"/>
                  </a:lnTo>
                  <a:close/>
                </a:path>
                <a:path w="1108710" h="115570">
                  <a:moveTo>
                    <a:pt x="841248" y="115062"/>
                  </a:moveTo>
                  <a:lnTo>
                    <a:pt x="841248" y="114300"/>
                  </a:lnTo>
                  <a:lnTo>
                    <a:pt x="838962" y="114300"/>
                  </a:lnTo>
                  <a:lnTo>
                    <a:pt x="838962" y="115062"/>
                  </a:lnTo>
                  <a:lnTo>
                    <a:pt x="841248" y="115062"/>
                  </a:lnTo>
                  <a:close/>
                </a:path>
                <a:path w="1108710" h="115570">
                  <a:moveTo>
                    <a:pt x="844295" y="115062"/>
                  </a:moveTo>
                  <a:lnTo>
                    <a:pt x="844295" y="114300"/>
                  </a:lnTo>
                  <a:lnTo>
                    <a:pt x="842009" y="114300"/>
                  </a:lnTo>
                  <a:lnTo>
                    <a:pt x="842009" y="115062"/>
                  </a:lnTo>
                  <a:lnTo>
                    <a:pt x="844295" y="115062"/>
                  </a:lnTo>
                  <a:close/>
                </a:path>
                <a:path w="1108710" h="115570">
                  <a:moveTo>
                    <a:pt x="847343" y="115062"/>
                  </a:moveTo>
                  <a:lnTo>
                    <a:pt x="847343" y="114300"/>
                  </a:lnTo>
                  <a:lnTo>
                    <a:pt x="845057" y="114300"/>
                  </a:lnTo>
                  <a:lnTo>
                    <a:pt x="845057" y="115062"/>
                  </a:lnTo>
                  <a:lnTo>
                    <a:pt x="847343" y="115062"/>
                  </a:lnTo>
                  <a:close/>
                </a:path>
                <a:path w="1108710" h="115570">
                  <a:moveTo>
                    <a:pt x="850391" y="115062"/>
                  </a:moveTo>
                  <a:lnTo>
                    <a:pt x="850391" y="114300"/>
                  </a:lnTo>
                  <a:lnTo>
                    <a:pt x="848105" y="114300"/>
                  </a:lnTo>
                  <a:lnTo>
                    <a:pt x="848105" y="115062"/>
                  </a:lnTo>
                  <a:lnTo>
                    <a:pt x="850391" y="115062"/>
                  </a:lnTo>
                  <a:close/>
                </a:path>
                <a:path w="1108710" h="115570">
                  <a:moveTo>
                    <a:pt x="853439" y="115062"/>
                  </a:moveTo>
                  <a:lnTo>
                    <a:pt x="853439" y="114300"/>
                  </a:lnTo>
                  <a:lnTo>
                    <a:pt x="851153" y="114300"/>
                  </a:lnTo>
                  <a:lnTo>
                    <a:pt x="851153" y="115062"/>
                  </a:lnTo>
                  <a:lnTo>
                    <a:pt x="853439" y="115062"/>
                  </a:lnTo>
                  <a:close/>
                </a:path>
                <a:path w="1108710" h="115570">
                  <a:moveTo>
                    <a:pt x="856488" y="115062"/>
                  </a:moveTo>
                  <a:lnTo>
                    <a:pt x="856488" y="114300"/>
                  </a:lnTo>
                  <a:lnTo>
                    <a:pt x="854201" y="114300"/>
                  </a:lnTo>
                  <a:lnTo>
                    <a:pt x="854201" y="115062"/>
                  </a:lnTo>
                  <a:lnTo>
                    <a:pt x="856488" y="115062"/>
                  </a:lnTo>
                  <a:close/>
                </a:path>
                <a:path w="1108710" h="115570">
                  <a:moveTo>
                    <a:pt x="859536" y="115062"/>
                  </a:moveTo>
                  <a:lnTo>
                    <a:pt x="859536" y="114300"/>
                  </a:lnTo>
                  <a:lnTo>
                    <a:pt x="857250" y="114300"/>
                  </a:lnTo>
                  <a:lnTo>
                    <a:pt x="857250" y="115062"/>
                  </a:lnTo>
                  <a:lnTo>
                    <a:pt x="859536" y="115062"/>
                  </a:lnTo>
                  <a:close/>
                </a:path>
                <a:path w="1108710" h="115570">
                  <a:moveTo>
                    <a:pt x="862583" y="115062"/>
                  </a:moveTo>
                  <a:lnTo>
                    <a:pt x="862583" y="114300"/>
                  </a:lnTo>
                  <a:lnTo>
                    <a:pt x="860297" y="114300"/>
                  </a:lnTo>
                  <a:lnTo>
                    <a:pt x="860297" y="115062"/>
                  </a:lnTo>
                  <a:lnTo>
                    <a:pt x="862583" y="115062"/>
                  </a:lnTo>
                  <a:close/>
                </a:path>
                <a:path w="1108710" h="115570">
                  <a:moveTo>
                    <a:pt x="865631" y="115062"/>
                  </a:moveTo>
                  <a:lnTo>
                    <a:pt x="865631" y="114300"/>
                  </a:lnTo>
                  <a:lnTo>
                    <a:pt x="863345" y="114300"/>
                  </a:lnTo>
                  <a:lnTo>
                    <a:pt x="863345" y="115062"/>
                  </a:lnTo>
                  <a:lnTo>
                    <a:pt x="865631" y="115062"/>
                  </a:lnTo>
                  <a:close/>
                </a:path>
                <a:path w="1108710" h="115570">
                  <a:moveTo>
                    <a:pt x="868679" y="115062"/>
                  </a:moveTo>
                  <a:lnTo>
                    <a:pt x="868679" y="114300"/>
                  </a:lnTo>
                  <a:lnTo>
                    <a:pt x="866393" y="114300"/>
                  </a:lnTo>
                  <a:lnTo>
                    <a:pt x="866393" y="115062"/>
                  </a:lnTo>
                  <a:lnTo>
                    <a:pt x="868679" y="115062"/>
                  </a:lnTo>
                  <a:close/>
                </a:path>
                <a:path w="1108710" h="115570">
                  <a:moveTo>
                    <a:pt x="871727" y="115062"/>
                  </a:moveTo>
                  <a:lnTo>
                    <a:pt x="871727" y="114300"/>
                  </a:lnTo>
                  <a:lnTo>
                    <a:pt x="869441" y="114300"/>
                  </a:lnTo>
                  <a:lnTo>
                    <a:pt x="869441" y="115062"/>
                  </a:lnTo>
                  <a:lnTo>
                    <a:pt x="871727" y="115062"/>
                  </a:lnTo>
                  <a:close/>
                </a:path>
                <a:path w="1108710" h="115570">
                  <a:moveTo>
                    <a:pt x="874776" y="115062"/>
                  </a:moveTo>
                  <a:lnTo>
                    <a:pt x="874776" y="114300"/>
                  </a:lnTo>
                  <a:lnTo>
                    <a:pt x="872489" y="114300"/>
                  </a:lnTo>
                  <a:lnTo>
                    <a:pt x="872489" y="115062"/>
                  </a:lnTo>
                  <a:lnTo>
                    <a:pt x="874776" y="115062"/>
                  </a:lnTo>
                  <a:close/>
                </a:path>
                <a:path w="1108710" h="115570">
                  <a:moveTo>
                    <a:pt x="877824" y="115062"/>
                  </a:moveTo>
                  <a:lnTo>
                    <a:pt x="877824" y="114300"/>
                  </a:lnTo>
                  <a:lnTo>
                    <a:pt x="875538" y="114300"/>
                  </a:lnTo>
                  <a:lnTo>
                    <a:pt x="875538" y="115062"/>
                  </a:lnTo>
                  <a:lnTo>
                    <a:pt x="877824" y="115062"/>
                  </a:lnTo>
                  <a:close/>
                </a:path>
                <a:path w="1108710" h="115570">
                  <a:moveTo>
                    <a:pt x="880871" y="115062"/>
                  </a:moveTo>
                  <a:lnTo>
                    <a:pt x="880871" y="114300"/>
                  </a:lnTo>
                  <a:lnTo>
                    <a:pt x="878585" y="114300"/>
                  </a:lnTo>
                  <a:lnTo>
                    <a:pt x="878585" y="115062"/>
                  </a:lnTo>
                  <a:lnTo>
                    <a:pt x="880871" y="115062"/>
                  </a:lnTo>
                  <a:close/>
                </a:path>
                <a:path w="1108710" h="115570">
                  <a:moveTo>
                    <a:pt x="883919" y="115062"/>
                  </a:moveTo>
                  <a:lnTo>
                    <a:pt x="883919" y="114300"/>
                  </a:lnTo>
                  <a:lnTo>
                    <a:pt x="881633" y="114300"/>
                  </a:lnTo>
                  <a:lnTo>
                    <a:pt x="881633" y="115062"/>
                  </a:lnTo>
                  <a:lnTo>
                    <a:pt x="883919" y="115062"/>
                  </a:lnTo>
                  <a:close/>
                </a:path>
                <a:path w="1108710" h="115570">
                  <a:moveTo>
                    <a:pt x="886967" y="115062"/>
                  </a:moveTo>
                  <a:lnTo>
                    <a:pt x="886967" y="114300"/>
                  </a:lnTo>
                  <a:lnTo>
                    <a:pt x="884681" y="114300"/>
                  </a:lnTo>
                  <a:lnTo>
                    <a:pt x="884681" y="115062"/>
                  </a:lnTo>
                  <a:lnTo>
                    <a:pt x="886967" y="115062"/>
                  </a:lnTo>
                  <a:close/>
                </a:path>
                <a:path w="1108710" h="115570">
                  <a:moveTo>
                    <a:pt x="890015" y="115062"/>
                  </a:moveTo>
                  <a:lnTo>
                    <a:pt x="890015" y="114300"/>
                  </a:lnTo>
                  <a:lnTo>
                    <a:pt x="887729" y="114300"/>
                  </a:lnTo>
                  <a:lnTo>
                    <a:pt x="887729" y="115062"/>
                  </a:lnTo>
                  <a:lnTo>
                    <a:pt x="890015" y="115062"/>
                  </a:lnTo>
                  <a:close/>
                </a:path>
                <a:path w="1108710" h="115570">
                  <a:moveTo>
                    <a:pt x="893063" y="115062"/>
                  </a:moveTo>
                  <a:lnTo>
                    <a:pt x="893063" y="114300"/>
                  </a:lnTo>
                  <a:lnTo>
                    <a:pt x="890777" y="114300"/>
                  </a:lnTo>
                  <a:lnTo>
                    <a:pt x="890777" y="115062"/>
                  </a:lnTo>
                  <a:lnTo>
                    <a:pt x="893063" y="115062"/>
                  </a:lnTo>
                  <a:close/>
                </a:path>
                <a:path w="1108710" h="115570">
                  <a:moveTo>
                    <a:pt x="896112" y="115062"/>
                  </a:moveTo>
                  <a:lnTo>
                    <a:pt x="896112" y="114300"/>
                  </a:lnTo>
                  <a:lnTo>
                    <a:pt x="893826" y="114300"/>
                  </a:lnTo>
                  <a:lnTo>
                    <a:pt x="893826" y="115062"/>
                  </a:lnTo>
                  <a:lnTo>
                    <a:pt x="896112" y="115062"/>
                  </a:lnTo>
                  <a:close/>
                </a:path>
                <a:path w="1108710" h="115570">
                  <a:moveTo>
                    <a:pt x="899159" y="115062"/>
                  </a:moveTo>
                  <a:lnTo>
                    <a:pt x="899159" y="114300"/>
                  </a:lnTo>
                  <a:lnTo>
                    <a:pt x="896873" y="114300"/>
                  </a:lnTo>
                  <a:lnTo>
                    <a:pt x="896873" y="115062"/>
                  </a:lnTo>
                  <a:lnTo>
                    <a:pt x="899159" y="115062"/>
                  </a:lnTo>
                  <a:close/>
                </a:path>
                <a:path w="1108710" h="115570">
                  <a:moveTo>
                    <a:pt x="902207" y="115062"/>
                  </a:moveTo>
                  <a:lnTo>
                    <a:pt x="902207" y="114300"/>
                  </a:lnTo>
                  <a:lnTo>
                    <a:pt x="899921" y="114300"/>
                  </a:lnTo>
                  <a:lnTo>
                    <a:pt x="899921" y="115062"/>
                  </a:lnTo>
                  <a:lnTo>
                    <a:pt x="902207" y="115062"/>
                  </a:lnTo>
                  <a:close/>
                </a:path>
                <a:path w="1108710" h="115570">
                  <a:moveTo>
                    <a:pt x="905255" y="115062"/>
                  </a:moveTo>
                  <a:lnTo>
                    <a:pt x="905255" y="114300"/>
                  </a:lnTo>
                  <a:lnTo>
                    <a:pt x="902969" y="114300"/>
                  </a:lnTo>
                  <a:lnTo>
                    <a:pt x="902969" y="115062"/>
                  </a:lnTo>
                  <a:lnTo>
                    <a:pt x="905255" y="115062"/>
                  </a:lnTo>
                  <a:close/>
                </a:path>
                <a:path w="1108710" h="115570">
                  <a:moveTo>
                    <a:pt x="908303" y="115062"/>
                  </a:moveTo>
                  <a:lnTo>
                    <a:pt x="908303" y="114300"/>
                  </a:lnTo>
                  <a:lnTo>
                    <a:pt x="906017" y="114300"/>
                  </a:lnTo>
                  <a:lnTo>
                    <a:pt x="906017" y="115062"/>
                  </a:lnTo>
                  <a:lnTo>
                    <a:pt x="908303" y="115062"/>
                  </a:lnTo>
                  <a:close/>
                </a:path>
                <a:path w="1108710" h="115570">
                  <a:moveTo>
                    <a:pt x="911351" y="115062"/>
                  </a:moveTo>
                  <a:lnTo>
                    <a:pt x="911351" y="114300"/>
                  </a:lnTo>
                  <a:lnTo>
                    <a:pt x="909065" y="114300"/>
                  </a:lnTo>
                  <a:lnTo>
                    <a:pt x="909065" y="115062"/>
                  </a:lnTo>
                  <a:lnTo>
                    <a:pt x="911351" y="115062"/>
                  </a:lnTo>
                  <a:close/>
                </a:path>
                <a:path w="1108710" h="115570">
                  <a:moveTo>
                    <a:pt x="914400" y="115062"/>
                  </a:moveTo>
                  <a:lnTo>
                    <a:pt x="914400" y="114300"/>
                  </a:lnTo>
                  <a:lnTo>
                    <a:pt x="912113" y="114300"/>
                  </a:lnTo>
                  <a:lnTo>
                    <a:pt x="912113" y="115062"/>
                  </a:lnTo>
                  <a:lnTo>
                    <a:pt x="914400" y="115062"/>
                  </a:lnTo>
                  <a:close/>
                </a:path>
                <a:path w="1108710" h="115570">
                  <a:moveTo>
                    <a:pt x="917448" y="115062"/>
                  </a:moveTo>
                  <a:lnTo>
                    <a:pt x="917448" y="114300"/>
                  </a:lnTo>
                  <a:lnTo>
                    <a:pt x="915162" y="114300"/>
                  </a:lnTo>
                  <a:lnTo>
                    <a:pt x="915162" y="115062"/>
                  </a:lnTo>
                  <a:lnTo>
                    <a:pt x="917448" y="115062"/>
                  </a:lnTo>
                  <a:close/>
                </a:path>
                <a:path w="1108710" h="115570">
                  <a:moveTo>
                    <a:pt x="920495" y="115062"/>
                  </a:moveTo>
                  <a:lnTo>
                    <a:pt x="920495" y="114300"/>
                  </a:lnTo>
                  <a:lnTo>
                    <a:pt x="918209" y="114300"/>
                  </a:lnTo>
                  <a:lnTo>
                    <a:pt x="918209" y="115062"/>
                  </a:lnTo>
                  <a:lnTo>
                    <a:pt x="920495" y="115062"/>
                  </a:lnTo>
                  <a:close/>
                </a:path>
                <a:path w="1108710" h="115570">
                  <a:moveTo>
                    <a:pt x="923543" y="115062"/>
                  </a:moveTo>
                  <a:lnTo>
                    <a:pt x="923543" y="114300"/>
                  </a:lnTo>
                  <a:lnTo>
                    <a:pt x="921257" y="114300"/>
                  </a:lnTo>
                  <a:lnTo>
                    <a:pt x="921257" y="115062"/>
                  </a:lnTo>
                  <a:lnTo>
                    <a:pt x="923543" y="115062"/>
                  </a:lnTo>
                  <a:close/>
                </a:path>
                <a:path w="1108710" h="115570">
                  <a:moveTo>
                    <a:pt x="926591" y="115062"/>
                  </a:moveTo>
                  <a:lnTo>
                    <a:pt x="926591" y="114300"/>
                  </a:lnTo>
                  <a:lnTo>
                    <a:pt x="924305" y="114300"/>
                  </a:lnTo>
                  <a:lnTo>
                    <a:pt x="924305" y="115062"/>
                  </a:lnTo>
                  <a:lnTo>
                    <a:pt x="926591" y="115062"/>
                  </a:lnTo>
                  <a:close/>
                </a:path>
                <a:path w="1108710" h="115570">
                  <a:moveTo>
                    <a:pt x="929639" y="115062"/>
                  </a:moveTo>
                  <a:lnTo>
                    <a:pt x="929639" y="114300"/>
                  </a:lnTo>
                  <a:lnTo>
                    <a:pt x="927353" y="114300"/>
                  </a:lnTo>
                  <a:lnTo>
                    <a:pt x="927353" y="115062"/>
                  </a:lnTo>
                  <a:lnTo>
                    <a:pt x="929639" y="115062"/>
                  </a:lnTo>
                  <a:close/>
                </a:path>
                <a:path w="1108710" h="115570">
                  <a:moveTo>
                    <a:pt x="932688" y="115062"/>
                  </a:moveTo>
                  <a:lnTo>
                    <a:pt x="932688" y="114300"/>
                  </a:lnTo>
                  <a:lnTo>
                    <a:pt x="930401" y="114300"/>
                  </a:lnTo>
                  <a:lnTo>
                    <a:pt x="930401" y="115062"/>
                  </a:lnTo>
                  <a:lnTo>
                    <a:pt x="932688" y="115062"/>
                  </a:lnTo>
                  <a:close/>
                </a:path>
                <a:path w="1108710" h="115570">
                  <a:moveTo>
                    <a:pt x="935736" y="115062"/>
                  </a:moveTo>
                  <a:lnTo>
                    <a:pt x="935736" y="114300"/>
                  </a:lnTo>
                  <a:lnTo>
                    <a:pt x="933450" y="114300"/>
                  </a:lnTo>
                  <a:lnTo>
                    <a:pt x="933450" y="115062"/>
                  </a:lnTo>
                  <a:lnTo>
                    <a:pt x="935736" y="115062"/>
                  </a:lnTo>
                  <a:close/>
                </a:path>
                <a:path w="1108710" h="115570">
                  <a:moveTo>
                    <a:pt x="938783" y="115062"/>
                  </a:moveTo>
                  <a:lnTo>
                    <a:pt x="938783" y="114300"/>
                  </a:lnTo>
                  <a:lnTo>
                    <a:pt x="936497" y="114300"/>
                  </a:lnTo>
                  <a:lnTo>
                    <a:pt x="936497" y="115062"/>
                  </a:lnTo>
                  <a:lnTo>
                    <a:pt x="938783" y="115062"/>
                  </a:lnTo>
                  <a:close/>
                </a:path>
                <a:path w="1108710" h="115570">
                  <a:moveTo>
                    <a:pt x="941831" y="115062"/>
                  </a:moveTo>
                  <a:lnTo>
                    <a:pt x="941831" y="114300"/>
                  </a:lnTo>
                  <a:lnTo>
                    <a:pt x="939545" y="114300"/>
                  </a:lnTo>
                  <a:lnTo>
                    <a:pt x="939545" y="115062"/>
                  </a:lnTo>
                  <a:lnTo>
                    <a:pt x="941831" y="115062"/>
                  </a:lnTo>
                  <a:close/>
                </a:path>
                <a:path w="1108710" h="115570">
                  <a:moveTo>
                    <a:pt x="944879" y="115062"/>
                  </a:moveTo>
                  <a:lnTo>
                    <a:pt x="944879" y="114300"/>
                  </a:lnTo>
                  <a:lnTo>
                    <a:pt x="942593" y="114300"/>
                  </a:lnTo>
                  <a:lnTo>
                    <a:pt x="942593" y="115062"/>
                  </a:lnTo>
                  <a:lnTo>
                    <a:pt x="944879" y="115062"/>
                  </a:lnTo>
                  <a:close/>
                </a:path>
                <a:path w="1108710" h="115570">
                  <a:moveTo>
                    <a:pt x="947927" y="115062"/>
                  </a:moveTo>
                  <a:lnTo>
                    <a:pt x="947927" y="114300"/>
                  </a:lnTo>
                  <a:lnTo>
                    <a:pt x="945641" y="114300"/>
                  </a:lnTo>
                  <a:lnTo>
                    <a:pt x="945641" y="115062"/>
                  </a:lnTo>
                  <a:lnTo>
                    <a:pt x="947927" y="115062"/>
                  </a:lnTo>
                  <a:close/>
                </a:path>
                <a:path w="1108710" h="115570">
                  <a:moveTo>
                    <a:pt x="950976" y="115062"/>
                  </a:moveTo>
                  <a:lnTo>
                    <a:pt x="950976" y="114300"/>
                  </a:lnTo>
                  <a:lnTo>
                    <a:pt x="948689" y="114300"/>
                  </a:lnTo>
                  <a:lnTo>
                    <a:pt x="948689" y="115062"/>
                  </a:lnTo>
                  <a:lnTo>
                    <a:pt x="950976" y="115062"/>
                  </a:lnTo>
                  <a:close/>
                </a:path>
                <a:path w="1108710" h="115570">
                  <a:moveTo>
                    <a:pt x="954024" y="115062"/>
                  </a:moveTo>
                  <a:lnTo>
                    <a:pt x="954024" y="114300"/>
                  </a:lnTo>
                  <a:lnTo>
                    <a:pt x="951738" y="114300"/>
                  </a:lnTo>
                  <a:lnTo>
                    <a:pt x="951738" y="115062"/>
                  </a:lnTo>
                  <a:lnTo>
                    <a:pt x="954024" y="115062"/>
                  </a:lnTo>
                  <a:close/>
                </a:path>
                <a:path w="1108710" h="115570">
                  <a:moveTo>
                    <a:pt x="957071" y="115062"/>
                  </a:moveTo>
                  <a:lnTo>
                    <a:pt x="957071" y="114300"/>
                  </a:lnTo>
                  <a:lnTo>
                    <a:pt x="954785" y="114300"/>
                  </a:lnTo>
                  <a:lnTo>
                    <a:pt x="954785" y="115062"/>
                  </a:lnTo>
                  <a:lnTo>
                    <a:pt x="957071" y="115062"/>
                  </a:lnTo>
                  <a:close/>
                </a:path>
                <a:path w="1108710" h="115570">
                  <a:moveTo>
                    <a:pt x="960119" y="115062"/>
                  </a:moveTo>
                  <a:lnTo>
                    <a:pt x="960119" y="114300"/>
                  </a:lnTo>
                  <a:lnTo>
                    <a:pt x="957833" y="114300"/>
                  </a:lnTo>
                  <a:lnTo>
                    <a:pt x="957833" y="115062"/>
                  </a:lnTo>
                  <a:lnTo>
                    <a:pt x="960119" y="115062"/>
                  </a:lnTo>
                  <a:close/>
                </a:path>
                <a:path w="1108710" h="115570">
                  <a:moveTo>
                    <a:pt x="963167" y="115062"/>
                  </a:moveTo>
                  <a:lnTo>
                    <a:pt x="963167" y="114300"/>
                  </a:lnTo>
                  <a:lnTo>
                    <a:pt x="960881" y="114300"/>
                  </a:lnTo>
                  <a:lnTo>
                    <a:pt x="960881" y="115062"/>
                  </a:lnTo>
                  <a:lnTo>
                    <a:pt x="963167" y="115062"/>
                  </a:lnTo>
                  <a:close/>
                </a:path>
                <a:path w="1108710" h="115570">
                  <a:moveTo>
                    <a:pt x="966215" y="115062"/>
                  </a:moveTo>
                  <a:lnTo>
                    <a:pt x="966215" y="114300"/>
                  </a:lnTo>
                  <a:lnTo>
                    <a:pt x="963929" y="114300"/>
                  </a:lnTo>
                  <a:lnTo>
                    <a:pt x="963929" y="115062"/>
                  </a:lnTo>
                  <a:lnTo>
                    <a:pt x="966215" y="115062"/>
                  </a:lnTo>
                  <a:close/>
                </a:path>
                <a:path w="1108710" h="115570">
                  <a:moveTo>
                    <a:pt x="969263" y="115062"/>
                  </a:moveTo>
                  <a:lnTo>
                    <a:pt x="969263" y="114300"/>
                  </a:lnTo>
                  <a:lnTo>
                    <a:pt x="966977" y="114300"/>
                  </a:lnTo>
                  <a:lnTo>
                    <a:pt x="966977" y="115062"/>
                  </a:lnTo>
                  <a:lnTo>
                    <a:pt x="969263" y="115062"/>
                  </a:lnTo>
                  <a:close/>
                </a:path>
                <a:path w="1108710" h="115570">
                  <a:moveTo>
                    <a:pt x="972312" y="115062"/>
                  </a:moveTo>
                  <a:lnTo>
                    <a:pt x="972312" y="114300"/>
                  </a:lnTo>
                  <a:lnTo>
                    <a:pt x="970026" y="114300"/>
                  </a:lnTo>
                  <a:lnTo>
                    <a:pt x="970026" y="115062"/>
                  </a:lnTo>
                  <a:lnTo>
                    <a:pt x="972312" y="115062"/>
                  </a:lnTo>
                  <a:close/>
                </a:path>
                <a:path w="1108710" h="115570">
                  <a:moveTo>
                    <a:pt x="975359" y="115062"/>
                  </a:moveTo>
                  <a:lnTo>
                    <a:pt x="975359" y="114300"/>
                  </a:lnTo>
                  <a:lnTo>
                    <a:pt x="973073" y="114300"/>
                  </a:lnTo>
                  <a:lnTo>
                    <a:pt x="973073" y="115062"/>
                  </a:lnTo>
                  <a:lnTo>
                    <a:pt x="975359" y="115062"/>
                  </a:lnTo>
                  <a:close/>
                </a:path>
                <a:path w="1108710" h="115570">
                  <a:moveTo>
                    <a:pt x="978407" y="115062"/>
                  </a:moveTo>
                  <a:lnTo>
                    <a:pt x="978407" y="114300"/>
                  </a:lnTo>
                  <a:lnTo>
                    <a:pt x="976121" y="114300"/>
                  </a:lnTo>
                  <a:lnTo>
                    <a:pt x="976121" y="115062"/>
                  </a:lnTo>
                  <a:lnTo>
                    <a:pt x="978407" y="115062"/>
                  </a:lnTo>
                  <a:close/>
                </a:path>
                <a:path w="1108710" h="115570">
                  <a:moveTo>
                    <a:pt x="981455" y="115062"/>
                  </a:moveTo>
                  <a:lnTo>
                    <a:pt x="981455" y="114300"/>
                  </a:lnTo>
                  <a:lnTo>
                    <a:pt x="979169" y="114300"/>
                  </a:lnTo>
                  <a:lnTo>
                    <a:pt x="979169" y="115062"/>
                  </a:lnTo>
                  <a:lnTo>
                    <a:pt x="981455" y="115062"/>
                  </a:lnTo>
                  <a:close/>
                </a:path>
                <a:path w="1108710" h="115570">
                  <a:moveTo>
                    <a:pt x="984503" y="115062"/>
                  </a:moveTo>
                  <a:lnTo>
                    <a:pt x="984503" y="114300"/>
                  </a:lnTo>
                  <a:lnTo>
                    <a:pt x="982217" y="114300"/>
                  </a:lnTo>
                  <a:lnTo>
                    <a:pt x="982217" y="115062"/>
                  </a:lnTo>
                  <a:lnTo>
                    <a:pt x="984503" y="115062"/>
                  </a:lnTo>
                  <a:close/>
                </a:path>
                <a:path w="1108710" h="115570">
                  <a:moveTo>
                    <a:pt x="987551" y="115062"/>
                  </a:moveTo>
                  <a:lnTo>
                    <a:pt x="987551" y="114300"/>
                  </a:lnTo>
                  <a:lnTo>
                    <a:pt x="985265" y="114300"/>
                  </a:lnTo>
                  <a:lnTo>
                    <a:pt x="985265" y="115062"/>
                  </a:lnTo>
                  <a:lnTo>
                    <a:pt x="987551" y="115062"/>
                  </a:lnTo>
                  <a:close/>
                </a:path>
                <a:path w="1108710" h="115570">
                  <a:moveTo>
                    <a:pt x="990600" y="115062"/>
                  </a:moveTo>
                  <a:lnTo>
                    <a:pt x="990600" y="114300"/>
                  </a:lnTo>
                  <a:lnTo>
                    <a:pt x="988313" y="114300"/>
                  </a:lnTo>
                  <a:lnTo>
                    <a:pt x="988313" y="115062"/>
                  </a:lnTo>
                  <a:lnTo>
                    <a:pt x="990600" y="115062"/>
                  </a:lnTo>
                  <a:close/>
                </a:path>
                <a:path w="1108710" h="115570">
                  <a:moveTo>
                    <a:pt x="993648" y="115062"/>
                  </a:moveTo>
                  <a:lnTo>
                    <a:pt x="993648" y="114300"/>
                  </a:lnTo>
                  <a:lnTo>
                    <a:pt x="991362" y="114300"/>
                  </a:lnTo>
                  <a:lnTo>
                    <a:pt x="991362" y="115062"/>
                  </a:lnTo>
                  <a:lnTo>
                    <a:pt x="993648" y="115062"/>
                  </a:lnTo>
                  <a:close/>
                </a:path>
                <a:path w="1108710" h="115570">
                  <a:moveTo>
                    <a:pt x="996695" y="115062"/>
                  </a:moveTo>
                  <a:lnTo>
                    <a:pt x="996695" y="114300"/>
                  </a:lnTo>
                  <a:lnTo>
                    <a:pt x="994409" y="114300"/>
                  </a:lnTo>
                  <a:lnTo>
                    <a:pt x="994409" y="115062"/>
                  </a:lnTo>
                  <a:lnTo>
                    <a:pt x="996695" y="115062"/>
                  </a:lnTo>
                  <a:close/>
                </a:path>
                <a:path w="1108710" h="115570">
                  <a:moveTo>
                    <a:pt x="999743" y="115062"/>
                  </a:moveTo>
                  <a:lnTo>
                    <a:pt x="999743" y="114300"/>
                  </a:lnTo>
                  <a:lnTo>
                    <a:pt x="997457" y="114300"/>
                  </a:lnTo>
                  <a:lnTo>
                    <a:pt x="997457" y="115062"/>
                  </a:lnTo>
                  <a:lnTo>
                    <a:pt x="999743" y="115062"/>
                  </a:lnTo>
                  <a:close/>
                </a:path>
                <a:path w="1108710" h="115570">
                  <a:moveTo>
                    <a:pt x="1002791" y="115062"/>
                  </a:moveTo>
                  <a:lnTo>
                    <a:pt x="1002791" y="114300"/>
                  </a:lnTo>
                  <a:lnTo>
                    <a:pt x="1000505" y="114300"/>
                  </a:lnTo>
                  <a:lnTo>
                    <a:pt x="1000505" y="115062"/>
                  </a:lnTo>
                  <a:lnTo>
                    <a:pt x="1002791" y="115062"/>
                  </a:lnTo>
                  <a:close/>
                </a:path>
                <a:path w="1108710" h="115570">
                  <a:moveTo>
                    <a:pt x="1005839" y="115062"/>
                  </a:moveTo>
                  <a:lnTo>
                    <a:pt x="1005839" y="114300"/>
                  </a:lnTo>
                  <a:lnTo>
                    <a:pt x="1003553" y="114300"/>
                  </a:lnTo>
                  <a:lnTo>
                    <a:pt x="1003553" y="115062"/>
                  </a:lnTo>
                  <a:lnTo>
                    <a:pt x="1005839" y="115062"/>
                  </a:lnTo>
                  <a:close/>
                </a:path>
                <a:path w="1108710" h="115570">
                  <a:moveTo>
                    <a:pt x="1008888" y="115062"/>
                  </a:moveTo>
                  <a:lnTo>
                    <a:pt x="1008888" y="114300"/>
                  </a:lnTo>
                  <a:lnTo>
                    <a:pt x="1006601" y="114300"/>
                  </a:lnTo>
                  <a:lnTo>
                    <a:pt x="1006601" y="115062"/>
                  </a:lnTo>
                  <a:lnTo>
                    <a:pt x="1008888" y="115062"/>
                  </a:lnTo>
                  <a:close/>
                </a:path>
                <a:path w="1108710" h="115570">
                  <a:moveTo>
                    <a:pt x="1011936" y="115062"/>
                  </a:moveTo>
                  <a:lnTo>
                    <a:pt x="1011936" y="114300"/>
                  </a:lnTo>
                  <a:lnTo>
                    <a:pt x="1009650" y="114300"/>
                  </a:lnTo>
                  <a:lnTo>
                    <a:pt x="1009650" y="115062"/>
                  </a:lnTo>
                  <a:lnTo>
                    <a:pt x="1011936" y="115062"/>
                  </a:lnTo>
                  <a:close/>
                </a:path>
                <a:path w="1108710" h="115570">
                  <a:moveTo>
                    <a:pt x="1014983" y="115062"/>
                  </a:moveTo>
                  <a:lnTo>
                    <a:pt x="1014983" y="114300"/>
                  </a:lnTo>
                  <a:lnTo>
                    <a:pt x="1012697" y="114300"/>
                  </a:lnTo>
                  <a:lnTo>
                    <a:pt x="1012697" y="115062"/>
                  </a:lnTo>
                  <a:lnTo>
                    <a:pt x="1014983" y="115062"/>
                  </a:lnTo>
                  <a:close/>
                </a:path>
                <a:path w="1108710" h="115570">
                  <a:moveTo>
                    <a:pt x="1018031" y="115062"/>
                  </a:moveTo>
                  <a:lnTo>
                    <a:pt x="1018031" y="114300"/>
                  </a:lnTo>
                  <a:lnTo>
                    <a:pt x="1015745" y="114300"/>
                  </a:lnTo>
                  <a:lnTo>
                    <a:pt x="1015745" y="115062"/>
                  </a:lnTo>
                  <a:lnTo>
                    <a:pt x="1018031" y="115062"/>
                  </a:lnTo>
                  <a:close/>
                </a:path>
                <a:path w="1108710" h="115570">
                  <a:moveTo>
                    <a:pt x="1021079" y="115062"/>
                  </a:moveTo>
                  <a:lnTo>
                    <a:pt x="1021079" y="114300"/>
                  </a:lnTo>
                  <a:lnTo>
                    <a:pt x="1018793" y="114300"/>
                  </a:lnTo>
                  <a:lnTo>
                    <a:pt x="1018793" y="115062"/>
                  </a:lnTo>
                  <a:lnTo>
                    <a:pt x="1021079" y="115062"/>
                  </a:lnTo>
                  <a:close/>
                </a:path>
                <a:path w="1108710" h="115570">
                  <a:moveTo>
                    <a:pt x="1024127" y="115062"/>
                  </a:moveTo>
                  <a:lnTo>
                    <a:pt x="1024127" y="114300"/>
                  </a:lnTo>
                  <a:lnTo>
                    <a:pt x="1021841" y="114300"/>
                  </a:lnTo>
                  <a:lnTo>
                    <a:pt x="1021841" y="115062"/>
                  </a:lnTo>
                  <a:lnTo>
                    <a:pt x="1024127" y="115062"/>
                  </a:lnTo>
                  <a:close/>
                </a:path>
                <a:path w="1108710" h="115570">
                  <a:moveTo>
                    <a:pt x="1027176" y="115062"/>
                  </a:moveTo>
                  <a:lnTo>
                    <a:pt x="1027176" y="114300"/>
                  </a:lnTo>
                  <a:lnTo>
                    <a:pt x="1024889" y="114300"/>
                  </a:lnTo>
                  <a:lnTo>
                    <a:pt x="1024889" y="115062"/>
                  </a:lnTo>
                  <a:lnTo>
                    <a:pt x="1027176" y="115062"/>
                  </a:lnTo>
                  <a:close/>
                </a:path>
                <a:path w="1108710" h="115570">
                  <a:moveTo>
                    <a:pt x="1030224" y="115062"/>
                  </a:moveTo>
                  <a:lnTo>
                    <a:pt x="1030224" y="114300"/>
                  </a:lnTo>
                  <a:lnTo>
                    <a:pt x="1027938" y="114300"/>
                  </a:lnTo>
                  <a:lnTo>
                    <a:pt x="1027938" y="115062"/>
                  </a:lnTo>
                  <a:lnTo>
                    <a:pt x="1030224" y="115062"/>
                  </a:lnTo>
                  <a:close/>
                </a:path>
                <a:path w="1108710" h="115570">
                  <a:moveTo>
                    <a:pt x="1033271" y="115062"/>
                  </a:moveTo>
                  <a:lnTo>
                    <a:pt x="1033271" y="114300"/>
                  </a:lnTo>
                  <a:lnTo>
                    <a:pt x="1030985" y="114300"/>
                  </a:lnTo>
                  <a:lnTo>
                    <a:pt x="1030985" y="115062"/>
                  </a:lnTo>
                  <a:lnTo>
                    <a:pt x="1033271" y="115062"/>
                  </a:lnTo>
                  <a:close/>
                </a:path>
                <a:path w="1108710" h="115570">
                  <a:moveTo>
                    <a:pt x="1036319" y="115062"/>
                  </a:moveTo>
                  <a:lnTo>
                    <a:pt x="1036319" y="114300"/>
                  </a:lnTo>
                  <a:lnTo>
                    <a:pt x="1034033" y="114300"/>
                  </a:lnTo>
                  <a:lnTo>
                    <a:pt x="1034033" y="115062"/>
                  </a:lnTo>
                  <a:lnTo>
                    <a:pt x="1036319" y="115062"/>
                  </a:lnTo>
                  <a:close/>
                </a:path>
                <a:path w="1108710" h="115570">
                  <a:moveTo>
                    <a:pt x="1039367" y="115062"/>
                  </a:moveTo>
                  <a:lnTo>
                    <a:pt x="1039367" y="114300"/>
                  </a:lnTo>
                  <a:lnTo>
                    <a:pt x="1037081" y="114300"/>
                  </a:lnTo>
                  <a:lnTo>
                    <a:pt x="1037081" y="115062"/>
                  </a:lnTo>
                  <a:lnTo>
                    <a:pt x="1039367" y="115062"/>
                  </a:lnTo>
                  <a:close/>
                </a:path>
                <a:path w="1108710" h="115570">
                  <a:moveTo>
                    <a:pt x="1042415" y="115062"/>
                  </a:moveTo>
                  <a:lnTo>
                    <a:pt x="1042415" y="114300"/>
                  </a:lnTo>
                  <a:lnTo>
                    <a:pt x="1040129" y="114300"/>
                  </a:lnTo>
                  <a:lnTo>
                    <a:pt x="1040129" y="115062"/>
                  </a:lnTo>
                  <a:lnTo>
                    <a:pt x="1042415" y="115062"/>
                  </a:lnTo>
                  <a:close/>
                </a:path>
                <a:path w="1108710" h="115570">
                  <a:moveTo>
                    <a:pt x="1045463" y="115062"/>
                  </a:moveTo>
                  <a:lnTo>
                    <a:pt x="1045463" y="114300"/>
                  </a:lnTo>
                  <a:lnTo>
                    <a:pt x="1043177" y="114300"/>
                  </a:lnTo>
                  <a:lnTo>
                    <a:pt x="1043177" y="115062"/>
                  </a:lnTo>
                  <a:lnTo>
                    <a:pt x="1045463" y="115062"/>
                  </a:lnTo>
                  <a:close/>
                </a:path>
                <a:path w="1108710" h="115570">
                  <a:moveTo>
                    <a:pt x="1048512" y="115062"/>
                  </a:moveTo>
                  <a:lnTo>
                    <a:pt x="1048512" y="114300"/>
                  </a:lnTo>
                  <a:lnTo>
                    <a:pt x="1046226" y="114300"/>
                  </a:lnTo>
                  <a:lnTo>
                    <a:pt x="1046226" y="115062"/>
                  </a:lnTo>
                  <a:lnTo>
                    <a:pt x="1048512" y="115062"/>
                  </a:lnTo>
                  <a:close/>
                </a:path>
                <a:path w="1108710" h="115570">
                  <a:moveTo>
                    <a:pt x="1051559" y="115062"/>
                  </a:moveTo>
                  <a:lnTo>
                    <a:pt x="1051559" y="114300"/>
                  </a:lnTo>
                  <a:lnTo>
                    <a:pt x="1049273" y="114300"/>
                  </a:lnTo>
                  <a:lnTo>
                    <a:pt x="1049273" y="115062"/>
                  </a:lnTo>
                  <a:lnTo>
                    <a:pt x="1051559" y="115062"/>
                  </a:lnTo>
                  <a:close/>
                </a:path>
                <a:path w="1108710" h="115570">
                  <a:moveTo>
                    <a:pt x="1054607" y="115062"/>
                  </a:moveTo>
                  <a:lnTo>
                    <a:pt x="1054607" y="114300"/>
                  </a:lnTo>
                  <a:lnTo>
                    <a:pt x="1052321" y="114300"/>
                  </a:lnTo>
                  <a:lnTo>
                    <a:pt x="1052321" y="115062"/>
                  </a:lnTo>
                  <a:lnTo>
                    <a:pt x="1054607" y="115062"/>
                  </a:lnTo>
                  <a:close/>
                </a:path>
                <a:path w="1108710" h="115570">
                  <a:moveTo>
                    <a:pt x="1057655" y="115062"/>
                  </a:moveTo>
                  <a:lnTo>
                    <a:pt x="1057655" y="114300"/>
                  </a:lnTo>
                  <a:lnTo>
                    <a:pt x="1055369" y="114300"/>
                  </a:lnTo>
                  <a:lnTo>
                    <a:pt x="1055369" y="115062"/>
                  </a:lnTo>
                  <a:lnTo>
                    <a:pt x="1057655" y="115062"/>
                  </a:lnTo>
                  <a:close/>
                </a:path>
                <a:path w="1108710" h="115570">
                  <a:moveTo>
                    <a:pt x="1060703" y="115062"/>
                  </a:moveTo>
                  <a:lnTo>
                    <a:pt x="1060703" y="114300"/>
                  </a:lnTo>
                  <a:lnTo>
                    <a:pt x="1058417" y="114300"/>
                  </a:lnTo>
                  <a:lnTo>
                    <a:pt x="1058417" y="115062"/>
                  </a:lnTo>
                  <a:lnTo>
                    <a:pt x="1060703" y="115062"/>
                  </a:lnTo>
                  <a:close/>
                </a:path>
                <a:path w="1108710" h="115570">
                  <a:moveTo>
                    <a:pt x="1063752" y="115062"/>
                  </a:moveTo>
                  <a:lnTo>
                    <a:pt x="1063752" y="114300"/>
                  </a:lnTo>
                  <a:lnTo>
                    <a:pt x="1061465" y="114300"/>
                  </a:lnTo>
                  <a:lnTo>
                    <a:pt x="1061465" y="115062"/>
                  </a:lnTo>
                  <a:lnTo>
                    <a:pt x="1063752" y="115062"/>
                  </a:lnTo>
                  <a:close/>
                </a:path>
                <a:path w="1108710" h="115570">
                  <a:moveTo>
                    <a:pt x="1066800" y="115062"/>
                  </a:moveTo>
                  <a:lnTo>
                    <a:pt x="1066800" y="114300"/>
                  </a:lnTo>
                  <a:lnTo>
                    <a:pt x="1064514" y="114300"/>
                  </a:lnTo>
                  <a:lnTo>
                    <a:pt x="1064514" y="115062"/>
                  </a:lnTo>
                  <a:lnTo>
                    <a:pt x="1066800" y="115062"/>
                  </a:lnTo>
                  <a:close/>
                </a:path>
                <a:path w="1108710" h="115570">
                  <a:moveTo>
                    <a:pt x="1069848" y="115062"/>
                  </a:moveTo>
                  <a:lnTo>
                    <a:pt x="1069848" y="114300"/>
                  </a:lnTo>
                  <a:lnTo>
                    <a:pt x="1067562" y="114300"/>
                  </a:lnTo>
                  <a:lnTo>
                    <a:pt x="1067562" y="115062"/>
                  </a:lnTo>
                  <a:lnTo>
                    <a:pt x="1069848" y="115062"/>
                  </a:lnTo>
                  <a:close/>
                </a:path>
                <a:path w="1108710" h="115570">
                  <a:moveTo>
                    <a:pt x="1072895" y="115062"/>
                  </a:moveTo>
                  <a:lnTo>
                    <a:pt x="1072895" y="114300"/>
                  </a:lnTo>
                  <a:lnTo>
                    <a:pt x="1070609" y="114300"/>
                  </a:lnTo>
                  <a:lnTo>
                    <a:pt x="1070609" y="115062"/>
                  </a:lnTo>
                  <a:lnTo>
                    <a:pt x="1072895" y="115062"/>
                  </a:lnTo>
                  <a:close/>
                </a:path>
                <a:path w="1108710" h="115570">
                  <a:moveTo>
                    <a:pt x="1075943" y="115062"/>
                  </a:moveTo>
                  <a:lnTo>
                    <a:pt x="1075943" y="114300"/>
                  </a:lnTo>
                  <a:lnTo>
                    <a:pt x="1073657" y="114300"/>
                  </a:lnTo>
                  <a:lnTo>
                    <a:pt x="1073657" y="115062"/>
                  </a:lnTo>
                  <a:lnTo>
                    <a:pt x="1075943" y="115062"/>
                  </a:lnTo>
                  <a:close/>
                </a:path>
                <a:path w="1108710" h="115570">
                  <a:moveTo>
                    <a:pt x="1078991" y="115062"/>
                  </a:moveTo>
                  <a:lnTo>
                    <a:pt x="1078991" y="114300"/>
                  </a:lnTo>
                  <a:lnTo>
                    <a:pt x="1076705" y="114300"/>
                  </a:lnTo>
                  <a:lnTo>
                    <a:pt x="1076705" y="115062"/>
                  </a:lnTo>
                  <a:lnTo>
                    <a:pt x="1078991" y="115062"/>
                  </a:lnTo>
                  <a:close/>
                </a:path>
                <a:path w="1108710" h="115570">
                  <a:moveTo>
                    <a:pt x="1082039" y="115062"/>
                  </a:moveTo>
                  <a:lnTo>
                    <a:pt x="1082039" y="114300"/>
                  </a:lnTo>
                  <a:lnTo>
                    <a:pt x="1079753" y="114300"/>
                  </a:lnTo>
                  <a:lnTo>
                    <a:pt x="1079753" y="115062"/>
                  </a:lnTo>
                  <a:lnTo>
                    <a:pt x="1082039" y="115062"/>
                  </a:lnTo>
                  <a:close/>
                </a:path>
                <a:path w="1108710" h="115570">
                  <a:moveTo>
                    <a:pt x="1085088" y="115062"/>
                  </a:moveTo>
                  <a:lnTo>
                    <a:pt x="1085088" y="114300"/>
                  </a:lnTo>
                  <a:lnTo>
                    <a:pt x="1082802" y="114300"/>
                  </a:lnTo>
                  <a:lnTo>
                    <a:pt x="1082802" y="115062"/>
                  </a:lnTo>
                  <a:lnTo>
                    <a:pt x="1085088" y="115062"/>
                  </a:lnTo>
                  <a:close/>
                </a:path>
                <a:path w="1108710" h="115570">
                  <a:moveTo>
                    <a:pt x="1088136" y="115062"/>
                  </a:moveTo>
                  <a:lnTo>
                    <a:pt x="1088136" y="114300"/>
                  </a:lnTo>
                  <a:lnTo>
                    <a:pt x="1085850" y="114300"/>
                  </a:lnTo>
                  <a:lnTo>
                    <a:pt x="1085850" y="115062"/>
                  </a:lnTo>
                  <a:lnTo>
                    <a:pt x="1088136" y="115062"/>
                  </a:lnTo>
                  <a:close/>
                </a:path>
                <a:path w="1108710" h="115570">
                  <a:moveTo>
                    <a:pt x="1091183" y="115062"/>
                  </a:moveTo>
                  <a:lnTo>
                    <a:pt x="1091183" y="114300"/>
                  </a:lnTo>
                  <a:lnTo>
                    <a:pt x="1088897" y="114300"/>
                  </a:lnTo>
                  <a:lnTo>
                    <a:pt x="1088897" y="115062"/>
                  </a:lnTo>
                  <a:lnTo>
                    <a:pt x="1091183" y="115062"/>
                  </a:lnTo>
                  <a:close/>
                </a:path>
                <a:path w="1108710" h="115570">
                  <a:moveTo>
                    <a:pt x="1094231" y="115062"/>
                  </a:moveTo>
                  <a:lnTo>
                    <a:pt x="1094231" y="114300"/>
                  </a:lnTo>
                  <a:lnTo>
                    <a:pt x="1091945" y="114300"/>
                  </a:lnTo>
                  <a:lnTo>
                    <a:pt x="1091945" y="115062"/>
                  </a:lnTo>
                  <a:lnTo>
                    <a:pt x="1094231" y="115062"/>
                  </a:lnTo>
                  <a:close/>
                </a:path>
                <a:path w="1108710" h="115570">
                  <a:moveTo>
                    <a:pt x="1097279" y="115062"/>
                  </a:moveTo>
                  <a:lnTo>
                    <a:pt x="1097279" y="114300"/>
                  </a:lnTo>
                  <a:lnTo>
                    <a:pt x="1094993" y="114300"/>
                  </a:lnTo>
                  <a:lnTo>
                    <a:pt x="1094993" y="115062"/>
                  </a:lnTo>
                  <a:lnTo>
                    <a:pt x="1097279" y="115062"/>
                  </a:lnTo>
                  <a:close/>
                </a:path>
                <a:path w="1108710" h="115570">
                  <a:moveTo>
                    <a:pt x="1100327" y="115062"/>
                  </a:moveTo>
                  <a:lnTo>
                    <a:pt x="1100327" y="114300"/>
                  </a:lnTo>
                  <a:lnTo>
                    <a:pt x="1098041" y="114300"/>
                  </a:lnTo>
                  <a:lnTo>
                    <a:pt x="1098041" y="115062"/>
                  </a:lnTo>
                  <a:lnTo>
                    <a:pt x="1100327" y="115062"/>
                  </a:lnTo>
                  <a:close/>
                </a:path>
                <a:path w="1108710" h="115570">
                  <a:moveTo>
                    <a:pt x="1103376" y="115062"/>
                  </a:moveTo>
                  <a:lnTo>
                    <a:pt x="1103376" y="114300"/>
                  </a:lnTo>
                  <a:lnTo>
                    <a:pt x="1101089" y="114300"/>
                  </a:lnTo>
                  <a:lnTo>
                    <a:pt x="1101089" y="115062"/>
                  </a:lnTo>
                  <a:lnTo>
                    <a:pt x="1103376" y="115062"/>
                  </a:lnTo>
                  <a:close/>
                </a:path>
                <a:path w="1108710" h="115570">
                  <a:moveTo>
                    <a:pt x="1106424" y="115062"/>
                  </a:moveTo>
                  <a:lnTo>
                    <a:pt x="1106424" y="114300"/>
                  </a:lnTo>
                  <a:lnTo>
                    <a:pt x="1104138" y="114300"/>
                  </a:lnTo>
                  <a:lnTo>
                    <a:pt x="1104138" y="115062"/>
                  </a:lnTo>
                  <a:lnTo>
                    <a:pt x="1106424" y="115062"/>
                  </a:lnTo>
                  <a:close/>
                </a:path>
                <a:path w="1108710" h="115570">
                  <a:moveTo>
                    <a:pt x="1108709" y="114300"/>
                  </a:moveTo>
                  <a:lnTo>
                    <a:pt x="1108709" y="112775"/>
                  </a:lnTo>
                  <a:lnTo>
                    <a:pt x="1107947" y="112775"/>
                  </a:lnTo>
                  <a:lnTo>
                    <a:pt x="1107947" y="114300"/>
                  </a:lnTo>
                  <a:lnTo>
                    <a:pt x="1107185" y="114300"/>
                  </a:lnTo>
                  <a:lnTo>
                    <a:pt x="1107185" y="115062"/>
                  </a:lnTo>
                  <a:lnTo>
                    <a:pt x="1107947" y="115062"/>
                  </a:lnTo>
                  <a:lnTo>
                    <a:pt x="1108709" y="114300"/>
                  </a:lnTo>
                  <a:close/>
                </a:path>
                <a:path w="1108710" h="115570">
                  <a:moveTo>
                    <a:pt x="1108709" y="112013"/>
                  </a:moveTo>
                  <a:lnTo>
                    <a:pt x="1108709" y="109727"/>
                  </a:lnTo>
                  <a:lnTo>
                    <a:pt x="1107947" y="109727"/>
                  </a:lnTo>
                  <a:lnTo>
                    <a:pt x="1107947" y="112013"/>
                  </a:lnTo>
                  <a:lnTo>
                    <a:pt x="1108709" y="112013"/>
                  </a:lnTo>
                  <a:close/>
                </a:path>
                <a:path w="1108710" h="115570">
                  <a:moveTo>
                    <a:pt x="1108709" y="108966"/>
                  </a:moveTo>
                  <a:lnTo>
                    <a:pt x="1108709" y="106680"/>
                  </a:lnTo>
                  <a:lnTo>
                    <a:pt x="1107947" y="106680"/>
                  </a:lnTo>
                  <a:lnTo>
                    <a:pt x="1107947" y="108966"/>
                  </a:lnTo>
                  <a:lnTo>
                    <a:pt x="1108709" y="108966"/>
                  </a:lnTo>
                  <a:close/>
                </a:path>
                <a:path w="1108710" h="115570">
                  <a:moveTo>
                    <a:pt x="1108709" y="105918"/>
                  </a:moveTo>
                  <a:lnTo>
                    <a:pt x="1108709" y="103632"/>
                  </a:lnTo>
                  <a:lnTo>
                    <a:pt x="1107947" y="103632"/>
                  </a:lnTo>
                  <a:lnTo>
                    <a:pt x="1107947" y="105918"/>
                  </a:lnTo>
                  <a:lnTo>
                    <a:pt x="1108709" y="105918"/>
                  </a:lnTo>
                  <a:close/>
                </a:path>
                <a:path w="1108710" h="115570">
                  <a:moveTo>
                    <a:pt x="1108709" y="102870"/>
                  </a:moveTo>
                  <a:lnTo>
                    <a:pt x="1108709" y="100584"/>
                  </a:lnTo>
                  <a:lnTo>
                    <a:pt x="1107947" y="100584"/>
                  </a:lnTo>
                  <a:lnTo>
                    <a:pt x="1107947" y="102870"/>
                  </a:lnTo>
                  <a:lnTo>
                    <a:pt x="1108709" y="102870"/>
                  </a:lnTo>
                  <a:close/>
                </a:path>
                <a:path w="1108710" h="115570">
                  <a:moveTo>
                    <a:pt x="1108709" y="99822"/>
                  </a:moveTo>
                  <a:lnTo>
                    <a:pt x="1108709" y="97536"/>
                  </a:lnTo>
                  <a:lnTo>
                    <a:pt x="1107947" y="97536"/>
                  </a:lnTo>
                  <a:lnTo>
                    <a:pt x="1107947" y="99822"/>
                  </a:lnTo>
                  <a:lnTo>
                    <a:pt x="1108709" y="99822"/>
                  </a:lnTo>
                  <a:close/>
                </a:path>
                <a:path w="1108710" h="115570">
                  <a:moveTo>
                    <a:pt x="1108709" y="96774"/>
                  </a:moveTo>
                  <a:lnTo>
                    <a:pt x="1108709" y="94487"/>
                  </a:lnTo>
                  <a:lnTo>
                    <a:pt x="1107947" y="94487"/>
                  </a:lnTo>
                  <a:lnTo>
                    <a:pt x="1107947" y="96774"/>
                  </a:lnTo>
                  <a:lnTo>
                    <a:pt x="1108709" y="96774"/>
                  </a:lnTo>
                  <a:close/>
                </a:path>
                <a:path w="1108710" h="115570">
                  <a:moveTo>
                    <a:pt x="1108709" y="93725"/>
                  </a:moveTo>
                  <a:lnTo>
                    <a:pt x="1108709" y="91439"/>
                  </a:lnTo>
                  <a:lnTo>
                    <a:pt x="1107947" y="91439"/>
                  </a:lnTo>
                  <a:lnTo>
                    <a:pt x="1107947" y="93725"/>
                  </a:lnTo>
                  <a:lnTo>
                    <a:pt x="1108709" y="93725"/>
                  </a:lnTo>
                  <a:close/>
                </a:path>
                <a:path w="1108710" h="115570">
                  <a:moveTo>
                    <a:pt x="1108709" y="90677"/>
                  </a:moveTo>
                  <a:lnTo>
                    <a:pt x="1108709" y="88391"/>
                  </a:lnTo>
                  <a:lnTo>
                    <a:pt x="1107947" y="88391"/>
                  </a:lnTo>
                  <a:lnTo>
                    <a:pt x="1107947" y="90677"/>
                  </a:lnTo>
                  <a:lnTo>
                    <a:pt x="1108709" y="90677"/>
                  </a:lnTo>
                  <a:close/>
                </a:path>
                <a:path w="1108710" h="115570">
                  <a:moveTo>
                    <a:pt x="1108709" y="87630"/>
                  </a:moveTo>
                  <a:lnTo>
                    <a:pt x="1108709" y="85344"/>
                  </a:lnTo>
                  <a:lnTo>
                    <a:pt x="1107947" y="85344"/>
                  </a:lnTo>
                  <a:lnTo>
                    <a:pt x="1107947" y="87630"/>
                  </a:lnTo>
                  <a:lnTo>
                    <a:pt x="1108709" y="87630"/>
                  </a:lnTo>
                  <a:close/>
                </a:path>
                <a:path w="1108710" h="115570">
                  <a:moveTo>
                    <a:pt x="1108709" y="84582"/>
                  </a:moveTo>
                  <a:lnTo>
                    <a:pt x="1108709" y="82296"/>
                  </a:lnTo>
                  <a:lnTo>
                    <a:pt x="1107947" y="82296"/>
                  </a:lnTo>
                  <a:lnTo>
                    <a:pt x="1107947" y="84582"/>
                  </a:lnTo>
                  <a:lnTo>
                    <a:pt x="1108709" y="84582"/>
                  </a:lnTo>
                  <a:close/>
                </a:path>
                <a:path w="1108710" h="115570">
                  <a:moveTo>
                    <a:pt x="1108709" y="81534"/>
                  </a:moveTo>
                  <a:lnTo>
                    <a:pt x="1108709" y="79248"/>
                  </a:lnTo>
                  <a:lnTo>
                    <a:pt x="1107947" y="79248"/>
                  </a:lnTo>
                  <a:lnTo>
                    <a:pt x="1107947" y="81534"/>
                  </a:lnTo>
                  <a:lnTo>
                    <a:pt x="1108709" y="81534"/>
                  </a:lnTo>
                  <a:close/>
                </a:path>
                <a:path w="1108710" h="115570">
                  <a:moveTo>
                    <a:pt x="1108709" y="78486"/>
                  </a:moveTo>
                  <a:lnTo>
                    <a:pt x="1108709" y="76200"/>
                  </a:lnTo>
                  <a:lnTo>
                    <a:pt x="1107947" y="76200"/>
                  </a:lnTo>
                  <a:lnTo>
                    <a:pt x="1107947" y="78486"/>
                  </a:lnTo>
                  <a:lnTo>
                    <a:pt x="1108709" y="78486"/>
                  </a:lnTo>
                  <a:close/>
                </a:path>
                <a:path w="1108710" h="115570">
                  <a:moveTo>
                    <a:pt x="1108709" y="75437"/>
                  </a:moveTo>
                  <a:lnTo>
                    <a:pt x="1108709" y="73151"/>
                  </a:lnTo>
                  <a:lnTo>
                    <a:pt x="1107947" y="73151"/>
                  </a:lnTo>
                  <a:lnTo>
                    <a:pt x="1107947" y="75437"/>
                  </a:lnTo>
                  <a:lnTo>
                    <a:pt x="1108709" y="75437"/>
                  </a:lnTo>
                  <a:close/>
                </a:path>
                <a:path w="1108710" h="115570">
                  <a:moveTo>
                    <a:pt x="1108709" y="72389"/>
                  </a:moveTo>
                  <a:lnTo>
                    <a:pt x="1108709" y="70103"/>
                  </a:lnTo>
                  <a:lnTo>
                    <a:pt x="1107947" y="70103"/>
                  </a:lnTo>
                  <a:lnTo>
                    <a:pt x="1107947" y="72389"/>
                  </a:lnTo>
                  <a:lnTo>
                    <a:pt x="1108709" y="72389"/>
                  </a:lnTo>
                  <a:close/>
                </a:path>
                <a:path w="1108710" h="115570">
                  <a:moveTo>
                    <a:pt x="1108709" y="69342"/>
                  </a:moveTo>
                  <a:lnTo>
                    <a:pt x="1108709" y="67056"/>
                  </a:lnTo>
                  <a:lnTo>
                    <a:pt x="1107947" y="67056"/>
                  </a:lnTo>
                  <a:lnTo>
                    <a:pt x="1107947" y="69342"/>
                  </a:lnTo>
                  <a:lnTo>
                    <a:pt x="1108709" y="69342"/>
                  </a:lnTo>
                  <a:close/>
                </a:path>
                <a:path w="1108710" h="115570">
                  <a:moveTo>
                    <a:pt x="1108709" y="66294"/>
                  </a:moveTo>
                  <a:lnTo>
                    <a:pt x="1108709" y="64008"/>
                  </a:lnTo>
                  <a:lnTo>
                    <a:pt x="1107947" y="64008"/>
                  </a:lnTo>
                  <a:lnTo>
                    <a:pt x="1107947" y="66294"/>
                  </a:lnTo>
                  <a:lnTo>
                    <a:pt x="1108709" y="66294"/>
                  </a:lnTo>
                  <a:close/>
                </a:path>
                <a:path w="1108710" h="115570">
                  <a:moveTo>
                    <a:pt x="1108709" y="63246"/>
                  </a:moveTo>
                  <a:lnTo>
                    <a:pt x="1108709" y="60960"/>
                  </a:lnTo>
                  <a:lnTo>
                    <a:pt x="1107947" y="60960"/>
                  </a:lnTo>
                  <a:lnTo>
                    <a:pt x="1107947" y="63246"/>
                  </a:lnTo>
                  <a:lnTo>
                    <a:pt x="1108709" y="63246"/>
                  </a:lnTo>
                  <a:close/>
                </a:path>
                <a:path w="1108710" h="115570">
                  <a:moveTo>
                    <a:pt x="1108709" y="60198"/>
                  </a:moveTo>
                  <a:lnTo>
                    <a:pt x="1108709" y="57912"/>
                  </a:lnTo>
                  <a:lnTo>
                    <a:pt x="1107947" y="57912"/>
                  </a:lnTo>
                  <a:lnTo>
                    <a:pt x="1107947" y="60198"/>
                  </a:lnTo>
                  <a:lnTo>
                    <a:pt x="1108709" y="60198"/>
                  </a:lnTo>
                  <a:close/>
                </a:path>
                <a:path w="1108710" h="115570">
                  <a:moveTo>
                    <a:pt x="1108709" y="57150"/>
                  </a:moveTo>
                  <a:lnTo>
                    <a:pt x="1108709" y="54863"/>
                  </a:lnTo>
                  <a:lnTo>
                    <a:pt x="1107947" y="54863"/>
                  </a:lnTo>
                  <a:lnTo>
                    <a:pt x="1107947" y="57150"/>
                  </a:lnTo>
                  <a:lnTo>
                    <a:pt x="1108709" y="57150"/>
                  </a:lnTo>
                  <a:close/>
                </a:path>
                <a:path w="1108710" h="115570">
                  <a:moveTo>
                    <a:pt x="1108709" y="54101"/>
                  </a:moveTo>
                  <a:lnTo>
                    <a:pt x="1108709" y="51815"/>
                  </a:lnTo>
                  <a:lnTo>
                    <a:pt x="1107947" y="51815"/>
                  </a:lnTo>
                  <a:lnTo>
                    <a:pt x="1107947" y="54101"/>
                  </a:lnTo>
                  <a:lnTo>
                    <a:pt x="1108709" y="54101"/>
                  </a:lnTo>
                  <a:close/>
                </a:path>
                <a:path w="1108710" h="115570">
                  <a:moveTo>
                    <a:pt x="1108709" y="51054"/>
                  </a:moveTo>
                  <a:lnTo>
                    <a:pt x="1108709" y="48768"/>
                  </a:lnTo>
                  <a:lnTo>
                    <a:pt x="1107947" y="48768"/>
                  </a:lnTo>
                  <a:lnTo>
                    <a:pt x="1107947" y="51054"/>
                  </a:lnTo>
                  <a:lnTo>
                    <a:pt x="1108709" y="51054"/>
                  </a:lnTo>
                  <a:close/>
                </a:path>
                <a:path w="1108710" h="115570">
                  <a:moveTo>
                    <a:pt x="1108709" y="48006"/>
                  </a:moveTo>
                  <a:lnTo>
                    <a:pt x="1108709" y="45720"/>
                  </a:lnTo>
                  <a:lnTo>
                    <a:pt x="1107947" y="45720"/>
                  </a:lnTo>
                  <a:lnTo>
                    <a:pt x="1107947" y="48006"/>
                  </a:lnTo>
                  <a:lnTo>
                    <a:pt x="1108709" y="48006"/>
                  </a:lnTo>
                  <a:close/>
                </a:path>
                <a:path w="1108710" h="115570">
                  <a:moveTo>
                    <a:pt x="1108709" y="44958"/>
                  </a:moveTo>
                  <a:lnTo>
                    <a:pt x="1108709" y="42672"/>
                  </a:lnTo>
                  <a:lnTo>
                    <a:pt x="1107947" y="42672"/>
                  </a:lnTo>
                  <a:lnTo>
                    <a:pt x="1107947" y="44958"/>
                  </a:lnTo>
                  <a:lnTo>
                    <a:pt x="1108709" y="44958"/>
                  </a:lnTo>
                  <a:close/>
                </a:path>
                <a:path w="1108710" h="115570">
                  <a:moveTo>
                    <a:pt x="1108709" y="41910"/>
                  </a:moveTo>
                  <a:lnTo>
                    <a:pt x="1108709" y="39624"/>
                  </a:lnTo>
                  <a:lnTo>
                    <a:pt x="1107947" y="39624"/>
                  </a:lnTo>
                  <a:lnTo>
                    <a:pt x="1107947" y="41910"/>
                  </a:lnTo>
                  <a:lnTo>
                    <a:pt x="1108709" y="41910"/>
                  </a:lnTo>
                  <a:close/>
                </a:path>
                <a:path w="1108710" h="115570">
                  <a:moveTo>
                    <a:pt x="1108709" y="38862"/>
                  </a:moveTo>
                  <a:lnTo>
                    <a:pt x="1108709" y="36575"/>
                  </a:lnTo>
                  <a:lnTo>
                    <a:pt x="1107947" y="36575"/>
                  </a:lnTo>
                  <a:lnTo>
                    <a:pt x="1107947" y="38862"/>
                  </a:lnTo>
                  <a:lnTo>
                    <a:pt x="1108709" y="38862"/>
                  </a:lnTo>
                  <a:close/>
                </a:path>
                <a:path w="1108710" h="115570">
                  <a:moveTo>
                    <a:pt x="1108709" y="35813"/>
                  </a:moveTo>
                  <a:lnTo>
                    <a:pt x="1108709" y="33527"/>
                  </a:lnTo>
                  <a:lnTo>
                    <a:pt x="1107947" y="33527"/>
                  </a:lnTo>
                  <a:lnTo>
                    <a:pt x="1107947" y="35813"/>
                  </a:lnTo>
                  <a:lnTo>
                    <a:pt x="1108709" y="35813"/>
                  </a:lnTo>
                  <a:close/>
                </a:path>
                <a:path w="1108710" h="115570">
                  <a:moveTo>
                    <a:pt x="1108709" y="32766"/>
                  </a:moveTo>
                  <a:lnTo>
                    <a:pt x="1108709" y="30480"/>
                  </a:lnTo>
                  <a:lnTo>
                    <a:pt x="1107947" y="30480"/>
                  </a:lnTo>
                  <a:lnTo>
                    <a:pt x="1107947" y="32766"/>
                  </a:lnTo>
                  <a:lnTo>
                    <a:pt x="1108709" y="32766"/>
                  </a:lnTo>
                  <a:close/>
                </a:path>
                <a:path w="1108710" h="115570">
                  <a:moveTo>
                    <a:pt x="1108709" y="29718"/>
                  </a:moveTo>
                  <a:lnTo>
                    <a:pt x="1108709" y="27432"/>
                  </a:lnTo>
                  <a:lnTo>
                    <a:pt x="1107947" y="27432"/>
                  </a:lnTo>
                  <a:lnTo>
                    <a:pt x="1107947" y="29718"/>
                  </a:lnTo>
                  <a:lnTo>
                    <a:pt x="1108709" y="29718"/>
                  </a:lnTo>
                  <a:close/>
                </a:path>
                <a:path w="1108710" h="115570">
                  <a:moveTo>
                    <a:pt x="1108709" y="26670"/>
                  </a:moveTo>
                  <a:lnTo>
                    <a:pt x="1108709" y="24384"/>
                  </a:lnTo>
                  <a:lnTo>
                    <a:pt x="1107947" y="24384"/>
                  </a:lnTo>
                  <a:lnTo>
                    <a:pt x="1107947" y="26670"/>
                  </a:lnTo>
                  <a:lnTo>
                    <a:pt x="1108709" y="26670"/>
                  </a:lnTo>
                  <a:close/>
                </a:path>
                <a:path w="1108710" h="115570">
                  <a:moveTo>
                    <a:pt x="1108709" y="23622"/>
                  </a:moveTo>
                  <a:lnTo>
                    <a:pt x="1108709" y="21336"/>
                  </a:lnTo>
                  <a:lnTo>
                    <a:pt x="1107947" y="21336"/>
                  </a:lnTo>
                  <a:lnTo>
                    <a:pt x="1107947" y="23622"/>
                  </a:lnTo>
                  <a:lnTo>
                    <a:pt x="1108709" y="23622"/>
                  </a:lnTo>
                  <a:close/>
                </a:path>
                <a:path w="1108710" h="115570">
                  <a:moveTo>
                    <a:pt x="1108709" y="20574"/>
                  </a:moveTo>
                  <a:lnTo>
                    <a:pt x="1108709" y="18287"/>
                  </a:lnTo>
                  <a:lnTo>
                    <a:pt x="1107947" y="18287"/>
                  </a:lnTo>
                  <a:lnTo>
                    <a:pt x="1107947" y="20574"/>
                  </a:lnTo>
                  <a:lnTo>
                    <a:pt x="1108709" y="20574"/>
                  </a:lnTo>
                  <a:close/>
                </a:path>
                <a:path w="1108710" h="115570">
                  <a:moveTo>
                    <a:pt x="1108709" y="17525"/>
                  </a:moveTo>
                  <a:lnTo>
                    <a:pt x="1108709" y="15239"/>
                  </a:lnTo>
                  <a:lnTo>
                    <a:pt x="1107947" y="15239"/>
                  </a:lnTo>
                  <a:lnTo>
                    <a:pt x="1107947" y="17525"/>
                  </a:lnTo>
                  <a:lnTo>
                    <a:pt x="1108709" y="17525"/>
                  </a:lnTo>
                  <a:close/>
                </a:path>
                <a:path w="1108710" h="115570">
                  <a:moveTo>
                    <a:pt x="1108709" y="14477"/>
                  </a:moveTo>
                  <a:lnTo>
                    <a:pt x="1108709" y="12191"/>
                  </a:lnTo>
                  <a:lnTo>
                    <a:pt x="1107947" y="12191"/>
                  </a:lnTo>
                  <a:lnTo>
                    <a:pt x="1107947" y="14477"/>
                  </a:lnTo>
                  <a:lnTo>
                    <a:pt x="1108709" y="14477"/>
                  </a:lnTo>
                  <a:close/>
                </a:path>
                <a:path w="1108710" h="115570">
                  <a:moveTo>
                    <a:pt x="1108709" y="11430"/>
                  </a:moveTo>
                  <a:lnTo>
                    <a:pt x="1108709" y="9144"/>
                  </a:lnTo>
                  <a:lnTo>
                    <a:pt x="1107947" y="9144"/>
                  </a:lnTo>
                  <a:lnTo>
                    <a:pt x="1107947" y="11430"/>
                  </a:lnTo>
                  <a:lnTo>
                    <a:pt x="1108709" y="11430"/>
                  </a:lnTo>
                  <a:close/>
                </a:path>
                <a:path w="1108710" h="115570">
                  <a:moveTo>
                    <a:pt x="1108709" y="8382"/>
                  </a:moveTo>
                  <a:lnTo>
                    <a:pt x="1108709" y="6096"/>
                  </a:lnTo>
                  <a:lnTo>
                    <a:pt x="1107947" y="6096"/>
                  </a:lnTo>
                  <a:lnTo>
                    <a:pt x="1107947" y="8382"/>
                  </a:lnTo>
                  <a:lnTo>
                    <a:pt x="1108709" y="8382"/>
                  </a:lnTo>
                  <a:close/>
                </a:path>
                <a:path w="1108710" h="115570">
                  <a:moveTo>
                    <a:pt x="1108709" y="5334"/>
                  </a:moveTo>
                  <a:lnTo>
                    <a:pt x="1108709" y="3048"/>
                  </a:lnTo>
                  <a:lnTo>
                    <a:pt x="1107947" y="3048"/>
                  </a:lnTo>
                  <a:lnTo>
                    <a:pt x="1107947" y="5334"/>
                  </a:lnTo>
                  <a:lnTo>
                    <a:pt x="1108709" y="5334"/>
                  </a:lnTo>
                  <a:close/>
                </a:path>
                <a:path w="1108710" h="115570">
                  <a:moveTo>
                    <a:pt x="1108709" y="2286"/>
                  </a:moveTo>
                  <a:lnTo>
                    <a:pt x="1108709" y="0"/>
                  </a:lnTo>
                  <a:lnTo>
                    <a:pt x="1107947" y="0"/>
                  </a:lnTo>
                  <a:lnTo>
                    <a:pt x="1107947" y="2286"/>
                  </a:lnTo>
                  <a:lnTo>
                    <a:pt x="1108709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10605" y="5747004"/>
              <a:ext cx="79248" cy="108965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4773421" y="5870702"/>
            <a:ext cx="2597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[Alert]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5048250" y="4305300"/>
            <a:ext cx="1289685" cy="1200150"/>
            <a:chOff x="5048250" y="4305300"/>
            <a:chExt cx="1289685" cy="1200150"/>
          </a:xfrm>
        </p:grpSpPr>
        <p:pic>
          <p:nvPicPr>
            <p:cNvPr id="98" name="object 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90081" y="4671059"/>
              <a:ext cx="79248" cy="252221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5759957" y="4956810"/>
              <a:ext cx="5080" cy="547370"/>
            </a:xfrm>
            <a:custGeom>
              <a:avLst/>
              <a:gdLst/>
              <a:ahLst/>
              <a:cxnLst/>
              <a:rect l="l" t="t" r="r" b="b"/>
              <a:pathLst>
                <a:path w="5079" h="547370">
                  <a:moveTo>
                    <a:pt x="4572" y="547116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1524" y="547116"/>
                  </a:lnTo>
                  <a:lnTo>
                    <a:pt x="4572" y="5471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21857" y="5395722"/>
              <a:ext cx="79248" cy="109728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6296406" y="4956810"/>
              <a:ext cx="5080" cy="547370"/>
            </a:xfrm>
            <a:custGeom>
              <a:avLst/>
              <a:gdLst/>
              <a:ahLst/>
              <a:cxnLst/>
              <a:rect l="l" t="t" r="r" b="b"/>
              <a:pathLst>
                <a:path w="5079" h="547370">
                  <a:moveTo>
                    <a:pt x="4572" y="547116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1524" y="547116"/>
                  </a:lnTo>
                  <a:lnTo>
                    <a:pt x="4572" y="5471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58306" y="5395722"/>
              <a:ext cx="79248" cy="109728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5048250" y="4305300"/>
              <a:ext cx="982980" cy="121285"/>
            </a:xfrm>
            <a:custGeom>
              <a:avLst/>
              <a:gdLst/>
              <a:ahLst/>
              <a:cxnLst/>
              <a:rect l="l" t="t" r="r" b="b"/>
              <a:pathLst>
                <a:path w="982979" h="121285">
                  <a:moveTo>
                    <a:pt x="982980" y="121157"/>
                  </a:moveTo>
                  <a:lnTo>
                    <a:pt x="982980" y="2285"/>
                  </a:lnTo>
                  <a:lnTo>
                    <a:pt x="98145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979932" y="3809"/>
                  </a:lnTo>
                  <a:lnTo>
                    <a:pt x="979932" y="2285"/>
                  </a:lnTo>
                  <a:lnTo>
                    <a:pt x="981456" y="3809"/>
                  </a:lnTo>
                  <a:lnTo>
                    <a:pt x="981456" y="121157"/>
                  </a:lnTo>
                  <a:lnTo>
                    <a:pt x="982980" y="121157"/>
                  </a:lnTo>
                  <a:close/>
                </a:path>
                <a:path w="982979" h="121285">
                  <a:moveTo>
                    <a:pt x="981456" y="3809"/>
                  </a:moveTo>
                  <a:lnTo>
                    <a:pt x="979932" y="2285"/>
                  </a:lnTo>
                  <a:lnTo>
                    <a:pt x="979932" y="3809"/>
                  </a:lnTo>
                  <a:lnTo>
                    <a:pt x="981456" y="3809"/>
                  </a:lnTo>
                  <a:close/>
                </a:path>
                <a:path w="982979" h="121285">
                  <a:moveTo>
                    <a:pt x="981456" y="121157"/>
                  </a:moveTo>
                  <a:lnTo>
                    <a:pt x="981456" y="3809"/>
                  </a:lnTo>
                  <a:lnTo>
                    <a:pt x="979932" y="3809"/>
                  </a:lnTo>
                  <a:lnTo>
                    <a:pt x="979932" y="121157"/>
                  </a:lnTo>
                  <a:lnTo>
                    <a:pt x="981456" y="121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90081" y="4319777"/>
              <a:ext cx="79248" cy="108204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5482844" y="4137152"/>
            <a:ext cx="2597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[Alert]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2323338" y="1724405"/>
            <a:ext cx="1849120" cy="1675130"/>
            <a:chOff x="2323338" y="1724405"/>
            <a:chExt cx="1849120" cy="1675130"/>
          </a:xfrm>
        </p:grpSpPr>
        <p:sp>
          <p:nvSpPr>
            <p:cNvPr id="107" name="object 107"/>
            <p:cNvSpPr/>
            <p:nvPr/>
          </p:nvSpPr>
          <p:spPr>
            <a:xfrm>
              <a:off x="2360676" y="2038349"/>
              <a:ext cx="5715" cy="1359535"/>
            </a:xfrm>
            <a:custGeom>
              <a:avLst/>
              <a:gdLst/>
              <a:ahLst/>
              <a:cxnLst/>
              <a:rect l="l" t="t" r="r" b="b"/>
              <a:pathLst>
                <a:path w="5714" h="1359535">
                  <a:moveTo>
                    <a:pt x="5334" y="1359408"/>
                  </a:moveTo>
                  <a:lnTo>
                    <a:pt x="3810" y="0"/>
                  </a:lnTo>
                  <a:lnTo>
                    <a:pt x="0" y="0"/>
                  </a:lnTo>
                  <a:lnTo>
                    <a:pt x="1524" y="1359408"/>
                  </a:lnTo>
                  <a:lnTo>
                    <a:pt x="5334" y="1359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23338" y="3288792"/>
              <a:ext cx="78486" cy="110489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2772156" y="2036826"/>
              <a:ext cx="1092835" cy="224154"/>
            </a:xfrm>
            <a:custGeom>
              <a:avLst/>
              <a:gdLst/>
              <a:ahLst/>
              <a:cxnLst/>
              <a:rect l="l" t="t" r="r" b="b"/>
              <a:pathLst>
                <a:path w="1092835" h="224155">
                  <a:moveTo>
                    <a:pt x="1092708" y="220979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1091946" y="224027"/>
                  </a:lnTo>
                  <a:lnTo>
                    <a:pt x="1092708" y="2209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45230" y="2199131"/>
              <a:ext cx="120396" cy="7315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132326" y="1724405"/>
              <a:ext cx="1905" cy="63500"/>
            </a:xfrm>
            <a:custGeom>
              <a:avLst/>
              <a:gdLst/>
              <a:ahLst/>
              <a:cxnLst/>
              <a:rect l="l" t="t" r="r" b="b"/>
              <a:pathLst>
                <a:path w="1904" h="63500">
                  <a:moveTo>
                    <a:pt x="762" y="51816"/>
                  </a:moveTo>
                  <a:lnTo>
                    <a:pt x="0" y="51816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1816"/>
                  </a:lnTo>
                  <a:close/>
                </a:path>
                <a:path w="1904" h="63500">
                  <a:moveTo>
                    <a:pt x="762" y="48768"/>
                  </a:moveTo>
                  <a:lnTo>
                    <a:pt x="0" y="48768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48768"/>
                  </a:lnTo>
                  <a:close/>
                </a:path>
                <a:path w="1904" h="63500">
                  <a:moveTo>
                    <a:pt x="762" y="45720"/>
                  </a:moveTo>
                  <a:lnTo>
                    <a:pt x="0" y="45720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5720"/>
                  </a:lnTo>
                  <a:close/>
                </a:path>
                <a:path w="1904" h="63500">
                  <a:moveTo>
                    <a:pt x="762" y="42672"/>
                  </a:moveTo>
                  <a:lnTo>
                    <a:pt x="0" y="42672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2672"/>
                  </a:lnTo>
                  <a:close/>
                </a:path>
                <a:path w="1904" h="63500">
                  <a:moveTo>
                    <a:pt x="762" y="39624"/>
                  </a:moveTo>
                  <a:lnTo>
                    <a:pt x="0" y="39624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39624"/>
                  </a:lnTo>
                  <a:close/>
                </a:path>
                <a:path w="1904" h="63500">
                  <a:moveTo>
                    <a:pt x="762" y="36576"/>
                  </a:moveTo>
                  <a:lnTo>
                    <a:pt x="0" y="36576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6576"/>
                  </a:lnTo>
                  <a:close/>
                </a:path>
                <a:path w="1904" h="63500">
                  <a:moveTo>
                    <a:pt x="762" y="33528"/>
                  </a:moveTo>
                  <a:lnTo>
                    <a:pt x="0" y="33528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3528"/>
                  </a:lnTo>
                  <a:close/>
                </a:path>
                <a:path w="1904" h="63500">
                  <a:moveTo>
                    <a:pt x="762" y="30480"/>
                  </a:moveTo>
                  <a:lnTo>
                    <a:pt x="0" y="30480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0480"/>
                  </a:lnTo>
                  <a:close/>
                </a:path>
                <a:path w="1904" h="63500">
                  <a:moveTo>
                    <a:pt x="762" y="27432"/>
                  </a:moveTo>
                  <a:lnTo>
                    <a:pt x="0" y="27432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7432"/>
                  </a:lnTo>
                  <a:close/>
                </a:path>
                <a:path w="1904" h="63500">
                  <a:moveTo>
                    <a:pt x="762" y="24384"/>
                  </a:moveTo>
                  <a:lnTo>
                    <a:pt x="0" y="24384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4384"/>
                  </a:lnTo>
                  <a:close/>
                </a:path>
                <a:path w="1904" h="63500">
                  <a:moveTo>
                    <a:pt x="762" y="21336"/>
                  </a:moveTo>
                  <a:lnTo>
                    <a:pt x="0" y="21336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1336"/>
                  </a:lnTo>
                  <a:close/>
                </a:path>
                <a:path w="1904" h="63500">
                  <a:moveTo>
                    <a:pt x="762" y="18288"/>
                  </a:moveTo>
                  <a:lnTo>
                    <a:pt x="0" y="18288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8288"/>
                  </a:lnTo>
                  <a:close/>
                </a:path>
                <a:path w="1904" h="63500">
                  <a:moveTo>
                    <a:pt x="762" y="15240"/>
                  </a:moveTo>
                  <a:lnTo>
                    <a:pt x="0" y="15240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5240"/>
                  </a:lnTo>
                  <a:close/>
                </a:path>
                <a:path w="1904" h="63500">
                  <a:moveTo>
                    <a:pt x="762" y="12192"/>
                  </a:moveTo>
                  <a:lnTo>
                    <a:pt x="0" y="12192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2192"/>
                  </a:lnTo>
                  <a:close/>
                </a:path>
                <a:path w="1904" h="63500">
                  <a:moveTo>
                    <a:pt x="762" y="9144"/>
                  </a:moveTo>
                  <a:lnTo>
                    <a:pt x="0" y="9144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9144"/>
                  </a:lnTo>
                  <a:close/>
                </a:path>
                <a:path w="1904" h="63500">
                  <a:moveTo>
                    <a:pt x="762" y="6096"/>
                  </a:moveTo>
                  <a:lnTo>
                    <a:pt x="0" y="6096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6096"/>
                  </a:lnTo>
                  <a:close/>
                </a:path>
                <a:path w="1904" h="63500">
                  <a:moveTo>
                    <a:pt x="762" y="3048"/>
                  </a:moveTo>
                  <a:lnTo>
                    <a:pt x="0" y="3048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3048"/>
                  </a:lnTo>
                  <a:close/>
                </a:path>
                <a:path w="1904" h="63500">
                  <a:moveTo>
                    <a:pt x="762" y="0"/>
                  </a:moveTo>
                  <a:lnTo>
                    <a:pt x="0" y="0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0"/>
                  </a:lnTo>
                  <a:close/>
                </a:path>
                <a:path w="1904" h="63500">
                  <a:moveTo>
                    <a:pt x="1524" y="60960"/>
                  </a:moveTo>
                  <a:lnTo>
                    <a:pt x="762" y="60960"/>
                  </a:lnTo>
                  <a:lnTo>
                    <a:pt x="762" y="63246"/>
                  </a:lnTo>
                  <a:lnTo>
                    <a:pt x="1524" y="63246"/>
                  </a:lnTo>
                  <a:lnTo>
                    <a:pt x="1524" y="60960"/>
                  </a:lnTo>
                  <a:close/>
                </a:path>
                <a:path w="1904" h="63500">
                  <a:moveTo>
                    <a:pt x="1524" y="57912"/>
                  </a:moveTo>
                  <a:lnTo>
                    <a:pt x="762" y="57912"/>
                  </a:lnTo>
                  <a:lnTo>
                    <a:pt x="762" y="60198"/>
                  </a:lnTo>
                  <a:lnTo>
                    <a:pt x="1524" y="60198"/>
                  </a:lnTo>
                  <a:lnTo>
                    <a:pt x="1524" y="57912"/>
                  </a:lnTo>
                  <a:close/>
                </a:path>
                <a:path w="1904" h="63500">
                  <a:moveTo>
                    <a:pt x="1524" y="57150"/>
                  </a:moveTo>
                  <a:lnTo>
                    <a:pt x="762" y="54864"/>
                  </a:lnTo>
                  <a:lnTo>
                    <a:pt x="0" y="54864"/>
                  </a:lnTo>
                  <a:lnTo>
                    <a:pt x="762" y="57150"/>
                  </a:lnTo>
                  <a:lnTo>
                    <a:pt x="1524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133850" y="1788413"/>
              <a:ext cx="0" cy="85090"/>
            </a:xfrm>
            <a:custGeom>
              <a:avLst/>
              <a:gdLst/>
              <a:ahLst/>
              <a:cxnLst/>
              <a:rect l="l" t="t" r="r" b="b"/>
              <a:pathLst>
                <a:path w="0" h="85089">
                  <a:moveTo>
                    <a:pt x="0" y="0"/>
                  </a:moveTo>
                  <a:lnTo>
                    <a:pt x="0" y="84582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092702" y="1806701"/>
              <a:ext cx="79375" cy="108585"/>
            </a:xfrm>
            <a:custGeom>
              <a:avLst/>
              <a:gdLst/>
              <a:ahLst/>
              <a:cxnLst/>
              <a:rect l="l" t="t" r="r" b="b"/>
              <a:pathLst>
                <a:path w="79375" h="108585">
                  <a:moveTo>
                    <a:pt x="41910" y="91440"/>
                  </a:moveTo>
                  <a:lnTo>
                    <a:pt x="41148" y="91440"/>
                  </a:lnTo>
                  <a:lnTo>
                    <a:pt x="41148" y="93726"/>
                  </a:lnTo>
                  <a:lnTo>
                    <a:pt x="41910" y="93726"/>
                  </a:lnTo>
                  <a:lnTo>
                    <a:pt x="41910" y="91440"/>
                  </a:lnTo>
                  <a:close/>
                </a:path>
                <a:path w="79375" h="108585">
                  <a:moveTo>
                    <a:pt x="41910" y="88392"/>
                  </a:moveTo>
                  <a:lnTo>
                    <a:pt x="41148" y="88392"/>
                  </a:lnTo>
                  <a:lnTo>
                    <a:pt x="41148" y="90678"/>
                  </a:lnTo>
                  <a:lnTo>
                    <a:pt x="41910" y="90678"/>
                  </a:lnTo>
                  <a:lnTo>
                    <a:pt x="41910" y="88392"/>
                  </a:lnTo>
                  <a:close/>
                </a:path>
                <a:path w="79375" h="108585">
                  <a:moveTo>
                    <a:pt x="41910" y="85344"/>
                  </a:moveTo>
                  <a:lnTo>
                    <a:pt x="41148" y="85344"/>
                  </a:lnTo>
                  <a:lnTo>
                    <a:pt x="41148" y="87630"/>
                  </a:lnTo>
                  <a:lnTo>
                    <a:pt x="41910" y="87630"/>
                  </a:lnTo>
                  <a:lnTo>
                    <a:pt x="41910" y="85344"/>
                  </a:lnTo>
                  <a:close/>
                </a:path>
                <a:path w="79375" h="108585">
                  <a:moveTo>
                    <a:pt x="41910" y="82296"/>
                  </a:moveTo>
                  <a:lnTo>
                    <a:pt x="41148" y="82296"/>
                  </a:lnTo>
                  <a:lnTo>
                    <a:pt x="41148" y="84582"/>
                  </a:lnTo>
                  <a:lnTo>
                    <a:pt x="41910" y="84582"/>
                  </a:lnTo>
                  <a:lnTo>
                    <a:pt x="41910" y="82296"/>
                  </a:lnTo>
                  <a:close/>
                </a:path>
                <a:path w="79375" h="108585">
                  <a:moveTo>
                    <a:pt x="41910" y="79248"/>
                  </a:moveTo>
                  <a:lnTo>
                    <a:pt x="41148" y="79248"/>
                  </a:lnTo>
                  <a:lnTo>
                    <a:pt x="41148" y="81534"/>
                  </a:lnTo>
                  <a:lnTo>
                    <a:pt x="41910" y="81534"/>
                  </a:lnTo>
                  <a:lnTo>
                    <a:pt x="41910" y="79248"/>
                  </a:lnTo>
                  <a:close/>
                </a:path>
                <a:path w="79375" h="108585">
                  <a:moveTo>
                    <a:pt x="41910" y="76200"/>
                  </a:moveTo>
                  <a:lnTo>
                    <a:pt x="41148" y="76200"/>
                  </a:lnTo>
                  <a:lnTo>
                    <a:pt x="41148" y="78486"/>
                  </a:lnTo>
                  <a:lnTo>
                    <a:pt x="41910" y="78486"/>
                  </a:lnTo>
                  <a:lnTo>
                    <a:pt x="41910" y="76200"/>
                  </a:lnTo>
                  <a:close/>
                </a:path>
                <a:path w="79375" h="108585">
                  <a:moveTo>
                    <a:pt x="41910" y="73152"/>
                  </a:moveTo>
                  <a:lnTo>
                    <a:pt x="41148" y="73152"/>
                  </a:lnTo>
                  <a:lnTo>
                    <a:pt x="41148" y="75438"/>
                  </a:lnTo>
                  <a:lnTo>
                    <a:pt x="41910" y="75438"/>
                  </a:lnTo>
                  <a:lnTo>
                    <a:pt x="41910" y="73152"/>
                  </a:lnTo>
                  <a:close/>
                </a:path>
                <a:path w="79375" h="108585">
                  <a:moveTo>
                    <a:pt x="41910" y="70104"/>
                  </a:moveTo>
                  <a:lnTo>
                    <a:pt x="41148" y="70104"/>
                  </a:lnTo>
                  <a:lnTo>
                    <a:pt x="41148" y="72390"/>
                  </a:lnTo>
                  <a:lnTo>
                    <a:pt x="41910" y="72390"/>
                  </a:lnTo>
                  <a:lnTo>
                    <a:pt x="41910" y="70104"/>
                  </a:lnTo>
                  <a:close/>
                </a:path>
                <a:path w="79375" h="108585">
                  <a:moveTo>
                    <a:pt x="41910" y="67056"/>
                  </a:moveTo>
                  <a:lnTo>
                    <a:pt x="41148" y="67056"/>
                  </a:lnTo>
                  <a:lnTo>
                    <a:pt x="41148" y="69342"/>
                  </a:lnTo>
                  <a:lnTo>
                    <a:pt x="41910" y="69342"/>
                  </a:lnTo>
                  <a:lnTo>
                    <a:pt x="41910" y="67056"/>
                  </a:lnTo>
                  <a:close/>
                </a:path>
                <a:path w="79375" h="108585">
                  <a:moveTo>
                    <a:pt x="79248" y="762"/>
                  </a:moveTo>
                  <a:lnTo>
                    <a:pt x="76200" y="0"/>
                  </a:lnTo>
                  <a:lnTo>
                    <a:pt x="41910" y="95338"/>
                  </a:lnTo>
                  <a:lnTo>
                    <a:pt x="41910" y="94488"/>
                  </a:lnTo>
                  <a:lnTo>
                    <a:pt x="41148" y="94488"/>
                  </a:lnTo>
                  <a:lnTo>
                    <a:pt x="41148" y="96774"/>
                  </a:lnTo>
                  <a:lnTo>
                    <a:pt x="41389" y="96774"/>
                  </a:lnTo>
                  <a:lnTo>
                    <a:pt x="39624" y="101688"/>
                  </a:lnTo>
                  <a:lnTo>
                    <a:pt x="3048" y="0"/>
                  </a:lnTo>
                  <a:lnTo>
                    <a:pt x="0" y="762"/>
                  </a:lnTo>
                  <a:lnTo>
                    <a:pt x="38100" y="107442"/>
                  </a:lnTo>
                  <a:lnTo>
                    <a:pt x="39624" y="108204"/>
                  </a:lnTo>
                  <a:lnTo>
                    <a:pt x="41148" y="107442"/>
                  </a:lnTo>
                  <a:lnTo>
                    <a:pt x="41681" y="105918"/>
                  </a:lnTo>
                  <a:lnTo>
                    <a:pt x="41910" y="105918"/>
                  </a:lnTo>
                  <a:lnTo>
                    <a:pt x="41910" y="105308"/>
                  </a:lnTo>
                  <a:lnTo>
                    <a:pt x="79248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/>
          <p:cNvSpPr txBox="1"/>
          <p:nvPr/>
        </p:nvSpPr>
        <p:spPr>
          <a:xfrm>
            <a:off x="4185920" y="1767331"/>
            <a:ext cx="46609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S</a:t>
            </a:r>
            <a:r>
              <a:rPr dirty="0" sz="700" spc="-10">
                <a:latin typeface="Arial MT"/>
                <a:cs typeface="Arial MT"/>
              </a:rPr>
              <a:t>y</a:t>
            </a:r>
            <a:r>
              <a:rPr dirty="0" sz="700">
                <a:latin typeface="Arial MT"/>
                <a:cs typeface="Arial MT"/>
              </a:rPr>
              <a:t>stem</a:t>
            </a:r>
            <a:r>
              <a:rPr dirty="0" sz="70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On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4541646" y="1995677"/>
            <a:ext cx="394970" cy="74930"/>
            <a:chOff x="4541646" y="1995677"/>
            <a:chExt cx="394970" cy="74930"/>
          </a:xfrm>
        </p:grpSpPr>
        <p:sp>
          <p:nvSpPr>
            <p:cNvPr id="116" name="object 116"/>
            <p:cNvSpPr/>
            <p:nvPr/>
          </p:nvSpPr>
          <p:spPr>
            <a:xfrm>
              <a:off x="4542281" y="2034540"/>
              <a:ext cx="148590" cy="0"/>
            </a:xfrm>
            <a:custGeom>
              <a:avLst/>
              <a:gdLst/>
              <a:ahLst/>
              <a:cxnLst/>
              <a:rect l="l" t="t" r="r" b="b"/>
              <a:pathLst>
                <a:path w="148589" h="0">
                  <a:moveTo>
                    <a:pt x="0" y="0"/>
                  </a:moveTo>
                  <a:lnTo>
                    <a:pt x="148589" y="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691634" y="2034539"/>
              <a:ext cx="215900" cy="1905"/>
            </a:xfrm>
            <a:custGeom>
              <a:avLst/>
              <a:gdLst/>
              <a:ahLst/>
              <a:cxnLst/>
              <a:rect l="l" t="t" r="r" b="b"/>
              <a:pathLst>
                <a:path w="215900" h="1905">
                  <a:moveTo>
                    <a:pt x="228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2286" y="762"/>
                  </a:lnTo>
                  <a:lnTo>
                    <a:pt x="2286" y="0"/>
                  </a:lnTo>
                  <a:close/>
                </a:path>
                <a:path w="215900" h="1905">
                  <a:moveTo>
                    <a:pt x="5334" y="0"/>
                  </a:moveTo>
                  <a:lnTo>
                    <a:pt x="3048" y="0"/>
                  </a:lnTo>
                  <a:lnTo>
                    <a:pt x="3048" y="762"/>
                  </a:lnTo>
                  <a:lnTo>
                    <a:pt x="5334" y="762"/>
                  </a:lnTo>
                  <a:lnTo>
                    <a:pt x="5334" y="0"/>
                  </a:lnTo>
                  <a:close/>
                </a:path>
                <a:path w="215900" h="1905">
                  <a:moveTo>
                    <a:pt x="8382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8382" y="762"/>
                  </a:lnTo>
                  <a:lnTo>
                    <a:pt x="8382" y="0"/>
                  </a:lnTo>
                  <a:close/>
                </a:path>
                <a:path w="215900" h="1905">
                  <a:moveTo>
                    <a:pt x="11430" y="0"/>
                  </a:moveTo>
                  <a:lnTo>
                    <a:pt x="9144" y="0"/>
                  </a:lnTo>
                  <a:lnTo>
                    <a:pt x="9144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  <a:path w="215900" h="1905">
                  <a:moveTo>
                    <a:pt x="14478" y="0"/>
                  </a:moveTo>
                  <a:lnTo>
                    <a:pt x="12192" y="0"/>
                  </a:lnTo>
                  <a:lnTo>
                    <a:pt x="12192" y="762"/>
                  </a:lnTo>
                  <a:lnTo>
                    <a:pt x="14478" y="762"/>
                  </a:lnTo>
                  <a:lnTo>
                    <a:pt x="14478" y="0"/>
                  </a:lnTo>
                  <a:close/>
                </a:path>
                <a:path w="215900" h="1905">
                  <a:moveTo>
                    <a:pt x="17526" y="0"/>
                  </a:moveTo>
                  <a:lnTo>
                    <a:pt x="15240" y="0"/>
                  </a:lnTo>
                  <a:lnTo>
                    <a:pt x="15240" y="762"/>
                  </a:lnTo>
                  <a:lnTo>
                    <a:pt x="17526" y="762"/>
                  </a:lnTo>
                  <a:lnTo>
                    <a:pt x="17526" y="0"/>
                  </a:lnTo>
                  <a:close/>
                </a:path>
                <a:path w="215900" h="1905">
                  <a:moveTo>
                    <a:pt x="20574" y="0"/>
                  </a:moveTo>
                  <a:lnTo>
                    <a:pt x="18288" y="0"/>
                  </a:lnTo>
                  <a:lnTo>
                    <a:pt x="18288" y="762"/>
                  </a:lnTo>
                  <a:lnTo>
                    <a:pt x="20574" y="762"/>
                  </a:lnTo>
                  <a:lnTo>
                    <a:pt x="20574" y="0"/>
                  </a:lnTo>
                  <a:close/>
                </a:path>
                <a:path w="215900" h="1905">
                  <a:moveTo>
                    <a:pt x="23622" y="0"/>
                  </a:moveTo>
                  <a:lnTo>
                    <a:pt x="21336" y="0"/>
                  </a:lnTo>
                  <a:lnTo>
                    <a:pt x="21336" y="762"/>
                  </a:lnTo>
                  <a:lnTo>
                    <a:pt x="23622" y="762"/>
                  </a:lnTo>
                  <a:lnTo>
                    <a:pt x="23622" y="0"/>
                  </a:lnTo>
                  <a:close/>
                </a:path>
                <a:path w="215900" h="1905">
                  <a:moveTo>
                    <a:pt x="26670" y="0"/>
                  </a:moveTo>
                  <a:lnTo>
                    <a:pt x="24384" y="0"/>
                  </a:lnTo>
                  <a:lnTo>
                    <a:pt x="24384" y="762"/>
                  </a:lnTo>
                  <a:lnTo>
                    <a:pt x="26670" y="762"/>
                  </a:lnTo>
                  <a:lnTo>
                    <a:pt x="26670" y="0"/>
                  </a:lnTo>
                  <a:close/>
                </a:path>
                <a:path w="215900" h="1905">
                  <a:moveTo>
                    <a:pt x="29718" y="0"/>
                  </a:moveTo>
                  <a:lnTo>
                    <a:pt x="27432" y="0"/>
                  </a:lnTo>
                  <a:lnTo>
                    <a:pt x="27432" y="762"/>
                  </a:lnTo>
                  <a:lnTo>
                    <a:pt x="29718" y="762"/>
                  </a:lnTo>
                  <a:lnTo>
                    <a:pt x="29718" y="0"/>
                  </a:lnTo>
                  <a:close/>
                </a:path>
                <a:path w="215900" h="1905">
                  <a:moveTo>
                    <a:pt x="32766" y="0"/>
                  </a:moveTo>
                  <a:lnTo>
                    <a:pt x="30480" y="0"/>
                  </a:lnTo>
                  <a:lnTo>
                    <a:pt x="30480" y="762"/>
                  </a:lnTo>
                  <a:lnTo>
                    <a:pt x="32766" y="762"/>
                  </a:lnTo>
                  <a:lnTo>
                    <a:pt x="32766" y="0"/>
                  </a:lnTo>
                  <a:close/>
                </a:path>
                <a:path w="215900" h="1905">
                  <a:moveTo>
                    <a:pt x="35814" y="0"/>
                  </a:moveTo>
                  <a:lnTo>
                    <a:pt x="33528" y="0"/>
                  </a:lnTo>
                  <a:lnTo>
                    <a:pt x="33528" y="762"/>
                  </a:lnTo>
                  <a:lnTo>
                    <a:pt x="35814" y="762"/>
                  </a:lnTo>
                  <a:lnTo>
                    <a:pt x="35814" y="0"/>
                  </a:lnTo>
                  <a:close/>
                </a:path>
                <a:path w="215900" h="1905">
                  <a:moveTo>
                    <a:pt x="38862" y="0"/>
                  </a:moveTo>
                  <a:lnTo>
                    <a:pt x="36576" y="0"/>
                  </a:lnTo>
                  <a:lnTo>
                    <a:pt x="36576" y="762"/>
                  </a:lnTo>
                  <a:lnTo>
                    <a:pt x="38862" y="762"/>
                  </a:lnTo>
                  <a:lnTo>
                    <a:pt x="38862" y="0"/>
                  </a:lnTo>
                  <a:close/>
                </a:path>
                <a:path w="215900" h="1905">
                  <a:moveTo>
                    <a:pt x="41910" y="0"/>
                  </a:moveTo>
                  <a:lnTo>
                    <a:pt x="39624" y="0"/>
                  </a:lnTo>
                  <a:lnTo>
                    <a:pt x="39624" y="762"/>
                  </a:lnTo>
                  <a:lnTo>
                    <a:pt x="41910" y="762"/>
                  </a:lnTo>
                  <a:lnTo>
                    <a:pt x="41910" y="0"/>
                  </a:lnTo>
                  <a:close/>
                </a:path>
                <a:path w="215900" h="1905">
                  <a:moveTo>
                    <a:pt x="44958" y="0"/>
                  </a:moveTo>
                  <a:lnTo>
                    <a:pt x="42672" y="0"/>
                  </a:lnTo>
                  <a:lnTo>
                    <a:pt x="42672" y="762"/>
                  </a:lnTo>
                  <a:lnTo>
                    <a:pt x="44958" y="762"/>
                  </a:lnTo>
                  <a:lnTo>
                    <a:pt x="44958" y="0"/>
                  </a:lnTo>
                  <a:close/>
                </a:path>
                <a:path w="215900" h="1905">
                  <a:moveTo>
                    <a:pt x="48006" y="0"/>
                  </a:moveTo>
                  <a:lnTo>
                    <a:pt x="45720" y="0"/>
                  </a:lnTo>
                  <a:lnTo>
                    <a:pt x="45720" y="762"/>
                  </a:lnTo>
                  <a:lnTo>
                    <a:pt x="48006" y="762"/>
                  </a:lnTo>
                  <a:lnTo>
                    <a:pt x="48006" y="0"/>
                  </a:lnTo>
                  <a:close/>
                </a:path>
                <a:path w="215900" h="1905">
                  <a:moveTo>
                    <a:pt x="51054" y="0"/>
                  </a:moveTo>
                  <a:lnTo>
                    <a:pt x="48768" y="0"/>
                  </a:lnTo>
                  <a:lnTo>
                    <a:pt x="48768" y="762"/>
                  </a:lnTo>
                  <a:lnTo>
                    <a:pt x="51054" y="762"/>
                  </a:lnTo>
                  <a:lnTo>
                    <a:pt x="51054" y="0"/>
                  </a:lnTo>
                  <a:close/>
                </a:path>
                <a:path w="215900" h="1905">
                  <a:moveTo>
                    <a:pt x="54102" y="0"/>
                  </a:moveTo>
                  <a:lnTo>
                    <a:pt x="51816" y="0"/>
                  </a:lnTo>
                  <a:lnTo>
                    <a:pt x="51816" y="762"/>
                  </a:lnTo>
                  <a:lnTo>
                    <a:pt x="54102" y="762"/>
                  </a:lnTo>
                  <a:lnTo>
                    <a:pt x="54102" y="0"/>
                  </a:lnTo>
                  <a:close/>
                </a:path>
                <a:path w="215900" h="1905">
                  <a:moveTo>
                    <a:pt x="57150" y="0"/>
                  </a:moveTo>
                  <a:lnTo>
                    <a:pt x="54864" y="0"/>
                  </a:lnTo>
                  <a:lnTo>
                    <a:pt x="54864" y="762"/>
                  </a:lnTo>
                  <a:lnTo>
                    <a:pt x="57150" y="762"/>
                  </a:lnTo>
                  <a:lnTo>
                    <a:pt x="57150" y="0"/>
                  </a:lnTo>
                  <a:close/>
                </a:path>
                <a:path w="215900" h="1905">
                  <a:moveTo>
                    <a:pt x="60198" y="0"/>
                  </a:moveTo>
                  <a:lnTo>
                    <a:pt x="57912" y="0"/>
                  </a:lnTo>
                  <a:lnTo>
                    <a:pt x="57912" y="762"/>
                  </a:lnTo>
                  <a:lnTo>
                    <a:pt x="60198" y="762"/>
                  </a:lnTo>
                  <a:lnTo>
                    <a:pt x="60198" y="0"/>
                  </a:lnTo>
                  <a:close/>
                </a:path>
                <a:path w="215900" h="1905">
                  <a:moveTo>
                    <a:pt x="63246" y="0"/>
                  </a:moveTo>
                  <a:lnTo>
                    <a:pt x="60960" y="0"/>
                  </a:lnTo>
                  <a:lnTo>
                    <a:pt x="60960" y="762"/>
                  </a:lnTo>
                  <a:lnTo>
                    <a:pt x="63246" y="762"/>
                  </a:lnTo>
                  <a:lnTo>
                    <a:pt x="63246" y="0"/>
                  </a:lnTo>
                  <a:close/>
                </a:path>
                <a:path w="215900" h="1905">
                  <a:moveTo>
                    <a:pt x="66294" y="0"/>
                  </a:moveTo>
                  <a:lnTo>
                    <a:pt x="64008" y="0"/>
                  </a:lnTo>
                  <a:lnTo>
                    <a:pt x="64008" y="762"/>
                  </a:lnTo>
                  <a:lnTo>
                    <a:pt x="66294" y="762"/>
                  </a:lnTo>
                  <a:lnTo>
                    <a:pt x="66294" y="0"/>
                  </a:lnTo>
                  <a:close/>
                </a:path>
                <a:path w="215900" h="1905">
                  <a:moveTo>
                    <a:pt x="69342" y="0"/>
                  </a:moveTo>
                  <a:lnTo>
                    <a:pt x="67056" y="0"/>
                  </a:lnTo>
                  <a:lnTo>
                    <a:pt x="67056" y="762"/>
                  </a:lnTo>
                  <a:lnTo>
                    <a:pt x="69342" y="762"/>
                  </a:lnTo>
                  <a:lnTo>
                    <a:pt x="69342" y="0"/>
                  </a:lnTo>
                  <a:close/>
                </a:path>
                <a:path w="215900" h="1905">
                  <a:moveTo>
                    <a:pt x="72390" y="0"/>
                  </a:moveTo>
                  <a:lnTo>
                    <a:pt x="70104" y="0"/>
                  </a:lnTo>
                  <a:lnTo>
                    <a:pt x="70104" y="762"/>
                  </a:lnTo>
                  <a:lnTo>
                    <a:pt x="72390" y="762"/>
                  </a:lnTo>
                  <a:lnTo>
                    <a:pt x="72390" y="0"/>
                  </a:lnTo>
                  <a:close/>
                </a:path>
                <a:path w="215900" h="1905">
                  <a:moveTo>
                    <a:pt x="75438" y="0"/>
                  </a:moveTo>
                  <a:lnTo>
                    <a:pt x="73152" y="0"/>
                  </a:lnTo>
                  <a:lnTo>
                    <a:pt x="73152" y="762"/>
                  </a:lnTo>
                  <a:lnTo>
                    <a:pt x="75438" y="762"/>
                  </a:lnTo>
                  <a:lnTo>
                    <a:pt x="75438" y="0"/>
                  </a:lnTo>
                  <a:close/>
                </a:path>
                <a:path w="215900" h="1905">
                  <a:moveTo>
                    <a:pt x="78486" y="0"/>
                  </a:moveTo>
                  <a:lnTo>
                    <a:pt x="76200" y="0"/>
                  </a:lnTo>
                  <a:lnTo>
                    <a:pt x="76200" y="762"/>
                  </a:lnTo>
                  <a:lnTo>
                    <a:pt x="78486" y="762"/>
                  </a:lnTo>
                  <a:lnTo>
                    <a:pt x="78486" y="0"/>
                  </a:lnTo>
                  <a:close/>
                </a:path>
                <a:path w="215900" h="1905">
                  <a:moveTo>
                    <a:pt x="81534" y="0"/>
                  </a:moveTo>
                  <a:lnTo>
                    <a:pt x="79248" y="0"/>
                  </a:lnTo>
                  <a:lnTo>
                    <a:pt x="79248" y="762"/>
                  </a:lnTo>
                  <a:lnTo>
                    <a:pt x="81534" y="762"/>
                  </a:lnTo>
                  <a:lnTo>
                    <a:pt x="81534" y="0"/>
                  </a:lnTo>
                  <a:close/>
                </a:path>
                <a:path w="215900" h="1905">
                  <a:moveTo>
                    <a:pt x="84582" y="0"/>
                  </a:moveTo>
                  <a:lnTo>
                    <a:pt x="82296" y="0"/>
                  </a:lnTo>
                  <a:lnTo>
                    <a:pt x="82296" y="762"/>
                  </a:lnTo>
                  <a:lnTo>
                    <a:pt x="84582" y="762"/>
                  </a:lnTo>
                  <a:lnTo>
                    <a:pt x="84582" y="0"/>
                  </a:lnTo>
                  <a:close/>
                </a:path>
                <a:path w="215900" h="1905">
                  <a:moveTo>
                    <a:pt x="87630" y="0"/>
                  </a:moveTo>
                  <a:lnTo>
                    <a:pt x="85344" y="0"/>
                  </a:lnTo>
                  <a:lnTo>
                    <a:pt x="85344" y="762"/>
                  </a:lnTo>
                  <a:lnTo>
                    <a:pt x="87630" y="762"/>
                  </a:lnTo>
                  <a:lnTo>
                    <a:pt x="87630" y="0"/>
                  </a:lnTo>
                  <a:close/>
                </a:path>
                <a:path w="215900" h="1905">
                  <a:moveTo>
                    <a:pt x="90678" y="0"/>
                  </a:moveTo>
                  <a:lnTo>
                    <a:pt x="88392" y="0"/>
                  </a:lnTo>
                  <a:lnTo>
                    <a:pt x="88392" y="762"/>
                  </a:lnTo>
                  <a:lnTo>
                    <a:pt x="90678" y="762"/>
                  </a:lnTo>
                  <a:lnTo>
                    <a:pt x="90678" y="0"/>
                  </a:lnTo>
                  <a:close/>
                </a:path>
                <a:path w="215900" h="1905">
                  <a:moveTo>
                    <a:pt x="93726" y="0"/>
                  </a:moveTo>
                  <a:lnTo>
                    <a:pt x="91440" y="0"/>
                  </a:lnTo>
                  <a:lnTo>
                    <a:pt x="91440" y="762"/>
                  </a:lnTo>
                  <a:lnTo>
                    <a:pt x="93726" y="762"/>
                  </a:lnTo>
                  <a:lnTo>
                    <a:pt x="93726" y="0"/>
                  </a:lnTo>
                  <a:close/>
                </a:path>
                <a:path w="215900" h="1905">
                  <a:moveTo>
                    <a:pt x="96774" y="0"/>
                  </a:moveTo>
                  <a:lnTo>
                    <a:pt x="94488" y="0"/>
                  </a:lnTo>
                  <a:lnTo>
                    <a:pt x="94488" y="762"/>
                  </a:lnTo>
                  <a:lnTo>
                    <a:pt x="96774" y="762"/>
                  </a:lnTo>
                  <a:lnTo>
                    <a:pt x="96774" y="0"/>
                  </a:lnTo>
                  <a:close/>
                </a:path>
                <a:path w="215900" h="1905">
                  <a:moveTo>
                    <a:pt x="99822" y="0"/>
                  </a:moveTo>
                  <a:lnTo>
                    <a:pt x="97536" y="0"/>
                  </a:lnTo>
                  <a:lnTo>
                    <a:pt x="97536" y="762"/>
                  </a:lnTo>
                  <a:lnTo>
                    <a:pt x="99822" y="762"/>
                  </a:lnTo>
                  <a:lnTo>
                    <a:pt x="99822" y="0"/>
                  </a:lnTo>
                  <a:close/>
                </a:path>
                <a:path w="215900" h="1905">
                  <a:moveTo>
                    <a:pt x="102870" y="0"/>
                  </a:moveTo>
                  <a:lnTo>
                    <a:pt x="100584" y="0"/>
                  </a:lnTo>
                  <a:lnTo>
                    <a:pt x="100584" y="762"/>
                  </a:lnTo>
                  <a:lnTo>
                    <a:pt x="102870" y="762"/>
                  </a:lnTo>
                  <a:lnTo>
                    <a:pt x="102870" y="0"/>
                  </a:lnTo>
                  <a:close/>
                </a:path>
                <a:path w="215900" h="1905">
                  <a:moveTo>
                    <a:pt x="105918" y="0"/>
                  </a:moveTo>
                  <a:lnTo>
                    <a:pt x="103632" y="0"/>
                  </a:lnTo>
                  <a:lnTo>
                    <a:pt x="103632" y="762"/>
                  </a:lnTo>
                  <a:lnTo>
                    <a:pt x="105918" y="762"/>
                  </a:lnTo>
                  <a:lnTo>
                    <a:pt x="105918" y="0"/>
                  </a:lnTo>
                  <a:close/>
                </a:path>
                <a:path w="215900" h="1905">
                  <a:moveTo>
                    <a:pt x="108966" y="0"/>
                  </a:moveTo>
                  <a:lnTo>
                    <a:pt x="106680" y="0"/>
                  </a:lnTo>
                  <a:lnTo>
                    <a:pt x="106680" y="762"/>
                  </a:lnTo>
                  <a:lnTo>
                    <a:pt x="108966" y="762"/>
                  </a:lnTo>
                  <a:lnTo>
                    <a:pt x="108966" y="0"/>
                  </a:lnTo>
                  <a:close/>
                </a:path>
                <a:path w="215900" h="1905">
                  <a:moveTo>
                    <a:pt x="112014" y="0"/>
                  </a:moveTo>
                  <a:lnTo>
                    <a:pt x="109728" y="0"/>
                  </a:lnTo>
                  <a:lnTo>
                    <a:pt x="109728" y="762"/>
                  </a:lnTo>
                  <a:lnTo>
                    <a:pt x="112014" y="762"/>
                  </a:lnTo>
                  <a:lnTo>
                    <a:pt x="112014" y="0"/>
                  </a:lnTo>
                  <a:close/>
                </a:path>
                <a:path w="215900" h="1905">
                  <a:moveTo>
                    <a:pt x="115062" y="0"/>
                  </a:moveTo>
                  <a:lnTo>
                    <a:pt x="112776" y="0"/>
                  </a:lnTo>
                  <a:lnTo>
                    <a:pt x="112776" y="762"/>
                  </a:lnTo>
                  <a:lnTo>
                    <a:pt x="115062" y="762"/>
                  </a:lnTo>
                  <a:lnTo>
                    <a:pt x="115062" y="0"/>
                  </a:lnTo>
                  <a:close/>
                </a:path>
                <a:path w="215900" h="1905">
                  <a:moveTo>
                    <a:pt x="118110" y="0"/>
                  </a:moveTo>
                  <a:lnTo>
                    <a:pt x="115824" y="0"/>
                  </a:lnTo>
                  <a:lnTo>
                    <a:pt x="115824" y="762"/>
                  </a:lnTo>
                  <a:lnTo>
                    <a:pt x="118110" y="762"/>
                  </a:lnTo>
                  <a:lnTo>
                    <a:pt x="118110" y="0"/>
                  </a:lnTo>
                  <a:close/>
                </a:path>
                <a:path w="215900" h="1905">
                  <a:moveTo>
                    <a:pt x="121158" y="0"/>
                  </a:moveTo>
                  <a:lnTo>
                    <a:pt x="118872" y="0"/>
                  </a:lnTo>
                  <a:lnTo>
                    <a:pt x="118872" y="762"/>
                  </a:lnTo>
                  <a:lnTo>
                    <a:pt x="121158" y="762"/>
                  </a:lnTo>
                  <a:lnTo>
                    <a:pt x="121158" y="0"/>
                  </a:lnTo>
                  <a:close/>
                </a:path>
                <a:path w="215900" h="1905">
                  <a:moveTo>
                    <a:pt x="124206" y="0"/>
                  </a:moveTo>
                  <a:lnTo>
                    <a:pt x="121920" y="0"/>
                  </a:lnTo>
                  <a:lnTo>
                    <a:pt x="121920" y="762"/>
                  </a:lnTo>
                  <a:lnTo>
                    <a:pt x="124206" y="762"/>
                  </a:lnTo>
                  <a:lnTo>
                    <a:pt x="124206" y="0"/>
                  </a:lnTo>
                  <a:close/>
                </a:path>
                <a:path w="215900" h="1905">
                  <a:moveTo>
                    <a:pt x="127254" y="0"/>
                  </a:moveTo>
                  <a:lnTo>
                    <a:pt x="124968" y="0"/>
                  </a:lnTo>
                  <a:lnTo>
                    <a:pt x="124968" y="762"/>
                  </a:lnTo>
                  <a:lnTo>
                    <a:pt x="127254" y="762"/>
                  </a:lnTo>
                  <a:lnTo>
                    <a:pt x="127254" y="0"/>
                  </a:lnTo>
                  <a:close/>
                </a:path>
                <a:path w="215900" h="1905">
                  <a:moveTo>
                    <a:pt x="130302" y="0"/>
                  </a:moveTo>
                  <a:lnTo>
                    <a:pt x="128016" y="0"/>
                  </a:lnTo>
                  <a:lnTo>
                    <a:pt x="128016" y="762"/>
                  </a:lnTo>
                  <a:lnTo>
                    <a:pt x="130302" y="762"/>
                  </a:lnTo>
                  <a:lnTo>
                    <a:pt x="130302" y="0"/>
                  </a:lnTo>
                  <a:close/>
                </a:path>
                <a:path w="215900" h="1905">
                  <a:moveTo>
                    <a:pt x="133350" y="0"/>
                  </a:moveTo>
                  <a:lnTo>
                    <a:pt x="131064" y="0"/>
                  </a:lnTo>
                  <a:lnTo>
                    <a:pt x="131064" y="762"/>
                  </a:lnTo>
                  <a:lnTo>
                    <a:pt x="133350" y="762"/>
                  </a:lnTo>
                  <a:lnTo>
                    <a:pt x="133350" y="0"/>
                  </a:lnTo>
                  <a:close/>
                </a:path>
                <a:path w="215900" h="1905">
                  <a:moveTo>
                    <a:pt x="136398" y="0"/>
                  </a:moveTo>
                  <a:lnTo>
                    <a:pt x="134112" y="0"/>
                  </a:lnTo>
                  <a:lnTo>
                    <a:pt x="134112" y="762"/>
                  </a:lnTo>
                  <a:lnTo>
                    <a:pt x="136398" y="762"/>
                  </a:lnTo>
                  <a:lnTo>
                    <a:pt x="136398" y="0"/>
                  </a:lnTo>
                  <a:close/>
                </a:path>
                <a:path w="215900" h="1905">
                  <a:moveTo>
                    <a:pt x="139446" y="0"/>
                  </a:moveTo>
                  <a:lnTo>
                    <a:pt x="137160" y="0"/>
                  </a:lnTo>
                  <a:lnTo>
                    <a:pt x="137160" y="762"/>
                  </a:lnTo>
                  <a:lnTo>
                    <a:pt x="139446" y="762"/>
                  </a:lnTo>
                  <a:lnTo>
                    <a:pt x="139446" y="0"/>
                  </a:lnTo>
                  <a:close/>
                </a:path>
                <a:path w="215900" h="1905">
                  <a:moveTo>
                    <a:pt x="142494" y="0"/>
                  </a:moveTo>
                  <a:lnTo>
                    <a:pt x="140208" y="0"/>
                  </a:lnTo>
                  <a:lnTo>
                    <a:pt x="140208" y="762"/>
                  </a:lnTo>
                  <a:lnTo>
                    <a:pt x="142494" y="762"/>
                  </a:lnTo>
                  <a:lnTo>
                    <a:pt x="142494" y="0"/>
                  </a:lnTo>
                  <a:close/>
                </a:path>
                <a:path w="215900" h="1905">
                  <a:moveTo>
                    <a:pt x="145542" y="0"/>
                  </a:moveTo>
                  <a:lnTo>
                    <a:pt x="143256" y="0"/>
                  </a:lnTo>
                  <a:lnTo>
                    <a:pt x="143256" y="762"/>
                  </a:lnTo>
                  <a:lnTo>
                    <a:pt x="145542" y="762"/>
                  </a:lnTo>
                  <a:lnTo>
                    <a:pt x="145542" y="0"/>
                  </a:lnTo>
                  <a:close/>
                </a:path>
                <a:path w="215900" h="1905">
                  <a:moveTo>
                    <a:pt x="148590" y="0"/>
                  </a:moveTo>
                  <a:lnTo>
                    <a:pt x="146304" y="0"/>
                  </a:lnTo>
                  <a:lnTo>
                    <a:pt x="146304" y="762"/>
                  </a:lnTo>
                  <a:lnTo>
                    <a:pt x="148590" y="762"/>
                  </a:lnTo>
                  <a:lnTo>
                    <a:pt x="148590" y="0"/>
                  </a:lnTo>
                  <a:close/>
                </a:path>
                <a:path w="215900" h="1905">
                  <a:moveTo>
                    <a:pt x="151638" y="0"/>
                  </a:moveTo>
                  <a:lnTo>
                    <a:pt x="149352" y="0"/>
                  </a:lnTo>
                  <a:lnTo>
                    <a:pt x="149352" y="762"/>
                  </a:lnTo>
                  <a:lnTo>
                    <a:pt x="151638" y="762"/>
                  </a:lnTo>
                  <a:lnTo>
                    <a:pt x="151638" y="0"/>
                  </a:lnTo>
                  <a:close/>
                </a:path>
                <a:path w="215900" h="1905">
                  <a:moveTo>
                    <a:pt x="154686" y="0"/>
                  </a:moveTo>
                  <a:lnTo>
                    <a:pt x="152400" y="0"/>
                  </a:lnTo>
                  <a:lnTo>
                    <a:pt x="152400" y="762"/>
                  </a:lnTo>
                  <a:lnTo>
                    <a:pt x="154686" y="762"/>
                  </a:lnTo>
                  <a:lnTo>
                    <a:pt x="154686" y="0"/>
                  </a:lnTo>
                  <a:close/>
                </a:path>
                <a:path w="215900" h="1905">
                  <a:moveTo>
                    <a:pt x="157734" y="0"/>
                  </a:moveTo>
                  <a:lnTo>
                    <a:pt x="155448" y="0"/>
                  </a:lnTo>
                  <a:lnTo>
                    <a:pt x="155448" y="762"/>
                  </a:lnTo>
                  <a:lnTo>
                    <a:pt x="157734" y="762"/>
                  </a:lnTo>
                  <a:lnTo>
                    <a:pt x="157734" y="0"/>
                  </a:lnTo>
                  <a:close/>
                </a:path>
                <a:path w="215900" h="1905">
                  <a:moveTo>
                    <a:pt x="160782" y="0"/>
                  </a:moveTo>
                  <a:lnTo>
                    <a:pt x="158496" y="0"/>
                  </a:lnTo>
                  <a:lnTo>
                    <a:pt x="158496" y="762"/>
                  </a:lnTo>
                  <a:lnTo>
                    <a:pt x="160782" y="762"/>
                  </a:lnTo>
                  <a:lnTo>
                    <a:pt x="160782" y="0"/>
                  </a:lnTo>
                  <a:close/>
                </a:path>
                <a:path w="215900" h="1905">
                  <a:moveTo>
                    <a:pt x="163830" y="0"/>
                  </a:moveTo>
                  <a:lnTo>
                    <a:pt x="161544" y="0"/>
                  </a:lnTo>
                  <a:lnTo>
                    <a:pt x="161544" y="762"/>
                  </a:lnTo>
                  <a:lnTo>
                    <a:pt x="163830" y="762"/>
                  </a:lnTo>
                  <a:lnTo>
                    <a:pt x="163830" y="0"/>
                  </a:lnTo>
                  <a:close/>
                </a:path>
                <a:path w="215900" h="1905">
                  <a:moveTo>
                    <a:pt x="166878" y="0"/>
                  </a:moveTo>
                  <a:lnTo>
                    <a:pt x="164592" y="0"/>
                  </a:lnTo>
                  <a:lnTo>
                    <a:pt x="164592" y="762"/>
                  </a:lnTo>
                  <a:lnTo>
                    <a:pt x="166878" y="762"/>
                  </a:lnTo>
                  <a:lnTo>
                    <a:pt x="166878" y="0"/>
                  </a:lnTo>
                  <a:close/>
                </a:path>
                <a:path w="215900" h="1905">
                  <a:moveTo>
                    <a:pt x="169926" y="0"/>
                  </a:moveTo>
                  <a:lnTo>
                    <a:pt x="167640" y="0"/>
                  </a:lnTo>
                  <a:lnTo>
                    <a:pt x="167640" y="762"/>
                  </a:lnTo>
                  <a:lnTo>
                    <a:pt x="169926" y="762"/>
                  </a:lnTo>
                  <a:lnTo>
                    <a:pt x="169926" y="0"/>
                  </a:lnTo>
                  <a:close/>
                </a:path>
                <a:path w="215900" h="1905">
                  <a:moveTo>
                    <a:pt x="172974" y="0"/>
                  </a:moveTo>
                  <a:lnTo>
                    <a:pt x="170688" y="0"/>
                  </a:lnTo>
                  <a:lnTo>
                    <a:pt x="170688" y="762"/>
                  </a:lnTo>
                  <a:lnTo>
                    <a:pt x="172974" y="762"/>
                  </a:lnTo>
                  <a:lnTo>
                    <a:pt x="172974" y="0"/>
                  </a:lnTo>
                  <a:close/>
                </a:path>
                <a:path w="215900" h="1905">
                  <a:moveTo>
                    <a:pt x="176022" y="0"/>
                  </a:moveTo>
                  <a:lnTo>
                    <a:pt x="173736" y="0"/>
                  </a:lnTo>
                  <a:lnTo>
                    <a:pt x="173736" y="762"/>
                  </a:lnTo>
                  <a:lnTo>
                    <a:pt x="176022" y="762"/>
                  </a:lnTo>
                  <a:lnTo>
                    <a:pt x="176022" y="0"/>
                  </a:lnTo>
                  <a:close/>
                </a:path>
                <a:path w="215900" h="1905">
                  <a:moveTo>
                    <a:pt x="179070" y="0"/>
                  </a:moveTo>
                  <a:lnTo>
                    <a:pt x="176784" y="0"/>
                  </a:lnTo>
                  <a:lnTo>
                    <a:pt x="176784" y="762"/>
                  </a:lnTo>
                  <a:lnTo>
                    <a:pt x="179070" y="762"/>
                  </a:lnTo>
                  <a:lnTo>
                    <a:pt x="179070" y="0"/>
                  </a:lnTo>
                  <a:close/>
                </a:path>
                <a:path w="215900" h="1905">
                  <a:moveTo>
                    <a:pt x="182118" y="0"/>
                  </a:moveTo>
                  <a:lnTo>
                    <a:pt x="179832" y="0"/>
                  </a:lnTo>
                  <a:lnTo>
                    <a:pt x="179832" y="762"/>
                  </a:lnTo>
                  <a:lnTo>
                    <a:pt x="182118" y="762"/>
                  </a:lnTo>
                  <a:lnTo>
                    <a:pt x="182118" y="0"/>
                  </a:lnTo>
                  <a:close/>
                </a:path>
                <a:path w="215900" h="1905">
                  <a:moveTo>
                    <a:pt x="185166" y="0"/>
                  </a:moveTo>
                  <a:lnTo>
                    <a:pt x="182880" y="0"/>
                  </a:lnTo>
                  <a:lnTo>
                    <a:pt x="182880" y="762"/>
                  </a:lnTo>
                  <a:lnTo>
                    <a:pt x="185166" y="762"/>
                  </a:lnTo>
                  <a:lnTo>
                    <a:pt x="185166" y="0"/>
                  </a:lnTo>
                  <a:close/>
                </a:path>
                <a:path w="215900" h="1905">
                  <a:moveTo>
                    <a:pt x="188214" y="762"/>
                  </a:moveTo>
                  <a:lnTo>
                    <a:pt x="185928" y="0"/>
                  </a:lnTo>
                  <a:lnTo>
                    <a:pt x="185928" y="762"/>
                  </a:lnTo>
                  <a:lnTo>
                    <a:pt x="188214" y="1524"/>
                  </a:lnTo>
                  <a:lnTo>
                    <a:pt x="188214" y="762"/>
                  </a:lnTo>
                  <a:close/>
                </a:path>
                <a:path w="215900" h="1905">
                  <a:moveTo>
                    <a:pt x="191262" y="762"/>
                  </a:moveTo>
                  <a:lnTo>
                    <a:pt x="188976" y="762"/>
                  </a:lnTo>
                  <a:lnTo>
                    <a:pt x="188976" y="1524"/>
                  </a:lnTo>
                  <a:lnTo>
                    <a:pt x="191262" y="1524"/>
                  </a:lnTo>
                  <a:lnTo>
                    <a:pt x="191262" y="762"/>
                  </a:lnTo>
                  <a:close/>
                </a:path>
                <a:path w="215900" h="1905">
                  <a:moveTo>
                    <a:pt x="194310" y="762"/>
                  </a:moveTo>
                  <a:lnTo>
                    <a:pt x="192024" y="762"/>
                  </a:lnTo>
                  <a:lnTo>
                    <a:pt x="192024" y="1524"/>
                  </a:lnTo>
                  <a:lnTo>
                    <a:pt x="194310" y="1524"/>
                  </a:lnTo>
                  <a:lnTo>
                    <a:pt x="194310" y="762"/>
                  </a:lnTo>
                  <a:close/>
                </a:path>
                <a:path w="215900" h="1905">
                  <a:moveTo>
                    <a:pt x="197358" y="762"/>
                  </a:moveTo>
                  <a:lnTo>
                    <a:pt x="195072" y="762"/>
                  </a:lnTo>
                  <a:lnTo>
                    <a:pt x="195072" y="1524"/>
                  </a:lnTo>
                  <a:lnTo>
                    <a:pt x="197358" y="1524"/>
                  </a:lnTo>
                  <a:lnTo>
                    <a:pt x="197358" y="762"/>
                  </a:lnTo>
                  <a:close/>
                </a:path>
                <a:path w="215900" h="1905">
                  <a:moveTo>
                    <a:pt x="200406" y="762"/>
                  </a:moveTo>
                  <a:lnTo>
                    <a:pt x="198120" y="762"/>
                  </a:lnTo>
                  <a:lnTo>
                    <a:pt x="198120" y="1524"/>
                  </a:lnTo>
                  <a:lnTo>
                    <a:pt x="200406" y="1524"/>
                  </a:lnTo>
                  <a:lnTo>
                    <a:pt x="200406" y="762"/>
                  </a:lnTo>
                  <a:close/>
                </a:path>
                <a:path w="215900" h="1905">
                  <a:moveTo>
                    <a:pt x="203454" y="762"/>
                  </a:moveTo>
                  <a:lnTo>
                    <a:pt x="201168" y="762"/>
                  </a:lnTo>
                  <a:lnTo>
                    <a:pt x="201168" y="1524"/>
                  </a:lnTo>
                  <a:lnTo>
                    <a:pt x="203454" y="1524"/>
                  </a:lnTo>
                  <a:lnTo>
                    <a:pt x="203454" y="762"/>
                  </a:lnTo>
                  <a:close/>
                </a:path>
                <a:path w="215900" h="1905">
                  <a:moveTo>
                    <a:pt x="206502" y="762"/>
                  </a:moveTo>
                  <a:lnTo>
                    <a:pt x="204216" y="762"/>
                  </a:lnTo>
                  <a:lnTo>
                    <a:pt x="204216" y="1524"/>
                  </a:lnTo>
                  <a:lnTo>
                    <a:pt x="206502" y="1524"/>
                  </a:lnTo>
                  <a:lnTo>
                    <a:pt x="206502" y="762"/>
                  </a:lnTo>
                  <a:close/>
                </a:path>
                <a:path w="215900" h="1905">
                  <a:moveTo>
                    <a:pt x="209550" y="762"/>
                  </a:moveTo>
                  <a:lnTo>
                    <a:pt x="207264" y="762"/>
                  </a:lnTo>
                  <a:lnTo>
                    <a:pt x="207264" y="1524"/>
                  </a:lnTo>
                  <a:lnTo>
                    <a:pt x="209550" y="1524"/>
                  </a:lnTo>
                  <a:lnTo>
                    <a:pt x="209550" y="762"/>
                  </a:lnTo>
                  <a:close/>
                </a:path>
                <a:path w="215900" h="1905">
                  <a:moveTo>
                    <a:pt x="212598" y="762"/>
                  </a:moveTo>
                  <a:lnTo>
                    <a:pt x="210312" y="762"/>
                  </a:lnTo>
                  <a:lnTo>
                    <a:pt x="210312" y="1524"/>
                  </a:lnTo>
                  <a:lnTo>
                    <a:pt x="212598" y="1524"/>
                  </a:lnTo>
                  <a:lnTo>
                    <a:pt x="212598" y="762"/>
                  </a:lnTo>
                  <a:close/>
                </a:path>
                <a:path w="215900" h="1905">
                  <a:moveTo>
                    <a:pt x="215646" y="762"/>
                  </a:moveTo>
                  <a:lnTo>
                    <a:pt x="213360" y="762"/>
                  </a:lnTo>
                  <a:lnTo>
                    <a:pt x="213360" y="1524"/>
                  </a:lnTo>
                  <a:lnTo>
                    <a:pt x="215646" y="1524"/>
                  </a:lnTo>
                  <a:lnTo>
                    <a:pt x="215646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821161" y="1995677"/>
              <a:ext cx="115570" cy="74930"/>
            </a:xfrm>
            <a:custGeom>
              <a:avLst/>
              <a:gdLst/>
              <a:ahLst/>
              <a:cxnLst/>
              <a:rect l="l" t="t" r="r" b="b"/>
              <a:pathLst>
                <a:path w="115570" h="74930">
                  <a:moveTo>
                    <a:pt x="86118" y="39624"/>
                  </a:moveTo>
                  <a:lnTo>
                    <a:pt x="83832" y="39624"/>
                  </a:lnTo>
                  <a:lnTo>
                    <a:pt x="83832" y="40386"/>
                  </a:lnTo>
                  <a:lnTo>
                    <a:pt x="86118" y="40386"/>
                  </a:lnTo>
                  <a:lnTo>
                    <a:pt x="86118" y="39624"/>
                  </a:lnTo>
                  <a:close/>
                </a:path>
                <a:path w="115570" h="74930">
                  <a:moveTo>
                    <a:pt x="89166" y="39624"/>
                  </a:moveTo>
                  <a:lnTo>
                    <a:pt x="86880" y="39624"/>
                  </a:lnTo>
                  <a:lnTo>
                    <a:pt x="86880" y="40386"/>
                  </a:lnTo>
                  <a:lnTo>
                    <a:pt x="89166" y="40386"/>
                  </a:lnTo>
                  <a:lnTo>
                    <a:pt x="89166" y="39624"/>
                  </a:lnTo>
                  <a:close/>
                </a:path>
                <a:path w="115570" h="74930">
                  <a:moveTo>
                    <a:pt x="92214" y="39624"/>
                  </a:moveTo>
                  <a:lnTo>
                    <a:pt x="89928" y="39624"/>
                  </a:lnTo>
                  <a:lnTo>
                    <a:pt x="89928" y="40386"/>
                  </a:lnTo>
                  <a:lnTo>
                    <a:pt x="92214" y="40386"/>
                  </a:lnTo>
                  <a:lnTo>
                    <a:pt x="92214" y="39624"/>
                  </a:lnTo>
                  <a:close/>
                </a:path>
                <a:path w="115570" h="74930">
                  <a:moveTo>
                    <a:pt x="95262" y="39624"/>
                  </a:moveTo>
                  <a:lnTo>
                    <a:pt x="92976" y="39624"/>
                  </a:lnTo>
                  <a:lnTo>
                    <a:pt x="92976" y="40386"/>
                  </a:lnTo>
                  <a:lnTo>
                    <a:pt x="95262" y="40386"/>
                  </a:lnTo>
                  <a:lnTo>
                    <a:pt x="95262" y="39624"/>
                  </a:lnTo>
                  <a:close/>
                </a:path>
                <a:path w="115570" h="74930">
                  <a:moveTo>
                    <a:pt x="98310" y="39624"/>
                  </a:moveTo>
                  <a:lnTo>
                    <a:pt x="96024" y="39624"/>
                  </a:lnTo>
                  <a:lnTo>
                    <a:pt x="96024" y="40386"/>
                  </a:lnTo>
                  <a:lnTo>
                    <a:pt x="98310" y="40386"/>
                  </a:lnTo>
                  <a:lnTo>
                    <a:pt x="98310" y="39624"/>
                  </a:lnTo>
                  <a:close/>
                </a:path>
                <a:path w="115570" h="74930">
                  <a:moveTo>
                    <a:pt x="115062" y="38100"/>
                  </a:moveTo>
                  <a:lnTo>
                    <a:pt x="113538" y="36576"/>
                  </a:lnTo>
                  <a:lnTo>
                    <a:pt x="762" y="0"/>
                  </a:lnTo>
                  <a:lnTo>
                    <a:pt x="0" y="3048"/>
                  </a:lnTo>
                  <a:lnTo>
                    <a:pt x="107988" y="38074"/>
                  </a:lnTo>
                  <a:lnTo>
                    <a:pt x="102997" y="39624"/>
                  </a:lnTo>
                  <a:lnTo>
                    <a:pt x="102120" y="39624"/>
                  </a:lnTo>
                  <a:lnTo>
                    <a:pt x="102120" y="39903"/>
                  </a:lnTo>
                  <a:lnTo>
                    <a:pt x="101358" y="40144"/>
                  </a:lnTo>
                  <a:lnTo>
                    <a:pt x="101358" y="39624"/>
                  </a:lnTo>
                  <a:lnTo>
                    <a:pt x="99072" y="39624"/>
                  </a:lnTo>
                  <a:lnTo>
                    <a:pt x="99072" y="40386"/>
                  </a:lnTo>
                  <a:lnTo>
                    <a:pt x="100545" y="40386"/>
                  </a:lnTo>
                  <a:lnTo>
                    <a:pt x="0" y="71628"/>
                  </a:lnTo>
                  <a:lnTo>
                    <a:pt x="762" y="74676"/>
                  </a:lnTo>
                  <a:lnTo>
                    <a:pt x="111264" y="40335"/>
                  </a:lnTo>
                  <a:lnTo>
                    <a:pt x="112788" y="40386"/>
                  </a:lnTo>
                  <a:lnTo>
                    <a:pt x="112788" y="39865"/>
                  </a:lnTo>
                  <a:lnTo>
                    <a:pt x="113538" y="39624"/>
                  </a:lnTo>
                  <a:lnTo>
                    <a:pt x="11506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>
            <a:off x="4621784" y="2018030"/>
            <a:ext cx="46672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Arial MT"/>
                <a:cs typeface="Arial MT"/>
              </a:rPr>
              <a:t>S</a:t>
            </a:r>
            <a:r>
              <a:rPr dirty="0" sz="700" spc="-10">
                <a:latin typeface="Arial MT"/>
                <a:cs typeface="Arial MT"/>
              </a:rPr>
              <a:t>y</a:t>
            </a:r>
            <a:r>
              <a:rPr dirty="0" sz="700">
                <a:latin typeface="Arial MT"/>
                <a:cs typeface="Arial MT"/>
              </a:rPr>
              <a:t>stem</a:t>
            </a:r>
            <a:r>
              <a:rPr dirty="0" sz="70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Off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1600200" y="1316736"/>
            <a:ext cx="5398135" cy="5541645"/>
            <a:chOff x="1600200" y="1316736"/>
            <a:chExt cx="5398135" cy="5541645"/>
          </a:xfrm>
        </p:grpSpPr>
        <p:sp>
          <p:nvSpPr>
            <p:cNvPr id="121" name="object 121"/>
            <p:cNvSpPr/>
            <p:nvPr/>
          </p:nvSpPr>
          <p:spPr>
            <a:xfrm>
              <a:off x="4092702" y="2151138"/>
              <a:ext cx="79375" cy="189230"/>
            </a:xfrm>
            <a:custGeom>
              <a:avLst/>
              <a:gdLst/>
              <a:ahLst/>
              <a:cxnLst/>
              <a:rect l="l" t="t" r="r" b="b"/>
              <a:pathLst>
                <a:path w="79375" h="189230">
                  <a:moveTo>
                    <a:pt x="40386" y="34277"/>
                  </a:moveTo>
                  <a:lnTo>
                    <a:pt x="39624" y="34277"/>
                  </a:lnTo>
                  <a:lnTo>
                    <a:pt x="39624" y="36563"/>
                  </a:lnTo>
                  <a:lnTo>
                    <a:pt x="40386" y="36563"/>
                  </a:lnTo>
                  <a:lnTo>
                    <a:pt x="40386" y="34277"/>
                  </a:lnTo>
                  <a:close/>
                </a:path>
                <a:path w="79375" h="189230">
                  <a:moveTo>
                    <a:pt x="40386" y="31229"/>
                  </a:moveTo>
                  <a:lnTo>
                    <a:pt x="39624" y="31229"/>
                  </a:lnTo>
                  <a:lnTo>
                    <a:pt x="39624" y="33515"/>
                  </a:lnTo>
                  <a:lnTo>
                    <a:pt x="40386" y="33515"/>
                  </a:lnTo>
                  <a:lnTo>
                    <a:pt x="40386" y="31229"/>
                  </a:lnTo>
                  <a:close/>
                </a:path>
                <a:path w="79375" h="189230">
                  <a:moveTo>
                    <a:pt x="40386" y="28181"/>
                  </a:moveTo>
                  <a:lnTo>
                    <a:pt x="39624" y="28181"/>
                  </a:lnTo>
                  <a:lnTo>
                    <a:pt x="39624" y="30467"/>
                  </a:lnTo>
                  <a:lnTo>
                    <a:pt x="40386" y="30467"/>
                  </a:lnTo>
                  <a:lnTo>
                    <a:pt x="40386" y="28181"/>
                  </a:lnTo>
                  <a:close/>
                </a:path>
                <a:path w="79375" h="189230">
                  <a:moveTo>
                    <a:pt x="40386" y="25133"/>
                  </a:moveTo>
                  <a:lnTo>
                    <a:pt x="39624" y="25133"/>
                  </a:lnTo>
                  <a:lnTo>
                    <a:pt x="39624" y="27419"/>
                  </a:lnTo>
                  <a:lnTo>
                    <a:pt x="40386" y="27419"/>
                  </a:lnTo>
                  <a:lnTo>
                    <a:pt x="40386" y="25133"/>
                  </a:lnTo>
                  <a:close/>
                </a:path>
                <a:path w="79375" h="189230">
                  <a:moveTo>
                    <a:pt x="40386" y="22085"/>
                  </a:moveTo>
                  <a:lnTo>
                    <a:pt x="39624" y="22085"/>
                  </a:lnTo>
                  <a:lnTo>
                    <a:pt x="39624" y="24371"/>
                  </a:lnTo>
                  <a:lnTo>
                    <a:pt x="40386" y="24371"/>
                  </a:lnTo>
                  <a:lnTo>
                    <a:pt x="40386" y="22085"/>
                  </a:lnTo>
                  <a:close/>
                </a:path>
                <a:path w="79375" h="189230">
                  <a:moveTo>
                    <a:pt x="40386" y="19037"/>
                  </a:moveTo>
                  <a:lnTo>
                    <a:pt x="39624" y="19037"/>
                  </a:lnTo>
                  <a:lnTo>
                    <a:pt x="39624" y="21323"/>
                  </a:lnTo>
                  <a:lnTo>
                    <a:pt x="40386" y="21323"/>
                  </a:lnTo>
                  <a:lnTo>
                    <a:pt x="40386" y="19037"/>
                  </a:lnTo>
                  <a:close/>
                </a:path>
                <a:path w="79375" h="189230">
                  <a:moveTo>
                    <a:pt x="40386" y="15989"/>
                  </a:moveTo>
                  <a:lnTo>
                    <a:pt x="39624" y="15989"/>
                  </a:lnTo>
                  <a:lnTo>
                    <a:pt x="39624" y="18275"/>
                  </a:lnTo>
                  <a:lnTo>
                    <a:pt x="40386" y="18275"/>
                  </a:lnTo>
                  <a:lnTo>
                    <a:pt x="40386" y="15989"/>
                  </a:lnTo>
                  <a:close/>
                </a:path>
                <a:path w="79375" h="189230">
                  <a:moveTo>
                    <a:pt x="40386" y="12941"/>
                  </a:moveTo>
                  <a:lnTo>
                    <a:pt x="39624" y="12941"/>
                  </a:lnTo>
                  <a:lnTo>
                    <a:pt x="39624" y="15227"/>
                  </a:lnTo>
                  <a:lnTo>
                    <a:pt x="40386" y="15227"/>
                  </a:lnTo>
                  <a:lnTo>
                    <a:pt x="40386" y="12941"/>
                  </a:lnTo>
                  <a:close/>
                </a:path>
                <a:path w="79375" h="189230">
                  <a:moveTo>
                    <a:pt x="40386" y="9893"/>
                  </a:moveTo>
                  <a:lnTo>
                    <a:pt x="39624" y="9893"/>
                  </a:lnTo>
                  <a:lnTo>
                    <a:pt x="39624" y="12179"/>
                  </a:lnTo>
                  <a:lnTo>
                    <a:pt x="40386" y="12179"/>
                  </a:lnTo>
                  <a:lnTo>
                    <a:pt x="40386" y="9893"/>
                  </a:lnTo>
                  <a:close/>
                </a:path>
                <a:path w="79375" h="189230">
                  <a:moveTo>
                    <a:pt x="40386" y="6845"/>
                  </a:moveTo>
                  <a:lnTo>
                    <a:pt x="39624" y="6845"/>
                  </a:lnTo>
                  <a:lnTo>
                    <a:pt x="39624" y="9131"/>
                  </a:lnTo>
                  <a:lnTo>
                    <a:pt x="40386" y="9131"/>
                  </a:lnTo>
                  <a:lnTo>
                    <a:pt x="40386" y="6845"/>
                  </a:lnTo>
                  <a:close/>
                </a:path>
                <a:path w="79375" h="189230">
                  <a:moveTo>
                    <a:pt x="41148" y="83045"/>
                  </a:moveTo>
                  <a:lnTo>
                    <a:pt x="40386" y="83045"/>
                  </a:lnTo>
                  <a:lnTo>
                    <a:pt x="40386" y="85331"/>
                  </a:lnTo>
                  <a:lnTo>
                    <a:pt x="41148" y="85331"/>
                  </a:lnTo>
                  <a:lnTo>
                    <a:pt x="41148" y="83045"/>
                  </a:lnTo>
                  <a:close/>
                </a:path>
                <a:path w="79375" h="189230">
                  <a:moveTo>
                    <a:pt x="41148" y="79997"/>
                  </a:moveTo>
                  <a:lnTo>
                    <a:pt x="40386" y="79997"/>
                  </a:lnTo>
                  <a:lnTo>
                    <a:pt x="40386" y="82283"/>
                  </a:lnTo>
                  <a:lnTo>
                    <a:pt x="41148" y="82283"/>
                  </a:lnTo>
                  <a:lnTo>
                    <a:pt x="41148" y="79997"/>
                  </a:lnTo>
                  <a:close/>
                </a:path>
                <a:path w="79375" h="189230">
                  <a:moveTo>
                    <a:pt x="41148" y="76949"/>
                  </a:moveTo>
                  <a:lnTo>
                    <a:pt x="40386" y="76949"/>
                  </a:lnTo>
                  <a:lnTo>
                    <a:pt x="40386" y="79235"/>
                  </a:lnTo>
                  <a:lnTo>
                    <a:pt x="41148" y="79235"/>
                  </a:lnTo>
                  <a:lnTo>
                    <a:pt x="41148" y="76949"/>
                  </a:lnTo>
                  <a:close/>
                </a:path>
                <a:path w="79375" h="189230">
                  <a:moveTo>
                    <a:pt x="41148" y="73901"/>
                  </a:moveTo>
                  <a:lnTo>
                    <a:pt x="40386" y="73901"/>
                  </a:lnTo>
                  <a:lnTo>
                    <a:pt x="40386" y="76187"/>
                  </a:lnTo>
                  <a:lnTo>
                    <a:pt x="41148" y="76187"/>
                  </a:lnTo>
                  <a:lnTo>
                    <a:pt x="41148" y="73901"/>
                  </a:lnTo>
                  <a:close/>
                </a:path>
                <a:path w="79375" h="189230">
                  <a:moveTo>
                    <a:pt x="41148" y="70853"/>
                  </a:moveTo>
                  <a:lnTo>
                    <a:pt x="40386" y="70853"/>
                  </a:lnTo>
                  <a:lnTo>
                    <a:pt x="40386" y="73139"/>
                  </a:lnTo>
                  <a:lnTo>
                    <a:pt x="41148" y="73139"/>
                  </a:lnTo>
                  <a:lnTo>
                    <a:pt x="41148" y="70853"/>
                  </a:lnTo>
                  <a:close/>
                </a:path>
                <a:path w="79375" h="189230">
                  <a:moveTo>
                    <a:pt x="41148" y="67805"/>
                  </a:moveTo>
                  <a:lnTo>
                    <a:pt x="40386" y="67805"/>
                  </a:lnTo>
                  <a:lnTo>
                    <a:pt x="40386" y="70091"/>
                  </a:lnTo>
                  <a:lnTo>
                    <a:pt x="41148" y="70091"/>
                  </a:lnTo>
                  <a:lnTo>
                    <a:pt x="41148" y="67805"/>
                  </a:lnTo>
                  <a:close/>
                </a:path>
                <a:path w="79375" h="189230">
                  <a:moveTo>
                    <a:pt x="41148" y="64757"/>
                  </a:moveTo>
                  <a:lnTo>
                    <a:pt x="40386" y="64757"/>
                  </a:lnTo>
                  <a:lnTo>
                    <a:pt x="40386" y="67043"/>
                  </a:lnTo>
                  <a:lnTo>
                    <a:pt x="41148" y="67043"/>
                  </a:lnTo>
                  <a:lnTo>
                    <a:pt x="41148" y="64757"/>
                  </a:lnTo>
                  <a:close/>
                </a:path>
                <a:path w="79375" h="189230">
                  <a:moveTo>
                    <a:pt x="41148" y="61709"/>
                  </a:moveTo>
                  <a:lnTo>
                    <a:pt x="40386" y="61709"/>
                  </a:lnTo>
                  <a:lnTo>
                    <a:pt x="40386" y="63995"/>
                  </a:lnTo>
                  <a:lnTo>
                    <a:pt x="41148" y="63995"/>
                  </a:lnTo>
                  <a:lnTo>
                    <a:pt x="41148" y="61709"/>
                  </a:lnTo>
                  <a:close/>
                </a:path>
                <a:path w="79375" h="189230">
                  <a:moveTo>
                    <a:pt x="41148" y="58661"/>
                  </a:moveTo>
                  <a:lnTo>
                    <a:pt x="40386" y="58661"/>
                  </a:lnTo>
                  <a:lnTo>
                    <a:pt x="40386" y="60947"/>
                  </a:lnTo>
                  <a:lnTo>
                    <a:pt x="41148" y="60947"/>
                  </a:lnTo>
                  <a:lnTo>
                    <a:pt x="41148" y="58661"/>
                  </a:lnTo>
                  <a:close/>
                </a:path>
                <a:path w="79375" h="189230">
                  <a:moveTo>
                    <a:pt x="41148" y="55613"/>
                  </a:moveTo>
                  <a:lnTo>
                    <a:pt x="40386" y="55613"/>
                  </a:lnTo>
                  <a:lnTo>
                    <a:pt x="40386" y="57899"/>
                  </a:lnTo>
                  <a:lnTo>
                    <a:pt x="41148" y="57899"/>
                  </a:lnTo>
                  <a:lnTo>
                    <a:pt x="41148" y="55613"/>
                  </a:lnTo>
                  <a:close/>
                </a:path>
                <a:path w="79375" h="189230">
                  <a:moveTo>
                    <a:pt x="41148" y="52565"/>
                  </a:moveTo>
                  <a:lnTo>
                    <a:pt x="40386" y="52565"/>
                  </a:lnTo>
                  <a:lnTo>
                    <a:pt x="40386" y="54851"/>
                  </a:lnTo>
                  <a:lnTo>
                    <a:pt x="41148" y="54851"/>
                  </a:lnTo>
                  <a:lnTo>
                    <a:pt x="41148" y="52565"/>
                  </a:lnTo>
                  <a:close/>
                </a:path>
                <a:path w="79375" h="189230">
                  <a:moveTo>
                    <a:pt x="41148" y="49517"/>
                  </a:moveTo>
                  <a:lnTo>
                    <a:pt x="40386" y="49517"/>
                  </a:lnTo>
                  <a:lnTo>
                    <a:pt x="40386" y="51803"/>
                  </a:lnTo>
                  <a:lnTo>
                    <a:pt x="41148" y="51803"/>
                  </a:lnTo>
                  <a:lnTo>
                    <a:pt x="41148" y="49517"/>
                  </a:lnTo>
                  <a:close/>
                </a:path>
                <a:path w="79375" h="189230">
                  <a:moveTo>
                    <a:pt x="41148" y="46469"/>
                  </a:moveTo>
                  <a:lnTo>
                    <a:pt x="40386" y="46469"/>
                  </a:lnTo>
                  <a:lnTo>
                    <a:pt x="40386" y="48755"/>
                  </a:lnTo>
                  <a:lnTo>
                    <a:pt x="41148" y="48755"/>
                  </a:lnTo>
                  <a:lnTo>
                    <a:pt x="41148" y="46469"/>
                  </a:lnTo>
                  <a:close/>
                </a:path>
                <a:path w="79375" h="189230">
                  <a:moveTo>
                    <a:pt x="41148" y="43421"/>
                  </a:moveTo>
                  <a:lnTo>
                    <a:pt x="40386" y="43421"/>
                  </a:lnTo>
                  <a:lnTo>
                    <a:pt x="40386" y="45707"/>
                  </a:lnTo>
                  <a:lnTo>
                    <a:pt x="41148" y="45707"/>
                  </a:lnTo>
                  <a:lnTo>
                    <a:pt x="41148" y="43421"/>
                  </a:lnTo>
                  <a:close/>
                </a:path>
                <a:path w="79375" h="189230">
                  <a:moveTo>
                    <a:pt x="41148" y="40373"/>
                  </a:moveTo>
                  <a:lnTo>
                    <a:pt x="40386" y="40373"/>
                  </a:lnTo>
                  <a:lnTo>
                    <a:pt x="40386" y="42659"/>
                  </a:lnTo>
                  <a:lnTo>
                    <a:pt x="41148" y="42659"/>
                  </a:lnTo>
                  <a:lnTo>
                    <a:pt x="41148" y="40373"/>
                  </a:lnTo>
                  <a:close/>
                </a:path>
                <a:path w="79375" h="189230">
                  <a:moveTo>
                    <a:pt x="41148" y="37325"/>
                  </a:moveTo>
                  <a:lnTo>
                    <a:pt x="40386" y="37325"/>
                  </a:lnTo>
                  <a:lnTo>
                    <a:pt x="40386" y="39611"/>
                  </a:lnTo>
                  <a:lnTo>
                    <a:pt x="41148" y="39611"/>
                  </a:lnTo>
                  <a:lnTo>
                    <a:pt x="41148" y="37325"/>
                  </a:lnTo>
                  <a:close/>
                </a:path>
                <a:path w="79375" h="189230">
                  <a:moveTo>
                    <a:pt x="41910" y="92189"/>
                  </a:moveTo>
                  <a:lnTo>
                    <a:pt x="41148" y="92189"/>
                  </a:lnTo>
                  <a:lnTo>
                    <a:pt x="41148" y="94475"/>
                  </a:lnTo>
                  <a:lnTo>
                    <a:pt x="41910" y="94475"/>
                  </a:lnTo>
                  <a:lnTo>
                    <a:pt x="41910" y="92189"/>
                  </a:lnTo>
                  <a:close/>
                </a:path>
                <a:path w="79375" h="189230">
                  <a:moveTo>
                    <a:pt x="41910" y="89141"/>
                  </a:moveTo>
                  <a:lnTo>
                    <a:pt x="41148" y="89141"/>
                  </a:lnTo>
                  <a:lnTo>
                    <a:pt x="41148" y="91427"/>
                  </a:lnTo>
                  <a:lnTo>
                    <a:pt x="41910" y="91427"/>
                  </a:lnTo>
                  <a:lnTo>
                    <a:pt x="41910" y="89141"/>
                  </a:lnTo>
                  <a:close/>
                </a:path>
                <a:path w="79375" h="189230">
                  <a:moveTo>
                    <a:pt x="41910" y="86093"/>
                  </a:moveTo>
                  <a:lnTo>
                    <a:pt x="41148" y="86093"/>
                  </a:lnTo>
                  <a:lnTo>
                    <a:pt x="41148" y="88379"/>
                  </a:lnTo>
                  <a:lnTo>
                    <a:pt x="41910" y="88379"/>
                  </a:lnTo>
                  <a:lnTo>
                    <a:pt x="41910" y="86093"/>
                  </a:lnTo>
                  <a:close/>
                </a:path>
                <a:path w="79375" h="189230">
                  <a:moveTo>
                    <a:pt x="56388" y="186677"/>
                  </a:moveTo>
                  <a:lnTo>
                    <a:pt x="55626" y="186677"/>
                  </a:lnTo>
                  <a:lnTo>
                    <a:pt x="55626" y="188963"/>
                  </a:lnTo>
                  <a:lnTo>
                    <a:pt x="56388" y="188963"/>
                  </a:lnTo>
                  <a:lnTo>
                    <a:pt x="56388" y="186677"/>
                  </a:lnTo>
                  <a:close/>
                </a:path>
                <a:path w="79375" h="189230">
                  <a:moveTo>
                    <a:pt x="56388" y="183629"/>
                  </a:moveTo>
                  <a:lnTo>
                    <a:pt x="55626" y="183629"/>
                  </a:lnTo>
                  <a:lnTo>
                    <a:pt x="55626" y="185915"/>
                  </a:lnTo>
                  <a:lnTo>
                    <a:pt x="56388" y="185915"/>
                  </a:lnTo>
                  <a:lnTo>
                    <a:pt x="56388" y="183629"/>
                  </a:lnTo>
                  <a:close/>
                </a:path>
                <a:path w="79375" h="189230">
                  <a:moveTo>
                    <a:pt x="56388" y="180581"/>
                  </a:moveTo>
                  <a:lnTo>
                    <a:pt x="55626" y="180581"/>
                  </a:lnTo>
                  <a:lnTo>
                    <a:pt x="55626" y="182867"/>
                  </a:lnTo>
                  <a:lnTo>
                    <a:pt x="56388" y="182867"/>
                  </a:lnTo>
                  <a:lnTo>
                    <a:pt x="56388" y="180581"/>
                  </a:lnTo>
                  <a:close/>
                </a:path>
                <a:path w="79375" h="189230">
                  <a:moveTo>
                    <a:pt x="56388" y="177533"/>
                  </a:moveTo>
                  <a:lnTo>
                    <a:pt x="55626" y="177533"/>
                  </a:lnTo>
                  <a:lnTo>
                    <a:pt x="55626" y="179819"/>
                  </a:lnTo>
                  <a:lnTo>
                    <a:pt x="56388" y="179819"/>
                  </a:lnTo>
                  <a:lnTo>
                    <a:pt x="56388" y="177533"/>
                  </a:lnTo>
                  <a:close/>
                </a:path>
                <a:path w="79375" h="189230">
                  <a:moveTo>
                    <a:pt x="56388" y="174485"/>
                  </a:moveTo>
                  <a:lnTo>
                    <a:pt x="55626" y="174485"/>
                  </a:lnTo>
                  <a:lnTo>
                    <a:pt x="55626" y="176771"/>
                  </a:lnTo>
                  <a:lnTo>
                    <a:pt x="56388" y="176771"/>
                  </a:lnTo>
                  <a:lnTo>
                    <a:pt x="56388" y="174485"/>
                  </a:lnTo>
                  <a:close/>
                </a:path>
                <a:path w="79375" h="189230">
                  <a:moveTo>
                    <a:pt x="56388" y="171437"/>
                  </a:moveTo>
                  <a:lnTo>
                    <a:pt x="55626" y="171437"/>
                  </a:lnTo>
                  <a:lnTo>
                    <a:pt x="55626" y="173723"/>
                  </a:lnTo>
                  <a:lnTo>
                    <a:pt x="56388" y="173723"/>
                  </a:lnTo>
                  <a:lnTo>
                    <a:pt x="56388" y="171437"/>
                  </a:lnTo>
                  <a:close/>
                </a:path>
                <a:path w="79375" h="189230">
                  <a:moveTo>
                    <a:pt x="79248" y="762"/>
                  </a:moveTo>
                  <a:lnTo>
                    <a:pt x="76200" y="0"/>
                  </a:lnTo>
                  <a:lnTo>
                    <a:pt x="41910" y="96697"/>
                  </a:lnTo>
                  <a:lnTo>
                    <a:pt x="41910" y="95237"/>
                  </a:lnTo>
                  <a:lnTo>
                    <a:pt x="41148" y="95237"/>
                  </a:lnTo>
                  <a:lnTo>
                    <a:pt x="41148" y="97523"/>
                  </a:lnTo>
                  <a:lnTo>
                    <a:pt x="41605" y="97523"/>
                  </a:lnTo>
                  <a:lnTo>
                    <a:pt x="41338" y="98285"/>
                  </a:lnTo>
                  <a:lnTo>
                    <a:pt x="41148" y="98285"/>
                  </a:lnTo>
                  <a:lnTo>
                    <a:pt x="41148" y="98844"/>
                  </a:lnTo>
                  <a:lnTo>
                    <a:pt x="39624" y="103136"/>
                  </a:lnTo>
                  <a:lnTo>
                    <a:pt x="3048" y="0"/>
                  </a:lnTo>
                  <a:lnTo>
                    <a:pt x="0" y="762"/>
                  </a:lnTo>
                  <a:lnTo>
                    <a:pt x="38100" y="108966"/>
                  </a:lnTo>
                  <a:lnTo>
                    <a:pt x="39624" y="109728"/>
                  </a:lnTo>
                  <a:lnTo>
                    <a:pt x="41148" y="108966"/>
                  </a:lnTo>
                  <a:lnTo>
                    <a:pt x="41414" y="108191"/>
                  </a:lnTo>
                  <a:lnTo>
                    <a:pt x="41910" y="108191"/>
                  </a:lnTo>
                  <a:lnTo>
                    <a:pt x="41910" y="107429"/>
                  </a:lnTo>
                  <a:lnTo>
                    <a:pt x="41681" y="107429"/>
                  </a:lnTo>
                  <a:lnTo>
                    <a:pt x="79248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149089" y="2340863"/>
              <a:ext cx="0" cy="100965"/>
            </a:xfrm>
            <a:custGeom>
              <a:avLst/>
              <a:gdLst/>
              <a:ahLst/>
              <a:cxnLst/>
              <a:rect l="l" t="t" r="r" b="b"/>
              <a:pathLst>
                <a:path w="0" h="100964">
                  <a:moveTo>
                    <a:pt x="0" y="0"/>
                  </a:moveTo>
                  <a:lnTo>
                    <a:pt x="0" y="100584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149851" y="2442210"/>
              <a:ext cx="0" cy="148590"/>
            </a:xfrm>
            <a:custGeom>
              <a:avLst/>
              <a:gdLst/>
              <a:ahLst/>
              <a:cxnLst/>
              <a:rect l="l" t="t" r="r" b="b"/>
              <a:pathLst>
                <a:path w="0" h="148589">
                  <a:moveTo>
                    <a:pt x="0" y="0"/>
                  </a:moveTo>
                  <a:lnTo>
                    <a:pt x="0" y="14859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4149852" y="2591561"/>
              <a:ext cx="1270" cy="41275"/>
            </a:xfrm>
            <a:custGeom>
              <a:avLst/>
              <a:gdLst/>
              <a:ahLst/>
              <a:cxnLst/>
              <a:rect l="l" t="t" r="r" b="b"/>
              <a:pathLst>
                <a:path w="1270" h="41275">
                  <a:moveTo>
                    <a:pt x="762" y="39624"/>
                  </a:moveTo>
                  <a:lnTo>
                    <a:pt x="0" y="39624"/>
                  </a:lnTo>
                  <a:lnTo>
                    <a:pt x="0" y="41148"/>
                  </a:lnTo>
                  <a:lnTo>
                    <a:pt x="762" y="41148"/>
                  </a:lnTo>
                  <a:lnTo>
                    <a:pt x="762" y="39624"/>
                  </a:lnTo>
                  <a:close/>
                </a:path>
                <a:path w="1270" h="41275">
                  <a:moveTo>
                    <a:pt x="762" y="36576"/>
                  </a:moveTo>
                  <a:lnTo>
                    <a:pt x="0" y="36576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6576"/>
                  </a:lnTo>
                  <a:close/>
                </a:path>
                <a:path w="1270" h="41275">
                  <a:moveTo>
                    <a:pt x="762" y="33528"/>
                  </a:moveTo>
                  <a:lnTo>
                    <a:pt x="0" y="33528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3528"/>
                  </a:lnTo>
                  <a:close/>
                </a:path>
                <a:path w="1270" h="41275">
                  <a:moveTo>
                    <a:pt x="762" y="30480"/>
                  </a:moveTo>
                  <a:lnTo>
                    <a:pt x="0" y="30480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0480"/>
                  </a:lnTo>
                  <a:close/>
                </a:path>
                <a:path w="1270" h="41275">
                  <a:moveTo>
                    <a:pt x="762" y="27432"/>
                  </a:moveTo>
                  <a:lnTo>
                    <a:pt x="0" y="27432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7432"/>
                  </a:lnTo>
                  <a:close/>
                </a:path>
                <a:path w="1270" h="41275">
                  <a:moveTo>
                    <a:pt x="762" y="24384"/>
                  </a:moveTo>
                  <a:lnTo>
                    <a:pt x="0" y="24384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4384"/>
                  </a:lnTo>
                  <a:close/>
                </a:path>
                <a:path w="1270" h="41275">
                  <a:moveTo>
                    <a:pt x="762" y="21336"/>
                  </a:moveTo>
                  <a:lnTo>
                    <a:pt x="0" y="21336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1336"/>
                  </a:lnTo>
                  <a:close/>
                </a:path>
                <a:path w="1270" h="41275">
                  <a:moveTo>
                    <a:pt x="762" y="18288"/>
                  </a:moveTo>
                  <a:lnTo>
                    <a:pt x="0" y="18288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8288"/>
                  </a:lnTo>
                  <a:close/>
                </a:path>
                <a:path w="1270" h="41275">
                  <a:moveTo>
                    <a:pt x="762" y="15240"/>
                  </a:moveTo>
                  <a:lnTo>
                    <a:pt x="0" y="15240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5240"/>
                  </a:lnTo>
                  <a:close/>
                </a:path>
                <a:path w="1270" h="41275">
                  <a:moveTo>
                    <a:pt x="762" y="12192"/>
                  </a:moveTo>
                  <a:lnTo>
                    <a:pt x="0" y="12192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2192"/>
                  </a:lnTo>
                  <a:close/>
                </a:path>
                <a:path w="1270" h="41275">
                  <a:moveTo>
                    <a:pt x="762" y="9144"/>
                  </a:moveTo>
                  <a:lnTo>
                    <a:pt x="0" y="9144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9144"/>
                  </a:lnTo>
                  <a:close/>
                </a:path>
                <a:path w="1270" h="41275">
                  <a:moveTo>
                    <a:pt x="762" y="6096"/>
                  </a:moveTo>
                  <a:lnTo>
                    <a:pt x="0" y="6096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6096"/>
                  </a:lnTo>
                  <a:close/>
                </a:path>
                <a:path w="1270" h="41275">
                  <a:moveTo>
                    <a:pt x="762" y="3048"/>
                  </a:moveTo>
                  <a:lnTo>
                    <a:pt x="0" y="3048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3048"/>
                  </a:lnTo>
                  <a:close/>
                </a:path>
                <a:path w="1270" h="41275">
                  <a:moveTo>
                    <a:pt x="762" y="0"/>
                  </a:moveTo>
                  <a:lnTo>
                    <a:pt x="0" y="0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08703" y="2523744"/>
              <a:ext cx="79248" cy="110489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2771393" y="4669536"/>
              <a:ext cx="982980" cy="596900"/>
            </a:xfrm>
            <a:custGeom>
              <a:avLst/>
              <a:gdLst/>
              <a:ahLst/>
              <a:cxnLst/>
              <a:rect l="l" t="t" r="r" b="b"/>
              <a:pathLst>
                <a:path w="982979" h="596900">
                  <a:moveTo>
                    <a:pt x="982980" y="593597"/>
                  </a:moveTo>
                  <a:lnTo>
                    <a:pt x="1524" y="0"/>
                  </a:lnTo>
                  <a:lnTo>
                    <a:pt x="0" y="2286"/>
                  </a:lnTo>
                  <a:lnTo>
                    <a:pt x="980694" y="596645"/>
                  </a:lnTo>
                  <a:lnTo>
                    <a:pt x="982980" y="5935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637026" y="5174741"/>
              <a:ext cx="117348" cy="91440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2772156" y="1680209"/>
              <a:ext cx="1308735" cy="116205"/>
            </a:xfrm>
            <a:custGeom>
              <a:avLst/>
              <a:gdLst/>
              <a:ahLst/>
              <a:cxnLst/>
              <a:rect l="l" t="t" r="r" b="b"/>
              <a:pathLst>
                <a:path w="1308735" h="116205">
                  <a:moveTo>
                    <a:pt x="1308353" y="3048"/>
                  </a:moveTo>
                  <a:lnTo>
                    <a:pt x="1307591" y="0"/>
                  </a:lnTo>
                  <a:lnTo>
                    <a:pt x="0" y="112776"/>
                  </a:lnTo>
                  <a:lnTo>
                    <a:pt x="0" y="115824"/>
                  </a:lnTo>
                  <a:lnTo>
                    <a:pt x="1308353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770631" y="1746503"/>
              <a:ext cx="118109" cy="76200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3371850" y="4431030"/>
              <a:ext cx="5715" cy="276860"/>
            </a:xfrm>
            <a:custGeom>
              <a:avLst/>
              <a:gdLst/>
              <a:ahLst/>
              <a:cxnLst/>
              <a:rect l="l" t="t" r="r" b="b"/>
              <a:pathLst>
                <a:path w="5714" h="276860">
                  <a:moveTo>
                    <a:pt x="5334" y="276606"/>
                  </a:moveTo>
                  <a:lnTo>
                    <a:pt x="3810" y="0"/>
                  </a:lnTo>
                  <a:lnTo>
                    <a:pt x="0" y="0"/>
                  </a:lnTo>
                  <a:lnTo>
                    <a:pt x="2286" y="276606"/>
                  </a:lnTo>
                  <a:lnTo>
                    <a:pt x="5334" y="2766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334511" y="4598670"/>
              <a:ext cx="79248" cy="110489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5900928" y="5742432"/>
              <a:ext cx="104139" cy="281305"/>
            </a:xfrm>
            <a:custGeom>
              <a:avLst/>
              <a:gdLst/>
              <a:ahLst/>
              <a:cxnLst/>
              <a:rect l="l" t="t" r="r" b="b"/>
              <a:pathLst>
                <a:path w="104139" h="281304">
                  <a:moveTo>
                    <a:pt x="103632" y="280416"/>
                  </a:moveTo>
                  <a:lnTo>
                    <a:pt x="3047" y="762"/>
                  </a:lnTo>
                  <a:lnTo>
                    <a:pt x="1523" y="0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3047" y="1524"/>
                  </a:lnTo>
                  <a:lnTo>
                    <a:pt x="3047" y="10737"/>
                  </a:lnTo>
                  <a:lnTo>
                    <a:pt x="100584" y="281178"/>
                  </a:lnTo>
                  <a:lnTo>
                    <a:pt x="103632" y="280416"/>
                  </a:lnTo>
                  <a:close/>
                </a:path>
                <a:path w="104139" h="281304">
                  <a:moveTo>
                    <a:pt x="3048" y="6096"/>
                  </a:moveTo>
                  <a:lnTo>
                    <a:pt x="3047" y="1524"/>
                  </a:lnTo>
                  <a:lnTo>
                    <a:pt x="0" y="2286"/>
                  </a:lnTo>
                  <a:lnTo>
                    <a:pt x="1374" y="6096"/>
                  </a:lnTo>
                  <a:lnTo>
                    <a:pt x="3048" y="6096"/>
                  </a:lnTo>
                  <a:close/>
                </a:path>
                <a:path w="104139" h="281304">
                  <a:moveTo>
                    <a:pt x="1374" y="6096"/>
                  </a:moveTo>
                  <a:lnTo>
                    <a:pt x="0" y="2286"/>
                  </a:lnTo>
                  <a:lnTo>
                    <a:pt x="0" y="6096"/>
                  </a:lnTo>
                  <a:lnTo>
                    <a:pt x="1374" y="6096"/>
                  </a:lnTo>
                  <a:close/>
                </a:path>
                <a:path w="104139" h="281304">
                  <a:moveTo>
                    <a:pt x="3047" y="10737"/>
                  </a:moveTo>
                  <a:lnTo>
                    <a:pt x="3048" y="6096"/>
                  </a:lnTo>
                  <a:lnTo>
                    <a:pt x="1374" y="6096"/>
                  </a:lnTo>
                  <a:lnTo>
                    <a:pt x="3047" y="10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29884" y="5910834"/>
              <a:ext cx="74675" cy="11430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6057138" y="5748527"/>
              <a:ext cx="101600" cy="275590"/>
            </a:xfrm>
            <a:custGeom>
              <a:avLst/>
              <a:gdLst/>
              <a:ahLst/>
              <a:cxnLst/>
              <a:rect l="l" t="t" r="r" b="b"/>
              <a:pathLst>
                <a:path w="101600" h="275589">
                  <a:moveTo>
                    <a:pt x="101346" y="762"/>
                  </a:moveTo>
                  <a:lnTo>
                    <a:pt x="98298" y="0"/>
                  </a:lnTo>
                  <a:lnTo>
                    <a:pt x="0" y="274320"/>
                  </a:lnTo>
                  <a:lnTo>
                    <a:pt x="2286" y="275082"/>
                  </a:lnTo>
                  <a:lnTo>
                    <a:pt x="101346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056376" y="5910833"/>
              <a:ext cx="76200" cy="114300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1600200" y="1316736"/>
              <a:ext cx="5398135" cy="4886325"/>
            </a:xfrm>
            <a:custGeom>
              <a:avLst/>
              <a:gdLst/>
              <a:ahLst/>
              <a:cxnLst/>
              <a:rect l="l" t="t" r="r" b="b"/>
              <a:pathLst>
                <a:path w="5398134" h="4886325">
                  <a:moveTo>
                    <a:pt x="5398008" y="4885944"/>
                  </a:moveTo>
                  <a:lnTo>
                    <a:pt x="5398008" y="0"/>
                  </a:lnTo>
                  <a:lnTo>
                    <a:pt x="0" y="0"/>
                  </a:lnTo>
                  <a:lnTo>
                    <a:pt x="0" y="4885944"/>
                  </a:lnTo>
                  <a:lnTo>
                    <a:pt x="5333" y="4885944"/>
                  </a:lnTo>
                  <a:lnTo>
                    <a:pt x="5333" y="9144"/>
                  </a:lnTo>
                  <a:lnTo>
                    <a:pt x="9906" y="4572"/>
                  </a:lnTo>
                  <a:lnTo>
                    <a:pt x="9905" y="9144"/>
                  </a:lnTo>
                  <a:lnTo>
                    <a:pt x="5388102" y="9144"/>
                  </a:lnTo>
                  <a:lnTo>
                    <a:pt x="5388102" y="4572"/>
                  </a:lnTo>
                  <a:lnTo>
                    <a:pt x="5393435" y="9144"/>
                  </a:lnTo>
                  <a:lnTo>
                    <a:pt x="5393435" y="4885944"/>
                  </a:lnTo>
                  <a:lnTo>
                    <a:pt x="5398008" y="4885944"/>
                  </a:lnTo>
                  <a:close/>
                </a:path>
                <a:path w="5398134" h="4886325">
                  <a:moveTo>
                    <a:pt x="9906" y="9144"/>
                  </a:moveTo>
                  <a:lnTo>
                    <a:pt x="9906" y="4572"/>
                  </a:lnTo>
                  <a:lnTo>
                    <a:pt x="5333" y="9144"/>
                  </a:lnTo>
                  <a:lnTo>
                    <a:pt x="9906" y="9144"/>
                  </a:lnTo>
                  <a:close/>
                </a:path>
                <a:path w="5398134" h="4886325">
                  <a:moveTo>
                    <a:pt x="9906" y="4876800"/>
                  </a:moveTo>
                  <a:lnTo>
                    <a:pt x="9906" y="9144"/>
                  </a:lnTo>
                  <a:lnTo>
                    <a:pt x="5333" y="9144"/>
                  </a:lnTo>
                  <a:lnTo>
                    <a:pt x="5334" y="4876800"/>
                  </a:lnTo>
                  <a:lnTo>
                    <a:pt x="9906" y="4876800"/>
                  </a:lnTo>
                  <a:close/>
                </a:path>
                <a:path w="5398134" h="4886325">
                  <a:moveTo>
                    <a:pt x="5393435" y="4876800"/>
                  </a:moveTo>
                  <a:lnTo>
                    <a:pt x="5334" y="4876800"/>
                  </a:lnTo>
                  <a:lnTo>
                    <a:pt x="9906" y="4881372"/>
                  </a:lnTo>
                  <a:lnTo>
                    <a:pt x="9906" y="4885944"/>
                  </a:lnTo>
                  <a:lnTo>
                    <a:pt x="5388102" y="4885944"/>
                  </a:lnTo>
                  <a:lnTo>
                    <a:pt x="5388102" y="4881372"/>
                  </a:lnTo>
                  <a:lnTo>
                    <a:pt x="5393435" y="4876800"/>
                  </a:lnTo>
                  <a:close/>
                </a:path>
                <a:path w="5398134" h="4886325">
                  <a:moveTo>
                    <a:pt x="9906" y="4885944"/>
                  </a:moveTo>
                  <a:lnTo>
                    <a:pt x="9906" y="4881372"/>
                  </a:lnTo>
                  <a:lnTo>
                    <a:pt x="5334" y="4876800"/>
                  </a:lnTo>
                  <a:lnTo>
                    <a:pt x="5333" y="4885944"/>
                  </a:lnTo>
                  <a:lnTo>
                    <a:pt x="9906" y="4885944"/>
                  </a:lnTo>
                  <a:close/>
                </a:path>
                <a:path w="5398134" h="4886325">
                  <a:moveTo>
                    <a:pt x="5393435" y="9144"/>
                  </a:moveTo>
                  <a:lnTo>
                    <a:pt x="5388102" y="4572"/>
                  </a:lnTo>
                  <a:lnTo>
                    <a:pt x="5388102" y="9144"/>
                  </a:lnTo>
                  <a:lnTo>
                    <a:pt x="5393435" y="9144"/>
                  </a:lnTo>
                  <a:close/>
                </a:path>
                <a:path w="5398134" h="4886325">
                  <a:moveTo>
                    <a:pt x="5393435" y="4876800"/>
                  </a:moveTo>
                  <a:lnTo>
                    <a:pt x="5393435" y="9144"/>
                  </a:lnTo>
                  <a:lnTo>
                    <a:pt x="5388102" y="9144"/>
                  </a:lnTo>
                  <a:lnTo>
                    <a:pt x="5388102" y="4876800"/>
                  </a:lnTo>
                  <a:lnTo>
                    <a:pt x="5393435" y="4876800"/>
                  </a:lnTo>
                  <a:close/>
                </a:path>
                <a:path w="5398134" h="4886325">
                  <a:moveTo>
                    <a:pt x="5393435" y="4885944"/>
                  </a:moveTo>
                  <a:lnTo>
                    <a:pt x="5393435" y="4876800"/>
                  </a:lnTo>
                  <a:lnTo>
                    <a:pt x="5388102" y="4881372"/>
                  </a:lnTo>
                  <a:lnTo>
                    <a:pt x="5388102" y="4885944"/>
                  </a:lnTo>
                  <a:lnTo>
                    <a:pt x="5393435" y="4885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269236" y="6384036"/>
              <a:ext cx="4448175" cy="474345"/>
            </a:xfrm>
            <a:custGeom>
              <a:avLst/>
              <a:gdLst/>
              <a:ahLst/>
              <a:cxnLst/>
              <a:rect l="l" t="t" r="r" b="b"/>
              <a:pathLst>
                <a:path w="4448175" h="474345">
                  <a:moveTo>
                    <a:pt x="4447794" y="473964"/>
                  </a:moveTo>
                  <a:lnTo>
                    <a:pt x="4447794" y="0"/>
                  </a:lnTo>
                  <a:lnTo>
                    <a:pt x="0" y="0"/>
                  </a:lnTo>
                  <a:lnTo>
                    <a:pt x="0" y="473964"/>
                  </a:lnTo>
                  <a:lnTo>
                    <a:pt x="4447794" y="4739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8" name="object 138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49960" marR="5080" indent="-937894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50"/>
              <a:t> </a:t>
            </a:r>
            <a:r>
              <a:rPr dirty="0"/>
              <a:t>Scenario:</a:t>
            </a:r>
            <a:r>
              <a:rPr dirty="0" spc="-20"/>
              <a:t> </a:t>
            </a:r>
            <a:r>
              <a:rPr dirty="0"/>
              <a:t>Activity</a:t>
            </a:r>
            <a:r>
              <a:rPr dirty="0" spc="-45"/>
              <a:t> </a:t>
            </a:r>
            <a:r>
              <a:rPr dirty="0"/>
              <a:t>Diagram </a:t>
            </a:r>
            <a:r>
              <a:rPr dirty="0" spc="-765"/>
              <a:t> </a:t>
            </a:r>
            <a:r>
              <a:rPr dirty="0"/>
              <a:t>Monitor</a:t>
            </a:r>
            <a:r>
              <a:rPr dirty="0" spc="-15"/>
              <a:t> </a:t>
            </a:r>
            <a:r>
              <a:rPr dirty="0"/>
              <a:t>Site</a:t>
            </a:r>
            <a:r>
              <a:rPr dirty="0" spc="-10"/>
              <a:t> </a:t>
            </a:r>
            <a:r>
              <a:rPr dirty="0"/>
              <a:t>(Break-In)</a:t>
            </a:r>
          </a:p>
        </p:txBody>
      </p:sp>
      <p:sp>
        <p:nvSpPr>
          <p:cNvPr id="139" name="object 139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0" name="object 1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41" name="object 141"/>
          <p:cNvSpPr txBox="1"/>
          <p:nvPr/>
        </p:nvSpPr>
        <p:spPr>
          <a:xfrm>
            <a:off x="7543025" y="6500168"/>
            <a:ext cx="860425" cy="233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451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2006108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860295" y="6500168"/>
            <a:ext cx="6543040" cy="23304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</a:t>
            </a:r>
            <a:r>
              <a:rPr dirty="0" sz="1400" spc="-5">
                <a:latin typeface="Arial MT"/>
                <a:cs typeface="Arial MT"/>
              </a:rPr>
              <a:t>2006108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3227" y="1319784"/>
            <a:ext cx="6258305" cy="48242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55901" y="411734"/>
            <a:ext cx="532638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ESS</a:t>
            </a:r>
            <a:r>
              <a:rPr dirty="0" spc="-50"/>
              <a:t> </a:t>
            </a:r>
            <a:r>
              <a:rPr dirty="0"/>
              <a:t>Elaborated</a:t>
            </a:r>
            <a:r>
              <a:rPr dirty="0" spc="-10"/>
              <a:t> </a:t>
            </a:r>
            <a:r>
              <a:rPr dirty="0" spc="-5"/>
              <a:t>Context</a:t>
            </a:r>
            <a:r>
              <a:rPr dirty="0" spc="-25"/>
              <a:t> </a:t>
            </a:r>
            <a:r>
              <a:rPr dirty="0"/>
              <a:t>Diagram</a:t>
            </a:r>
          </a:p>
        </p:txBody>
      </p:sp>
      <p:sp>
        <p:nvSpPr>
          <p:cNvPr id="4" name="object 4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43025" y="6500168"/>
            <a:ext cx="860425" cy="233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451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2006109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0295" y="6500168"/>
            <a:ext cx="6543040" cy="23304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</a:t>
            </a:r>
            <a:r>
              <a:rPr dirty="0" sz="1400" spc="-5">
                <a:latin typeface="Arial MT"/>
                <a:cs typeface="Arial MT"/>
              </a:rPr>
              <a:t>2006109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5714" y="251713"/>
            <a:ext cx="576262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ESS</a:t>
            </a:r>
            <a:r>
              <a:rPr dirty="0" spc="-50"/>
              <a:t> </a:t>
            </a:r>
            <a:r>
              <a:rPr dirty="0"/>
              <a:t>Logical</a:t>
            </a:r>
            <a:r>
              <a:rPr dirty="0" spc="-15"/>
              <a:t> </a:t>
            </a:r>
            <a:r>
              <a:rPr dirty="0"/>
              <a:t>Decomposition</a:t>
            </a:r>
            <a:r>
              <a:rPr dirty="0" spc="-20"/>
              <a:t> </a:t>
            </a:r>
            <a:r>
              <a:rPr dirty="0"/>
              <a:t>(Partial)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927" y="957833"/>
            <a:ext cx="7767828" cy="5600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42850" y="6500168"/>
            <a:ext cx="3606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110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07689" y="253238"/>
            <a:ext cx="29883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/>
              <a:t>Detect</a:t>
            </a:r>
            <a:r>
              <a:rPr dirty="0" sz="2400" spc="-45"/>
              <a:t> </a:t>
            </a:r>
            <a:r>
              <a:rPr dirty="0" sz="2400" spc="-5"/>
              <a:t>Entry</a:t>
            </a:r>
            <a:r>
              <a:rPr dirty="0" sz="2400" spc="-45"/>
              <a:t> </a:t>
            </a:r>
            <a:r>
              <a:rPr dirty="0" sz="2400" spc="-5"/>
              <a:t>Scenario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906780" y="1559051"/>
            <a:ext cx="7602855" cy="3991610"/>
          </a:xfrm>
          <a:custGeom>
            <a:avLst/>
            <a:gdLst/>
            <a:ahLst/>
            <a:cxnLst/>
            <a:rect l="l" t="t" r="r" b="b"/>
            <a:pathLst>
              <a:path w="7602855" h="3991610">
                <a:moveTo>
                  <a:pt x="7602474" y="0"/>
                </a:moveTo>
                <a:lnTo>
                  <a:pt x="7593330" y="12"/>
                </a:lnTo>
                <a:lnTo>
                  <a:pt x="7593330" y="9906"/>
                </a:lnTo>
                <a:lnTo>
                  <a:pt x="7593330" y="3981450"/>
                </a:lnTo>
                <a:lnTo>
                  <a:pt x="9893" y="3981450"/>
                </a:lnTo>
                <a:lnTo>
                  <a:pt x="9893" y="247650"/>
                </a:lnTo>
                <a:lnTo>
                  <a:pt x="12941" y="247650"/>
                </a:lnTo>
                <a:lnTo>
                  <a:pt x="1124699" y="247650"/>
                </a:lnTo>
                <a:lnTo>
                  <a:pt x="1128509" y="247650"/>
                </a:lnTo>
                <a:lnTo>
                  <a:pt x="1131557" y="246888"/>
                </a:lnTo>
                <a:lnTo>
                  <a:pt x="1133081" y="245364"/>
                </a:lnTo>
                <a:lnTo>
                  <a:pt x="1179563" y="143383"/>
                </a:lnTo>
                <a:lnTo>
                  <a:pt x="1184135" y="133350"/>
                </a:lnTo>
                <a:lnTo>
                  <a:pt x="1184135" y="9906"/>
                </a:lnTo>
                <a:lnTo>
                  <a:pt x="7593330" y="9906"/>
                </a:lnTo>
                <a:lnTo>
                  <a:pt x="7593330" y="12"/>
                </a:lnTo>
                <a:lnTo>
                  <a:pt x="1174991" y="12"/>
                </a:lnTo>
                <a:lnTo>
                  <a:pt x="1174991" y="12954"/>
                </a:lnTo>
                <a:lnTo>
                  <a:pt x="1174991" y="129540"/>
                </a:lnTo>
                <a:lnTo>
                  <a:pt x="1125740" y="238506"/>
                </a:lnTo>
                <a:lnTo>
                  <a:pt x="12941" y="238506"/>
                </a:lnTo>
                <a:lnTo>
                  <a:pt x="12941" y="12954"/>
                </a:lnTo>
                <a:lnTo>
                  <a:pt x="1174991" y="12954"/>
                </a:lnTo>
                <a:lnTo>
                  <a:pt x="1174991" y="12"/>
                </a:lnTo>
                <a:lnTo>
                  <a:pt x="0" y="12"/>
                </a:lnTo>
                <a:lnTo>
                  <a:pt x="0" y="3991356"/>
                </a:lnTo>
                <a:lnTo>
                  <a:pt x="4572" y="3991356"/>
                </a:lnTo>
                <a:lnTo>
                  <a:pt x="9893" y="3991356"/>
                </a:lnTo>
                <a:lnTo>
                  <a:pt x="7593330" y="3991356"/>
                </a:lnTo>
                <a:lnTo>
                  <a:pt x="7597902" y="3991356"/>
                </a:lnTo>
                <a:lnTo>
                  <a:pt x="7602474" y="3991356"/>
                </a:lnTo>
                <a:lnTo>
                  <a:pt x="7602474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4946" y="1611883"/>
            <a:ext cx="9182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act</a:t>
            </a:r>
            <a:r>
              <a:rPr dirty="0" sz="1000" spc="17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7F7F7F"/>
                </a:solidFill>
                <a:latin typeface="Arial MT"/>
                <a:cs typeface="Arial MT"/>
              </a:rPr>
              <a:t>detectEntry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12875" y="1751076"/>
            <a:ext cx="7587615" cy="3756660"/>
            <a:chOff x="912875" y="1751076"/>
            <a:chExt cx="7587615" cy="3756660"/>
          </a:xfrm>
        </p:grpSpPr>
        <p:sp>
          <p:nvSpPr>
            <p:cNvPr id="7" name="object 7"/>
            <p:cNvSpPr/>
            <p:nvPr/>
          </p:nvSpPr>
          <p:spPr>
            <a:xfrm>
              <a:off x="912863" y="1751088"/>
              <a:ext cx="7587615" cy="3756660"/>
            </a:xfrm>
            <a:custGeom>
              <a:avLst/>
              <a:gdLst/>
              <a:ahLst/>
              <a:cxnLst/>
              <a:rect l="l" t="t" r="r" b="b"/>
              <a:pathLst>
                <a:path w="7587615" h="3756660">
                  <a:moveTo>
                    <a:pt x="5334" y="1651241"/>
                  </a:moveTo>
                  <a:lnTo>
                    <a:pt x="0" y="1651241"/>
                  </a:lnTo>
                  <a:lnTo>
                    <a:pt x="0" y="3756660"/>
                  </a:lnTo>
                  <a:lnTo>
                    <a:pt x="5334" y="3756660"/>
                  </a:lnTo>
                  <a:lnTo>
                    <a:pt x="5334" y="1651241"/>
                  </a:lnTo>
                  <a:close/>
                </a:path>
                <a:path w="7587615" h="3756660">
                  <a:moveTo>
                    <a:pt x="5334" y="1201661"/>
                  </a:moveTo>
                  <a:lnTo>
                    <a:pt x="0" y="1201661"/>
                  </a:lnTo>
                  <a:lnTo>
                    <a:pt x="0" y="1230617"/>
                  </a:lnTo>
                  <a:lnTo>
                    <a:pt x="5334" y="1230617"/>
                  </a:lnTo>
                  <a:lnTo>
                    <a:pt x="5334" y="1201661"/>
                  </a:lnTo>
                  <a:close/>
                </a:path>
                <a:path w="7587615" h="3756660">
                  <a:moveTo>
                    <a:pt x="5334" y="0"/>
                  </a:moveTo>
                  <a:lnTo>
                    <a:pt x="0" y="0"/>
                  </a:lnTo>
                  <a:lnTo>
                    <a:pt x="0" y="782561"/>
                  </a:lnTo>
                  <a:lnTo>
                    <a:pt x="5334" y="782561"/>
                  </a:lnTo>
                  <a:lnTo>
                    <a:pt x="5334" y="0"/>
                  </a:lnTo>
                  <a:close/>
                </a:path>
                <a:path w="7587615" h="3756660">
                  <a:moveTo>
                    <a:pt x="2484882" y="3756660"/>
                  </a:moveTo>
                  <a:lnTo>
                    <a:pt x="2483358" y="361950"/>
                  </a:lnTo>
                  <a:lnTo>
                    <a:pt x="2480310" y="361950"/>
                  </a:lnTo>
                  <a:lnTo>
                    <a:pt x="2481834" y="3756660"/>
                  </a:lnTo>
                  <a:lnTo>
                    <a:pt x="2484882" y="3756660"/>
                  </a:lnTo>
                  <a:close/>
                </a:path>
                <a:path w="7587615" h="3756660">
                  <a:moveTo>
                    <a:pt x="4863084" y="3756660"/>
                  </a:moveTo>
                  <a:lnTo>
                    <a:pt x="4861560" y="361950"/>
                  </a:lnTo>
                  <a:lnTo>
                    <a:pt x="4857750" y="361950"/>
                  </a:lnTo>
                  <a:lnTo>
                    <a:pt x="4859274" y="3756660"/>
                  </a:lnTo>
                  <a:lnTo>
                    <a:pt x="4863084" y="3756660"/>
                  </a:lnTo>
                  <a:close/>
                </a:path>
                <a:path w="7587615" h="3756660">
                  <a:moveTo>
                    <a:pt x="7587234" y="1584947"/>
                  </a:moveTo>
                  <a:lnTo>
                    <a:pt x="7581900" y="1584947"/>
                  </a:lnTo>
                  <a:lnTo>
                    <a:pt x="7581900" y="3756660"/>
                  </a:lnTo>
                  <a:lnTo>
                    <a:pt x="7587234" y="3756660"/>
                  </a:lnTo>
                  <a:lnTo>
                    <a:pt x="7587234" y="1584947"/>
                  </a:lnTo>
                  <a:close/>
                </a:path>
                <a:path w="7587615" h="3756660">
                  <a:moveTo>
                    <a:pt x="7587234" y="0"/>
                  </a:moveTo>
                  <a:lnTo>
                    <a:pt x="7581900" y="0"/>
                  </a:lnTo>
                  <a:lnTo>
                    <a:pt x="7581900" y="1258811"/>
                  </a:lnTo>
                  <a:lnTo>
                    <a:pt x="7587234" y="1258811"/>
                  </a:lnTo>
                  <a:lnTo>
                    <a:pt x="75872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95855" y="3662933"/>
              <a:ext cx="1247775" cy="323850"/>
            </a:xfrm>
            <a:custGeom>
              <a:avLst/>
              <a:gdLst/>
              <a:ahLst/>
              <a:cxnLst/>
              <a:rect l="l" t="t" r="r" b="b"/>
              <a:pathLst>
                <a:path w="1247775" h="323850">
                  <a:moveTo>
                    <a:pt x="1247394" y="228599"/>
                  </a:moveTo>
                  <a:lnTo>
                    <a:pt x="1247394" y="95249"/>
                  </a:lnTo>
                  <a:lnTo>
                    <a:pt x="1240012" y="58185"/>
                  </a:lnTo>
                  <a:lnTo>
                    <a:pt x="1219771" y="27908"/>
                  </a:lnTo>
                  <a:lnTo>
                    <a:pt x="1189529" y="7489"/>
                  </a:lnTo>
                  <a:lnTo>
                    <a:pt x="1152144" y="0"/>
                  </a:lnTo>
                  <a:lnTo>
                    <a:pt x="95249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228600"/>
                  </a:lnTo>
                  <a:lnTo>
                    <a:pt x="7489" y="265664"/>
                  </a:lnTo>
                  <a:lnTo>
                    <a:pt x="27908" y="295941"/>
                  </a:lnTo>
                  <a:lnTo>
                    <a:pt x="58185" y="316360"/>
                  </a:lnTo>
                  <a:lnTo>
                    <a:pt x="95250" y="323850"/>
                  </a:lnTo>
                  <a:lnTo>
                    <a:pt x="1152144" y="323849"/>
                  </a:lnTo>
                  <a:lnTo>
                    <a:pt x="1189529" y="316360"/>
                  </a:lnTo>
                  <a:lnTo>
                    <a:pt x="1219771" y="295941"/>
                  </a:lnTo>
                  <a:lnTo>
                    <a:pt x="1240012" y="265664"/>
                  </a:lnTo>
                  <a:lnTo>
                    <a:pt x="1247394" y="22859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94332" y="3661410"/>
              <a:ext cx="1251585" cy="327025"/>
            </a:xfrm>
            <a:custGeom>
              <a:avLst/>
              <a:gdLst/>
              <a:ahLst/>
              <a:cxnLst/>
              <a:rect l="l" t="t" r="r" b="b"/>
              <a:pathLst>
                <a:path w="1251585" h="327025">
                  <a:moveTo>
                    <a:pt x="1251204" y="230123"/>
                  </a:moveTo>
                  <a:lnTo>
                    <a:pt x="1251204" y="96773"/>
                  </a:lnTo>
                  <a:lnTo>
                    <a:pt x="1250442" y="86867"/>
                  </a:lnTo>
                  <a:lnTo>
                    <a:pt x="1238197" y="48627"/>
                  </a:lnTo>
                  <a:lnTo>
                    <a:pt x="1192939" y="7889"/>
                  </a:lnTo>
                  <a:lnTo>
                    <a:pt x="1163574" y="0"/>
                  </a:lnTo>
                  <a:lnTo>
                    <a:pt x="96773" y="0"/>
                  </a:lnTo>
                  <a:lnTo>
                    <a:pt x="39447" y="18507"/>
                  </a:lnTo>
                  <a:lnTo>
                    <a:pt x="4571" y="67818"/>
                  </a:lnTo>
                  <a:lnTo>
                    <a:pt x="0" y="96774"/>
                  </a:lnTo>
                  <a:lnTo>
                    <a:pt x="0" y="230124"/>
                  </a:lnTo>
                  <a:lnTo>
                    <a:pt x="762" y="240030"/>
                  </a:lnTo>
                  <a:lnTo>
                    <a:pt x="2286" y="249174"/>
                  </a:lnTo>
                  <a:lnTo>
                    <a:pt x="3048" y="252476"/>
                  </a:lnTo>
                  <a:lnTo>
                    <a:pt x="3048" y="96774"/>
                  </a:lnTo>
                  <a:lnTo>
                    <a:pt x="3809" y="86868"/>
                  </a:lnTo>
                  <a:lnTo>
                    <a:pt x="15728" y="49551"/>
                  </a:lnTo>
                  <a:lnTo>
                    <a:pt x="44195" y="19050"/>
                  </a:lnTo>
                  <a:lnTo>
                    <a:pt x="85805" y="3260"/>
                  </a:lnTo>
                  <a:lnTo>
                    <a:pt x="1163574" y="3047"/>
                  </a:lnTo>
                  <a:lnTo>
                    <a:pt x="1172718" y="4571"/>
                  </a:lnTo>
                  <a:lnTo>
                    <a:pt x="1200252" y="15160"/>
                  </a:lnTo>
                  <a:lnTo>
                    <a:pt x="1223257" y="33780"/>
                  </a:lnTo>
                  <a:lnTo>
                    <a:pt x="1239662" y="58369"/>
                  </a:lnTo>
                  <a:lnTo>
                    <a:pt x="1247394" y="86867"/>
                  </a:lnTo>
                  <a:lnTo>
                    <a:pt x="1247394" y="251303"/>
                  </a:lnTo>
                  <a:lnTo>
                    <a:pt x="1250442" y="240029"/>
                  </a:lnTo>
                  <a:lnTo>
                    <a:pt x="1251204" y="230123"/>
                  </a:lnTo>
                  <a:close/>
                </a:path>
                <a:path w="1251585" h="327025">
                  <a:moveTo>
                    <a:pt x="1247394" y="251303"/>
                  </a:moveTo>
                  <a:lnTo>
                    <a:pt x="1247394" y="239268"/>
                  </a:lnTo>
                  <a:lnTo>
                    <a:pt x="1245870" y="249173"/>
                  </a:lnTo>
                  <a:lnTo>
                    <a:pt x="1235099" y="277035"/>
                  </a:lnTo>
                  <a:lnTo>
                    <a:pt x="1192554" y="315314"/>
                  </a:lnTo>
                  <a:lnTo>
                    <a:pt x="1154430" y="323791"/>
                  </a:lnTo>
                  <a:lnTo>
                    <a:pt x="96774" y="323850"/>
                  </a:lnTo>
                  <a:lnTo>
                    <a:pt x="67416" y="318986"/>
                  </a:lnTo>
                  <a:lnTo>
                    <a:pt x="20532" y="284357"/>
                  </a:lnTo>
                  <a:lnTo>
                    <a:pt x="5334" y="248412"/>
                  </a:lnTo>
                  <a:lnTo>
                    <a:pt x="3048" y="230124"/>
                  </a:lnTo>
                  <a:lnTo>
                    <a:pt x="3048" y="252476"/>
                  </a:lnTo>
                  <a:lnTo>
                    <a:pt x="19092" y="287778"/>
                  </a:lnTo>
                  <a:lnTo>
                    <a:pt x="51054" y="315468"/>
                  </a:lnTo>
                  <a:lnTo>
                    <a:pt x="96774" y="326898"/>
                  </a:lnTo>
                  <a:lnTo>
                    <a:pt x="1154430" y="326898"/>
                  </a:lnTo>
                  <a:lnTo>
                    <a:pt x="1202030" y="313983"/>
                  </a:lnTo>
                  <a:lnTo>
                    <a:pt x="1242486" y="269453"/>
                  </a:lnTo>
                  <a:lnTo>
                    <a:pt x="1247394" y="2513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963166" y="3753866"/>
            <a:ext cx="11906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Sense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State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Change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96083" y="3515105"/>
            <a:ext cx="523875" cy="152400"/>
            <a:chOff x="2196083" y="3515105"/>
            <a:chExt cx="523875" cy="152400"/>
          </a:xfrm>
        </p:grpSpPr>
        <p:sp>
          <p:nvSpPr>
            <p:cNvPr id="12" name="object 12"/>
            <p:cNvSpPr/>
            <p:nvPr/>
          </p:nvSpPr>
          <p:spPr>
            <a:xfrm>
              <a:off x="2568701" y="351662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149351" y="149351"/>
                  </a:moveTo>
                  <a:lnTo>
                    <a:pt x="149351" y="0"/>
                  </a:lnTo>
                  <a:lnTo>
                    <a:pt x="0" y="0"/>
                  </a:lnTo>
                  <a:lnTo>
                    <a:pt x="0" y="149351"/>
                  </a:lnTo>
                  <a:lnTo>
                    <a:pt x="149351" y="1493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567177" y="351510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1524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524" y="152400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149352" y="3048"/>
                  </a:lnTo>
                  <a:lnTo>
                    <a:pt x="149352" y="1524"/>
                  </a:lnTo>
                  <a:lnTo>
                    <a:pt x="150876" y="3048"/>
                  </a:lnTo>
                  <a:lnTo>
                    <a:pt x="150876" y="152400"/>
                  </a:lnTo>
                  <a:lnTo>
                    <a:pt x="152400" y="152400"/>
                  </a:lnTo>
                  <a:close/>
                </a:path>
                <a:path w="152400" h="15240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152400" h="152400">
                  <a:moveTo>
                    <a:pt x="3048" y="149352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149352"/>
                  </a:lnTo>
                  <a:lnTo>
                    <a:pt x="3048" y="149352"/>
                  </a:lnTo>
                  <a:close/>
                </a:path>
                <a:path w="152400" h="152400">
                  <a:moveTo>
                    <a:pt x="150876" y="149352"/>
                  </a:moveTo>
                  <a:lnTo>
                    <a:pt x="1524" y="149352"/>
                  </a:lnTo>
                  <a:lnTo>
                    <a:pt x="3048" y="150876"/>
                  </a:lnTo>
                  <a:lnTo>
                    <a:pt x="3048" y="152400"/>
                  </a:lnTo>
                  <a:lnTo>
                    <a:pt x="149352" y="152400"/>
                  </a:lnTo>
                  <a:lnTo>
                    <a:pt x="149352" y="150876"/>
                  </a:lnTo>
                  <a:lnTo>
                    <a:pt x="150876" y="149352"/>
                  </a:lnTo>
                  <a:close/>
                </a:path>
                <a:path w="152400" h="152400">
                  <a:moveTo>
                    <a:pt x="3048" y="152400"/>
                  </a:moveTo>
                  <a:lnTo>
                    <a:pt x="3048" y="150876"/>
                  </a:lnTo>
                  <a:lnTo>
                    <a:pt x="1524" y="149352"/>
                  </a:lnTo>
                  <a:lnTo>
                    <a:pt x="1524" y="152400"/>
                  </a:lnTo>
                  <a:lnTo>
                    <a:pt x="3048" y="152400"/>
                  </a:lnTo>
                  <a:close/>
                </a:path>
                <a:path w="152400" h="152400">
                  <a:moveTo>
                    <a:pt x="150876" y="3048"/>
                  </a:moveTo>
                  <a:lnTo>
                    <a:pt x="149352" y="1524"/>
                  </a:lnTo>
                  <a:lnTo>
                    <a:pt x="149352" y="3048"/>
                  </a:lnTo>
                  <a:lnTo>
                    <a:pt x="150876" y="3048"/>
                  </a:lnTo>
                  <a:close/>
                </a:path>
                <a:path w="152400" h="152400">
                  <a:moveTo>
                    <a:pt x="150876" y="149352"/>
                  </a:moveTo>
                  <a:lnTo>
                    <a:pt x="150876" y="3048"/>
                  </a:lnTo>
                  <a:lnTo>
                    <a:pt x="149352" y="3048"/>
                  </a:lnTo>
                  <a:lnTo>
                    <a:pt x="149352" y="149352"/>
                  </a:lnTo>
                  <a:lnTo>
                    <a:pt x="150876" y="149352"/>
                  </a:lnTo>
                  <a:close/>
                </a:path>
                <a:path w="152400" h="152400">
                  <a:moveTo>
                    <a:pt x="150876" y="152400"/>
                  </a:moveTo>
                  <a:lnTo>
                    <a:pt x="150876" y="149352"/>
                  </a:lnTo>
                  <a:lnTo>
                    <a:pt x="149352" y="150876"/>
                  </a:lnTo>
                  <a:lnTo>
                    <a:pt x="149352" y="152400"/>
                  </a:lnTo>
                  <a:lnTo>
                    <a:pt x="150876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197607" y="351662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149351" y="149351"/>
                  </a:moveTo>
                  <a:lnTo>
                    <a:pt x="149351" y="0"/>
                  </a:lnTo>
                  <a:lnTo>
                    <a:pt x="0" y="0"/>
                  </a:lnTo>
                  <a:lnTo>
                    <a:pt x="0" y="149351"/>
                  </a:lnTo>
                  <a:lnTo>
                    <a:pt x="149351" y="1493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96083" y="351510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1524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524" y="152400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149352" y="3048"/>
                  </a:lnTo>
                  <a:lnTo>
                    <a:pt x="149352" y="1524"/>
                  </a:lnTo>
                  <a:lnTo>
                    <a:pt x="150876" y="3048"/>
                  </a:lnTo>
                  <a:lnTo>
                    <a:pt x="150876" y="152400"/>
                  </a:lnTo>
                  <a:lnTo>
                    <a:pt x="152400" y="152400"/>
                  </a:lnTo>
                  <a:close/>
                </a:path>
                <a:path w="152400" h="15240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152400" h="152400">
                  <a:moveTo>
                    <a:pt x="3048" y="149352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149352"/>
                  </a:lnTo>
                  <a:lnTo>
                    <a:pt x="3048" y="149352"/>
                  </a:lnTo>
                  <a:close/>
                </a:path>
                <a:path w="152400" h="152400">
                  <a:moveTo>
                    <a:pt x="150876" y="149352"/>
                  </a:moveTo>
                  <a:lnTo>
                    <a:pt x="1524" y="149352"/>
                  </a:lnTo>
                  <a:lnTo>
                    <a:pt x="3048" y="150876"/>
                  </a:lnTo>
                  <a:lnTo>
                    <a:pt x="3048" y="152400"/>
                  </a:lnTo>
                  <a:lnTo>
                    <a:pt x="149352" y="152400"/>
                  </a:lnTo>
                  <a:lnTo>
                    <a:pt x="149352" y="150876"/>
                  </a:lnTo>
                  <a:lnTo>
                    <a:pt x="150876" y="149352"/>
                  </a:lnTo>
                  <a:close/>
                </a:path>
                <a:path w="152400" h="152400">
                  <a:moveTo>
                    <a:pt x="3048" y="152400"/>
                  </a:moveTo>
                  <a:lnTo>
                    <a:pt x="3048" y="150876"/>
                  </a:lnTo>
                  <a:lnTo>
                    <a:pt x="1524" y="149352"/>
                  </a:lnTo>
                  <a:lnTo>
                    <a:pt x="1524" y="152400"/>
                  </a:lnTo>
                  <a:lnTo>
                    <a:pt x="3048" y="152400"/>
                  </a:lnTo>
                  <a:close/>
                </a:path>
                <a:path w="152400" h="152400">
                  <a:moveTo>
                    <a:pt x="150876" y="3048"/>
                  </a:moveTo>
                  <a:lnTo>
                    <a:pt x="149352" y="1524"/>
                  </a:lnTo>
                  <a:lnTo>
                    <a:pt x="149352" y="3048"/>
                  </a:lnTo>
                  <a:lnTo>
                    <a:pt x="150876" y="3048"/>
                  </a:lnTo>
                  <a:close/>
                </a:path>
                <a:path w="152400" h="152400">
                  <a:moveTo>
                    <a:pt x="150876" y="149352"/>
                  </a:moveTo>
                  <a:lnTo>
                    <a:pt x="150876" y="3048"/>
                  </a:lnTo>
                  <a:lnTo>
                    <a:pt x="149352" y="3048"/>
                  </a:lnTo>
                  <a:lnTo>
                    <a:pt x="149352" y="149352"/>
                  </a:lnTo>
                  <a:lnTo>
                    <a:pt x="150876" y="149352"/>
                  </a:lnTo>
                  <a:close/>
                </a:path>
                <a:path w="152400" h="152400">
                  <a:moveTo>
                    <a:pt x="150876" y="152400"/>
                  </a:moveTo>
                  <a:lnTo>
                    <a:pt x="150876" y="149352"/>
                  </a:lnTo>
                  <a:lnTo>
                    <a:pt x="149352" y="150876"/>
                  </a:lnTo>
                  <a:lnTo>
                    <a:pt x="149352" y="152400"/>
                  </a:lnTo>
                  <a:lnTo>
                    <a:pt x="150876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180591" y="3572510"/>
            <a:ext cx="10191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wi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Window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Input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38677" y="3730752"/>
            <a:ext cx="152400" cy="152400"/>
            <a:chOff x="3138677" y="3730752"/>
            <a:chExt cx="152400" cy="152400"/>
          </a:xfrm>
        </p:grpSpPr>
        <p:sp>
          <p:nvSpPr>
            <p:cNvPr id="18" name="object 18"/>
            <p:cNvSpPr/>
            <p:nvPr/>
          </p:nvSpPr>
          <p:spPr>
            <a:xfrm>
              <a:off x="3140201" y="3732276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149351" y="149351"/>
                  </a:moveTo>
                  <a:lnTo>
                    <a:pt x="149351" y="0"/>
                  </a:lnTo>
                  <a:lnTo>
                    <a:pt x="0" y="0"/>
                  </a:lnTo>
                  <a:lnTo>
                    <a:pt x="0" y="149351"/>
                  </a:lnTo>
                  <a:lnTo>
                    <a:pt x="149351" y="1493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138677" y="373075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1524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524" y="152400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149351" y="3048"/>
                  </a:lnTo>
                  <a:lnTo>
                    <a:pt x="149351" y="1524"/>
                  </a:lnTo>
                  <a:lnTo>
                    <a:pt x="150875" y="3048"/>
                  </a:lnTo>
                  <a:lnTo>
                    <a:pt x="150875" y="152400"/>
                  </a:lnTo>
                  <a:lnTo>
                    <a:pt x="152400" y="152400"/>
                  </a:lnTo>
                  <a:close/>
                </a:path>
                <a:path w="152400" h="15240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152400" h="152400">
                  <a:moveTo>
                    <a:pt x="3048" y="149351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149351"/>
                  </a:lnTo>
                  <a:lnTo>
                    <a:pt x="3048" y="149351"/>
                  </a:lnTo>
                  <a:close/>
                </a:path>
                <a:path w="152400" h="152400">
                  <a:moveTo>
                    <a:pt x="150875" y="149351"/>
                  </a:moveTo>
                  <a:lnTo>
                    <a:pt x="1524" y="149351"/>
                  </a:lnTo>
                  <a:lnTo>
                    <a:pt x="3048" y="150875"/>
                  </a:lnTo>
                  <a:lnTo>
                    <a:pt x="3048" y="152400"/>
                  </a:lnTo>
                  <a:lnTo>
                    <a:pt x="149351" y="152400"/>
                  </a:lnTo>
                  <a:lnTo>
                    <a:pt x="149351" y="150875"/>
                  </a:lnTo>
                  <a:lnTo>
                    <a:pt x="150875" y="149351"/>
                  </a:lnTo>
                  <a:close/>
                </a:path>
                <a:path w="152400" h="152400">
                  <a:moveTo>
                    <a:pt x="3048" y="152400"/>
                  </a:moveTo>
                  <a:lnTo>
                    <a:pt x="3048" y="150875"/>
                  </a:lnTo>
                  <a:lnTo>
                    <a:pt x="1524" y="149351"/>
                  </a:lnTo>
                  <a:lnTo>
                    <a:pt x="1524" y="152400"/>
                  </a:lnTo>
                  <a:lnTo>
                    <a:pt x="3048" y="152400"/>
                  </a:lnTo>
                  <a:close/>
                </a:path>
                <a:path w="152400" h="152400">
                  <a:moveTo>
                    <a:pt x="150875" y="3048"/>
                  </a:moveTo>
                  <a:lnTo>
                    <a:pt x="149351" y="1524"/>
                  </a:lnTo>
                  <a:lnTo>
                    <a:pt x="149351" y="3048"/>
                  </a:lnTo>
                  <a:lnTo>
                    <a:pt x="150875" y="3048"/>
                  </a:lnTo>
                  <a:close/>
                </a:path>
                <a:path w="152400" h="152400">
                  <a:moveTo>
                    <a:pt x="150875" y="149351"/>
                  </a:moveTo>
                  <a:lnTo>
                    <a:pt x="150875" y="3048"/>
                  </a:lnTo>
                  <a:lnTo>
                    <a:pt x="149351" y="3048"/>
                  </a:lnTo>
                  <a:lnTo>
                    <a:pt x="149351" y="149351"/>
                  </a:lnTo>
                  <a:lnTo>
                    <a:pt x="150875" y="149351"/>
                  </a:lnTo>
                  <a:close/>
                </a:path>
                <a:path w="152400" h="152400">
                  <a:moveTo>
                    <a:pt x="150875" y="152400"/>
                  </a:moveTo>
                  <a:lnTo>
                    <a:pt x="150875" y="149351"/>
                  </a:lnTo>
                  <a:lnTo>
                    <a:pt x="149351" y="150875"/>
                  </a:lnTo>
                  <a:lnTo>
                    <a:pt x="149351" y="152400"/>
                  </a:lnTo>
                  <a:lnTo>
                    <a:pt x="150875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756407" y="3264966"/>
            <a:ext cx="1395730" cy="438784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-5">
                <a:latin typeface="Arial MT"/>
                <a:cs typeface="Arial MT"/>
              </a:rPr>
              <a:t>di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Door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Input</a:t>
            </a:r>
            <a:endParaRPr sz="1000">
              <a:latin typeface="Arial MT"/>
              <a:cs typeface="Arial MT"/>
            </a:endParaRPr>
          </a:p>
          <a:p>
            <a:pPr marL="414020">
              <a:lnSpc>
                <a:spcPct val="100000"/>
              </a:lnSpc>
              <a:spcBef>
                <a:spcPts val="425"/>
              </a:spcBef>
            </a:pPr>
            <a:r>
              <a:rPr dirty="0" sz="1000" spc="-5">
                <a:latin typeface="Arial MT"/>
                <a:cs typeface="Arial MT"/>
              </a:rPr>
              <a:t>ee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SensedEntry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8032" y="3794736"/>
            <a:ext cx="98297" cy="9750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15542" y="2114169"/>
            <a:ext cx="2480310" cy="363855"/>
          </a:xfrm>
          <a:prstGeom prst="rect">
            <a:avLst/>
          </a:prstGeom>
          <a:ln w="4572">
            <a:solidFill>
              <a:srgbClr val="000000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algn="ctr" marL="59055">
              <a:lnSpc>
                <a:spcPct val="100000"/>
              </a:lnSpc>
              <a:spcBef>
                <a:spcPts val="110"/>
              </a:spcBef>
            </a:pPr>
            <a:r>
              <a:rPr dirty="0" sz="1000" spc="-5">
                <a:latin typeface="Arial MT"/>
                <a:cs typeface="Arial MT"/>
              </a:rPr>
              <a:t>«logical»</a:t>
            </a:r>
            <a:endParaRPr sz="1000">
              <a:latin typeface="Arial MT"/>
              <a:cs typeface="Arial MT"/>
            </a:endParaRPr>
          </a:p>
          <a:p>
            <a:pPr algn="ctr" marL="19685">
              <a:lnSpc>
                <a:spcPct val="100000"/>
              </a:lnSpc>
              <a:spcBef>
                <a:spcPts val="240"/>
              </a:spcBef>
            </a:pPr>
            <a:r>
              <a:rPr dirty="0" sz="1000" spc="-5">
                <a:latin typeface="Arial MT"/>
                <a:cs typeface="Arial MT"/>
              </a:rPr>
              <a:t>Entry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Sensor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986784" y="3661409"/>
            <a:ext cx="1692910" cy="1229995"/>
            <a:chOff x="3986784" y="3661409"/>
            <a:chExt cx="1692910" cy="1229995"/>
          </a:xfrm>
        </p:grpSpPr>
        <p:sp>
          <p:nvSpPr>
            <p:cNvPr id="24" name="object 24"/>
            <p:cNvSpPr/>
            <p:nvPr/>
          </p:nvSpPr>
          <p:spPr>
            <a:xfrm>
              <a:off x="4133850" y="3662933"/>
              <a:ext cx="990600" cy="323850"/>
            </a:xfrm>
            <a:custGeom>
              <a:avLst/>
              <a:gdLst/>
              <a:ahLst/>
              <a:cxnLst/>
              <a:rect l="l" t="t" r="r" b="b"/>
              <a:pathLst>
                <a:path w="990600" h="323850">
                  <a:moveTo>
                    <a:pt x="990600" y="228599"/>
                  </a:moveTo>
                  <a:lnTo>
                    <a:pt x="990600" y="95249"/>
                  </a:lnTo>
                  <a:lnTo>
                    <a:pt x="983218" y="58185"/>
                  </a:lnTo>
                  <a:lnTo>
                    <a:pt x="962977" y="27908"/>
                  </a:lnTo>
                  <a:lnTo>
                    <a:pt x="932735" y="7489"/>
                  </a:lnTo>
                  <a:lnTo>
                    <a:pt x="895350" y="0"/>
                  </a:lnTo>
                  <a:lnTo>
                    <a:pt x="95249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228600"/>
                  </a:lnTo>
                  <a:lnTo>
                    <a:pt x="7489" y="265664"/>
                  </a:lnTo>
                  <a:lnTo>
                    <a:pt x="27908" y="295941"/>
                  </a:lnTo>
                  <a:lnTo>
                    <a:pt x="58185" y="316360"/>
                  </a:lnTo>
                  <a:lnTo>
                    <a:pt x="95250" y="323850"/>
                  </a:lnTo>
                  <a:lnTo>
                    <a:pt x="895350" y="323849"/>
                  </a:lnTo>
                  <a:lnTo>
                    <a:pt x="932735" y="316360"/>
                  </a:lnTo>
                  <a:lnTo>
                    <a:pt x="962977" y="295941"/>
                  </a:lnTo>
                  <a:lnTo>
                    <a:pt x="983218" y="265664"/>
                  </a:lnTo>
                  <a:lnTo>
                    <a:pt x="990600" y="22859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132326" y="3661409"/>
              <a:ext cx="994410" cy="327025"/>
            </a:xfrm>
            <a:custGeom>
              <a:avLst/>
              <a:gdLst/>
              <a:ahLst/>
              <a:cxnLst/>
              <a:rect l="l" t="t" r="r" b="b"/>
              <a:pathLst>
                <a:path w="994410" h="327025">
                  <a:moveTo>
                    <a:pt x="994410" y="230123"/>
                  </a:moveTo>
                  <a:lnTo>
                    <a:pt x="994410" y="96774"/>
                  </a:lnTo>
                  <a:lnTo>
                    <a:pt x="993647" y="86868"/>
                  </a:lnTo>
                  <a:lnTo>
                    <a:pt x="981403" y="48627"/>
                  </a:lnTo>
                  <a:lnTo>
                    <a:pt x="936145" y="7889"/>
                  </a:lnTo>
                  <a:lnTo>
                    <a:pt x="906780" y="0"/>
                  </a:lnTo>
                  <a:lnTo>
                    <a:pt x="96773" y="0"/>
                  </a:lnTo>
                  <a:lnTo>
                    <a:pt x="39647" y="18735"/>
                  </a:lnTo>
                  <a:lnTo>
                    <a:pt x="4571" y="67818"/>
                  </a:lnTo>
                  <a:lnTo>
                    <a:pt x="0" y="96774"/>
                  </a:lnTo>
                  <a:lnTo>
                    <a:pt x="0" y="230124"/>
                  </a:lnTo>
                  <a:lnTo>
                    <a:pt x="762" y="240030"/>
                  </a:lnTo>
                  <a:lnTo>
                    <a:pt x="2286" y="249174"/>
                  </a:lnTo>
                  <a:lnTo>
                    <a:pt x="3810" y="255778"/>
                  </a:lnTo>
                  <a:lnTo>
                    <a:pt x="3809" y="86868"/>
                  </a:lnTo>
                  <a:lnTo>
                    <a:pt x="5333" y="77724"/>
                  </a:lnTo>
                  <a:lnTo>
                    <a:pt x="21978" y="40833"/>
                  </a:lnTo>
                  <a:lnTo>
                    <a:pt x="52577" y="14478"/>
                  </a:lnTo>
                  <a:lnTo>
                    <a:pt x="96773" y="3058"/>
                  </a:lnTo>
                  <a:lnTo>
                    <a:pt x="907541" y="3174"/>
                  </a:lnTo>
                  <a:lnTo>
                    <a:pt x="966463" y="33780"/>
                  </a:lnTo>
                  <a:lnTo>
                    <a:pt x="990600" y="86868"/>
                  </a:lnTo>
                  <a:lnTo>
                    <a:pt x="990600" y="251303"/>
                  </a:lnTo>
                  <a:lnTo>
                    <a:pt x="993647" y="240029"/>
                  </a:lnTo>
                  <a:lnTo>
                    <a:pt x="994410" y="230123"/>
                  </a:lnTo>
                  <a:close/>
                </a:path>
                <a:path w="994410" h="327025">
                  <a:moveTo>
                    <a:pt x="990600" y="251303"/>
                  </a:moveTo>
                  <a:lnTo>
                    <a:pt x="990600" y="239268"/>
                  </a:lnTo>
                  <a:lnTo>
                    <a:pt x="989076" y="249173"/>
                  </a:lnTo>
                  <a:lnTo>
                    <a:pt x="978305" y="277035"/>
                  </a:lnTo>
                  <a:lnTo>
                    <a:pt x="935760" y="315314"/>
                  </a:lnTo>
                  <a:lnTo>
                    <a:pt x="897636" y="323791"/>
                  </a:lnTo>
                  <a:lnTo>
                    <a:pt x="96774" y="323850"/>
                  </a:lnTo>
                  <a:lnTo>
                    <a:pt x="66780" y="318438"/>
                  </a:lnTo>
                  <a:lnTo>
                    <a:pt x="21253" y="284727"/>
                  </a:lnTo>
                  <a:lnTo>
                    <a:pt x="5334" y="248412"/>
                  </a:lnTo>
                  <a:lnTo>
                    <a:pt x="3810" y="239268"/>
                  </a:lnTo>
                  <a:lnTo>
                    <a:pt x="3810" y="255778"/>
                  </a:lnTo>
                  <a:lnTo>
                    <a:pt x="25641" y="295635"/>
                  </a:lnTo>
                  <a:lnTo>
                    <a:pt x="61932" y="320198"/>
                  </a:lnTo>
                  <a:lnTo>
                    <a:pt x="96774" y="326898"/>
                  </a:lnTo>
                  <a:lnTo>
                    <a:pt x="897636" y="326898"/>
                  </a:lnTo>
                  <a:lnTo>
                    <a:pt x="945236" y="313983"/>
                  </a:lnTo>
                  <a:lnTo>
                    <a:pt x="985692" y="269453"/>
                  </a:lnTo>
                  <a:lnTo>
                    <a:pt x="990600" y="2513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88308" y="3736085"/>
              <a:ext cx="149860" cy="148590"/>
            </a:xfrm>
            <a:custGeom>
              <a:avLst/>
              <a:gdLst/>
              <a:ahLst/>
              <a:cxnLst/>
              <a:rect l="l" t="t" r="r" b="b"/>
              <a:pathLst>
                <a:path w="149860" h="148589">
                  <a:moveTo>
                    <a:pt x="149351" y="148589"/>
                  </a:moveTo>
                  <a:lnTo>
                    <a:pt x="149351" y="0"/>
                  </a:lnTo>
                  <a:lnTo>
                    <a:pt x="0" y="0"/>
                  </a:lnTo>
                  <a:lnTo>
                    <a:pt x="0" y="148589"/>
                  </a:lnTo>
                  <a:lnTo>
                    <a:pt x="149351" y="1485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986784" y="37337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1524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524" y="152400"/>
                  </a:lnTo>
                  <a:lnTo>
                    <a:pt x="1524" y="3810"/>
                  </a:lnTo>
                  <a:lnTo>
                    <a:pt x="3048" y="2286"/>
                  </a:lnTo>
                  <a:lnTo>
                    <a:pt x="3048" y="3810"/>
                  </a:lnTo>
                  <a:lnTo>
                    <a:pt x="149351" y="3810"/>
                  </a:lnTo>
                  <a:lnTo>
                    <a:pt x="149351" y="2286"/>
                  </a:lnTo>
                  <a:lnTo>
                    <a:pt x="150875" y="3810"/>
                  </a:lnTo>
                  <a:lnTo>
                    <a:pt x="150875" y="152400"/>
                  </a:lnTo>
                  <a:lnTo>
                    <a:pt x="152400" y="152400"/>
                  </a:lnTo>
                  <a:close/>
                </a:path>
                <a:path w="152400" h="152400">
                  <a:moveTo>
                    <a:pt x="3048" y="3810"/>
                  </a:moveTo>
                  <a:lnTo>
                    <a:pt x="3048" y="2286"/>
                  </a:lnTo>
                  <a:lnTo>
                    <a:pt x="1524" y="3810"/>
                  </a:lnTo>
                  <a:lnTo>
                    <a:pt x="3048" y="3810"/>
                  </a:lnTo>
                  <a:close/>
                </a:path>
                <a:path w="152400" h="152400">
                  <a:moveTo>
                    <a:pt x="3048" y="149351"/>
                  </a:moveTo>
                  <a:lnTo>
                    <a:pt x="3048" y="3810"/>
                  </a:lnTo>
                  <a:lnTo>
                    <a:pt x="1524" y="3810"/>
                  </a:lnTo>
                  <a:lnTo>
                    <a:pt x="1524" y="149351"/>
                  </a:lnTo>
                  <a:lnTo>
                    <a:pt x="3048" y="149351"/>
                  </a:lnTo>
                  <a:close/>
                </a:path>
                <a:path w="152400" h="152400">
                  <a:moveTo>
                    <a:pt x="150875" y="149351"/>
                  </a:moveTo>
                  <a:lnTo>
                    <a:pt x="1524" y="149351"/>
                  </a:lnTo>
                  <a:lnTo>
                    <a:pt x="3048" y="150875"/>
                  </a:lnTo>
                  <a:lnTo>
                    <a:pt x="3048" y="152400"/>
                  </a:lnTo>
                  <a:lnTo>
                    <a:pt x="149351" y="152400"/>
                  </a:lnTo>
                  <a:lnTo>
                    <a:pt x="149351" y="150875"/>
                  </a:lnTo>
                  <a:lnTo>
                    <a:pt x="150875" y="149351"/>
                  </a:lnTo>
                  <a:close/>
                </a:path>
                <a:path w="152400" h="152400">
                  <a:moveTo>
                    <a:pt x="3048" y="152400"/>
                  </a:moveTo>
                  <a:lnTo>
                    <a:pt x="3048" y="150875"/>
                  </a:lnTo>
                  <a:lnTo>
                    <a:pt x="1524" y="149351"/>
                  </a:lnTo>
                  <a:lnTo>
                    <a:pt x="1524" y="152400"/>
                  </a:lnTo>
                  <a:lnTo>
                    <a:pt x="3048" y="152400"/>
                  </a:lnTo>
                  <a:close/>
                </a:path>
                <a:path w="152400" h="152400">
                  <a:moveTo>
                    <a:pt x="150875" y="3810"/>
                  </a:moveTo>
                  <a:lnTo>
                    <a:pt x="149351" y="2286"/>
                  </a:lnTo>
                  <a:lnTo>
                    <a:pt x="149351" y="3810"/>
                  </a:lnTo>
                  <a:lnTo>
                    <a:pt x="150875" y="3810"/>
                  </a:lnTo>
                  <a:close/>
                </a:path>
                <a:path w="152400" h="152400">
                  <a:moveTo>
                    <a:pt x="150875" y="149351"/>
                  </a:moveTo>
                  <a:lnTo>
                    <a:pt x="150875" y="3810"/>
                  </a:lnTo>
                  <a:lnTo>
                    <a:pt x="149351" y="3810"/>
                  </a:lnTo>
                  <a:lnTo>
                    <a:pt x="149351" y="149351"/>
                  </a:lnTo>
                  <a:lnTo>
                    <a:pt x="150875" y="149351"/>
                  </a:lnTo>
                  <a:close/>
                </a:path>
                <a:path w="152400" h="152400">
                  <a:moveTo>
                    <a:pt x="150875" y="152400"/>
                  </a:moveTo>
                  <a:lnTo>
                    <a:pt x="150875" y="149351"/>
                  </a:lnTo>
                  <a:lnTo>
                    <a:pt x="149351" y="150875"/>
                  </a:lnTo>
                  <a:lnTo>
                    <a:pt x="149351" y="152400"/>
                  </a:lnTo>
                  <a:lnTo>
                    <a:pt x="150875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591050" y="3983735"/>
              <a:ext cx="149860" cy="150495"/>
            </a:xfrm>
            <a:custGeom>
              <a:avLst/>
              <a:gdLst/>
              <a:ahLst/>
              <a:cxnLst/>
              <a:rect l="l" t="t" r="r" b="b"/>
              <a:pathLst>
                <a:path w="149860" h="150495">
                  <a:moveTo>
                    <a:pt x="149351" y="150113"/>
                  </a:moveTo>
                  <a:lnTo>
                    <a:pt x="149351" y="0"/>
                  </a:lnTo>
                  <a:lnTo>
                    <a:pt x="0" y="0"/>
                  </a:lnTo>
                  <a:lnTo>
                    <a:pt x="0" y="150113"/>
                  </a:lnTo>
                  <a:lnTo>
                    <a:pt x="149351" y="150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89526" y="3981449"/>
              <a:ext cx="152400" cy="154940"/>
            </a:xfrm>
            <a:custGeom>
              <a:avLst/>
              <a:gdLst/>
              <a:ahLst/>
              <a:cxnLst/>
              <a:rect l="l" t="t" r="r" b="b"/>
              <a:pathLst>
                <a:path w="152400" h="154939">
                  <a:moveTo>
                    <a:pt x="152400" y="154686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4686"/>
                  </a:lnTo>
                  <a:lnTo>
                    <a:pt x="1524" y="154686"/>
                  </a:lnTo>
                  <a:lnTo>
                    <a:pt x="1524" y="3810"/>
                  </a:lnTo>
                  <a:lnTo>
                    <a:pt x="3810" y="2286"/>
                  </a:lnTo>
                  <a:lnTo>
                    <a:pt x="3810" y="3810"/>
                  </a:lnTo>
                  <a:lnTo>
                    <a:pt x="149351" y="3810"/>
                  </a:lnTo>
                  <a:lnTo>
                    <a:pt x="149351" y="2286"/>
                  </a:lnTo>
                  <a:lnTo>
                    <a:pt x="150875" y="3810"/>
                  </a:lnTo>
                  <a:lnTo>
                    <a:pt x="150875" y="154686"/>
                  </a:lnTo>
                  <a:lnTo>
                    <a:pt x="152400" y="154686"/>
                  </a:lnTo>
                  <a:close/>
                </a:path>
                <a:path w="152400" h="154939">
                  <a:moveTo>
                    <a:pt x="3810" y="3810"/>
                  </a:moveTo>
                  <a:lnTo>
                    <a:pt x="3810" y="2286"/>
                  </a:lnTo>
                  <a:lnTo>
                    <a:pt x="1524" y="3810"/>
                  </a:lnTo>
                  <a:lnTo>
                    <a:pt x="3810" y="3810"/>
                  </a:lnTo>
                  <a:close/>
                </a:path>
                <a:path w="152400" h="154939">
                  <a:moveTo>
                    <a:pt x="3810" y="150875"/>
                  </a:moveTo>
                  <a:lnTo>
                    <a:pt x="3810" y="3810"/>
                  </a:lnTo>
                  <a:lnTo>
                    <a:pt x="1524" y="3810"/>
                  </a:lnTo>
                  <a:lnTo>
                    <a:pt x="1524" y="150875"/>
                  </a:lnTo>
                  <a:lnTo>
                    <a:pt x="3810" y="150875"/>
                  </a:lnTo>
                  <a:close/>
                </a:path>
                <a:path w="152400" h="154939">
                  <a:moveTo>
                    <a:pt x="150875" y="150875"/>
                  </a:moveTo>
                  <a:lnTo>
                    <a:pt x="1524" y="150875"/>
                  </a:lnTo>
                  <a:lnTo>
                    <a:pt x="3810" y="152400"/>
                  </a:lnTo>
                  <a:lnTo>
                    <a:pt x="3810" y="154686"/>
                  </a:lnTo>
                  <a:lnTo>
                    <a:pt x="149351" y="154686"/>
                  </a:lnTo>
                  <a:lnTo>
                    <a:pt x="149351" y="152400"/>
                  </a:lnTo>
                  <a:lnTo>
                    <a:pt x="150875" y="150875"/>
                  </a:lnTo>
                  <a:close/>
                </a:path>
                <a:path w="152400" h="154939">
                  <a:moveTo>
                    <a:pt x="3810" y="154686"/>
                  </a:moveTo>
                  <a:lnTo>
                    <a:pt x="3810" y="152400"/>
                  </a:lnTo>
                  <a:lnTo>
                    <a:pt x="1524" y="150875"/>
                  </a:lnTo>
                  <a:lnTo>
                    <a:pt x="1524" y="154686"/>
                  </a:lnTo>
                  <a:lnTo>
                    <a:pt x="3810" y="154686"/>
                  </a:lnTo>
                  <a:close/>
                </a:path>
                <a:path w="152400" h="154939">
                  <a:moveTo>
                    <a:pt x="150875" y="3810"/>
                  </a:moveTo>
                  <a:lnTo>
                    <a:pt x="149351" y="2286"/>
                  </a:lnTo>
                  <a:lnTo>
                    <a:pt x="149351" y="3810"/>
                  </a:lnTo>
                  <a:lnTo>
                    <a:pt x="150875" y="3810"/>
                  </a:lnTo>
                  <a:close/>
                </a:path>
                <a:path w="152400" h="154939">
                  <a:moveTo>
                    <a:pt x="150875" y="150875"/>
                  </a:moveTo>
                  <a:lnTo>
                    <a:pt x="150875" y="3810"/>
                  </a:lnTo>
                  <a:lnTo>
                    <a:pt x="149351" y="3810"/>
                  </a:lnTo>
                  <a:lnTo>
                    <a:pt x="149351" y="150875"/>
                  </a:lnTo>
                  <a:lnTo>
                    <a:pt x="150875" y="150875"/>
                  </a:lnTo>
                  <a:close/>
                </a:path>
                <a:path w="152400" h="154939">
                  <a:moveTo>
                    <a:pt x="150875" y="154686"/>
                  </a:moveTo>
                  <a:lnTo>
                    <a:pt x="150875" y="150875"/>
                  </a:lnTo>
                  <a:lnTo>
                    <a:pt x="149351" y="152400"/>
                  </a:lnTo>
                  <a:lnTo>
                    <a:pt x="149351" y="154686"/>
                  </a:lnTo>
                  <a:lnTo>
                    <a:pt x="150875" y="1546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495800" y="4359401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285749" y="95249"/>
                  </a:moveTo>
                  <a:lnTo>
                    <a:pt x="143255" y="0"/>
                  </a:lnTo>
                  <a:lnTo>
                    <a:pt x="0" y="95250"/>
                  </a:lnTo>
                  <a:lnTo>
                    <a:pt x="143255" y="190500"/>
                  </a:lnTo>
                  <a:lnTo>
                    <a:pt x="285749" y="95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494276" y="4358639"/>
              <a:ext cx="289560" cy="193040"/>
            </a:xfrm>
            <a:custGeom>
              <a:avLst/>
              <a:gdLst/>
              <a:ahLst/>
              <a:cxnLst/>
              <a:rect l="l" t="t" r="r" b="b"/>
              <a:pathLst>
                <a:path w="289560" h="193039">
                  <a:moveTo>
                    <a:pt x="289559" y="96012"/>
                  </a:moveTo>
                  <a:lnTo>
                    <a:pt x="288797" y="95249"/>
                  </a:lnTo>
                  <a:lnTo>
                    <a:pt x="145541" y="0"/>
                  </a:lnTo>
                  <a:lnTo>
                    <a:pt x="144017" y="0"/>
                  </a:lnTo>
                  <a:lnTo>
                    <a:pt x="761" y="95250"/>
                  </a:lnTo>
                  <a:lnTo>
                    <a:pt x="0" y="96012"/>
                  </a:lnTo>
                  <a:lnTo>
                    <a:pt x="761" y="97536"/>
                  </a:lnTo>
                  <a:lnTo>
                    <a:pt x="3047" y="99055"/>
                  </a:lnTo>
                  <a:lnTo>
                    <a:pt x="3047" y="95250"/>
                  </a:lnTo>
                  <a:lnTo>
                    <a:pt x="4757" y="96393"/>
                  </a:lnTo>
                  <a:lnTo>
                    <a:pt x="144017" y="3304"/>
                  </a:lnTo>
                  <a:lnTo>
                    <a:pt x="144017" y="2286"/>
                  </a:lnTo>
                  <a:lnTo>
                    <a:pt x="145541" y="2286"/>
                  </a:lnTo>
                  <a:lnTo>
                    <a:pt x="145541" y="3304"/>
                  </a:lnTo>
                  <a:lnTo>
                    <a:pt x="284802" y="96392"/>
                  </a:lnTo>
                  <a:lnTo>
                    <a:pt x="286511" y="95249"/>
                  </a:lnTo>
                  <a:lnTo>
                    <a:pt x="286511" y="99055"/>
                  </a:lnTo>
                  <a:lnTo>
                    <a:pt x="288797" y="97535"/>
                  </a:lnTo>
                  <a:lnTo>
                    <a:pt x="289559" y="96012"/>
                  </a:lnTo>
                  <a:close/>
                </a:path>
                <a:path w="289560" h="193039">
                  <a:moveTo>
                    <a:pt x="4757" y="96393"/>
                  </a:moveTo>
                  <a:lnTo>
                    <a:pt x="3047" y="95250"/>
                  </a:lnTo>
                  <a:lnTo>
                    <a:pt x="3047" y="97536"/>
                  </a:lnTo>
                  <a:lnTo>
                    <a:pt x="4757" y="96393"/>
                  </a:lnTo>
                  <a:close/>
                </a:path>
                <a:path w="289560" h="193039">
                  <a:moveTo>
                    <a:pt x="144779" y="189990"/>
                  </a:moveTo>
                  <a:lnTo>
                    <a:pt x="4757" y="96393"/>
                  </a:lnTo>
                  <a:lnTo>
                    <a:pt x="3047" y="97536"/>
                  </a:lnTo>
                  <a:lnTo>
                    <a:pt x="3047" y="99055"/>
                  </a:lnTo>
                  <a:lnTo>
                    <a:pt x="144017" y="192786"/>
                  </a:lnTo>
                  <a:lnTo>
                    <a:pt x="144017" y="190500"/>
                  </a:lnTo>
                  <a:lnTo>
                    <a:pt x="144779" y="189990"/>
                  </a:lnTo>
                  <a:close/>
                </a:path>
                <a:path w="289560" h="193039">
                  <a:moveTo>
                    <a:pt x="145541" y="2286"/>
                  </a:moveTo>
                  <a:lnTo>
                    <a:pt x="144017" y="2286"/>
                  </a:lnTo>
                  <a:lnTo>
                    <a:pt x="144779" y="2795"/>
                  </a:lnTo>
                  <a:lnTo>
                    <a:pt x="145541" y="2286"/>
                  </a:lnTo>
                  <a:close/>
                </a:path>
                <a:path w="289560" h="193039">
                  <a:moveTo>
                    <a:pt x="144779" y="2795"/>
                  </a:moveTo>
                  <a:lnTo>
                    <a:pt x="144017" y="2286"/>
                  </a:lnTo>
                  <a:lnTo>
                    <a:pt x="144017" y="3304"/>
                  </a:lnTo>
                  <a:lnTo>
                    <a:pt x="144779" y="2795"/>
                  </a:lnTo>
                  <a:close/>
                </a:path>
                <a:path w="289560" h="193039">
                  <a:moveTo>
                    <a:pt x="145541" y="190500"/>
                  </a:moveTo>
                  <a:lnTo>
                    <a:pt x="144779" y="189990"/>
                  </a:lnTo>
                  <a:lnTo>
                    <a:pt x="144017" y="190500"/>
                  </a:lnTo>
                  <a:lnTo>
                    <a:pt x="145541" y="190500"/>
                  </a:lnTo>
                  <a:close/>
                </a:path>
                <a:path w="289560" h="193039">
                  <a:moveTo>
                    <a:pt x="145541" y="192786"/>
                  </a:moveTo>
                  <a:lnTo>
                    <a:pt x="145541" y="190500"/>
                  </a:lnTo>
                  <a:lnTo>
                    <a:pt x="144017" y="190500"/>
                  </a:lnTo>
                  <a:lnTo>
                    <a:pt x="144017" y="192786"/>
                  </a:lnTo>
                  <a:lnTo>
                    <a:pt x="145541" y="192786"/>
                  </a:lnTo>
                  <a:close/>
                </a:path>
                <a:path w="289560" h="193039">
                  <a:moveTo>
                    <a:pt x="145541" y="3304"/>
                  </a:moveTo>
                  <a:lnTo>
                    <a:pt x="145541" y="2286"/>
                  </a:lnTo>
                  <a:lnTo>
                    <a:pt x="144779" y="2795"/>
                  </a:lnTo>
                  <a:lnTo>
                    <a:pt x="145541" y="3304"/>
                  </a:lnTo>
                  <a:close/>
                </a:path>
                <a:path w="289560" h="193039">
                  <a:moveTo>
                    <a:pt x="286511" y="99055"/>
                  </a:moveTo>
                  <a:lnTo>
                    <a:pt x="286511" y="97535"/>
                  </a:lnTo>
                  <a:lnTo>
                    <a:pt x="284802" y="96392"/>
                  </a:lnTo>
                  <a:lnTo>
                    <a:pt x="144779" y="189990"/>
                  </a:lnTo>
                  <a:lnTo>
                    <a:pt x="145541" y="190500"/>
                  </a:lnTo>
                  <a:lnTo>
                    <a:pt x="145541" y="192786"/>
                  </a:lnTo>
                  <a:lnTo>
                    <a:pt x="286511" y="99055"/>
                  </a:lnTo>
                  <a:close/>
                </a:path>
                <a:path w="289560" h="193039">
                  <a:moveTo>
                    <a:pt x="286511" y="97535"/>
                  </a:moveTo>
                  <a:lnTo>
                    <a:pt x="286511" y="95249"/>
                  </a:lnTo>
                  <a:lnTo>
                    <a:pt x="284802" y="96392"/>
                  </a:lnTo>
                  <a:lnTo>
                    <a:pt x="286511" y="975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3926" y="4717041"/>
              <a:ext cx="175260" cy="17428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083050" y="2085390"/>
            <a:ext cx="10248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7335">
              <a:lnSpc>
                <a:spcPct val="12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«logical» 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Entry/Exi</a:t>
            </a:r>
            <a:r>
              <a:rPr dirty="0" sz="1000">
                <a:latin typeface="Arial MT"/>
                <a:cs typeface="Arial MT"/>
              </a:rPr>
              <a:t>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Monitor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729728" y="3008376"/>
            <a:ext cx="993775" cy="329565"/>
            <a:chOff x="7729728" y="3008376"/>
            <a:chExt cx="993775" cy="329565"/>
          </a:xfrm>
        </p:grpSpPr>
        <p:sp>
          <p:nvSpPr>
            <p:cNvPr id="35" name="object 35"/>
            <p:cNvSpPr/>
            <p:nvPr/>
          </p:nvSpPr>
          <p:spPr>
            <a:xfrm>
              <a:off x="7731252" y="3009900"/>
              <a:ext cx="990600" cy="326390"/>
            </a:xfrm>
            <a:custGeom>
              <a:avLst/>
              <a:gdLst/>
              <a:ahLst/>
              <a:cxnLst/>
              <a:rect l="l" t="t" r="r" b="b"/>
              <a:pathLst>
                <a:path w="990600" h="326389">
                  <a:moveTo>
                    <a:pt x="990600" y="326136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26136"/>
                  </a:lnTo>
                  <a:lnTo>
                    <a:pt x="990600" y="3261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729728" y="3008376"/>
              <a:ext cx="993775" cy="329565"/>
            </a:xfrm>
            <a:custGeom>
              <a:avLst/>
              <a:gdLst/>
              <a:ahLst/>
              <a:cxnLst/>
              <a:rect l="l" t="t" r="r" b="b"/>
              <a:pathLst>
                <a:path w="993775" h="329564">
                  <a:moveTo>
                    <a:pt x="993648" y="329184"/>
                  </a:moveTo>
                  <a:lnTo>
                    <a:pt x="993648" y="0"/>
                  </a:lnTo>
                  <a:lnTo>
                    <a:pt x="0" y="0"/>
                  </a:lnTo>
                  <a:lnTo>
                    <a:pt x="0" y="329184"/>
                  </a:lnTo>
                  <a:lnTo>
                    <a:pt x="1524" y="329184"/>
                  </a:lnTo>
                  <a:lnTo>
                    <a:pt x="1524" y="3810"/>
                  </a:lnTo>
                  <a:lnTo>
                    <a:pt x="3048" y="1524"/>
                  </a:lnTo>
                  <a:lnTo>
                    <a:pt x="3048" y="3810"/>
                  </a:lnTo>
                  <a:lnTo>
                    <a:pt x="990600" y="3810"/>
                  </a:lnTo>
                  <a:lnTo>
                    <a:pt x="990600" y="1524"/>
                  </a:lnTo>
                  <a:lnTo>
                    <a:pt x="992124" y="3810"/>
                  </a:lnTo>
                  <a:lnTo>
                    <a:pt x="992124" y="329184"/>
                  </a:lnTo>
                  <a:lnTo>
                    <a:pt x="993648" y="329184"/>
                  </a:lnTo>
                  <a:close/>
                </a:path>
                <a:path w="993775" h="329564">
                  <a:moveTo>
                    <a:pt x="3048" y="3810"/>
                  </a:moveTo>
                  <a:lnTo>
                    <a:pt x="3048" y="1524"/>
                  </a:lnTo>
                  <a:lnTo>
                    <a:pt x="1524" y="3810"/>
                  </a:lnTo>
                  <a:lnTo>
                    <a:pt x="3048" y="3810"/>
                  </a:lnTo>
                  <a:close/>
                </a:path>
                <a:path w="993775" h="329564">
                  <a:moveTo>
                    <a:pt x="3048" y="325374"/>
                  </a:moveTo>
                  <a:lnTo>
                    <a:pt x="3048" y="3810"/>
                  </a:lnTo>
                  <a:lnTo>
                    <a:pt x="1524" y="3810"/>
                  </a:lnTo>
                  <a:lnTo>
                    <a:pt x="1524" y="325374"/>
                  </a:lnTo>
                  <a:lnTo>
                    <a:pt x="3048" y="325374"/>
                  </a:lnTo>
                  <a:close/>
                </a:path>
                <a:path w="993775" h="329564">
                  <a:moveTo>
                    <a:pt x="992124" y="325374"/>
                  </a:moveTo>
                  <a:lnTo>
                    <a:pt x="1524" y="325374"/>
                  </a:lnTo>
                  <a:lnTo>
                    <a:pt x="3048" y="327660"/>
                  </a:lnTo>
                  <a:lnTo>
                    <a:pt x="3048" y="329184"/>
                  </a:lnTo>
                  <a:lnTo>
                    <a:pt x="990600" y="329184"/>
                  </a:lnTo>
                  <a:lnTo>
                    <a:pt x="990600" y="327660"/>
                  </a:lnTo>
                  <a:lnTo>
                    <a:pt x="992124" y="325374"/>
                  </a:lnTo>
                  <a:close/>
                </a:path>
                <a:path w="993775" h="329564">
                  <a:moveTo>
                    <a:pt x="3048" y="329184"/>
                  </a:moveTo>
                  <a:lnTo>
                    <a:pt x="3048" y="327660"/>
                  </a:lnTo>
                  <a:lnTo>
                    <a:pt x="1524" y="325374"/>
                  </a:lnTo>
                  <a:lnTo>
                    <a:pt x="1524" y="329184"/>
                  </a:lnTo>
                  <a:lnTo>
                    <a:pt x="3048" y="329184"/>
                  </a:lnTo>
                  <a:close/>
                </a:path>
                <a:path w="993775" h="329564">
                  <a:moveTo>
                    <a:pt x="992124" y="3810"/>
                  </a:moveTo>
                  <a:lnTo>
                    <a:pt x="990600" y="1524"/>
                  </a:lnTo>
                  <a:lnTo>
                    <a:pt x="990600" y="3810"/>
                  </a:lnTo>
                  <a:lnTo>
                    <a:pt x="992124" y="3810"/>
                  </a:lnTo>
                  <a:close/>
                </a:path>
                <a:path w="993775" h="329564">
                  <a:moveTo>
                    <a:pt x="992124" y="325374"/>
                  </a:moveTo>
                  <a:lnTo>
                    <a:pt x="992124" y="3810"/>
                  </a:lnTo>
                  <a:lnTo>
                    <a:pt x="990600" y="3810"/>
                  </a:lnTo>
                  <a:lnTo>
                    <a:pt x="990600" y="325374"/>
                  </a:lnTo>
                  <a:lnTo>
                    <a:pt x="992124" y="325374"/>
                  </a:lnTo>
                  <a:close/>
                </a:path>
                <a:path w="993775" h="329564">
                  <a:moveTo>
                    <a:pt x="992124" y="329184"/>
                  </a:moveTo>
                  <a:lnTo>
                    <a:pt x="992124" y="325374"/>
                  </a:lnTo>
                  <a:lnTo>
                    <a:pt x="990600" y="327660"/>
                  </a:lnTo>
                  <a:lnTo>
                    <a:pt x="990600" y="329184"/>
                  </a:lnTo>
                  <a:lnTo>
                    <a:pt x="992124" y="329184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7934959" y="3050539"/>
            <a:ext cx="6807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Aler</a:t>
            </a:r>
            <a:r>
              <a:rPr dirty="0" sz="1000">
                <a:latin typeface="Arial MT"/>
                <a:cs typeface="Arial MT"/>
              </a:rPr>
              <a:t>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Status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834378" y="3667505"/>
            <a:ext cx="1270635" cy="513080"/>
            <a:chOff x="6834378" y="3667505"/>
            <a:chExt cx="1270635" cy="513080"/>
          </a:xfrm>
        </p:grpSpPr>
        <p:sp>
          <p:nvSpPr>
            <p:cNvPr id="39" name="object 39"/>
            <p:cNvSpPr/>
            <p:nvPr/>
          </p:nvSpPr>
          <p:spPr>
            <a:xfrm>
              <a:off x="6835902" y="3669029"/>
              <a:ext cx="1267460" cy="361950"/>
            </a:xfrm>
            <a:custGeom>
              <a:avLst/>
              <a:gdLst/>
              <a:ahLst/>
              <a:cxnLst/>
              <a:rect l="l" t="t" r="r" b="b"/>
              <a:pathLst>
                <a:path w="1267459" h="361950">
                  <a:moveTo>
                    <a:pt x="1267206" y="266699"/>
                  </a:moveTo>
                  <a:lnTo>
                    <a:pt x="1267206" y="95249"/>
                  </a:lnTo>
                  <a:lnTo>
                    <a:pt x="1259716" y="58185"/>
                  </a:lnTo>
                  <a:lnTo>
                    <a:pt x="1239297" y="27908"/>
                  </a:lnTo>
                  <a:lnTo>
                    <a:pt x="1209020" y="7489"/>
                  </a:lnTo>
                  <a:lnTo>
                    <a:pt x="1171956" y="0"/>
                  </a:lnTo>
                  <a:lnTo>
                    <a:pt x="95249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266700"/>
                  </a:lnTo>
                  <a:lnTo>
                    <a:pt x="7489" y="303764"/>
                  </a:lnTo>
                  <a:lnTo>
                    <a:pt x="27908" y="334041"/>
                  </a:lnTo>
                  <a:lnTo>
                    <a:pt x="58185" y="354460"/>
                  </a:lnTo>
                  <a:lnTo>
                    <a:pt x="95250" y="361950"/>
                  </a:lnTo>
                  <a:lnTo>
                    <a:pt x="1171956" y="361949"/>
                  </a:lnTo>
                  <a:lnTo>
                    <a:pt x="1209020" y="354460"/>
                  </a:lnTo>
                  <a:lnTo>
                    <a:pt x="1239297" y="334041"/>
                  </a:lnTo>
                  <a:lnTo>
                    <a:pt x="1259716" y="303764"/>
                  </a:lnTo>
                  <a:lnTo>
                    <a:pt x="1267206" y="26669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834378" y="3667505"/>
              <a:ext cx="1270635" cy="365125"/>
            </a:xfrm>
            <a:custGeom>
              <a:avLst/>
              <a:gdLst/>
              <a:ahLst/>
              <a:cxnLst/>
              <a:rect l="l" t="t" r="r" b="b"/>
              <a:pathLst>
                <a:path w="1270634" h="365125">
                  <a:moveTo>
                    <a:pt x="1270254" y="268223"/>
                  </a:moveTo>
                  <a:lnTo>
                    <a:pt x="1270254" y="96773"/>
                  </a:lnTo>
                  <a:lnTo>
                    <a:pt x="1269492" y="86867"/>
                  </a:lnTo>
                  <a:lnTo>
                    <a:pt x="1257168" y="48194"/>
                  </a:lnTo>
                  <a:lnTo>
                    <a:pt x="1213137" y="8590"/>
                  </a:lnTo>
                  <a:lnTo>
                    <a:pt x="1173480" y="0"/>
                  </a:lnTo>
                  <a:lnTo>
                    <a:pt x="96773" y="0"/>
                  </a:lnTo>
                  <a:lnTo>
                    <a:pt x="39428" y="18683"/>
                  </a:lnTo>
                  <a:lnTo>
                    <a:pt x="4571" y="67818"/>
                  </a:lnTo>
                  <a:lnTo>
                    <a:pt x="0" y="96774"/>
                  </a:lnTo>
                  <a:lnTo>
                    <a:pt x="0" y="268224"/>
                  </a:lnTo>
                  <a:lnTo>
                    <a:pt x="762" y="278130"/>
                  </a:lnTo>
                  <a:lnTo>
                    <a:pt x="2286" y="288036"/>
                  </a:lnTo>
                  <a:lnTo>
                    <a:pt x="3048" y="291084"/>
                  </a:lnTo>
                  <a:lnTo>
                    <a:pt x="3048" y="96774"/>
                  </a:lnTo>
                  <a:lnTo>
                    <a:pt x="3809" y="86868"/>
                  </a:lnTo>
                  <a:lnTo>
                    <a:pt x="15512" y="49817"/>
                  </a:lnTo>
                  <a:lnTo>
                    <a:pt x="44957" y="19050"/>
                  </a:lnTo>
                  <a:lnTo>
                    <a:pt x="85180" y="4139"/>
                  </a:lnTo>
                  <a:lnTo>
                    <a:pt x="1173480" y="3047"/>
                  </a:lnTo>
                  <a:lnTo>
                    <a:pt x="1182624" y="3809"/>
                  </a:lnTo>
                  <a:lnTo>
                    <a:pt x="1220743" y="15844"/>
                  </a:lnTo>
                  <a:lnTo>
                    <a:pt x="1258768" y="58524"/>
                  </a:lnTo>
                  <a:lnTo>
                    <a:pt x="1267206" y="96773"/>
                  </a:lnTo>
                  <a:lnTo>
                    <a:pt x="1267206" y="286849"/>
                  </a:lnTo>
                  <a:lnTo>
                    <a:pt x="1269492" y="278130"/>
                  </a:lnTo>
                  <a:lnTo>
                    <a:pt x="1270254" y="268223"/>
                  </a:lnTo>
                  <a:close/>
                </a:path>
                <a:path w="1270634" h="365125">
                  <a:moveTo>
                    <a:pt x="1267206" y="286849"/>
                  </a:moveTo>
                  <a:lnTo>
                    <a:pt x="1267206" y="268223"/>
                  </a:lnTo>
                  <a:lnTo>
                    <a:pt x="1266444" y="278130"/>
                  </a:lnTo>
                  <a:lnTo>
                    <a:pt x="1264920" y="287273"/>
                  </a:lnTo>
                  <a:lnTo>
                    <a:pt x="1235740" y="338056"/>
                  </a:lnTo>
                  <a:lnTo>
                    <a:pt x="1182624" y="361188"/>
                  </a:lnTo>
                  <a:lnTo>
                    <a:pt x="96774" y="361950"/>
                  </a:lnTo>
                  <a:lnTo>
                    <a:pt x="67300" y="356791"/>
                  </a:lnTo>
                  <a:lnTo>
                    <a:pt x="20855" y="323257"/>
                  </a:lnTo>
                  <a:lnTo>
                    <a:pt x="5334" y="287274"/>
                  </a:lnTo>
                  <a:lnTo>
                    <a:pt x="3048" y="268224"/>
                  </a:lnTo>
                  <a:lnTo>
                    <a:pt x="3048" y="291084"/>
                  </a:lnTo>
                  <a:lnTo>
                    <a:pt x="19407" y="326297"/>
                  </a:lnTo>
                  <a:lnTo>
                    <a:pt x="51054" y="353568"/>
                  </a:lnTo>
                  <a:lnTo>
                    <a:pt x="96774" y="364998"/>
                  </a:lnTo>
                  <a:lnTo>
                    <a:pt x="1183386" y="364998"/>
                  </a:lnTo>
                  <a:lnTo>
                    <a:pt x="1193292" y="363473"/>
                  </a:lnTo>
                  <a:lnTo>
                    <a:pt x="1222239" y="351696"/>
                  </a:lnTo>
                  <a:lnTo>
                    <a:pt x="1245403" y="333117"/>
                  </a:lnTo>
                  <a:lnTo>
                    <a:pt x="1261561" y="308381"/>
                  </a:lnTo>
                  <a:lnTo>
                    <a:pt x="1267206" y="2868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410450" y="4027932"/>
              <a:ext cx="149860" cy="151130"/>
            </a:xfrm>
            <a:custGeom>
              <a:avLst/>
              <a:gdLst/>
              <a:ahLst/>
              <a:cxnLst/>
              <a:rect l="l" t="t" r="r" b="b"/>
              <a:pathLst>
                <a:path w="149859" h="151129">
                  <a:moveTo>
                    <a:pt x="149351" y="150875"/>
                  </a:moveTo>
                  <a:lnTo>
                    <a:pt x="149351" y="0"/>
                  </a:lnTo>
                  <a:lnTo>
                    <a:pt x="0" y="0"/>
                  </a:lnTo>
                  <a:lnTo>
                    <a:pt x="0" y="150875"/>
                  </a:lnTo>
                  <a:lnTo>
                    <a:pt x="149351" y="1508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408926" y="4026408"/>
              <a:ext cx="152400" cy="154305"/>
            </a:xfrm>
            <a:custGeom>
              <a:avLst/>
              <a:gdLst/>
              <a:ahLst/>
              <a:cxnLst/>
              <a:rect l="l" t="t" r="r" b="b"/>
              <a:pathLst>
                <a:path w="152400" h="154304">
                  <a:moveTo>
                    <a:pt x="152400" y="153924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3924"/>
                  </a:lnTo>
                  <a:lnTo>
                    <a:pt x="1524" y="153924"/>
                  </a:lnTo>
                  <a:lnTo>
                    <a:pt x="1524" y="3047"/>
                  </a:lnTo>
                  <a:lnTo>
                    <a:pt x="3809" y="1524"/>
                  </a:lnTo>
                  <a:lnTo>
                    <a:pt x="3809" y="3047"/>
                  </a:lnTo>
                  <a:lnTo>
                    <a:pt x="149351" y="3047"/>
                  </a:lnTo>
                  <a:lnTo>
                    <a:pt x="149351" y="1524"/>
                  </a:lnTo>
                  <a:lnTo>
                    <a:pt x="150875" y="3047"/>
                  </a:lnTo>
                  <a:lnTo>
                    <a:pt x="150875" y="153924"/>
                  </a:lnTo>
                  <a:lnTo>
                    <a:pt x="152400" y="153924"/>
                  </a:lnTo>
                  <a:close/>
                </a:path>
                <a:path w="152400" h="154304">
                  <a:moveTo>
                    <a:pt x="3809" y="3047"/>
                  </a:moveTo>
                  <a:lnTo>
                    <a:pt x="3809" y="1524"/>
                  </a:lnTo>
                  <a:lnTo>
                    <a:pt x="1524" y="3047"/>
                  </a:lnTo>
                  <a:lnTo>
                    <a:pt x="3809" y="3047"/>
                  </a:lnTo>
                  <a:close/>
                </a:path>
                <a:path w="152400" h="154304">
                  <a:moveTo>
                    <a:pt x="3809" y="150875"/>
                  </a:moveTo>
                  <a:lnTo>
                    <a:pt x="3809" y="3047"/>
                  </a:lnTo>
                  <a:lnTo>
                    <a:pt x="1524" y="3047"/>
                  </a:lnTo>
                  <a:lnTo>
                    <a:pt x="1524" y="150875"/>
                  </a:lnTo>
                  <a:lnTo>
                    <a:pt x="3809" y="150875"/>
                  </a:lnTo>
                  <a:close/>
                </a:path>
                <a:path w="152400" h="154304">
                  <a:moveTo>
                    <a:pt x="150875" y="150875"/>
                  </a:moveTo>
                  <a:lnTo>
                    <a:pt x="1524" y="150875"/>
                  </a:lnTo>
                  <a:lnTo>
                    <a:pt x="3809" y="152400"/>
                  </a:lnTo>
                  <a:lnTo>
                    <a:pt x="3809" y="153924"/>
                  </a:lnTo>
                  <a:lnTo>
                    <a:pt x="149351" y="153924"/>
                  </a:lnTo>
                  <a:lnTo>
                    <a:pt x="149351" y="152400"/>
                  </a:lnTo>
                  <a:lnTo>
                    <a:pt x="150875" y="150875"/>
                  </a:lnTo>
                  <a:close/>
                </a:path>
                <a:path w="152400" h="154304">
                  <a:moveTo>
                    <a:pt x="3809" y="153924"/>
                  </a:moveTo>
                  <a:lnTo>
                    <a:pt x="3809" y="152400"/>
                  </a:lnTo>
                  <a:lnTo>
                    <a:pt x="1524" y="150875"/>
                  </a:lnTo>
                  <a:lnTo>
                    <a:pt x="1524" y="153924"/>
                  </a:lnTo>
                  <a:lnTo>
                    <a:pt x="3809" y="153924"/>
                  </a:lnTo>
                  <a:close/>
                </a:path>
                <a:path w="152400" h="154304">
                  <a:moveTo>
                    <a:pt x="150875" y="3047"/>
                  </a:moveTo>
                  <a:lnTo>
                    <a:pt x="149351" y="1524"/>
                  </a:lnTo>
                  <a:lnTo>
                    <a:pt x="149351" y="3047"/>
                  </a:lnTo>
                  <a:lnTo>
                    <a:pt x="150875" y="3047"/>
                  </a:lnTo>
                  <a:close/>
                </a:path>
                <a:path w="152400" h="154304">
                  <a:moveTo>
                    <a:pt x="150875" y="150875"/>
                  </a:moveTo>
                  <a:lnTo>
                    <a:pt x="150875" y="3047"/>
                  </a:lnTo>
                  <a:lnTo>
                    <a:pt x="149351" y="3047"/>
                  </a:lnTo>
                  <a:lnTo>
                    <a:pt x="149351" y="150875"/>
                  </a:lnTo>
                  <a:lnTo>
                    <a:pt x="150875" y="150875"/>
                  </a:lnTo>
                  <a:close/>
                </a:path>
                <a:path w="152400" h="154304">
                  <a:moveTo>
                    <a:pt x="150875" y="153924"/>
                  </a:moveTo>
                  <a:lnTo>
                    <a:pt x="150875" y="150875"/>
                  </a:lnTo>
                  <a:lnTo>
                    <a:pt x="149351" y="152400"/>
                  </a:lnTo>
                  <a:lnTo>
                    <a:pt x="149351" y="153924"/>
                  </a:lnTo>
                  <a:lnTo>
                    <a:pt x="150875" y="153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7601966" y="4033520"/>
            <a:ext cx="6229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log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Event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402830" y="3521202"/>
            <a:ext cx="152400" cy="152400"/>
            <a:chOff x="7402830" y="3521202"/>
            <a:chExt cx="152400" cy="152400"/>
          </a:xfrm>
        </p:grpSpPr>
        <p:sp>
          <p:nvSpPr>
            <p:cNvPr id="45" name="object 45"/>
            <p:cNvSpPr/>
            <p:nvPr/>
          </p:nvSpPr>
          <p:spPr>
            <a:xfrm>
              <a:off x="7404354" y="3522726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149351" y="149351"/>
                  </a:moveTo>
                  <a:lnTo>
                    <a:pt x="149351" y="0"/>
                  </a:lnTo>
                  <a:lnTo>
                    <a:pt x="0" y="0"/>
                  </a:lnTo>
                  <a:lnTo>
                    <a:pt x="0" y="149351"/>
                  </a:lnTo>
                  <a:lnTo>
                    <a:pt x="149351" y="1493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402830" y="352120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1524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524" y="152400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149351" y="3048"/>
                  </a:lnTo>
                  <a:lnTo>
                    <a:pt x="149351" y="1524"/>
                  </a:lnTo>
                  <a:lnTo>
                    <a:pt x="150875" y="3048"/>
                  </a:lnTo>
                  <a:lnTo>
                    <a:pt x="150875" y="152400"/>
                  </a:lnTo>
                  <a:lnTo>
                    <a:pt x="152400" y="152400"/>
                  </a:lnTo>
                  <a:close/>
                </a:path>
                <a:path w="152400" h="15240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152400" h="152400">
                  <a:moveTo>
                    <a:pt x="3048" y="149351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149351"/>
                  </a:lnTo>
                  <a:lnTo>
                    <a:pt x="3048" y="149351"/>
                  </a:lnTo>
                  <a:close/>
                </a:path>
                <a:path w="152400" h="152400">
                  <a:moveTo>
                    <a:pt x="150875" y="149351"/>
                  </a:moveTo>
                  <a:lnTo>
                    <a:pt x="1524" y="149351"/>
                  </a:lnTo>
                  <a:lnTo>
                    <a:pt x="3048" y="150875"/>
                  </a:lnTo>
                  <a:lnTo>
                    <a:pt x="3048" y="152400"/>
                  </a:lnTo>
                  <a:lnTo>
                    <a:pt x="149351" y="152400"/>
                  </a:lnTo>
                  <a:lnTo>
                    <a:pt x="149351" y="150875"/>
                  </a:lnTo>
                  <a:lnTo>
                    <a:pt x="150875" y="149351"/>
                  </a:lnTo>
                  <a:close/>
                </a:path>
                <a:path w="152400" h="152400">
                  <a:moveTo>
                    <a:pt x="3048" y="152400"/>
                  </a:moveTo>
                  <a:lnTo>
                    <a:pt x="3048" y="150875"/>
                  </a:lnTo>
                  <a:lnTo>
                    <a:pt x="1524" y="149351"/>
                  </a:lnTo>
                  <a:lnTo>
                    <a:pt x="1524" y="152400"/>
                  </a:lnTo>
                  <a:lnTo>
                    <a:pt x="3048" y="152400"/>
                  </a:lnTo>
                  <a:close/>
                </a:path>
                <a:path w="152400" h="152400">
                  <a:moveTo>
                    <a:pt x="150875" y="3048"/>
                  </a:moveTo>
                  <a:lnTo>
                    <a:pt x="149351" y="1524"/>
                  </a:lnTo>
                  <a:lnTo>
                    <a:pt x="149351" y="3048"/>
                  </a:lnTo>
                  <a:lnTo>
                    <a:pt x="150875" y="3048"/>
                  </a:lnTo>
                  <a:close/>
                </a:path>
                <a:path w="152400" h="152400">
                  <a:moveTo>
                    <a:pt x="150875" y="149351"/>
                  </a:moveTo>
                  <a:lnTo>
                    <a:pt x="150875" y="3048"/>
                  </a:lnTo>
                  <a:lnTo>
                    <a:pt x="149351" y="3048"/>
                  </a:lnTo>
                  <a:lnTo>
                    <a:pt x="149351" y="149351"/>
                  </a:lnTo>
                  <a:lnTo>
                    <a:pt x="150875" y="149351"/>
                  </a:lnTo>
                  <a:close/>
                </a:path>
                <a:path w="152400" h="152400">
                  <a:moveTo>
                    <a:pt x="150875" y="152400"/>
                  </a:moveTo>
                  <a:lnTo>
                    <a:pt x="150875" y="149351"/>
                  </a:lnTo>
                  <a:lnTo>
                    <a:pt x="149351" y="150875"/>
                  </a:lnTo>
                  <a:lnTo>
                    <a:pt x="149351" y="152400"/>
                  </a:lnTo>
                  <a:lnTo>
                    <a:pt x="150875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7121143" y="3528314"/>
            <a:ext cx="83820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status</a:t>
            </a:r>
            <a:endParaRPr sz="1000">
              <a:latin typeface="Arial MT"/>
              <a:cs typeface="Arial MT"/>
            </a:endParaRPr>
          </a:p>
          <a:p>
            <a:pPr algn="r" marR="50800">
              <a:lnSpc>
                <a:spcPct val="100000"/>
              </a:lnSpc>
              <a:spcBef>
                <a:spcPts val="775"/>
              </a:spcBef>
            </a:pPr>
            <a:r>
              <a:rPr dirty="0" sz="1000" spc="-5">
                <a:latin typeface="Arial MT"/>
                <a:cs typeface="Arial MT"/>
              </a:rPr>
              <a:t>Recor</a:t>
            </a:r>
            <a:r>
              <a:rPr dirty="0" sz="1000">
                <a:latin typeface="Arial MT"/>
                <a:cs typeface="Arial MT"/>
              </a:rPr>
              <a:t>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Event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688835" y="3759708"/>
            <a:ext cx="152400" cy="152400"/>
            <a:chOff x="6688835" y="3759708"/>
            <a:chExt cx="152400" cy="152400"/>
          </a:xfrm>
        </p:grpSpPr>
        <p:sp>
          <p:nvSpPr>
            <p:cNvPr id="49" name="object 49"/>
            <p:cNvSpPr/>
            <p:nvPr/>
          </p:nvSpPr>
          <p:spPr>
            <a:xfrm>
              <a:off x="6690359" y="3761232"/>
              <a:ext cx="148590" cy="149860"/>
            </a:xfrm>
            <a:custGeom>
              <a:avLst/>
              <a:gdLst/>
              <a:ahLst/>
              <a:cxnLst/>
              <a:rect l="l" t="t" r="r" b="b"/>
              <a:pathLst>
                <a:path w="148590" h="149860">
                  <a:moveTo>
                    <a:pt x="148590" y="149351"/>
                  </a:moveTo>
                  <a:lnTo>
                    <a:pt x="148590" y="0"/>
                  </a:lnTo>
                  <a:lnTo>
                    <a:pt x="0" y="0"/>
                  </a:lnTo>
                  <a:lnTo>
                    <a:pt x="0" y="149351"/>
                  </a:lnTo>
                  <a:lnTo>
                    <a:pt x="148590" y="1493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688835" y="3759708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1524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524" y="152400"/>
                  </a:lnTo>
                  <a:lnTo>
                    <a:pt x="1524" y="3047"/>
                  </a:lnTo>
                  <a:lnTo>
                    <a:pt x="3048" y="1524"/>
                  </a:lnTo>
                  <a:lnTo>
                    <a:pt x="3048" y="3047"/>
                  </a:lnTo>
                  <a:lnTo>
                    <a:pt x="148590" y="3047"/>
                  </a:lnTo>
                  <a:lnTo>
                    <a:pt x="148590" y="1524"/>
                  </a:lnTo>
                  <a:lnTo>
                    <a:pt x="150114" y="3047"/>
                  </a:lnTo>
                  <a:lnTo>
                    <a:pt x="150114" y="152400"/>
                  </a:lnTo>
                  <a:lnTo>
                    <a:pt x="152400" y="152400"/>
                  </a:lnTo>
                  <a:close/>
                </a:path>
                <a:path w="152400" h="152400">
                  <a:moveTo>
                    <a:pt x="3048" y="3047"/>
                  </a:moveTo>
                  <a:lnTo>
                    <a:pt x="3048" y="1524"/>
                  </a:lnTo>
                  <a:lnTo>
                    <a:pt x="1524" y="3047"/>
                  </a:lnTo>
                  <a:lnTo>
                    <a:pt x="3048" y="3047"/>
                  </a:lnTo>
                  <a:close/>
                </a:path>
                <a:path w="152400" h="152400">
                  <a:moveTo>
                    <a:pt x="3048" y="149351"/>
                  </a:moveTo>
                  <a:lnTo>
                    <a:pt x="3048" y="3047"/>
                  </a:lnTo>
                  <a:lnTo>
                    <a:pt x="1524" y="3047"/>
                  </a:lnTo>
                  <a:lnTo>
                    <a:pt x="1524" y="149351"/>
                  </a:lnTo>
                  <a:lnTo>
                    <a:pt x="3048" y="149351"/>
                  </a:lnTo>
                  <a:close/>
                </a:path>
                <a:path w="152400" h="152400">
                  <a:moveTo>
                    <a:pt x="150114" y="149351"/>
                  </a:moveTo>
                  <a:lnTo>
                    <a:pt x="1524" y="149351"/>
                  </a:lnTo>
                  <a:lnTo>
                    <a:pt x="3048" y="150875"/>
                  </a:lnTo>
                  <a:lnTo>
                    <a:pt x="3048" y="152400"/>
                  </a:lnTo>
                  <a:lnTo>
                    <a:pt x="148590" y="152400"/>
                  </a:lnTo>
                  <a:lnTo>
                    <a:pt x="148590" y="150875"/>
                  </a:lnTo>
                  <a:lnTo>
                    <a:pt x="150114" y="149351"/>
                  </a:lnTo>
                  <a:close/>
                </a:path>
                <a:path w="152400" h="152400">
                  <a:moveTo>
                    <a:pt x="3048" y="152400"/>
                  </a:moveTo>
                  <a:lnTo>
                    <a:pt x="3048" y="150875"/>
                  </a:lnTo>
                  <a:lnTo>
                    <a:pt x="1524" y="149351"/>
                  </a:lnTo>
                  <a:lnTo>
                    <a:pt x="1524" y="152400"/>
                  </a:lnTo>
                  <a:lnTo>
                    <a:pt x="3048" y="152400"/>
                  </a:lnTo>
                  <a:close/>
                </a:path>
                <a:path w="152400" h="152400">
                  <a:moveTo>
                    <a:pt x="150114" y="3047"/>
                  </a:moveTo>
                  <a:lnTo>
                    <a:pt x="148590" y="1524"/>
                  </a:lnTo>
                  <a:lnTo>
                    <a:pt x="148590" y="3047"/>
                  </a:lnTo>
                  <a:lnTo>
                    <a:pt x="150114" y="3047"/>
                  </a:lnTo>
                  <a:close/>
                </a:path>
                <a:path w="152400" h="152400">
                  <a:moveTo>
                    <a:pt x="150114" y="149351"/>
                  </a:moveTo>
                  <a:lnTo>
                    <a:pt x="150114" y="3047"/>
                  </a:lnTo>
                  <a:lnTo>
                    <a:pt x="148590" y="3047"/>
                  </a:lnTo>
                  <a:lnTo>
                    <a:pt x="148590" y="149351"/>
                  </a:lnTo>
                  <a:lnTo>
                    <a:pt x="150114" y="149351"/>
                  </a:lnTo>
                  <a:close/>
                </a:path>
                <a:path w="152400" h="152400">
                  <a:moveTo>
                    <a:pt x="150114" y="152400"/>
                  </a:moveTo>
                  <a:lnTo>
                    <a:pt x="150114" y="149351"/>
                  </a:lnTo>
                  <a:lnTo>
                    <a:pt x="148590" y="150875"/>
                  </a:lnTo>
                  <a:lnTo>
                    <a:pt x="148590" y="152400"/>
                  </a:lnTo>
                  <a:lnTo>
                    <a:pt x="150114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6462012" y="3553460"/>
            <a:ext cx="4343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esta</a:t>
            </a:r>
            <a:r>
              <a:rPr dirty="0" sz="1000" spc="-10">
                <a:latin typeface="Arial MT"/>
                <a:cs typeface="Arial MT"/>
              </a:rPr>
              <a:t>tu</a:t>
            </a:r>
            <a:r>
              <a:rPr dirty="0" sz="1000">
                <a:latin typeface="Arial MT"/>
                <a:cs typeface="Arial MT"/>
              </a:rPr>
              <a:t>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958583" y="5086350"/>
            <a:ext cx="993775" cy="422909"/>
            <a:chOff x="6958583" y="5086350"/>
            <a:chExt cx="993775" cy="422909"/>
          </a:xfrm>
        </p:grpSpPr>
        <p:sp>
          <p:nvSpPr>
            <p:cNvPr id="53" name="object 53"/>
            <p:cNvSpPr/>
            <p:nvPr/>
          </p:nvSpPr>
          <p:spPr>
            <a:xfrm>
              <a:off x="6960107" y="5088636"/>
              <a:ext cx="990600" cy="419100"/>
            </a:xfrm>
            <a:custGeom>
              <a:avLst/>
              <a:gdLst/>
              <a:ahLst/>
              <a:cxnLst/>
              <a:rect l="l" t="t" r="r" b="b"/>
              <a:pathLst>
                <a:path w="990600" h="419100">
                  <a:moveTo>
                    <a:pt x="990600" y="4191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419100"/>
                  </a:lnTo>
                  <a:lnTo>
                    <a:pt x="990600" y="41910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958583" y="5086350"/>
              <a:ext cx="993775" cy="422909"/>
            </a:xfrm>
            <a:custGeom>
              <a:avLst/>
              <a:gdLst/>
              <a:ahLst/>
              <a:cxnLst/>
              <a:rect l="l" t="t" r="r" b="b"/>
              <a:pathLst>
                <a:path w="993775" h="422910">
                  <a:moveTo>
                    <a:pt x="993648" y="422910"/>
                  </a:moveTo>
                  <a:lnTo>
                    <a:pt x="993648" y="0"/>
                  </a:lnTo>
                  <a:lnTo>
                    <a:pt x="0" y="0"/>
                  </a:lnTo>
                  <a:lnTo>
                    <a:pt x="0" y="422910"/>
                  </a:lnTo>
                  <a:lnTo>
                    <a:pt x="1524" y="422910"/>
                  </a:lnTo>
                  <a:lnTo>
                    <a:pt x="1524" y="3810"/>
                  </a:lnTo>
                  <a:lnTo>
                    <a:pt x="3048" y="2286"/>
                  </a:lnTo>
                  <a:lnTo>
                    <a:pt x="3048" y="3810"/>
                  </a:lnTo>
                  <a:lnTo>
                    <a:pt x="990600" y="3810"/>
                  </a:lnTo>
                  <a:lnTo>
                    <a:pt x="990600" y="2286"/>
                  </a:lnTo>
                  <a:lnTo>
                    <a:pt x="992124" y="3810"/>
                  </a:lnTo>
                  <a:lnTo>
                    <a:pt x="992124" y="422910"/>
                  </a:lnTo>
                  <a:lnTo>
                    <a:pt x="993648" y="422910"/>
                  </a:lnTo>
                  <a:close/>
                </a:path>
                <a:path w="993775" h="422910">
                  <a:moveTo>
                    <a:pt x="3048" y="3810"/>
                  </a:moveTo>
                  <a:lnTo>
                    <a:pt x="3048" y="2286"/>
                  </a:lnTo>
                  <a:lnTo>
                    <a:pt x="1524" y="3810"/>
                  </a:lnTo>
                  <a:lnTo>
                    <a:pt x="3048" y="3810"/>
                  </a:lnTo>
                  <a:close/>
                </a:path>
                <a:path w="993775" h="422910">
                  <a:moveTo>
                    <a:pt x="3048" y="419100"/>
                  </a:moveTo>
                  <a:lnTo>
                    <a:pt x="3048" y="3810"/>
                  </a:lnTo>
                  <a:lnTo>
                    <a:pt x="1524" y="3810"/>
                  </a:lnTo>
                  <a:lnTo>
                    <a:pt x="1524" y="419100"/>
                  </a:lnTo>
                  <a:lnTo>
                    <a:pt x="3048" y="419100"/>
                  </a:lnTo>
                  <a:close/>
                </a:path>
                <a:path w="993775" h="422910">
                  <a:moveTo>
                    <a:pt x="992124" y="419100"/>
                  </a:moveTo>
                  <a:lnTo>
                    <a:pt x="1524" y="419100"/>
                  </a:lnTo>
                  <a:lnTo>
                    <a:pt x="3048" y="421386"/>
                  </a:lnTo>
                  <a:lnTo>
                    <a:pt x="3048" y="422910"/>
                  </a:lnTo>
                  <a:lnTo>
                    <a:pt x="990600" y="422910"/>
                  </a:lnTo>
                  <a:lnTo>
                    <a:pt x="990600" y="421386"/>
                  </a:lnTo>
                  <a:lnTo>
                    <a:pt x="992124" y="419100"/>
                  </a:lnTo>
                  <a:close/>
                </a:path>
                <a:path w="993775" h="422910">
                  <a:moveTo>
                    <a:pt x="3048" y="422910"/>
                  </a:moveTo>
                  <a:lnTo>
                    <a:pt x="3048" y="421386"/>
                  </a:lnTo>
                  <a:lnTo>
                    <a:pt x="1524" y="419100"/>
                  </a:lnTo>
                  <a:lnTo>
                    <a:pt x="1524" y="422910"/>
                  </a:lnTo>
                  <a:lnTo>
                    <a:pt x="3048" y="422910"/>
                  </a:lnTo>
                  <a:close/>
                </a:path>
                <a:path w="993775" h="422910">
                  <a:moveTo>
                    <a:pt x="992124" y="3810"/>
                  </a:moveTo>
                  <a:lnTo>
                    <a:pt x="990600" y="2286"/>
                  </a:lnTo>
                  <a:lnTo>
                    <a:pt x="990600" y="3810"/>
                  </a:lnTo>
                  <a:lnTo>
                    <a:pt x="992124" y="3810"/>
                  </a:lnTo>
                  <a:close/>
                </a:path>
                <a:path w="993775" h="422910">
                  <a:moveTo>
                    <a:pt x="992124" y="419100"/>
                  </a:moveTo>
                  <a:lnTo>
                    <a:pt x="992124" y="3810"/>
                  </a:lnTo>
                  <a:lnTo>
                    <a:pt x="990600" y="3810"/>
                  </a:lnTo>
                  <a:lnTo>
                    <a:pt x="990600" y="419100"/>
                  </a:lnTo>
                  <a:lnTo>
                    <a:pt x="992124" y="419100"/>
                  </a:lnTo>
                  <a:close/>
                </a:path>
                <a:path w="993775" h="422910">
                  <a:moveTo>
                    <a:pt x="992124" y="422910"/>
                  </a:moveTo>
                  <a:lnTo>
                    <a:pt x="992124" y="419100"/>
                  </a:lnTo>
                  <a:lnTo>
                    <a:pt x="990600" y="421386"/>
                  </a:lnTo>
                  <a:lnTo>
                    <a:pt x="990600" y="422910"/>
                  </a:lnTo>
                  <a:lnTo>
                    <a:pt x="992124" y="422910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960107" y="5088635"/>
            <a:ext cx="990600" cy="4191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258445" marR="154305" indent="92075">
              <a:lnSpc>
                <a:spcPct val="119000"/>
              </a:lnSpc>
              <a:spcBef>
                <a:spcPts val="185"/>
              </a:spcBef>
            </a:pPr>
            <a:r>
              <a:rPr dirty="0" sz="1000" spc="-5">
                <a:latin typeface="Arial MT"/>
                <a:cs typeface="Arial MT"/>
              </a:rPr>
              <a:t>«store» 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Even</a:t>
            </a:r>
            <a:r>
              <a:rPr dirty="0" sz="1000">
                <a:latin typeface="Arial MT"/>
                <a:cs typeface="Arial MT"/>
              </a:rPr>
              <a:t>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Log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41614" y="2085354"/>
            <a:ext cx="8064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1290">
              <a:lnSpc>
                <a:spcPct val="12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«logical» 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Even</a:t>
            </a:r>
            <a:r>
              <a:rPr dirty="0" sz="1000">
                <a:latin typeface="Arial MT"/>
                <a:cs typeface="Arial MT"/>
              </a:rPr>
              <a:t>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Monitor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26484" y="1725753"/>
            <a:ext cx="1179830" cy="386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3520">
              <a:lnSpc>
                <a:spcPct val="1185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«subsystem» 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entry/</a:t>
            </a:r>
            <a:r>
              <a:rPr dirty="0" sz="1000" spc="-10">
                <a:latin typeface="Arial MT"/>
                <a:cs typeface="Arial MT"/>
              </a:rPr>
              <a:t>e</a:t>
            </a:r>
            <a:r>
              <a:rPr dirty="0" sz="1000" spc="-5">
                <a:latin typeface="Arial MT"/>
                <a:cs typeface="Arial MT"/>
              </a:rPr>
              <a:t>xi</a:t>
            </a:r>
            <a:r>
              <a:rPr dirty="0" sz="1000">
                <a:latin typeface="Arial MT"/>
                <a:cs typeface="Arial MT"/>
              </a:rPr>
              <a:t>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subsyste</a:t>
            </a:r>
            <a:r>
              <a:rPr dirty="0" sz="1000">
                <a:latin typeface="Arial MT"/>
                <a:cs typeface="Arial MT"/>
              </a:rPr>
              <a:t>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74726" y="2111501"/>
            <a:ext cx="8021955" cy="843915"/>
            <a:chOff x="474726" y="2111501"/>
            <a:chExt cx="8021955" cy="843915"/>
          </a:xfrm>
        </p:grpSpPr>
        <p:sp>
          <p:nvSpPr>
            <p:cNvPr id="59" name="object 59"/>
            <p:cNvSpPr/>
            <p:nvPr/>
          </p:nvSpPr>
          <p:spPr>
            <a:xfrm>
              <a:off x="914400" y="2111501"/>
              <a:ext cx="7581900" cy="5715"/>
            </a:xfrm>
            <a:custGeom>
              <a:avLst/>
              <a:gdLst/>
              <a:ahLst/>
              <a:cxnLst/>
              <a:rect l="l" t="t" r="r" b="b"/>
              <a:pathLst>
                <a:path w="7581900" h="5714">
                  <a:moveTo>
                    <a:pt x="7581900" y="5333"/>
                  </a:moveTo>
                  <a:lnTo>
                    <a:pt x="7581900" y="1523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7581900" y="5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76250" y="2533650"/>
              <a:ext cx="990600" cy="419100"/>
            </a:xfrm>
            <a:custGeom>
              <a:avLst/>
              <a:gdLst/>
              <a:ahLst/>
              <a:cxnLst/>
              <a:rect l="l" t="t" r="r" b="b"/>
              <a:pathLst>
                <a:path w="990600" h="419100">
                  <a:moveTo>
                    <a:pt x="990600" y="4191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419100"/>
                  </a:lnTo>
                  <a:lnTo>
                    <a:pt x="990600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74726" y="2532126"/>
              <a:ext cx="994410" cy="422909"/>
            </a:xfrm>
            <a:custGeom>
              <a:avLst/>
              <a:gdLst/>
              <a:ahLst/>
              <a:cxnLst/>
              <a:rect l="l" t="t" r="r" b="b"/>
              <a:pathLst>
                <a:path w="994410" h="422910">
                  <a:moveTo>
                    <a:pt x="994410" y="422910"/>
                  </a:moveTo>
                  <a:lnTo>
                    <a:pt x="994410" y="0"/>
                  </a:lnTo>
                  <a:lnTo>
                    <a:pt x="0" y="0"/>
                  </a:lnTo>
                  <a:lnTo>
                    <a:pt x="0" y="422910"/>
                  </a:lnTo>
                  <a:lnTo>
                    <a:pt x="1524" y="422910"/>
                  </a:lnTo>
                  <a:lnTo>
                    <a:pt x="1524" y="3810"/>
                  </a:lnTo>
                  <a:lnTo>
                    <a:pt x="3810" y="1524"/>
                  </a:lnTo>
                  <a:lnTo>
                    <a:pt x="3810" y="3810"/>
                  </a:lnTo>
                  <a:lnTo>
                    <a:pt x="990600" y="3810"/>
                  </a:lnTo>
                  <a:lnTo>
                    <a:pt x="990600" y="1524"/>
                  </a:lnTo>
                  <a:lnTo>
                    <a:pt x="992124" y="3810"/>
                  </a:lnTo>
                  <a:lnTo>
                    <a:pt x="992124" y="422910"/>
                  </a:lnTo>
                  <a:lnTo>
                    <a:pt x="994410" y="422910"/>
                  </a:lnTo>
                  <a:close/>
                </a:path>
                <a:path w="994410" h="422910">
                  <a:moveTo>
                    <a:pt x="3810" y="3810"/>
                  </a:moveTo>
                  <a:lnTo>
                    <a:pt x="3810" y="1524"/>
                  </a:lnTo>
                  <a:lnTo>
                    <a:pt x="1524" y="3810"/>
                  </a:lnTo>
                  <a:lnTo>
                    <a:pt x="3810" y="3810"/>
                  </a:lnTo>
                  <a:close/>
                </a:path>
                <a:path w="994410" h="422910">
                  <a:moveTo>
                    <a:pt x="3810" y="419100"/>
                  </a:moveTo>
                  <a:lnTo>
                    <a:pt x="3810" y="3810"/>
                  </a:lnTo>
                  <a:lnTo>
                    <a:pt x="1524" y="3810"/>
                  </a:lnTo>
                  <a:lnTo>
                    <a:pt x="1524" y="419100"/>
                  </a:lnTo>
                  <a:lnTo>
                    <a:pt x="3810" y="419100"/>
                  </a:lnTo>
                  <a:close/>
                </a:path>
                <a:path w="994410" h="422910">
                  <a:moveTo>
                    <a:pt x="992124" y="419100"/>
                  </a:moveTo>
                  <a:lnTo>
                    <a:pt x="1524" y="419100"/>
                  </a:lnTo>
                  <a:lnTo>
                    <a:pt x="3810" y="420624"/>
                  </a:lnTo>
                  <a:lnTo>
                    <a:pt x="3810" y="422910"/>
                  </a:lnTo>
                  <a:lnTo>
                    <a:pt x="990600" y="422910"/>
                  </a:lnTo>
                  <a:lnTo>
                    <a:pt x="990600" y="420624"/>
                  </a:lnTo>
                  <a:lnTo>
                    <a:pt x="992124" y="419100"/>
                  </a:lnTo>
                  <a:close/>
                </a:path>
                <a:path w="994410" h="422910">
                  <a:moveTo>
                    <a:pt x="3810" y="422910"/>
                  </a:moveTo>
                  <a:lnTo>
                    <a:pt x="3810" y="420624"/>
                  </a:lnTo>
                  <a:lnTo>
                    <a:pt x="1524" y="419100"/>
                  </a:lnTo>
                  <a:lnTo>
                    <a:pt x="1524" y="422910"/>
                  </a:lnTo>
                  <a:lnTo>
                    <a:pt x="3810" y="422910"/>
                  </a:lnTo>
                  <a:close/>
                </a:path>
                <a:path w="994410" h="422910">
                  <a:moveTo>
                    <a:pt x="992124" y="3810"/>
                  </a:moveTo>
                  <a:lnTo>
                    <a:pt x="990600" y="1524"/>
                  </a:lnTo>
                  <a:lnTo>
                    <a:pt x="990600" y="3810"/>
                  </a:lnTo>
                  <a:lnTo>
                    <a:pt x="992124" y="3810"/>
                  </a:lnTo>
                  <a:close/>
                </a:path>
                <a:path w="994410" h="422910">
                  <a:moveTo>
                    <a:pt x="992124" y="419100"/>
                  </a:moveTo>
                  <a:lnTo>
                    <a:pt x="992124" y="3810"/>
                  </a:lnTo>
                  <a:lnTo>
                    <a:pt x="990600" y="3810"/>
                  </a:lnTo>
                  <a:lnTo>
                    <a:pt x="990600" y="419100"/>
                  </a:lnTo>
                  <a:lnTo>
                    <a:pt x="992124" y="419100"/>
                  </a:lnTo>
                  <a:close/>
                </a:path>
                <a:path w="994410" h="422910">
                  <a:moveTo>
                    <a:pt x="992124" y="422910"/>
                  </a:moveTo>
                  <a:lnTo>
                    <a:pt x="992124" y="419100"/>
                  </a:lnTo>
                  <a:lnTo>
                    <a:pt x="990600" y="420624"/>
                  </a:lnTo>
                  <a:lnTo>
                    <a:pt x="990600" y="422910"/>
                  </a:lnTo>
                  <a:lnTo>
                    <a:pt x="992124" y="422910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650246" y="2545676"/>
            <a:ext cx="777240" cy="38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390" marR="5080" indent="-60325">
              <a:lnSpc>
                <a:spcPct val="119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«c</a:t>
            </a:r>
            <a:r>
              <a:rPr dirty="0" sz="1000" spc="-5">
                <a:latin typeface="Arial MT"/>
                <a:cs typeface="Arial MT"/>
              </a:rPr>
              <a:t>ontinuo</a:t>
            </a:r>
            <a:r>
              <a:rPr dirty="0" sz="1000" spc="-15">
                <a:latin typeface="Arial MT"/>
                <a:cs typeface="Arial MT"/>
              </a:rPr>
              <a:t>u</a:t>
            </a:r>
            <a:r>
              <a:rPr dirty="0" sz="1000" spc="-5">
                <a:latin typeface="Arial MT"/>
                <a:cs typeface="Arial MT"/>
              </a:rPr>
              <a:t>s»  </a:t>
            </a:r>
            <a:r>
              <a:rPr dirty="0" sz="1000">
                <a:latin typeface="Arial MT"/>
                <a:cs typeface="Arial MT"/>
              </a:rPr>
              <a:t>Door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Input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74726" y="2980182"/>
            <a:ext cx="994410" cy="424180"/>
            <a:chOff x="474726" y="2980182"/>
            <a:chExt cx="994410" cy="424180"/>
          </a:xfrm>
        </p:grpSpPr>
        <p:sp>
          <p:nvSpPr>
            <p:cNvPr id="64" name="object 64"/>
            <p:cNvSpPr/>
            <p:nvPr/>
          </p:nvSpPr>
          <p:spPr>
            <a:xfrm>
              <a:off x="476250" y="2981706"/>
              <a:ext cx="990600" cy="421005"/>
            </a:xfrm>
            <a:custGeom>
              <a:avLst/>
              <a:gdLst/>
              <a:ahLst/>
              <a:cxnLst/>
              <a:rect l="l" t="t" r="r" b="b"/>
              <a:pathLst>
                <a:path w="990600" h="421004">
                  <a:moveTo>
                    <a:pt x="990600" y="420624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420624"/>
                  </a:lnTo>
                  <a:lnTo>
                    <a:pt x="990600" y="420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74726" y="2980182"/>
              <a:ext cx="994410" cy="424180"/>
            </a:xfrm>
            <a:custGeom>
              <a:avLst/>
              <a:gdLst/>
              <a:ahLst/>
              <a:cxnLst/>
              <a:rect l="l" t="t" r="r" b="b"/>
              <a:pathLst>
                <a:path w="994410" h="424179">
                  <a:moveTo>
                    <a:pt x="994410" y="423672"/>
                  </a:moveTo>
                  <a:lnTo>
                    <a:pt x="994410" y="0"/>
                  </a:lnTo>
                  <a:lnTo>
                    <a:pt x="0" y="0"/>
                  </a:lnTo>
                  <a:lnTo>
                    <a:pt x="0" y="423672"/>
                  </a:lnTo>
                  <a:lnTo>
                    <a:pt x="1524" y="423672"/>
                  </a:lnTo>
                  <a:lnTo>
                    <a:pt x="1524" y="3048"/>
                  </a:lnTo>
                  <a:lnTo>
                    <a:pt x="3810" y="1524"/>
                  </a:lnTo>
                  <a:lnTo>
                    <a:pt x="3810" y="3048"/>
                  </a:lnTo>
                  <a:lnTo>
                    <a:pt x="990600" y="3048"/>
                  </a:lnTo>
                  <a:lnTo>
                    <a:pt x="990600" y="1524"/>
                  </a:lnTo>
                  <a:lnTo>
                    <a:pt x="992124" y="3048"/>
                  </a:lnTo>
                  <a:lnTo>
                    <a:pt x="992124" y="423672"/>
                  </a:lnTo>
                  <a:lnTo>
                    <a:pt x="994410" y="423672"/>
                  </a:lnTo>
                  <a:close/>
                </a:path>
                <a:path w="994410" h="424179">
                  <a:moveTo>
                    <a:pt x="3810" y="3048"/>
                  </a:moveTo>
                  <a:lnTo>
                    <a:pt x="3810" y="1524"/>
                  </a:lnTo>
                  <a:lnTo>
                    <a:pt x="1524" y="3048"/>
                  </a:lnTo>
                  <a:lnTo>
                    <a:pt x="3810" y="3048"/>
                  </a:lnTo>
                  <a:close/>
                </a:path>
                <a:path w="994410" h="424179">
                  <a:moveTo>
                    <a:pt x="3810" y="420624"/>
                  </a:moveTo>
                  <a:lnTo>
                    <a:pt x="3810" y="3048"/>
                  </a:lnTo>
                  <a:lnTo>
                    <a:pt x="1524" y="3048"/>
                  </a:lnTo>
                  <a:lnTo>
                    <a:pt x="1524" y="420624"/>
                  </a:lnTo>
                  <a:lnTo>
                    <a:pt x="3810" y="420624"/>
                  </a:lnTo>
                  <a:close/>
                </a:path>
                <a:path w="994410" h="424179">
                  <a:moveTo>
                    <a:pt x="992124" y="420624"/>
                  </a:moveTo>
                  <a:lnTo>
                    <a:pt x="1524" y="420624"/>
                  </a:lnTo>
                  <a:lnTo>
                    <a:pt x="3810" y="422148"/>
                  </a:lnTo>
                  <a:lnTo>
                    <a:pt x="3809" y="423672"/>
                  </a:lnTo>
                  <a:lnTo>
                    <a:pt x="990600" y="423672"/>
                  </a:lnTo>
                  <a:lnTo>
                    <a:pt x="990600" y="422148"/>
                  </a:lnTo>
                  <a:lnTo>
                    <a:pt x="992124" y="420624"/>
                  </a:lnTo>
                  <a:close/>
                </a:path>
                <a:path w="994410" h="424179">
                  <a:moveTo>
                    <a:pt x="3809" y="423672"/>
                  </a:moveTo>
                  <a:lnTo>
                    <a:pt x="3810" y="422148"/>
                  </a:lnTo>
                  <a:lnTo>
                    <a:pt x="1524" y="420624"/>
                  </a:lnTo>
                  <a:lnTo>
                    <a:pt x="1524" y="423672"/>
                  </a:lnTo>
                  <a:lnTo>
                    <a:pt x="3809" y="423672"/>
                  </a:lnTo>
                  <a:close/>
                </a:path>
                <a:path w="994410" h="424179">
                  <a:moveTo>
                    <a:pt x="992124" y="3048"/>
                  </a:moveTo>
                  <a:lnTo>
                    <a:pt x="990600" y="1524"/>
                  </a:lnTo>
                  <a:lnTo>
                    <a:pt x="990600" y="3048"/>
                  </a:lnTo>
                  <a:lnTo>
                    <a:pt x="992124" y="3048"/>
                  </a:lnTo>
                  <a:close/>
                </a:path>
                <a:path w="994410" h="424179">
                  <a:moveTo>
                    <a:pt x="992124" y="420624"/>
                  </a:moveTo>
                  <a:lnTo>
                    <a:pt x="992124" y="3048"/>
                  </a:lnTo>
                  <a:lnTo>
                    <a:pt x="990600" y="3048"/>
                  </a:lnTo>
                  <a:lnTo>
                    <a:pt x="990600" y="420624"/>
                  </a:lnTo>
                  <a:lnTo>
                    <a:pt x="992124" y="420624"/>
                  </a:lnTo>
                  <a:close/>
                </a:path>
                <a:path w="994410" h="424179">
                  <a:moveTo>
                    <a:pt x="992124" y="423672"/>
                  </a:moveTo>
                  <a:lnTo>
                    <a:pt x="992124" y="420624"/>
                  </a:lnTo>
                  <a:lnTo>
                    <a:pt x="990600" y="422148"/>
                  </a:lnTo>
                  <a:lnTo>
                    <a:pt x="990600" y="423672"/>
                  </a:lnTo>
                  <a:lnTo>
                    <a:pt x="992124" y="423672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622808" y="2992967"/>
            <a:ext cx="804545" cy="38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7305">
              <a:lnSpc>
                <a:spcPct val="1195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«c</a:t>
            </a:r>
            <a:r>
              <a:rPr dirty="0" sz="1000" spc="-5">
                <a:latin typeface="Arial MT"/>
                <a:cs typeface="Arial MT"/>
              </a:rPr>
              <a:t>ontinuo</a:t>
            </a:r>
            <a:r>
              <a:rPr dirty="0" sz="1000" spc="-15">
                <a:latin typeface="Arial MT"/>
                <a:cs typeface="Arial MT"/>
              </a:rPr>
              <a:t>u</a:t>
            </a:r>
            <a:r>
              <a:rPr dirty="0" sz="1000" spc="-5">
                <a:latin typeface="Arial MT"/>
                <a:cs typeface="Arial MT"/>
              </a:rPr>
              <a:t>s»  </a:t>
            </a:r>
            <a:r>
              <a:rPr dirty="0" sz="1000">
                <a:latin typeface="Arial MT"/>
                <a:cs typeface="Arial MT"/>
              </a:rPr>
              <a:t>Window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Inp</a:t>
            </a:r>
            <a:r>
              <a:rPr dirty="0" sz="1000" spc="-10">
                <a:latin typeface="Arial MT"/>
                <a:cs typeface="Arial MT"/>
              </a:rPr>
              <a:t>u</a:t>
            </a:r>
            <a:r>
              <a:rPr dirty="0" sz="1000">
                <a:latin typeface="Arial MT"/>
                <a:cs typeface="Arial MT"/>
              </a:rPr>
              <a:t>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133855" y="3145535"/>
            <a:ext cx="5561330" cy="1285875"/>
            <a:chOff x="1133855" y="3145535"/>
            <a:chExt cx="5561330" cy="1285875"/>
          </a:xfrm>
        </p:grpSpPr>
        <p:sp>
          <p:nvSpPr>
            <p:cNvPr id="68" name="object 68"/>
            <p:cNvSpPr/>
            <p:nvPr/>
          </p:nvSpPr>
          <p:spPr>
            <a:xfrm>
              <a:off x="1466850" y="3145535"/>
              <a:ext cx="779780" cy="374650"/>
            </a:xfrm>
            <a:custGeom>
              <a:avLst/>
              <a:gdLst/>
              <a:ahLst/>
              <a:cxnLst/>
              <a:rect l="l" t="t" r="r" b="b"/>
              <a:pathLst>
                <a:path w="779780" h="374650">
                  <a:moveTo>
                    <a:pt x="779526" y="374141"/>
                  </a:moveTo>
                  <a:lnTo>
                    <a:pt x="779526" y="1523"/>
                  </a:lnTo>
                  <a:lnTo>
                    <a:pt x="778002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776478" y="3047"/>
                  </a:lnTo>
                  <a:lnTo>
                    <a:pt x="776478" y="1523"/>
                  </a:lnTo>
                  <a:lnTo>
                    <a:pt x="778002" y="3047"/>
                  </a:lnTo>
                  <a:lnTo>
                    <a:pt x="778002" y="374141"/>
                  </a:lnTo>
                  <a:lnTo>
                    <a:pt x="779526" y="374141"/>
                  </a:lnTo>
                  <a:close/>
                </a:path>
                <a:path w="779780" h="374650">
                  <a:moveTo>
                    <a:pt x="778002" y="3047"/>
                  </a:moveTo>
                  <a:lnTo>
                    <a:pt x="776478" y="1523"/>
                  </a:lnTo>
                  <a:lnTo>
                    <a:pt x="776478" y="3047"/>
                  </a:lnTo>
                  <a:lnTo>
                    <a:pt x="778002" y="3047"/>
                  </a:lnTo>
                  <a:close/>
                </a:path>
                <a:path w="779780" h="374650">
                  <a:moveTo>
                    <a:pt x="778002" y="374141"/>
                  </a:moveTo>
                  <a:lnTo>
                    <a:pt x="778002" y="3047"/>
                  </a:lnTo>
                  <a:lnTo>
                    <a:pt x="776478" y="3047"/>
                  </a:lnTo>
                  <a:lnTo>
                    <a:pt x="776478" y="374141"/>
                  </a:lnTo>
                  <a:lnTo>
                    <a:pt x="778002" y="3741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84" y="3376422"/>
              <a:ext cx="98298" cy="144773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133855" y="3842004"/>
              <a:ext cx="762000" cy="5080"/>
            </a:xfrm>
            <a:custGeom>
              <a:avLst/>
              <a:gdLst/>
              <a:ahLst/>
              <a:cxnLst/>
              <a:rect l="l" t="t" r="r" b="b"/>
              <a:pathLst>
                <a:path w="762000" h="5079">
                  <a:moveTo>
                    <a:pt x="762000" y="4571"/>
                  </a:moveTo>
                  <a:lnTo>
                    <a:pt x="762000" y="1523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762000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2600" y="3794760"/>
              <a:ext cx="144780" cy="9829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286505" y="3806951"/>
              <a:ext cx="704850" cy="5715"/>
            </a:xfrm>
            <a:custGeom>
              <a:avLst/>
              <a:gdLst/>
              <a:ahLst/>
              <a:cxnLst/>
              <a:rect l="l" t="t" r="r" b="b"/>
              <a:pathLst>
                <a:path w="704850" h="5714">
                  <a:moveTo>
                    <a:pt x="704850" y="5333"/>
                  </a:moveTo>
                  <a:lnTo>
                    <a:pt x="704850" y="1523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704850" y="5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48100" y="3759707"/>
              <a:ext cx="144779" cy="9829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590275" y="3819918"/>
              <a:ext cx="2103755" cy="611505"/>
            </a:xfrm>
            <a:custGeom>
              <a:avLst/>
              <a:gdLst/>
              <a:ahLst/>
              <a:cxnLst/>
              <a:rect l="l" t="t" r="r" b="b"/>
              <a:pathLst>
                <a:path w="2103754" h="611504">
                  <a:moveTo>
                    <a:pt x="97536" y="396989"/>
                  </a:moveTo>
                  <a:lnTo>
                    <a:pt x="95250" y="396227"/>
                  </a:lnTo>
                  <a:lnTo>
                    <a:pt x="51714" y="526110"/>
                  </a:lnTo>
                  <a:lnTo>
                    <a:pt x="50292" y="310883"/>
                  </a:lnTo>
                  <a:lnTo>
                    <a:pt x="47244" y="310883"/>
                  </a:lnTo>
                  <a:lnTo>
                    <a:pt x="48729" y="534847"/>
                  </a:lnTo>
                  <a:lnTo>
                    <a:pt x="2286" y="396227"/>
                  </a:lnTo>
                  <a:lnTo>
                    <a:pt x="0" y="396989"/>
                  </a:lnTo>
                  <a:lnTo>
                    <a:pt x="47244" y="540245"/>
                  </a:lnTo>
                  <a:lnTo>
                    <a:pt x="48768" y="541007"/>
                  </a:lnTo>
                  <a:lnTo>
                    <a:pt x="50292" y="540245"/>
                  </a:lnTo>
                  <a:lnTo>
                    <a:pt x="50533" y="539483"/>
                  </a:lnTo>
                  <a:lnTo>
                    <a:pt x="51816" y="539483"/>
                  </a:lnTo>
                  <a:lnTo>
                    <a:pt x="51790" y="535711"/>
                  </a:lnTo>
                  <a:lnTo>
                    <a:pt x="97536" y="396989"/>
                  </a:lnTo>
                  <a:close/>
                </a:path>
                <a:path w="2103754" h="611504">
                  <a:moveTo>
                    <a:pt x="837450" y="601992"/>
                  </a:moveTo>
                  <a:lnTo>
                    <a:pt x="153174" y="608076"/>
                  </a:lnTo>
                  <a:lnTo>
                    <a:pt x="153936" y="611124"/>
                  </a:lnTo>
                  <a:lnTo>
                    <a:pt x="837450" y="605040"/>
                  </a:lnTo>
                  <a:lnTo>
                    <a:pt x="837450" y="603504"/>
                  </a:lnTo>
                  <a:lnTo>
                    <a:pt x="837450" y="601992"/>
                  </a:lnTo>
                  <a:close/>
                </a:path>
                <a:path w="2103754" h="611504">
                  <a:moveTo>
                    <a:pt x="2103132" y="0"/>
                  </a:moveTo>
                  <a:lnTo>
                    <a:pt x="838974" y="0"/>
                  </a:lnTo>
                  <a:lnTo>
                    <a:pt x="837450" y="1524"/>
                  </a:lnTo>
                  <a:lnTo>
                    <a:pt x="837450" y="601992"/>
                  </a:lnTo>
                  <a:lnTo>
                    <a:pt x="838974" y="601980"/>
                  </a:lnTo>
                  <a:lnTo>
                    <a:pt x="838974" y="605028"/>
                  </a:lnTo>
                  <a:lnTo>
                    <a:pt x="839736" y="605028"/>
                  </a:lnTo>
                  <a:lnTo>
                    <a:pt x="841260" y="603504"/>
                  </a:lnTo>
                  <a:lnTo>
                    <a:pt x="841260" y="3048"/>
                  </a:lnTo>
                  <a:lnTo>
                    <a:pt x="2103132" y="3048"/>
                  </a:lnTo>
                  <a:lnTo>
                    <a:pt x="21031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50151" y="3772661"/>
              <a:ext cx="144779" cy="98298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3189985" y="3745026"/>
            <a:ext cx="3407410" cy="3486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123315">
              <a:lnSpc>
                <a:spcPct val="100000"/>
              </a:lnSpc>
              <a:spcBef>
                <a:spcPts val="170"/>
              </a:spcBef>
            </a:pPr>
            <a:r>
              <a:rPr dirty="0" sz="1000" spc="-5">
                <a:latin typeface="Arial MT"/>
                <a:cs typeface="Arial MT"/>
              </a:rPr>
              <a:t>Detec</a:t>
            </a:r>
            <a:r>
              <a:rPr dirty="0" sz="1000">
                <a:latin typeface="Arial MT"/>
                <a:cs typeface="Arial MT"/>
              </a:rPr>
              <a:t>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Event</a:t>
            </a:r>
            <a:endParaRPr sz="10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70"/>
              </a:spcBef>
              <a:tabLst>
                <a:tab pos="1560195" algn="l"/>
              </a:tabLst>
            </a:pPr>
            <a:r>
              <a:rPr dirty="0" sz="1000" spc="-5">
                <a:latin typeface="Arial MT"/>
                <a:cs typeface="Arial MT"/>
              </a:rPr>
              <a:t>sensor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: </a:t>
            </a:r>
            <a:r>
              <a:rPr dirty="0" sz="1000" spc="-10">
                <a:latin typeface="Arial MT"/>
                <a:cs typeface="Arial MT"/>
              </a:rPr>
              <a:t>SensorOutput	</a:t>
            </a:r>
            <a:r>
              <a:rPr dirty="0" baseline="-16666" sz="1500" spc="-7">
                <a:latin typeface="Arial MT"/>
                <a:cs typeface="Arial MT"/>
              </a:rPr>
              <a:t>status</a:t>
            </a:r>
            <a:r>
              <a:rPr dirty="0" sz="1000" spc="-5">
                <a:latin typeface="Arial MT"/>
                <a:cs typeface="Arial MT"/>
              </a:rPr>
              <a:t>[State=BreakInResponse]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637532" y="4030979"/>
            <a:ext cx="2346325" cy="822325"/>
            <a:chOff x="4637532" y="4030979"/>
            <a:chExt cx="2346325" cy="822325"/>
          </a:xfrm>
        </p:grpSpPr>
        <p:sp>
          <p:nvSpPr>
            <p:cNvPr id="78" name="object 78"/>
            <p:cNvSpPr/>
            <p:nvPr/>
          </p:nvSpPr>
          <p:spPr>
            <a:xfrm>
              <a:off x="5695937" y="4030979"/>
              <a:ext cx="1287780" cy="775335"/>
            </a:xfrm>
            <a:custGeom>
              <a:avLst/>
              <a:gdLst/>
              <a:ahLst/>
              <a:cxnLst/>
              <a:rect l="l" t="t" r="r" b="b"/>
              <a:pathLst>
                <a:path w="1287779" h="775335">
                  <a:moveTo>
                    <a:pt x="1287780" y="0"/>
                  </a:moveTo>
                  <a:lnTo>
                    <a:pt x="1286510" y="0"/>
                  </a:lnTo>
                  <a:lnTo>
                    <a:pt x="1285875" y="0"/>
                  </a:lnTo>
                  <a:lnTo>
                    <a:pt x="1285875" y="772287"/>
                  </a:lnTo>
                  <a:lnTo>
                    <a:pt x="1285240" y="772922"/>
                  </a:lnTo>
                  <a:lnTo>
                    <a:pt x="1285240" y="772287"/>
                  </a:lnTo>
                  <a:lnTo>
                    <a:pt x="1285875" y="772287"/>
                  </a:lnTo>
                  <a:lnTo>
                    <a:pt x="1285875" y="0"/>
                  </a:lnTo>
                  <a:lnTo>
                    <a:pt x="1285240" y="0"/>
                  </a:lnTo>
                  <a:lnTo>
                    <a:pt x="1285240" y="771906"/>
                  </a:lnTo>
                  <a:lnTo>
                    <a:pt x="0" y="771906"/>
                  </a:lnTo>
                  <a:lnTo>
                    <a:pt x="0" y="774954"/>
                  </a:lnTo>
                  <a:lnTo>
                    <a:pt x="1284732" y="774954"/>
                  </a:lnTo>
                  <a:lnTo>
                    <a:pt x="1285240" y="774954"/>
                  </a:lnTo>
                  <a:lnTo>
                    <a:pt x="1286256" y="774954"/>
                  </a:lnTo>
                  <a:lnTo>
                    <a:pt x="1286256" y="772287"/>
                  </a:lnTo>
                  <a:lnTo>
                    <a:pt x="1286510" y="772287"/>
                  </a:lnTo>
                  <a:lnTo>
                    <a:pt x="1286510" y="774065"/>
                  </a:lnTo>
                  <a:lnTo>
                    <a:pt x="1287780" y="774065"/>
                  </a:lnTo>
                  <a:lnTo>
                    <a:pt x="1287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94426" y="4754879"/>
              <a:ext cx="145541" cy="98298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637532" y="4549901"/>
              <a:ext cx="848994" cy="256540"/>
            </a:xfrm>
            <a:custGeom>
              <a:avLst/>
              <a:gdLst/>
              <a:ahLst/>
              <a:cxnLst/>
              <a:rect l="l" t="t" r="r" b="b"/>
              <a:pathLst>
                <a:path w="848995" h="256539">
                  <a:moveTo>
                    <a:pt x="6077" y="252984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3048" y="254508"/>
                  </a:lnTo>
                  <a:lnTo>
                    <a:pt x="4572" y="256032"/>
                  </a:lnTo>
                  <a:lnTo>
                    <a:pt x="4572" y="252984"/>
                  </a:lnTo>
                  <a:lnTo>
                    <a:pt x="6077" y="252984"/>
                  </a:lnTo>
                  <a:close/>
                </a:path>
                <a:path w="848995" h="256539">
                  <a:moveTo>
                    <a:pt x="6096" y="254508"/>
                  </a:moveTo>
                  <a:lnTo>
                    <a:pt x="6077" y="252984"/>
                  </a:lnTo>
                  <a:lnTo>
                    <a:pt x="4572" y="252984"/>
                  </a:lnTo>
                  <a:lnTo>
                    <a:pt x="6096" y="254508"/>
                  </a:lnTo>
                  <a:close/>
                </a:path>
                <a:path w="848995" h="256539">
                  <a:moveTo>
                    <a:pt x="6096" y="256032"/>
                  </a:moveTo>
                  <a:lnTo>
                    <a:pt x="6096" y="254508"/>
                  </a:lnTo>
                  <a:lnTo>
                    <a:pt x="4572" y="252984"/>
                  </a:lnTo>
                  <a:lnTo>
                    <a:pt x="4572" y="256032"/>
                  </a:lnTo>
                  <a:lnTo>
                    <a:pt x="6096" y="256032"/>
                  </a:lnTo>
                  <a:close/>
                </a:path>
                <a:path w="848995" h="256539">
                  <a:moveTo>
                    <a:pt x="848868" y="256031"/>
                  </a:moveTo>
                  <a:lnTo>
                    <a:pt x="848868" y="252983"/>
                  </a:lnTo>
                  <a:lnTo>
                    <a:pt x="6077" y="252984"/>
                  </a:lnTo>
                  <a:lnTo>
                    <a:pt x="6096" y="254508"/>
                  </a:lnTo>
                  <a:lnTo>
                    <a:pt x="6096" y="256032"/>
                  </a:lnTo>
                  <a:lnTo>
                    <a:pt x="848868" y="256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43144" y="4754879"/>
              <a:ext cx="145541" cy="98298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4758182" y="4816094"/>
            <a:ext cx="3441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[El</a:t>
            </a:r>
            <a:r>
              <a:rPr dirty="0" sz="1000">
                <a:latin typeface="Arial MT"/>
                <a:cs typeface="Arial MT"/>
              </a:rPr>
              <a:t>s</a:t>
            </a:r>
            <a:r>
              <a:rPr dirty="0" sz="1000" spc="-5">
                <a:latin typeface="Arial MT"/>
                <a:cs typeface="Arial MT"/>
              </a:rPr>
              <a:t>e]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466850" y="2754629"/>
            <a:ext cx="6266180" cy="2335530"/>
            <a:chOff x="1466850" y="2754629"/>
            <a:chExt cx="6266180" cy="2335530"/>
          </a:xfrm>
        </p:grpSpPr>
        <p:sp>
          <p:nvSpPr>
            <p:cNvPr id="84" name="object 84"/>
            <p:cNvSpPr/>
            <p:nvPr/>
          </p:nvSpPr>
          <p:spPr>
            <a:xfrm>
              <a:off x="1466850" y="2754629"/>
              <a:ext cx="1170940" cy="765175"/>
            </a:xfrm>
            <a:custGeom>
              <a:avLst/>
              <a:gdLst/>
              <a:ahLst/>
              <a:cxnLst/>
              <a:rect l="l" t="t" r="r" b="b"/>
              <a:pathLst>
                <a:path w="1170939" h="765175">
                  <a:moveTo>
                    <a:pt x="1170432" y="765047"/>
                  </a:moveTo>
                  <a:lnTo>
                    <a:pt x="1170432" y="1523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1167384" y="3047"/>
                  </a:lnTo>
                  <a:lnTo>
                    <a:pt x="1167384" y="1523"/>
                  </a:lnTo>
                  <a:lnTo>
                    <a:pt x="1168908" y="3047"/>
                  </a:lnTo>
                  <a:lnTo>
                    <a:pt x="1168908" y="765047"/>
                  </a:lnTo>
                  <a:lnTo>
                    <a:pt x="1170432" y="765047"/>
                  </a:lnTo>
                  <a:close/>
                </a:path>
                <a:path w="1170939" h="765175">
                  <a:moveTo>
                    <a:pt x="1168908" y="3047"/>
                  </a:moveTo>
                  <a:lnTo>
                    <a:pt x="1167384" y="1523"/>
                  </a:lnTo>
                  <a:lnTo>
                    <a:pt x="1167384" y="3047"/>
                  </a:lnTo>
                  <a:lnTo>
                    <a:pt x="1168908" y="3047"/>
                  </a:lnTo>
                  <a:close/>
                </a:path>
                <a:path w="1170939" h="765175">
                  <a:moveTo>
                    <a:pt x="1168908" y="765047"/>
                  </a:moveTo>
                  <a:lnTo>
                    <a:pt x="1168908" y="3047"/>
                  </a:lnTo>
                  <a:lnTo>
                    <a:pt x="1167384" y="3047"/>
                  </a:lnTo>
                  <a:lnTo>
                    <a:pt x="1167384" y="765047"/>
                  </a:lnTo>
                  <a:lnTo>
                    <a:pt x="1168908" y="765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86228" y="3376422"/>
              <a:ext cx="98298" cy="144779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7453884" y="4175760"/>
              <a:ext cx="5080" cy="913130"/>
            </a:xfrm>
            <a:custGeom>
              <a:avLst/>
              <a:gdLst/>
              <a:ahLst/>
              <a:cxnLst/>
              <a:rect l="l" t="t" r="r" b="b"/>
              <a:pathLst>
                <a:path w="5079" h="913129">
                  <a:moveTo>
                    <a:pt x="4572" y="912876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1524" y="912876"/>
                  </a:lnTo>
                  <a:lnTo>
                    <a:pt x="4572" y="9128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05878" y="4943094"/>
              <a:ext cx="98298" cy="147066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469873" y="3181349"/>
              <a:ext cx="261620" cy="345440"/>
            </a:xfrm>
            <a:custGeom>
              <a:avLst/>
              <a:gdLst/>
              <a:ahLst/>
              <a:cxnLst/>
              <a:rect l="l" t="t" r="r" b="b"/>
              <a:pathLst>
                <a:path w="261620" h="345439">
                  <a:moveTo>
                    <a:pt x="261620" y="0"/>
                  </a:moveTo>
                  <a:lnTo>
                    <a:pt x="2540" y="0"/>
                  </a:lnTo>
                  <a:lnTo>
                    <a:pt x="1270" y="0"/>
                  </a:lnTo>
                  <a:lnTo>
                    <a:pt x="1270" y="1333"/>
                  </a:lnTo>
                  <a:lnTo>
                    <a:pt x="0" y="1333"/>
                  </a:lnTo>
                  <a:lnTo>
                    <a:pt x="0" y="345186"/>
                  </a:lnTo>
                  <a:lnTo>
                    <a:pt x="1270" y="345186"/>
                  </a:lnTo>
                  <a:lnTo>
                    <a:pt x="1270" y="3429"/>
                  </a:lnTo>
                  <a:lnTo>
                    <a:pt x="1905" y="3429"/>
                  </a:lnTo>
                  <a:lnTo>
                    <a:pt x="1524" y="3810"/>
                  </a:lnTo>
                  <a:lnTo>
                    <a:pt x="1524" y="345186"/>
                  </a:lnTo>
                  <a:lnTo>
                    <a:pt x="3048" y="345186"/>
                  </a:lnTo>
                  <a:lnTo>
                    <a:pt x="3048" y="3810"/>
                  </a:lnTo>
                  <a:lnTo>
                    <a:pt x="261620" y="3810"/>
                  </a:lnTo>
                  <a:lnTo>
                    <a:pt x="261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87995" y="3132581"/>
              <a:ext cx="144779" cy="99822"/>
            </a:xfrm>
            <a:prstGeom prst="rect">
              <a:avLst/>
            </a:prstGeom>
          </p:spPr>
        </p:pic>
      </p:grpSp>
      <p:sp>
        <p:nvSpPr>
          <p:cNvPr id="90" name="object 9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92" name="object 92"/>
          <p:cNvSpPr txBox="1"/>
          <p:nvPr/>
        </p:nvSpPr>
        <p:spPr>
          <a:xfrm>
            <a:off x="8042850" y="6500168"/>
            <a:ext cx="3606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110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52854" y="410210"/>
            <a:ext cx="499491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Elaborating</a:t>
            </a:r>
            <a:r>
              <a:rPr dirty="0" spc="-35"/>
              <a:t> </a:t>
            </a:r>
            <a:r>
              <a:rPr dirty="0"/>
              <a:t>Logical</a:t>
            </a:r>
            <a:r>
              <a:rPr dirty="0" spc="-35"/>
              <a:t> </a:t>
            </a:r>
            <a:r>
              <a:rPr dirty="0"/>
              <a:t>Component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8413" y="4848859"/>
            <a:ext cx="7402830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1600" indent="-89535">
              <a:lnSpc>
                <a:spcPct val="100000"/>
              </a:lnSpc>
              <a:spcBef>
                <a:spcPts val="95"/>
              </a:spcBef>
              <a:buClr>
                <a:srgbClr val="010000"/>
              </a:buClr>
              <a:buSzPct val="95000"/>
              <a:buFont typeface="Arial MT"/>
              <a:buChar char="•"/>
              <a:tabLst>
                <a:tab pos="102235" algn="l"/>
              </a:tabLst>
            </a:pPr>
            <a:r>
              <a:rPr dirty="0" sz="2000" spc="-5" i="1">
                <a:latin typeface="Arial"/>
                <a:cs typeface="Arial"/>
              </a:rPr>
              <a:t>Added</a:t>
            </a:r>
            <a:r>
              <a:rPr dirty="0" sz="2000" spc="5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operations</a:t>
            </a:r>
            <a:r>
              <a:rPr dirty="0" sz="2000" spc="1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from</a:t>
            </a:r>
            <a:r>
              <a:rPr dirty="0" sz="2000" spc="-1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Detect</a:t>
            </a:r>
            <a:r>
              <a:rPr dirty="0" sz="2000" spc="1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Entry</a:t>
            </a:r>
            <a:r>
              <a:rPr dirty="0" sz="2000" spc="-1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/</a:t>
            </a:r>
            <a:r>
              <a:rPr dirty="0" sz="200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Detect</a:t>
            </a:r>
            <a:r>
              <a:rPr dirty="0" sz="200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Exit</a:t>
            </a:r>
            <a:r>
              <a:rPr dirty="0" sz="2000" spc="5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logical</a:t>
            </a:r>
            <a:r>
              <a:rPr dirty="0" sz="2000" spc="3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scenario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10000"/>
              </a:buClr>
              <a:buFont typeface="Arial MT"/>
              <a:buChar char="•"/>
            </a:pPr>
            <a:endParaRPr sz="2050">
              <a:latin typeface="Arial"/>
              <a:cs typeface="Arial"/>
            </a:endParaRPr>
          </a:p>
          <a:p>
            <a:pPr marL="101600" indent="-89535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SzPct val="95000"/>
              <a:buFont typeface="Arial MT"/>
              <a:buChar char="•"/>
              <a:tabLst>
                <a:tab pos="102235" algn="l"/>
              </a:tabLst>
            </a:pPr>
            <a:r>
              <a:rPr dirty="0" sz="2000" spc="-5" i="1">
                <a:latin typeface="Arial"/>
                <a:cs typeface="Arial"/>
              </a:rPr>
              <a:t>These</a:t>
            </a:r>
            <a:r>
              <a:rPr dirty="0" sz="2000" spc="1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operations</a:t>
            </a:r>
            <a:r>
              <a:rPr dirty="0" sz="2000" spc="1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support</a:t>
            </a:r>
            <a:r>
              <a:rPr dirty="0" sz="2000" spc="5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entry/exit</a:t>
            </a:r>
            <a:r>
              <a:rPr dirty="0" sz="2000" spc="-20" i="1">
                <a:latin typeface="Arial"/>
                <a:cs typeface="Arial"/>
              </a:rPr>
              <a:t> </a:t>
            </a:r>
            <a:r>
              <a:rPr dirty="0" sz="2000" spc="-5" i="1">
                <a:latin typeface="Arial"/>
                <a:cs typeface="Arial"/>
              </a:rPr>
              <a:t>subsystem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19629" y="2945129"/>
            <a:ext cx="1459230" cy="899160"/>
            <a:chOff x="2119629" y="2945129"/>
            <a:chExt cx="1459230" cy="899160"/>
          </a:xfrm>
        </p:grpSpPr>
        <p:sp>
          <p:nvSpPr>
            <p:cNvPr id="6" name="object 6"/>
            <p:cNvSpPr/>
            <p:nvPr/>
          </p:nvSpPr>
          <p:spPr>
            <a:xfrm>
              <a:off x="2119883" y="2945129"/>
              <a:ext cx="1458595" cy="898525"/>
            </a:xfrm>
            <a:custGeom>
              <a:avLst/>
              <a:gdLst/>
              <a:ahLst/>
              <a:cxnLst/>
              <a:rect l="l" t="t" r="r" b="b"/>
              <a:pathLst>
                <a:path w="1458595" h="898525">
                  <a:moveTo>
                    <a:pt x="1458467" y="898398"/>
                  </a:moveTo>
                  <a:lnTo>
                    <a:pt x="1458467" y="0"/>
                  </a:lnTo>
                  <a:lnTo>
                    <a:pt x="0" y="0"/>
                  </a:lnTo>
                  <a:lnTo>
                    <a:pt x="0" y="898398"/>
                  </a:lnTo>
                  <a:lnTo>
                    <a:pt x="1458467" y="898398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19630" y="2945129"/>
              <a:ext cx="1459230" cy="899160"/>
            </a:xfrm>
            <a:custGeom>
              <a:avLst/>
              <a:gdLst/>
              <a:ahLst/>
              <a:cxnLst/>
              <a:rect l="l" t="t" r="r" b="b"/>
              <a:pathLst>
                <a:path w="1459229" h="899160">
                  <a:moveTo>
                    <a:pt x="1458722" y="898398"/>
                  </a:moveTo>
                  <a:lnTo>
                    <a:pt x="254" y="898398"/>
                  </a:lnTo>
                  <a:lnTo>
                    <a:pt x="254" y="899160"/>
                  </a:lnTo>
                  <a:lnTo>
                    <a:pt x="1458722" y="899160"/>
                  </a:lnTo>
                  <a:lnTo>
                    <a:pt x="1458722" y="898398"/>
                  </a:lnTo>
                  <a:close/>
                </a:path>
                <a:path w="1459229" h="899160">
                  <a:moveTo>
                    <a:pt x="1459230" y="444246"/>
                  </a:moveTo>
                  <a:lnTo>
                    <a:pt x="0" y="444246"/>
                  </a:lnTo>
                  <a:lnTo>
                    <a:pt x="0" y="445008"/>
                  </a:lnTo>
                  <a:lnTo>
                    <a:pt x="1459230" y="445008"/>
                  </a:lnTo>
                  <a:lnTo>
                    <a:pt x="1459230" y="444246"/>
                  </a:lnTo>
                  <a:close/>
                </a:path>
                <a:path w="1459229" h="899160">
                  <a:moveTo>
                    <a:pt x="1459230" y="364998"/>
                  </a:moveTo>
                  <a:lnTo>
                    <a:pt x="0" y="364998"/>
                  </a:lnTo>
                  <a:lnTo>
                    <a:pt x="0" y="365760"/>
                  </a:lnTo>
                  <a:lnTo>
                    <a:pt x="1459230" y="365760"/>
                  </a:lnTo>
                  <a:lnTo>
                    <a:pt x="1459230" y="364998"/>
                  </a:lnTo>
                  <a:close/>
                </a:path>
                <a:path w="1459229" h="899160">
                  <a:moveTo>
                    <a:pt x="145923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1459230" y="762"/>
                  </a:lnTo>
                  <a:lnTo>
                    <a:pt x="1459230" y="0"/>
                  </a:lnTo>
                  <a:close/>
                </a:path>
              </a:pathLst>
            </a:custGeom>
            <a:solidFill>
              <a:srgbClr val="9900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119883" y="3471164"/>
            <a:ext cx="14585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3355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Sense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State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Change()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29379" y="2938272"/>
            <a:ext cx="1038860" cy="915669"/>
            <a:chOff x="3929379" y="2938272"/>
            <a:chExt cx="1038860" cy="915669"/>
          </a:xfrm>
        </p:grpSpPr>
        <p:sp>
          <p:nvSpPr>
            <p:cNvPr id="10" name="object 10"/>
            <p:cNvSpPr/>
            <p:nvPr/>
          </p:nvSpPr>
          <p:spPr>
            <a:xfrm>
              <a:off x="3929633" y="2939034"/>
              <a:ext cx="1038225" cy="914400"/>
            </a:xfrm>
            <a:custGeom>
              <a:avLst/>
              <a:gdLst/>
              <a:ahLst/>
              <a:cxnLst/>
              <a:rect l="l" t="t" r="r" b="b"/>
              <a:pathLst>
                <a:path w="1038225" h="914400">
                  <a:moveTo>
                    <a:pt x="1037843" y="914400"/>
                  </a:moveTo>
                  <a:lnTo>
                    <a:pt x="1037843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1037843" y="91440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29380" y="2938271"/>
              <a:ext cx="1038860" cy="915669"/>
            </a:xfrm>
            <a:custGeom>
              <a:avLst/>
              <a:gdLst/>
              <a:ahLst/>
              <a:cxnLst/>
              <a:rect l="l" t="t" r="r" b="b"/>
              <a:pathLst>
                <a:path w="1038860" h="915670">
                  <a:moveTo>
                    <a:pt x="1038860" y="0"/>
                  </a:moveTo>
                  <a:lnTo>
                    <a:pt x="1037590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1037590" y="762"/>
                  </a:lnTo>
                  <a:lnTo>
                    <a:pt x="1037590" y="381000"/>
                  </a:lnTo>
                  <a:lnTo>
                    <a:pt x="0" y="381000"/>
                  </a:lnTo>
                  <a:lnTo>
                    <a:pt x="0" y="381762"/>
                  </a:lnTo>
                  <a:lnTo>
                    <a:pt x="1037590" y="381762"/>
                  </a:lnTo>
                  <a:lnTo>
                    <a:pt x="1037590" y="460248"/>
                  </a:lnTo>
                  <a:lnTo>
                    <a:pt x="0" y="460248"/>
                  </a:lnTo>
                  <a:lnTo>
                    <a:pt x="0" y="461010"/>
                  </a:lnTo>
                  <a:lnTo>
                    <a:pt x="1037590" y="461010"/>
                  </a:lnTo>
                  <a:lnTo>
                    <a:pt x="1037590" y="914400"/>
                  </a:lnTo>
                  <a:lnTo>
                    <a:pt x="254" y="914400"/>
                  </a:lnTo>
                  <a:lnTo>
                    <a:pt x="254" y="915162"/>
                  </a:lnTo>
                  <a:lnTo>
                    <a:pt x="1037590" y="915162"/>
                  </a:lnTo>
                  <a:lnTo>
                    <a:pt x="1038098" y="915162"/>
                  </a:lnTo>
                  <a:lnTo>
                    <a:pt x="1038860" y="915162"/>
                  </a:lnTo>
                  <a:lnTo>
                    <a:pt x="1038860" y="460248"/>
                  </a:lnTo>
                  <a:lnTo>
                    <a:pt x="1038860" y="381000"/>
                  </a:lnTo>
                  <a:lnTo>
                    <a:pt x="1038860" y="0"/>
                  </a:lnTo>
                  <a:close/>
                </a:path>
              </a:pathLst>
            </a:custGeom>
            <a:solidFill>
              <a:srgbClr val="99003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9351" y="3497579"/>
            <a:ext cx="159258" cy="14782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929634" y="3481070"/>
            <a:ext cx="10375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796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 MT"/>
                <a:cs typeface="Arial MT"/>
              </a:rPr>
              <a:t>Detec</a:t>
            </a:r>
            <a:r>
              <a:rPr dirty="0" sz="1000">
                <a:latin typeface="Arial MT"/>
                <a:cs typeface="Arial MT"/>
              </a:rPr>
              <a:t>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event()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59351" y="3654552"/>
            <a:ext cx="159258" cy="14935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929634" y="2939033"/>
            <a:ext cx="1037590" cy="380365"/>
          </a:xfrm>
          <a:prstGeom prst="rect">
            <a:avLst/>
          </a:prstGeom>
          <a:solidFill>
            <a:srgbClr val="FFFFCC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79375">
              <a:lnSpc>
                <a:spcPts val="1250"/>
              </a:lnSpc>
            </a:pPr>
            <a:r>
              <a:rPr dirty="0" sz="1100" spc="-5">
                <a:latin typeface="Arial MT"/>
                <a:cs typeface="Arial MT"/>
              </a:rPr>
              <a:t>«logical»</a:t>
            </a:r>
            <a:endParaRPr sz="1100">
              <a:latin typeface="Arial MT"/>
              <a:cs typeface="Arial MT"/>
            </a:endParaRPr>
          </a:p>
          <a:p>
            <a:pPr algn="ctr" marR="27940">
              <a:lnSpc>
                <a:spcPts val="1180"/>
              </a:lnSpc>
            </a:pPr>
            <a:r>
              <a:rPr dirty="0" sz="1000" spc="-5">
                <a:latin typeface="Arial MT"/>
                <a:cs typeface="Arial MT"/>
              </a:rPr>
              <a:t>Entry/Exit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Monitor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11501" y="3521202"/>
            <a:ext cx="159258" cy="14935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119883" y="2945892"/>
            <a:ext cx="1458595" cy="364490"/>
          </a:xfrm>
          <a:prstGeom prst="rect">
            <a:avLst/>
          </a:prstGeom>
          <a:solidFill>
            <a:srgbClr val="FFFFCC"/>
          </a:solidFill>
        </p:spPr>
        <p:txBody>
          <a:bodyPr wrap="square" lIns="0" tIns="5715" rIns="0" bIns="0" rtlCol="0" vert="horz">
            <a:spAutoFit/>
          </a:bodyPr>
          <a:lstStyle/>
          <a:p>
            <a:pPr algn="ctr" marR="15875">
              <a:lnSpc>
                <a:spcPts val="1245"/>
              </a:lnSpc>
              <a:spcBef>
                <a:spcPts val="45"/>
              </a:spcBef>
            </a:pPr>
            <a:r>
              <a:rPr dirty="0" sz="1100" spc="-5">
                <a:latin typeface="Arial MT"/>
                <a:cs typeface="Arial MT"/>
              </a:rPr>
              <a:t>«logical»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ts val="1125"/>
              </a:lnSpc>
            </a:pPr>
            <a:r>
              <a:rPr dirty="0" sz="1000" spc="-5">
                <a:latin typeface="Arial MT"/>
                <a:cs typeface="Arial MT"/>
              </a:rPr>
              <a:t>Entry</a:t>
            </a:r>
            <a:r>
              <a:rPr dirty="0" sz="1000" spc="1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Sensor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92420" y="2933700"/>
            <a:ext cx="1388110" cy="915669"/>
            <a:chOff x="5392420" y="2933700"/>
            <a:chExt cx="1388110" cy="915669"/>
          </a:xfrm>
        </p:grpSpPr>
        <p:sp>
          <p:nvSpPr>
            <p:cNvPr id="19" name="object 19"/>
            <p:cNvSpPr/>
            <p:nvPr/>
          </p:nvSpPr>
          <p:spPr>
            <a:xfrm>
              <a:off x="5393436" y="2933700"/>
              <a:ext cx="1386840" cy="914400"/>
            </a:xfrm>
            <a:custGeom>
              <a:avLst/>
              <a:gdLst/>
              <a:ahLst/>
              <a:cxnLst/>
              <a:rect l="l" t="t" r="r" b="b"/>
              <a:pathLst>
                <a:path w="1386840" h="914400">
                  <a:moveTo>
                    <a:pt x="1386839" y="914400"/>
                  </a:moveTo>
                  <a:lnTo>
                    <a:pt x="138683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1386839" y="91440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392420" y="2933699"/>
              <a:ext cx="1388110" cy="915669"/>
            </a:xfrm>
            <a:custGeom>
              <a:avLst/>
              <a:gdLst/>
              <a:ahLst/>
              <a:cxnLst/>
              <a:rect l="l" t="t" r="r" b="b"/>
              <a:pathLst>
                <a:path w="1388109" h="915670">
                  <a:moveTo>
                    <a:pt x="1388110" y="0"/>
                  </a:moveTo>
                  <a:lnTo>
                    <a:pt x="127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0" y="460248"/>
                  </a:lnTo>
                  <a:lnTo>
                    <a:pt x="0" y="915162"/>
                  </a:lnTo>
                  <a:lnTo>
                    <a:pt x="1016" y="915162"/>
                  </a:lnTo>
                  <a:lnTo>
                    <a:pt x="1270" y="915162"/>
                  </a:lnTo>
                  <a:lnTo>
                    <a:pt x="1387856" y="915162"/>
                  </a:lnTo>
                  <a:lnTo>
                    <a:pt x="1387856" y="914400"/>
                  </a:lnTo>
                  <a:lnTo>
                    <a:pt x="1270" y="914400"/>
                  </a:lnTo>
                  <a:lnTo>
                    <a:pt x="1270" y="461010"/>
                  </a:lnTo>
                  <a:lnTo>
                    <a:pt x="1388110" y="461010"/>
                  </a:lnTo>
                  <a:lnTo>
                    <a:pt x="1388110" y="460248"/>
                  </a:lnTo>
                  <a:lnTo>
                    <a:pt x="1270" y="460248"/>
                  </a:lnTo>
                  <a:lnTo>
                    <a:pt x="1270" y="381762"/>
                  </a:lnTo>
                  <a:lnTo>
                    <a:pt x="1388110" y="381762"/>
                  </a:lnTo>
                  <a:lnTo>
                    <a:pt x="1388110" y="381000"/>
                  </a:lnTo>
                  <a:lnTo>
                    <a:pt x="1270" y="381000"/>
                  </a:lnTo>
                  <a:lnTo>
                    <a:pt x="1270" y="762"/>
                  </a:lnTo>
                  <a:lnTo>
                    <a:pt x="1388110" y="762"/>
                  </a:lnTo>
                  <a:lnTo>
                    <a:pt x="1388110" y="0"/>
                  </a:lnTo>
                  <a:close/>
                </a:path>
              </a:pathLst>
            </a:custGeom>
            <a:solidFill>
              <a:srgbClr val="9900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393690" y="2934461"/>
            <a:ext cx="1386840" cy="380365"/>
          </a:xfrm>
          <a:prstGeom prst="rect">
            <a:avLst/>
          </a:prstGeom>
          <a:solidFill>
            <a:srgbClr val="FFFFCC"/>
          </a:solidFill>
        </p:spPr>
        <p:txBody>
          <a:bodyPr wrap="square" lIns="0" tIns="0" rIns="0" bIns="0" rtlCol="0" vert="horz">
            <a:spAutoFit/>
          </a:bodyPr>
          <a:lstStyle/>
          <a:p>
            <a:pPr marL="372745">
              <a:lnSpc>
                <a:spcPts val="1250"/>
              </a:lnSpc>
            </a:pPr>
            <a:r>
              <a:rPr dirty="0" sz="1100" spc="-5">
                <a:latin typeface="Arial MT"/>
                <a:cs typeface="Arial MT"/>
              </a:rPr>
              <a:t>«logical»</a:t>
            </a:r>
            <a:endParaRPr sz="1100">
              <a:latin typeface="Arial MT"/>
              <a:cs typeface="Arial MT"/>
            </a:endParaRPr>
          </a:p>
          <a:p>
            <a:pPr marL="281305">
              <a:lnSpc>
                <a:spcPts val="1180"/>
              </a:lnSpc>
            </a:pPr>
            <a:r>
              <a:rPr dirty="0" sz="1000" spc="-5">
                <a:latin typeface="Arial MT"/>
                <a:cs typeface="Arial MT"/>
              </a:rPr>
              <a:t>Event</a:t>
            </a:r>
            <a:r>
              <a:rPr dirty="0" sz="1000" spc="459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Monitor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36108" y="3445002"/>
            <a:ext cx="158496" cy="14935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393690" y="3408568"/>
            <a:ext cx="1386840" cy="3873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254"/>
              </a:spcBef>
            </a:pPr>
            <a:r>
              <a:rPr dirty="0" sz="1000" spc="-5">
                <a:latin typeface="Arial MT"/>
                <a:cs typeface="Arial MT"/>
              </a:rPr>
              <a:t>Recor</a:t>
            </a:r>
            <a:r>
              <a:rPr dirty="0" sz="1000">
                <a:latin typeface="Arial MT"/>
                <a:cs typeface="Arial MT"/>
              </a:rPr>
              <a:t>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event()</a:t>
            </a:r>
            <a:endParaRPr sz="10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175"/>
              </a:spcBef>
            </a:pPr>
            <a:r>
              <a:rPr dirty="0" baseline="2525" sz="1650">
                <a:latin typeface="Arial MT"/>
                <a:cs typeface="Arial MT"/>
              </a:rPr>
              <a:t>«store»</a:t>
            </a:r>
            <a:r>
              <a:rPr dirty="0" sz="1100">
                <a:latin typeface="Arial MT"/>
                <a:cs typeface="Arial MT"/>
              </a:rPr>
              <a:t>: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Event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Log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042850" y="6500168"/>
            <a:ext cx="3606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110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5542" y="198374"/>
            <a:ext cx="3465829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0489" marR="5080" indent="-98425">
              <a:lnSpc>
                <a:spcPct val="100000"/>
              </a:lnSpc>
              <a:spcBef>
                <a:spcPts val="100"/>
              </a:spcBef>
            </a:pPr>
            <a:r>
              <a:rPr dirty="0"/>
              <a:t>ESS</a:t>
            </a:r>
            <a:r>
              <a:rPr dirty="0" spc="-50"/>
              <a:t> </a:t>
            </a:r>
            <a:r>
              <a:rPr dirty="0" spc="-5"/>
              <a:t>Logical</a:t>
            </a:r>
            <a:r>
              <a:rPr dirty="0" spc="-20"/>
              <a:t> </a:t>
            </a:r>
            <a:r>
              <a:rPr dirty="0" spc="-5"/>
              <a:t>Design</a:t>
            </a:r>
            <a:r>
              <a:rPr dirty="0" spc="-20"/>
              <a:t> </a:t>
            </a:r>
            <a:r>
              <a:rPr dirty="0"/>
              <a:t>– </a:t>
            </a:r>
            <a:r>
              <a:rPr dirty="0" spc="-765"/>
              <a:t> </a:t>
            </a: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Subsystem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482" y="1517904"/>
            <a:ext cx="7693152" cy="353567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42850" y="6500168"/>
            <a:ext cx="3606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113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0295" y="6509311"/>
            <a:ext cx="61290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 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2004-2006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77950" y="1110233"/>
            <a:ext cx="6625590" cy="4922520"/>
            <a:chOff x="1377950" y="1110233"/>
            <a:chExt cx="6625590" cy="4922520"/>
          </a:xfrm>
        </p:grpSpPr>
        <p:sp>
          <p:nvSpPr>
            <p:cNvPr id="4" name="object 4"/>
            <p:cNvSpPr/>
            <p:nvPr/>
          </p:nvSpPr>
          <p:spPr>
            <a:xfrm>
              <a:off x="1437132" y="1110233"/>
              <a:ext cx="6506845" cy="4922520"/>
            </a:xfrm>
            <a:custGeom>
              <a:avLst/>
              <a:gdLst/>
              <a:ahLst/>
              <a:cxnLst/>
              <a:rect l="l" t="t" r="r" b="b"/>
              <a:pathLst>
                <a:path w="6506845" h="4922520">
                  <a:moveTo>
                    <a:pt x="6506718" y="0"/>
                  </a:moveTo>
                  <a:lnTo>
                    <a:pt x="6503670" y="0"/>
                  </a:lnTo>
                  <a:lnTo>
                    <a:pt x="6503670" y="3048"/>
                  </a:lnTo>
                  <a:lnTo>
                    <a:pt x="6503670" y="4919472"/>
                  </a:lnTo>
                  <a:lnTo>
                    <a:pt x="3048" y="4919472"/>
                  </a:lnTo>
                  <a:lnTo>
                    <a:pt x="3035" y="193548"/>
                  </a:lnTo>
                  <a:lnTo>
                    <a:pt x="934961" y="193548"/>
                  </a:lnTo>
                  <a:lnTo>
                    <a:pt x="935723" y="192786"/>
                  </a:lnTo>
                  <a:lnTo>
                    <a:pt x="963917" y="169532"/>
                  </a:lnTo>
                  <a:lnTo>
                    <a:pt x="966203" y="167640"/>
                  </a:lnTo>
                  <a:lnTo>
                    <a:pt x="966965" y="166116"/>
                  </a:lnTo>
                  <a:lnTo>
                    <a:pt x="966965" y="3048"/>
                  </a:lnTo>
                  <a:lnTo>
                    <a:pt x="6503670" y="3048"/>
                  </a:lnTo>
                  <a:lnTo>
                    <a:pt x="6503670" y="0"/>
                  </a:lnTo>
                  <a:lnTo>
                    <a:pt x="963155" y="0"/>
                  </a:lnTo>
                  <a:lnTo>
                    <a:pt x="963155" y="3048"/>
                  </a:lnTo>
                  <a:lnTo>
                    <a:pt x="963155" y="166001"/>
                  </a:lnTo>
                  <a:lnTo>
                    <a:pt x="934199" y="190500"/>
                  </a:lnTo>
                  <a:lnTo>
                    <a:pt x="3035" y="190500"/>
                  </a:lnTo>
                  <a:lnTo>
                    <a:pt x="3035" y="3048"/>
                  </a:lnTo>
                  <a:lnTo>
                    <a:pt x="963155" y="3048"/>
                  </a:lnTo>
                  <a:lnTo>
                    <a:pt x="963155" y="0"/>
                  </a:lnTo>
                  <a:lnTo>
                    <a:pt x="0" y="0"/>
                  </a:lnTo>
                  <a:lnTo>
                    <a:pt x="0" y="4922520"/>
                  </a:lnTo>
                  <a:lnTo>
                    <a:pt x="1524" y="4922520"/>
                  </a:lnTo>
                  <a:lnTo>
                    <a:pt x="3048" y="4922520"/>
                  </a:lnTo>
                  <a:lnTo>
                    <a:pt x="6503670" y="4922520"/>
                  </a:lnTo>
                  <a:lnTo>
                    <a:pt x="6505194" y="4922520"/>
                  </a:lnTo>
                  <a:lnTo>
                    <a:pt x="6506718" y="4922520"/>
                  </a:lnTo>
                  <a:lnTo>
                    <a:pt x="65067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7950" y="1479803"/>
              <a:ext cx="6625335" cy="42892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452385" y="1823719"/>
            <a:ext cx="670560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>
              <a:lnSpc>
                <a:spcPts val="94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Entry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Sensor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2891" y="3126739"/>
            <a:ext cx="601980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0320">
              <a:lnSpc>
                <a:spcPts val="94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Exit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Sensor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7897" y="3425444"/>
            <a:ext cx="965835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5240">
              <a:lnSpc>
                <a:spcPts val="94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Emergency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Monitor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5493" y="4297933"/>
            <a:ext cx="710565" cy="26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ts val="944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4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Emer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Serv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I/F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24025" y="3233419"/>
            <a:ext cx="711200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445">
              <a:lnSpc>
                <a:spcPts val="94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Event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Monitor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01732" y="3610609"/>
            <a:ext cx="541655" cy="26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5875">
              <a:lnSpc>
                <a:spcPts val="944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«store»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4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Event Log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28858" y="2620010"/>
            <a:ext cx="494030" cy="26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9690">
              <a:lnSpc>
                <a:spcPts val="944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ts val="944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Alarm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I/F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68814" y="1640839"/>
            <a:ext cx="833755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94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Alarm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Generator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2492" y="4297933"/>
            <a:ext cx="873760" cy="26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540">
              <a:lnSpc>
                <a:spcPts val="944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4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Perimeter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Sensor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09893" y="5341111"/>
            <a:ext cx="1005840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9845">
              <a:lnSpc>
                <a:spcPts val="94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Environment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Sensor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87249" y="4297933"/>
            <a:ext cx="512445" cy="265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6675">
              <a:lnSpc>
                <a:spcPts val="944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ts val="944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Fault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Mgr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45741" y="5341111"/>
            <a:ext cx="1062990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6195">
              <a:lnSpc>
                <a:spcPts val="94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 </a:t>
            </a:r>
            <a:r>
              <a:rPr dirty="0" sz="800" spc="-10">
                <a:latin typeface="Arial MT"/>
                <a:cs typeface="Arial MT"/>
              </a:rPr>
              <a:t>Customer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Output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Mgr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12215" y="5341111"/>
            <a:ext cx="670560" cy="264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8255">
              <a:lnSpc>
                <a:spcPts val="94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40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Customer I/F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64629" y="2423413"/>
            <a:ext cx="885825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8255">
              <a:lnSpc>
                <a:spcPts val="935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«logical»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35"/>
              </a:lnSpc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Entry/Exit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Monitor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3689" y="2083562"/>
            <a:ext cx="5575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Door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Input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15872" y="1705610"/>
            <a:ext cx="6985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Window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Input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77594" y="3394963"/>
            <a:ext cx="5575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Door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Input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52447" y="2975863"/>
            <a:ext cx="6985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Window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Input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54216" y="3894835"/>
            <a:ext cx="8115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EmergencyData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82065" y="4385564"/>
            <a:ext cx="6019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08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Emergency </a:t>
            </a:r>
            <a:r>
              <a:rPr dirty="0" sz="800" spc="-204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ServicesOut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57470" y="3534409"/>
            <a:ext cx="6083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Alert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Status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76312" y="2180336"/>
            <a:ext cx="5626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AlarmCmd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48576" y="1560068"/>
            <a:ext cx="6305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AlarmSignal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13096" y="2568194"/>
            <a:ext cx="6083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Alert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Status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43376" y="4341367"/>
            <a:ext cx="2406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BIT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94046" y="5285485"/>
            <a:ext cx="6134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FaultReport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08829" y="4902961"/>
            <a:ext cx="3086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Fault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59378" y="3798061"/>
            <a:ext cx="2406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BIT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86226" y="2411983"/>
            <a:ext cx="2406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BIT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75379" y="4842764"/>
            <a:ext cx="2406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BIT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42885" y="5285485"/>
            <a:ext cx="3365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Lamp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95697" y="2928619"/>
            <a:ext cx="10731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 Entry/Exit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Alert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Status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07917" y="3144266"/>
            <a:ext cx="5969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SensedExit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61129" y="2026412"/>
            <a:ext cx="6661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">
                <a:latin typeface="Arial MT"/>
                <a:cs typeface="Arial MT"/>
              </a:rPr>
              <a:t>: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SensedEntry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67103" y="1132585"/>
            <a:ext cx="9093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ibd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[s</a:t>
            </a:r>
            <a:r>
              <a:rPr dirty="0" sz="900" spc="-15">
                <a:latin typeface="Arial MT"/>
                <a:cs typeface="Arial MT"/>
              </a:rPr>
              <a:t>y</a:t>
            </a:r>
            <a:r>
              <a:rPr dirty="0" sz="900" spc="-5">
                <a:latin typeface="Arial MT"/>
                <a:cs typeface="Arial MT"/>
              </a:rPr>
              <a:t>s</a:t>
            </a:r>
            <a:r>
              <a:rPr dirty="0" sz="900">
                <a:latin typeface="Arial MT"/>
                <a:cs typeface="Arial MT"/>
              </a:rPr>
              <a:t>tem] ESS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2161285" y="411734"/>
            <a:ext cx="45148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ESS</a:t>
            </a:r>
            <a:r>
              <a:rPr dirty="0" spc="-50"/>
              <a:t> </a:t>
            </a:r>
            <a:r>
              <a:rPr dirty="0"/>
              <a:t>Logical</a:t>
            </a:r>
            <a:r>
              <a:rPr dirty="0" spc="-15"/>
              <a:t> </a:t>
            </a:r>
            <a:r>
              <a:rPr dirty="0" spc="-5"/>
              <a:t>Design</a:t>
            </a:r>
            <a:r>
              <a:rPr dirty="0" spc="-25"/>
              <a:t> </a:t>
            </a:r>
            <a:r>
              <a:rPr dirty="0"/>
              <a:t>(Partial)</a:t>
            </a:r>
          </a:p>
        </p:txBody>
      </p:sp>
      <p:sp>
        <p:nvSpPr>
          <p:cNvPr id="42" name="object 42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8042850" y="6500168"/>
            <a:ext cx="3606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113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860295" y="6509311"/>
            <a:ext cx="61290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 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2004-2006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530" y="1914905"/>
          <a:ext cx="9058275" cy="433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10"/>
                <a:gridCol w="596900"/>
                <a:gridCol w="857885"/>
                <a:gridCol w="559434"/>
                <a:gridCol w="559435"/>
                <a:gridCol w="560070"/>
                <a:gridCol w="559435"/>
                <a:gridCol w="560070"/>
                <a:gridCol w="560070"/>
                <a:gridCol w="560070"/>
                <a:gridCol w="544829"/>
                <a:gridCol w="574675"/>
                <a:gridCol w="574675"/>
                <a:gridCol w="574675"/>
                <a:gridCol w="574675"/>
                <a:gridCol w="474345"/>
              </a:tblGrid>
              <a:tr h="294513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13">
                  <a:txBody>
                    <a:bodyPr/>
                    <a:lstStyle/>
                    <a:p>
                      <a:pPr marL="201104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800" spc="10">
                          <a:latin typeface="Arial MT"/>
                          <a:cs typeface="Arial MT"/>
                        </a:rPr>
                        <a:t>Logical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25">
                          <a:latin typeface="Arial MT"/>
                          <a:cs typeface="Arial MT"/>
                        </a:rPr>
                        <a:t>Components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8333">
                <a:tc rowSpan="16">
                  <a:txBody>
                    <a:bodyPr/>
                    <a:lstStyle/>
                    <a:p>
                      <a:pPr marL="5099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50" spc="5">
                          <a:latin typeface="Arial MT"/>
                          <a:cs typeface="Arial MT"/>
                        </a:rPr>
                        <a:t>Physical</a:t>
                      </a:r>
                      <a:r>
                        <a:rPr dirty="0" sz="15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50">
                          <a:latin typeface="Arial MT"/>
                          <a:cs typeface="Arial MT"/>
                        </a:rPr>
                        <a:t>Components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Arial MT"/>
                          <a:cs typeface="Arial MT"/>
                        </a:rPr>
                        <a:t>Type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8415" marR="226695">
                        <a:lnSpc>
                          <a:spcPct val="108000"/>
                        </a:lnSpc>
                        <a:spcBef>
                          <a:spcPts val="5"/>
                        </a:spcBef>
                      </a:pPr>
                      <a:r>
                        <a:rPr dirty="0" sz="750" spc="5">
                          <a:latin typeface="Arial MT"/>
                          <a:cs typeface="Arial MT"/>
                        </a:rPr>
                        <a:t>Entry </a:t>
                      </a:r>
                      <a:r>
                        <a:rPr dirty="0" sz="7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15"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750" spc="30"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or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R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50" spc="15">
                          <a:latin typeface="Arial MT"/>
                          <a:cs typeface="Arial MT"/>
                        </a:rPr>
                        <a:t>Exit</a:t>
                      </a:r>
                      <a:r>
                        <a:rPr dirty="0" sz="7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Sensor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9050" marR="113030">
                        <a:lnSpc>
                          <a:spcPct val="108000"/>
                        </a:lnSpc>
                        <a:spcBef>
                          <a:spcPts val="5"/>
                        </a:spcBef>
                      </a:pPr>
                      <a:r>
                        <a:rPr dirty="0" sz="750" spc="15"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750" spc="10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50" spc="2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r 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Sensor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8415" marR="102870">
                        <a:lnSpc>
                          <a:spcPct val="108000"/>
                        </a:lnSpc>
                        <a:spcBef>
                          <a:spcPts val="5"/>
                        </a:spcBef>
                      </a:pPr>
                      <a:r>
                        <a:rPr dirty="0" sz="750" spc="2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750" spc="2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750" spc="3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750" spc="2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750" spc="15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50" spc="30">
                          <a:latin typeface="Arial MT"/>
                          <a:cs typeface="Arial MT"/>
                        </a:rPr>
                        <a:t>x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it  </a:t>
                      </a:r>
                      <a:r>
                        <a:rPr dirty="0" sz="750" spc="5">
                          <a:latin typeface="Arial MT"/>
                          <a:cs typeface="Arial MT"/>
                        </a:rPr>
                        <a:t>Monitor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9050" marR="208915">
                        <a:lnSpc>
                          <a:spcPct val="108000"/>
                        </a:lnSpc>
                        <a:spcBef>
                          <a:spcPts val="5"/>
                        </a:spcBef>
                      </a:pPr>
                      <a:r>
                        <a:rPr dirty="0" sz="750" spc="-15">
                          <a:latin typeface="Arial MT"/>
                          <a:cs typeface="Arial MT"/>
                        </a:rPr>
                        <a:t>Event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10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750" spc="2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8415" marR="55244">
                        <a:lnSpc>
                          <a:spcPct val="108000"/>
                        </a:lnSpc>
                        <a:spcBef>
                          <a:spcPts val="5"/>
                        </a:spcBef>
                      </a:pPr>
                      <a:r>
                        <a:rPr dirty="0" sz="750" spc="15">
                          <a:latin typeface="Arial MT"/>
                          <a:cs typeface="Arial MT"/>
                        </a:rPr>
                        <a:t>Site </a:t>
                      </a:r>
                      <a:r>
                        <a:rPr dirty="0" sz="7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Comms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I/F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50" spc="-15">
                          <a:latin typeface="Arial MT"/>
                          <a:cs typeface="Arial MT"/>
                        </a:rPr>
                        <a:t>Event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">
                          <a:latin typeface="Arial MT"/>
                          <a:cs typeface="Arial MT"/>
                        </a:rPr>
                        <a:t>Log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8415" marR="99695">
                        <a:lnSpc>
                          <a:spcPct val="108000"/>
                        </a:lnSpc>
                        <a:spcBef>
                          <a:spcPts val="5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750" spc="25">
                          <a:latin typeface="Arial MT"/>
                          <a:cs typeface="Arial MT"/>
                        </a:rPr>
                        <a:t>st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750" spc="10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er 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I/F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9050" marR="60325">
                        <a:lnSpc>
                          <a:spcPct val="108000"/>
                        </a:lnSpc>
                        <a:spcBef>
                          <a:spcPts val="5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Customer </a:t>
                      </a:r>
                      <a:r>
                        <a:rPr dirty="0" sz="7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Output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Mgr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9050" marR="212725">
                        <a:lnSpc>
                          <a:spcPct val="108000"/>
                        </a:lnSpc>
                        <a:spcBef>
                          <a:spcPts val="5"/>
                        </a:spcBef>
                      </a:pPr>
                      <a:r>
                        <a:rPr dirty="0" sz="750" spc="15"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750" spc="30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750" spc="25"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750" spc="2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m  </a:t>
                      </a:r>
                      <a:r>
                        <a:rPr dirty="0" sz="750" spc="10">
                          <a:latin typeface="Arial MT"/>
                          <a:cs typeface="Arial MT"/>
                        </a:rPr>
                        <a:t>Status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Fault</a:t>
                      </a:r>
                      <a:r>
                        <a:rPr dirty="0" sz="7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5">
                          <a:latin typeface="Arial MT"/>
                          <a:cs typeface="Arial MT"/>
                        </a:rPr>
                        <a:t>Mgr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9050" marR="120014">
                        <a:lnSpc>
                          <a:spcPct val="108000"/>
                        </a:lnSpc>
                        <a:spcBef>
                          <a:spcPts val="5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Alarm </a:t>
                      </a:r>
                      <a:r>
                        <a:rPr dirty="0" sz="7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G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ra</a:t>
                      </a:r>
                      <a:r>
                        <a:rPr dirty="0" sz="750" spc="2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R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Alarm</a:t>
                      </a:r>
                      <a:r>
                        <a:rPr dirty="0" sz="7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I/F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23945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«software»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69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Device</a:t>
                      </a:r>
                      <a:r>
                        <a:rPr dirty="0" sz="7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5">
                          <a:latin typeface="Arial MT"/>
                          <a:cs typeface="Arial MT"/>
                        </a:rPr>
                        <a:t>Mgr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69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785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15">
                          <a:latin typeface="Arial MT"/>
                          <a:cs typeface="Arial MT"/>
                        </a:rPr>
                        <a:t>SF</a:t>
                      </a:r>
                      <a:r>
                        <a:rPr dirty="0" sz="7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Comm</a:t>
                      </a:r>
                      <a:r>
                        <a:rPr dirty="0" sz="7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">
                          <a:latin typeface="Arial MT"/>
                          <a:cs typeface="Arial MT"/>
                        </a:rPr>
                        <a:t>I/F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User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">
                          <a:latin typeface="Arial MT"/>
                          <a:cs typeface="Arial MT"/>
                        </a:rPr>
                        <a:t>I/F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-15">
                          <a:latin typeface="Arial MT"/>
                          <a:cs typeface="Arial MT"/>
                        </a:rPr>
                        <a:t>Event</a:t>
                      </a:r>
                      <a:r>
                        <a:rPr dirty="0" sz="7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Mgr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15">
                          <a:latin typeface="Arial MT"/>
                          <a:cs typeface="Arial MT"/>
                        </a:rPr>
                        <a:t>Site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10">
                          <a:latin typeface="Arial MT"/>
                          <a:cs typeface="Arial MT"/>
                        </a:rPr>
                        <a:t>Status</a:t>
                      </a:r>
                      <a:r>
                        <a:rPr dirty="0" sz="7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Mgr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15">
                          <a:latin typeface="Arial MT"/>
                          <a:cs typeface="Arial MT"/>
                        </a:rPr>
                        <a:t>Site</a:t>
                      </a:r>
                      <a:r>
                        <a:rPr dirty="0" sz="7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5">
                          <a:latin typeface="Arial MT"/>
                          <a:cs typeface="Arial MT"/>
                        </a:rPr>
                        <a:t>RDBMS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CMS</a:t>
                      </a:r>
                      <a:r>
                        <a:rPr dirty="0" sz="7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RDBMS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Arial MT"/>
                          <a:cs typeface="Arial MT"/>
                        </a:rPr>
                        <a:t>«data»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5">
                          <a:latin typeface="Arial MT"/>
                          <a:cs typeface="Arial MT"/>
                        </a:rPr>
                        <a:t>Video</a:t>
                      </a:r>
                      <a:r>
                        <a:rPr dirty="0" sz="75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5">
                          <a:latin typeface="Arial MT"/>
                          <a:cs typeface="Arial MT"/>
                        </a:rPr>
                        <a:t>File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CMS Database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15">
                          <a:latin typeface="Arial MT"/>
                          <a:cs typeface="Arial MT"/>
                        </a:rPr>
                        <a:t>Site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Database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«hardware»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5">
                          <a:latin typeface="Arial MT"/>
                          <a:cs typeface="Arial MT"/>
                        </a:rPr>
                        <a:t>Optical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 Sensor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00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5">
                          <a:latin typeface="Arial MT"/>
                          <a:cs typeface="Arial MT"/>
                        </a:rPr>
                        <a:t>DSL</a:t>
                      </a:r>
                      <a:r>
                        <a:rPr dirty="0" sz="7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Modem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789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450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User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">
                          <a:latin typeface="Arial MT"/>
                          <a:cs typeface="Arial MT"/>
                        </a:rPr>
                        <a:t>Console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855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450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 spc="5">
                          <a:latin typeface="Arial MT"/>
                          <a:cs typeface="Arial MT"/>
                        </a:rPr>
                        <a:t>Video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Camera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855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888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9209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Alarm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855"/>
                        </a:lnSpc>
                      </a:pPr>
                      <a:r>
                        <a:rPr dirty="0" sz="1550" b="1">
                          <a:latin typeface="Arial"/>
                          <a:cs typeface="Arial"/>
                        </a:rPr>
                        <a:t>X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79018" y="1171447"/>
            <a:ext cx="70218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800">
                <a:latin typeface="Arial MT"/>
                <a:cs typeface="Arial MT"/>
              </a:rPr>
              <a:t>Allocating </a:t>
            </a:r>
            <a:r>
              <a:rPr dirty="0" sz="1800" spc="-5">
                <a:latin typeface="Arial MT"/>
                <a:cs typeface="Arial MT"/>
              </a:rPr>
              <a:t>Logical Components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35">
                <a:latin typeface="Arial MT"/>
                <a:cs typeface="Arial MT"/>
              </a:rPr>
              <a:t>HW, SW, </a:t>
            </a:r>
            <a:r>
              <a:rPr dirty="0" sz="1800" spc="-5">
                <a:latin typeface="Arial MT"/>
                <a:cs typeface="Arial MT"/>
              </a:rPr>
              <a:t>Data, and </a:t>
            </a:r>
            <a:r>
              <a:rPr dirty="0" sz="1800">
                <a:latin typeface="Arial MT"/>
                <a:cs typeface="Arial MT"/>
              </a:rPr>
              <a:t>Procedures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components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82038" y="411734"/>
            <a:ext cx="467550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ESS</a:t>
            </a:r>
            <a:r>
              <a:rPr dirty="0" spc="-50"/>
              <a:t> </a:t>
            </a:r>
            <a:r>
              <a:rPr dirty="0"/>
              <a:t>Allocation</a:t>
            </a:r>
            <a:r>
              <a:rPr dirty="0" spc="-25"/>
              <a:t> </a:t>
            </a:r>
            <a:r>
              <a:rPr dirty="0"/>
              <a:t>Table</a:t>
            </a:r>
            <a:r>
              <a:rPr dirty="0" spc="-15"/>
              <a:t> </a:t>
            </a:r>
            <a:r>
              <a:rPr dirty="0"/>
              <a:t>(partial)</a:t>
            </a:r>
          </a:p>
        </p:txBody>
      </p:sp>
      <p:sp>
        <p:nvSpPr>
          <p:cNvPr id="6" name="object 6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42850" y="6500168"/>
            <a:ext cx="3606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113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0295" y="6509311"/>
            <a:ext cx="61290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 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2004-2006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7723" y="411734"/>
            <a:ext cx="360426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ESS</a:t>
            </a:r>
            <a:r>
              <a:rPr dirty="0" spc="-60"/>
              <a:t> </a:t>
            </a:r>
            <a:r>
              <a:rPr dirty="0" spc="-5"/>
              <a:t>Deployment</a:t>
            </a:r>
            <a:r>
              <a:rPr dirty="0" spc="-30"/>
              <a:t> </a:t>
            </a:r>
            <a:r>
              <a:rPr dirty="0"/>
              <a:t>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57427" y="1297686"/>
            <a:ext cx="7600950" cy="5560695"/>
            <a:chOff x="757427" y="1297686"/>
            <a:chExt cx="7600950" cy="55606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427" y="1297686"/>
              <a:ext cx="7600950" cy="50733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69236" y="6384035"/>
              <a:ext cx="4448175" cy="474345"/>
            </a:xfrm>
            <a:custGeom>
              <a:avLst/>
              <a:gdLst/>
              <a:ahLst/>
              <a:cxnLst/>
              <a:rect l="l" t="t" r="r" b="b"/>
              <a:pathLst>
                <a:path w="4448175" h="474345">
                  <a:moveTo>
                    <a:pt x="4447794" y="473964"/>
                  </a:moveTo>
                  <a:lnTo>
                    <a:pt x="4447794" y="0"/>
                  </a:lnTo>
                  <a:lnTo>
                    <a:pt x="0" y="0"/>
                  </a:lnTo>
                  <a:lnTo>
                    <a:pt x="0" y="473964"/>
                  </a:lnTo>
                  <a:lnTo>
                    <a:pt x="4447794" y="4739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42850" y="6500168"/>
            <a:ext cx="3606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113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0295" y="6509311"/>
            <a:ext cx="61290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 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2004-2006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0975" y="198374"/>
            <a:ext cx="4758055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78460">
              <a:lnSpc>
                <a:spcPct val="100000"/>
              </a:lnSpc>
              <a:spcBef>
                <a:spcPts val="100"/>
              </a:spcBef>
            </a:pPr>
            <a:r>
              <a:rPr dirty="0"/>
              <a:t>ESS Parametric </a:t>
            </a:r>
            <a:r>
              <a:rPr dirty="0" spc="-5"/>
              <a:t>Diagram </a:t>
            </a:r>
            <a:r>
              <a:rPr dirty="0"/>
              <a:t> To</a:t>
            </a:r>
            <a:r>
              <a:rPr dirty="0" spc="-25"/>
              <a:t> </a:t>
            </a:r>
            <a:r>
              <a:rPr dirty="0"/>
              <a:t>Support</a:t>
            </a:r>
            <a:r>
              <a:rPr dirty="0" spc="-25"/>
              <a:t> </a:t>
            </a:r>
            <a:r>
              <a:rPr dirty="0"/>
              <a:t>Trade-off</a:t>
            </a:r>
            <a:r>
              <a:rPr dirty="0" spc="-25"/>
              <a:t> </a:t>
            </a:r>
            <a:r>
              <a:rPr dirty="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283" y="1962150"/>
            <a:ext cx="7686293" cy="34671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42850" y="6500168"/>
            <a:ext cx="3606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113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0295" y="6509311"/>
            <a:ext cx="61290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 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2004-2006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54329" y="2327910"/>
            <a:ext cx="734060" cy="204470"/>
          </a:xfrm>
          <a:custGeom>
            <a:avLst/>
            <a:gdLst/>
            <a:ahLst/>
            <a:cxnLst/>
            <a:rect l="l" t="t" r="r" b="b"/>
            <a:pathLst>
              <a:path w="734060" h="204469">
                <a:moveTo>
                  <a:pt x="733806" y="204215"/>
                </a:moveTo>
                <a:lnTo>
                  <a:pt x="733806" y="0"/>
                </a:lnTo>
                <a:lnTo>
                  <a:pt x="0" y="0"/>
                </a:lnTo>
                <a:lnTo>
                  <a:pt x="0" y="204215"/>
                </a:lnTo>
                <a:lnTo>
                  <a:pt x="1524" y="204215"/>
                </a:lnTo>
                <a:lnTo>
                  <a:pt x="1523" y="3047"/>
                </a:lnTo>
                <a:lnTo>
                  <a:pt x="3047" y="1523"/>
                </a:lnTo>
                <a:lnTo>
                  <a:pt x="3047" y="3047"/>
                </a:lnTo>
                <a:lnTo>
                  <a:pt x="729996" y="3047"/>
                </a:lnTo>
                <a:lnTo>
                  <a:pt x="729996" y="1523"/>
                </a:lnTo>
                <a:lnTo>
                  <a:pt x="731520" y="3047"/>
                </a:lnTo>
                <a:lnTo>
                  <a:pt x="731520" y="204215"/>
                </a:lnTo>
                <a:lnTo>
                  <a:pt x="733806" y="204215"/>
                </a:lnTo>
                <a:close/>
              </a:path>
              <a:path w="734060" h="204469">
                <a:moveTo>
                  <a:pt x="3047" y="3047"/>
                </a:moveTo>
                <a:lnTo>
                  <a:pt x="3047" y="1523"/>
                </a:lnTo>
                <a:lnTo>
                  <a:pt x="1523" y="3047"/>
                </a:lnTo>
                <a:lnTo>
                  <a:pt x="3047" y="3047"/>
                </a:lnTo>
                <a:close/>
              </a:path>
              <a:path w="734060" h="204469">
                <a:moveTo>
                  <a:pt x="3047" y="201167"/>
                </a:moveTo>
                <a:lnTo>
                  <a:pt x="3047" y="3047"/>
                </a:lnTo>
                <a:lnTo>
                  <a:pt x="1523" y="3047"/>
                </a:lnTo>
                <a:lnTo>
                  <a:pt x="1523" y="201167"/>
                </a:lnTo>
                <a:lnTo>
                  <a:pt x="3047" y="201167"/>
                </a:lnTo>
                <a:close/>
              </a:path>
              <a:path w="734060" h="204469">
                <a:moveTo>
                  <a:pt x="731520" y="201167"/>
                </a:moveTo>
                <a:lnTo>
                  <a:pt x="1523" y="201167"/>
                </a:lnTo>
                <a:lnTo>
                  <a:pt x="3047" y="202691"/>
                </a:lnTo>
                <a:lnTo>
                  <a:pt x="3047" y="204215"/>
                </a:lnTo>
                <a:lnTo>
                  <a:pt x="729996" y="204215"/>
                </a:lnTo>
                <a:lnTo>
                  <a:pt x="729996" y="202691"/>
                </a:lnTo>
                <a:lnTo>
                  <a:pt x="731520" y="201167"/>
                </a:lnTo>
                <a:close/>
              </a:path>
              <a:path w="734060" h="204469">
                <a:moveTo>
                  <a:pt x="3047" y="204215"/>
                </a:moveTo>
                <a:lnTo>
                  <a:pt x="3047" y="202691"/>
                </a:lnTo>
                <a:lnTo>
                  <a:pt x="1523" y="201167"/>
                </a:lnTo>
                <a:lnTo>
                  <a:pt x="1524" y="204215"/>
                </a:lnTo>
                <a:lnTo>
                  <a:pt x="3047" y="204215"/>
                </a:lnTo>
                <a:close/>
              </a:path>
              <a:path w="734060" h="204469">
                <a:moveTo>
                  <a:pt x="731520" y="3047"/>
                </a:moveTo>
                <a:lnTo>
                  <a:pt x="729996" y="1523"/>
                </a:lnTo>
                <a:lnTo>
                  <a:pt x="729996" y="3047"/>
                </a:lnTo>
                <a:lnTo>
                  <a:pt x="731520" y="3047"/>
                </a:lnTo>
                <a:close/>
              </a:path>
              <a:path w="734060" h="204469">
                <a:moveTo>
                  <a:pt x="731520" y="201167"/>
                </a:moveTo>
                <a:lnTo>
                  <a:pt x="731520" y="3047"/>
                </a:lnTo>
                <a:lnTo>
                  <a:pt x="729996" y="3047"/>
                </a:lnTo>
                <a:lnTo>
                  <a:pt x="729996" y="201167"/>
                </a:lnTo>
                <a:lnTo>
                  <a:pt x="731520" y="201167"/>
                </a:lnTo>
                <a:close/>
              </a:path>
              <a:path w="734060" h="204469">
                <a:moveTo>
                  <a:pt x="731520" y="204215"/>
                </a:moveTo>
                <a:lnTo>
                  <a:pt x="731520" y="201167"/>
                </a:lnTo>
                <a:lnTo>
                  <a:pt x="729996" y="202691"/>
                </a:lnTo>
                <a:lnTo>
                  <a:pt x="729996" y="204215"/>
                </a:lnTo>
                <a:lnTo>
                  <a:pt x="731520" y="2042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4584" y="2333498"/>
            <a:ext cx="72517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Description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43200" y="2337054"/>
            <a:ext cx="2016760" cy="3138805"/>
            <a:chOff x="2743200" y="2337054"/>
            <a:chExt cx="2016760" cy="3138805"/>
          </a:xfrm>
        </p:grpSpPr>
        <p:sp>
          <p:nvSpPr>
            <p:cNvPr id="6" name="object 6"/>
            <p:cNvSpPr/>
            <p:nvPr/>
          </p:nvSpPr>
          <p:spPr>
            <a:xfrm>
              <a:off x="2745486" y="3046476"/>
              <a:ext cx="83820" cy="2428240"/>
            </a:xfrm>
            <a:custGeom>
              <a:avLst/>
              <a:gdLst/>
              <a:ahLst/>
              <a:cxnLst/>
              <a:rect l="l" t="t" r="r" b="b"/>
              <a:pathLst>
                <a:path w="83819" h="2428240">
                  <a:moveTo>
                    <a:pt x="83820" y="2427731"/>
                  </a:moveTo>
                  <a:lnTo>
                    <a:pt x="83819" y="0"/>
                  </a:lnTo>
                  <a:lnTo>
                    <a:pt x="0" y="0"/>
                  </a:lnTo>
                  <a:lnTo>
                    <a:pt x="0" y="2427731"/>
                  </a:lnTo>
                  <a:lnTo>
                    <a:pt x="83820" y="242773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43200" y="3044952"/>
              <a:ext cx="87630" cy="2430780"/>
            </a:xfrm>
            <a:custGeom>
              <a:avLst/>
              <a:gdLst/>
              <a:ahLst/>
              <a:cxnLst/>
              <a:rect l="l" t="t" r="r" b="b"/>
              <a:pathLst>
                <a:path w="87630" h="2430779">
                  <a:moveTo>
                    <a:pt x="87630" y="2430780"/>
                  </a:moveTo>
                  <a:lnTo>
                    <a:pt x="87629" y="0"/>
                  </a:lnTo>
                  <a:lnTo>
                    <a:pt x="0" y="0"/>
                  </a:lnTo>
                  <a:lnTo>
                    <a:pt x="0" y="2430780"/>
                  </a:lnTo>
                  <a:lnTo>
                    <a:pt x="2286" y="2430780"/>
                  </a:lnTo>
                  <a:lnTo>
                    <a:pt x="2286" y="3048"/>
                  </a:lnTo>
                  <a:lnTo>
                    <a:pt x="3810" y="1524"/>
                  </a:lnTo>
                  <a:lnTo>
                    <a:pt x="3810" y="3048"/>
                  </a:lnTo>
                  <a:lnTo>
                    <a:pt x="84581" y="3048"/>
                  </a:lnTo>
                  <a:lnTo>
                    <a:pt x="84581" y="1524"/>
                  </a:lnTo>
                  <a:lnTo>
                    <a:pt x="86105" y="3048"/>
                  </a:lnTo>
                  <a:lnTo>
                    <a:pt x="86106" y="2430780"/>
                  </a:lnTo>
                  <a:lnTo>
                    <a:pt x="87630" y="2430780"/>
                  </a:lnTo>
                  <a:close/>
                </a:path>
                <a:path w="87630" h="2430779">
                  <a:moveTo>
                    <a:pt x="3810" y="3048"/>
                  </a:moveTo>
                  <a:lnTo>
                    <a:pt x="3810" y="1524"/>
                  </a:lnTo>
                  <a:lnTo>
                    <a:pt x="2286" y="3048"/>
                  </a:lnTo>
                  <a:lnTo>
                    <a:pt x="3810" y="3048"/>
                  </a:lnTo>
                  <a:close/>
                </a:path>
                <a:path w="87630" h="2430779">
                  <a:moveTo>
                    <a:pt x="3810" y="2427732"/>
                  </a:moveTo>
                  <a:lnTo>
                    <a:pt x="3810" y="3048"/>
                  </a:lnTo>
                  <a:lnTo>
                    <a:pt x="2286" y="3048"/>
                  </a:lnTo>
                  <a:lnTo>
                    <a:pt x="2286" y="2427732"/>
                  </a:lnTo>
                  <a:lnTo>
                    <a:pt x="3810" y="2427732"/>
                  </a:lnTo>
                  <a:close/>
                </a:path>
                <a:path w="87630" h="2430779">
                  <a:moveTo>
                    <a:pt x="86106" y="2427732"/>
                  </a:moveTo>
                  <a:lnTo>
                    <a:pt x="2286" y="2427732"/>
                  </a:lnTo>
                  <a:lnTo>
                    <a:pt x="3810" y="2429256"/>
                  </a:lnTo>
                  <a:lnTo>
                    <a:pt x="3810" y="2430780"/>
                  </a:lnTo>
                  <a:lnTo>
                    <a:pt x="84582" y="2430780"/>
                  </a:lnTo>
                  <a:lnTo>
                    <a:pt x="84582" y="2429256"/>
                  </a:lnTo>
                  <a:lnTo>
                    <a:pt x="86106" y="2427732"/>
                  </a:lnTo>
                  <a:close/>
                </a:path>
                <a:path w="87630" h="2430779">
                  <a:moveTo>
                    <a:pt x="3810" y="2430780"/>
                  </a:moveTo>
                  <a:lnTo>
                    <a:pt x="3810" y="2429256"/>
                  </a:lnTo>
                  <a:lnTo>
                    <a:pt x="2286" y="2427732"/>
                  </a:lnTo>
                  <a:lnTo>
                    <a:pt x="2286" y="2430780"/>
                  </a:lnTo>
                  <a:lnTo>
                    <a:pt x="3810" y="2430780"/>
                  </a:lnTo>
                  <a:close/>
                </a:path>
                <a:path w="87630" h="2430779">
                  <a:moveTo>
                    <a:pt x="86105" y="3048"/>
                  </a:moveTo>
                  <a:lnTo>
                    <a:pt x="84581" y="1524"/>
                  </a:lnTo>
                  <a:lnTo>
                    <a:pt x="84581" y="3048"/>
                  </a:lnTo>
                  <a:lnTo>
                    <a:pt x="86105" y="3048"/>
                  </a:lnTo>
                  <a:close/>
                </a:path>
                <a:path w="87630" h="2430779">
                  <a:moveTo>
                    <a:pt x="86106" y="2427732"/>
                  </a:moveTo>
                  <a:lnTo>
                    <a:pt x="86105" y="3048"/>
                  </a:lnTo>
                  <a:lnTo>
                    <a:pt x="84581" y="3048"/>
                  </a:lnTo>
                  <a:lnTo>
                    <a:pt x="84582" y="2427732"/>
                  </a:lnTo>
                  <a:lnTo>
                    <a:pt x="86106" y="2427732"/>
                  </a:lnTo>
                  <a:close/>
                </a:path>
                <a:path w="87630" h="2430779">
                  <a:moveTo>
                    <a:pt x="86106" y="2430780"/>
                  </a:moveTo>
                  <a:lnTo>
                    <a:pt x="86106" y="2427732"/>
                  </a:lnTo>
                  <a:lnTo>
                    <a:pt x="84582" y="2429256"/>
                  </a:lnTo>
                  <a:lnTo>
                    <a:pt x="84582" y="2430780"/>
                  </a:lnTo>
                  <a:lnTo>
                    <a:pt x="86106" y="2430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89934" y="3046476"/>
              <a:ext cx="635" cy="1012825"/>
            </a:xfrm>
            <a:custGeom>
              <a:avLst/>
              <a:gdLst/>
              <a:ahLst/>
              <a:cxnLst/>
              <a:rect l="l" t="t" r="r" b="b"/>
              <a:pathLst>
                <a:path w="635" h="1012825">
                  <a:moveTo>
                    <a:pt x="0" y="0"/>
                  </a:moveTo>
                  <a:lnTo>
                    <a:pt x="0" y="87630"/>
                  </a:lnTo>
                </a:path>
                <a:path w="635" h="1012825">
                  <a:moveTo>
                    <a:pt x="381" y="88391"/>
                  </a:moveTo>
                  <a:lnTo>
                    <a:pt x="381" y="1012698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90697" y="4059936"/>
              <a:ext cx="0" cy="624205"/>
            </a:xfrm>
            <a:custGeom>
              <a:avLst/>
              <a:gdLst/>
              <a:ahLst/>
              <a:cxnLst/>
              <a:rect l="l" t="t" r="r" b="b"/>
              <a:pathLst>
                <a:path w="0" h="624204">
                  <a:moveTo>
                    <a:pt x="0" y="0"/>
                  </a:moveTo>
                  <a:lnTo>
                    <a:pt x="0" y="624077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91077" y="4684776"/>
              <a:ext cx="635" cy="789940"/>
            </a:xfrm>
            <a:custGeom>
              <a:avLst/>
              <a:gdLst/>
              <a:ahLst/>
              <a:cxnLst/>
              <a:rect l="l" t="t" r="r" b="b"/>
              <a:pathLst>
                <a:path w="635" h="789939">
                  <a:moveTo>
                    <a:pt x="0" y="0"/>
                  </a:moveTo>
                  <a:lnTo>
                    <a:pt x="0" y="536448"/>
                  </a:lnTo>
                </a:path>
                <a:path w="635" h="789939">
                  <a:moveTo>
                    <a:pt x="380" y="537210"/>
                  </a:moveTo>
                  <a:lnTo>
                    <a:pt x="380" y="649224"/>
                  </a:lnTo>
                </a:path>
                <a:path w="635" h="789939">
                  <a:moveTo>
                    <a:pt x="381" y="649986"/>
                  </a:moveTo>
                  <a:lnTo>
                    <a:pt x="381" y="789432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56075" y="2338578"/>
              <a:ext cx="1102360" cy="708025"/>
            </a:xfrm>
            <a:custGeom>
              <a:avLst/>
              <a:gdLst/>
              <a:ahLst/>
              <a:cxnLst/>
              <a:rect l="l" t="t" r="r" b="b"/>
              <a:pathLst>
                <a:path w="1102360" h="708025">
                  <a:moveTo>
                    <a:pt x="1101852" y="707898"/>
                  </a:moveTo>
                  <a:lnTo>
                    <a:pt x="1101852" y="0"/>
                  </a:lnTo>
                  <a:lnTo>
                    <a:pt x="0" y="0"/>
                  </a:lnTo>
                  <a:lnTo>
                    <a:pt x="0" y="707898"/>
                  </a:lnTo>
                  <a:lnTo>
                    <a:pt x="1101852" y="707898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54552" y="2337054"/>
              <a:ext cx="1104900" cy="711200"/>
            </a:xfrm>
            <a:custGeom>
              <a:avLst/>
              <a:gdLst/>
              <a:ahLst/>
              <a:cxnLst/>
              <a:rect l="l" t="t" r="r" b="b"/>
              <a:pathLst>
                <a:path w="1104900" h="711200">
                  <a:moveTo>
                    <a:pt x="1104900" y="710946"/>
                  </a:moveTo>
                  <a:lnTo>
                    <a:pt x="1104900" y="0"/>
                  </a:lnTo>
                  <a:lnTo>
                    <a:pt x="0" y="0"/>
                  </a:lnTo>
                  <a:lnTo>
                    <a:pt x="0" y="710946"/>
                  </a:lnTo>
                  <a:lnTo>
                    <a:pt x="1524" y="710946"/>
                  </a:lnTo>
                  <a:lnTo>
                    <a:pt x="1524" y="3047"/>
                  </a:lnTo>
                  <a:lnTo>
                    <a:pt x="3048" y="1523"/>
                  </a:lnTo>
                  <a:lnTo>
                    <a:pt x="3048" y="3047"/>
                  </a:lnTo>
                  <a:lnTo>
                    <a:pt x="1101852" y="3047"/>
                  </a:lnTo>
                  <a:lnTo>
                    <a:pt x="1101852" y="1523"/>
                  </a:lnTo>
                  <a:lnTo>
                    <a:pt x="1103376" y="3047"/>
                  </a:lnTo>
                  <a:lnTo>
                    <a:pt x="1103376" y="710946"/>
                  </a:lnTo>
                  <a:lnTo>
                    <a:pt x="1104900" y="710946"/>
                  </a:lnTo>
                  <a:close/>
                </a:path>
                <a:path w="1104900" h="711200">
                  <a:moveTo>
                    <a:pt x="3048" y="3047"/>
                  </a:moveTo>
                  <a:lnTo>
                    <a:pt x="3048" y="1523"/>
                  </a:lnTo>
                  <a:lnTo>
                    <a:pt x="1524" y="3047"/>
                  </a:lnTo>
                  <a:lnTo>
                    <a:pt x="3048" y="3047"/>
                  </a:lnTo>
                  <a:close/>
                </a:path>
                <a:path w="1104900" h="711200">
                  <a:moveTo>
                    <a:pt x="3048" y="707898"/>
                  </a:moveTo>
                  <a:lnTo>
                    <a:pt x="3048" y="3047"/>
                  </a:lnTo>
                  <a:lnTo>
                    <a:pt x="1524" y="3047"/>
                  </a:lnTo>
                  <a:lnTo>
                    <a:pt x="1524" y="707898"/>
                  </a:lnTo>
                  <a:lnTo>
                    <a:pt x="3048" y="707898"/>
                  </a:lnTo>
                  <a:close/>
                </a:path>
                <a:path w="1104900" h="711200">
                  <a:moveTo>
                    <a:pt x="1103376" y="707898"/>
                  </a:moveTo>
                  <a:lnTo>
                    <a:pt x="1524" y="707898"/>
                  </a:lnTo>
                  <a:lnTo>
                    <a:pt x="3048" y="709422"/>
                  </a:lnTo>
                  <a:lnTo>
                    <a:pt x="3048" y="710946"/>
                  </a:lnTo>
                  <a:lnTo>
                    <a:pt x="1101852" y="710946"/>
                  </a:lnTo>
                  <a:lnTo>
                    <a:pt x="1101852" y="709422"/>
                  </a:lnTo>
                  <a:lnTo>
                    <a:pt x="1103376" y="707898"/>
                  </a:lnTo>
                  <a:close/>
                </a:path>
                <a:path w="1104900" h="711200">
                  <a:moveTo>
                    <a:pt x="3048" y="710946"/>
                  </a:moveTo>
                  <a:lnTo>
                    <a:pt x="3048" y="709422"/>
                  </a:lnTo>
                  <a:lnTo>
                    <a:pt x="1524" y="707898"/>
                  </a:lnTo>
                  <a:lnTo>
                    <a:pt x="1524" y="710946"/>
                  </a:lnTo>
                  <a:lnTo>
                    <a:pt x="3048" y="710946"/>
                  </a:lnTo>
                  <a:close/>
                </a:path>
                <a:path w="1104900" h="711200">
                  <a:moveTo>
                    <a:pt x="1103376" y="3047"/>
                  </a:moveTo>
                  <a:lnTo>
                    <a:pt x="1101852" y="1523"/>
                  </a:lnTo>
                  <a:lnTo>
                    <a:pt x="1101852" y="3047"/>
                  </a:lnTo>
                  <a:lnTo>
                    <a:pt x="1103376" y="3047"/>
                  </a:lnTo>
                  <a:close/>
                </a:path>
                <a:path w="1104900" h="711200">
                  <a:moveTo>
                    <a:pt x="1103376" y="707898"/>
                  </a:moveTo>
                  <a:lnTo>
                    <a:pt x="1103376" y="3047"/>
                  </a:lnTo>
                  <a:lnTo>
                    <a:pt x="1101852" y="3047"/>
                  </a:lnTo>
                  <a:lnTo>
                    <a:pt x="1101852" y="707898"/>
                  </a:lnTo>
                  <a:lnTo>
                    <a:pt x="1103376" y="707898"/>
                  </a:lnTo>
                  <a:close/>
                </a:path>
                <a:path w="1104900" h="711200">
                  <a:moveTo>
                    <a:pt x="1103376" y="710946"/>
                  </a:moveTo>
                  <a:lnTo>
                    <a:pt x="1103376" y="707898"/>
                  </a:lnTo>
                  <a:lnTo>
                    <a:pt x="1101852" y="709422"/>
                  </a:lnTo>
                  <a:lnTo>
                    <a:pt x="1101852" y="710946"/>
                  </a:lnTo>
                  <a:lnTo>
                    <a:pt x="1103376" y="7109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953509" y="2676398"/>
            <a:ext cx="52197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Door[1]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66209" y="2843022"/>
            <a:ext cx="496570" cy="6985"/>
          </a:xfrm>
          <a:custGeom>
            <a:avLst/>
            <a:gdLst/>
            <a:ahLst/>
            <a:cxnLst/>
            <a:rect l="l" t="t" r="r" b="b"/>
            <a:pathLst>
              <a:path w="496570" h="6985">
                <a:moveTo>
                  <a:pt x="496062" y="6858"/>
                </a:moveTo>
                <a:lnTo>
                  <a:pt x="496062" y="0"/>
                </a:lnTo>
                <a:lnTo>
                  <a:pt x="0" y="0"/>
                </a:lnTo>
                <a:lnTo>
                  <a:pt x="0" y="6858"/>
                </a:lnTo>
                <a:lnTo>
                  <a:pt x="496062" y="6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693667" y="2846324"/>
            <a:ext cx="109220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/:Optical</a:t>
            </a:r>
            <a:r>
              <a:rPr dirty="0" sz="1100" spc="-65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Sensor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707129" y="3012948"/>
            <a:ext cx="1066165" cy="6985"/>
          </a:xfrm>
          <a:custGeom>
            <a:avLst/>
            <a:gdLst/>
            <a:ahLst/>
            <a:cxnLst/>
            <a:rect l="l" t="t" r="r" b="b"/>
            <a:pathLst>
              <a:path w="1066164" h="6985">
                <a:moveTo>
                  <a:pt x="1066038" y="6858"/>
                </a:moveTo>
                <a:lnTo>
                  <a:pt x="1066038" y="0"/>
                </a:lnTo>
                <a:lnTo>
                  <a:pt x="0" y="0"/>
                </a:lnTo>
                <a:lnTo>
                  <a:pt x="0" y="6858"/>
                </a:lnTo>
                <a:lnTo>
                  <a:pt x="1066038" y="6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841552" y="2344927"/>
            <a:ext cx="763270" cy="351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8415">
              <a:lnSpc>
                <a:spcPts val="1285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«sut»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ts val="1285"/>
              </a:lnSpc>
            </a:pPr>
            <a:r>
              <a:rPr dirty="0" sz="1100" spc="-5">
                <a:latin typeface="Arial MT"/>
                <a:cs typeface="Arial MT"/>
              </a:rPr>
              <a:t>«hardware»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152900" y="2337054"/>
            <a:ext cx="3183890" cy="3137535"/>
            <a:chOff x="4152900" y="2337054"/>
            <a:chExt cx="3183890" cy="3137535"/>
          </a:xfrm>
        </p:grpSpPr>
        <p:sp>
          <p:nvSpPr>
            <p:cNvPr id="19" name="object 19"/>
            <p:cNvSpPr/>
            <p:nvPr/>
          </p:nvSpPr>
          <p:spPr>
            <a:xfrm>
              <a:off x="4196715" y="3046476"/>
              <a:ext cx="0" cy="2426970"/>
            </a:xfrm>
            <a:custGeom>
              <a:avLst/>
              <a:gdLst/>
              <a:ahLst/>
              <a:cxnLst/>
              <a:rect l="l" t="t" r="r" b="b"/>
              <a:pathLst>
                <a:path w="0" h="2426970">
                  <a:moveTo>
                    <a:pt x="0" y="0"/>
                  </a:moveTo>
                  <a:lnTo>
                    <a:pt x="0" y="242697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155186" y="3448050"/>
              <a:ext cx="83820" cy="392430"/>
            </a:xfrm>
            <a:custGeom>
              <a:avLst/>
              <a:gdLst/>
              <a:ahLst/>
              <a:cxnLst/>
              <a:rect l="l" t="t" r="r" b="b"/>
              <a:pathLst>
                <a:path w="83820" h="392429">
                  <a:moveTo>
                    <a:pt x="83820" y="392429"/>
                  </a:moveTo>
                  <a:lnTo>
                    <a:pt x="83820" y="0"/>
                  </a:lnTo>
                  <a:lnTo>
                    <a:pt x="0" y="0"/>
                  </a:lnTo>
                  <a:lnTo>
                    <a:pt x="0" y="392429"/>
                  </a:lnTo>
                  <a:lnTo>
                    <a:pt x="83820" y="39242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152900" y="3446526"/>
              <a:ext cx="87630" cy="395605"/>
            </a:xfrm>
            <a:custGeom>
              <a:avLst/>
              <a:gdLst/>
              <a:ahLst/>
              <a:cxnLst/>
              <a:rect l="l" t="t" r="r" b="b"/>
              <a:pathLst>
                <a:path w="87629" h="395604">
                  <a:moveTo>
                    <a:pt x="87629" y="395477"/>
                  </a:moveTo>
                  <a:lnTo>
                    <a:pt x="87629" y="0"/>
                  </a:lnTo>
                  <a:lnTo>
                    <a:pt x="0" y="0"/>
                  </a:lnTo>
                  <a:lnTo>
                    <a:pt x="0" y="395477"/>
                  </a:lnTo>
                  <a:lnTo>
                    <a:pt x="2286" y="395477"/>
                  </a:lnTo>
                  <a:lnTo>
                    <a:pt x="2286" y="3810"/>
                  </a:lnTo>
                  <a:lnTo>
                    <a:pt x="3810" y="1524"/>
                  </a:lnTo>
                  <a:lnTo>
                    <a:pt x="3810" y="3810"/>
                  </a:lnTo>
                  <a:lnTo>
                    <a:pt x="84582" y="3810"/>
                  </a:lnTo>
                  <a:lnTo>
                    <a:pt x="84582" y="1524"/>
                  </a:lnTo>
                  <a:lnTo>
                    <a:pt x="86105" y="3810"/>
                  </a:lnTo>
                  <a:lnTo>
                    <a:pt x="86105" y="395477"/>
                  </a:lnTo>
                  <a:lnTo>
                    <a:pt x="87629" y="395477"/>
                  </a:lnTo>
                  <a:close/>
                </a:path>
                <a:path w="87629" h="395604">
                  <a:moveTo>
                    <a:pt x="3810" y="3810"/>
                  </a:moveTo>
                  <a:lnTo>
                    <a:pt x="3810" y="1524"/>
                  </a:lnTo>
                  <a:lnTo>
                    <a:pt x="2286" y="3810"/>
                  </a:lnTo>
                  <a:lnTo>
                    <a:pt x="3810" y="3810"/>
                  </a:lnTo>
                  <a:close/>
                </a:path>
                <a:path w="87629" h="395604">
                  <a:moveTo>
                    <a:pt x="3810" y="392429"/>
                  </a:moveTo>
                  <a:lnTo>
                    <a:pt x="3810" y="3810"/>
                  </a:lnTo>
                  <a:lnTo>
                    <a:pt x="2286" y="3810"/>
                  </a:lnTo>
                  <a:lnTo>
                    <a:pt x="2286" y="392429"/>
                  </a:lnTo>
                  <a:lnTo>
                    <a:pt x="3810" y="392429"/>
                  </a:lnTo>
                  <a:close/>
                </a:path>
                <a:path w="87629" h="395604">
                  <a:moveTo>
                    <a:pt x="86105" y="392429"/>
                  </a:moveTo>
                  <a:lnTo>
                    <a:pt x="2286" y="392429"/>
                  </a:lnTo>
                  <a:lnTo>
                    <a:pt x="3810" y="393953"/>
                  </a:lnTo>
                  <a:lnTo>
                    <a:pt x="3810" y="395477"/>
                  </a:lnTo>
                  <a:lnTo>
                    <a:pt x="84582" y="395477"/>
                  </a:lnTo>
                  <a:lnTo>
                    <a:pt x="84582" y="393953"/>
                  </a:lnTo>
                  <a:lnTo>
                    <a:pt x="86105" y="392429"/>
                  </a:lnTo>
                  <a:close/>
                </a:path>
                <a:path w="87629" h="395604">
                  <a:moveTo>
                    <a:pt x="3810" y="395477"/>
                  </a:moveTo>
                  <a:lnTo>
                    <a:pt x="3810" y="393953"/>
                  </a:lnTo>
                  <a:lnTo>
                    <a:pt x="2286" y="392429"/>
                  </a:lnTo>
                  <a:lnTo>
                    <a:pt x="2286" y="395477"/>
                  </a:lnTo>
                  <a:lnTo>
                    <a:pt x="3810" y="395477"/>
                  </a:lnTo>
                  <a:close/>
                </a:path>
                <a:path w="87629" h="395604">
                  <a:moveTo>
                    <a:pt x="86105" y="3810"/>
                  </a:moveTo>
                  <a:lnTo>
                    <a:pt x="84582" y="1524"/>
                  </a:lnTo>
                  <a:lnTo>
                    <a:pt x="84582" y="3810"/>
                  </a:lnTo>
                  <a:lnTo>
                    <a:pt x="86105" y="3810"/>
                  </a:lnTo>
                  <a:close/>
                </a:path>
                <a:path w="87629" h="395604">
                  <a:moveTo>
                    <a:pt x="86105" y="392429"/>
                  </a:moveTo>
                  <a:lnTo>
                    <a:pt x="86105" y="3810"/>
                  </a:lnTo>
                  <a:lnTo>
                    <a:pt x="84582" y="3810"/>
                  </a:lnTo>
                  <a:lnTo>
                    <a:pt x="84582" y="392429"/>
                  </a:lnTo>
                  <a:lnTo>
                    <a:pt x="86105" y="392429"/>
                  </a:lnTo>
                  <a:close/>
                </a:path>
                <a:path w="87629" h="395604">
                  <a:moveTo>
                    <a:pt x="86105" y="395477"/>
                  </a:moveTo>
                  <a:lnTo>
                    <a:pt x="86105" y="392429"/>
                  </a:lnTo>
                  <a:lnTo>
                    <a:pt x="84582" y="393953"/>
                  </a:lnTo>
                  <a:lnTo>
                    <a:pt x="84582" y="395477"/>
                  </a:lnTo>
                  <a:lnTo>
                    <a:pt x="86105" y="3954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72783" y="2338578"/>
              <a:ext cx="1061720" cy="538480"/>
            </a:xfrm>
            <a:custGeom>
              <a:avLst/>
              <a:gdLst/>
              <a:ahLst/>
              <a:cxnLst/>
              <a:rect l="l" t="t" r="r" b="b"/>
              <a:pathLst>
                <a:path w="1061720" h="538480">
                  <a:moveTo>
                    <a:pt x="1061466" y="537971"/>
                  </a:moveTo>
                  <a:lnTo>
                    <a:pt x="1061466" y="0"/>
                  </a:lnTo>
                  <a:lnTo>
                    <a:pt x="0" y="0"/>
                  </a:lnTo>
                  <a:lnTo>
                    <a:pt x="0" y="537971"/>
                  </a:lnTo>
                  <a:lnTo>
                    <a:pt x="1061466" y="53797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71260" y="2337054"/>
              <a:ext cx="1065530" cy="542290"/>
            </a:xfrm>
            <a:custGeom>
              <a:avLst/>
              <a:gdLst/>
              <a:ahLst/>
              <a:cxnLst/>
              <a:rect l="l" t="t" r="r" b="b"/>
              <a:pathLst>
                <a:path w="1065529" h="542289">
                  <a:moveTo>
                    <a:pt x="1065276" y="541781"/>
                  </a:moveTo>
                  <a:lnTo>
                    <a:pt x="1065276" y="0"/>
                  </a:lnTo>
                  <a:lnTo>
                    <a:pt x="0" y="0"/>
                  </a:lnTo>
                  <a:lnTo>
                    <a:pt x="0" y="541781"/>
                  </a:lnTo>
                  <a:lnTo>
                    <a:pt x="1524" y="541781"/>
                  </a:lnTo>
                  <a:lnTo>
                    <a:pt x="1524" y="3047"/>
                  </a:lnTo>
                  <a:lnTo>
                    <a:pt x="3048" y="1523"/>
                  </a:lnTo>
                  <a:lnTo>
                    <a:pt x="3048" y="3047"/>
                  </a:lnTo>
                  <a:lnTo>
                    <a:pt x="1061466" y="3047"/>
                  </a:lnTo>
                  <a:lnTo>
                    <a:pt x="1061466" y="1523"/>
                  </a:lnTo>
                  <a:lnTo>
                    <a:pt x="1062990" y="3047"/>
                  </a:lnTo>
                  <a:lnTo>
                    <a:pt x="1062990" y="541781"/>
                  </a:lnTo>
                  <a:lnTo>
                    <a:pt x="1065276" y="541781"/>
                  </a:lnTo>
                  <a:close/>
                </a:path>
                <a:path w="1065529" h="542289">
                  <a:moveTo>
                    <a:pt x="3048" y="3047"/>
                  </a:moveTo>
                  <a:lnTo>
                    <a:pt x="3048" y="1523"/>
                  </a:lnTo>
                  <a:lnTo>
                    <a:pt x="1524" y="3047"/>
                  </a:lnTo>
                  <a:lnTo>
                    <a:pt x="3048" y="3047"/>
                  </a:lnTo>
                  <a:close/>
                </a:path>
                <a:path w="1065529" h="542289">
                  <a:moveTo>
                    <a:pt x="3048" y="537971"/>
                  </a:moveTo>
                  <a:lnTo>
                    <a:pt x="3048" y="3047"/>
                  </a:lnTo>
                  <a:lnTo>
                    <a:pt x="1524" y="3047"/>
                  </a:lnTo>
                  <a:lnTo>
                    <a:pt x="1524" y="537971"/>
                  </a:lnTo>
                  <a:lnTo>
                    <a:pt x="3048" y="537971"/>
                  </a:lnTo>
                  <a:close/>
                </a:path>
                <a:path w="1065529" h="542289">
                  <a:moveTo>
                    <a:pt x="1062990" y="537971"/>
                  </a:moveTo>
                  <a:lnTo>
                    <a:pt x="1524" y="537971"/>
                  </a:lnTo>
                  <a:lnTo>
                    <a:pt x="3048" y="539495"/>
                  </a:lnTo>
                  <a:lnTo>
                    <a:pt x="3048" y="541781"/>
                  </a:lnTo>
                  <a:lnTo>
                    <a:pt x="1061466" y="541781"/>
                  </a:lnTo>
                  <a:lnTo>
                    <a:pt x="1061466" y="539495"/>
                  </a:lnTo>
                  <a:lnTo>
                    <a:pt x="1062990" y="537971"/>
                  </a:lnTo>
                  <a:close/>
                </a:path>
                <a:path w="1065529" h="542289">
                  <a:moveTo>
                    <a:pt x="3048" y="541781"/>
                  </a:moveTo>
                  <a:lnTo>
                    <a:pt x="3048" y="539495"/>
                  </a:lnTo>
                  <a:lnTo>
                    <a:pt x="1524" y="537971"/>
                  </a:lnTo>
                  <a:lnTo>
                    <a:pt x="1524" y="541781"/>
                  </a:lnTo>
                  <a:lnTo>
                    <a:pt x="3048" y="541781"/>
                  </a:lnTo>
                  <a:close/>
                </a:path>
                <a:path w="1065529" h="542289">
                  <a:moveTo>
                    <a:pt x="1062990" y="3047"/>
                  </a:moveTo>
                  <a:lnTo>
                    <a:pt x="1061466" y="1523"/>
                  </a:lnTo>
                  <a:lnTo>
                    <a:pt x="1061466" y="3047"/>
                  </a:lnTo>
                  <a:lnTo>
                    <a:pt x="1062990" y="3047"/>
                  </a:lnTo>
                  <a:close/>
                </a:path>
                <a:path w="1065529" h="542289">
                  <a:moveTo>
                    <a:pt x="1062990" y="537971"/>
                  </a:moveTo>
                  <a:lnTo>
                    <a:pt x="1062990" y="3047"/>
                  </a:lnTo>
                  <a:lnTo>
                    <a:pt x="1061466" y="3047"/>
                  </a:lnTo>
                  <a:lnTo>
                    <a:pt x="1061466" y="537971"/>
                  </a:lnTo>
                  <a:lnTo>
                    <a:pt x="1062990" y="537971"/>
                  </a:lnTo>
                  <a:close/>
                </a:path>
                <a:path w="1065529" h="542289">
                  <a:moveTo>
                    <a:pt x="1062990" y="541781"/>
                  </a:moveTo>
                  <a:lnTo>
                    <a:pt x="1062990" y="537971"/>
                  </a:lnTo>
                  <a:lnTo>
                    <a:pt x="1061466" y="539495"/>
                  </a:lnTo>
                  <a:lnTo>
                    <a:pt x="1061466" y="541781"/>
                  </a:lnTo>
                  <a:lnTo>
                    <a:pt x="1062990" y="5417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272784" y="2338577"/>
            <a:ext cx="1061720" cy="53848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ctr" marR="45720">
              <a:lnSpc>
                <a:spcPts val="1285"/>
              </a:lnSpc>
              <a:spcBef>
                <a:spcPts val="145"/>
              </a:spcBef>
            </a:pPr>
            <a:r>
              <a:rPr dirty="0" sz="1100" spc="-5">
                <a:latin typeface="Arial MT"/>
                <a:cs typeface="Arial MT"/>
              </a:rPr>
              <a:t>«sut»</a:t>
            </a:r>
            <a:endParaRPr sz="1100">
              <a:latin typeface="Arial MT"/>
              <a:cs typeface="Arial MT"/>
            </a:endParaRPr>
          </a:p>
          <a:p>
            <a:pPr algn="ctr" marR="22225">
              <a:lnSpc>
                <a:spcPts val="1285"/>
              </a:lnSpc>
            </a:pPr>
            <a:r>
              <a:rPr dirty="0" sz="1100" spc="-5">
                <a:latin typeface="Arial MT"/>
                <a:cs typeface="Arial MT"/>
              </a:rPr>
              <a:t>«hardware»</a:t>
            </a:r>
            <a:endParaRPr sz="1100">
              <a:latin typeface="Arial MT"/>
              <a:cs typeface="Arial MT"/>
            </a:endParaRPr>
          </a:p>
          <a:p>
            <a:pPr algn="ctr" marL="1270">
              <a:lnSpc>
                <a:spcPct val="100000"/>
              </a:lnSpc>
              <a:spcBef>
                <a:spcPts val="45"/>
              </a:spcBef>
            </a:pPr>
            <a:r>
              <a:rPr dirty="0" sz="1100" spc="-5" b="1">
                <a:latin typeface="Arial"/>
                <a:cs typeface="Arial"/>
              </a:rPr>
              <a:t>:Site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Processor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747509" y="2337054"/>
            <a:ext cx="1751330" cy="3137535"/>
            <a:chOff x="6747509" y="2337054"/>
            <a:chExt cx="1751330" cy="3137535"/>
          </a:xfrm>
        </p:grpSpPr>
        <p:sp>
          <p:nvSpPr>
            <p:cNvPr id="26" name="object 26"/>
            <p:cNvSpPr/>
            <p:nvPr/>
          </p:nvSpPr>
          <p:spPr>
            <a:xfrm>
              <a:off x="6790944" y="2876549"/>
              <a:ext cx="1270" cy="108585"/>
            </a:xfrm>
            <a:custGeom>
              <a:avLst/>
              <a:gdLst/>
              <a:ahLst/>
              <a:cxnLst/>
              <a:rect l="l" t="t" r="r" b="b"/>
              <a:pathLst>
                <a:path w="1270" h="108585">
                  <a:moveTo>
                    <a:pt x="762" y="107442"/>
                  </a:moveTo>
                  <a:lnTo>
                    <a:pt x="0" y="107442"/>
                  </a:lnTo>
                  <a:lnTo>
                    <a:pt x="0" y="108204"/>
                  </a:lnTo>
                  <a:lnTo>
                    <a:pt x="762" y="108204"/>
                  </a:lnTo>
                  <a:lnTo>
                    <a:pt x="762" y="107442"/>
                  </a:lnTo>
                  <a:close/>
                </a:path>
                <a:path w="1270" h="108585">
                  <a:moveTo>
                    <a:pt x="762" y="105918"/>
                  </a:moveTo>
                  <a:lnTo>
                    <a:pt x="0" y="105918"/>
                  </a:lnTo>
                  <a:lnTo>
                    <a:pt x="0" y="106680"/>
                  </a:lnTo>
                  <a:lnTo>
                    <a:pt x="762" y="106680"/>
                  </a:lnTo>
                  <a:lnTo>
                    <a:pt x="762" y="105918"/>
                  </a:lnTo>
                  <a:close/>
                </a:path>
                <a:path w="1270" h="108585">
                  <a:moveTo>
                    <a:pt x="762" y="104394"/>
                  </a:moveTo>
                  <a:lnTo>
                    <a:pt x="0" y="104394"/>
                  </a:lnTo>
                  <a:lnTo>
                    <a:pt x="0" y="105156"/>
                  </a:lnTo>
                  <a:lnTo>
                    <a:pt x="762" y="105156"/>
                  </a:lnTo>
                  <a:lnTo>
                    <a:pt x="762" y="104394"/>
                  </a:lnTo>
                  <a:close/>
                </a:path>
                <a:path w="1270" h="108585">
                  <a:moveTo>
                    <a:pt x="762" y="102870"/>
                  </a:moveTo>
                  <a:lnTo>
                    <a:pt x="0" y="102870"/>
                  </a:lnTo>
                  <a:lnTo>
                    <a:pt x="0" y="103632"/>
                  </a:lnTo>
                  <a:lnTo>
                    <a:pt x="762" y="103632"/>
                  </a:lnTo>
                  <a:lnTo>
                    <a:pt x="762" y="102870"/>
                  </a:lnTo>
                  <a:close/>
                </a:path>
                <a:path w="1270" h="108585">
                  <a:moveTo>
                    <a:pt x="762" y="101346"/>
                  </a:moveTo>
                  <a:lnTo>
                    <a:pt x="0" y="101346"/>
                  </a:lnTo>
                  <a:lnTo>
                    <a:pt x="0" y="102108"/>
                  </a:lnTo>
                  <a:lnTo>
                    <a:pt x="762" y="102108"/>
                  </a:lnTo>
                  <a:lnTo>
                    <a:pt x="762" y="101346"/>
                  </a:lnTo>
                  <a:close/>
                </a:path>
                <a:path w="1270" h="108585">
                  <a:moveTo>
                    <a:pt x="762" y="99822"/>
                  </a:moveTo>
                  <a:lnTo>
                    <a:pt x="0" y="99822"/>
                  </a:lnTo>
                  <a:lnTo>
                    <a:pt x="0" y="100584"/>
                  </a:lnTo>
                  <a:lnTo>
                    <a:pt x="762" y="100584"/>
                  </a:lnTo>
                  <a:lnTo>
                    <a:pt x="762" y="99822"/>
                  </a:lnTo>
                  <a:close/>
                </a:path>
                <a:path w="1270" h="108585">
                  <a:moveTo>
                    <a:pt x="762" y="98298"/>
                  </a:moveTo>
                  <a:lnTo>
                    <a:pt x="0" y="98298"/>
                  </a:lnTo>
                  <a:lnTo>
                    <a:pt x="0" y="99060"/>
                  </a:lnTo>
                  <a:lnTo>
                    <a:pt x="762" y="99060"/>
                  </a:lnTo>
                  <a:lnTo>
                    <a:pt x="762" y="98298"/>
                  </a:lnTo>
                  <a:close/>
                </a:path>
                <a:path w="1270" h="108585">
                  <a:moveTo>
                    <a:pt x="762" y="96774"/>
                  </a:moveTo>
                  <a:lnTo>
                    <a:pt x="0" y="96774"/>
                  </a:lnTo>
                  <a:lnTo>
                    <a:pt x="0" y="97536"/>
                  </a:lnTo>
                  <a:lnTo>
                    <a:pt x="762" y="97536"/>
                  </a:lnTo>
                  <a:lnTo>
                    <a:pt x="762" y="96774"/>
                  </a:lnTo>
                  <a:close/>
                </a:path>
                <a:path w="1270" h="108585">
                  <a:moveTo>
                    <a:pt x="762" y="95250"/>
                  </a:moveTo>
                  <a:lnTo>
                    <a:pt x="0" y="95250"/>
                  </a:lnTo>
                  <a:lnTo>
                    <a:pt x="0" y="96012"/>
                  </a:lnTo>
                  <a:lnTo>
                    <a:pt x="762" y="96012"/>
                  </a:lnTo>
                  <a:lnTo>
                    <a:pt x="762" y="95250"/>
                  </a:lnTo>
                  <a:close/>
                </a:path>
                <a:path w="1270" h="108585">
                  <a:moveTo>
                    <a:pt x="762" y="93726"/>
                  </a:moveTo>
                  <a:lnTo>
                    <a:pt x="0" y="93726"/>
                  </a:lnTo>
                  <a:lnTo>
                    <a:pt x="0" y="94488"/>
                  </a:lnTo>
                  <a:lnTo>
                    <a:pt x="762" y="94488"/>
                  </a:lnTo>
                  <a:lnTo>
                    <a:pt x="762" y="93726"/>
                  </a:lnTo>
                  <a:close/>
                </a:path>
                <a:path w="1270" h="108585">
                  <a:moveTo>
                    <a:pt x="762" y="92202"/>
                  </a:moveTo>
                  <a:lnTo>
                    <a:pt x="0" y="92202"/>
                  </a:lnTo>
                  <a:lnTo>
                    <a:pt x="0" y="92964"/>
                  </a:lnTo>
                  <a:lnTo>
                    <a:pt x="762" y="92964"/>
                  </a:lnTo>
                  <a:lnTo>
                    <a:pt x="762" y="92202"/>
                  </a:lnTo>
                  <a:close/>
                </a:path>
                <a:path w="1270" h="108585">
                  <a:moveTo>
                    <a:pt x="762" y="90678"/>
                  </a:moveTo>
                  <a:lnTo>
                    <a:pt x="0" y="90678"/>
                  </a:lnTo>
                  <a:lnTo>
                    <a:pt x="0" y="91440"/>
                  </a:lnTo>
                  <a:lnTo>
                    <a:pt x="762" y="91440"/>
                  </a:lnTo>
                  <a:lnTo>
                    <a:pt x="762" y="90678"/>
                  </a:lnTo>
                  <a:close/>
                </a:path>
                <a:path w="1270" h="108585">
                  <a:moveTo>
                    <a:pt x="762" y="89154"/>
                  </a:moveTo>
                  <a:lnTo>
                    <a:pt x="0" y="89154"/>
                  </a:lnTo>
                  <a:lnTo>
                    <a:pt x="0" y="89916"/>
                  </a:lnTo>
                  <a:lnTo>
                    <a:pt x="762" y="89916"/>
                  </a:lnTo>
                  <a:lnTo>
                    <a:pt x="762" y="89154"/>
                  </a:lnTo>
                  <a:close/>
                </a:path>
                <a:path w="1270" h="108585">
                  <a:moveTo>
                    <a:pt x="762" y="87630"/>
                  </a:moveTo>
                  <a:lnTo>
                    <a:pt x="0" y="87630"/>
                  </a:lnTo>
                  <a:lnTo>
                    <a:pt x="0" y="88392"/>
                  </a:lnTo>
                  <a:lnTo>
                    <a:pt x="762" y="88392"/>
                  </a:lnTo>
                  <a:lnTo>
                    <a:pt x="762" y="87630"/>
                  </a:lnTo>
                  <a:close/>
                </a:path>
                <a:path w="1270" h="108585">
                  <a:moveTo>
                    <a:pt x="762" y="86106"/>
                  </a:moveTo>
                  <a:lnTo>
                    <a:pt x="0" y="86106"/>
                  </a:lnTo>
                  <a:lnTo>
                    <a:pt x="0" y="86868"/>
                  </a:lnTo>
                  <a:lnTo>
                    <a:pt x="762" y="86868"/>
                  </a:lnTo>
                  <a:lnTo>
                    <a:pt x="762" y="86106"/>
                  </a:lnTo>
                  <a:close/>
                </a:path>
                <a:path w="1270" h="108585">
                  <a:moveTo>
                    <a:pt x="762" y="84582"/>
                  </a:moveTo>
                  <a:lnTo>
                    <a:pt x="0" y="84582"/>
                  </a:lnTo>
                  <a:lnTo>
                    <a:pt x="0" y="85344"/>
                  </a:lnTo>
                  <a:lnTo>
                    <a:pt x="762" y="85344"/>
                  </a:lnTo>
                  <a:lnTo>
                    <a:pt x="762" y="84582"/>
                  </a:lnTo>
                  <a:close/>
                </a:path>
                <a:path w="1270" h="108585">
                  <a:moveTo>
                    <a:pt x="762" y="83058"/>
                  </a:moveTo>
                  <a:lnTo>
                    <a:pt x="0" y="83058"/>
                  </a:lnTo>
                  <a:lnTo>
                    <a:pt x="0" y="83820"/>
                  </a:lnTo>
                  <a:lnTo>
                    <a:pt x="762" y="83820"/>
                  </a:lnTo>
                  <a:lnTo>
                    <a:pt x="762" y="83058"/>
                  </a:lnTo>
                  <a:close/>
                </a:path>
                <a:path w="1270" h="108585">
                  <a:moveTo>
                    <a:pt x="762" y="81534"/>
                  </a:moveTo>
                  <a:lnTo>
                    <a:pt x="0" y="81534"/>
                  </a:lnTo>
                  <a:lnTo>
                    <a:pt x="0" y="82296"/>
                  </a:lnTo>
                  <a:lnTo>
                    <a:pt x="762" y="82296"/>
                  </a:lnTo>
                  <a:lnTo>
                    <a:pt x="762" y="81534"/>
                  </a:lnTo>
                  <a:close/>
                </a:path>
                <a:path w="1270" h="108585">
                  <a:moveTo>
                    <a:pt x="762" y="80010"/>
                  </a:moveTo>
                  <a:lnTo>
                    <a:pt x="0" y="80010"/>
                  </a:lnTo>
                  <a:lnTo>
                    <a:pt x="0" y="80772"/>
                  </a:lnTo>
                  <a:lnTo>
                    <a:pt x="762" y="80772"/>
                  </a:lnTo>
                  <a:lnTo>
                    <a:pt x="762" y="80010"/>
                  </a:lnTo>
                  <a:close/>
                </a:path>
                <a:path w="1270" h="108585">
                  <a:moveTo>
                    <a:pt x="762" y="78486"/>
                  </a:moveTo>
                  <a:lnTo>
                    <a:pt x="0" y="78486"/>
                  </a:lnTo>
                  <a:lnTo>
                    <a:pt x="0" y="79248"/>
                  </a:lnTo>
                  <a:lnTo>
                    <a:pt x="762" y="79248"/>
                  </a:lnTo>
                  <a:lnTo>
                    <a:pt x="762" y="78486"/>
                  </a:lnTo>
                  <a:close/>
                </a:path>
                <a:path w="1270" h="108585">
                  <a:moveTo>
                    <a:pt x="762" y="76962"/>
                  </a:moveTo>
                  <a:lnTo>
                    <a:pt x="0" y="76962"/>
                  </a:lnTo>
                  <a:lnTo>
                    <a:pt x="0" y="77724"/>
                  </a:lnTo>
                  <a:lnTo>
                    <a:pt x="762" y="77724"/>
                  </a:lnTo>
                  <a:lnTo>
                    <a:pt x="762" y="76962"/>
                  </a:lnTo>
                  <a:close/>
                </a:path>
                <a:path w="1270" h="108585">
                  <a:moveTo>
                    <a:pt x="762" y="75438"/>
                  </a:moveTo>
                  <a:lnTo>
                    <a:pt x="0" y="75438"/>
                  </a:lnTo>
                  <a:lnTo>
                    <a:pt x="0" y="76200"/>
                  </a:lnTo>
                  <a:lnTo>
                    <a:pt x="762" y="76200"/>
                  </a:lnTo>
                  <a:lnTo>
                    <a:pt x="762" y="75438"/>
                  </a:lnTo>
                  <a:close/>
                </a:path>
                <a:path w="1270" h="108585">
                  <a:moveTo>
                    <a:pt x="762" y="73914"/>
                  </a:moveTo>
                  <a:lnTo>
                    <a:pt x="0" y="73914"/>
                  </a:lnTo>
                  <a:lnTo>
                    <a:pt x="0" y="74676"/>
                  </a:lnTo>
                  <a:lnTo>
                    <a:pt x="762" y="74676"/>
                  </a:lnTo>
                  <a:lnTo>
                    <a:pt x="762" y="73914"/>
                  </a:lnTo>
                  <a:close/>
                </a:path>
                <a:path w="1270" h="108585">
                  <a:moveTo>
                    <a:pt x="762" y="72390"/>
                  </a:moveTo>
                  <a:lnTo>
                    <a:pt x="0" y="72390"/>
                  </a:lnTo>
                  <a:lnTo>
                    <a:pt x="0" y="73152"/>
                  </a:lnTo>
                  <a:lnTo>
                    <a:pt x="762" y="73152"/>
                  </a:lnTo>
                  <a:lnTo>
                    <a:pt x="762" y="72390"/>
                  </a:lnTo>
                  <a:close/>
                </a:path>
                <a:path w="1270" h="108585">
                  <a:moveTo>
                    <a:pt x="762" y="70866"/>
                  </a:moveTo>
                  <a:lnTo>
                    <a:pt x="0" y="70866"/>
                  </a:lnTo>
                  <a:lnTo>
                    <a:pt x="0" y="71628"/>
                  </a:lnTo>
                  <a:lnTo>
                    <a:pt x="762" y="71628"/>
                  </a:lnTo>
                  <a:lnTo>
                    <a:pt x="762" y="70866"/>
                  </a:lnTo>
                  <a:close/>
                </a:path>
                <a:path w="1270" h="108585">
                  <a:moveTo>
                    <a:pt x="762" y="69342"/>
                  </a:moveTo>
                  <a:lnTo>
                    <a:pt x="0" y="69342"/>
                  </a:lnTo>
                  <a:lnTo>
                    <a:pt x="0" y="70104"/>
                  </a:lnTo>
                  <a:lnTo>
                    <a:pt x="762" y="70104"/>
                  </a:lnTo>
                  <a:lnTo>
                    <a:pt x="762" y="69342"/>
                  </a:lnTo>
                  <a:close/>
                </a:path>
                <a:path w="1270" h="108585">
                  <a:moveTo>
                    <a:pt x="762" y="67818"/>
                  </a:moveTo>
                  <a:lnTo>
                    <a:pt x="0" y="67818"/>
                  </a:lnTo>
                  <a:lnTo>
                    <a:pt x="0" y="68580"/>
                  </a:lnTo>
                  <a:lnTo>
                    <a:pt x="762" y="68580"/>
                  </a:lnTo>
                  <a:lnTo>
                    <a:pt x="762" y="67818"/>
                  </a:lnTo>
                  <a:close/>
                </a:path>
                <a:path w="1270" h="108585">
                  <a:moveTo>
                    <a:pt x="762" y="66294"/>
                  </a:moveTo>
                  <a:lnTo>
                    <a:pt x="0" y="66294"/>
                  </a:lnTo>
                  <a:lnTo>
                    <a:pt x="0" y="67056"/>
                  </a:lnTo>
                  <a:lnTo>
                    <a:pt x="762" y="67056"/>
                  </a:lnTo>
                  <a:lnTo>
                    <a:pt x="762" y="66294"/>
                  </a:lnTo>
                  <a:close/>
                </a:path>
                <a:path w="1270" h="108585">
                  <a:moveTo>
                    <a:pt x="762" y="64770"/>
                  </a:moveTo>
                  <a:lnTo>
                    <a:pt x="0" y="64770"/>
                  </a:lnTo>
                  <a:lnTo>
                    <a:pt x="0" y="65532"/>
                  </a:lnTo>
                  <a:lnTo>
                    <a:pt x="762" y="65532"/>
                  </a:lnTo>
                  <a:lnTo>
                    <a:pt x="762" y="64770"/>
                  </a:lnTo>
                  <a:close/>
                </a:path>
                <a:path w="1270" h="108585">
                  <a:moveTo>
                    <a:pt x="762" y="63246"/>
                  </a:moveTo>
                  <a:lnTo>
                    <a:pt x="0" y="63246"/>
                  </a:lnTo>
                  <a:lnTo>
                    <a:pt x="0" y="64008"/>
                  </a:lnTo>
                  <a:lnTo>
                    <a:pt x="762" y="64008"/>
                  </a:lnTo>
                  <a:lnTo>
                    <a:pt x="762" y="63246"/>
                  </a:lnTo>
                  <a:close/>
                </a:path>
                <a:path w="1270" h="108585">
                  <a:moveTo>
                    <a:pt x="762" y="61722"/>
                  </a:moveTo>
                  <a:lnTo>
                    <a:pt x="0" y="61722"/>
                  </a:lnTo>
                  <a:lnTo>
                    <a:pt x="0" y="62484"/>
                  </a:lnTo>
                  <a:lnTo>
                    <a:pt x="762" y="62484"/>
                  </a:lnTo>
                  <a:lnTo>
                    <a:pt x="762" y="61722"/>
                  </a:lnTo>
                  <a:close/>
                </a:path>
                <a:path w="1270" h="108585">
                  <a:moveTo>
                    <a:pt x="762" y="60198"/>
                  </a:moveTo>
                  <a:lnTo>
                    <a:pt x="0" y="60198"/>
                  </a:lnTo>
                  <a:lnTo>
                    <a:pt x="0" y="60960"/>
                  </a:lnTo>
                  <a:lnTo>
                    <a:pt x="762" y="60960"/>
                  </a:lnTo>
                  <a:lnTo>
                    <a:pt x="762" y="60198"/>
                  </a:lnTo>
                  <a:close/>
                </a:path>
                <a:path w="1270" h="108585">
                  <a:moveTo>
                    <a:pt x="762" y="58674"/>
                  </a:moveTo>
                  <a:lnTo>
                    <a:pt x="0" y="58674"/>
                  </a:lnTo>
                  <a:lnTo>
                    <a:pt x="0" y="59436"/>
                  </a:lnTo>
                  <a:lnTo>
                    <a:pt x="762" y="59436"/>
                  </a:lnTo>
                  <a:lnTo>
                    <a:pt x="762" y="58674"/>
                  </a:lnTo>
                  <a:close/>
                </a:path>
                <a:path w="1270" h="108585">
                  <a:moveTo>
                    <a:pt x="762" y="57150"/>
                  </a:moveTo>
                  <a:lnTo>
                    <a:pt x="0" y="57150"/>
                  </a:lnTo>
                  <a:lnTo>
                    <a:pt x="0" y="57912"/>
                  </a:lnTo>
                  <a:lnTo>
                    <a:pt x="762" y="57912"/>
                  </a:lnTo>
                  <a:lnTo>
                    <a:pt x="762" y="57150"/>
                  </a:lnTo>
                  <a:close/>
                </a:path>
                <a:path w="1270" h="108585">
                  <a:moveTo>
                    <a:pt x="762" y="55626"/>
                  </a:moveTo>
                  <a:lnTo>
                    <a:pt x="0" y="55626"/>
                  </a:lnTo>
                  <a:lnTo>
                    <a:pt x="0" y="56388"/>
                  </a:lnTo>
                  <a:lnTo>
                    <a:pt x="762" y="56388"/>
                  </a:lnTo>
                  <a:lnTo>
                    <a:pt x="762" y="55626"/>
                  </a:lnTo>
                  <a:close/>
                </a:path>
                <a:path w="1270" h="108585">
                  <a:moveTo>
                    <a:pt x="762" y="54102"/>
                  </a:moveTo>
                  <a:lnTo>
                    <a:pt x="0" y="54102"/>
                  </a:lnTo>
                  <a:lnTo>
                    <a:pt x="0" y="54864"/>
                  </a:lnTo>
                  <a:lnTo>
                    <a:pt x="762" y="54864"/>
                  </a:lnTo>
                  <a:lnTo>
                    <a:pt x="762" y="54102"/>
                  </a:lnTo>
                  <a:close/>
                </a:path>
                <a:path w="1270" h="108585">
                  <a:moveTo>
                    <a:pt x="762" y="52578"/>
                  </a:moveTo>
                  <a:lnTo>
                    <a:pt x="0" y="52578"/>
                  </a:lnTo>
                  <a:lnTo>
                    <a:pt x="0" y="53340"/>
                  </a:lnTo>
                  <a:lnTo>
                    <a:pt x="762" y="53340"/>
                  </a:lnTo>
                  <a:lnTo>
                    <a:pt x="762" y="52578"/>
                  </a:lnTo>
                  <a:close/>
                </a:path>
                <a:path w="1270" h="108585">
                  <a:moveTo>
                    <a:pt x="762" y="51054"/>
                  </a:moveTo>
                  <a:lnTo>
                    <a:pt x="0" y="51054"/>
                  </a:lnTo>
                  <a:lnTo>
                    <a:pt x="0" y="51816"/>
                  </a:lnTo>
                  <a:lnTo>
                    <a:pt x="762" y="51816"/>
                  </a:lnTo>
                  <a:lnTo>
                    <a:pt x="762" y="51054"/>
                  </a:lnTo>
                  <a:close/>
                </a:path>
                <a:path w="1270" h="108585">
                  <a:moveTo>
                    <a:pt x="762" y="49530"/>
                  </a:moveTo>
                  <a:lnTo>
                    <a:pt x="0" y="49530"/>
                  </a:lnTo>
                  <a:lnTo>
                    <a:pt x="0" y="50292"/>
                  </a:lnTo>
                  <a:lnTo>
                    <a:pt x="762" y="50292"/>
                  </a:lnTo>
                  <a:lnTo>
                    <a:pt x="762" y="49530"/>
                  </a:lnTo>
                  <a:close/>
                </a:path>
                <a:path w="1270" h="108585">
                  <a:moveTo>
                    <a:pt x="762" y="48006"/>
                  </a:moveTo>
                  <a:lnTo>
                    <a:pt x="0" y="48006"/>
                  </a:lnTo>
                  <a:lnTo>
                    <a:pt x="0" y="48768"/>
                  </a:lnTo>
                  <a:lnTo>
                    <a:pt x="762" y="48768"/>
                  </a:lnTo>
                  <a:lnTo>
                    <a:pt x="762" y="48006"/>
                  </a:lnTo>
                  <a:close/>
                </a:path>
                <a:path w="1270" h="108585">
                  <a:moveTo>
                    <a:pt x="762" y="46482"/>
                  </a:moveTo>
                  <a:lnTo>
                    <a:pt x="0" y="46482"/>
                  </a:lnTo>
                  <a:lnTo>
                    <a:pt x="0" y="47244"/>
                  </a:lnTo>
                  <a:lnTo>
                    <a:pt x="762" y="47244"/>
                  </a:lnTo>
                  <a:lnTo>
                    <a:pt x="762" y="46482"/>
                  </a:lnTo>
                  <a:close/>
                </a:path>
                <a:path w="1270" h="108585">
                  <a:moveTo>
                    <a:pt x="762" y="44958"/>
                  </a:moveTo>
                  <a:lnTo>
                    <a:pt x="0" y="44958"/>
                  </a:lnTo>
                  <a:lnTo>
                    <a:pt x="0" y="45720"/>
                  </a:lnTo>
                  <a:lnTo>
                    <a:pt x="762" y="45720"/>
                  </a:lnTo>
                  <a:lnTo>
                    <a:pt x="762" y="44958"/>
                  </a:lnTo>
                  <a:close/>
                </a:path>
                <a:path w="1270" h="108585">
                  <a:moveTo>
                    <a:pt x="762" y="43434"/>
                  </a:moveTo>
                  <a:lnTo>
                    <a:pt x="0" y="43434"/>
                  </a:lnTo>
                  <a:lnTo>
                    <a:pt x="0" y="44196"/>
                  </a:lnTo>
                  <a:lnTo>
                    <a:pt x="762" y="44196"/>
                  </a:lnTo>
                  <a:lnTo>
                    <a:pt x="762" y="43434"/>
                  </a:lnTo>
                  <a:close/>
                </a:path>
                <a:path w="1270" h="108585">
                  <a:moveTo>
                    <a:pt x="762" y="41910"/>
                  </a:moveTo>
                  <a:lnTo>
                    <a:pt x="0" y="41910"/>
                  </a:lnTo>
                  <a:lnTo>
                    <a:pt x="0" y="42672"/>
                  </a:lnTo>
                  <a:lnTo>
                    <a:pt x="762" y="42672"/>
                  </a:lnTo>
                  <a:lnTo>
                    <a:pt x="762" y="41910"/>
                  </a:lnTo>
                  <a:close/>
                </a:path>
                <a:path w="1270" h="108585">
                  <a:moveTo>
                    <a:pt x="762" y="40386"/>
                  </a:moveTo>
                  <a:lnTo>
                    <a:pt x="0" y="40386"/>
                  </a:lnTo>
                  <a:lnTo>
                    <a:pt x="0" y="41148"/>
                  </a:lnTo>
                  <a:lnTo>
                    <a:pt x="762" y="41148"/>
                  </a:lnTo>
                  <a:lnTo>
                    <a:pt x="762" y="40386"/>
                  </a:lnTo>
                  <a:close/>
                </a:path>
                <a:path w="1270" h="108585">
                  <a:moveTo>
                    <a:pt x="762" y="38862"/>
                  </a:moveTo>
                  <a:lnTo>
                    <a:pt x="0" y="38862"/>
                  </a:lnTo>
                  <a:lnTo>
                    <a:pt x="0" y="39624"/>
                  </a:lnTo>
                  <a:lnTo>
                    <a:pt x="762" y="39624"/>
                  </a:lnTo>
                  <a:lnTo>
                    <a:pt x="762" y="38862"/>
                  </a:lnTo>
                  <a:close/>
                </a:path>
                <a:path w="1270" h="108585">
                  <a:moveTo>
                    <a:pt x="762" y="37338"/>
                  </a:moveTo>
                  <a:lnTo>
                    <a:pt x="0" y="37338"/>
                  </a:lnTo>
                  <a:lnTo>
                    <a:pt x="0" y="38100"/>
                  </a:lnTo>
                  <a:lnTo>
                    <a:pt x="762" y="38100"/>
                  </a:lnTo>
                  <a:lnTo>
                    <a:pt x="762" y="37338"/>
                  </a:lnTo>
                  <a:close/>
                </a:path>
                <a:path w="1270" h="108585">
                  <a:moveTo>
                    <a:pt x="762" y="35814"/>
                  </a:moveTo>
                  <a:lnTo>
                    <a:pt x="0" y="35814"/>
                  </a:lnTo>
                  <a:lnTo>
                    <a:pt x="0" y="36576"/>
                  </a:lnTo>
                  <a:lnTo>
                    <a:pt x="762" y="36576"/>
                  </a:lnTo>
                  <a:lnTo>
                    <a:pt x="762" y="35814"/>
                  </a:lnTo>
                  <a:close/>
                </a:path>
                <a:path w="1270" h="108585">
                  <a:moveTo>
                    <a:pt x="762" y="34290"/>
                  </a:moveTo>
                  <a:lnTo>
                    <a:pt x="0" y="34290"/>
                  </a:lnTo>
                  <a:lnTo>
                    <a:pt x="0" y="35052"/>
                  </a:lnTo>
                  <a:lnTo>
                    <a:pt x="762" y="35052"/>
                  </a:lnTo>
                  <a:lnTo>
                    <a:pt x="762" y="34290"/>
                  </a:lnTo>
                  <a:close/>
                </a:path>
                <a:path w="1270" h="108585">
                  <a:moveTo>
                    <a:pt x="762" y="32766"/>
                  </a:moveTo>
                  <a:lnTo>
                    <a:pt x="0" y="32766"/>
                  </a:lnTo>
                  <a:lnTo>
                    <a:pt x="0" y="33528"/>
                  </a:lnTo>
                  <a:lnTo>
                    <a:pt x="762" y="33528"/>
                  </a:lnTo>
                  <a:lnTo>
                    <a:pt x="762" y="32766"/>
                  </a:lnTo>
                  <a:close/>
                </a:path>
                <a:path w="1270" h="108585">
                  <a:moveTo>
                    <a:pt x="762" y="31242"/>
                  </a:moveTo>
                  <a:lnTo>
                    <a:pt x="0" y="31242"/>
                  </a:lnTo>
                  <a:lnTo>
                    <a:pt x="0" y="32004"/>
                  </a:lnTo>
                  <a:lnTo>
                    <a:pt x="762" y="32004"/>
                  </a:lnTo>
                  <a:lnTo>
                    <a:pt x="762" y="31242"/>
                  </a:lnTo>
                  <a:close/>
                </a:path>
                <a:path w="1270" h="108585">
                  <a:moveTo>
                    <a:pt x="762" y="29718"/>
                  </a:moveTo>
                  <a:lnTo>
                    <a:pt x="0" y="29718"/>
                  </a:lnTo>
                  <a:lnTo>
                    <a:pt x="0" y="30480"/>
                  </a:lnTo>
                  <a:lnTo>
                    <a:pt x="762" y="30480"/>
                  </a:lnTo>
                  <a:lnTo>
                    <a:pt x="762" y="29718"/>
                  </a:lnTo>
                  <a:close/>
                </a:path>
                <a:path w="1270" h="108585">
                  <a:moveTo>
                    <a:pt x="762" y="28194"/>
                  </a:moveTo>
                  <a:lnTo>
                    <a:pt x="0" y="28194"/>
                  </a:lnTo>
                  <a:lnTo>
                    <a:pt x="0" y="28956"/>
                  </a:lnTo>
                  <a:lnTo>
                    <a:pt x="762" y="28956"/>
                  </a:lnTo>
                  <a:lnTo>
                    <a:pt x="762" y="28194"/>
                  </a:lnTo>
                  <a:close/>
                </a:path>
                <a:path w="1270" h="108585">
                  <a:moveTo>
                    <a:pt x="762" y="26670"/>
                  </a:moveTo>
                  <a:lnTo>
                    <a:pt x="0" y="26670"/>
                  </a:lnTo>
                  <a:lnTo>
                    <a:pt x="0" y="27432"/>
                  </a:lnTo>
                  <a:lnTo>
                    <a:pt x="762" y="27432"/>
                  </a:lnTo>
                  <a:lnTo>
                    <a:pt x="762" y="26670"/>
                  </a:lnTo>
                  <a:close/>
                </a:path>
                <a:path w="1270" h="108585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8585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8585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8585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8585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8585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8585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8585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8585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8585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8585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8585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8585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8585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8585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8585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8585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790944" y="2983991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790944" y="3090671"/>
              <a:ext cx="1905" cy="107950"/>
            </a:xfrm>
            <a:custGeom>
              <a:avLst/>
              <a:gdLst/>
              <a:ahLst/>
              <a:cxnLst/>
              <a:rect l="l" t="t" r="r" b="b"/>
              <a:pathLst>
                <a:path w="1904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  <a:path w="1904" h="107950">
                  <a:moveTo>
                    <a:pt x="1524" y="106680"/>
                  </a:moveTo>
                  <a:lnTo>
                    <a:pt x="762" y="106680"/>
                  </a:lnTo>
                  <a:lnTo>
                    <a:pt x="762" y="107442"/>
                  </a:lnTo>
                  <a:lnTo>
                    <a:pt x="1524" y="107442"/>
                  </a:lnTo>
                  <a:lnTo>
                    <a:pt x="1524" y="106680"/>
                  </a:lnTo>
                  <a:close/>
                </a:path>
                <a:path w="1904" h="107950">
                  <a:moveTo>
                    <a:pt x="1524" y="105156"/>
                  </a:moveTo>
                  <a:lnTo>
                    <a:pt x="762" y="105156"/>
                  </a:lnTo>
                  <a:lnTo>
                    <a:pt x="762" y="105918"/>
                  </a:lnTo>
                  <a:lnTo>
                    <a:pt x="1524" y="105918"/>
                  </a:lnTo>
                  <a:lnTo>
                    <a:pt x="1524" y="105156"/>
                  </a:lnTo>
                  <a:close/>
                </a:path>
                <a:path w="1904" h="107950">
                  <a:moveTo>
                    <a:pt x="1524" y="103632"/>
                  </a:moveTo>
                  <a:lnTo>
                    <a:pt x="762" y="103632"/>
                  </a:lnTo>
                  <a:lnTo>
                    <a:pt x="762" y="104394"/>
                  </a:lnTo>
                  <a:lnTo>
                    <a:pt x="1524" y="104394"/>
                  </a:lnTo>
                  <a:lnTo>
                    <a:pt x="1524" y="103632"/>
                  </a:lnTo>
                  <a:close/>
                </a:path>
                <a:path w="1904" h="107950">
                  <a:moveTo>
                    <a:pt x="1524" y="102108"/>
                  </a:moveTo>
                  <a:lnTo>
                    <a:pt x="762" y="102108"/>
                  </a:lnTo>
                  <a:lnTo>
                    <a:pt x="762" y="102870"/>
                  </a:lnTo>
                  <a:lnTo>
                    <a:pt x="1524" y="102870"/>
                  </a:lnTo>
                  <a:lnTo>
                    <a:pt x="1524" y="102108"/>
                  </a:lnTo>
                  <a:close/>
                </a:path>
                <a:path w="1904" h="107950">
                  <a:moveTo>
                    <a:pt x="1524" y="100584"/>
                  </a:moveTo>
                  <a:lnTo>
                    <a:pt x="762" y="100584"/>
                  </a:lnTo>
                  <a:lnTo>
                    <a:pt x="762" y="101346"/>
                  </a:lnTo>
                  <a:lnTo>
                    <a:pt x="1524" y="101346"/>
                  </a:lnTo>
                  <a:lnTo>
                    <a:pt x="1524" y="100584"/>
                  </a:lnTo>
                  <a:close/>
                </a:path>
                <a:path w="1904" h="107950">
                  <a:moveTo>
                    <a:pt x="1524" y="99060"/>
                  </a:moveTo>
                  <a:lnTo>
                    <a:pt x="762" y="99060"/>
                  </a:lnTo>
                  <a:lnTo>
                    <a:pt x="762" y="99822"/>
                  </a:lnTo>
                  <a:lnTo>
                    <a:pt x="1524" y="99822"/>
                  </a:lnTo>
                  <a:lnTo>
                    <a:pt x="1524" y="99060"/>
                  </a:lnTo>
                  <a:close/>
                </a:path>
                <a:path w="1904" h="107950">
                  <a:moveTo>
                    <a:pt x="1524" y="97536"/>
                  </a:moveTo>
                  <a:lnTo>
                    <a:pt x="762" y="97536"/>
                  </a:lnTo>
                  <a:lnTo>
                    <a:pt x="762" y="98298"/>
                  </a:lnTo>
                  <a:lnTo>
                    <a:pt x="1524" y="98298"/>
                  </a:lnTo>
                  <a:lnTo>
                    <a:pt x="1524" y="97536"/>
                  </a:lnTo>
                  <a:close/>
                </a:path>
                <a:path w="1904" h="107950">
                  <a:moveTo>
                    <a:pt x="1524" y="96012"/>
                  </a:moveTo>
                  <a:lnTo>
                    <a:pt x="762" y="96012"/>
                  </a:lnTo>
                  <a:lnTo>
                    <a:pt x="762" y="96774"/>
                  </a:lnTo>
                  <a:lnTo>
                    <a:pt x="1524" y="96774"/>
                  </a:lnTo>
                  <a:lnTo>
                    <a:pt x="1524" y="96012"/>
                  </a:lnTo>
                  <a:close/>
                </a:path>
                <a:path w="1904" h="107950">
                  <a:moveTo>
                    <a:pt x="1524" y="94488"/>
                  </a:moveTo>
                  <a:lnTo>
                    <a:pt x="762" y="94488"/>
                  </a:lnTo>
                  <a:lnTo>
                    <a:pt x="762" y="95250"/>
                  </a:lnTo>
                  <a:lnTo>
                    <a:pt x="1524" y="95250"/>
                  </a:lnTo>
                  <a:lnTo>
                    <a:pt x="1524" y="94488"/>
                  </a:lnTo>
                  <a:close/>
                </a:path>
                <a:path w="1904" h="107950">
                  <a:moveTo>
                    <a:pt x="1524" y="92964"/>
                  </a:moveTo>
                  <a:lnTo>
                    <a:pt x="762" y="92964"/>
                  </a:lnTo>
                  <a:lnTo>
                    <a:pt x="762" y="93726"/>
                  </a:lnTo>
                  <a:lnTo>
                    <a:pt x="1524" y="93726"/>
                  </a:lnTo>
                  <a:lnTo>
                    <a:pt x="1524" y="92964"/>
                  </a:lnTo>
                  <a:close/>
                </a:path>
                <a:path w="1904" h="107950">
                  <a:moveTo>
                    <a:pt x="1524" y="91440"/>
                  </a:moveTo>
                  <a:lnTo>
                    <a:pt x="762" y="91440"/>
                  </a:lnTo>
                  <a:lnTo>
                    <a:pt x="762" y="92202"/>
                  </a:lnTo>
                  <a:lnTo>
                    <a:pt x="1524" y="92202"/>
                  </a:lnTo>
                  <a:lnTo>
                    <a:pt x="1524" y="91440"/>
                  </a:lnTo>
                  <a:close/>
                </a:path>
                <a:path w="1904" h="107950">
                  <a:moveTo>
                    <a:pt x="1524" y="89916"/>
                  </a:moveTo>
                  <a:lnTo>
                    <a:pt x="762" y="89916"/>
                  </a:lnTo>
                  <a:lnTo>
                    <a:pt x="762" y="90678"/>
                  </a:lnTo>
                  <a:lnTo>
                    <a:pt x="1524" y="90678"/>
                  </a:lnTo>
                  <a:lnTo>
                    <a:pt x="1524" y="89916"/>
                  </a:lnTo>
                  <a:close/>
                </a:path>
                <a:path w="1904" h="107950">
                  <a:moveTo>
                    <a:pt x="1524" y="88392"/>
                  </a:moveTo>
                  <a:lnTo>
                    <a:pt x="762" y="88392"/>
                  </a:lnTo>
                  <a:lnTo>
                    <a:pt x="762" y="89154"/>
                  </a:lnTo>
                  <a:lnTo>
                    <a:pt x="1524" y="89154"/>
                  </a:lnTo>
                  <a:lnTo>
                    <a:pt x="1524" y="88392"/>
                  </a:lnTo>
                  <a:close/>
                </a:path>
                <a:path w="1904" h="107950">
                  <a:moveTo>
                    <a:pt x="1524" y="86868"/>
                  </a:moveTo>
                  <a:lnTo>
                    <a:pt x="762" y="86868"/>
                  </a:lnTo>
                  <a:lnTo>
                    <a:pt x="762" y="87630"/>
                  </a:lnTo>
                  <a:lnTo>
                    <a:pt x="1524" y="87630"/>
                  </a:lnTo>
                  <a:lnTo>
                    <a:pt x="1524" y="86868"/>
                  </a:lnTo>
                  <a:close/>
                </a:path>
                <a:path w="1904" h="107950">
                  <a:moveTo>
                    <a:pt x="1524" y="85344"/>
                  </a:moveTo>
                  <a:lnTo>
                    <a:pt x="762" y="85344"/>
                  </a:lnTo>
                  <a:lnTo>
                    <a:pt x="762" y="86106"/>
                  </a:lnTo>
                  <a:lnTo>
                    <a:pt x="1524" y="86106"/>
                  </a:lnTo>
                  <a:lnTo>
                    <a:pt x="1524" y="85344"/>
                  </a:lnTo>
                  <a:close/>
                </a:path>
                <a:path w="1904" h="107950">
                  <a:moveTo>
                    <a:pt x="1524" y="83820"/>
                  </a:moveTo>
                  <a:lnTo>
                    <a:pt x="762" y="83820"/>
                  </a:lnTo>
                  <a:lnTo>
                    <a:pt x="762" y="84582"/>
                  </a:lnTo>
                  <a:lnTo>
                    <a:pt x="1524" y="84582"/>
                  </a:lnTo>
                  <a:lnTo>
                    <a:pt x="1524" y="83820"/>
                  </a:lnTo>
                  <a:close/>
                </a:path>
                <a:path w="1904" h="107950">
                  <a:moveTo>
                    <a:pt x="1524" y="82296"/>
                  </a:moveTo>
                  <a:lnTo>
                    <a:pt x="762" y="82296"/>
                  </a:lnTo>
                  <a:lnTo>
                    <a:pt x="762" y="83058"/>
                  </a:lnTo>
                  <a:lnTo>
                    <a:pt x="1524" y="83058"/>
                  </a:lnTo>
                  <a:lnTo>
                    <a:pt x="1524" y="82296"/>
                  </a:lnTo>
                  <a:close/>
                </a:path>
                <a:path w="1904" h="107950">
                  <a:moveTo>
                    <a:pt x="1524" y="80772"/>
                  </a:moveTo>
                  <a:lnTo>
                    <a:pt x="762" y="80772"/>
                  </a:lnTo>
                  <a:lnTo>
                    <a:pt x="762" y="81534"/>
                  </a:lnTo>
                  <a:lnTo>
                    <a:pt x="1524" y="81534"/>
                  </a:lnTo>
                  <a:lnTo>
                    <a:pt x="1524" y="80772"/>
                  </a:lnTo>
                  <a:close/>
                </a:path>
                <a:path w="1904" h="107950">
                  <a:moveTo>
                    <a:pt x="1524" y="79248"/>
                  </a:moveTo>
                  <a:lnTo>
                    <a:pt x="762" y="79248"/>
                  </a:lnTo>
                  <a:lnTo>
                    <a:pt x="762" y="80010"/>
                  </a:lnTo>
                  <a:lnTo>
                    <a:pt x="1524" y="80010"/>
                  </a:lnTo>
                  <a:lnTo>
                    <a:pt x="1524" y="79248"/>
                  </a:lnTo>
                  <a:close/>
                </a:path>
                <a:path w="1904" h="107950">
                  <a:moveTo>
                    <a:pt x="1524" y="77724"/>
                  </a:moveTo>
                  <a:lnTo>
                    <a:pt x="762" y="77724"/>
                  </a:lnTo>
                  <a:lnTo>
                    <a:pt x="762" y="78486"/>
                  </a:lnTo>
                  <a:lnTo>
                    <a:pt x="1524" y="78486"/>
                  </a:lnTo>
                  <a:lnTo>
                    <a:pt x="1524" y="77724"/>
                  </a:lnTo>
                  <a:close/>
                </a:path>
                <a:path w="1904" h="107950">
                  <a:moveTo>
                    <a:pt x="1524" y="76200"/>
                  </a:moveTo>
                  <a:lnTo>
                    <a:pt x="762" y="76200"/>
                  </a:lnTo>
                  <a:lnTo>
                    <a:pt x="762" y="76962"/>
                  </a:lnTo>
                  <a:lnTo>
                    <a:pt x="1524" y="76962"/>
                  </a:lnTo>
                  <a:lnTo>
                    <a:pt x="1524" y="76200"/>
                  </a:lnTo>
                  <a:close/>
                </a:path>
                <a:path w="1904" h="107950">
                  <a:moveTo>
                    <a:pt x="1524" y="74676"/>
                  </a:moveTo>
                  <a:lnTo>
                    <a:pt x="762" y="74676"/>
                  </a:lnTo>
                  <a:lnTo>
                    <a:pt x="762" y="75438"/>
                  </a:lnTo>
                  <a:lnTo>
                    <a:pt x="1524" y="75438"/>
                  </a:lnTo>
                  <a:lnTo>
                    <a:pt x="1524" y="74676"/>
                  </a:lnTo>
                  <a:close/>
                </a:path>
                <a:path w="1904" h="107950">
                  <a:moveTo>
                    <a:pt x="1524" y="73152"/>
                  </a:moveTo>
                  <a:lnTo>
                    <a:pt x="762" y="73152"/>
                  </a:lnTo>
                  <a:lnTo>
                    <a:pt x="762" y="73914"/>
                  </a:lnTo>
                  <a:lnTo>
                    <a:pt x="1524" y="73914"/>
                  </a:lnTo>
                  <a:lnTo>
                    <a:pt x="1524" y="73152"/>
                  </a:lnTo>
                  <a:close/>
                </a:path>
                <a:path w="1904" h="107950">
                  <a:moveTo>
                    <a:pt x="1524" y="71628"/>
                  </a:moveTo>
                  <a:lnTo>
                    <a:pt x="762" y="71628"/>
                  </a:lnTo>
                  <a:lnTo>
                    <a:pt x="762" y="72390"/>
                  </a:lnTo>
                  <a:lnTo>
                    <a:pt x="1524" y="72390"/>
                  </a:lnTo>
                  <a:lnTo>
                    <a:pt x="1524" y="71628"/>
                  </a:lnTo>
                  <a:close/>
                </a:path>
                <a:path w="1904" h="107950">
                  <a:moveTo>
                    <a:pt x="1524" y="70104"/>
                  </a:moveTo>
                  <a:lnTo>
                    <a:pt x="762" y="70104"/>
                  </a:lnTo>
                  <a:lnTo>
                    <a:pt x="762" y="70866"/>
                  </a:lnTo>
                  <a:lnTo>
                    <a:pt x="1524" y="70866"/>
                  </a:lnTo>
                  <a:lnTo>
                    <a:pt x="1524" y="70104"/>
                  </a:lnTo>
                  <a:close/>
                </a:path>
                <a:path w="1904" h="107950">
                  <a:moveTo>
                    <a:pt x="1524" y="68580"/>
                  </a:moveTo>
                  <a:lnTo>
                    <a:pt x="762" y="68580"/>
                  </a:lnTo>
                  <a:lnTo>
                    <a:pt x="762" y="69342"/>
                  </a:lnTo>
                  <a:lnTo>
                    <a:pt x="1524" y="69342"/>
                  </a:lnTo>
                  <a:lnTo>
                    <a:pt x="1524" y="68580"/>
                  </a:lnTo>
                  <a:close/>
                </a:path>
                <a:path w="1904" h="107950">
                  <a:moveTo>
                    <a:pt x="1524" y="67056"/>
                  </a:moveTo>
                  <a:lnTo>
                    <a:pt x="762" y="67056"/>
                  </a:lnTo>
                  <a:lnTo>
                    <a:pt x="762" y="67818"/>
                  </a:lnTo>
                  <a:lnTo>
                    <a:pt x="1524" y="67818"/>
                  </a:lnTo>
                  <a:lnTo>
                    <a:pt x="1524" y="67056"/>
                  </a:lnTo>
                  <a:close/>
                </a:path>
                <a:path w="1904" h="107950">
                  <a:moveTo>
                    <a:pt x="1524" y="65532"/>
                  </a:moveTo>
                  <a:lnTo>
                    <a:pt x="762" y="65532"/>
                  </a:lnTo>
                  <a:lnTo>
                    <a:pt x="762" y="66294"/>
                  </a:lnTo>
                  <a:lnTo>
                    <a:pt x="1524" y="66294"/>
                  </a:lnTo>
                  <a:lnTo>
                    <a:pt x="1524" y="65532"/>
                  </a:lnTo>
                  <a:close/>
                </a:path>
                <a:path w="1904" h="107950">
                  <a:moveTo>
                    <a:pt x="1524" y="64008"/>
                  </a:moveTo>
                  <a:lnTo>
                    <a:pt x="762" y="64008"/>
                  </a:lnTo>
                  <a:lnTo>
                    <a:pt x="762" y="64770"/>
                  </a:lnTo>
                  <a:lnTo>
                    <a:pt x="1524" y="64770"/>
                  </a:lnTo>
                  <a:lnTo>
                    <a:pt x="1524" y="64008"/>
                  </a:lnTo>
                  <a:close/>
                </a:path>
                <a:path w="1904" h="107950">
                  <a:moveTo>
                    <a:pt x="1524" y="62484"/>
                  </a:moveTo>
                  <a:lnTo>
                    <a:pt x="762" y="62484"/>
                  </a:lnTo>
                  <a:lnTo>
                    <a:pt x="762" y="63246"/>
                  </a:lnTo>
                  <a:lnTo>
                    <a:pt x="1524" y="63246"/>
                  </a:lnTo>
                  <a:lnTo>
                    <a:pt x="1524" y="62484"/>
                  </a:lnTo>
                  <a:close/>
                </a:path>
                <a:path w="1904" h="107950">
                  <a:moveTo>
                    <a:pt x="1524" y="60960"/>
                  </a:moveTo>
                  <a:lnTo>
                    <a:pt x="762" y="60960"/>
                  </a:lnTo>
                  <a:lnTo>
                    <a:pt x="762" y="61722"/>
                  </a:lnTo>
                  <a:lnTo>
                    <a:pt x="1524" y="61722"/>
                  </a:lnTo>
                  <a:lnTo>
                    <a:pt x="1524" y="60960"/>
                  </a:lnTo>
                  <a:close/>
                </a:path>
                <a:path w="1904" h="107950">
                  <a:moveTo>
                    <a:pt x="1524" y="59436"/>
                  </a:moveTo>
                  <a:lnTo>
                    <a:pt x="762" y="59436"/>
                  </a:lnTo>
                  <a:lnTo>
                    <a:pt x="762" y="60198"/>
                  </a:lnTo>
                  <a:lnTo>
                    <a:pt x="1524" y="60198"/>
                  </a:lnTo>
                  <a:lnTo>
                    <a:pt x="1524" y="59436"/>
                  </a:lnTo>
                  <a:close/>
                </a:path>
                <a:path w="1904" h="107950">
                  <a:moveTo>
                    <a:pt x="1524" y="57912"/>
                  </a:moveTo>
                  <a:lnTo>
                    <a:pt x="762" y="57912"/>
                  </a:lnTo>
                  <a:lnTo>
                    <a:pt x="762" y="58674"/>
                  </a:lnTo>
                  <a:lnTo>
                    <a:pt x="1524" y="58674"/>
                  </a:lnTo>
                  <a:lnTo>
                    <a:pt x="1524" y="57912"/>
                  </a:lnTo>
                  <a:close/>
                </a:path>
                <a:path w="1904" h="107950">
                  <a:moveTo>
                    <a:pt x="1524" y="56388"/>
                  </a:moveTo>
                  <a:lnTo>
                    <a:pt x="762" y="56388"/>
                  </a:lnTo>
                  <a:lnTo>
                    <a:pt x="762" y="57150"/>
                  </a:lnTo>
                  <a:lnTo>
                    <a:pt x="1524" y="57150"/>
                  </a:lnTo>
                  <a:lnTo>
                    <a:pt x="1524" y="56388"/>
                  </a:lnTo>
                  <a:close/>
                </a:path>
                <a:path w="1904" h="107950">
                  <a:moveTo>
                    <a:pt x="1524" y="54864"/>
                  </a:moveTo>
                  <a:lnTo>
                    <a:pt x="762" y="54864"/>
                  </a:lnTo>
                  <a:lnTo>
                    <a:pt x="762" y="55626"/>
                  </a:lnTo>
                  <a:lnTo>
                    <a:pt x="1524" y="55626"/>
                  </a:lnTo>
                  <a:lnTo>
                    <a:pt x="1524" y="54864"/>
                  </a:lnTo>
                  <a:close/>
                </a:path>
                <a:path w="1904" h="107950">
                  <a:moveTo>
                    <a:pt x="1524" y="53340"/>
                  </a:moveTo>
                  <a:lnTo>
                    <a:pt x="762" y="53340"/>
                  </a:lnTo>
                  <a:lnTo>
                    <a:pt x="762" y="54102"/>
                  </a:lnTo>
                  <a:lnTo>
                    <a:pt x="1524" y="54102"/>
                  </a:lnTo>
                  <a:lnTo>
                    <a:pt x="1524" y="53340"/>
                  </a:lnTo>
                  <a:close/>
                </a:path>
                <a:path w="1904" h="107950">
                  <a:moveTo>
                    <a:pt x="1524" y="51816"/>
                  </a:moveTo>
                  <a:lnTo>
                    <a:pt x="762" y="51816"/>
                  </a:lnTo>
                  <a:lnTo>
                    <a:pt x="762" y="52578"/>
                  </a:lnTo>
                  <a:lnTo>
                    <a:pt x="1524" y="52578"/>
                  </a:lnTo>
                  <a:lnTo>
                    <a:pt x="1524" y="51816"/>
                  </a:lnTo>
                  <a:close/>
                </a:path>
                <a:path w="1904" h="107950">
                  <a:moveTo>
                    <a:pt x="1524" y="50292"/>
                  </a:moveTo>
                  <a:lnTo>
                    <a:pt x="762" y="50292"/>
                  </a:lnTo>
                  <a:lnTo>
                    <a:pt x="762" y="51054"/>
                  </a:lnTo>
                  <a:lnTo>
                    <a:pt x="1524" y="51054"/>
                  </a:lnTo>
                  <a:lnTo>
                    <a:pt x="1524" y="50292"/>
                  </a:lnTo>
                  <a:close/>
                </a:path>
                <a:path w="1904" h="107950">
                  <a:moveTo>
                    <a:pt x="1524" y="48768"/>
                  </a:moveTo>
                  <a:lnTo>
                    <a:pt x="762" y="48768"/>
                  </a:lnTo>
                  <a:lnTo>
                    <a:pt x="762" y="49530"/>
                  </a:lnTo>
                  <a:lnTo>
                    <a:pt x="1524" y="49530"/>
                  </a:lnTo>
                  <a:lnTo>
                    <a:pt x="1524" y="48768"/>
                  </a:lnTo>
                  <a:close/>
                </a:path>
                <a:path w="1904" h="107950">
                  <a:moveTo>
                    <a:pt x="1524" y="47244"/>
                  </a:moveTo>
                  <a:lnTo>
                    <a:pt x="762" y="47244"/>
                  </a:lnTo>
                  <a:lnTo>
                    <a:pt x="762" y="48006"/>
                  </a:lnTo>
                  <a:lnTo>
                    <a:pt x="1524" y="48006"/>
                  </a:lnTo>
                  <a:lnTo>
                    <a:pt x="1524" y="47244"/>
                  </a:lnTo>
                  <a:close/>
                </a:path>
                <a:path w="1904" h="107950">
                  <a:moveTo>
                    <a:pt x="1524" y="45720"/>
                  </a:moveTo>
                  <a:lnTo>
                    <a:pt x="762" y="45720"/>
                  </a:lnTo>
                  <a:lnTo>
                    <a:pt x="762" y="46482"/>
                  </a:lnTo>
                  <a:lnTo>
                    <a:pt x="1524" y="46482"/>
                  </a:lnTo>
                  <a:lnTo>
                    <a:pt x="1524" y="45720"/>
                  </a:lnTo>
                  <a:close/>
                </a:path>
                <a:path w="1904" h="107950">
                  <a:moveTo>
                    <a:pt x="1524" y="44196"/>
                  </a:moveTo>
                  <a:lnTo>
                    <a:pt x="762" y="44196"/>
                  </a:lnTo>
                  <a:lnTo>
                    <a:pt x="762" y="44958"/>
                  </a:lnTo>
                  <a:lnTo>
                    <a:pt x="1524" y="44958"/>
                  </a:lnTo>
                  <a:lnTo>
                    <a:pt x="1524" y="44196"/>
                  </a:lnTo>
                  <a:close/>
                </a:path>
                <a:path w="1904" h="107950">
                  <a:moveTo>
                    <a:pt x="1524" y="42672"/>
                  </a:moveTo>
                  <a:lnTo>
                    <a:pt x="762" y="42672"/>
                  </a:lnTo>
                  <a:lnTo>
                    <a:pt x="762" y="43434"/>
                  </a:lnTo>
                  <a:lnTo>
                    <a:pt x="1524" y="43434"/>
                  </a:lnTo>
                  <a:lnTo>
                    <a:pt x="1524" y="42672"/>
                  </a:lnTo>
                  <a:close/>
                </a:path>
                <a:path w="1904" h="107950">
                  <a:moveTo>
                    <a:pt x="1524" y="41148"/>
                  </a:moveTo>
                  <a:lnTo>
                    <a:pt x="762" y="41148"/>
                  </a:lnTo>
                  <a:lnTo>
                    <a:pt x="762" y="41910"/>
                  </a:lnTo>
                  <a:lnTo>
                    <a:pt x="1524" y="41910"/>
                  </a:lnTo>
                  <a:lnTo>
                    <a:pt x="1524" y="41148"/>
                  </a:lnTo>
                  <a:close/>
                </a:path>
                <a:path w="1904" h="107950">
                  <a:moveTo>
                    <a:pt x="1524" y="39624"/>
                  </a:moveTo>
                  <a:lnTo>
                    <a:pt x="762" y="39624"/>
                  </a:lnTo>
                  <a:lnTo>
                    <a:pt x="762" y="40386"/>
                  </a:lnTo>
                  <a:lnTo>
                    <a:pt x="1524" y="40386"/>
                  </a:lnTo>
                  <a:lnTo>
                    <a:pt x="1524" y="39624"/>
                  </a:lnTo>
                  <a:close/>
                </a:path>
                <a:path w="1904" h="107950">
                  <a:moveTo>
                    <a:pt x="1524" y="38100"/>
                  </a:moveTo>
                  <a:lnTo>
                    <a:pt x="762" y="38100"/>
                  </a:lnTo>
                  <a:lnTo>
                    <a:pt x="762" y="38862"/>
                  </a:lnTo>
                  <a:lnTo>
                    <a:pt x="1524" y="38862"/>
                  </a:lnTo>
                  <a:lnTo>
                    <a:pt x="1524" y="38100"/>
                  </a:lnTo>
                  <a:close/>
                </a:path>
                <a:path w="1904" h="107950">
                  <a:moveTo>
                    <a:pt x="1524" y="36576"/>
                  </a:moveTo>
                  <a:lnTo>
                    <a:pt x="762" y="36576"/>
                  </a:lnTo>
                  <a:lnTo>
                    <a:pt x="762" y="37338"/>
                  </a:lnTo>
                  <a:lnTo>
                    <a:pt x="1524" y="37338"/>
                  </a:lnTo>
                  <a:lnTo>
                    <a:pt x="1524" y="36576"/>
                  </a:lnTo>
                  <a:close/>
                </a:path>
                <a:path w="1904" h="107950">
                  <a:moveTo>
                    <a:pt x="1524" y="35052"/>
                  </a:moveTo>
                  <a:lnTo>
                    <a:pt x="762" y="35052"/>
                  </a:lnTo>
                  <a:lnTo>
                    <a:pt x="762" y="35814"/>
                  </a:lnTo>
                  <a:lnTo>
                    <a:pt x="1524" y="35814"/>
                  </a:lnTo>
                  <a:lnTo>
                    <a:pt x="1524" y="35052"/>
                  </a:lnTo>
                  <a:close/>
                </a:path>
                <a:path w="1904" h="107950">
                  <a:moveTo>
                    <a:pt x="1524" y="33528"/>
                  </a:moveTo>
                  <a:lnTo>
                    <a:pt x="762" y="33528"/>
                  </a:lnTo>
                  <a:lnTo>
                    <a:pt x="762" y="34290"/>
                  </a:lnTo>
                  <a:lnTo>
                    <a:pt x="1524" y="34290"/>
                  </a:lnTo>
                  <a:lnTo>
                    <a:pt x="1524" y="33528"/>
                  </a:lnTo>
                  <a:close/>
                </a:path>
                <a:path w="1904" h="107950">
                  <a:moveTo>
                    <a:pt x="1524" y="32004"/>
                  </a:moveTo>
                  <a:lnTo>
                    <a:pt x="762" y="32004"/>
                  </a:lnTo>
                  <a:lnTo>
                    <a:pt x="762" y="32766"/>
                  </a:lnTo>
                  <a:lnTo>
                    <a:pt x="1524" y="32766"/>
                  </a:lnTo>
                  <a:lnTo>
                    <a:pt x="1524" y="32004"/>
                  </a:lnTo>
                  <a:close/>
                </a:path>
                <a:path w="1904" h="107950">
                  <a:moveTo>
                    <a:pt x="1524" y="30480"/>
                  </a:moveTo>
                  <a:lnTo>
                    <a:pt x="762" y="30480"/>
                  </a:lnTo>
                  <a:lnTo>
                    <a:pt x="762" y="31242"/>
                  </a:lnTo>
                  <a:lnTo>
                    <a:pt x="1524" y="31242"/>
                  </a:lnTo>
                  <a:lnTo>
                    <a:pt x="1524" y="30480"/>
                  </a:lnTo>
                  <a:close/>
                </a:path>
                <a:path w="1904" h="107950">
                  <a:moveTo>
                    <a:pt x="1524" y="28956"/>
                  </a:moveTo>
                  <a:lnTo>
                    <a:pt x="762" y="28956"/>
                  </a:lnTo>
                  <a:lnTo>
                    <a:pt x="762" y="29718"/>
                  </a:lnTo>
                  <a:lnTo>
                    <a:pt x="1524" y="29718"/>
                  </a:lnTo>
                  <a:lnTo>
                    <a:pt x="1524" y="28956"/>
                  </a:lnTo>
                  <a:close/>
                </a:path>
                <a:path w="1904" h="107950">
                  <a:moveTo>
                    <a:pt x="1524" y="27432"/>
                  </a:moveTo>
                  <a:lnTo>
                    <a:pt x="762" y="27432"/>
                  </a:lnTo>
                  <a:lnTo>
                    <a:pt x="762" y="28194"/>
                  </a:lnTo>
                  <a:lnTo>
                    <a:pt x="1524" y="28194"/>
                  </a:lnTo>
                  <a:lnTo>
                    <a:pt x="1524" y="27432"/>
                  </a:lnTo>
                  <a:close/>
                </a:path>
                <a:path w="1904" h="107950">
                  <a:moveTo>
                    <a:pt x="1524" y="25908"/>
                  </a:moveTo>
                  <a:lnTo>
                    <a:pt x="762" y="25908"/>
                  </a:lnTo>
                  <a:lnTo>
                    <a:pt x="762" y="26670"/>
                  </a:lnTo>
                  <a:lnTo>
                    <a:pt x="1524" y="26670"/>
                  </a:lnTo>
                  <a:lnTo>
                    <a:pt x="1524" y="25908"/>
                  </a:lnTo>
                  <a:close/>
                </a:path>
                <a:path w="1904" h="107950">
                  <a:moveTo>
                    <a:pt x="1524" y="24384"/>
                  </a:moveTo>
                  <a:lnTo>
                    <a:pt x="762" y="24384"/>
                  </a:lnTo>
                  <a:lnTo>
                    <a:pt x="762" y="25146"/>
                  </a:lnTo>
                  <a:lnTo>
                    <a:pt x="1524" y="25146"/>
                  </a:lnTo>
                  <a:lnTo>
                    <a:pt x="1524" y="24384"/>
                  </a:lnTo>
                  <a:close/>
                </a:path>
                <a:path w="1904" h="107950">
                  <a:moveTo>
                    <a:pt x="1524" y="22860"/>
                  </a:moveTo>
                  <a:lnTo>
                    <a:pt x="762" y="22860"/>
                  </a:lnTo>
                  <a:lnTo>
                    <a:pt x="762" y="23622"/>
                  </a:lnTo>
                  <a:lnTo>
                    <a:pt x="1524" y="23622"/>
                  </a:lnTo>
                  <a:lnTo>
                    <a:pt x="1524" y="22860"/>
                  </a:lnTo>
                  <a:close/>
                </a:path>
                <a:path w="1904" h="107950">
                  <a:moveTo>
                    <a:pt x="1524" y="21336"/>
                  </a:moveTo>
                  <a:lnTo>
                    <a:pt x="762" y="21336"/>
                  </a:lnTo>
                  <a:lnTo>
                    <a:pt x="762" y="22098"/>
                  </a:lnTo>
                  <a:lnTo>
                    <a:pt x="1524" y="22098"/>
                  </a:lnTo>
                  <a:lnTo>
                    <a:pt x="1524" y="21336"/>
                  </a:lnTo>
                  <a:close/>
                </a:path>
                <a:path w="1904" h="107950">
                  <a:moveTo>
                    <a:pt x="1524" y="19812"/>
                  </a:moveTo>
                  <a:lnTo>
                    <a:pt x="762" y="19812"/>
                  </a:lnTo>
                  <a:lnTo>
                    <a:pt x="762" y="20574"/>
                  </a:lnTo>
                  <a:lnTo>
                    <a:pt x="1524" y="20574"/>
                  </a:lnTo>
                  <a:lnTo>
                    <a:pt x="1524" y="19812"/>
                  </a:lnTo>
                  <a:close/>
                </a:path>
                <a:path w="1904" h="107950">
                  <a:moveTo>
                    <a:pt x="1524" y="18288"/>
                  </a:moveTo>
                  <a:lnTo>
                    <a:pt x="762" y="18288"/>
                  </a:lnTo>
                  <a:lnTo>
                    <a:pt x="762" y="19050"/>
                  </a:lnTo>
                  <a:lnTo>
                    <a:pt x="1524" y="19050"/>
                  </a:lnTo>
                  <a:lnTo>
                    <a:pt x="1524" y="18288"/>
                  </a:lnTo>
                  <a:close/>
                </a:path>
                <a:path w="1904" h="107950">
                  <a:moveTo>
                    <a:pt x="1524" y="16764"/>
                  </a:moveTo>
                  <a:lnTo>
                    <a:pt x="762" y="16764"/>
                  </a:lnTo>
                  <a:lnTo>
                    <a:pt x="762" y="17526"/>
                  </a:lnTo>
                  <a:lnTo>
                    <a:pt x="1524" y="17526"/>
                  </a:lnTo>
                  <a:lnTo>
                    <a:pt x="1524" y="16764"/>
                  </a:lnTo>
                  <a:close/>
                </a:path>
                <a:path w="1904" h="107950">
                  <a:moveTo>
                    <a:pt x="1524" y="15240"/>
                  </a:moveTo>
                  <a:lnTo>
                    <a:pt x="762" y="15240"/>
                  </a:lnTo>
                  <a:lnTo>
                    <a:pt x="762" y="16002"/>
                  </a:lnTo>
                  <a:lnTo>
                    <a:pt x="1524" y="16002"/>
                  </a:lnTo>
                  <a:lnTo>
                    <a:pt x="1524" y="15240"/>
                  </a:lnTo>
                  <a:close/>
                </a:path>
                <a:path w="1904" h="107950">
                  <a:moveTo>
                    <a:pt x="1524" y="13716"/>
                  </a:moveTo>
                  <a:lnTo>
                    <a:pt x="762" y="13716"/>
                  </a:lnTo>
                  <a:lnTo>
                    <a:pt x="762" y="14478"/>
                  </a:lnTo>
                  <a:lnTo>
                    <a:pt x="1524" y="14478"/>
                  </a:lnTo>
                  <a:lnTo>
                    <a:pt x="1524" y="13716"/>
                  </a:lnTo>
                  <a:close/>
                </a:path>
                <a:path w="1904" h="107950">
                  <a:moveTo>
                    <a:pt x="1524" y="12192"/>
                  </a:moveTo>
                  <a:lnTo>
                    <a:pt x="762" y="12192"/>
                  </a:lnTo>
                  <a:lnTo>
                    <a:pt x="762" y="12954"/>
                  </a:lnTo>
                  <a:lnTo>
                    <a:pt x="1524" y="12954"/>
                  </a:lnTo>
                  <a:lnTo>
                    <a:pt x="1524" y="12192"/>
                  </a:lnTo>
                  <a:close/>
                </a:path>
                <a:path w="1904" h="107950">
                  <a:moveTo>
                    <a:pt x="1524" y="10668"/>
                  </a:moveTo>
                  <a:lnTo>
                    <a:pt x="762" y="10668"/>
                  </a:lnTo>
                  <a:lnTo>
                    <a:pt x="762" y="11430"/>
                  </a:lnTo>
                  <a:lnTo>
                    <a:pt x="1524" y="11430"/>
                  </a:lnTo>
                  <a:lnTo>
                    <a:pt x="1524" y="10668"/>
                  </a:lnTo>
                  <a:close/>
                </a:path>
                <a:path w="1904" h="107950">
                  <a:moveTo>
                    <a:pt x="1524" y="9144"/>
                  </a:moveTo>
                  <a:lnTo>
                    <a:pt x="762" y="9144"/>
                  </a:lnTo>
                  <a:lnTo>
                    <a:pt x="762" y="9906"/>
                  </a:lnTo>
                  <a:lnTo>
                    <a:pt x="1524" y="9906"/>
                  </a:lnTo>
                  <a:lnTo>
                    <a:pt x="1524" y="9144"/>
                  </a:lnTo>
                  <a:close/>
                </a:path>
                <a:path w="1904" h="107950">
                  <a:moveTo>
                    <a:pt x="1524" y="7620"/>
                  </a:moveTo>
                  <a:lnTo>
                    <a:pt x="762" y="7620"/>
                  </a:lnTo>
                  <a:lnTo>
                    <a:pt x="762" y="8382"/>
                  </a:lnTo>
                  <a:lnTo>
                    <a:pt x="1524" y="8382"/>
                  </a:lnTo>
                  <a:lnTo>
                    <a:pt x="1524" y="7620"/>
                  </a:lnTo>
                  <a:close/>
                </a:path>
                <a:path w="1904" h="107950">
                  <a:moveTo>
                    <a:pt x="1524" y="6096"/>
                  </a:moveTo>
                  <a:lnTo>
                    <a:pt x="762" y="6096"/>
                  </a:lnTo>
                  <a:lnTo>
                    <a:pt x="762" y="6858"/>
                  </a:lnTo>
                  <a:lnTo>
                    <a:pt x="1524" y="6858"/>
                  </a:lnTo>
                  <a:lnTo>
                    <a:pt x="1524" y="6096"/>
                  </a:lnTo>
                  <a:close/>
                </a:path>
                <a:path w="1904" h="107950">
                  <a:moveTo>
                    <a:pt x="1524" y="4572"/>
                  </a:moveTo>
                  <a:lnTo>
                    <a:pt x="762" y="4572"/>
                  </a:lnTo>
                  <a:lnTo>
                    <a:pt x="762" y="5334"/>
                  </a:lnTo>
                  <a:lnTo>
                    <a:pt x="1524" y="5334"/>
                  </a:lnTo>
                  <a:lnTo>
                    <a:pt x="1524" y="4572"/>
                  </a:lnTo>
                  <a:close/>
                </a:path>
                <a:path w="1904" h="107950">
                  <a:moveTo>
                    <a:pt x="1524" y="3048"/>
                  </a:moveTo>
                  <a:lnTo>
                    <a:pt x="762" y="3048"/>
                  </a:lnTo>
                  <a:lnTo>
                    <a:pt x="762" y="3810"/>
                  </a:lnTo>
                  <a:lnTo>
                    <a:pt x="1524" y="3810"/>
                  </a:lnTo>
                  <a:lnTo>
                    <a:pt x="1524" y="3048"/>
                  </a:lnTo>
                  <a:close/>
                </a:path>
                <a:path w="1904" h="107950">
                  <a:moveTo>
                    <a:pt x="1524" y="2286"/>
                  </a:moveTo>
                  <a:lnTo>
                    <a:pt x="762" y="1524"/>
                  </a:lnTo>
                  <a:lnTo>
                    <a:pt x="0" y="1524"/>
                  </a:lnTo>
                  <a:lnTo>
                    <a:pt x="0" y="2286"/>
                  </a:lnTo>
                  <a:lnTo>
                    <a:pt x="1524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791706" y="3197351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791706" y="3304031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791706" y="3410711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791706" y="3517391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791706" y="3624071"/>
              <a:ext cx="1270" cy="108585"/>
            </a:xfrm>
            <a:custGeom>
              <a:avLst/>
              <a:gdLst/>
              <a:ahLst/>
              <a:cxnLst/>
              <a:rect l="l" t="t" r="r" b="b"/>
              <a:pathLst>
                <a:path w="1270" h="108585">
                  <a:moveTo>
                    <a:pt x="762" y="107442"/>
                  </a:moveTo>
                  <a:lnTo>
                    <a:pt x="0" y="107442"/>
                  </a:lnTo>
                  <a:lnTo>
                    <a:pt x="0" y="108204"/>
                  </a:lnTo>
                  <a:lnTo>
                    <a:pt x="762" y="108204"/>
                  </a:lnTo>
                  <a:lnTo>
                    <a:pt x="762" y="107442"/>
                  </a:lnTo>
                  <a:close/>
                </a:path>
                <a:path w="1270" h="108585">
                  <a:moveTo>
                    <a:pt x="762" y="105918"/>
                  </a:moveTo>
                  <a:lnTo>
                    <a:pt x="0" y="105918"/>
                  </a:lnTo>
                  <a:lnTo>
                    <a:pt x="0" y="106680"/>
                  </a:lnTo>
                  <a:lnTo>
                    <a:pt x="762" y="106680"/>
                  </a:lnTo>
                  <a:lnTo>
                    <a:pt x="762" y="105918"/>
                  </a:lnTo>
                  <a:close/>
                </a:path>
                <a:path w="1270" h="108585">
                  <a:moveTo>
                    <a:pt x="762" y="104394"/>
                  </a:moveTo>
                  <a:lnTo>
                    <a:pt x="0" y="104394"/>
                  </a:lnTo>
                  <a:lnTo>
                    <a:pt x="0" y="105156"/>
                  </a:lnTo>
                  <a:lnTo>
                    <a:pt x="762" y="105156"/>
                  </a:lnTo>
                  <a:lnTo>
                    <a:pt x="762" y="104394"/>
                  </a:lnTo>
                  <a:close/>
                </a:path>
                <a:path w="1270" h="108585">
                  <a:moveTo>
                    <a:pt x="762" y="102870"/>
                  </a:moveTo>
                  <a:lnTo>
                    <a:pt x="0" y="102870"/>
                  </a:lnTo>
                  <a:lnTo>
                    <a:pt x="0" y="103632"/>
                  </a:lnTo>
                  <a:lnTo>
                    <a:pt x="762" y="103632"/>
                  </a:lnTo>
                  <a:lnTo>
                    <a:pt x="762" y="102870"/>
                  </a:lnTo>
                  <a:close/>
                </a:path>
                <a:path w="1270" h="108585">
                  <a:moveTo>
                    <a:pt x="762" y="101346"/>
                  </a:moveTo>
                  <a:lnTo>
                    <a:pt x="0" y="101346"/>
                  </a:lnTo>
                  <a:lnTo>
                    <a:pt x="0" y="102108"/>
                  </a:lnTo>
                  <a:lnTo>
                    <a:pt x="762" y="102108"/>
                  </a:lnTo>
                  <a:lnTo>
                    <a:pt x="762" y="101346"/>
                  </a:lnTo>
                  <a:close/>
                </a:path>
                <a:path w="1270" h="108585">
                  <a:moveTo>
                    <a:pt x="762" y="99822"/>
                  </a:moveTo>
                  <a:lnTo>
                    <a:pt x="0" y="99822"/>
                  </a:lnTo>
                  <a:lnTo>
                    <a:pt x="0" y="100584"/>
                  </a:lnTo>
                  <a:lnTo>
                    <a:pt x="762" y="100584"/>
                  </a:lnTo>
                  <a:lnTo>
                    <a:pt x="762" y="99822"/>
                  </a:lnTo>
                  <a:close/>
                </a:path>
                <a:path w="1270" h="108585">
                  <a:moveTo>
                    <a:pt x="762" y="98298"/>
                  </a:moveTo>
                  <a:lnTo>
                    <a:pt x="0" y="98298"/>
                  </a:lnTo>
                  <a:lnTo>
                    <a:pt x="0" y="99060"/>
                  </a:lnTo>
                  <a:lnTo>
                    <a:pt x="762" y="99060"/>
                  </a:lnTo>
                  <a:lnTo>
                    <a:pt x="762" y="98298"/>
                  </a:lnTo>
                  <a:close/>
                </a:path>
                <a:path w="1270" h="108585">
                  <a:moveTo>
                    <a:pt x="762" y="96774"/>
                  </a:moveTo>
                  <a:lnTo>
                    <a:pt x="0" y="96774"/>
                  </a:lnTo>
                  <a:lnTo>
                    <a:pt x="0" y="97536"/>
                  </a:lnTo>
                  <a:lnTo>
                    <a:pt x="762" y="97536"/>
                  </a:lnTo>
                  <a:lnTo>
                    <a:pt x="762" y="96774"/>
                  </a:lnTo>
                  <a:close/>
                </a:path>
                <a:path w="1270" h="108585">
                  <a:moveTo>
                    <a:pt x="762" y="95250"/>
                  </a:moveTo>
                  <a:lnTo>
                    <a:pt x="0" y="95250"/>
                  </a:lnTo>
                  <a:lnTo>
                    <a:pt x="0" y="96012"/>
                  </a:lnTo>
                  <a:lnTo>
                    <a:pt x="762" y="96012"/>
                  </a:lnTo>
                  <a:lnTo>
                    <a:pt x="762" y="95250"/>
                  </a:lnTo>
                  <a:close/>
                </a:path>
                <a:path w="1270" h="108585">
                  <a:moveTo>
                    <a:pt x="762" y="93726"/>
                  </a:moveTo>
                  <a:lnTo>
                    <a:pt x="0" y="93726"/>
                  </a:lnTo>
                  <a:lnTo>
                    <a:pt x="0" y="94488"/>
                  </a:lnTo>
                  <a:lnTo>
                    <a:pt x="762" y="94488"/>
                  </a:lnTo>
                  <a:lnTo>
                    <a:pt x="762" y="93726"/>
                  </a:lnTo>
                  <a:close/>
                </a:path>
                <a:path w="1270" h="108585">
                  <a:moveTo>
                    <a:pt x="762" y="92202"/>
                  </a:moveTo>
                  <a:lnTo>
                    <a:pt x="0" y="92202"/>
                  </a:lnTo>
                  <a:lnTo>
                    <a:pt x="0" y="92964"/>
                  </a:lnTo>
                  <a:lnTo>
                    <a:pt x="762" y="92964"/>
                  </a:lnTo>
                  <a:lnTo>
                    <a:pt x="762" y="92202"/>
                  </a:lnTo>
                  <a:close/>
                </a:path>
                <a:path w="1270" h="108585">
                  <a:moveTo>
                    <a:pt x="762" y="90678"/>
                  </a:moveTo>
                  <a:lnTo>
                    <a:pt x="0" y="90678"/>
                  </a:lnTo>
                  <a:lnTo>
                    <a:pt x="0" y="91440"/>
                  </a:lnTo>
                  <a:lnTo>
                    <a:pt x="762" y="91440"/>
                  </a:lnTo>
                  <a:lnTo>
                    <a:pt x="762" y="90678"/>
                  </a:lnTo>
                  <a:close/>
                </a:path>
                <a:path w="1270" h="108585">
                  <a:moveTo>
                    <a:pt x="762" y="89154"/>
                  </a:moveTo>
                  <a:lnTo>
                    <a:pt x="0" y="89154"/>
                  </a:lnTo>
                  <a:lnTo>
                    <a:pt x="0" y="89916"/>
                  </a:lnTo>
                  <a:lnTo>
                    <a:pt x="762" y="89916"/>
                  </a:lnTo>
                  <a:lnTo>
                    <a:pt x="762" y="89154"/>
                  </a:lnTo>
                  <a:close/>
                </a:path>
                <a:path w="1270" h="108585">
                  <a:moveTo>
                    <a:pt x="762" y="87630"/>
                  </a:moveTo>
                  <a:lnTo>
                    <a:pt x="0" y="87630"/>
                  </a:lnTo>
                  <a:lnTo>
                    <a:pt x="0" y="88392"/>
                  </a:lnTo>
                  <a:lnTo>
                    <a:pt x="762" y="88392"/>
                  </a:lnTo>
                  <a:lnTo>
                    <a:pt x="762" y="87630"/>
                  </a:lnTo>
                  <a:close/>
                </a:path>
                <a:path w="1270" h="108585">
                  <a:moveTo>
                    <a:pt x="762" y="86106"/>
                  </a:moveTo>
                  <a:lnTo>
                    <a:pt x="0" y="86106"/>
                  </a:lnTo>
                  <a:lnTo>
                    <a:pt x="0" y="86868"/>
                  </a:lnTo>
                  <a:lnTo>
                    <a:pt x="762" y="86868"/>
                  </a:lnTo>
                  <a:lnTo>
                    <a:pt x="762" y="86106"/>
                  </a:lnTo>
                  <a:close/>
                </a:path>
                <a:path w="1270" h="108585">
                  <a:moveTo>
                    <a:pt x="762" y="84582"/>
                  </a:moveTo>
                  <a:lnTo>
                    <a:pt x="0" y="84582"/>
                  </a:lnTo>
                  <a:lnTo>
                    <a:pt x="0" y="85344"/>
                  </a:lnTo>
                  <a:lnTo>
                    <a:pt x="762" y="85344"/>
                  </a:lnTo>
                  <a:lnTo>
                    <a:pt x="762" y="84582"/>
                  </a:lnTo>
                  <a:close/>
                </a:path>
                <a:path w="1270" h="108585">
                  <a:moveTo>
                    <a:pt x="762" y="83058"/>
                  </a:moveTo>
                  <a:lnTo>
                    <a:pt x="0" y="83058"/>
                  </a:lnTo>
                  <a:lnTo>
                    <a:pt x="0" y="83820"/>
                  </a:lnTo>
                  <a:lnTo>
                    <a:pt x="762" y="83820"/>
                  </a:lnTo>
                  <a:lnTo>
                    <a:pt x="762" y="83058"/>
                  </a:lnTo>
                  <a:close/>
                </a:path>
                <a:path w="1270" h="108585">
                  <a:moveTo>
                    <a:pt x="762" y="81534"/>
                  </a:moveTo>
                  <a:lnTo>
                    <a:pt x="0" y="81534"/>
                  </a:lnTo>
                  <a:lnTo>
                    <a:pt x="0" y="82296"/>
                  </a:lnTo>
                  <a:lnTo>
                    <a:pt x="762" y="82296"/>
                  </a:lnTo>
                  <a:lnTo>
                    <a:pt x="762" y="81534"/>
                  </a:lnTo>
                  <a:close/>
                </a:path>
                <a:path w="1270" h="108585">
                  <a:moveTo>
                    <a:pt x="762" y="80010"/>
                  </a:moveTo>
                  <a:lnTo>
                    <a:pt x="0" y="80010"/>
                  </a:lnTo>
                  <a:lnTo>
                    <a:pt x="0" y="80772"/>
                  </a:lnTo>
                  <a:lnTo>
                    <a:pt x="762" y="80772"/>
                  </a:lnTo>
                  <a:lnTo>
                    <a:pt x="762" y="80010"/>
                  </a:lnTo>
                  <a:close/>
                </a:path>
                <a:path w="1270" h="108585">
                  <a:moveTo>
                    <a:pt x="762" y="78486"/>
                  </a:moveTo>
                  <a:lnTo>
                    <a:pt x="0" y="78486"/>
                  </a:lnTo>
                  <a:lnTo>
                    <a:pt x="0" y="79248"/>
                  </a:lnTo>
                  <a:lnTo>
                    <a:pt x="762" y="79248"/>
                  </a:lnTo>
                  <a:lnTo>
                    <a:pt x="762" y="78486"/>
                  </a:lnTo>
                  <a:close/>
                </a:path>
                <a:path w="1270" h="108585">
                  <a:moveTo>
                    <a:pt x="762" y="76962"/>
                  </a:moveTo>
                  <a:lnTo>
                    <a:pt x="0" y="76962"/>
                  </a:lnTo>
                  <a:lnTo>
                    <a:pt x="0" y="77724"/>
                  </a:lnTo>
                  <a:lnTo>
                    <a:pt x="762" y="77724"/>
                  </a:lnTo>
                  <a:lnTo>
                    <a:pt x="762" y="76962"/>
                  </a:lnTo>
                  <a:close/>
                </a:path>
                <a:path w="1270" h="108585">
                  <a:moveTo>
                    <a:pt x="762" y="75438"/>
                  </a:moveTo>
                  <a:lnTo>
                    <a:pt x="0" y="75438"/>
                  </a:lnTo>
                  <a:lnTo>
                    <a:pt x="0" y="76200"/>
                  </a:lnTo>
                  <a:lnTo>
                    <a:pt x="762" y="76200"/>
                  </a:lnTo>
                  <a:lnTo>
                    <a:pt x="762" y="75438"/>
                  </a:lnTo>
                  <a:close/>
                </a:path>
                <a:path w="1270" h="108585">
                  <a:moveTo>
                    <a:pt x="762" y="73914"/>
                  </a:moveTo>
                  <a:lnTo>
                    <a:pt x="0" y="73914"/>
                  </a:lnTo>
                  <a:lnTo>
                    <a:pt x="0" y="74676"/>
                  </a:lnTo>
                  <a:lnTo>
                    <a:pt x="762" y="74676"/>
                  </a:lnTo>
                  <a:lnTo>
                    <a:pt x="762" y="73914"/>
                  </a:lnTo>
                  <a:close/>
                </a:path>
                <a:path w="1270" h="108585">
                  <a:moveTo>
                    <a:pt x="762" y="72390"/>
                  </a:moveTo>
                  <a:lnTo>
                    <a:pt x="0" y="72390"/>
                  </a:lnTo>
                  <a:lnTo>
                    <a:pt x="0" y="73152"/>
                  </a:lnTo>
                  <a:lnTo>
                    <a:pt x="762" y="73152"/>
                  </a:lnTo>
                  <a:lnTo>
                    <a:pt x="762" y="72390"/>
                  </a:lnTo>
                  <a:close/>
                </a:path>
                <a:path w="1270" h="108585">
                  <a:moveTo>
                    <a:pt x="762" y="70866"/>
                  </a:moveTo>
                  <a:lnTo>
                    <a:pt x="0" y="70866"/>
                  </a:lnTo>
                  <a:lnTo>
                    <a:pt x="0" y="71628"/>
                  </a:lnTo>
                  <a:lnTo>
                    <a:pt x="762" y="71628"/>
                  </a:lnTo>
                  <a:lnTo>
                    <a:pt x="762" y="70866"/>
                  </a:lnTo>
                  <a:close/>
                </a:path>
                <a:path w="1270" h="108585">
                  <a:moveTo>
                    <a:pt x="762" y="69342"/>
                  </a:moveTo>
                  <a:lnTo>
                    <a:pt x="0" y="69342"/>
                  </a:lnTo>
                  <a:lnTo>
                    <a:pt x="0" y="70104"/>
                  </a:lnTo>
                  <a:lnTo>
                    <a:pt x="762" y="70104"/>
                  </a:lnTo>
                  <a:lnTo>
                    <a:pt x="762" y="69342"/>
                  </a:lnTo>
                  <a:close/>
                </a:path>
                <a:path w="1270" h="108585">
                  <a:moveTo>
                    <a:pt x="762" y="67818"/>
                  </a:moveTo>
                  <a:lnTo>
                    <a:pt x="0" y="67818"/>
                  </a:lnTo>
                  <a:lnTo>
                    <a:pt x="0" y="68580"/>
                  </a:lnTo>
                  <a:lnTo>
                    <a:pt x="762" y="68580"/>
                  </a:lnTo>
                  <a:lnTo>
                    <a:pt x="762" y="67818"/>
                  </a:lnTo>
                  <a:close/>
                </a:path>
                <a:path w="1270" h="108585">
                  <a:moveTo>
                    <a:pt x="762" y="66294"/>
                  </a:moveTo>
                  <a:lnTo>
                    <a:pt x="0" y="66294"/>
                  </a:lnTo>
                  <a:lnTo>
                    <a:pt x="0" y="67056"/>
                  </a:lnTo>
                  <a:lnTo>
                    <a:pt x="762" y="67056"/>
                  </a:lnTo>
                  <a:lnTo>
                    <a:pt x="762" y="66294"/>
                  </a:lnTo>
                  <a:close/>
                </a:path>
                <a:path w="1270" h="108585">
                  <a:moveTo>
                    <a:pt x="762" y="64770"/>
                  </a:moveTo>
                  <a:lnTo>
                    <a:pt x="0" y="64770"/>
                  </a:lnTo>
                  <a:lnTo>
                    <a:pt x="0" y="65532"/>
                  </a:lnTo>
                  <a:lnTo>
                    <a:pt x="762" y="65532"/>
                  </a:lnTo>
                  <a:lnTo>
                    <a:pt x="762" y="64770"/>
                  </a:lnTo>
                  <a:close/>
                </a:path>
                <a:path w="1270" h="108585">
                  <a:moveTo>
                    <a:pt x="762" y="63246"/>
                  </a:moveTo>
                  <a:lnTo>
                    <a:pt x="0" y="63246"/>
                  </a:lnTo>
                  <a:lnTo>
                    <a:pt x="0" y="64008"/>
                  </a:lnTo>
                  <a:lnTo>
                    <a:pt x="762" y="64008"/>
                  </a:lnTo>
                  <a:lnTo>
                    <a:pt x="762" y="63246"/>
                  </a:lnTo>
                  <a:close/>
                </a:path>
                <a:path w="1270" h="108585">
                  <a:moveTo>
                    <a:pt x="762" y="61722"/>
                  </a:moveTo>
                  <a:lnTo>
                    <a:pt x="0" y="61722"/>
                  </a:lnTo>
                  <a:lnTo>
                    <a:pt x="0" y="62484"/>
                  </a:lnTo>
                  <a:lnTo>
                    <a:pt x="762" y="62484"/>
                  </a:lnTo>
                  <a:lnTo>
                    <a:pt x="762" y="61722"/>
                  </a:lnTo>
                  <a:close/>
                </a:path>
                <a:path w="1270" h="108585">
                  <a:moveTo>
                    <a:pt x="762" y="60198"/>
                  </a:moveTo>
                  <a:lnTo>
                    <a:pt x="0" y="60198"/>
                  </a:lnTo>
                  <a:lnTo>
                    <a:pt x="0" y="60960"/>
                  </a:lnTo>
                  <a:lnTo>
                    <a:pt x="762" y="60960"/>
                  </a:lnTo>
                  <a:lnTo>
                    <a:pt x="762" y="60198"/>
                  </a:lnTo>
                  <a:close/>
                </a:path>
                <a:path w="1270" h="108585">
                  <a:moveTo>
                    <a:pt x="762" y="58674"/>
                  </a:moveTo>
                  <a:lnTo>
                    <a:pt x="0" y="58674"/>
                  </a:lnTo>
                  <a:lnTo>
                    <a:pt x="0" y="59436"/>
                  </a:lnTo>
                  <a:lnTo>
                    <a:pt x="762" y="59436"/>
                  </a:lnTo>
                  <a:lnTo>
                    <a:pt x="762" y="58674"/>
                  </a:lnTo>
                  <a:close/>
                </a:path>
                <a:path w="1270" h="108585">
                  <a:moveTo>
                    <a:pt x="762" y="57150"/>
                  </a:moveTo>
                  <a:lnTo>
                    <a:pt x="0" y="57150"/>
                  </a:lnTo>
                  <a:lnTo>
                    <a:pt x="0" y="57912"/>
                  </a:lnTo>
                  <a:lnTo>
                    <a:pt x="762" y="57912"/>
                  </a:lnTo>
                  <a:lnTo>
                    <a:pt x="762" y="57150"/>
                  </a:lnTo>
                  <a:close/>
                </a:path>
                <a:path w="1270" h="108585">
                  <a:moveTo>
                    <a:pt x="762" y="55626"/>
                  </a:moveTo>
                  <a:lnTo>
                    <a:pt x="0" y="55626"/>
                  </a:lnTo>
                  <a:lnTo>
                    <a:pt x="0" y="56388"/>
                  </a:lnTo>
                  <a:lnTo>
                    <a:pt x="762" y="56388"/>
                  </a:lnTo>
                  <a:lnTo>
                    <a:pt x="762" y="55626"/>
                  </a:lnTo>
                  <a:close/>
                </a:path>
                <a:path w="1270" h="108585">
                  <a:moveTo>
                    <a:pt x="762" y="53340"/>
                  </a:moveTo>
                  <a:lnTo>
                    <a:pt x="0" y="54102"/>
                  </a:lnTo>
                  <a:lnTo>
                    <a:pt x="0" y="54864"/>
                  </a:lnTo>
                  <a:lnTo>
                    <a:pt x="762" y="54864"/>
                  </a:lnTo>
                  <a:lnTo>
                    <a:pt x="762" y="53340"/>
                  </a:lnTo>
                  <a:close/>
                </a:path>
                <a:path w="1270" h="108585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8585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8585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8585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8585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8585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8585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8585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8585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8585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8585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8585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8585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8585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8585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8585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8585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8585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8585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8585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8585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8585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8585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8585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8585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8585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8585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8585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8585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8585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8585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8585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8585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8585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8585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791706" y="3731513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791706" y="3838193"/>
              <a:ext cx="1270" cy="331470"/>
            </a:xfrm>
            <a:custGeom>
              <a:avLst/>
              <a:gdLst/>
              <a:ahLst/>
              <a:cxnLst/>
              <a:rect l="l" t="t" r="r" b="b"/>
              <a:pathLst>
                <a:path w="1270" h="331470">
                  <a:moveTo>
                    <a:pt x="762" y="330708"/>
                  </a:moveTo>
                  <a:lnTo>
                    <a:pt x="0" y="330708"/>
                  </a:lnTo>
                  <a:lnTo>
                    <a:pt x="0" y="331470"/>
                  </a:lnTo>
                  <a:lnTo>
                    <a:pt x="762" y="331470"/>
                  </a:lnTo>
                  <a:lnTo>
                    <a:pt x="762" y="330708"/>
                  </a:lnTo>
                  <a:close/>
                </a:path>
                <a:path w="1270" h="331470">
                  <a:moveTo>
                    <a:pt x="762" y="329184"/>
                  </a:moveTo>
                  <a:lnTo>
                    <a:pt x="0" y="329184"/>
                  </a:lnTo>
                  <a:lnTo>
                    <a:pt x="0" y="329946"/>
                  </a:lnTo>
                  <a:lnTo>
                    <a:pt x="762" y="329946"/>
                  </a:lnTo>
                  <a:lnTo>
                    <a:pt x="762" y="329184"/>
                  </a:lnTo>
                  <a:close/>
                </a:path>
                <a:path w="1270" h="331470">
                  <a:moveTo>
                    <a:pt x="762" y="327660"/>
                  </a:moveTo>
                  <a:lnTo>
                    <a:pt x="0" y="327660"/>
                  </a:lnTo>
                  <a:lnTo>
                    <a:pt x="0" y="328422"/>
                  </a:lnTo>
                  <a:lnTo>
                    <a:pt x="762" y="328422"/>
                  </a:lnTo>
                  <a:lnTo>
                    <a:pt x="762" y="327660"/>
                  </a:lnTo>
                  <a:close/>
                </a:path>
                <a:path w="1270" h="331470">
                  <a:moveTo>
                    <a:pt x="762" y="326136"/>
                  </a:moveTo>
                  <a:lnTo>
                    <a:pt x="0" y="326136"/>
                  </a:lnTo>
                  <a:lnTo>
                    <a:pt x="0" y="326898"/>
                  </a:lnTo>
                  <a:lnTo>
                    <a:pt x="762" y="326898"/>
                  </a:lnTo>
                  <a:lnTo>
                    <a:pt x="762" y="326136"/>
                  </a:lnTo>
                  <a:close/>
                </a:path>
                <a:path w="1270" h="331470">
                  <a:moveTo>
                    <a:pt x="762" y="324612"/>
                  </a:moveTo>
                  <a:lnTo>
                    <a:pt x="0" y="324612"/>
                  </a:lnTo>
                  <a:lnTo>
                    <a:pt x="0" y="325374"/>
                  </a:lnTo>
                  <a:lnTo>
                    <a:pt x="762" y="325374"/>
                  </a:lnTo>
                  <a:lnTo>
                    <a:pt x="762" y="324612"/>
                  </a:lnTo>
                  <a:close/>
                </a:path>
                <a:path w="1270" h="331470">
                  <a:moveTo>
                    <a:pt x="762" y="323088"/>
                  </a:moveTo>
                  <a:lnTo>
                    <a:pt x="0" y="323088"/>
                  </a:lnTo>
                  <a:lnTo>
                    <a:pt x="0" y="323850"/>
                  </a:lnTo>
                  <a:lnTo>
                    <a:pt x="762" y="323850"/>
                  </a:lnTo>
                  <a:lnTo>
                    <a:pt x="762" y="323088"/>
                  </a:lnTo>
                  <a:close/>
                </a:path>
                <a:path w="1270" h="331470">
                  <a:moveTo>
                    <a:pt x="762" y="321564"/>
                  </a:moveTo>
                  <a:lnTo>
                    <a:pt x="0" y="321564"/>
                  </a:lnTo>
                  <a:lnTo>
                    <a:pt x="0" y="322326"/>
                  </a:lnTo>
                  <a:lnTo>
                    <a:pt x="762" y="322326"/>
                  </a:lnTo>
                  <a:lnTo>
                    <a:pt x="762" y="321564"/>
                  </a:lnTo>
                  <a:close/>
                </a:path>
                <a:path w="1270" h="331470">
                  <a:moveTo>
                    <a:pt x="762" y="320040"/>
                  </a:moveTo>
                  <a:lnTo>
                    <a:pt x="0" y="320040"/>
                  </a:lnTo>
                  <a:lnTo>
                    <a:pt x="0" y="320802"/>
                  </a:lnTo>
                  <a:lnTo>
                    <a:pt x="762" y="320802"/>
                  </a:lnTo>
                  <a:lnTo>
                    <a:pt x="762" y="320040"/>
                  </a:lnTo>
                  <a:close/>
                </a:path>
                <a:path w="1270" h="331470">
                  <a:moveTo>
                    <a:pt x="762" y="318516"/>
                  </a:moveTo>
                  <a:lnTo>
                    <a:pt x="0" y="318516"/>
                  </a:lnTo>
                  <a:lnTo>
                    <a:pt x="0" y="319278"/>
                  </a:lnTo>
                  <a:lnTo>
                    <a:pt x="762" y="319278"/>
                  </a:lnTo>
                  <a:lnTo>
                    <a:pt x="762" y="318516"/>
                  </a:lnTo>
                  <a:close/>
                </a:path>
                <a:path w="1270" h="331470">
                  <a:moveTo>
                    <a:pt x="762" y="316992"/>
                  </a:moveTo>
                  <a:lnTo>
                    <a:pt x="0" y="316992"/>
                  </a:lnTo>
                  <a:lnTo>
                    <a:pt x="0" y="317754"/>
                  </a:lnTo>
                  <a:lnTo>
                    <a:pt x="762" y="317754"/>
                  </a:lnTo>
                  <a:lnTo>
                    <a:pt x="762" y="316992"/>
                  </a:lnTo>
                  <a:close/>
                </a:path>
                <a:path w="1270" h="331470">
                  <a:moveTo>
                    <a:pt x="762" y="315468"/>
                  </a:moveTo>
                  <a:lnTo>
                    <a:pt x="0" y="315468"/>
                  </a:lnTo>
                  <a:lnTo>
                    <a:pt x="0" y="316230"/>
                  </a:lnTo>
                  <a:lnTo>
                    <a:pt x="762" y="316230"/>
                  </a:lnTo>
                  <a:lnTo>
                    <a:pt x="762" y="315468"/>
                  </a:lnTo>
                  <a:close/>
                </a:path>
                <a:path w="1270" h="331470">
                  <a:moveTo>
                    <a:pt x="762" y="313944"/>
                  </a:moveTo>
                  <a:lnTo>
                    <a:pt x="0" y="313944"/>
                  </a:lnTo>
                  <a:lnTo>
                    <a:pt x="0" y="314706"/>
                  </a:lnTo>
                  <a:lnTo>
                    <a:pt x="762" y="314706"/>
                  </a:lnTo>
                  <a:lnTo>
                    <a:pt x="762" y="313944"/>
                  </a:lnTo>
                  <a:close/>
                </a:path>
                <a:path w="1270" h="331470">
                  <a:moveTo>
                    <a:pt x="762" y="312420"/>
                  </a:moveTo>
                  <a:lnTo>
                    <a:pt x="0" y="312420"/>
                  </a:lnTo>
                  <a:lnTo>
                    <a:pt x="0" y="313182"/>
                  </a:lnTo>
                  <a:lnTo>
                    <a:pt x="762" y="313182"/>
                  </a:lnTo>
                  <a:lnTo>
                    <a:pt x="762" y="312420"/>
                  </a:lnTo>
                  <a:close/>
                </a:path>
                <a:path w="1270" h="331470">
                  <a:moveTo>
                    <a:pt x="762" y="310896"/>
                  </a:moveTo>
                  <a:lnTo>
                    <a:pt x="0" y="310896"/>
                  </a:lnTo>
                  <a:lnTo>
                    <a:pt x="0" y="311658"/>
                  </a:lnTo>
                  <a:lnTo>
                    <a:pt x="762" y="311658"/>
                  </a:lnTo>
                  <a:lnTo>
                    <a:pt x="762" y="310896"/>
                  </a:lnTo>
                  <a:close/>
                </a:path>
                <a:path w="1270" h="331470">
                  <a:moveTo>
                    <a:pt x="762" y="309372"/>
                  </a:moveTo>
                  <a:lnTo>
                    <a:pt x="0" y="309372"/>
                  </a:lnTo>
                  <a:lnTo>
                    <a:pt x="0" y="310134"/>
                  </a:lnTo>
                  <a:lnTo>
                    <a:pt x="762" y="310134"/>
                  </a:lnTo>
                  <a:lnTo>
                    <a:pt x="762" y="309372"/>
                  </a:lnTo>
                  <a:close/>
                </a:path>
                <a:path w="1270" h="331470">
                  <a:moveTo>
                    <a:pt x="762" y="307848"/>
                  </a:moveTo>
                  <a:lnTo>
                    <a:pt x="0" y="307848"/>
                  </a:lnTo>
                  <a:lnTo>
                    <a:pt x="0" y="308610"/>
                  </a:lnTo>
                  <a:lnTo>
                    <a:pt x="762" y="308610"/>
                  </a:lnTo>
                  <a:lnTo>
                    <a:pt x="762" y="307848"/>
                  </a:lnTo>
                  <a:close/>
                </a:path>
                <a:path w="1270" h="331470">
                  <a:moveTo>
                    <a:pt x="762" y="306324"/>
                  </a:moveTo>
                  <a:lnTo>
                    <a:pt x="0" y="306324"/>
                  </a:lnTo>
                  <a:lnTo>
                    <a:pt x="0" y="307086"/>
                  </a:lnTo>
                  <a:lnTo>
                    <a:pt x="762" y="307086"/>
                  </a:lnTo>
                  <a:lnTo>
                    <a:pt x="762" y="306324"/>
                  </a:lnTo>
                  <a:close/>
                </a:path>
                <a:path w="1270" h="331470">
                  <a:moveTo>
                    <a:pt x="762" y="304800"/>
                  </a:moveTo>
                  <a:lnTo>
                    <a:pt x="0" y="304800"/>
                  </a:lnTo>
                  <a:lnTo>
                    <a:pt x="0" y="305562"/>
                  </a:lnTo>
                  <a:lnTo>
                    <a:pt x="762" y="305562"/>
                  </a:lnTo>
                  <a:lnTo>
                    <a:pt x="762" y="304800"/>
                  </a:lnTo>
                  <a:close/>
                </a:path>
                <a:path w="1270" h="331470">
                  <a:moveTo>
                    <a:pt x="762" y="303276"/>
                  </a:moveTo>
                  <a:lnTo>
                    <a:pt x="0" y="303276"/>
                  </a:lnTo>
                  <a:lnTo>
                    <a:pt x="0" y="304038"/>
                  </a:lnTo>
                  <a:lnTo>
                    <a:pt x="762" y="304038"/>
                  </a:lnTo>
                  <a:lnTo>
                    <a:pt x="762" y="303276"/>
                  </a:lnTo>
                  <a:close/>
                </a:path>
                <a:path w="1270" h="331470">
                  <a:moveTo>
                    <a:pt x="762" y="301752"/>
                  </a:moveTo>
                  <a:lnTo>
                    <a:pt x="0" y="301752"/>
                  </a:lnTo>
                  <a:lnTo>
                    <a:pt x="0" y="302514"/>
                  </a:lnTo>
                  <a:lnTo>
                    <a:pt x="762" y="302514"/>
                  </a:lnTo>
                  <a:lnTo>
                    <a:pt x="762" y="301752"/>
                  </a:lnTo>
                  <a:close/>
                </a:path>
                <a:path w="1270" h="331470">
                  <a:moveTo>
                    <a:pt x="762" y="300228"/>
                  </a:moveTo>
                  <a:lnTo>
                    <a:pt x="0" y="300228"/>
                  </a:lnTo>
                  <a:lnTo>
                    <a:pt x="0" y="300990"/>
                  </a:lnTo>
                  <a:lnTo>
                    <a:pt x="762" y="300990"/>
                  </a:lnTo>
                  <a:lnTo>
                    <a:pt x="762" y="300228"/>
                  </a:lnTo>
                  <a:close/>
                </a:path>
                <a:path w="1270" h="331470">
                  <a:moveTo>
                    <a:pt x="762" y="298704"/>
                  </a:moveTo>
                  <a:lnTo>
                    <a:pt x="0" y="298704"/>
                  </a:lnTo>
                  <a:lnTo>
                    <a:pt x="0" y="299466"/>
                  </a:lnTo>
                  <a:lnTo>
                    <a:pt x="762" y="299466"/>
                  </a:lnTo>
                  <a:lnTo>
                    <a:pt x="762" y="298704"/>
                  </a:lnTo>
                  <a:close/>
                </a:path>
                <a:path w="1270" h="331470">
                  <a:moveTo>
                    <a:pt x="762" y="297180"/>
                  </a:moveTo>
                  <a:lnTo>
                    <a:pt x="0" y="297180"/>
                  </a:lnTo>
                  <a:lnTo>
                    <a:pt x="0" y="297942"/>
                  </a:lnTo>
                  <a:lnTo>
                    <a:pt x="762" y="297942"/>
                  </a:lnTo>
                  <a:lnTo>
                    <a:pt x="762" y="297180"/>
                  </a:lnTo>
                  <a:close/>
                </a:path>
                <a:path w="1270" h="331470">
                  <a:moveTo>
                    <a:pt x="762" y="295656"/>
                  </a:moveTo>
                  <a:lnTo>
                    <a:pt x="0" y="295656"/>
                  </a:lnTo>
                  <a:lnTo>
                    <a:pt x="0" y="296418"/>
                  </a:lnTo>
                  <a:lnTo>
                    <a:pt x="762" y="296418"/>
                  </a:lnTo>
                  <a:lnTo>
                    <a:pt x="762" y="295656"/>
                  </a:lnTo>
                  <a:close/>
                </a:path>
                <a:path w="1270" h="331470">
                  <a:moveTo>
                    <a:pt x="762" y="294132"/>
                  </a:moveTo>
                  <a:lnTo>
                    <a:pt x="0" y="294132"/>
                  </a:lnTo>
                  <a:lnTo>
                    <a:pt x="0" y="294894"/>
                  </a:lnTo>
                  <a:lnTo>
                    <a:pt x="762" y="294894"/>
                  </a:lnTo>
                  <a:lnTo>
                    <a:pt x="762" y="294132"/>
                  </a:lnTo>
                  <a:close/>
                </a:path>
                <a:path w="1270" h="331470">
                  <a:moveTo>
                    <a:pt x="762" y="292608"/>
                  </a:moveTo>
                  <a:lnTo>
                    <a:pt x="0" y="292608"/>
                  </a:lnTo>
                  <a:lnTo>
                    <a:pt x="0" y="293370"/>
                  </a:lnTo>
                  <a:lnTo>
                    <a:pt x="762" y="293370"/>
                  </a:lnTo>
                  <a:lnTo>
                    <a:pt x="762" y="292608"/>
                  </a:lnTo>
                  <a:close/>
                </a:path>
                <a:path w="1270" h="331470">
                  <a:moveTo>
                    <a:pt x="762" y="291084"/>
                  </a:moveTo>
                  <a:lnTo>
                    <a:pt x="0" y="291084"/>
                  </a:lnTo>
                  <a:lnTo>
                    <a:pt x="0" y="291846"/>
                  </a:lnTo>
                  <a:lnTo>
                    <a:pt x="762" y="291846"/>
                  </a:lnTo>
                  <a:lnTo>
                    <a:pt x="762" y="291084"/>
                  </a:lnTo>
                  <a:close/>
                </a:path>
                <a:path w="1270" h="331470">
                  <a:moveTo>
                    <a:pt x="762" y="289560"/>
                  </a:moveTo>
                  <a:lnTo>
                    <a:pt x="0" y="289560"/>
                  </a:lnTo>
                  <a:lnTo>
                    <a:pt x="0" y="290322"/>
                  </a:lnTo>
                  <a:lnTo>
                    <a:pt x="762" y="290322"/>
                  </a:lnTo>
                  <a:lnTo>
                    <a:pt x="762" y="289560"/>
                  </a:lnTo>
                  <a:close/>
                </a:path>
                <a:path w="1270" h="331470">
                  <a:moveTo>
                    <a:pt x="762" y="288036"/>
                  </a:moveTo>
                  <a:lnTo>
                    <a:pt x="0" y="288036"/>
                  </a:lnTo>
                  <a:lnTo>
                    <a:pt x="0" y="288798"/>
                  </a:lnTo>
                  <a:lnTo>
                    <a:pt x="762" y="288798"/>
                  </a:lnTo>
                  <a:lnTo>
                    <a:pt x="762" y="288036"/>
                  </a:lnTo>
                  <a:close/>
                </a:path>
                <a:path w="1270" h="331470">
                  <a:moveTo>
                    <a:pt x="762" y="286512"/>
                  </a:moveTo>
                  <a:lnTo>
                    <a:pt x="0" y="286512"/>
                  </a:lnTo>
                  <a:lnTo>
                    <a:pt x="0" y="287274"/>
                  </a:lnTo>
                  <a:lnTo>
                    <a:pt x="762" y="287274"/>
                  </a:lnTo>
                  <a:lnTo>
                    <a:pt x="762" y="286512"/>
                  </a:lnTo>
                  <a:close/>
                </a:path>
                <a:path w="1270" h="331470">
                  <a:moveTo>
                    <a:pt x="762" y="284988"/>
                  </a:moveTo>
                  <a:lnTo>
                    <a:pt x="0" y="284988"/>
                  </a:lnTo>
                  <a:lnTo>
                    <a:pt x="0" y="285750"/>
                  </a:lnTo>
                  <a:lnTo>
                    <a:pt x="762" y="285750"/>
                  </a:lnTo>
                  <a:lnTo>
                    <a:pt x="762" y="284988"/>
                  </a:lnTo>
                  <a:close/>
                </a:path>
                <a:path w="1270" h="331470">
                  <a:moveTo>
                    <a:pt x="762" y="283464"/>
                  </a:moveTo>
                  <a:lnTo>
                    <a:pt x="0" y="283464"/>
                  </a:lnTo>
                  <a:lnTo>
                    <a:pt x="0" y="284226"/>
                  </a:lnTo>
                  <a:lnTo>
                    <a:pt x="762" y="284226"/>
                  </a:lnTo>
                  <a:lnTo>
                    <a:pt x="762" y="283464"/>
                  </a:lnTo>
                  <a:close/>
                </a:path>
                <a:path w="1270" h="331470">
                  <a:moveTo>
                    <a:pt x="762" y="281940"/>
                  </a:moveTo>
                  <a:lnTo>
                    <a:pt x="0" y="281940"/>
                  </a:lnTo>
                  <a:lnTo>
                    <a:pt x="0" y="282702"/>
                  </a:lnTo>
                  <a:lnTo>
                    <a:pt x="762" y="282702"/>
                  </a:lnTo>
                  <a:lnTo>
                    <a:pt x="762" y="281940"/>
                  </a:lnTo>
                  <a:close/>
                </a:path>
                <a:path w="1270" h="331470">
                  <a:moveTo>
                    <a:pt x="762" y="280416"/>
                  </a:moveTo>
                  <a:lnTo>
                    <a:pt x="0" y="280416"/>
                  </a:lnTo>
                  <a:lnTo>
                    <a:pt x="0" y="281178"/>
                  </a:lnTo>
                  <a:lnTo>
                    <a:pt x="762" y="281178"/>
                  </a:lnTo>
                  <a:lnTo>
                    <a:pt x="762" y="280416"/>
                  </a:lnTo>
                  <a:close/>
                </a:path>
                <a:path w="1270" h="331470">
                  <a:moveTo>
                    <a:pt x="762" y="278892"/>
                  </a:moveTo>
                  <a:lnTo>
                    <a:pt x="0" y="278892"/>
                  </a:lnTo>
                  <a:lnTo>
                    <a:pt x="0" y="279654"/>
                  </a:lnTo>
                  <a:lnTo>
                    <a:pt x="762" y="279654"/>
                  </a:lnTo>
                  <a:lnTo>
                    <a:pt x="762" y="278892"/>
                  </a:lnTo>
                  <a:close/>
                </a:path>
                <a:path w="1270" h="331470">
                  <a:moveTo>
                    <a:pt x="762" y="277368"/>
                  </a:moveTo>
                  <a:lnTo>
                    <a:pt x="0" y="277368"/>
                  </a:lnTo>
                  <a:lnTo>
                    <a:pt x="0" y="278130"/>
                  </a:lnTo>
                  <a:lnTo>
                    <a:pt x="762" y="278130"/>
                  </a:lnTo>
                  <a:lnTo>
                    <a:pt x="762" y="277368"/>
                  </a:lnTo>
                  <a:close/>
                </a:path>
                <a:path w="1270" h="331470">
                  <a:moveTo>
                    <a:pt x="762" y="275844"/>
                  </a:moveTo>
                  <a:lnTo>
                    <a:pt x="0" y="275844"/>
                  </a:lnTo>
                  <a:lnTo>
                    <a:pt x="0" y="276606"/>
                  </a:lnTo>
                  <a:lnTo>
                    <a:pt x="762" y="276606"/>
                  </a:lnTo>
                  <a:lnTo>
                    <a:pt x="762" y="275844"/>
                  </a:lnTo>
                  <a:close/>
                </a:path>
                <a:path w="1270" h="331470">
                  <a:moveTo>
                    <a:pt x="762" y="274320"/>
                  </a:moveTo>
                  <a:lnTo>
                    <a:pt x="0" y="274320"/>
                  </a:lnTo>
                  <a:lnTo>
                    <a:pt x="0" y="275082"/>
                  </a:lnTo>
                  <a:lnTo>
                    <a:pt x="762" y="275082"/>
                  </a:lnTo>
                  <a:lnTo>
                    <a:pt x="762" y="274320"/>
                  </a:lnTo>
                  <a:close/>
                </a:path>
                <a:path w="1270" h="331470">
                  <a:moveTo>
                    <a:pt x="762" y="272796"/>
                  </a:moveTo>
                  <a:lnTo>
                    <a:pt x="0" y="272796"/>
                  </a:lnTo>
                  <a:lnTo>
                    <a:pt x="0" y="273558"/>
                  </a:lnTo>
                  <a:lnTo>
                    <a:pt x="762" y="273558"/>
                  </a:lnTo>
                  <a:lnTo>
                    <a:pt x="762" y="272796"/>
                  </a:lnTo>
                  <a:close/>
                </a:path>
                <a:path w="1270" h="331470">
                  <a:moveTo>
                    <a:pt x="762" y="271272"/>
                  </a:moveTo>
                  <a:lnTo>
                    <a:pt x="0" y="271272"/>
                  </a:lnTo>
                  <a:lnTo>
                    <a:pt x="0" y="272034"/>
                  </a:lnTo>
                  <a:lnTo>
                    <a:pt x="762" y="272034"/>
                  </a:lnTo>
                  <a:lnTo>
                    <a:pt x="762" y="271272"/>
                  </a:lnTo>
                  <a:close/>
                </a:path>
                <a:path w="1270" h="331470">
                  <a:moveTo>
                    <a:pt x="762" y="269748"/>
                  </a:moveTo>
                  <a:lnTo>
                    <a:pt x="0" y="269748"/>
                  </a:lnTo>
                  <a:lnTo>
                    <a:pt x="0" y="270510"/>
                  </a:lnTo>
                  <a:lnTo>
                    <a:pt x="762" y="270510"/>
                  </a:lnTo>
                  <a:lnTo>
                    <a:pt x="762" y="269748"/>
                  </a:lnTo>
                  <a:close/>
                </a:path>
                <a:path w="1270" h="331470">
                  <a:moveTo>
                    <a:pt x="762" y="268224"/>
                  </a:moveTo>
                  <a:lnTo>
                    <a:pt x="0" y="268224"/>
                  </a:lnTo>
                  <a:lnTo>
                    <a:pt x="0" y="268986"/>
                  </a:lnTo>
                  <a:lnTo>
                    <a:pt x="762" y="268986"/>
                  </a:lnTo>
                  <a:lnTo>
                    <a:pt x="762" y="268224"/>
                  </a:lnTo>
                  <a:close/>
                </a:path>
                <a:path w="1270" h="331470">
                  <a:moveTo>
                    <a:pt x="762" y="266700"/>
                  </a:moveTo>
                  <a:lnTo>
                    <a:pt x="0" y="266700"/>
                  </a:lnTo>
                  <a:lnTo>
                    <a:pt x="0" y="267462"/>
                  </a:lnTo>
                  <a:lnTo>
                    <a:pt x="762" y="267462"/>
                  </a:lnTo>
                  <a:lnTo>
                    <a:pt x="762" y="266700"/>
                  </a:lnTo>
                  <a:close/>
                </a:path>
                <a:path w="1270" h="331470">
                  <a:moveTo>
                    <a:pt x="762" y="265176"/>
                  </a:moveTo>
                  <a:lnTo>
                    <a:pt x="0" y="265176"/>
                  </a:lnTo>
                  <a:lnTo>
                    <a:pt x="0" y="265938"/>
                  </a:lnTo>
                  <a:lnTo>
                    <a:pt x="762" y="265938"/>
                  </a:lnTo>
                  <a:lnTo>
                    <a:pt x="762" y="265176"/>
                  </a:lnTo>
                  <a:close/>
                </a:path>
                <a:path w="1270" h="331470">
                  <a:moveTo>
                    <a:pt x="762" y="263652"/>
                  </a:moveTo>
                  <a:lnTo>
                    <a:pt x="0" y="263652"/>
                  </a:lnTo>
                  <a:lnTo>
                    <a:pt x="0" y="264414"/>
                  </a:lnTo>
                  <a:lnTo>
                    <a:pt x="762" y="264414"/>
                  </a:lnTo>
                  <a:lnTo>
                    <a:pt x="762" y="263652"/>
                  </a:lnTo>
                  <a:close/>
                </a:path>
                <a:path w="1270" h="331470">
                  <a:moveTo>
                    <a:pt x="762" y="262128"/>
                  </a:moveTo>
                  <a:lnTo>
                    <a:pt x="0" y="262128"/>
                  </a:lnTo>
                  <a:lnTo>
                    <a:pt x="0" y="262890"/>
                  </a:lnTo>
                  <a:lnTo>
                    <a:pt x="762" y="262890"/>
                  </a:lnTo>
                  <a:lnTo>
                    <a:pt x="762" y="262128"/>
                  </a:lnTo>
                  <a:close/>
                </a:path>
                <a:path w="1270" h="331470">
                  <a:moveTo>
                    <a:pt x="762" y="260604"/>
                  </a:moveTo>
                  <a:lnTo>
                    <a:pt x="0" y="260604"/>
                  </a:lnTo>
                  <a:lnTo>
                    <a:pt x="0" y="261366"/>
                  </a:lnTo>
                  <a:lnTo>
                    <a:pt x="762" y="261366"/>
                  </a:lnTo>
                  <a:lnTo>
                    <a:pt x="762" y="260604"/>
                  </a:lnTo>
                  <a:close/>
                </a:path>
                <a:path w="1270" h="331470">
                  <a:moveTo>
                    <a:pt x="762" y="259080"/>
                  </a:moveTo>
                  <a:lnTo>
                    <a:pt x="0" y="259080"/>
                  </a:lnTo>
                  <a:lnTo>
                    <a:pt x="0" y="259842"/>
                  </a:lnTo>
                  <a:lnTo>
                    <a:pt x="762" y="259842"/>
                  </a:lnTo>
                  <a:lnTo>
                    <a:pt x="762" y="259080"/>
                  </a:lnTo>
                  <a:close/>
                </a:path>
                <a:path w="1270" h="331470">
                  <a:moveTo>
                    <a:pt x="762" y="257556"/>
                  </a:moveTo>
                  <a:lnTo>
                    <a:pt x="0" y="257556"/>
                  </a:lnTo>
                  <a:lnTo>
                    <a:pt x="0" y="258318"/>
                  </a:lnTo>
                  <a:lnTo>
                    <a:pt x="762" y="258318"/>
                  </a:lnTo>
                  <a:lnTo>
                    <a:pt x="762" y="257556"/>
                  </a:lnTo>
                  <a:close/>
                </a:path>
                <a:path w="1270" h="331470">
                  <a:moveTo>
                    <a:pt x="762" y="256032"/>
                  </a:moveTo>
                  <a:lnTo>
                    <a:pt x="0" y="256032"/>
                  </a:lnTo>
                  <a:lnTo>
                    <a:pt x="0" y="256794"/>
                  </a:lnTo>
                  <a:lnTo>
                    <a:pt x="762" y="256794"/>
                  </a:lnTo>
                  <a:lnTo>
                    <a:pt x="762" y="256032"/>
                  </a:lnTo>
                  <a:close/>
                </a:path>
                <a:path w="1270" h="331470">
                  <a:moveTo>
                    <a:pt x="762" y="254508"/>
                  </a:moveTo>
                  <a:lnTo>
                    <a:pt x="0" y="254508"/>
                  </a:lnTo>
                  <a:lnTo>
                    <a:pt x="0" y="255270"/>
                  </a:lnTo>
                  <a:lnTo>
                    <a:pt x="762" y="255270"/>
                  </a:lnTo>
                  <a:lnTo>
                    <a:pt x="762" y="254508"/>
                  </a:lnTo>
                  <a:close/>
                </a:path>
                <a:path w="1270" h="331470">
                  <a:moveTo>
                    <a:pt x="762" y="252984"/>
                  </a:moveTo>
                  <a:lnTo>
                    <a:pt x="0" y="252984"/>
                  </a:lnTo>
                  <a:lnTo>
                    <a:pt x="0" y="253746"/>
                  </a:lnTo>
                  <a:lnTo>
                    <a:pt x="762" y="253746"/>
                  </a:lnTo>
                  <a:lnTo>
                    <a:pt x="762" y="252984"/>
                  </a:lnTo>
                  <a:close/>
                </a:path>
                <a:path w="1270" h="331470">
                  <a:moveTo>
                    <a:pt x="762" y="251460"/>
                  </a:moveTo>
                  <a:lnTo>
                    <a:pt x="0" y="251460"/>
                  </a:lnTo>
                  <a:lnTo>
                    <a:pt x="0" y="252222"/>
                  </a:lnTo>
                  <a:lnTo>
                    <a:pt x="762" y="252222"/>
                  </a:lnTo>
                  <a:lnTo>
                    <a:pt x="762" y="251460"/>
                  </a:lnTo>
                  <a:close/>
                </a:path>
                <a:path w="1270" h="331470">
                  <a:moveTo>
                    <a:pt x="762" y="249936"/>
                  </a:moveTo>
                  <a:lnTo>
                    <a:pt x="0" y="249936"/>
                  </a:lnTo>
                  <a:lnTo>
                    <a:pt x="0" y="250698"/>
                  </a:lnTo>
                  <a:lnTo>
                    <a:pt x="762" y="250698"/>
                  </a:lnTo>
                  <a:lnTo>
                    <a:pt x="762" y="249936"/>
                  </a:lnTo>
                  <a:close/>
                </a:path>
                <a:path w="1270" h="331470">
                  <a:moveTo>
                    <a:pt x="762" y="248412"/>
                  </a:moveTo>
                  <a:lnTo>
                    <a:pt x="0" y="248412"/>
                  </a:lnTo>
                  <a:lnTo>
                    <a:pt x="0" y="249174"/>
                  </a:lnTo>
                  <a:lnTo>
                    <a:pt x="762" y="249174"/>
                  </a:lnTo>
                  <a:lnTo>
                    <a:pt x="762" y="248412"/>
                  </a:lnTo>
                  <a:close/>
                </a:path>
                <a:path w="1270" h="331470">
                  <a:moveTo>
                    <a:pt x="762" y="246888"/>
                  </a:moveTo>
                  <a:lnTo>
                    <a:pt x="0" y="246888"/>
                  </a:lnTo>
                  <a:lnTo>
                    <a:pt x="0" y="247650"/>
                  </a:lnTo>
                  <a:lnTo>
                    <a:pt x="762" y="247650"/>
                  </a:lnTo>
                  <a:lnTo>
                    <a:pt x="762" y="246888"/>
                  </a:lnTo>
                  <a:close/>
                </a:path>
                <a:path w="1270" h="331470">
                  <a:moveTo>
                    <a:pt x="762" y="245364"/>
                  </a:moveTo>
                  <a:lnTo>
                    <a:pt x="0" y="245364"/>
                  </a:lnTo>
                  <a:lnTo>
                    <a:pt x="0" y="246126"/>
                  </a:lnTo>
                  <a:lnTo>
                    <a:pt x="762" y="246126"/>
                  </a:lnTo>
                  <a:lnTo>
                    <a:pt x="762" y="245364"/>
                  </a:lnTo>
                  <a:close/>
                </a:path>
                <a:path w="1270" h="331470">
                  <a:moveTo>
                    <a:pt x="762" y="243840"/>
                  </a:moveTo>
                  <a:lnTo>
                    <a:pt x="0" y="243840"/>
                  </a:lnTo>
                  <a:lnTo>
                    <a:pt x="0" y="244602"/>
                  </a:lnTo>
                  <a:lnTo>
                    <a:pt x="762" y="244602"/>
                  </a:lnTo>
                  <a:lnTo>
                    <a:pt x="762" y="243840"/>
                  </a:lnTo>
                  <a:close/>
                </a:path>
                <a:path w="1270" h="331470">
                  <a:moveTo>
                    <a:pt x="762" y="242316"/>
                  </a:moveTo>
                  <a:lnTo>
                    <a:pt x="0" y="242316"/>
                  </a:lnTo>
                  <a:lnTo>
                    <a:pt x="0" y="243078"/>
                  </a:lnTo>
                  <a:lnTo>
                    <a:pt x="762" y="243078"/>
                  </a:lnTo>
                  <a:lnTo>
                    <a:pt x="762" y="242316"/>
                  </a:lnTo>
                  <a:close/>
                </a:path>
                <a:path w="1270" h="331470">
                  <a:moveTo>
                    <a:pt x="762" y="240792"/>
                  </a:moveTo>
                  <a:lnTo>
                    <a:pt x="0" y="240792"/>
                  </a:lnTo>
                  <a:lnTo>
                    <a:pt x="0" y="241554"/>
                  </a:lnTo>
                  <a:lnTo>
                    <a:pt x="762" y="241554"/>
                  </a:lnTo>
                  <a:lnTo>
                    <a:pt x="762" y="240792"/>
                  </a:lnTo>
                  <a:close/>
                </a:path>
                <a:path w="1270" h="331470">
                  <a:moveTo>
                    <a:pt x="762" y="239268"/>
                  </a:moveTo>
                  <a:lnTo>
                    <a:pt x="0" y="239268"/>
                  </a:lnTo>
                  <a:lnTo>
                    <a:pt x="0" y="240030"/>
                  </a:lnTo>
                  <a:lnTo>
                    <a:pt x="762" y="240030"/>
                  </a:lnTo>
                  <a:lnTo>
                    <a:pt x="762" y="239268"/>
                  </a:lnTo>
                  <a:close/>
                </a:path>
                <a:path w="1270" h="331470">
                  <a:moveTo>
                    <a:pt x="762" y="237744"/>
                  </a:moveTo>
                  <a:lnTo>
                    <a:pt x="0" y="237744"/>
                  </a:lnTo>
                  <a:lnTo>
                    <a:pt x="0" y="238506"/>
                  </a:lnTo>
                  <a:lnTo>
                    <a:pt x="762" y="238506"/>
                  </a:lnTo>
                  <a:lnTo>
                    <a:pt x="762" y="237744"/>
                  </a:lnTo>
                  <a:close/>
                </a:path>
                <a:path w="1270" h="331470">
                  <a:moveTo>
                    <a:pt x="762" y="236220"/>
                  </a:moveTo>
                  <a:lnTo>
                    <a:pt x="0" y="236220"/>
                  </a:lnTo>
                  <a:lnTo>
                    <a:pt x="0" y="236982"/>
                  </a:lnTo>
                  <a:lnTo>
                    <a:pt x="762" y="236982"/>
                  </a:lnTo>
                  <a:lnTo>
                    <a:pt x="762" y="236220"/>
                  </a:lnTo>
                  <a:close/>
                </a:path>
                <a:path w="1270" h="331470">
                  <a:moveTo>
                    <a:pt x="762" y="234696"/>
                  </a:moveTo>
                  <a:lnTo>
                    <a:pt x="0" y="234696"/>
                  </a:lnTo>
                  <a:lnTo>
                    <a:pt x="0" y="235458"/>
                  </a:lnTo>
                  <a:lnTo>
                    <a:pt x="762" y="235458"/>
                  </a:lnTo>
                  <a:lnTo>
                    <a:pt x="762" y="234696"/>
                  </a:lnTo>
                  <a:close/>
                </a:path>
                <a:path w="1270" h="331470">
                  <a:moveTo>
                    <a:pt x="762" y="233172"/>
                  </a:moveTo>
                  <a:lnTo>
                    <a:pt x="0" y="233172"/>
                  </a:lnTo>
                  <a:lnTo>
                    <a:pt x="0" y="233934"/>
                  </a:lnTo>
                  <a:lnTo>
                    <a:pt x="762" y="233934"/>
                  </a:lnTo>
                  <a:lnTo>
                    <a:pt x="762" y="233172"/>
                  </a:lnTo>
                  <a:close/>
                </a:path>
                <a:path w="1270" h="331470">
                  <a:moveTo>
                    <a:pt x="762" y="231648"/>
                  </a:moveTo>
                  <a:lnTo>
                    <a:pt x="0" y="231648"/>
                  </a:lnTo>
                  <a:lnTo>
                    <a:pt x="0" y="232410"/>
                  </a:lnTo>
                  <a:lnTo>
                    <a:pt x="762" y="232410"/>
                  </a:lnTo>
                  <a:lnTo>
                    <a:pt x="762" y="231648"/>
                  </a:lnTo>
                  <a:close/>
                </a:path>
                <a:path w="1270" h="331470">
                  <a:moveTo>
                    <a:pt x="762" y="230124"/>
                  </a:moveTo>
                  <a:lnTo>
                    <a:pt x="0" y="230124"/>
                  </a:lnTo>
                  <a:lnTo>
                    <a:pt x="0" y="230886"/>
                  </a:lnTo>
                  <a:lnTo>
                    <a:pt x="762" y="230886"/>
                  </a:lnTo>
                  <a:lnTo>
                    <a:pt x="762" y="230124"/>
                  </a:lnTo>
                  <a:close/>
                </a:path>
                <a:path w="1270" h="331470">
                  <a:moveTo>
                    <a:pt x="762" y="228600"/>
                  </a:moveTo>
                  <a:lnTo>
                    <a:pt x="0" y="228600"/>
                  </a:lnTo>
                  <a:lnTo>
                    <a:pt x="0" y="229362"/>
                  </a:lnTo>
                  <a:lnTo>
                    <a:pt x="762" y="229362"/>
                  </a:lnTo>
                  <a:lnTo>
                    <a:pt x="762" y="228600"/>
                  </a:lnTo>
                  <a:close/>
                </a:path>
                <a:path w="1270" h="331470">
                  <a:moveTo>
                    <a:pt x="762" y="227076"/>
                  </a:moveTo>
                  <a:lnTo>
                    <a:pt x="0" y="227076"/>
                  </a:lnTo>
                  <a:lnTo>
                    <a:pt x="0" y="227838"/>
                  </a:lnTo>
                  <a:lnTo>
                    <a:pt x="762" y="227838"/>
                  </a:lnTo>
                  <a:lnTo>
                    <a:pt x="762" y="227076"/>
                  </a:lnTo>
                  <a:close/>
                </a:path>
                <a:path w="1270" h="33147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33147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791706" y="4168901"/>
              <a:ext cx="1905" cy="107950"/>
            </a:xfrm>
            <a:custGeom>
              <a:avLst/>
              <a:gdLst/>
              <a:ahLst/>
              <a:cxnLst/>
              <a:rect l="l" t="t" r="r" b="b"/>
              <a:pathLst>
                <a:path w="1904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904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904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904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904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904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904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904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904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904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904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904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904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904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904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904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904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904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904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904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904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904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904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904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904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904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904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904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904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904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904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904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904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904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904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904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904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904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904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904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904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904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904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904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904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904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904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904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904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904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904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904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904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904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904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904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  <a:path w="1904" h="107950">
                  <a:moveTo>
                    <a:pt x="1524" y="106680"/>
                  </a:moveTo>
                  <a:lnTo>
                    <a:pt x="762" y="106680"/>
                  </a:lnTo>
                  <a:lnTo>
                    <a:pt x="762" y="107442"/>
                  </a:lnTo>
                  <a:lnTo>
                    <a:pt x="1524" y="107442"/>
                  </a:lnTo>
                  <a:lnTo>
                    <a:pt x="1524" y="106680"/>
                  </a:lnTo>
                  <a:close/>
                </a:path>
                <a:path w="1904" h="107950">
                  <a:moveTo>
                    <a:pt x="1524" y="105156"/>
                  </a:moveTo>
                  <a:lnTo>
                    <a:pt x="762" y="105156"/>
                  </a:lnTo>
                  <a:lnTo>
                    <a:pt x="762" y="105918"/>
                  </a:lnTo>
                  <a:lnTo>
                    <a:pt x="1524" y="105918"/>
                  </a:lnTo>
                  <a:lnTo>
                    <a:pt x="1524" y="105156"/>
                  </a:lnTo>
                  <a:close/>
                </a:path>
                <a:path w="1904" h="107950">
                  <a:moveTo>
                    <a:pt x="1524" y="103632"/>
                  </a:moveTo>
                  <a:lnTo>
                    <a:pt x="762" y="103632"/>
                  </a:lnTo>
                  <a:lnTo>
                    <a:pt x="762" y="104394"/>
                  </a:lnTo>
                  <a:lnTo>
                    <a:pt x="1524" y="104394"/>
                  </a:lnTo>
                  <a:lnTo>
                    <a:pt x="1524" y="103632"/>
                  </a:lnTo>
                  <a:close/>
                </a:path>
                <a:path w="1904" h="107950">
                  <a:moveTo>
                    <a:pt x="1524" y="102108"/>
                  </a:moveTo>
                  <a:lnTo>
                    <a:pt x="762" y="102108"/>
                  </a:lnTo>
                  <a:lnTo>
                    <a:pt x="762" y="102870"/>
                  </a:lnTo>
                  <a:lnTo>
                    <a:pt x="1524" y="102870"/>
                  </a:lnTo>
                  <a:lnTo>
                    <a:pt x="1524" y="102108"/>
                  </a:lnTo>
                  <a:close/>
                </a:path>
                <a:path w="1904" h="107950">
                  <a:moveTo>
                    <a:pt x="1524" y="100584"/>
                  </a:moveTo>
                  <a:lnTo>
                    <a:pt x="762" y="100584"/>
                  </a:lnTo>
                  <a:lnTo>
                    <a:pt x="762" y="101346"/>
                  </a:lnTo>
                  <a:lnTo>
                    <a:pt x="1524" y="101346"/>
                  </a:lnTo>
                  <a:lnTo>
                    <a:pt x="1524" y="100584"/>
                  </a:lnTo>
                  <a:close/>
                </a:path>
                <a:path w="1904" h="107950">
                  <a:moveTo>
                    <a:pt x="1524" y="99060"/>
                  </a:moveTo>
                  <a:lnTo>
                    <a:pt x="762" y="99060"/>
                  </a:lnTo>
                  <a:lnTo>
                    <a:pt x="762" y="99822"/>
                  </a:lnTo>
                  <a:lnTo>
                    <a:pt x="1524" y="99822"/>
                  </a:lnTo>
                  <a:lnTo>
                    <a:pt x="1524" y="99060"/>
                  </a:lnTo>
                  <a:close/>
                </a:path>
                <a:path w="1904" h="107950">
                  <a:moveTo>
                    <a:pt x="1524" y="97536"/>
                  </a:moveTo>
                  <a:lnTo>
                    <a:pt x="762" y="97536"/>
                  </a:lnTo>
                  <a:lnTo>
                    <a:pt x="762" y="98298"/>
                  </a:lnTo>
                  <a:lnTo>
                    <a:pt x="1524" y="98298"/>
                  </a:lnTo>
                  <a:lnTo>
                    <a:pt x="1524" y="97536"/>
                  </a:lnTo>
                  <a:close/>
                </a:path>
                <a:path w="1904" h="107950">
                  <a:moveTo>
                    <a:pt x="1524" y="96012"/>
                  </a:moveTo>
                  <a:lnTo>
                    <a:pt x="762" y="96012"/>
                  </a:lnTo>
                  <a:lnTo>
                    <a:pt x="762" y="96774"/>
                  </a:lnTo>
                  <a:lnTo>
                    <a:pt x="1524" y="96774"/>
                  </a:lnTo>
                  <a:lnTo>
                    <a:pt x="1524" y="96012"/>
                  </a:lnTo>
                  <a:close/>
                </a:path>
                <a:path w="1904" h="107950">
                  <a:moveTo>
                    <a:pt x="1524" y="94488"/>
                  </a:moveTo>
                  <a:lnTo>
                    <a:pt x="762" y="94488"/>
                  </a:lnTo>
                  <a:lnTo>
                    <a:pt x="762" y="95250"/>
                  </a:lnTo>
                  <a:lnTo>
                    <a:pt x="1524" y="95250"/>
                  </a:lnTo>
                  <a:lnTo>
                    <a:pt x="1524" y="94488"/>
                  </a:lnTo>
                  <a:close/>
                </a:path>
                <a:path w="1904" h="107950">
                  <a:moveTo>
                    <a:pt x="1524" y="92964"/>
                  </a:moveTo>
                  <a:lnTo>
                    <a:pt x="762" y="92964"/>
                  </a:lnTo>
                  <a:lnTo>
                    <a:pt x="762" y="93726"/>
                  </a:lnTo>
                  <a:lnTo>
                    <a:pt x="1524" y="93726"/>
                  </a:lnTo>
                  <a:lnTo>
                    <a:pt x="1524" y="92964"/>
                  </a:lnTo>
                  <a:close/>
                </a:path>
                <a:path w="1904" h="107950">
                  <a:moveTo>
                    <a:pt x="1524" y="91440"/>
                  </a:moveTo>
                  <a:lnTo>
                    <a:pt x="762" y="91440"/>
                  </a:lnTo>
                  <a:lnTo>
                    <a:pt x="762" y="92202"/>
                  </a:lnTo>
                  <a:lnTo>
                    <a:pt x="1524" y="92202"/>
                  </a:lnTo>
                  <a:lnTo>
                    <a:pt x="1524" y="91440"/>
                  </a:lnTo>
                  <a:close/>
                </a:path>
                <a:path w="1904" h="107950">
                  <a:moveTo>
                    <a:pt x="1524" y="89916"/>
                  </a:moveTo>
                  <a:lnTo>
                    <a:pt x="762" y="89916"/>
                  </a:lnTo>
                  <a:lnTo>
                    <a:pt x="762" y="90678"/>
                  </a:lnTo>
                  <a:lnTo>
                    <a:pt x="1524" y="90678"/>
                  </a:lnTo>
                  <a:lnTo>
                    <a:pt x="1524" y="89916"/>
                  </a:lnTo>
                  <a:close/>
                </a:path>
                <a:path w="1904" h="107950">
                  <a:moveTo>
                    <a:pt x="1524" y="88392"/>
                  </a:moveTo>
                  <a:lnTo>
                    <a:pt x="762" y="88392"/>
                  </a:lnTo>
                  <a:lnTo>
                    <a:pt x="762" y="89154"/>
                  </a:lnTo>
                  <a:lnTo>
                    <a:pt x="1524" y="89154"/>
                  </a:lnTo>
                  <a:lnTo>
                    <a:pt x="1524" y="88392"/>
                  </a:lnTo>
                  <a:close/>
                </a:path>
                <a:path w="1904" h="107950">
                  <a:moveTo>
                    <a:pt x="1524" y="86868"/>
                  </a:moveTo>
                  <a:lnTo>
                    <a:pt x="762" y="86868"/>
                  </a:lnTo>
                  <a:lnTo>
                    <a:pt x="762" y="87630"/>
                  </a:lnTo>
                  <a:lnTo>
                    <a:pt x="1524" y="87630"/>
                  </a:lnTo>
                  <a:lnTo>
                    <a:pt x="1524" y="86868"/>
                  </a:lnTo>
                  <a:close/>
                </a:path>
                <a:path w="1904" h="107950">
                  <a:moveTo>
                    <a:pt x="1524" y="86106"/>
                  </a:moveTo>
                  <a:lnTo>
                    <a:pt x="762" y="85344"/>
                  </a:lnTo>
                  <a:lnTo>
                    <a:pt x="0" y="85344"/>
                  </a:lnTo>
                  <a:lnTo>
                    <a:pt x="0" y="86106"/>
                  </a:lnTo>
                  <a:lnTo>
                    <a:pt x="1524" y="86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792468" y="4275581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792468" y="4382261"/>
              <a:ext cx="1270" cy="108585"/>
            </a:xfrm>
            <a:custGeom>
              <a:avLst/>
              <a:gdLst/>
              <a:ahLst/>
              <a:cxnLst/>
              <a:rect l="l" t="t" r="r" b="b"/>
              <a:pathLst>
                <a:path w="1270" h="108585">
                  <a:moveTo>
                    <a:pt x="762" y="107442"/>
                  </a:moveTo>
                  <a:lnTo>
                    <a:pt x="0" y="107442"/>
                  </a:lnTo>
                  <a:lnTo>
                    <a:pt x="0" y="108204"/>
                  </a:lnTo>
                  <a:lnTo>
                    <a:pt x="762" y="108204"/>
                  </a:lnTo>
                  <a:lnTo>
                    <a:pt x="762" y="107442"/>
                  </a:lnTo>
                  <a:close/>
                </a:path>
                <a:path w="1270" h="108585">
                  <a:moveTo>
                    <a:pt x="762" y="105918"/>
                  </a:moveTo>
                  <a:lnTo>
                    <a:pt x="0" y="105918"/>
                  </a:lnTo>
                  <a:lnTo>
                    <a:pt x="0" y="106680"/>
                  </a:lnTo>
                  <a:lnTo>
                    <a:pt x="762" y="106680"/>
                  </a:lnTo>
                  <a:lnTo>
                    <a:pt x="762" y="105918"/>
                  </a:lnTo>
                  <a:close/>
                </a:path>
                <a:path w="1270" h="108585">
                  <a:moveTo>
                    <a:pt x="762" y="104394"/>
                  </a:moveTo>
                  <a:lnTo>
                    <a:pt x="0" y="104394"/>
                  </a:lnTo>
                  <a:lnTo>
                    <a:pt x="0" y="105156"/>
                  </a:lnTo>
                  <a:lnTo>
                    <a:pt x="762" y="105156"/>
                  </a:lnTo>
                  <a:lnTo>
                    <a:pt x="762" y="104394"/>
                  </a:lnTo>
                  <a:close/>
                </a:path>
                <a:path w="1270" h="108585">
                  <a:moveTo>
                    <a:pt x="762" y="102870"/>
                  </a:moveTo>
                  <a:lnTo>
                    <a:pt x="0" y="102870"/>
                  </a:lnTo>
                  <a:lnTo>
                    <a:pt x="0" y="103632"/>
                  </a:lnTo>
                  <a:lnTo>
                    <a:pt x="762" y="103632"/>
                  </a:lnTo>
                  <a:lnTo>
                    <a:pt x="762" y="102870"/>
                  </a:lnTo>
                  <a:close/>
                </a:path>
                <a:path w="1270" h="108585">
                  <a:moveTo>
                    <a:pt x="762" y="101346"/>
                  </a:moveTo>
                  <a:lnTo>
                    <a:pt x="0" y="101346"/>
                  </a:lnTo>
                  <a:lnTo>
                    <a:pt x="0" y="102108"/>
                  </a:lnTo>
                  <a:lnTo>
                    <a:pt x="762" y="102108"/>
                  </a:lnTo>
                  <a:lnTo>
                    <a:pt x="762" y="101346"/>
                  </a:lnTo>
                  <a:close/>
                </a:path>
                <a:path w="1270" h="108585">
                  <a:moveTo>
                    <a:pt x="762" y="99822"/>
                  </a:moveTo>
                  <a:lnTo>
                    <a:pt x="0" y="99822"/>
                  </a:lnTo>
                  <a:lnTo>
                    <a:pt x="0" y="100584"/>
                  </a:lnTo>
                  <a:lnTo>
                    <a:pt x="762" y="100584"/>
                  </a:lnTo>
                  <a:lnTo>
                    <a:pt x="762" y="99822"/>
                  </a:lnTo>
                  <a:close/>
                </a:path>
                <a:path w="1270" h="108585">
                  <a:moveTo>
                    <a:pt x="762" y="98298"/>
                  </a:moveTo>
                  <a:lnTo>
                    <a:pt x="0" y="98298"/>
                  </a:lnTo>
                  <a:lnTo>
                    <a:pt x="0" y="99060"/>
                  </a:lnTo>
                  <a:lnTo>
                    <a:pt x="762" y="99060"/>
                  </a:lnTo>
                  <a:lnTo>
                    <a:pt x="762" y="98298"/>
                  </a:lnTo>
                  <a:close/>
                </a:path>
                <a:path w="1270" h="108585">
                  <a:moveTo>
                    <a:pt x="762" y="96774"/>
                  </a:moveTo>
                  <a:lnTo>
                    <a:pt x="0" y="96774"/>
                  </a:lnTo>
                  <a:lnTo>
                    <a:pt x="0" y="97536"/>
                  </a:lnTo>
                  <a:lnTo>
                    <a:pt x="762" y="97536"/>
                  </a:lnTo>
                  <a:lnTo>
                    <a:pt x="762" y="96774"/>
                  </a:lnTo>
                  <a:close/>
                </a:path>
                <a:path w="1270" h="108585">
                  <a:moveTo>
                    <a:pt x="762" y="95250"/>
                  </a:moveTo>
                  <a:lnTo>
                    <a:pt x="0" y="95250"/>
                  </a:lnTo>
                  <a:lnTo>
                    <a:pt x="0" y="96012"/>
                  </a:lnTo>
                  <a:lnTo>
                    <a:pt x="762" y="96012"/>
                  </a:lnTo>
                  <a:lnTo>
                    <a:pt x="762" y="95250"/>
                  </a:lnTo>
                  <a:close/>
                </a:path>
                <a:path w="1270" h="108585">
                  <a:moveTo>
                    <a:pt x="762" y="93726"/>
                  </a:moveTo>
                  <a:lnTo>
                    <a:pt x="0" y="93726"/>
                  </a:lnTo>
                  <a:lnTo>
                    <a:pt x="0" y="94488"/>
                  </a:lnTo>
                  <a:lnTo>
                    <a:pt x="762" y="94488"/>
                  </a:lnTo>
                  <a:lnTo>
                    <a:pt x="762" y="93726"/>
                  </a:lnTo>
                  <a:close/>
                </a:path>
                <a:path w="1270" h="108585">
                  <a:moveTo>
                    <a:pt x="762" y="92202"/>
                  </a:moveTo>
                  <a:lnTo>
                    <a:pt x="0" y="92202"/>
                  </a:lnTo>
                  <a:lnTo>
                    <a:pt x="0" y="92964"/>
                  </a:lnTo>
                  <a:lnTo>
                    <a:pt x="762" y="92964"/>
                  </a:lnTo>
                  <a:lnTo>
                    <a:pt x="762" y="92202"/>
                  </a:lnTo>
                  <a:close/>
                </a:path>
                <a:path w="1270" h="108585">
                  <a:moveTo>
                    <a:pt x="762" y="90678"/>
                  </a:moveTo>
                  <a:lnTo>
                    <a:pt x="0" y="90678"/>
                  </a:lnTo>
                  <a:lnTo>
                    <a:pt x="0" y="91440"/>
                  </a:lnTo>
                  <a:lnTo>
                    <a:pt x="762" y="91440"/>
                  </a:lnTo>
                  <a:lnTo>
                    <a:pt x="762" y="90678"/>
                  </a:lnTo>
                  <a:close/>
                </a:path>
                <a:path w="1270" h="108585">
                  <a:moveTo>
                    <a:pt x="762" y="89154"/>
                  </a:moveTo>
                  <a:lnTo>
                    <a:pt x="0" y="89154"/>
                  </a:lnTo>
                  <a:lnTo>
                    <a:pt x="0" y="89916"/>
                  </a:lnTo>
                  <a:lnTo>
                    <a:pt x="762" y="89916"/>
                  </a:lnTo>
                  <a:lnTo>
                    <a:pt x="762" y="89154"/>
                  </a:lnTo>
                  <a:close/>
                </a:path>
                <a:path w="1270" h="108585">
                  <a:moveTo>
                    <a:pt x="762" y="87630"/>
                  </a:moveTo>
                  <a:lnTo>
                    <a:pt x="0" y="87630"/>
                  </a:lnTo>
                  <a:lnTo>
                    <a:pt x="0" y="88392"/>
                  </a:lnTo>
                  <a:lnTo>
                    <a:pt x="762" y="88392"/>
                  </a:lnTo>
                  <a:lnTo>
                    <a:pt x="762" y="87630"/>
                  </a:lnTo>
                  <a:close/>
                </a:path>
                <a:path w="1270" h="108585">
                  <a:moveTo>
                    <a:pt x="762" y="86106"/>
                  </a:moveTo>
                  <a:lnTo>
                    <a:pt x="0" y="86106"/>
                  </a:lnTo>
                  <a:lnTo>
                    <a:pt x="0" y="86868"/>
                  </a:lnTo>
                  <a:lnTo>
                    <a:pt x="762" y="86868"/>
                  </a:lnTo>
                  <a:lnTo>
                    <a:pt x="762" y="86106"/>
                  </a:lnTo>
                  <a:close/>
                </a:path>
                <a:path w="1270" h="108585">
                  <a:moveTo>
                    <a:pt x="762" y="84582"/>
                  </a:moveTo>
                  <a:lnTo>
                    <a:pt x="0" y="84582"/>
                  </a:lnTo>
                  <a:lnTo>
                    <a:pt x="0" y="85344"/>
                  </a:lnTo>
                  <a:lnTo>
                    <a:pt x="762" y="85344"/>
                  </a:lnTo>
                  <a:lnTo>
                    <a:pt x="762" y="84582"/>
                  </a:lnTo>
                  <a:close/>
                </a:path>
                <a:path w="1270" h="108585">
                  <a:moveTo>
                    <a:pt x="762" y="83058"/>
                  </a:moveTo>
                  <a:lnTo>
                    <a:pt x="0" y="83058"/>
                  </a:lnTo>
                  <a:lnTo>
                    <a:pt x="0" y="83820"/>
                  </a:lnTo>
                  <a:lnTo>
                    <a:pt x="762" y="83820"/>
                  </a:lnTo>
                  <a:lnTo>
                    <a:pt x="762" y="83058"/>
                  </a:lnTo>
                  <a:close/>
                </a:path>
                <a:path w="1270" h="108585">
                  <a:moveTo>
                    <a:pt x="762" y="81534"/>
                  </a:moveTo>
                  <a:lnTo>
                    <a:pt x="0" y="81534"/>
                  </a:lnTo>
                  <a:lnTo>
                    <a:pt x="0" y="82296"/>
                  </a:lnTo>
                  <a:lnTo>
                    <a:pt x="762" y="82296"/>
                  </a:lnTo>
                  <a:lnTo>
                    <a:pt x="762" y="81534"/>
                  </a:lnTo>
                  <a:close/>
                </a:path>
                <a:path w="1270" h="108585">
                  <a:moveTo>
                    <a:pt x="762" y="80010"/>
                  </a:moveTo>
                  <a:lnTo>
                    <a:pt x="0" y="80010"/>
                  </a:lnTo>
                  <a:lnTo>
                    <a:pt x="0" y="80772"/>
                  </a:lnTo>
                  <a:lnTo>
                    <a:pt x="762" y="80772"/>
                  </a:lnTo>
                  <a:lnTo>
                    <a:pt x="762" y="80010"/>
                  </a:lnTo>
                  <a:close/>
                </a:path>
                <a:path w="1270" h="108585">
                  <a:moveTo>
                    <a:pt x="762" y="78486"/>
                  </a:moveTo>
                  <a:lnTo>
                    <a:pt x="0" y="78486"/>
                  </a:lnTo>
                  <a:lnTo>
                    <a:pt x="0" y="79248"/>
                  </a:lnTo>
                  <a:lnTo>
                    <a:pt x="762" y="79248"/>
                  </a:lnTo>
                  <a:lnTo>
                    <a:pt x="762" y="78486"/>
                  </a:lnTo>
                  <a:close/>
                </a:path>
                <a:path w="1270" h="108585">
                  <a:moveTo>
                    <a:pt x="762" y="76962"/>
                  </a:moveTo>
                  <a:lnTo>
                    <a:pt x="0" y="76962"/>
                  </a:lnTo>
                  <a:lnTo>
                    <a:pt x="0" y="77724"/>
                  </a:lnTo>
                  <a:lnTo>
                    <a:pt x="762" y="77724"/>
                  </a:lnTo>
                  <a:lnTo>
                    <a:pt x="762" y="76962"/>
                  </a:lnTo>
                  <a:close/>
                </a:path>
                <a:path w="1270" h="108585">
                  <a:moveTo>
                    <a:pt x="762" y="75438"/>
                  </a:moveTo>
                  <a:lnTo>
                    <a:pt x="0" y="75438"/>
                  </a:lnTo>
                  <a:lnTo>
                    <a:pt x="0" y="76200"/>
                  </a:lnTo>
                  <a:lnTo>
                    <a:pt x="762" y="76200"/>
                  </a:lnTo>
                  <a:lnTo>
                    <a:pt x="762" y="75438"/>
                  </a:lnTo>
                  <a:close/>
                </a:path>
                <a:path w="1270" h="108585">
                  <a:moveTo>
                    <a:pt x="762" y="73914"/>
                  </a:moveTo>
                  <a:lnTo>
                    <a:pt x="0" y="73914"/>
                  </a:lnTo>
                  <a:lnTo>
                    <a:pt x="0" y="74676"/>
                  </a:lnTo>
                  <a:lnTo>
                    <a:pt x="762" y="74676"/>
                  </a:lnTo>
                  <a:lnTo>
                    <a:pt x="762" y="73914"/>
                  </a:lnTo>
                  <a:close/>
                </a:path>
                <a:path w="1270" h="108585">
                  <a:moveTo>
                    <a:pt x="762" y="72390"/>
                  </a:moveTo>
                  <a:lnTo>
                    <a:pt x="0" y="72390"/>
                  </a:lnTo>
                  <a:lnTo>
                    <a:pt x="0" y="73152"/>
                  </a:lnTo>
                  <a:lnTo>
                    <a:pt x="762" y="73152"/>
                  </a:lnTo>
                  <a:lnTo>
                    <a:pt x="762" y="72390"/>
                  </a:lnTo>
                  <a:close/>
                </a:path>
                <a:path w="1270" h="108585">
                  <a:moveTo>
                    <a:pt x="762" y="70866"/>
                  </a:moveTo>
                  <a:lnTo>
                    <a:pt x="0" y="70866"/>
                  </a:lnTo>
                  <a:lnTo>
                    <a:pt x="0" y="71628"/>
                  </a:lnTo>
                  <a:lnTo>
                    <a:pt x="762" y="71628"/>
                  </a:lnTo>
                  <a:lnTo>
                    <a:pt x="762" y="70866"/>
                  </a:lnTo>
                  <a:close/>
                </a:path>
                <a:path w="1270" h="108585">
                  <a:moveTo>
                    <a:pt x="762" y="68580"/>
                  </a:moveTo>
                  <a:lnTo>
                    <a:pt x="0" y="68580"/>
                  </a:lnTo>
                  <a:lnTo>
                    <a:pt x="0" y="70104"/>
                  </a:lnTo>
                  <a:lnTo>
                    <a:pt x="762" y="70104"/>
                  </a:lnTo>
                  <a:lnTo>
                    <a:pt x="762" y="68580"/>
                  </a:lnTo>
                  <a:close/>
                </a:path>
                <a:path w="1270" h="108585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8585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8585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8585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8585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8585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8585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8585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8585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8585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8585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8585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8585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8585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8585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8585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8585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8585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8585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8585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8585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8585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8585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8585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8585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8585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8585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8585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8585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8585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8585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8585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8585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8585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8585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8585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8585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8585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8585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8585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8585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8585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8585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8585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8585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792468" y="4489703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792468" y="4596383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792468" y="4703063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792468" y="4809744"/>
              <a:ext cx="1270" cy="39370"/>
            </a:xfrm>
            <a:custGeom>
              <a:avLst/>
              <a:gdLst/>
              <a:ahLst/>
              <a:cxnLst/>
              <a:rect l="l" t="t" r="r" b="b"/>
              <a:pathLst>
                <a:path w="1270" h="3937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3937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3937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3937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3937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3937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3937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3937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3937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3937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3937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3937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3937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3937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3937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3937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3937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3937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3937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3937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3937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3937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3937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3937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3937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3937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749033" y="3840480"/>
              <a:ext cx="83820" cy="224154"/>
            </a:xfrm>
            <a:custGeom>
              <a:avLst/>
              <a:gdLst/>
              <a:ahLst/>
              <a:cxnLst/>
              <a:rect l="l" t="t" r="r" b="b"/>
              <a:pathLst>
                <a:path w="83820" h="224154">
                  <a:moveTo>
                    <a:pt x="83820" y="224027"/>
                  </a:moveTo>
                  <a:lnTo>
                    <a:pt x="83820" y="0"/>
                  </a:lnTo>
                  <a:lnTo>
                    <a:pt x="0" y="0"/>
                  </a:lnTo>
                  <a:lnTo>
                    <a:pt x="0" y="224027"/>
                  </a:lnTo>
                  <a:lnTo>
                    <a:pt x="83820" y="224027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747510" y="3838955"/>
              <a:ext cx="86995" cy="1338580"/>
            </a:xfrm>
            <a:custGeom>
              <a:avLst/>
              <a:gdLst/>
              <a:ahLst/>
              <a:cxnLst/>
              <a:rect l="l" t="t" r="r" b="b"/>
              <a:pathLst>
                <a:path w="86995" h="1338579">
                  <a:moveTo>
                    <a:pt x="45720" y="1337310"/>
                  </a:moveTo>
                  <a:lnTo>
                    <a:pt x="44958" y="1337310"/>
                  </a:lnTo>
                  <a:lnTo>
                    <a:pt x="44958" y="1338072"/>
                  </a:lnTo>
                  <a:lnTo>
                    <a:pt x="45720" y="1338072"/>
                  </a:lnTo>
                  <a:lnTo>
                    <a:pt x="45720" y="1337310"/>
                  </a:lnTo>
                  <a:close/>
                </a:path>
                <a:path w="86995" h="1338579">
                  <a:moveTo>
                    <a:pt x="45720" y="1335786"/>
                  </a:moveTo>
                  <a:lnTo>
                    <a:pt x="44958" y="1335786"/>
                  </a:lnTo>
                  <a:lnTo>
                    <a:pt x="44958" y="1336548"/>
                  </a:lnTo>
                  <a:lnTo>
                    <a:pt x="45720" y="1336548"/>
                  </a:lnTo>
                  <a:lnTo>
                    <a:pt x="45720" y="1335786"/>
                  </a:lnTo>
                  <a:close/>
                </a:path>
                <a:path w="86995" h="1338579">
                  <a:moveTo>
                    <a:pt x="45720" y="1334262"/>
                  </a:moveTo>
                  <a:lnTo>
                    <a:pt x="44958" y="1334262"/>
                  </a:lnTo>
                  <a:lnTo>
                    <a:pt x="44958" y="1335024"/>
                  </a:lnTo>
                  <a:lnTo>
                    <a:pt x="45720" y="1335024"/>
                  </a:lnTo>
                  <a:lnTo>
                    <a:pt x="45720" y="1334262"/>
                  </a:lnTo>
                  <a:close/>
                </a:path>
                <a:path w="86995" h="1338579">
                  <a:moveTo>
                    <a:pt x="45720" y="1332738"/>
                  </a:moveTo>
                  <a:lnTo>
                    <a:pt x="44958" y="1332738"/>
                  </a:lnTo>
                  <a:lnTo>
                    <a:pt x="44958" y="1333500"/>
                  </a:lnTo>
                  <a:lnTo>
                    <a:pt x="45720" y="1333500"/>
                  </a:lnTo>
                  <a:lnTo>
                    <a:pt x="45720" y="1332738"/>
                  </a:lnTo>
                  <a:close/>
                </a:path>
                <a:path w="86995" h="1338579">
                  <a:moveTo>
                    <a:pt x="45720" y="1331214"/>
                  </a:moveTo>
                  <a:lnTo>
                    <a:pt x="44958" y="1331214"/>
                  </a:lnTo>
                  <a:lnTo>
                    <a:pt x="44958" y="1331976"/>
                  </a:lnTo>
                  <a:lnTo>
                    <a:pt x="45720" y="1331976"/>
                  </a:lnTo>
                  <a:lnTo>
                    <a:pt x="45720" y="1331214"/>
                  </a:lnTo>
                  <a:close/>
                </a:path>
                <a:path w="86995" h="1338579">
                  <a:moveTo>
                    <a:pt x="45720" y="1329690"/>
                  </a:moveTo>
                  <a:lnTo>
                    <a:pt x="44958" y="1329690"/>
                  </a:lnTo>
                  <a:lnTo>
                    <a:pt x="44958" y="1330452"/>
                  </a:lnTo>
                  <a:lnTo>
                    <a:pt x="45720" y="1330452"/>
                  </a:lnTo>
                  <a:lnTo>
                    <a:pt x="45720" y="1329690"/>
                  </a:lnTo>
                  <a:close/>
                </a:path>
                <a:path w="86995" h="1338579">
                  <a:moveTo>
                    <a:pt x="45720" y="1328166"/>
                  </a:moveTo>
                  <a:lnTo>
                    <a:pt x="44958" y="1328166"/>
                  </a:lnTo>
                  <a:lnTo>
                    <a:pt x="44958" y="1328928"/>
                  </a:lnTo>
                  <a:lnTo>
                    <a:pt x="45720" y="1328928"/>
                  </a:lnTo>
                  <a:lnTo>
                    <a:pt x="45720" y="1328166"/>
                  </a:lnTo>
                  <a:close/>
                </a:path>
                <a:path w="86995" h="1338579">
                  <a:moveTo>
                    <a:pt x="45720" y="1326642"/>
                  </a:moveTo>
                  <a:lnTo>
                    <a:pt x="44958" y="1326642"/>
                  </a:lnTo>
                  <a:lnTo>
                    <a:pt x="44958" y="1327404"/>
                  </a:lnTo>
                  <a:lnTo>
                    <a:pt x="45720" y="1327404"/>
                  </a:lnTo>
                  <a:lnTo>
                    <a:pt x="45720" y="1326642"/>
                  </a:lnTo>
                  <a:close/>
                </a:path>
                <a:path w="86995" h="1338579">
                  <a:moveTo>
                    <a:pt x="45720" y="1325118"/>
                  </a:moveTo>
                  <a:lnTo>
                    <a:pt x="44958" y="1325118"/>
                  </a:lnTo>
                  <a:lnTo>
                    <a:pt x="44958" y="1325880"/>
                  </a:lnTo>
                  <a:lnTo>
                    <a:pt x="45720" y="1325880"/>
                  </a:lnTo>
                  <a:lnTo>
                    <a:pt x="45720" y="1325118"/>
                  </a:lnTo>
                  <a:close/>
                </a:path>
                <a:path w="86995" h="1338579">
                  <a:moveTo>
                    <a:pt x="45720" y="1323594"/>
                  </a:moveTo>
                  <a:lnTo>
                    <a:pt x="44958" y="1323594"/>
                  </a:lnTo>
                  <a:lnTo>
                    <a:pt x="44958" y="1324356"/>
                  </a:lnTo>
                  <a:lnTo>
                    <a:pt x="45720" y="1324356"/>
                  </a:lnTo>
                  <a:lnTo>
                    <a:pt x="45720" y="1323594"/>
                  </a:lnTo>
                  <a:close/>
                </a:path>
                <a:path w="86995" h="1338579">
                  <a:moveTo>
                    <a:pt x="45720" y="1322070"/>
                  </a:moveTo>
                  <a:lnTo>
                    <a:pt x="44958" y="1322070"/>
                  </a:lnTo>
                  <a:lnTo>
                    <a:pt x="44958" y="1322832"/>
                  </a:lnTo>
                  <a:lnTo>
                    <a:pt x="45720" y="1322832"/>
                  </a:lnTo>
                  <a:lnTo>
                    <a:pt x="45720" y="1322070"/>
                  </a:lnTo>
                  <a:close/>
                </a:path>
                <a:path w="86995" h="1338579">
                  <a:moveTo>
                    <a:pt x="45720" y="1320546"/>
                  </a:moveTo>
                  <a:lnTo>
                    <a:pt x="44958" y="1320546"/>
                  </a:lnTo>
                  <a:lnTo>
                    <a:pt x="44958" y="1321308"/>
                  </a:lnTo>
                  <a:lnTo>
                    <a:pt x="45720" y="1321308"/>
                  </a:lnTo>
                  <a:lnTo>
                    <a:pt x="45720" y="1320546"/>
                  </a:lnTo>
                  <a:close/>
                </a:path>
                <a:path w="86995" h="1338579">
                  <a:moveTo>
                    <a:pt x="45720" y="1319022"/>
                  </a:moveTo>
                  <a:lnTo>
                    <a:pt x="44958" y="1319022"/>
                  </a:lnTo>
                  <a:lnTo>
                    <a:pt x="44958" y="1319784"/>
                  </a:lnTo>
                  <a:lnTo>
                    <a:pt x="45720" y="1319784"/>
                  </a:lnTo>
                  <a:lnTo>
                    <a:pt x="45720" y="1319022"/>
                  </a:lnTo>
                  <a:close/>
                </a:path>
                <a:path w="86995" h="1338579">
                  <a:moveTo>
                    <a:pt x="45720" y="1317498"/>
                  </a:moveTo>
                  <a:lnTo>
                    <a:pt x="44958" y="1317498"/>
                  </a:lnTo>
                  <a:lnTo>
                    <a:pt x="44958" y="1318260"/>
                  </a:lnTo>
                  <a:lnTo>
                    <a:pt x="45720" y="1318260"/>
                  </a:lnTo>
                  <a:lnTo>
                    <a:pt x="45720" y="1317498"/>
                  </a:lnTo>
                  <a:close/>
                </a:path>
                <a:path w="86995" h="1338579">
                  <a:moveTo>
                    <a:pt x="45720" y="1315974"/>
                  </a:moveTo>
                  <a:lnTo>
                    <a:pt x="44958" y="1315974"/>
                  </a:lnTo>
                  <a:lnTo>
                    <a:pt x="44958" y="1316736"/>
                  </a:lnTo>
                  <a:lnTo>
                    <a:pt x="45720" y="1316736"/>
                  </a:lnTo>
                  <a:lnTo>
                    <a:pt x="45720" y="1315974"/>
                  </a:lnTo>
                  <a:close/>
                </a:path>
                <a:path w="86995" h="1338579">
                  <a:moveTo>
                    <a:pt x="45720" y="1314450"/>
                  </a:moveTo>
                  <a:lnTo>
                    <a:pt x="44958" y="1314450"/>
                  </a:lnTo>
                  <a:lnTo>
                    <a:pt x="44958" y="1315212"/>
                  </a:lnTo>
                  <a:lnTo>
                    <a:pt x="45720" y="1315212"/>
                  </a:lnTo>
                  <a:lnTo>
                    <a:pt x="45720" y="1314450"/>
                  </a:lnTo>
                  <a:close/>
                </a:path>
                <a:path w="86995" h="1338579">
                  <a:moveTo>
                    <a:pt x="45720" y="1312926"/>
                  </a:moveTo>
                  <a:lnTo>
                    <a:pt x="44958" y="1312926"/>
                  </a:lnTo>
                  <a:lnTo>
                    <a:pt x="44958" y="1313688"/>
                  </a:lnTo>
                  <a:lnTo>
                    <a:pt x="45720" y="1313688"/>
                  </a:lnTo>
                  <a:lnTo>
                    <a:pt x="45720" y="1312926"/>
                  </a:lnTo>
                  <a:close/>
                </a:path>
                <a:path w="86995" h="1338579">
                  <a:moveTo>
                    <a:pt x="45720" y="1311402"/>
                  </a:moveTo>
                  <a:lnTo>
                    <a:pt x="44958" y="1311402"/>
                  </a:lnTo>
                  <a:lnTo>
                    <a:pt x="44958" y="1312164"/>
                  </a:lnTo>
                  <a:lnTo>
                    <a:pt x="45720" y="1312164"/>
                  </a:lnTo>
                  <a:lnTo>
                    <a:pt x="45720" y="1311402"/>
                  </a:lnTo>
                  <a:close/>
                </a:path>
                <a:path w="86995" h="1338579">
                  <a:moveTo>
                    <a:pt x="45720" y="1309878"/>
                  </a:moveTo>
                  <a:lnTo>
                    <a:pt x="44958" y="1309878"/>
                  </a:lnTo>
                  <a:lnTo>
                    <a:pt x="44958" y="1310640"/>
                  </a:lnTo>
                  <a:lnTo>
                    <a:pt x="45720" y="1310640"/>
                  </a:lnTo>
                  <a:lnTo>
                    <a:pt x="45720" y="1309878"/>
                  </a:lnTo>
                  <a:close/>
                </a:path>
                <a:path w="86995" h="1338579">
                  <a:moveTo>
                    <a:pt x="45720" y="1308354"/>
                  </a:moveTo>
                  <a:lnTo>
                    <a:pt x="44958" y="1308354"/>
                  </a:lnTo>
                  <a:lnTo>
                    <a:pt x="44958" y="1309116"/>
                  </a:lnTo>
                  <a:lnTo>
                    <a:pt x="45720" y="1309116"/>
                  </a:lnTo>
                  <a:lnTo>
                    <a:pt x="45720" y="1308354"/>
                  </a:lnTo>
                  <a:close/>
                </a:path>
                <a:path w="86995" h="1338579">
                  <a:moveTo>
                    <a:pt x="45720" y="1306830"/>
                  </a:moveTo>
                  <a:lnTo>
                    <a:pt x="44958" y="1306830"/>
                  </a:lnTo>
                  <a:lnTo>
                    <a:pt x="44958" y="1307592"/>
                  </a:lnTo>
                  <a:lnTo>
                    <a:pt x="45720" y="1307592"/>
                  </a:lnTo>
                  <a:lnTo>
                    <a:pt x="45720" y="1306830"/>
                  </a:lnTo>
                  <a:close/>
                </a:path>
                <a:path w="86995" h="1338579">
                  <a:moveTo>
                    <a:pt x="45720" y="1305306"/>
                  </a:moveTo>
                  <a:lnTo>
                    <a:pt x="44958" y="1305306"/>
                  </a:lnTo>
                  <a:lnTo>
                    <a:pt x="44958" y="1306068"/>
                  </a:lnTo>
                  <a:lnTo>
                    <a:pt x="45720" y="1306068"/>
                  </a:lnTo>
                  <a:lnTo>
                    <a:pt x="45720" y="1305306"/>
                  </a:lnTo>
                  <a:close/>
                </a:path>
                <a:path w="86995" h="1338579">
                  <a:moveTo>
                    <a:pt x="45720" y="1303782"/>
                  </a:moveTo>
                  <a:lnTo>
                    <a:pt x="44958" y="1303782"/>
                  </a:lnTo>
                  <a:lnTo>
                    <a:pt x="44958" y="1304544"/>
                  </a:lnTo>
                  <a:lnTo>
                    <a:pt x="45720" y="1304544"/>
                  </a:lnTo>
                  <a:lnTo>
                    <a:pt x="45720" y="1303782"/>
                  </a:lnTo>
                  <a:close/>
                </a:path>
                <a:path w="86995" h="1338579">
                  <a:moveTo>
                    <a:pt x="45720" y="1302258"/>
                  </a:moveTo>
                  <a:lnTo>
                    <a:pt x="44958" y="1302258"/>
                  </a:lnTo>
                  <a:lnTo>
                    <a:pt x="44958" y="1303020"/>
                  </a:lnTo>
                  <a:lnTo>
                    <a:pt x="45720" y="1303020"/>
                  </a:lnTo>
                  <a:lnTo>
                    <a:pt x="45720" y="1302258"/>
                  </a:lnTo>
                  <a:close/>
                </a:path>
                <a:path w="86995" h="1338579">
                  <a:moveTo>
                    <a:pt x="45720" y="1300734"/>
                  </a:moveTo>
                  <a:lnTo>
                    <a:pt x="44958" y="1300734"/>
                  </a:lnTo>
                  <a:lnTo>
                    <a:pt x="44958" y="1301496"/>
                  </a:lnTo>
                  <a:lnTo>
                    <a:pt x="45720" y="1301496"/>
                  </a:lnTo>
                  <a:lnTo>
                    <a:pt x="45720" y="1300734"/>
                  </a:lnTo>
                  <a:close/>
                </a:path>
                <a:path w="86995" h="1338579">
                  <a:moveTo>
                    <a:pt x="45720" y="1299210"/>
                  </a:moveTo>
                  <a:lnTo>
                    <a:pt x="44958" y="1299210"/>
                  </a:lnTo>
                  <a:lnTo>
                    <a:pt x="44958" y="1299972"/>
                  </a:lnTo>
                  <a:lnTo>
                    <a:pt x="45720" y="1299972"/>
                  </a:lnTo>
                  <a:lnTo>
                    <a:pt x="45720" y="1299210"/>
                  </a:lnTo>
                  <a:close/>
                </a:path>
                <a:path w="86995" h="1338579">
                  <a:moveTo>
                    <a:pt x="45720" y="1297686"/>
                  </a:moveTo>
                  <a:lnTo>
                    <a:pt x="44958" y="1297686"/>
                  </a:lnTo>
                  <a:lnTo>
                    <a:pt x="44958" y="1298448"/>
                  </a:lnTo>
                  <a:lnTo>
                    <a:pt x="45720" y="1298448"/>
                  </a:lnTo>
                  <a:lnTo>
                    <a:pt x="45720" y="1297686"/>
                  </a:lnTo>
                  <a:close/>
                </a:path>
                <a:path w="86995" h="1338579">
                  <a:moveTo>
                    <a:pt x="45720" y="1296162"/>
                  </a:moveTo>
                  <a:lnTo>
                    <a:pt x="44958" y="1296162"/>
                  </a:lnTo>
                  <a:lnTo>
                    <a:pt x="44958" y="1296924"/>
                  </a:lnTo>
                  <a:lnTo>
                    <a:pt x="45720" y="1296924"/>
                  </a:lnTo>
                  <a:lnTo>
                    <a:pt x="45720" y="1296162"/>
                  </a:lnTo>
                  <a:close/>
                </a:path>
                <a:path w="86995" h="1338579">
                  <a:moveTo>
                    <a:pt x="45720" y="1294638"/>
                  </a:moveTo>
                  <a:lnTo>
                    <a:pt x="44958" y="1294638"/>
                  </a:lnTo>
                  <a:lnTo>
                    <a:pt x="44958" y="1295400"/>
                  </a:lnTo>
                  <a:lnTo>
                    <a:pt x="45720" y="1295400"/>
                  </a:lnTo>
                  <a:lnTo>
                    <a:pt x="45720" y="1294638"/>
                  </a:lnTo>
                  <a:close/>
                </a:path>
                <a:path w="86995" h="1338579">
                  <a:moveTo>
                    <a:pt x="45720" y="1293114"/>
                  </a:moveTo>
                  <a:lnTo>
                    <a:pt x="44958" y="1293114"/>
                  </a:lnTo>
                  <a:lnTo>
                    <a:pt x="44958" y="1293876"/>
                  </a:lnTo>
                  <a:lnTo>
                    <a:pt x="45720" y="1293876"/>
                  </a:lnTo>
                  <a:lnTo>
                    <a:pt x="45720" y="1293114"/>
                  </a:lnTo>
                  <a:close/>
                </a:path>
                <a:path w="86995" h="1338579">
                  <a:moveTo>
                    <a:pt x="45720" y="1291590"/>
                  </a:moveTo>
                  <a:lnTo>
                    <a:pt x="44958" y="1291590"/>
                  </a:lnTo>
                  <a:lnTo>
                    <a:pt x="44958" y="1292352"/>
                  </a:lnTo>
                  <a:lnTo>
                    <a:pt x="45720" y="1292352"/>
                  </a:lnTo>
                  <a:lnTo>
                    <a:pt x="45720" y="1291590"/>
                  </a:lnTo>
                  <a:close/>
                </a:path>
                <a:path w="86995" h="1338579">
                  <a:moveTo>
                    <a:pt x="45720" y="1290066"/>
                  </a:moveTo>
                  <a:lnTo>
                    <a:pt x="44958" y="1290066"/>
                  </a:lnTo>
                  <a:lnTo>
                    <a:pt x="44958" y="1290828"/>
                  </a:lnTo>
                  <a:lnTo>
                    <a:pt x="45720" y="1290828"/>
                  </a:lnTo>
                  <a:lnTo>
                    <a:pt x="45720" y="1290066"/>
                  </a:lnTo>
                  <a:close/>
                </a:path>
                <a:path w="86995" h="1338579">
                  <a:moveTo>
                    <a:pt x="45720" y="1288542"/>
                  </a:moveTo>
                  <a:lnTo>
                    <a:pt x="44958" y="1288542"/>
                  </a:lnTo>
                  <a:lnTo>
                    <a:pt x="44958" y="1289304"/>
                  </a:lnTo>
                  <a:lnTo>
                    <a:pt x="45720" y="1289304"/>
                  </a:lnTo>
                  <a:lnTo>
                    <a:pt x="45720" y="1288542"/>
                  </a:lnTo>
                  <a:close/>
                </a:path>
                <a:path w="86995" h="1338579">
                  <a:moveTo>
                    <a:pt x="45720" y="1287018"/>
                  </a:moveTo>
                  <a:lnTo>
                    <a:pt x="44958" y="1287018"/>
                  </a:lnTo>
                  <a:lnTo>
                    <a:pt x="44958" y="1287780"/>
                  </a:lnTo>
                  <a:lnTo>
                    <a:pt x="45720" y="1287780"/>
                  </a:lnTo>
                  <a:lnTo>
                    <a:pt x="45720" y="1287018"/>
                  </a:lnTo>
                  <a:close/>
                </a:path>
                <a:path w="86995" h="1338579">
                  <a:moveTo>
                    <a:pt x="45720" y="1285494"/>
                  </a:moveTo>
                  <a:lnTo>
                    <a:pt x="44958" y="1285494"/>
                  </a:lnTo>
                  <a:lnTo>
                    <a:pt x="44958" y="1286256"/>
                  </a:lnTo>
                  <a:lnTo>
                    <a:pt x="45720" y="1286256"/>
                  </a:lnTo>
                  <a:lnTo>
                    <a:pt x="45720" y="1285494"/>
                  </a:lnTo>
                  <a:close/>
                </a:path>
                <a:path w="86995" h="1338579">
                  <a:moveTo>
                    <a:pt x="45720" y="1283970"/>
                  </a:moveTo>
                  <a:lnTo>
                    <a:pt x="44958" y="1283970"/>
                  </a:lnTo>
                  <a:lnTo>
                    <a:pt x="44958" y="1284732"/>
                  </a:lnTo>
                  <a:lnTo>
                    <a:pt x="45720" y="1284732"/>
                  </a:lnTo>
                  <a:lnTo>
                    <a:pt x="45720" y="1283970"/>
                  </a:lnTo>
                  <a:close/>
                </a:path>
                <a:path w="86995" h="1338579">
                  <a:moveTo>
                    <a:pt x="45720" y="1282446"/>
                  </a:moveTo>
                  <a:lnTo>
                    <a:pt x="44958" y="1282446"/>
                  </a:lnTo>
                  <a:lnTo>
                    <a:pt x="44958" y="1283208"/>
                  </a:lnTo>
                  <a:lnTo>
                    <a:pt x="45720" y="1283208"/>
                  </a:lnTo>
                  <a:lnTo>
                    <a:pt x="45720" y="1282446"/>
                  </a:lnTo>
                  <a:close/>
                </a:path>
                <a:path w="86995" h="1338579">
                  <a:moveTo>
                    <a:pt x="45720" y="1280922"/>
                  </a:moveTo>
                  <a:lnTo>
                    <a:pt x="44958" y="1280922"/>
                  </a:lnTo>
                  <a:lnTo>
                    <a:pt x="44958" y="1281684"/>
                  </a:lnTo>
                  <a:lnTo>
                    <a:pt x="45720" y="1281684"/>
                  </a:lnTo>
                  <a:lnTo>
                    <a:pt x="45720" y="1280922"/>
                  </a:lnTo>
                  <a:close/>
                </a:path>
                <a:path w="86995" h="1338579">
                  <a:moveTo>
                    <a:pt x="45720" y="1279398"/>
                  </a:moveTo>
                  <a:lnTo>
                    <a:pt x="44958" y="1279398"/>
                  </a:lnTo>
                  <a:lnTo>
                    <a:pt x="44958" y="1280160"/>
                  </a:lnTo>
                  <a:lnTo>
                    <a:pt x="45720" y="1280160"/>
                  </a:lnTo>
                  <a:lnTo>
                    <a:pt x="45720" y="1279398"/>
                  </a:lnTo>
                  <a:close/>
                </a:path>
                <a:path w="86995" h="1338579">
                  <a:moveTo>
                    <a:pt x="45720" y="1277874"/>
                  </a:moveTo>
                  <a:lnTo>
                    <a:pt x="44958" y="1277874"/>
                  </a:lnTo>
                  <a:lnTo>
                    <a:pt x="44958" y="1278636"/>
                  </a:lnTo>
                  <a:lnTo>
                    <a:pt x="45720" y="1278636"/>
                  </a:lnTo>
                  <a:lnTo>
                    <a:pt x="45720" y="1277874"/>
                  </a:lnTo>
                  <a:close/>
                </a:path>
                <a:path w="86995" h="1338579">
                  <a:moveTo>
                    <a:pt x="45720" y="1276350"/>
                  </a:moveTo>
                  <a:lnTo>
                    <a:pt x="44958" y="1276350"/>
                  </a:lnTo>
                  <a:lnTo>
                    <a:pt x="44958" y="1277112"/>
                  </a:lnTo>
                  <a:lnTo>
                    <a:pt x="45720" y="1277112"/>
                  </a:lnTo>
                  <a:lnTo>
                    <a:pt x="45720" y="1276350"/>
                  </a:lnTo>
                  <a:close/>
                </a:path>
                <a:path w="86995" h="1338579">
                  <a:moveTo>
                    <a:pt x="45720" y="1274826"/>
                  </a:moveTo>
                  <a:lnTo>
                    <a:pt x="44958" y="1274826"/>
                  </a:lnTo>
                  <a:lnTo>
                    <a:pt x="44958" y="1275588"/>
                  </a:lnTo>
                  <a:lnTo>
                    <a:pt x="45720" y="1275588"/>
                  </a:lnTo>
                  <a:lnTo>
                    <a:pt x="45720" y="1274826"/>
                  </a:lnTo>
                  <a:close/>
                </a:path>
                <a:path w="86995" h="1338579">
                  <a:moveTo>
                    <a:pt x="45720" y="1273302"/>
                  </a:moveTo>
                  <a:lnTo>
                    <a:pt x="44958" y="1273302"/>
                  </a:lnTo>
                  <a:lnTo>
                    <a:pt x="44958" y="1274064"/>
                  </a:lnTo>
                  <a:lnTo>
                    <a:pt x="45720" y="1274064"/>
                  </a:lnTo>
                  <a:lnTo>
                    <a:pt x="45720" y="1273302"/>
                  </a:lnTo>
                  <a:close/>
                </a:path>
                <a:path w="86995" h="1338579">
                  <a:moveTo>
                    <a:pt x="45720" y="1271778"/>
                  </a:moveTo>
                  <a:lnTo>
                    <a:pt x="44958" y="1271778"/>
                  </a:lnTo>
                  <a:lnTo>
                    <a:pt x="44958" y="1272540"/>
                  </a:lnTo>
                  <a:lnTo>
                    <a:pt x="45720" y="1272540"/>
                  </a:lnTo>
                  <a:lnTo>
                    <a:pt x="45720" y="1271778"/>
                  </a:lnTo>
                  <a:close/>
                </a:path>
                <a:path w="86995" h="1338579">
                  <a:moveTo>
                    <a:pt x="45720" y="1270254"/>
                  </a:moveTo>
                  <a:lnTo>
                    <a:pt x="44958" y="1270254"/>
                  </a:lnTo>
                  <a:lnTo>
                    <a:pt x="44958" y="1271016"/>
                  </a:lnTo>
                  <a:lnTo>
                    <a:pt x="45720" y="1271016"/>
                  </a:lnTo>
                  <a:lnTo>
                    <a:pt x="45720" y="1270254"/>
                  </a:lnTo>
                  <a:close/>
                </a:path>
                <a:path w="86995" h="1338579">
                  <a:moveTo>
                    <a:pt x="45720" y="1268730"/>
                  </a:moveTo>
                  <a:lnTo>
                    <a:pt x="44958" y="1268730"/>
                  </a:lnTo>
                  <a:lnTo>
                    <a:pt x="44958" y="1269492"/>
                  </a:lnTo>
                  <a:lnTo>
                    <a:pt x="45720" y="1269492"/>
                  </a:lnTo>
                  <a:lnTo>
                    <a:pt x="45720" y="1268730"/>
                  </a:lnTo>
                  <a:close/>
                </a:path>
                <a:path w="86995" h="1338579">
                  <a:moveTo>
                    <a:pt x="45720" y="1267206"/>
                  </a:moveTo>
                  <a:lnTo>
                    <a:pt x="44958" y="1267206"/>
                  </a:lnTo>
                  <a:lnTo>
                    <a:pt x="44958" y="1267968"/>
                  </a:lnTo>
                  <a:lnTo>
                    <a:pt x="45720" y="1267968"/>
                  </a:lnTo>
                  <a:lnTo>
                    <a:pt x="45720" y="1267206"/>
                  </a:lnTo>
                  <a:close/>
                </a:path>
                <a:path w="86995" h="1338579">
                  <a:moveTo>
                    <a:pt x="45720" y="1265682"/>
                  </a:moveTo>
                  <a:lnTo>
                    <a:pt x="44958" y="1265682"/>
                  </a:lnTo>
                  <a:lnTo>
                    <a:pt x="44958" y="1266444"/>
                  </a:lnTo>
                  <a:lnTo>
                    <a:pt x="45720" y="1266444"/>
                  </a:lnTo>
                  <a:lnTo>
                    <a:pt x="45720" y="1265682"/>
                  </a:lnTo>
                  <a:close/>
                </a:path>
                <a:path w="86995" h="1338579">
                  <a:moveTo>
                    <a:pt x="45720" y="1264158"/>
                  </a:moveTo>
                  <a:lnTo>
                    <a:pt x="44958" y="1264158"/>
                  </a:lnTo>
                  <a:lnTo>
                    <a:pt x="44958" y="1264920"/>
                  </a:lnTo>
                  <a:lnTo>
                    <a:pt x="45720" y="1264920"/>
                  </a:lnTo>
                  <a:lnTo>
                    <a:pt x="45720" y="1264158"/>
                  </a:lnTo>
                  <a:close/>
                </a:path>
                <a:path w="86995" h="1338579">
                  <a:moveTo>
                    <a:pt x="45720" y="1262634"/>
                  </a:moveTo>
                  <a:lnTo>
                    <a:pt x="44958" y="1262634"/>
                  </a:lnTo>
                  <a:lnTo>
                    <a:pt x="44958" y="1263396"/>
                  </a:lnTo>
                  <a:lnTo>
                    <a:pt x="45720" y="1263396"/>
                  </a:lnTo>
                  <a:lnTo>
                    <a:pt x="45720" y="1262634"/>
                  </a:lnTo>
                  <a:close/>
                </a:path>
                <a:path w="86995" h="1338579">
                  <a:moveTo>
                    <a:pt x="45720" y="1261110"/>
                  </a:moveTo>
                  <a:lnTo>
                    <a:pt x="44958" y="1261110"/>
                  </a:lnTo>
                  <a:lnTo>
                    <a:pt x="44958" y="1261872"/>
                  </a:lnTo>
                  <a:lnTo>
                    <a:pt x="45720" y="1261872"/>
                  </a:lnTo>
                  <a:lnTo>
                    <a:pt x="45720" y="1261110"/>
                  </a:lnTo>
                  <a:close/>
                </a:path>
                <a:path w="86995" h="1338579">
                  <a:moveTo>
                    <a:pt x="45720" y="1259586"/>
                  </a:moveTo>
                  <a:lnTo>
                    <a:pt x="44958" y="1259586"/>
                  </a:lnTo>
                  <a:lnTo>
                    <a:pt x="44958" y="1260348"/>
                  </a:lnTo>
                  <a:lnTo>
                    <a:pt x="45720" y="1260348"/>
                  </a:lnTo>
                  <a:lnTo>
                    <a:pt x="45720" y="1259586"/>
                  </a:lnTo>
                  <a:close/>
                </a:path>
                <a:path w="86995" h="1338579">
                  <a:moveTo>
                    <a:pt x="45720" y="1258062"/>
                  </a:moveTo>
                  <a:lnTo>
                    <a:pt x="44958" y="1258062"/>
                  </a:lnTo>
                  <a:lnTo>
                    <a:pt x="44958" y="1258824"/>
                  </a:lnTo>
                  <a:lnTo>
                    <a:pt x="45720" y="1258824"/>
                  </a:lnTo>
                  <a:lnTo>
                    <a:pt x="45720" y="1258062"/>
                  </a:lnTo>
                  <a:close/>
                </a:path>
                <a:path w="86995" h="1338579">
                  <a:moveTo>
                    <a:pt x="45720" y="1256538"/>
                  </a:moveTo>
                  <a:lnTo>
                    <a:pt x="44958" y="1256538"/>
                  </a:lnTo>
                  <a:lnTo>
                    <a:pt x="44958" y="1257300"/>
                  </a:lnTo>
                  <a:lnTo>
                    <a:pt x="45720" y="1257300"/>
                  </a:lnTo>
                  <a:lnTo>
                    <a:pt x="45720" y="1256538"/>
                  </a:lnTo>
                  <a:close/>
                </a:path>
                <a:path w="86995" h="1338579">
                  <a:moveTo>
                    <a:pt x="45720" y="1255014"/>
                  </a:moveTo>
                  <a:lnTo>
                    <a:pt x="44958" y="1255014"/>
                  </a:lnTo>
                  <a:lnTo>
                    <a:pt x="44958" y="1255776"/>
                  </a:lnTo>
                  <a:lnTo>
                    <a:pt x="45720" y="1255776"/>
                  </a:lnTo>
                  <a:lnTo>
                    <a:pt x="45720" y="1255014"/>
                  </a:lnTo>
                  <a:close/>
                </a:path>
                <a:path w="86995" h="1338579">
                  <a:moveTo>
                    <a:pt x="45720" y="1253490"/>
                  </a:moveTo>
                  <a:lnTo>
                    <a:pt x="44958" y="1253490"/>
                  </a:lnTo>
                  <a:lnTo>
                    <a:pt x="44958" y="1254252"/>
                  </a:lnTo>
                  <a:lnTo>
                    <a:pt x="45720" y="1254252"/>
                  </a:lnTo>
                  <a:lnTo>
                    <a:pt x="45720" y="1253490"/>
                  </a:lnTo>
                  <a:close/>
                </a:path>
                <a:path w="86995" h="1338579">
                  <a:moveTo>
                    <a:pt x="45720" y="1251966"/>
                  </a:moveTo>
                  <a:lnTo>
                    <a:pt x="44958" y="1251966"/>
                  </a:lnTo>
                  <a:lnTo>
                    <a:pt x="44958" y="1252728"/>
                  </a:lnTo>
                  <a:lnTo>
                    <a:pt x="45720" y="1252728"/>
                  </a:lnTo>
                  <a:lnTo>
                    <a:pt x="45720" y="1251966"/>
                  </a:lnTo>
                  <a:close/>
                </a:path>
                <a:path w="86995" h="1338579">
                  <a:moveTo>
                    <a:pt x="45720" y="1250442"/>
                  </a:moveTo>
                  <a:lnTo>
                    <a:pt x="44958" y="1250442"/>
                  </a:lnTo>
                  <a:lnTo>
                    <a:pt x="44958" y="1251204"/>
                  </a:lnTo>
                  <a:lnTo>
                    <a:pt x="45720" y="1251204"/>
                  </a:lnTo>
                  <a:lnTo>
                    <a:pt x="45720" y="1250442"/>
                  </a:lnTo>
                  <a:close/>
                </a:path>
                <a:path w="86995" h="1338579">
                  <a:moveTo>
                    <a:pt x="45720" y="1248918"/>
                  </a:moveTo>
                  <a:lnTo>
                    <a:pt x="44958" y="1248918"/>
                  </a:lnTo>
                  <a:lnTo>
                    <a:pt x="44958" y="1249680"/>
                  </a:lnTo>
                  <a:lnTo>
                    <a:pt x="45720" y="1249680"/>
                  </a:lnTo>
                  <a:lnTo>
                    <a:pt x="45720" y="1248918"/>
                  </a:lnTo>
                  <a:close/>
                </a:path>
                <a:path w="86995" h="1338579">
                  <a:moveTo>
                    <a:pt x="45720" y="1247394"/>
                  </a:moveTo>
                  <a:lnTo>
                    <a:pt x="44958" y="1247394"/>
                  </a:lnTo>
                  <a:lnTo>
                    <a:pt x="44958" y="1248156"/>
                  </a:lnTo>
                  <a:lnTo>
                    <a:pt x="45720" y="1248156"/>
                  </a:lnTo>
                  <a:lnTo>
                    <a:pt x="45720" y="1247394"/>
                  </a:lnTo>
                  <a:close/>
                </a:path>
                <a:path w="86995" h="1338579">
                  <a:moveTo>
                    <a:pt x="45720" y="1245870"/>
                  </a:moveTo>
                  <a:lnTo>
                    <a:pt x="44958" y="1245870"/>
                  </a:lnTo>
                  <a:lnTo>
                    <a:pt x="44958" y="1246632"/>
                  </a:lnTo>
                  <a:lnTo>
                    <a:pt x="45720" y="1246632"/>
                  </a:lnTo>
                  <a:lnTo>
                    <a:pt x="45720" y="1245870"/>
                  </a:lnTo>
                  <a:close/>
                </a:path>
                <a:path w="86995" h="1338579">
                  <a:moveTo>
                    <a:pt x="45720" y="1244346"/>
                  </a:moveTo>
                  <a:lnTo>
                    <a:pt x="44958" y="1244346"/>
                  </a:lnTo>
                  <a:lnTo>
                    <a:pt x="44958" y="1245108"/>
                  </a:lnTo>
                  <a:lnTo>
                    <a:pt x="45720" y="1245108"/>
                  </a:lnTo>
                  <a:lnTo>
                    <a:pt x="45720" y="1244346"/>
                  </a:lnTo>
                  <a:close/>
                </a:path>
                <a:path w="86995" h="1338579">
                  <a:moveTo>
                    <a:pt x="45720" y="1242822"/>
                  </a:moveTo>
                  <a:lnTo>
                    <a:pt x="44958" y="1242822"/>
                  </a:lnTo>
                  <a:lnTo>
                    <a:pt x="44958" y="1243584"/>
                  </a:lnTo>
                  <a:lnTo>
                    <a:pt x="45720" y="1243584"/>
                  </a:lnTo>
                  <a:lnTo>
                    <a:pt x="45720" y="1242822"/>
                  </a:lnTo>
                  <a:close/>
                </a:path>
                <a:path w="86995" h="1338579">
                  <a:moveTo>
                    <a:pt x="45720" y="1241298"/>
                  </a:moveTo>
                  <a:lnTo>
                    <a:pt x="44958" y="1241298"/>
                  </a:lnTo>
                  <a:lnTo>
                    <a:pt x="44958" y="1242060"/>
                  </a:lnTo>
                  <a:lnTo>
                    <a:pt x="45720" y="1242060"/>
                  </a:lnTo>
                  <a:lnTo>
                    <a:pt x="45720" y="1241298"/>
                  </a:lnTo>
                  <a:close/>
                </a:path>
                <a:path w="86995" h="1338579">
                  <a:moveTo>
                    <a:pt x="45720" y="1239774"/>
                  </a:moveTo>
                  <a:lnTo>
                    <a:pt x="44958" y="1239774"/>
                  </a:lnTo>
                  <a:lnTo>
                    <a:pt x="44958" y="1240536"/>
                  </a:lnTo>
                  <a:lnTo>
                    <a:pt x="45720" y="1240536"/>
                  </a:lnTo>
                  <a:lnTo>
                    <a:pt x="45720" y="1239774"/>
                  </a:lnTo>
                  <a:close/>
                </a:path>
                <a:path w="86995" h="1338579">
                  <a:moveTo>
                    <a:pt x="45720" y="1238250"/>
                  </a:moveTo>
                  <a:lnTo>
                    <a:pt x="44958" y="1238250"/>
                  </a:lnTo>
                  <a:lnTo>
                    <a:pt x="44958" y="1239012"/>
                  </a:lnTo>
                  <a:lnTo>
                    <a:pt x="45720" y="1239012"/>
                  </a:lnTo>
                  <a:lnTo>
                    <a:pt x="45720" y="1238250"/>
                  </a:lnTo>
                  <a:close/>
                </a:path>
                <a:path w="86995" h="1338579">
                  <a:moveTo>
                    <a:pt x="45720" y="1236726"/>
                  </a:moveTo>
                  <a:lnTo>
                    <a:pt x="44958" y="1236726"/>
                  </a:lnTo>
                  <a:lnTo>
                    <a:pt x="44958" y="1237488"/>
                  </a:lnTo>
                  <a:lnTo>
                    <a:pt x="45720" y="1237488"/>
                  </a:lnTo>
                  <a:lnTo>
                    <a:pt x="45720" y="1236726"/>
                  </a:lnTo>
                  <a:close/>
                </a:path>
                <a:path w="86995" h="1338579">
                  <a:moveTo>
                    <a:pt x="45720" y="1235202"/>
                  </a:moveTo>
                  <a:lnTo>
                    <a:pt x="44958" y="1235202"/>
                  </a:lnTo>
                  <a:lnTo>
                    <a:pt x="44958" y="1235964"/>
                  </a:lnTo>
                  <a:lnTo>
                    <a:pt x="45720" y="1235964"/>
                  </a:lnTo>
                  <a:lnTo>
                    <a:pt x="45720" y="1235202"/>
                  </a:lnTo>
                  <a:close/>
                </a:path>
                <a:path w="86995" h="1338579">
                  <a:moveTo>
                    <a:pt x="45720" y="1233678"/>
                  </a:moveTo>
                  <a:lnTo>
                    <a:pt x="44958" y="1233678"/>
                  </a:lnTo>
                  <a:lnTo>
                    <a:pt x="44958" y="1234440"/>
                  </a:lnTo>
                  <a:lnTo>
                    <a:pt x="45720" y="1234440"/>
                  </a:lnTo>
                  <a:lnTo>
                    <a:pt x="45720" y="1233678"/>
                  </a:lnTo>
                  <a:close/>
                </a:path>
                <a:path w="86995" h="1338579">
                  <a:moveTo>
                    <a:pt x="45720" y="1232154"/>
                  </a:moveTo>
                  <a:lnTo>
                    <a:pt x="44958" y="1232154"/>
                  </a:lnTo>
                  <a:lnTo>
                    <a:pt x="44958" y="1232916"/>
                  </a:lnTo>
                  <a:lnTo>
                    <a:pt x="45720" y="1232916"/>
                  </a:lnTo>
                  <a:lnTo>
                    <a:pt x="45720" y="1232154"/>
                  </a:lnTo>
                  <a:close/>
                </a:path>
                <a:path w="86995" h="1338579">
                  <a:moveTo>
                    <a:pt x="86868" y="0"/>
                  </a:moveTo>
                  <a:lnTo>
                    <a:pt x="83820" y="0"/>
                  </a:lnTo>
                  <a:lnTo>
                    <a:pt x="83820" y="3048"/>
                  </a:lnTo>
                  <a:lnTo>
                    <a:pt x="83820" y="224028"/>
                  </a:lnTo>
                  <a:lnTo>
                    <a:pt x="3048" y="224028"/>
                  </a:lnTo>
                  <a:lnTo>
                    <a:pt x="3048" y="3048"/>
                  </a:lnTo>
                  <a:lnTo>
                    <a:pt x="83820" y="3048"/>
                  </a:lnTo>
                  <a:lnTo>
                    <a:pt x="83820" y="0"/>
                  </a:lnTo>
                  <a:lnTo>
                    <a:pt x="0" y="0"/>
                  </a:lnTo>
                  <a:lnTo>
                    <a:pt x="0" y="227076"/>
                  </a:lnTo>
                  <a:lnTo>
                    <a:pt x="1524" y="227076"/>
                  </a:lnTo>
                  <a:lnTo>
                    <a:pt x="3048" y="227076"/>
                  </a:lnTo>
                  <a:lnTo>
                    <a:pt x="83820" y="227076"/>
                  </a:lnTo>
                  <a:lnTo>
                    <a:pt x="85344" y="227076"/>
                  </a:lnTo>
                  <a:lnTo>
                    <a:pt x="86868" y="227076"/>
                  </a:lnTo>
                  <a:lnTo>
                    <a:pt x="868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792468" y="5176266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792468" y="5282945"/>
              <a:ext cx="1270" cy="107950"/>
            </a:xfrm>
            <a:custGeom>
              <a:avLst/>
              <a:gdLst/>
              <a:ahLst/>
              <a:cxnLst/>
              <a:rect l="l" t="t" r="r" b="b"/>
              <a:pathLst>
                <a:path w="1270" h="107950">
                  <a:moveTo>
                    <a:pt x="762" y="106680"/>
                  </a:moveTo>
                  <a:lnTo>
                    <a:pt x="0" y="106680"/>
                  </a:lnTo>
                  <a:lnTo>
                    <a:pt x="0" y="107442"/>
                  </a:lnTo>
                  <a:lnTo>
                    <a:pt x="762" y="107442"/>
                  </a:lnTo>
                  <a:lnTo>
                    <a:pt x="762" y="106680"/>
                  </a:lnTo>
                  <a:close/>
                </a:path>
                <a:path w="1270" h="107950">
                  <a:moveTo>
                    <a:pt x="762" y="105156"/>
                  </a:moveTo>
                  <a:lnTo>
                    <a:pt x="0" y="105156"/>
                  </a:lnTo>
                  <a:lnTo>
                    <a:pt x="0" y="105918"/>
                  </a:lnTo>
                  <a:lnTo>
                    <a:pt x="762" y="105918"/>
                  </a:lnTo>
                  <a:lnTo>
                    <a:pt x="762" y="105156"/>
                  </a:lnTo>
                  <a:close/>
                </a:path>
                <a:path w="1270" h="107950">
                  <a:moveTo>
                    <a:pt x="762" y="103632"/>
                  </a:moveTo>
                  <a:lnTo>
                    <a:pt x="0" y="103632"/>
                  </a:lnTo>
                  <a:lnTo>
                    <a:pt x="0" y="104394"/>
                  </a:lnTo>
                  <a:lnTo>
                    <a:pt x="762" y="104394"/>
                  </a:lnTo>
                  <a:lnTo>
                    <a:pt x="762" y="103632"/>
                  </a:lnTo>
                  <a:close/>
                </a:path>
                <a:path w="1270" h="107950">
                  <a:moveTo>
                    <a:pt x="762" y="102108"/>
                  </a:moveTo>
                  <a:lnTo>
                    <a:pt x="0" y="102108"/>
                  </a:lnTo>
                  <a:lnTo>
                    <a:pt x="0" y="102870"/>
                  </a:lnTo>
                  <a:lnTo>
                    <a:pt x="762" y="102870"/>
                  </a:lnTo>
                  <a:lnTo>
                    <a:pt x="762" y="102108"/>
                  </a:lnTo>
                  <a:close/>
                </a:path>
                <a:path w="1270" h="107950">
                  <a:moveTo>
                    <a:pt x="762" y="100584"/>
                  </a:moveTo>
                  <a:lnTo>
                    <a:pt x="0" y="100584"/>
                  </a:lnTo>
                  <a:lnTo>
                    <a:pt x="0" y="101346"/>
                  </a:lnTo>
                  <a:lnTo>
                    <a:pt x="762" y="101346"/>
                  </a:lnTo>
                  <a:lnTo>
                    <a:pt x="762" y="100584"/>
                  </a:lnTo>
                  <a:close/>
                </a:path>
                <a:path w="1270" h="107950">
                  <a:moveTo>
                    <a:pt x="762" y="99060"/>
                  </a:moveTo>
                  <a:lnTo>
                    <a:pt x="0" y="99060"/>
                  </a:lnTo>
                  <a:lnTo>
                    <a:pt x="0" y="99822"/>
                  </a:lnTo>
                  <a:lnTo>
                    <a:pt x="762" y="99822"/>
                  </a:lnTo>
                  <a:lnTo>
                    <a:pt x="762" y="99060"/>
                  </a:lnTo>
                  <a:close/>
                </a:path>
                <a:path w="1270" h="107950">
                  <a:moveTo>
                    <a:pt x="762" y="97536"/>
                  </a:moveTo>
                  <a:lnTo>
                    <a:pt x="0" y="97536"/>
                  </a:lnTo>
                  <a:lnTo>
                    <a:pt x="0" y="98298"/>
                  </a:lnTo>
                  <a:lnTo>
                    <a:pt x="762" y="98298"/>
                  </a:lnTo>
                  <a:lnTo>
                    <a:pt x="762" y="97536"/>
                  </a:lnTo>
                  <a:close/>
                </a:path>
                <a:path w="1270" h="107950">
                  <a:moveTo>
                    <a:pt x="762" y="96012"/>
                  </a:moveTo>
                  <a:lnTo>
                    <a:pt x="0" y="96012"/>
                  </a:lnTo>
                  <a:lnTo>
                    <a:pt x="0" y="96774"/>
                  </a:lnTo>
                  <a:lnTo>
                    <a:pt x="762" y="96774"/>
                  </a:lnTo>
                  <a:lnTo>
                    <a:pt x="762" y="96012"/>
                  </a:lnTo>
                  <a:close/>
                </a:path>
                <a:path w="1270" h="107950">
                  <a:moveTo>
                    <a:pt x="762" y="94488"/>
                  </a:moveTo>
                  <a:lnTo>
                    <a:pt x="0" y="94488"/>
                  </a:lnTo>
                  <a:lnTo>
                    <a:pt x="0" y="95250"/>
                  </a:lnTo>
                  <a:lnTo>
                    <a:pt x="762" y="95250"/>
                  </a:lnTo>
                  <a:lnTo>
                    <a:pt x="762" y="94488"/>
                  </a:lnTo>
                  <a:close/>
                </a:path>
                <a:path w="1270" h="107950">
                  <a:moveTo>
                    <a:pt x="762" y="92964"/>
                  </a:moveTo>
                  <a:lnTo>
                    <a:pt x="0" y="92964"/>
                  </a:lnTo>
                  <a:lnTo>
                    <a:pt x="0" y="93726"/>
                  </a:lnTo>
                  <a:lnTo>
                    <a:pt x="762" y="93726"/>
                  </a:lnTo>
                  <a:lnTo>
                    <a:pt x="762" y="92964"/>
                  </a:lnTo>
                  <a:close/>
                </a:path>
                <a:path w="1270" h="107950">
                  <a:moveTo>
                    <a:pt x="762" y="91440"/>
                  </a:moveTo>
                  <a:lnTo>
                    <a:pt x="0" y="91440"/>
                  </a:lnTo>
                  <a:lnTo>
                    <a:pt x="0" y="92202"/>
                  </a:lnTo>
                  <a:lnTo>
                    <a:pt x="762" y="92202"/>
                  </a:lnTo>
                  <a:lnTo>
                    <a:pt x="762" y="91440"/>
                  </a:lnTo>
                  <a:close/>
                </a:path>
                <a:path w="1270" h="107950">
                  <a:moveTo>
                    <a:pt x="762" y="89916"/>
                  </a:moveTo>
                  <a:lnTo>
                    <a:pt x="0" y="89916"/>
                  </a:lnTo>
                  <a:lnTo>
                    <a:pt x="0" y="90678"/>
                  </a:lnTo>
                  <a:lnTo>
                    <a:pt x="762" y="90678"/>
                  </a:lnTo>
                  <a:lnTo>
                    <a:pt x="762" y="89916"/>
                  </a:lnTo>
                  <a:close/>
                </a:path>
                <a:path w="1270" h="107950">
                  <a:moveTo>
                    <a:pt x="762" y="88392"/>
                  </a:moveTo>
                  <a:lnTo>
                    <a:pt x="0" y="88392"/>
                  </a:lnTo>
                  <a:lnTo>
                    <a:pt x="0" y="89154"/>
                  </a:lnTo>
                  <a:lnTo>
                    <a:pt x="762" y="89154"/>
                  </a:lnTo>
                  <a:lnTo>
                    <a:pt x="762" y="88392"/>
                  </a:lnTo>
                  <a:close/>
                </a:path>
                <a:path w="1270" h="107950">
                  <a:moveTo>
                    <a:pt x="762" y="86868"/>
                  </a:moveTo>
                  <a:lnTo>
                    <a:pt x="0" y="86868"/>
                  </a:lnTo>
                  <a:lnTo>
                    <a:pt x="0" y="87630"/>
                  </a:lnTo>
                  <a:lnTo>
                    <a:pt x="762" y="87630"/>
                  </a:lnTo>
                  <a:lnTo>
                    <a:pt x="762" y="86868"/>
                  </a:lnTo>
                  <a:close/>
                </a:path>
                <a:path w="1270" h="107950">
                  <a:moveTo>
                    <a:pt x="762" y="85344"/>
                  </a:moveTo>
                  <a:lnTo>
                    <a:pt x="0" y="85344"/>
                  </a:lnTo>
                  <a:lnTo>
                    <a:pt x="0" y="86106"/>
                  </a:lnTo>
                  <a:lnTo>
                    <a:pt x="762" y="86106"/>
                  </a:lnTo>
                  <a:lnTo>
                    <a:pt x="762" y="85344"/>
                  </a:lnTo>
                  <a:close/>
                </a:path>
                <a:path w="1270" h="107950">
                  <a:moveTo>
                    <a:pt x="762" y="83820"/>
                  </a:moveTo>
                  <a:lnTo>
                    <a:pt x="0" y="83820"/>
                  </a:lnTo>
                  <a:lnTo>
                    <a:pt x="0" y="84582"/>
                  </a:lnTo>
                  <a:lnTo>
                    <a:pt x="762" y="84582"/>
                  </a:lnTo>
                  <a:lnTo>
                    <a:pt x="762" y="83820"/>
                  </a:lnTo>
                  <a:close/>
                </a:path>
                <a:path w="1270" h="107950">
                  <a:moveTo>
                    <a:pt x="762" y="82296"/>
                  </a:moveTo>
                  <a:lnTo>
                    <a:pt x="0" y="82296"/>
                  </a:lnTo>
                  <a:lnTo>
                    <a:pt x="0" y="83058"/>
                  </a:lnTo>
                  <a:lnTo>
                    <a:pt x="762" y="83058"/>
                  </a:lnTo>
                  <a:lnTo>
                    <a:pt x="762" y="82296"/>
                  </a:lnTo>
                  <a:close/>
                </a:path>
                <a:path w="1270" h="107950">
                  <a:moveTo>
                    <a:pt x="762" y="80772"/>
                  </a:moveTo>
                  <a:lnTo>
                    <a:pt x="0" y="80772"/>
                  </a:lnTo>
                  <a:lnTo>
                    <a:pt x="0" y="81534"/>
                  </a:lnTo>
                  <a:lnTo>
                    <a:pt x="762" y="81534"/>
                  </a:lnTo>
                  <a:lnTo>
                    <a:pt x="762" y="80772"/>
                  </a:lnTo>
                  <a:close/>
                </a:path>
                <a:path w="1270" h="107950">
                  <a:moveTo>
                    <a:pt x="762" y="79248"/>
                  </a:moveTo>
                  <a:lnTo>
                    <a:pt x="0" y="79248"/>
                  </a:lnTo>
                  <a:lnTo>
                    <a:pt x="0" y="80010"/>
                  </a:lnTo>
                  <a:lnTo>
                    <a:pt x="762" y="80010"/>
                  </a:lnTo>
                  <a:lnTo>
                    <a:pt x="762" y="79248"/>
                  </a:lnTo>
                  <a:close/>
                </a:path>
                <a:path w="1270" h="107950">
                  <a:moveTo>
                    <a:pt x="762" y="77724"/>
                  </a:moveTo>
                  <a:lnTo>
                    <a:pt x="0" y="77724"/>
                  </a:lnTo>
                  <a:lnTo>
                    <a:pt x="0" y="78486"/>
                  </a:lnTo>
                  <a:lnTo>
                    <a:pt x="762" y="78486"/>
                  </a:lnTo>
                  <a:lnTo>
                    <a:pt x="762" y="77724"/>
                  </a:lnTo>
                  <a:close/>
                </a:path>
                <a:path w="1270" h="107950">
                  <a:moveTo>
                    <a:pt x="762" y="76200"/>
                  </a:moveTo>
                  <a:lnTo>
                    <a:pt x="0" y="76200"/>
                  </a:lnTo>
                  <a:lnTo>
                    <a:pt x="0" y="76962"/>
                  </a:lnTo>
                  <a:lnTo>
                    <a:pt x="762" y="76962"/>
                  </a:lnTo>
                  <a:lnTo>
                    <a:pt x="762" y="76200"/>
                  </a:lnTo>
                  <a:close/>
                </a:path>
                <a:path w="1270" h="107950">
                  <a:moveTo>
                    <a:pt x="762" y="74676"/>
                  </a:moveTo>
                  <a:lnTo>
                    <a:pt x="0" y="74676"/>
                  </a:lnTo>
                  <a:lnTo>
                    <a:pt x="0" y="75438"/>
                  </a:lnTo>
                  <a:lnTo>
                    <a:pt x="762" y="75438"/>
                  </a:lnTo>
                  <a:lnTo>
                    <a:pt x="762" y="74676"/>
                  </a:lnTo>
                  <a:close/>
                </a:path>
                <a:path w="1270" h="107950">
                  <a:moveTo>
                    <a:pt x="762" y="73152"/>
                  </a:moveTo>
                  <a:lnTo>
                    <a:pt x="0" y="73152"/>
                  </a:lnTo>
                  <a:lnTo>
                    <a:pt x="0" y="73914"/>
                  </a:lnTo>
                  <a:lnTo>
                    <a:pt x="762" y="73914"/>
                  </a:lnTo>
                  <a:lnTo>
                    <a:pt x="762" y="73152"/>
                  </a:lnTo>
                  <a:close/>
                </a:path>
                <a:path w="1270" h="107950">
                  <a:moveTo>
                    <a:pt x="762" y="71628"/>
                  </a:moveTo>
                  <a:lnTo>
                    <a:pt x="0" y="71628"/>
                  </a:lnTo>
                  <a:lnTo>
                    <a:pt x="0" y="72390"/>
                  </a:lnTo>
                  <a:lnTo>
                    <a:pt x="762" y="72390"/>
                  </a:lnTo>
                  <a:lnTo>
                    <a:pt x="762" y="71628"/>
                  </a:lnTo>
                  <a:close/>
                </a:path>
                <a:path w="1270" h="107950">
                  <a:moveTo>
                    <a:pt x="762" y="70104"/>
                  </a:moveTo>
                  <a:lnTo>
                    <a:pt x="0" y="70104"/>
                  </a:lnTo>
                  <a:lnTo>
                    <a:pt x="0" y="70866"/>
                  </a:lnTo>
                  <a:lnTo>
                    <a:pt x="762" y="70866"/>
                  </a:lnTo>
                  <a:lnTo>
                    <a:pt x="762" y="70104"/>
                  </a:lnTo>
                  <a:close/>
                </a:path>
                <a:path w="1270" h="107950">
                  <a:moveTo>
                    <a:pt x="762" y="68580"/>
                  </a:moveTo>
                  <a:lnTo>
                    <a:pt x="0" y="68580"/>
                  </a:lnTo>
                  <a:lnTo>
                    <a:pt x="0" y="69342"/>
                  </a:lnTo>
                  <a:lnTo>
                    <a:pt x="762" y="69342"/>
                  </a:lnTo>
                  <a:lnTo>
                    <a:pt x="762" y="68580"/>
                  </a:lnTo>
                  <a:close/>
                </a:path>
                <a:path w="1270" h="107950">
                  <a:moveTo>
                    <a:pt x="762" y="67056"/>
                  </a:moveTo>
                  <a:lnTo>
                    <a:pt x="0" y="67056"/>
                  </a:lnTo>
                  <a:lnTo>
                    <a:pt x="0" y="67818"/>
                  </a:lnTo>
                  <a:lnTo>
                    <a:pt x="762" y="67818"/>
                  </a:lnTo>
                  <a:lnTo>
                    <a:pt x="762" y="67056"/>
                  </a:lnTo>
                  <a:close/>
                </a:path>
                <a:path w="1270" h="107950">
                  <a:moveTo>
                    <a:pt x="762" y="65532"/>
                  </a:moveTo>
                  <a:lnTo>
                    <a:pt x="0" y="65532"/>
                  </a:lnTo>
                  <a:lnTo>
                    <a:pt x="0" y="66294"/>
                  </a:lnTo>
                  <a:lnTo>
                    <a:pt x="762" y="66294"/>
                  </a:lnTo>
                  <a:lnTo>
                    <a:pt x="762" y="65532"/>
                  </a:lnTo>
                  <a:close/>
                </a:path>
                <a:path w="1270" h="107950">
                  <a:moveTo>
                    <a:pt x="762" y="64008"/>
                  </a:moveTo>
                  <a:lnTo>
                    <a:pt x="0" y="64008"/>
                  </a:lnTo>
                  <a:lnTo>
                    <a:pt x="0" y="64770"/>
                  </a:lnTo>
                  <a:lnTo>
                    <a:pt x="762" y="64770"/>
                  </a:lnTo>
                  <a:lnTo>
                    <a:pt x="762" y="64008"/>
                  </a:lnTo>
                  <a:close/>
                </a:path>
                <a:path w="1270" h="107950">
                  <a:moveTo>
                    <a:pt x="762" y="62484"/>
                  </a:moveTo>
                  <a:lnTo>
                    <a:pt x="0" y="62484"/>
                  </a:lnTo>
                  <a:lnTo>
                    <a:pt x="0" y="63246"/>
                  </a:lnTo>
                  <a:lnTo>
                    <a:pt x="762" y="63246"/>
                  </a:lnTo>
                  <a:lnTo>
                    <a:pt x="762" y="62484"/>
                  </a:lnTo>
                  <a:close/>
                </a:path>
                <a:path w="1270" h="107950">
                  <a:moveTo>
                    <a:pt x="762" y="60960"/>
                  </a:moveTo>
                  <a:lnTo>
                    <a:pt x="0" y="60960"/>
                  </a:lnTo>
                  <a:lnTo>
                    <a:pt x="0" y="61722"/>
                  </a:lnTo>
                  <a:lnTo>
                    <a:pt x="762" y="61722"/>
                  </a:lnTo>
                  <a:lnTo>
                    <a:pt x="762" y="60960"/>
                  </a:lnTo>
                  <a:close/>
                </a:path>
                <a:path w="1270" h="107950">
                  <a:moveTo>
                    <a:pt x="762" y="59436"/>
                  </a:moveTo>
                  <a:lnTo>
                    <a:pt x="0" y="59436"/>
                  </a:lnTo>
                  <a:lnTo>
                    <a:pt x="0" y="60198"/>
                  </a:lnTo>
                  <a:lnTo>
                    <a:pt x="762" y="60198"/>
                  </a:lnTo>
                  <a:lnTo>
                    <a:pt x="762" y="59436"/>
                  </a:lnTo>
                  <a:close/>
                </a:path>
                <a:path w="1270" h="107950">
                  <a:moveTo>
                    <a:pt x="762" y="57912"/>
                  </a:moveTo>
                  <a:lnTo>
                    <a:pt x="0" y="57912"/>
                  </a:lnTo>
                  <a:lnTo>
                    <a:pt x="0" y="58674"/>
                  </a:lnTo>
                  <a:lnTo>
                    <a:pt x="762" y="58674"/>
                  </a:lnTo>
                  <a:lnTo>
                    <a:pt x="762" y="57912"/>
                  </a:lnTo>
                  <a:close/>
                </a:path>
                <a:path w="1270" h="107950">
                  <a:moveTo>
                    <a:pt x="762" y="56388"/>
                  </a:moveTo>
                  <a:lnTo>
                    <a:pt x="0" y="56388"/>
                  </a:lnTo>
                  <a:lnTo>
                    <a:pt x="0" y="57150"/>
                  </a:lnTo>
                  <a:lnTo>
                    <a:pt x="762" y="57150"/>
                  </a:lnTo>
                  <a:lnTo>
                    <a:pt x="762" y="56388"/>
                  </a:lnTo>
                  <a:close/>
                </a:path>
                <a:path w="1270" h="107950">
                  <a:moveTo>
                    <a:pt x="762" y="54864"/>
                  </a:moveTo>
                  <a:lnTo>
                    <a:pt x="0" y="54864"/>
                  </a:lnTo>
                  <a:lnTo>
                    <a:pt x="0" y="55626"/>
                  </a:lnTo>
                  <a:lnTo>
                    <a:pt x="762" y="55626"/>
                  </a:lnTo>
                  <a:lnTo>
                    <a:pt x="762" y="54864"/>
                  </a:lnTo>
                  <a:close/>
                </a:path>
                <a:path w="1270" h="107950">
                  <a:moveTo>
                    <a:pt x="762" y="53340"/>
                  </a:moveTo>
                  <a:lnTo>
                    <a:pt x="0" y="53340"/>
                  </a:lnTo>
                  <a:lnTo>
                    <a:pt x="0" y="54102"/>
                  </a:lnTo>
                  <a:lnTo>
                    <a:pt x="762" y="54102"/>
                  </a:lnTo>
                  <a:lnTo>
                    <a:pt x="762" y="53340"/>
                  </a:lnTo>
                  <a:close/>
                </a:path>
                <a:path w="1270" h="107950">
                  <a:moveTo>
                    <a:pt x="762" y="51816"/>
                  </a:moveTo>
                  <a:lnTo>
                    <a:pt x="0" y="51816"/>
                  </a:lnTo>
                  <a:lnTo>
                    <a:pt x="0" y="52578"/>
                  </a:lnTo>
                  <a:lnTo>
                    <a:pt x="762" y="52578"/>
                  </a:lnTo>
                  <a:lnTo>
                    <a:pt x="762" y="51816"/>
                  </a:lnTo>
                  <a:close/>
                </a:path>
                <a:path w="1270" h="107950">
                  <a:moveTo>
                    <a:pt x="762" y="50292"/>
                  </a:moveTo>
                  <a:lnTo>
                    <a:pt x="0" y="50292"/>
                  </a:lnTo>
                  <a:lnTo>
                    <a:pt x="0" y="51054"/>
                  </a:lnTo>
                  <a:lnTo>
                    <a:pt x="762" y="51054"/>
                  </a:lnTo>
                  <a:lnTo>
                    <a:pt x="762" y="50292"/>
                  </a:lnTo>
                  <a:close/>
                </a:path>
                <a:path w="1270" h="107950">
                  <a:moveTo>
                    <a:pt x="762" y="48768"/>
                  </a:moveTo>
                  <a:lnTo>
                    <a:pt x="0" y="48768"/>
                  </a:lnTo>
                  <a:lnTo>
                    <a:pt x="0" y="49530"/>
                  </a:lnTo>
                  <a:lnTo>
                    <a:pt x="762" y="49530"/>
                  </a:lnTo>
                  <a:lnTo>
                    <a:pt x="762" y="48768"/>
                  </a:lnTo>
                  <a:close/>
                </a:path>
                <a:path w="1270" h="107950">
                  <a:moveTo>
                    <a:pt x="762" y="47244"/>
                  </a:moveTo>
                  <a:lnTo>
                    <a:pt x="0" y="47244"/>
                  </a:lnTo>
                  <a:lnTo>
                    <a:pt x="0" y="48006"/>
                  </a:lnTo>
                  <a:lnTo>
                    <a:pt x="762" y="48006"/>
                  </a:lnTo>
                  <a:lnTo>
                    <a:pt x="762" y="47244"/>
                  </a:lnTo>
                  <a:close/>
                </a:path>
                <a:path w="1270" h="107950">
                  <a:moveTo>
                    <a:pt x="762" y="45720"/>
                  </a:moveTo>
                  <a:lnTo>
                    <a:pt x="0" y="45720"/>
                  </a:lnTo>
                  <a:lnTo>
                    <a:pt x="0" y="46482"/>
                  </a:lnTo>
                  <a:lnTo>
                    <a:pt x="762" y="46482"/>
                  </a:lnTo>
                  <a:lnTo>
                    <a:pt x="762" y="45720"/>
                  </a:lnTo>
                  <a:close/>
                </a:path>
                <a:path w="1270" h="107950">
                  <a:moveTo>
                    <a:pt x="762" y="44196"/>
                  </a:moveTo>
                  <a:lnTo>
                    <a:pt x="0" y="44196"/>
                  </a:lnTo>
                  <a:lnTo>
                    <a:pt x="0" y="44958"/>
                  </a:lnTo>
                  <a:lnTo>
                    <a:pt x="762" y="44958"/>
                  </a:lnTo>
                  <a:lnTo>
                    <a:pt x="762" y="44196"/>
                  </a:lnTo>
                  <a:close/>
                </a:path>
                <a:path w="1270" h="107950">
                  <a:moveTo>
                    <a:pt x="762" y="42672"/>
                  </a:moveTo>
                  <a:lnTo>
                    <a:pt x="0" y="42672"/>
                  </a:lnTo>
                  <a:lnTo>
                    <a:pt x="0" y="43434"/>
                  </a:lnTo>
                  <a:lnTo>
                    <a:pt x="762" y="43434"/>
                  </a:lnTo>
                  <a:lnTo>
                    <a:pt x="762" y="42672"/>
                  </a:lnTo>
                  <a:close/>
                </a:path>
                <a:path w="1270" h="107950">
                  <a:moveTo>
                    <a:pt x="762" y="41148"/>
                  </a:moveTo>
                  <a:lnTo>
                    <a:pt x="0" y="41148"/>
                  </a:lnTo>
                  <a:lnTo>
                    <a:pt x="0" y="41910"/>
                  </a:lnTo>
                  <a:lnTo>
                    <a:pt x="762" y="41910"/>
                  </a:lnTo>
                  <a:lnTo>
                    <a:pt x="762" y="41148"/>
                  </a:lnTo>
                  <a:close/>
                </a:path>
                <a:path w="1270" h="107950">
                  <a:moveTo>
                    <a:pt x="762" y="39624"/>
                  </a:moveTo>
                  <a:lnTo>
                    <a:pt x="0" y="39624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762" y="39624"/>
                  </a:lnTo>
                  <a:close/>
                </a:path>
                <a:path w="1270" h="107950">
                  <a:moveTo>
                    <a:pt x="762" y="38100"/>
                  </a:moveTo>
                  <a:lnTo>
                    <a:pt x="0" y="38100"/>
                  </a:lnTo>
                  <a:lnTo>
                    <a:pt x="0" y="38862"/>
                  </a:lnTo>
                  <a:lnTo>
                    <a:pt x="762" y="38862"/>
                  </a:lnTo>
                  <a:lnTo>
                    <a:pt x="762" y="38100"/>
                  </a:lnTo>
                  <a:close/>
                </a:path>
                <a:path w="1270" h="107950">
                  <a:moveTo>
                    <a:pt x="762" y="36576"/>
                  </a:moveTo>
                  <a:lnTo>
                    <a:pt x="0" y="36576"/>
                  </a:lnTo>
                  <a:lnTo>
                    <a:pt x="0" y="37338"/>
                  </a:lnTo>
                  <a:lnTo>
                    <a:pt x="762" y="37338"/>
                  </a:lnTo>
                  <a:lnTo>
                    <a:pt x="762" y="36576"/>
                  </a:lnTo>
                  <a:close/>
                </a:path>
                <a:path w="1270" h="107950">
                  <a:moveTo>
                    <a:pt x="762" y="35052"/>
                  </a:moveTo>
                  <a:lnTo>
                    <a:pt x="0" y="35052"/>
                  </a:lnTo>
                  <a:lnTo>
                    <a:pt x="0" y="35814"/>
                  </a:lnTo>
                  <a:lnTo>
                    <a:pt x="762" y="35814"/>
                  </a:lnTo>
                  <a:lnTo>
                    <a:pt x="762" y="35052"/>
                  </a:lnTo>
                  <a:close/>
                </a:path>
                <a:path w="1270" h="107950">
                  <a:moveTo>
                    <a:pt x="762" y="33528"/>
                  </a:moveTo>
                  <a:lnTo>
                    <a:pt x="0" y="33528"/>
                  </a:lnTo>
                  <a:lnTo>
                    <a:pt x="0" y="34290"/>
                  </a:lnTo>
                  <a:lnTo>
                    <a:pt x="762" y="34290"/>
                  </a:lnTo>
                  <a:lnTo>
                    <a:pt x="762" y="33528"/>
                  </a:lnTo>
                  <a:close/>
                </a:path>
                <a:path w="1270" h="107950">
                  <a:moveTo>
                    <a:pt x="762" y="32004"/>
                  </a:moveTo>
                  <a:lnTo>
                    <a:pt x="0" y="32004"/>
                  </a:lnTo>
                  <a:lnTo>
                    <a:pt x="0" y="32766"/>
                  </a:lnTo>
                  <a:lnTo>
                    <a:pt x="762" y="32766"/>
                  </a:lnTo>
                  <a:lnTo>
                    <a:pt x="762" y="32004"/>
                  </a:lnTo>
                  <a:close/>
                </a:path>
                <a:path w="1270" h="107950">
                  <a:moveTo>
                    <a:pt x="762" y="30480"/>
                  </a:moveTo>
                  <a:lnTo>
                    <a:pt x="0" y="30480"/>
                  </a:lnTo>
                  <a:lnTo>
                    <a:pt x="0" y="31242"/>
                  </a:lnTo>
                  <a:lnTo>
                    <a:pt x="762" y="31242"/>
                  </a:lnTo>
                  <a:lnTo>
                    <a:pt x="762" y="30480"/>
                  </a:lnTo>
                  <a:close/>
                </a:path>
                <a:path w="1270" h="107950">
                  <a:moveTo>
                    <a:pt x="762" y="28956"/>
                  </a:moveTo>
                  <a:lnTo>
                    <a:pt x="0" y="28956"/>
                  </a:lnTo>
                  <a:lnTo>
                    <a:pt x="0" y="29718"/>
                  </a:lnTo>
                  <a:lnTo>
                    <a:pt x="762" y="29718"/>
                  </a:lnTo>
                  <a:lnTo>
                    <a:pt x="762" y="28956"/>
                  </a:lnTo>
                  <a:close/>
                </a:path>
                <a:path w="1270" h="107950">
                  <a:moveTo>
                    <a:pt x="762" y="27432"/>
                  </a:moveTo>
                  <a:lnTo>
                    <a:pt x="0" y="27432"/>
                  </a:lnTo>
                  <a:lnTo>
                    <a:pt x="0" y="28194"/>
                  </a:lnTo>
                  <a:lnTo>
                    <a:pt x="762" y="28194"/>
                  </a:lnTo>
                  <a:lnTo>
                    <a:pt x="762" y="27432"/>
                  </a:lnTo>
                  <a:close/>
                </a:path>
                <a:path w="1270" h="107950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270" h="107950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270" h="107950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270" h="107950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270" h="107950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270" h="107950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270" h="107950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270" h="107950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270" h="107950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270" h="107950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270" h="107950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270" h="107950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270" h="107950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270" h="107950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270" h="107950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270" h="107950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270" h="107950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270" h="10795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792468" y="5389626"/>
              <a:ext cx="1905" cy="85090"/>
            </a:xfrm>
            <a:custGeom>
              <a:avLst/>
              <a:gdLst/>
              <a:ahLst/>
              <a:cxnLst/>
              <a:rect l="l" t="t" r="r" b="b"/>
              <a:pathLst>
                <a:path w="1904" h="85089">
                  <a:moveTo>
                    <a:pt x="762" y="25908"/>
                  </a:moveTo>
                  <a:lnTo>
                    <a:pt x="0" y="25908"/>
                  </a:lnTo>
                  <a:lnTo>
                    <a:pt x="0" y="26670"/>
                  </a:lnTo>
                  <a:lnTo>
                    <a:pt x="762" y="26670"/>
                  </a:lnTo>
                  <a:lnTo>
                    <a:pt x="762" y="25908"/>
                  </a:lnTo>
                  <a:close/>
                </a:path>
                <a:path w="1904" h="85089">
                  <a:moveTo>
                    <a:pt x="762" y="24384"/>
                  </a:moveTo>
                  <a:lnTo>
                    <a:pt x="0" y="24384"/>
                  </a:lnTo>
                  <a:lnTo>
                    <a:pt x="0" y="25146"/>
                  </a:lnTo>
                  <a:lnTo>
                    <a:pt x="762" y="25146"/>
                  </a:lnTo>
                  <a:lnTo>
                    <a:pt x="762" y="24384"/>
                  </a:lnTo>
                  <a:close/>
                </a:path>
                <a:path w="1904" h="85089">
                  <a:moveTo>
                    <a:pt x="762" y="22860"/>
                  </a:moveTo>
                  <a:lnTo>
                    <a:pt x="0" y="22860"/>
                  </a:lnTo>
                  <a:lnTo>
                    <a:pt x="0" y="23622"/>
                  </a:lnTo>
                  <a:lnTo>
                    <a:pt x="762" y="23622"/>
                  </a:lnTo>
                  <a:lnTo>
                    <a:pt x="762" y="22860"/>
                  </a:lnTo>
                  <a:close/>
                </a:path>
                <a:path w="1904" h="85089">
                  <a:moveTo>
                    <a:pt x="762" y="21336"/>
                  </a:moveTo>
                  <a:lnTo>
                    <a:pt x="0" y="21336"/>
                  </a:lnTo>
                  <a:lnTo>
                    <a:pt x="0" y="22098"/>
                  </a:lnTo>
                  <a:lnTo>
                    <a:pt x="762" y="22098"/>
                  </a:lnTo>
                  <a:lnTo>
                    <a:pt x="762" y="21336"/>
                  </a:lnTo>
                  <a:close/>
                </a:path>
                <a:path w="1904" h="85089">
                  <a:moveTo>
                    <a:pt x="762" y="19812"/>
                  </a:moveTo>
                  <a:lnTo>
                    <a:pt x="0" y="19812"/>
                  </a:lnTo>
                  <a:lnTo>
                    <a:pt x="0" y="20574"/>
                  </a:lnTo>
                  <a:lnTo>
                    <a:pt x="762" y="20574"/>
                  </a:lnTo>
                  <a:lnTo>
                    <a:pt x="762" y="19812"/>
                  </a:lnTo>
                  <a:close/>
                </a:path>
                <a:path w="1904" h="85089">
                  <a:moveTo>
                    <a:pt x="762" y="18288"/>
                  </a:moveTo>
                  <a:lnTo>
                    <a:pt x="0" y="18288"/>
                  </a:lnTo>
                  <a:lnTo>
                    <a:pt x="0" y="19050"/>
                  </a:lnTo>
                  <a:lnTo>
                    <a:pt x="762" y="19050"/>
                  </a:lnTo>
                  <a:lnTo>
                    <a:pt x="762" y="18288"/>
                  </a:lnTo>
                  <a:close/>
                </a:path>
                <a:path w="1904" h="85089">
                  <a:moveTo>
                    <a:pt x="762" y="16764"/>
                  </a:moveTo>
                  <a:lnTo>
                    <a:pt x="0" y="16764"/>
                  </a:lnTo>
                  <a:lnTo>
                    <a:pt x="0" y="17526"/>
                  </a:lnTo>
                  <a:lnTo>
                    <a:pt x="762" y="17526"/>
                  </a:lnTo>
                  <a:lnTo>
                    <a:pt x="762" y="16764"/>
                  </a:lnTo>
                  <a:close/>
                </a:path>
                <a:path w="1904" h="85089">
                  <a:moveTo>
                    <a:pt x="762" y="15240"/>
                  </a:moveTo>
                  <a:lnTo>
                    <a:pt x="0" y="15240"/>
                  </a:lnTo>
                  <a:lnTo>
                    <a:pt x="0" y="16002"/>
                  </a:lnTo>
                  <a:lnTo>
                    <a:pt x="762" y="16002"/>
                  </a:lnTo>
                  <a:lnTo>
                    <a:pt x="762" y="15240"/>
                  </a:lnTo>
                  <a:close/>
                </a:path>
                <a:path w="1904" h="85089">
                  <a:moveTo>
                    <a:pt x="762" y="13716"/>
                  </a:moveTo>
                  <a:lnTo>
                    <a:pt x="0" y="13716"/>
                  </a:lnTo>
                  <a:lnTo>
                    <a:pt x="0" y="14478"/>
                  </a:lnTo>
                  <a:lnTo>
                    <a:pt x="762" y="14478"/>
                  </a:lnTo>
                  <a:lnTo>
                    <a:pt x="762" y="13716"/>
                  </a:lnTo>
                  <a:close/>
                </a:path>
                <a:path w="1904" h="85089">
                  <a:moveTo>
                    <a:pt x="762" y="12192"/>
                  </a:moveTo>
                  <a:lnTo>
                    <a:pt x="0" y="12192"/>
                  </a:lnTo>
                  <a:lnTo>
                    <a:pt x="0" y="12954"/>
                  </a:lnTo>
                  <a:lnTo>
                    <a:pt x="762" y="12954"/>
                  </a:lnTo>
                  <a:lnTo>
                    <a:pt x="762" y="12192"/>
                  </a:lnTo>
                  <a:close/>
                </a:path>
                <a:path w="1904" h="85089">
                  <a:moveTo>
                    <a:pt x="762" y="10668"/>
                  </a:moveTo>
                  <a:lnTo>
                    <a:pt x="0" y="10668"/>
                  </a:lnTo>
                  <a:lnTo>
                    <a:pt x="0" y="11430"/>
                  </a:lnTo>
                  <a:lnTo>
                    <a:pt x="762" y="11430"/>
                  </a:lnTo>
                  <a:lnTo>
                    <a:pt x="762" y="10668"/>
                  </a:lnTo>
                  <a:close/>
                </a:path>
                <a:path w="1904" h="85089">
                  <a:moveTo>
                    <a:pt x="762" y="9144"/>
                  </a:moveTo>
                  <a:lnTo>
                    <a:pt x="0" y="9144"/>
                  </a:lnTo>
                  <a:lnTo>
                    <a:pt x="0" y="9906"/>
                  </a:lnTo>
                  <a:lnTo>
                    <a:pt x="762" y="9906"/>
                  </a:lnTo>
                  <a:lnTo>
                    <a:pt x="762" y="9144"/>
                  </a:lnTo>
                  <a:close/>
                </a:path>
                <a:path w="1904" h="85089">
                  <a:moveTo>
                    <a:pt x="762" y="7620"/>
                  </a:moveTo>
                  <a:lnTo>
                    <a:pt x="0" y="7620"/>
                  </a:lnTo>
                  <a:lnTo>
                    <a:pt x="0" y="8382"/>
                  </a:lnTo>
                  <a:lnTo>
                    <a:pt x="762" y="8382"/>
                  </a:lnTo>
                  <a:lnTo>
                    <a:pt x="762" y="7620"/>
                  </a:lnTo>
                  <a:close/>
                </a:path>
                <a:path w="1904" h="85089">
                  <a:moveTo>
                    <a:pt x="762" y="6096"/>
                  </a:moveTo>
                  <a:lnTo>
                    <a:pt x="0" y="6096"/>
                  </a:lnTo>
                  <a:lnTo>
                    <a:pt x="0" y="6858"/>
                  </a:lnTo>
                  <a:lnTo>
                    <a:pt x="762" y="6858"/>
                  </a:lnTo>
                  <a:lnTo>
                    <a:pt x="762" y="6096"/>
                  </a:lnTo>
                  <a:close/>
                </a:path>
                <a:path w="1904" h="85089">
                  <a:moveTo>
                    <a:pt x="762" y="4572"/>
                  </a:moveTo>
                  <a:lnTo>
                    <a:pt x="0" y="4572"/>
                  </a:lnTo>
                  <a:lnTo>
                    <a:pt x="0" y="5334"/>
                  </a:lnTo>
                  <a:lnTo>
                    <a:pt x="762" y="5334"/>
                  </a:lnTo>
                  <a:lnTo>
                    <a:pt x="762" y="4572"/>
                  </a:lnTo>
                  <a:close/>
                </a:path>
                <a:path w="1904" h="85089">
                  <a:moveTo>
                    <a:pt x="762" y="3048"/>
                  </a:moveTo>
                  <a:lnTo>
                    <a:pt x="0" y="3048"/>
                  </a:lnTo>
                  <a:lnTo>
                    <a:pt x="0" y="3810"/>
                  </a:lnTo>
                  <a:lnTo>
                    <a:pt x="762" y="3810"/>
                  </a:lnTo>
                  <a:lnTo>
                    <a:pt x="762" y="3048"/>
                  </a:lnTo>
                  <a:close/>
                </a:path>
                <a:path w="1904" h="85089">
                  <a:moveTo>
                    <a:pt x="762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762" y="2286"/>
                  </a:lnTo>
                  <a:lnTo>
                    <a:pt x="762" y="1524"/>
                  </a:lnTo>
                  <a:close/>
                </a:path>
                <a:path w="1904" h="85089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  <a:path w="1904" h="85089">
                  <a:moveTo>
                    <a:pt x="1524" y="83820"/>
                  </a:moveTo>
                  <a:lnTo>
                    <a:pt x="762" y="83820"/>
                  </a:lnTo>
                  <a:lnTo>
                    <a:pt x="762" y="84582"/>
                  </a:lnTo>
                  <a:lnTo>
                    <a:pt x="1524" y="84582"/>
                  </a:lnTo>
                  <a:lnTo>
                    <a:pt x="1524" y="83820"/>
                  </a:lnTo>
                  <a:close/>
                </a:path>
                <a:path w="1904" h="85089">
                  <a:moveTo>
                    <a:pt x="1524" y="82296"/>
                  </a:moveTo>
                  <a:lnTo>
                    <a:pt x="762" y="82296"/>
                  </a:lnTo>
                  <a:lnTo>
                    <a:pt x="762" y="83058"/>
                  </a:lnTo>
                  <a:lnTo>
                    <a:pt x="1524" y="83058"/>
                  </a:lnTo>
                  <a:lnTo>
                    <a:pt x="1524" y="82296"/>
                  </a:lnTo>
                  <a:close/>
                </a:path>
                <a:path w="1904" h="85089">
                  <a:moveTo>
                    <a:pt x="1524" y="80772"/>
                  </a:moveTo>
                  <a:lnTo>
                    <a:pt x="762" y="80772"/>
                  </a:lnTo>
                  <a:lnTo>
                    <a:pt x="762" y="81534"/>
                  </a:lnTo>
                  <a:lnTo>
                    <a:pt x="1524" y="81534"/>
                  </a:lnTo>
                  <a:lnTo>
                    <a:pt x="1524" y="80772"/>
                  </a:lnTo>
                  <a:close/>
                </a:path>
                <a:path w="1904" h="85089">
                  <a:moveTo>
                    <a:pt x="1524" y="79248"/>
                  </a:moveTo>
                  <a:lnTo>
                    <a:pt x="762" y="79248"/>
                  </a:lnTo>
                  <a:lnTo>
                    <a:pt x="762" y="80010"/>
                  </a:lnTo>
                  <a:lnTo>
                    <a:pt x="1524" y="80010"/>
                  </a:lnTo>
                  <a:lnTo>
                    <a:pt x="1524" y="79248"/>
                  </a:lnTo>
                  <a:close/>
                </a:path>
                <a:path w="1904" h="85089">
                  <a:moveTo>
                    <a:pt x="1524" y="77724"/>
                  </a:moveTo>
                  <a:lnTo>
                    <a:pt x="762" y="77724"/>
                  </a:lnTo>
                  <a:lnTo>
                    <a:pt x="762" y="78486"/>
                  </a:lnTo>
                  <a:lnTo>
                    <a:pt x="1524" y="78486"/>
                  </a:lnTo>
                  <a:lnTo>
                    <a:pt x="1524" y="77724"/>
                  </a:lnTo>
                  <a:close/>
                </a:path>
                <a:path w="1904" h="85089">
                  <a:moveTo>
                    <a:pt x="1524" y="76200"/>
                  </a:moveTo>
                  <a:lnTo>
                    <a:pt x="762" y="76200"/>
                  </a:lnTo>
                  <a:lnTo>
                    <a:pt x="762" y="76962"/>
                  </a:lnTo>
                  <a:lnTo>
                    <a:pt x="1524" y="76962"/>
                  </a:lnTo>
                  <a:lnTo>
                    <a:pt x="1524" y="76200"/>
                  </a:lnTo>
                  <a:close/>
                </a:path>
                <a:path w="1904" h="85089">
                  <a:moveTo>
                    <a:pt x="1524" y="74676"/>
                  </a:moveTo>
                  <a:lnTo>
                    <a:pt x="762" y="74676"/>
                  </a:lnTo>
                  <a:lnTo>
                    <a:pt x="762" y="75438"/>
                  </a:lnTo>
                  <a:lnTo>
                    <a:pt x="1524" y="75438"/>
                  </a:lnTo>
                  <a:lnTo>
                    <a:pt x="1524" y="74676"/>
                  </a:lnTo>
                  <a:close/>
                </a:path>
                <a:path w="1904" h="85089">
                  <a:moveTo>
                    <a:pt x="1524" y="73152"/>
                  </a:moveTo>
                  <a:lnTo>
                    <a:pt x="762" y="73152"/>
                  </a:lnTo>
                  <a:lnTo>
                    <a:pt x="762" y="73914"/>
                  </a:lnTo>
                  <a:lnTo>
                    <a:pt x="1524" y="73914"/>
                  </a:lnTo>
                  <a:lnTo>
                    <a:pt x="1524" y="73152"/>
                  </a:lnTo>
                  <a:close/>
                </a:path>
                <a:path w="1904" h="85089">
                  <a:moveTo>
                    <a:pt x="1524" y="71628"/>
                  </a:moveTo>
                  <a:lnTo>
                    <a:pt x="762" y="71628"/>
                  </a:lnTo>
                  <a:lnTo>
                    <a:pt x="762" y="72390"/>
                  </a:lnTo>
                  <a:lnTo>
                    <a:pt x="1524" y="72390"/>
                  </a:lnTo>
                  <a:lnTo>
                    <a:pt x="1524" y="71628"/>
                  </a:lnTo>
                  <a:close/>
                </a:path>
                <a:path w="1904" h="85089">
                  <a:moveTo>
                    <a:pt x="1524" y="70104"/>
                  </a:moveTo>
                  <a:lnTo>
                    <a:pt x="762" y="70104"/>
                  </a:lnTo>
                  <a:lnTo>
                    <a:pt x="762" y="70866"/>
                  </a:lnTo>
                  <a:lnTo>
                    <a:pt x="1524" y="70866"/>
                  </a:lnTo>
                  <a:lnTo>
                    <a:pt x="1524" y="70104"/>
                  </a:lnTo>
                  <a:close/>
                </a:path>
                <a:path w="1904" h="85089">
                  <a:moveTo>
                    <a:pt x="1524" y="68580"/>
                  </a:moveTo>
                  <a:lnTo>
                    <a:pt x="762" y="68580"/>
                  </a:lnTo>
                  <a:lnTo>
                    <a:pt x="762" y="69342"/>
                  </a:lnTo>
                  <a:lnTo>
                    <a:pt x="1524" y="69342"/>
                  </a:lnTo>
                  <a:lnTo>
                    <a:pt x="1524" y="68580"/>
                  </a:lnTo>
                  <a:close/>
                </a:path>
                <a:path w="1904" h="85089">
                  <a:moveTo>
                    <a:pt x="1524" y="67056"/>
                  </a:moveTo>
                  <a:lnTo>
                    <a:pt x="762" y="67056"/>
                  </a:lnTo>
                  <a:lnTo>
                    <a:pt x="762" y="67818"/>
                  </a:lnTo>
                  <a:lnTo>
                    <a:pt x="1524" y="67818"/>
                  </a:lnTo>
                  <a:lnTo>
                    <a:pt x="1524" y="67056"/>
                  </a:lnTo>
                  <a:close/>
                </a:path>
                <a:path w="1904" h="85089">
                  <a:moveTo>
                    <a:pt x="1524" y="65532"/>
                  </a:moveTo>
                  <a:lnTo>
                    <a:pt x="762" y="65532"/>
                  </a:lnTo>
                  <a:lnTo>
                    <a:pt x="762" y="66294"/>
                  </a:lnTo>
                  <a:lnTo>
                    <a:pt x="1524" y="66294"/>
                  </a:lnTo>
                  <a:lnTo>
                    <a:pt x="1524" y="65532"/>
                  </a:lnTo>
                  <a:close/>
                </a:path>
                <a:path w="1904" h="85089">
                  <a:moveTo>
                    <a:pt x="1524" y="64008"/>
                  </a:moveTo>
                  <a:lnTo>
                    <a:pt x="762" y="64008"/>
                  </a:lnTo>
                  <a:lnTo>
                    <a:pt x="762" y="64770"/>
                  </a:lnTo>
                  <a:lnTo>
                    <a:pt x="1524" y="64770"/>
                  </a:lnTo>
                  <a:lnTo>
                    <a:pt x="1524" y="64008"/>
                  </a:lnTo>
                  <a:close/>
                </a:path>
                <a:path w="1904" h="85089">
                  <a:moveTo>
                    <a:pt x="1524" y="62484"/>
                  </a:moveTo>
                  <a:lnTo>
                    <a:pt x="762" y="62484"/>
                  </a:lnTo>
                  <a:lnTo>
                    <a:pt x="762" y="63246"/>
                  </a:lnTo>
                  <a:lnTo>
                    <a:pt x="1524" y="63246"/>
                  </a:lnTo>
                  <a:lnTo>
                    <a:pt x="1524" y="62484"/>
                  </a:lnTo>
                  <a:close/>
                </a:path>
                <a:path w="1904" h="85089">
                  <a:moveTo>
                    <a:pt x="1524" y="60960"/>
                  </a:moveTo>
                  <a:lnTo>
                    <a:pt x="762" y="60960"/>
                  </a:lnTo>
                  <a:lnTo>
                    <a:pt x="762" y="61722"/>
                  </a:lnTo>
                  <a:lnTo>
                    <a:pt x="1524" y="61722"/>
                  </a:lnTo>
                  <a:lnTo>
                    <a:pt x="1524" y="60960"/>
                  </a:lnTo>
                  <a:close/>
                </a:path>
                <a:path w="1904" h="85089">
                  <a:moveTo>
                    <a:pt x="1524" y="59436"/>
                  </a:moveTo>
                  <a:lnTo>
                    <a:pt x="762" y="59436"/>
                  </a:lnTo>
                  <a:lnTo>
                    <a:pt x="762" y="60198"/>
                  </a:lnTo>
                  <a:lnTo>
                    <a:pt x="1524" y="60198"/>
                  </a:lnTo>
                  <a:lnTo>
                    <a:pt x="1524" y="59436"/>
                  </a:lnTo>
                  <a:close/>
                </a:path>
                <a:path w="1904" h="85089">
                  <a:moveTo>
                    <a:pt x="1524" y="57912"/>
                  </a:moveTo>
                  <a:lnTo>
                    <a:pt x="762" y="57912"/>
                  </a:lnTo>
                  <a:lnTo>
                    <a:pt x="762" y="58674"/>
                  </a:lnTo>
                  <a:lnTo>
                    <a:pt x="1524" y="58674"/>
                  </a:lnTo>
                  <a:lnTo>
                    <a:pt x="1524" y="57912"/>
                  </a:lnTo>
                  <a:close/>
                </a:path>
                <a:path w="1904" h="85089">
                  <a:moveTo>
                    <a:pt x="1524" y="56388"/>
                  </a:moveTo>
                  <a:lnTo>
                    <a:pt x="762" y="56388"/>
                  </a:lnTo>
                  <a:lnTo>
                    <a:pt x="762" y="57150"/>
                  </a:lnTo>
                  <a:lnTo>
                    <a:pt x="1524" y="57150"/>
                  </a:lnTo>
                  <a:lnTo>
                    <a:pt x="1524" y="56388"/>
                  </a:lnTo>
                  <a:close/>
                </a:path>
                <a:path w="1904" h="85089">
                  <a:moveTo>
                    <a:pt x="1524" y="54864"/>
                  </a:moveTo>
                  <a:lnTo>
                    <a:pt x="762" y="54864"/>
                  </a:lnTo>
                  <a:lnTo>
                    <a:pt x="762" y="55626"/>
                  </a:lnTo>
                  <a:lnTo>
                    <a:pt x="1524" y="55626"/>
                  </a:lnTo>
                  <a:lnTo>
                    <a:pt x="1524" y="54864"/>
                  </a:lnTo>
                  <a:close/>
                </a:path>
                <a:path w="1904" h="85089">
                  <a:moveTo>
                    <a:pt x="1524" y="53340"/>
                  </a:moveTo>
                  <a:lnTo>
                    <a:pt x="762" y="53340"/>
                  </a:lnTo>
                  <a:lnTo>
                    <a:pt x="762" y="54102"/>
                  </a:lnTo>
                  <a:lnTo>
                    <a:pt x="1524" y="54102"/>
                  </a:lnTo>
                  <a:lnTo>
                    <a:pt x="1524" y="53340"/>
                  </a:lnTo>
                  <a:close/>
                </a:path>
                <a:path w="1904" h="85089">
                  <a:moveTo>
                    <a:pt x="1524" y="51816"/>
                  </a:moveTo>
                  <a:lnTo>
                    <a:pt x="762" y="51816"/>
                  </a:lnTo>
                  <a:lnTo>
                    <a:pt x="762" y="52578"/>
                  </a:lnTo>
                  <a:lnTo>
                    <a:pt x="1524" y="52578"/>
                  </a:lnTo>
                  <a:lnTo>
                    <a:pt x="1524" y="51816"/>
                  </a:lnTo>
                  <a:close/>
                </a:path>
                <a:path w="1904" h="85089">
                  <a:moveTo>
                    <a:pt x="1524" y="50292"/>
                  </a:moveTo>
                  <a:lnTo>
                    <a:pt x="762" y="50292"/>
                  </a:lnTo>
                  <a:lnTo>
                    <a:pt x="762" y="51054"/>
                  </a:lnTo>
                  <a:lnTo>
                    <a:pt x="1524" y="51054"/>
                  </a:lnTo>
                  <a:lnTo>
                    <a:pt x="1524" y="50292"/>
                  </a:lnTo>
                  <a:close/>
                </a:path>
                <a:path w="1904" h="85089">
                  <a:moveTo>
                    <a:pt x="1524" y="48768"/>
                  </a:moveTo>
                  <a:lnTo>
                    <a:pt x="762" y="48768"/>
                  </a:lnTo>
                  <a:lnTo>
                    <a:pt x="762" y="49530"/>
                  </a:lnTo>
                  <a:lnTo>
                    <a:pt x="1524" y="49530"/>
                  </a:lnTo>
                  <a:lnTo>
                    <a:pt x="1524" y="48768"/>
                  </a:lnTo>
                  <a:close/>
                </a:path>
                <a:path w="1904" h="85089">
                  <a:moveTo>
                    <a:pt x="1524" y="47244"/>
                  </a:moveTo>
                  <a:lnTo>
                    <a:pt x="762" y="47244"/>
                  </a:lnTo>
                  <a:lnTo>
                    <a:pt x="762" y="48006"/>
                  </a:lnTo>
                  <a:lnTo>
                    <a:pt x="1524" y="48006"/>
                  </a:lnTo>
                  <a:lnTo>
                    <a:pt x="1524" y="47244"/>
                  </a:lnTo>
                  <a:close/>
                </a:path>
                <a:path w="1904" h="85089">
                  <a:moveTo>
                    <a:pt x="1524" y="45720"/>
                  </a:moveTo>
                  <a:lnTo>
                    <a:pt x="762" y="45720"/>
                  </a:lnTo>
                  <a:lnTo>
                    <a:pt x="762" y="46482"/>
                  </a:lnTo>
                  <a:lnTo>
                    <a:pt x="1524" y="46482"/>
                  </a:lnTo>
                  <a:lnTo>
                    <a:pt x="1524" y="45720"/>
                  </a:lnTo>
                  <a:close/>
                </a:path>
                <a:path w="1904" h="85089">
                  <a:moveTo>
                    <a:pt x="1524" y="44196"/>
                  </a:moveTo>
                  <a:lnTo>
                    <a:pt x="762" y="44196"/>
                  </a:lnTo>
                  <a:lnTo>
                    <a:pt x="762" y="44958"/>
                  </a:lnTo>
                  <a:lnTo>
                    <a:pt x="1524" y="44958"/>
                  </a:lnTo>
                  <a:lnTo>
                    <a:pt x="1524" y="44196"/>
                  </a:lnTo>
                  <a:close/>
                </a:path>
                <a:path w="1904" h="85089">
                  <a:moveTo>
                    <a:pt x="1524" y="42672"/>
                  </a:moveTo>
                  <a:lnTo>
                    <a:pt x="762" y="42672"/>
                  </a:lnTo>
                  <a:lnTo>
                    <a:pt x="762" y="43434"/>
                  </a:lnTo>
                  <a:lnTo>
                    <a:pt x="1524" y="43434"/>
                  </a:lnTo>
                  <a:lnTo>
                    <a:pt x="1524" y="42672"/>
                  </a:lnTo>
                  <a:close/>
                </a:path>
                <a:path w="1904" h="85089">
                  <a:moveTo>
                    <a:pt x="1524" y="41148"/>
                  </a:moveTo>
                  <a:lnTo>
                    <a:pt x="762" y="41148"/>
                  </a:lnTo>
                  <a:lnTo>
                    <a:pt x="762" y="41910"/>
                  </a:lnTo>
                  <a:lnTo>
                    <a:pt x="1524" y="41910"/>
                  </a:lnTo>
                  <a:lnTo>
                    <a:pt x="1524" y="41148"/>
                  </a:lnTo>
                  <a:close/>
                </a:path>
                <a:path w="1904" h="85089">
                  <a:moveTo>
                    <a:pt x="1524" y="39624"/>
                  </a:moveTo>
                  <a:lnTo>
                    <a:pt x="762" y="39624"/>
                  </a:lnTo>
                  <a:lnTo>
                    <a:pt x="762" y="40386"/>
                  </a:lnTo>
                  <a:lnTo>
                    <a:pt x="1524" y="40386"/>
                  </a:lnTo>
                  <a:lnTo>
                    <a:pt x="1524" y="39624"/>
                  </a:lnTo>
                  <a:close/>
                </a:path>
                <a:path w="1904" h="85089">
                  <a:moveTo>
                    <a:pt x="1524" y="38100"/>
                  </a:moveTo>
                  <a:lnTo>
                    <a:pt x="762" y="38100"/>
                  </a:lnTo>
                  <a:lnTo>
                    <a:pt x="762" y="38862"/>
                  </a:lnTo>
                  <a:lnTo>
                    <a:pt x="1524" y="38862"/>
                  </a:lnTo>
                  <a:lnTo>
                    <a:pt x="1524" y="38100"/>
                  </a:lnTo>
                  <a:close/>
                </a:path>
                <a:path w="1904" h="85089">
                  <a:moveTo>
                    <a:pt x="1524" y="36576"/>
                  </a:moveTo>
                  <a:lnTo>
                    <a:pt x="762" y="36576"/>
                  </a:lnTo>
                  <a:lnTo>
                    <a:pt x="762" y="37338"/>
                  </a:lnTo>
                  <a:lnTo>
                    <a:pt x="1524" y="37338"/>
                  </a:lnTo>
                  <a:lnTo>
                    <a:pt x="1524" y="36576"/>
                  </a:lnTo>
                  <a:close/>
                </a:path>
                <a:path w="1904" h="85089">
                  <a:moveTo>
                    <a:pt x="1524" y="35052"/>
                  </a:moveTo>
                  <a:lnTo>
                    <a:pt x="762" y="35052"/>
                  </a:lnTo>
                  <a:lnTo>
                    <a:pt x="762" y="35814"/>
                  </a:lnTo>
                  <a:lnTo>
                    <a:pt x="1524" y="35814"/>
                  </a:lnTo>
                  <a:lnTo>
                    <a:pt x="1524" y="35052"/>
                  </a:lnTo>
                  <a:close/>
                </a:path>
                <a:path w="1904" h="85089">
                  <a:moveTo>
                    <a:pt x="1524" y="33528"/>
                  </a:moveTo>
                  <a:lnTo>
                    <a:pt x="762" y="33528"/>
                  </a:lnTo>
                  <a:lnTo>
                    <a:pt x="762" y="34290"/>
                  </a:lnTo>
                  <a:lnTo>
                    <a:pt x="1524" y="34290"/>
                  </a:lnTo>
                  <a:lnTo>
                    <a:pt x="1524" y="33528"/>
                  </a:lnTo>
                  <a:close/>
                </a:path>
                <a:path w="1904" h="85089">
                  <a:moveTo>
                    <a:pt x="1524" y="32004"/>
                  </a:moveTo>
                  <a:lnTo>
                    <a:pt x="762" y="32004"/>
                  </a:lnTo>
                  <a:lnTo>
                    <a:pt x="762" y="32766"/>
                  </a:lnTo>
                  <a:lnTo>
                    <a:pt x="1524" y="32766"/>
                  </a:lnTo>
                  <a:lnTo>
                    <a:pt x="1524" y="32004"/>
                  </a:lnTo>
                  <a:close/>
                </a:path>
                <a:path w="1904" h="85089">
                  <a:moveTo>
                    <a:pt x="1524" y="30480"/>
                  </a:moveTo>
                  <a:lnTo>
                    <a:pt x="762" y="30480"/>
                  </a:lnTo>
                  <a:lnTo>
                    <a:pt x="762" y="31242"/>
                  </a:lnTo>
                  <a:lnTo>
                    <a:pt x="1524" y="31242"/>
                  </a:lnTo>
                  <a:lnTo>
                    <a:pt x="1524" y="30480"/>
                  </a:lnTo>
                  <a:close/>
                </a:path>
                <a:path w="1904" h="85089">
                  <a:moveTo>
                    <a:pt x="1524" y="28956"/>
                  </a:moveTo>
                  <a:lnTo>
                    <a:pt x="762" y="28956"/>
                  </a:lnTo>
                  <a:lnTo>
                    <a:pt x="762" y="29718"/>
                  </a:lnTo>
                  <a:lnTo>
                    <a:pt x="1524" y="29718"/>
                  </a:lnTo>
                  <a:lnTo>
                    <a:pt x="1524" y="28956"/>
                  </a:lnTo>
                  <a:close/>
                </a:path>
                <a:path w="1904" h="85089">
                  <a:moveTo>
                    <a:pt x="1524" y="28194"/>
                  </a:moveTo>
                  <a:lnTo>
                    <a:pt x="762" y="27432"/>
                  </a:lnTo>
                  <a:lnTo>
                    <a:pt x="0" y="27432"/>
                  </a:lnTo>
                  <a:lnTo>
                    <a:pt x="0" y="28194"/>
                  </a:lnTo>
                  <a:lnTo>
                    <a:pt x="1524" y="28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749033" y="4848605"/>
              <a:ext cx="83820" cy="222885"/>
            </a:xfrm>
            <a:custGeom>
              <a:avLst/>
              <a:gdLst/>
              <a:ahLst/>
              <a:cxnLst/>
              <a:rect l="l" t="t" r="r" b="b"/>
              <a:pathLst>
                <a:path w="83820" h="222885">
                  <a:moveTo>
                    <a:pt x="83820" y="222503"/>
                  </a:moveTo>
                  <a:lnTo>
                    <a:pt x="83820" y="0"/>
                  </a:lnTo>
                  <a:lnTo>
                    <a:pt x="0" y="0"/>
                  </a:lnTo>
                  <a:lnTo>
                    <a:pt x="0" y="222503"/>
                  </a:lnTo>
                  <a:lnTo>
                    <a:pt x="83820" y="222503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747510" y="2337053"/>
              <a:ext cx="1751330" cy="2735580"/>
            </a:xfrm>
            <a:custGeom>
              <a:avLst/>
              <a:gdLst/>
              <a:ahLst/>
              <a:cxnLst/>
              <a:rect l="l" t="t" r="r" b="b"/>
              <a:pathLst>
                <a:path w="1751329" h="2735579">
                  <a:moveTo>
                    <a:pt x="86868" y="2510028"/>
                  </a:moveTo>
                  <a:lnTo>
                    <a:pt x="83820" y="2510028"/>
                  </a:lnTo>
                  <a:lnTo>
                    <a:pt x="83820" y="2513076"/>
                  </a:lnTo>
                  <a:lnTo>
                    <a:pt x="83820" y="2732532"/>
                  </a:lnTo>
                  <a:lnTo>
                    <a:pt x="3048" y="2732532"/>
                  </a:lnTo>
                  <a:lnTo>
                    <a:pt x="3048" y="2513076"/>
                  </a:lnTo>
                  <a:lnTo>
                    <a:pt x="83820" y="2513076"/>
                  </a:lnTo>
                  <a:lnTo>
                    <a:pt x="83820" y="2510028"/>
                  </a:lnTo>
                  <a:lnTo>
                    <a:pt x="0" y="2510028"/>
                  </a:lnTo>
                  <a:lnTo>
                    <a:pt x="0" y="2735580"/>
                  </a:lnTo>
                  <a:lnTo>
                    <a:pt x="1524" y="2735580"/>
                  </a:lnTo>
                  <a:lnTo>
                    <a:pt x="3048" y="2735580"/>
                  </a:lnTo>
                  <a:lnTo>
                    <a:pt x="83820" y="2735580"/>
                  </a:lnTo>
                  <a:lnTo>
                    <a:pt x="85344" y="2735580"/>
                  </a:lnTo>
                  <a:lnTo>
                    <a:pt x="86868" y="2735580"/>
                  </a:lnTo>
                  <a:lnTo>
                    <a:pt x="86868" y="2510028"/>
                  </a:lnTo>
                  <a:close/>
                </a:path>
                <a:path w="1751329" h="2735579">
                  <a:moveTo>
                    <a:pt x="1751076" y="0"/>
                  </a:moveTo>
                  <a:lnTo>
                    <a:pt x="1747266" y="0"/>
                  </a:lnTo>
                  <a:lnTo>
                    <a:pt x="1747266" y="3048"/>
                  </a:lnTo>
                  <a:lnTo>
                    <a:pt x="1747266" y="537972"/>
                  </a:lnTo>
                  <a:lnTo>
                    <a:pt x="860298" y="537972"/>
                  </a:lnTo>
                  <a:lnTo>
                    <a:pt x="860298" y="3048"/>
                  </a:lnTo>
                  <a:lnTo>
                    <a:pt x="1747266" y="3048"/>
                  </a:lnTo>
                  <a:lnTo>
                    <a:pt x="1747266" y="0"/>
                  </a:lnTo>
                  <a:lnTo>
                    <a:pt x="857250" y="0"/>
                  </a:lnTo>
                  <a:lnTo>
                    <a:pt x="857250" y="541782"/>
                  </a:lnTo>
                  <a:lnTo>
                    <a:pt x="858774" y="541782"/>
                  </a:lnTo>
                  <a:lnTo>
                    <a:pt x="860298" y="541782"/>
                  </a:lnTo>
                  <a:lnTo>
                    <a:pt x="1747266" y="541782"/>
                  </a:lnTo>
                  <a:lnTo>
                    <a:pt x="1748790" y="541782"/>
                  </a:lnTo>
                  <a:lnTo>
                    <a:pt x="1751076" y="541782"/>
                  </a:lnTo>
                  <a:lnTo>
                    <a:pt x="17510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7596631" y="2344934"/>
            <a:ext cx="878205" cy="524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0480">
              <a:lnSpc>
                <a:spcPts val="1285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«sut»</a:t>
            </a:r>
            <a:endParaRPr sz="1100">
              <a:latin typeface="Arial MT"/>
              <a:cs typeface="Arial MT"/>
            </a:endParaRPr>
          </a:p>
          <a:p>
            <a:pPr algn="ctr" marR="5715">
              <a:lnSpc>
                <a:spcPts val="1285"/>
              </a:lnSpc>
            </a:pPr>
            <a:r>
              <a:rPr dirty="0" sz="1100" spc="-5">
                <a:latin typeface="Arial MT"/>
                <a:cs typeface="Arial MT"/>
              </a:rPr>
              <a:t>«hardware»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1100" spc="-5" b="1">
                <a:latin typeface="Arial"/>
                <a:cs typeface="Arial"/>
              </a:rPr>
              <a:t>:DSL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Modem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958334" y="2337054"/>
            <a:ext cx="3127375" cy="3138170"/>
            <a:chOff x="4958334" y="2337054"/>
            <a:chExt cx="3127375" cy="3138170"/>
          </a:xfrm>
        </p:grpSpPr>
        <p:sp>
          <p:nvSpPr>
            <p:cNvPr id="52" name="object 52"/>
            <p:cNvSpPr/>
            <p:nvPr/>
          </p:nvSpPr>
          <p:spPr>
            <a:xfrm>
              <a:off x="8041767" y="2876550"/>
              <a:ext cx="0" cy="2597785"/>
            </a:xfrm>
            <a:custGeom>
              <a:avLst/>
              <a:gdLst/>
              <a:ahLst/>
              <a:cxnLst/>
              <a:rect l="l" t="t" r="r" b="b"/>
              <a:pathLst>
                <a:path w="0" h="2597785">
                  <a:moveTo>
                    <a:pt x="0" y="0"/>
                  </a:moveTo>
                  <a:lnTo>
                    <a:pt x="0" y="2597658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997952" y="4064508"/>
              <a:ext cx="86360" cy="317500"/>
            </a:xfrm>
            <a:custGeom>
              <a:avLst/>
              <a:gdLst/>
              <a:ahLst/>
              <a:cxnLst/>
              <a:rect l="l" t="t" r="r" b="b"/>
              <a:pathLst>
                <a:path w="86359" h="317500">
                  <a:moveTo>
                    <a:pt x="86105" y="316991"/>
                  </a:moveTo>
                  <a:lnTo>
                    <a:pt x="86105" y="0"/>
                  </a:lnTo>
                  <a:lnTo>
                    <a:pt x="0" y="0"/>
                  </a:lnTo>
                  <a:lnTo>
                    <a:pt x="0" y="316991"/>
                  </a:lnTo>
                  <a:lnTo>
                    <a:pt x="86105" y="31699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996428" y="4062983"/>
              <a:ext cx="89535" cy="321310"/>
            </a:xfrm>
            <a:custGeom>
              <a:avLst/>
              <a:gdLst/>
              <a:ahLst/>
              <a:cxnLst/>
              <a:rect l="l" t="t" r="r" b="b"/>
              <a:pathLst>
                <a:path w="89534" h="321310">
                  <a:moveTo>
                    <a:pt x="89153" y="320801"/>
                  </a:moveTo>
                  <a:lnTo>
                    <a:pt x="89153" y="0"/>
                  </a:lnTo>
                  <a:lnTo>
                    <a:pt x="0" y="0"/>
                  </a:lnTo>
                  <a:lnTo>
                    <a:pt x="0" y="320801"/>
                  </a:lnTo>
                  <a:lnTo>
                    <a:pt x="1524" y="320801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86105" y="3048"/>
                  </a:lnTo>
                  <a:lnTo>
                    <a:pt x="86105" y="1524"/>
                  </a:lnTo>
                  <a:lnTo>
                    <a:pt x="87629" y="3048"/>
                  </a:lnTo>
                  <a:lnTo>
                    <a:pt x="87629" y="320801"/>
                  </a:lnTo>
                  <a:lnTo>
                    <a:pt x="89153" y="320801"/>
                  </a:lnTo>
                  <a:close/>
                </a:path>
                <a:path w="89534" h="32131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89534" h="321310">
                  <a:moveTo>
                    <a:pt x="3048" y="316991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316991"/>
                  </a:lnTo>
                  <a:lnTo>
                    <a:pt x="3048" y="316991"/>
                  </a:lnTo>
                  <a:close/>
                </a:path>
                <a:path w="89534" h="321310">
                  <a:moveTo>
                    <a:pt x="87629" y="316991"/>
                  </a:moveTo>
                  <a:lnTo>
                    <a:pt x="1524" y="316991"/>
                  </a:lnTo>
                  <a:lnTo>
                    <a:pt x="3048" y="318515"/>
                  </a:lnTo>
                  <a:lnTo>
                    <a:pt x="3048" y="320801"/>
                  </a:lnTo>
                  <a:lnTo>
                    <a:pt x="86105" y="320801"/>
                  </a:lnTo>
                  <a:lnTo>
                    <a:pt x="86105" y="318515"/>
                  </a:lnTo>
                  <a:lnTo>
                    <a:pt x="87629" y="316991"/>
                  </a:lnTo>
                  <a:close/>
                </a:path>
                <a:path w="89534" h="321310">
                  <a:moveTo>
                    <a:pt x="3048" y="320801"/>
                  </a:moveTo>
                  <a:lnTo>
                    <a:pt x="3048" y="318515"/>
                  </a:lnTo>
                  <a:lnTo>
                    <a:pt x="1524" y="316991"/>
                  </a:lnTo>
                  <a:lnTo>
                    <a:pt x="1524" y="320801"/>
                  </a:lnTo>
                  <a:lnTo>
                    <a:pt x="3048" y="320801"/>
                  </a:lnTo>
                  <a:close/>
                </a:path>
                <a:path w="89534" h="321310">
                  <a:moveTo>
                    <a:pt x="87629" y="3048"/>
                  </a:moveTo>
                  <a:lnTo>
                    <a:pt x="86105" y="1524"/>
                  </a:lnTo>
                  <a:lnTo>
                    <a:pt x="86105" y="3048"/>
                  </a:lnTo>
                  <a:lnTo>
                    <a:pt x="87629" y="3048"/>
                  </a:lnTo>
                  <a:close/>
                </a:path>
                <a:path w="89534" h="321310">
                  <a:moveTo>
                    <a:pt x="87629" y="316991"/>
                  </a:moveTo>
                  <a:lnTo>
                    <a:pt x="87629" y="3048"/>
                  </a:lnTo>
                  <a:lnTo>
                    <a:pt x="86105" y="3048"/>
                  </a:lnTo>
                  <a:lnTo>
                    <a:pt x="86105" y="316991"/>
                  </a:lnTo>
                  <a:lnTo>
                    <a:pt x="87629" y="316991"/>
                  </a:lnTo>
                  <a:close/>
                </a:path>
                <a:path w="89534" h="321310">
                  <a:moveTo>
                    <a:pt x="87629" y="320801"/>
                  </a:moveTo>
                  <a:lnTo>
                    <a:pt x="87629" y="316991"/>
                  </a:lnTo>
                  <a:lnTo>
                    <a:pt x="86105" y="318515"/>
                  </a:lnTo>
                  <a:lnTo>
                    <a:pt x="86105" y="320801"/>
                  </a:lnTo>
                  <a:lnTo>
                    <a:pt x="87629" y="3208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997952" y="5071110"/>
              <a:ext cx="86360" cy="317500"/>
            </a:xfrm>
            <a:custGeom>
              <a:avLst/>
              <a:gdLst/>
              <a:ahLst/>
              <a:cxnLst/>
              <a:rect l="l" t="t" r="r" b="b"/>
              <a:pathLst>
                <a:path w="86359" h="317500">
                  <a:moveTo>
                    <a:pt x="86105" y="316991"/>
                  </a:moveTo>
                  <a:lnTo>
                    <a:pt x="86105" y="0"/>
                  </a:lnTo>
                  <a:lnTo>
                    <a:pt x="0" y="0"/>
                  </a:lnTo>
                  <a:lnTo>
                    <a:pt x="0" y="316991"/>
                  </a:lnTo>
                  <a:lnTo>
                    <a:pt x="86105" y="31699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996428" y="5069586"/>
              <a:ext cx="89535" cy="320040"/>
            </a:xfrm>
            <a:custGeom>
              <a:avLst/>
              <a:gdLst/>
              <a:ahLst/>
              <a:cxnLst/>
              <a:rect l="l" t="t" r="r" b="b"/>
              <a:pathLst>
                <a:path w="89534" h="320039">
                  <a:moveTo>
                    <a:pt x="89153" y="320039"/>
                  </a:moveTo>
                  <a:lnTo>
                    <a:pt x="89153" y="0"/>
                  </a:lnTo>
                  <a:lnTo>
                    <a:pt x="0" y="0"/>
                  </a:lnTo>
                  <a:lnTo>
                    <a:pt x="0" y="320039"/>
                  </a:lnTo>
                  <a:lnTo>
                    <a:pt x="1524" y="320039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86105" y="3048"/>
                  </a:lnTo>
                  <a:lnTo>
                    <a:pt x="86105" y="1524"/>
                  </a:lnTo>
                  <a:lnTo>
                    <a:pt x="87629" y="3048"/>
                  </a:lnTo>
                  <a:lnTo>
                    <a:pt x="87629" y="320039"/>
                  </a:lnTo>
                  <a:lnTo>
                    <a:pt x="89153" y="320039"/>
                  </a:lnTo>
                  <a:close/>
                </a:path>
                <a:path w="89534" h="320039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89534" h="320039">
                  <a:moveTo>
                    <a:pt x="3048" y="316991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316991"/>
                  </a:lnTo>
                  <a:lnTo>
                    <a:pt x="3048" y="316991"/>
                  </a:lnTo>
                  <a:close/>
                </a:path>
                <a:path w="89534" h="320039">
                  <a:moveTo>
                    <a:pt x="87629" y="316991"/>
                  </a:moveTo>
                  <a:lnTo>
                    <a:pt x="1524" y="316991"/>
                  </a:lnTo>
                  <a:lnTo>
                    <a:pt x="3048" y="318515"/>
                  </a:lnTo>
                  <a:lnTo>
                    <a:pt x="3048" y="320039"/>
                  </a:lnTo>
                  <a:lnTo>
                    <a:pt x="86105" y="320039"/>
                  </a:lnTo>
                  <a:lnTo>
                    <a:pt x="86105" y="318515"/>
                  </a:lnTo>
                  <a:lnTo>
                    <a:pt x="87629" y="316991"/>
                  </a:lnTo>
                  <a:close/>
                </a:path>
                <a:path w="89534" h="320039">
                  <a:moveTo>
                    <a:pt x="3048" y="320039"/>
                  </a:moveTo>
                  <a:lnTo>
                    <a:pt x="3048" y="318515"/>
                  </a:lnTo>
                  <a:lnTo>
                    <a:pt x="1524" y="316991"/>
                  </a:lnTo>
                  <a:lnTo>
                    <a:pt x="1524" y="320039"/>
                  </a:lnTo>
                  <a:lnTo>
                    <a:pt x="3048" y="320039"/>
                  </a:lnTo>
                  <a:close/>
                </a:path>
                <a:path w="89534" h="320039">
                  <a:moveTo>
                    <a:pt x="87629" y="3048"/>
                  </a:moveTo>
                  <a:lnTo>
                    <a:pt x="86105" y="1524"/>
                  </a:lnTo>
                  <a:lnTo>
                    <a:pt x="86105" y="3048"/>
                  </a:lnTo>
                  <a:lnTo>
                    <a:pt x="87629" y="3048"/>
                  </a:lnTo>
                  <a:close/>
                </a:path>
                <a:path w="89534" h="320039">
                  <a:moveTo>
                    <a:pt x="87629" y="316991"/>
                  </a:moveTo>
                  <a:lnTo>
                    <a:pt x="87629" y="3048"/>
                  </a:lnTo>
                  <a:lnTo>
                    <a:pt x="86105" y="3048"/>
                  </a:lnTo>
                  <a:lnTo>
                    <a:pt x="86105" y="316991"/>
                  </a:lnTo>
                  <a:lnTo>
                    <a:pt x="87629" y="316991"/>
                  </a:lnTo>
                  <a:close/>
                </a:path>
                <a:path w="89534" h="320039">
                  <a:moveTo>
                    <a:pt x="87629" y="320039"/>
                  </a:moveTo>
                  <a:lnTo>
                    <a:pt x="87629" y="316991"/>
                  </a:lnTo>
                  <a:lnTo>
                    <a:pt x="86105" y="318515"/>
                  </a:lnTo>
                  <a:lnTo>
                    <a:pt x="86105" y="320039"/>
                  </a:lnTo>
                  <a:lnTo>
                    <a:pt x="87629" y="320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959858" y="2338578"/>
              <a:ext cx="1190625" cy="708025"/>
            </a:xfrm>
            <a:custGeom>
              <a:avLst/>
              <a:gdLst/>
              <a:ahLst/>
              <a:cxnLst/>
              <a:rect l="l" t="t" r="r" b="b"/>
              <a:pathLst>
                <a:path w="1190625" h="708025">
                  <a:moveTo>
                    <a:pt x="1190243" y="707897"/>
                  </a:moveTo>
                  <a:lnTo>
                    <a:pt x="1190243" y="0"/>
                  </a:lnTo>
                  <a:lnTo>
                    <a:pt x="0" y="0"/>
                  </a:lnTo>
                  <a:lnTo>
                    <a:pt x="0" y="707898"/>
                  </a:lnTo>
                  <a:lnTo>
                    <a:pt x="1190243" y="707897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958334" y="2337053"/>
              <a:ext cx="1193800" cy="711200"/>
            </a:xfrm>
            <a:custGeom>
              <a:avLst/>
              <a:gdLst/>
              <a:ahLst/>
              <a:cxnLst/>
              <a:rect l="l" t="t" r="r" b="b"/>
              <a:pathLst>
                <a:path w="1193800" h="711200">
                  <a:moveTo>
                    <a:pt x="933450" y="505968"/>
                  </a:moveTo>
                  <a:lnTo>
                    <a:pt x="226314" y="505968"/>
                  </a:lnTo>
                  <a:lnTo>
                    <a:pt x="226314" y="512826"/>
                  </a:lnTo>
                  <a:lnTo>
                    <a:pt x="933450" y="512826"/>
                  </a:lnTo>
                  <a:lnTo>
                    <a:pt x="933450" y="505968"/>
                  </a:lnTo>
                  <a:close/>
                </a:path>
                <a:path w="1193800" h="711200">
                  <a:moveTo>
                    <a:pt x="1126998" y="675894"/>
                  </a:moveTo>
                  <a:lnTo>
                    <a:pt x="60960" y="675894"/>
                  </a:lnTo>
                  <a:lnTo>
                    <a:pt x="60960" y="682764"/>
                  </a:lnTo>
                  <a:lnTo>
                    <a:pt x="1126998" y="682752"/>
                  </a:lnTo>
                  <a:lnTo>
                    <a:pt x="1126998" y="675894"/>
                  </a:lnTo>
                  <a:close/>
                </a:path>
                <a:path w="1193800" h="711200">
                  <a:moveTo>
                    <a:pt x="1193292" y="0"/>
                  </a:moveTo>
                  <a:lnTo>
                    <a:pt x="1190244" y="0"/>
                  </a:lnTo>
                  <a:lnTo>
                    <a:pt x="1190244" y="3048"/>
                  </a:lnTo>
                  <a:lnTo>
                    <a:pt x="1190244" y="707898"/>
                  </a:lnTo>
                  <a:lnTo>
                    <a:pt x="3048" y="707898"/>
                  </a:lnTo>
                  <a:lnTo>
                    <a:pt x="3048" y="3048"/>
                  </a:lnTo>
                  <a:lnTo>
                    <a:pt x="1190244" y="3048"/>
                  </a:lnTo>
                  <a:lnTo>
                    <a:pt x="1190244" y="0"/>
                  </a:lnTo>
                  <a:lnTo>
                    <a:pt x="0" y="0"/>
                  </a:lnTo>
                  <a:lnTo>
                    <a:pt x="0" y="710946"/>
                  </a:lnTo>
                  <a:lnTo>
                    <a:pt x="1524" y="710946"/>
                  </a:lnTo>
                  <a:lnTo>
                    <a:pt x="3048" y="710946"/>
                  </a:lnTo>
                  <a:lnTo>
                    <a:pt x="1190244" y="710946"/>
                  </a:lnTo>
                  <a:lnTo>
                    <a:pt x="1191768" y="710946"/>
                  </a:lnTo>
                  <a:lnTo>
                    <a:pt x="1193292" y="710946"/>
                  </a:lnTo>
                  <a:lnTo>
                    <a:pt x="11932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4959858" y="2338577"/>
            <a:ext cx="1190625" cy="70802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ctr" marR="57150">
              <a:lnSpc>
                <a:spcPts val="1285"/>
              </a:lnSpc>
              <a:spcBef>
                <a:spcPts val="145"/>
              </a:spcBef>
            </a:pPr>
            <a:r>
              <a:rPr dirty="0" sz="1100" spc="-5">
                <a:latin typeface="Arial MT"/>
                <a:cs typeface="Arial MT"/>
              </a:rPr>
              <a:t>«sut»</a:t>
            </a:r>
            <a:endParaRPr sz="1100">
              <a:latin typeface="Arial MT"/>
              <a:cs typeface="Arial MT"/>
            </a:endParaRPr>
          </a:p>
          <a:p>
            <a:pPr algn="ctr" marR="29209">
              <a:lnSpc>
                <a:spcPts val="1285"/>
              </a:lnSpc>
            </a:pPr>
            <a:r>
              <a:rPr dirty="0" sz="1100" spc="-5">
                <a:latin typeface="Arial MT"/>
                <a:cs typeface="Arial MT"/>
              </a:rPr>
              <a:t>«hardware»</a:t>
            </a:r>
            <a:endParaRPr sz="1100">
              <a:latin typeface="Arial MT"/>
              <a:cs typeface="Arial MT"/>
            </a:endParaRPr>
          </a:p>
          <a:p>
            <a:pPr algn="ctr" marR="26670">
              <a:lnSpc>
                <a:spcPct val="100000"/>
              </a:lnSpc>
              <a:spcBef>
                <a:spcPts val="45"/>
              </a:spcBef>
            </a:pPr>
            <a:r>
              <a:rPr dirty="0" sz="1100" b="1">
                <a:latin typeface="Arial"/>
                <a:cs typeface="Arial"/>
              </a:rPr>
              <a:t>Window[4]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100" spc="-5" b="1">
                <a:latin typeface="Arial"/>
                <a:cs typeface="Arial"/>
              </a:rPr>
              <a:t>/:Optical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Sensor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391155" y="2337054"/>
            <a:ext cx="3162300" cy="3137535"/>
            <a:chOff x="2391155" y="2337054"/>
            <a:chExt cx="3162300" cy="3137535"/>
          </a:xfrm>
        </p:grpSpPr>
        <p:sp>
          <p:nvSpPr>
            <p:cNvPr id="61" name="object 61"/>
            <p:cNvSpPr/>
            <p:nvPr/>
          </p:nvSpPr>
          <p:spPr>
            <a:xfrm>
              <a:off x="5511164" y="3046476"/>
              <a:ext cx="0" cy="2426970"/>
            </a:xfrm>
            <a:custGeom>
              <a:avLst/>
              <a:gdLst/>
              <a:ahLst/>
              <a:cxnLst/>
              <a:rect l="l" t="t" r="r" b="b"/>
              <a:pathLst>
                <a:path w="0" h="2426970">
                  <a:moveTo>
                    <a:pt x="0" y="0"/>
                  </a:moveTo>
                  <a:lnTo>
                    <a:pt x="0" y="2426970"/>
                  </a:lnTo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467350" y="4456176"/>
              <a:ext cx="85090" cy="392430"/>
            </a:xfrm>
            <a:custGeom>
              <a:avLst/>
              <a:gdLst/>
              <a:ahLst/>
              <a:cxnLst/>
              <a:rect l="l" t="t" r="r" b="b"/>
              <a:pathLst>
                <a:path w="85089" h="392429">
                  <a:moveTo>
                    <a:pt x="84582" y="392429"/>
                  </a:moveTo>
                  <a:lnTo>
                    <a:pt x="84582" y="0"/>
                  </a:lnTo>
                  <a:lnTo>
                    <a:pt x="0" y="0"/>
                  </a:lnTo>
                  <a:lnTo>
                    <a:pt x="0" y="392429"/>
                  </a:lnTo>
                  <a:lnTo>
                    <a:pt x="84582" y="39242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465826" y="4454652"/>
              <a:ext cx="87630" cy="395605"/>
            </a:xfrm>
            <a:custGeom>
              <a:avLst/>
              <a:gdLst/>
              <a:ahLst/>
              <a:cxnLst/>
              <a:rect l="l" t="t" r="r" b="b"/>
              <a:pathLst>
                <a:path w="87629" h="395604">
                  <a:moveTo>
                    <a:pt x="87629" y="395477"/>
                  </a:moveTo>
                  <a:lnTo>
                    <a:pt x="87629" y="0"/>
                  </a:lnTo>
                  <a:lnTo>
                    <a:pt x="0" y="0"/>
                  </a:lnTo>
                  <a:lnTo>
                    <a:pt x="0" y="395477"/>
                  </a:lnTo>
                  <a:lnTo>
                    <a:pt x="1524" y="395477"/>
                  </a:lnTo>
                  <a:lnTo>
                    <a:pt x="1524" y="3048"/>
                  </a:lnTo>
                  <a:lnTo>
                    <a:pt x="3810" y="1524"/>
                  </a:lnTo>
                  <a:lnTo>
                    <a:pt x="3810" y="3048"/>
                  </a:lnTo>
                  <a:lnTo>
                    <a:pt x="84582" y="3048"/>
                  </a:lnTo>
                  <a:lnTo>
                    <a:pt x="84582" y="1524"/>
                  </a:lnTo>
                  <a:lnTo>
                    <a:pt x="86106" y="3048"/>
                  </a:lnTo>
                  <a:lnTo>
                    <a:pt x="86106" y="395477"/>
                  </a:lnTo>
                  <a:lnTo>
                    <a:pt x="87629" y="395477"/>
                  </a:lnTo>
                  <a:close/>
                </a:path>
                <a:path w="87629" h="395604">
                  <a:moveTo>
                    <a:pt x="3810" y="3048"/>
                  </a:moveTo>
                  <a:lnTo>
                    <a:pt x="3810" y="1524"/>
                  </a:lnTo>
                  <a:lnTo>
                    <a:pt x="1524" y="3048"/>
                  </a:lnTo>
                  <a:lnTo>
                    <a:pt x="3810" y="3048"/>
                  </a:lnTo>
                  <a:close/>
                </a:path>
                <a:path w="87629" h="395604">
                  <a:moveTo>
                    <a:pt x="3810" y="392430"/>
                  </a:moveTo>
                  <a:lnTo>
                    <a:pt x="3810" y="3048"/>
                  </a:lnTo>
                  <a:lnTo>
                    <a:pt x="1524" y="3048"/>
                  </a:lnTo>
                  <a:lnTo>
                    <a:pt x="1524" y="392430"/>
                  </a:lnTo>
                  <a:lnTo>
                    <a:pt x="3810" y="392430"/>
                  </a:lnTo>
                  <a:close/>
                </a:path>
                <a:path w="87629" h="395604">
                  <a:moveTo>
                    <a:pt x="86106" y="392430"/>
                  </a:moveTo>
                  <a:lnTo>
                    <a:pt x="1524" y="392430"/>
                  </a:lnTo>
                  <a:lnTo>
                    <a:pt x="3810" y="393953"/>
                  </a:lnTo>
                  <a:lnTo>
                    <a:pt x="3810" y="395477"/>
                  </a:lnTo>
                  <a:lnTo>
                    <a:pt x="84582" y="395477"/>
                  </a:lnTo>
                  <a:lnTo>
                    <a:pt x="84582" y="393953"/>
                  </a:lnTo>
                  <a:lnTo>
                    <a:pt x="86106" y="392430"/>
                  </a:lnTo>
                  <a:close/>
                </a:path>
                <a:path w="87629" h="395604">
                  <a:moveTo>
                    <a:pt x="3810" y="395477"/>
                  </a:moveTo>
                  <a:lnTo>
                    <a:pt x="3810" y="393953"/>
                  </a:lnTo>
                  <a:lnTo>
                    <a:pt x="1524" y="392430"/>
                  </a:lnTo>
                  <a:lnTo>
                    <a:pt x="1524" y="395477"/>
                  </a:lnTo>
                  <a:lnTo>
                    <a:pt x="3810" y="395477"/>
                  </a:lnTo>
                  <a:close/>
                </a:path>
                <a:path w="87629" h="395604">
                  <a:moveTo>
                    <a:pt x="86106" y="3048"/>
                  </a:moveTo>
                  <a:lnTo>
                    <a:pt x="84582" y="1524"/>
                  </a:lnTo>
                  <a:lnTo>
                    <a:pt x="84582" y="3048"/>
                  </a:lnTo>
                  <a:lnTo>
                    <a:pt x="86106" y="3048"/>
                  </a:lnTo>
                  <a:close/>
                </a:path>
                <a:path w="87629" h="395604">
                  <a:moveTo>
                    <a:pt x="86106" y="392430"/>
                  </a:moveTo>
                  <a:lnTo>
                    <a:pt x="86106" y="3048"/>
                  </a:lnTo>
                  <a:lnTo>
                    <a:pt x="84582" y="3048"/>
                  </a:lnTo>
                  <a:lnTo>
                    <a:pt x="84582" y="392430"/>
                  </a:lnTo>
                  <a:lnTo>
                    <a:pt x="86106" y="392430"/>
                  </a:lnTo>
                  <a:close/>
                </a:path>
                <a:path w="87629" h="395604">
                  <a:moveTo>
                    <a:pt x="86106" y="395477"/>
                  </a:moveTo>
                  <a:lnTo>
                    <a:pt x="86106" y="392430"/>
                  </a:lnTo>
                  <a:lnTo>
                    <a:pt x="84582" y="393953"/>
                  </a:lnTo>
                  <a:lnTo>
                    <a:pt x="84582" y="395477"/>
                  </a:lnTo>
                  <a:lnTo>
                    <a:pt x="86106" y="3954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391155" y="2337054"/>
              <a:ext cx="1206500" cy="382905"/>
            </a:xfrm>
            <a:custGeom>
              <a:avLst/>
              <a:gdLst/>
              <a:ahLst/>
              <a:cxnLst/>
              <a:rect l="l" t="t" r="r" b="b"/>
              <a:pathLst>
                <a:path w="1206500" h="382905">
                  <a:moveTo>
                    <a:pt x="1206245" y="382523"/>
                  </a:moveTo>
                  <a:lnTo>
                    <a:pt x="1206245" y="0"/>
                  </a:lnTo>
                  <a:lnTo>
                    <a:pt x="0" y="0"/>
                  </a:lnTo>
                  <a:lnTo>
                    <a:pt x="0" y="382524"/>
                  </a:lnTo>
                  <a:lnTo>
                    <a:pt x="1524" y="382524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1203197" y="3047"/>
                  </a:lnTo>
                  <a:lnTo>
                    <a:pt x="1203197" y="1523"/>
                  </a:lnTo>
                  <a:lnTo>
                    <a:pt x="1204721" y="3047"/>
                  </a:lnTo>
                  <a:lnTo>
                    <a:pt x="1204721" y="382523"/>
                  </a:lnTo>
                  <a:lnTo>
                    <a:pt x="1206245" y="382523"/>
                  </a:lnTo>
                  <a:close/>
                </a:path>
                <a:path w="1206500" h="382905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1206500" h="382905">
                  <a:moveTo>
                    <a:pt x="3048" y="379476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379476"/>
                  </a:lnTo>
                  <a:lnTo>
                    <a:pt x="3048" y="379476"/>
                  </a:lnTo>
                  <a:close/>
                </a:path>
                <a:path w="1206500" h="382905">
                  <a:moveTo>
                    <a:pt x="1204721" y="379475"/>
                  </a:moveTo>
                  <a:lnTo>
                    <a:pt x="1524" y="379476"/>
                  </a:lnTo>
                  <a:lnTo>
                    <a:pt x="3048" y="381000"/>
                  </a:lnTo>
                  <a:lnTo>
                    <a:pt x="3048" y="382524"/>
                  </a:lnTo>
                  <a:lnTo>
                    <a:pt x="1203197" y="382523"/>
                  </a:lnTo>
                  <a:lnTo>
                    <a:pt x="1203197" y="381000"/>
                  </a:lnTo>
                  <a:lnTo>
                    <a:pt x="1204721" y="379475"/>
                  </a:lnTo>
                  <a:close/>
                </a:path>
                <a:path w="1206500" h="382905">
                  <a:moveTo>
                    <a:pt x="3048" y="382524"/>
                  </a:moveTo>
                  <a:lnTo>
                    <a:pt x="3048" y="381000"/>
                  </a:lnTo>
                  <a:lnTo>
                    <a:pt x="1524" y="379476"/>
                  </a:lnTo>
                  <a:lnTo>
                    <a:pt x="1524" y="382524"/>
                  </a:lnTo>
                  <a:lnTo>
                    <a:pt x="3048" y="382524"/>
                  </a:lnTo>
                  <a:close/>
                </a:path>
                <a:path w="1206500" h="382905">
                  <a:moveTo>
                    <a:pt x="1204721" y="3047"/>
                  </a:moveTo>
                  <a:lnTo>
                    <a:pt x="1203197" y="1523"/>
                  </a:lnTo>
                  <a:lnTo>
                    <a:pt x="1203197" y="3047"/>
                  </a:lnTo>
                  <a:lnTo>
                    <a:pt x="1204721" y="3047"/>
                  </a:lnTo>
                  <a:close/>
                </a:path>
                <a:path w="1206500" h="382905">
                  <a:moveTo>
                    <a:pt x="1204721" y="379475"/>
                  </a:moveTo>
                  <a:lnTo>
                    <a:pt x="1204721" y="3047"/>
                  </a:lnTo>
                  <a:lnTo>
                    <a:pt x="1203197" y="3047"/>
                  </a:lnTo>
                  <a:lnTo>
                    <a:pt x="1203197" y="379475"/>
                  </a:lnTo>
                  <a:lnTo>
                    <a:pt x="1204721" y="379475"/>
                  </a:lnTo>
                  <a:close/>
                </a:path>
                <a:path w="1206500" h="382905">
                  <a:moveTo>
                    <a:pt x="1204721" y="382523"/>
                  </a:moveTo>
                  <a:lnTo>
                    <a:pt x="1204721" y="379475"/>
                  </a:lnTo>
                  <a:lnTo>
                    <a:pt x="1203197" y="381000"/>
                  </a:lnTo>
                  <a:lnTo>
                    <a:pt x="1203197" y="382523"/>
                  </a:lnTo>
                  <a:lnTo>
                    <a:pt x="1204721" y="38252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408681" y="2683764"/>
              <a:ext cx="1179195" cy="6985"/>
            </a:xfrm>
            <a:custGeom>
              <a:avLst/>
              <a:gdLst/>
              <a:ahLst/>
              <a:cxnLst/>
              <a:rect l="l" t="t" r="r" b="b"/>
              <a:pathLst>
                <a:path w="1179195" h="6985">
                  <a:moveTo>
                    <a:pt x="1178814" y="6858"/>
                  </a:moveTo>
                  <a:lnTo>
                    <a:pt x="1178814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1178814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2392679" y="2338577"/>
            <a:ext cx="1203325" cy="345440"/>
          </a:xfrm>
          <a:prstGeom prst="rect">
            <a:avLst/>
          </a:prstGeom>
          <a:solidFill>
            <a:srgbClr val="00FFFF"/>
          </a:solidFill>
        </p:spPr>
        <p:txBody>
          <a:bodyPr wrap="square" lIns="0" tIns="1841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45"/>
              </a:spcBef>
            </a:pPr>
            <a:r>
              <a:rPr dirty="0" sz="1100" spc="-5">
                <a:latin typeface="Arial MT"/>
                <a:cs typeface="Arial MT"/>
              </a:rPr>
              <a:t>«testComponent»</a:t>
            </a:r>
            <a:endParaRPr sz="1100">
              <a:latin typeface="Arial MT"/>
              <a:cs typeface="Arial MT"/>
            </a:endParaRPr>
          </a:p>
          <a:p>
            <a:pPr marL="15240">
              <a:lnSpc>
                <a:spcPts val="1210"/>
              </a:lnSpc>
              <a:spcBef>
                <a:spcPts val="45"/>
              </a:spcBef>
            </a:pPr>
            <a:r>
              <a:rPr dirty="0" sz="1100" spc="-5" b="1">
                <a:latin typeface="Arial"/>
                <a:cs typeface="Arial"/>
              </a:rPr>
              <a:t>:IntruderEmulator</a:t>
            </a:r>
            <a:endParaRPr sz="11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982467" y="2718054"/>
            <a:ext cx="0" cy="2756535"/>
          </a:xfrm>
          <a:custGeom>
            <a:avLst/>
            <a:gdLst/>
            <a:ahLst/>
            <a:cxnLst/>
            <a:rect l="l" t="t" r="r" b="b"/>
            <a:pathLst>
              <a:path w="0" h="2756535">
                <a:moveTo>
                  <a:pt x="0" y="0"/>
                </a:moveTo>
                <a:lnTo>
                  <a:pt x="0" y="2756154"/>
                </a:lnTo>
              </a:path>
            </a:pathLst>
          </a:custGeom>
          <a:ln w="3175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372872" y="3189224"/>
            <a:ext cx="2514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seq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2892551" y="3204209"/>
            <a:ext cx="5725160" cy="2268855"/>
            <a:chOff x="2892551" y="3204209"/>
            <a:chExt cx="5725160" cy="2268855"/>
          </a:xfrm>
        </p:grpSpPr>
        <p:sp>
          <p:nvSpPr>
            <p:cNvPr id="70" name="object 70"/>
            <p:cNvSpPr/>
            <p:nvPr/>
          </p:nvSpPr>
          <p:spPr>
            <a:xfrm>
              <a:off x="2892551" y="3204209"/>
              <a:ext cx="5725160" cy="2268855"/>
            </a:xfrm>
            <a:custGeom>
              <a:avLst/>
              <a:gdLst/>
              <a:ahLst/>
              <a:cxnLst/>
              <a:rect l="l" t="t" r="r" b="b"/>
              <a:pathLst>
                <a:path w="5725159" h="2268854">
                  <a:moveTo>
                    <a:pt x="5724906" y="2268474"/>
                  </a:moveTo>
                  <a:lnTo>
                    <a:pt x="5724906" y="0"/>
                  </a:lnTo>
                  <a:lnTo>
                    <a:pt x="0" y="0"/>
                  </a:lnTo>
                  <a:lnTo>
                    <a:pt x="0" y="2268474"/>
                  </a:lnTo>
                  <a:lnTo>
                    <a:pt x="1524" y="2268474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5721858" y="3048"/>
                  </a:lnTo>
                  <a:lnTo>
                    <a:pt x="5721858" y="1524"/>
                  </a:lnTo>
                  <a:lnTo>
                    <a:pt x="5723382" y="3048"/>
                  </a:lnTo>
                  <a:lnTo>
                    <a:pt x="5723382" y="2268474"/>
                  </a:lnTo>
                  <a:lnTo>
                    <a:pt x="5724906" y="2268474"/>
                  </a:lnTo>
                  <a:close/>
                </a:path>
                <a:path w="5725159" h="2268854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5725159" h="2268854">
                  <a:moveTo>
                    <a:pt x="3048" y="2265426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265426"/>
                  </a:lnTo>
                  <a:lnTo>
                    <a:pt x="3048" y="2265426"/>
                  </a:lnTo>
                  <a:close/>
                </a:path>
                <a:path w="5725159" h="2268854">
                  <a:moveTo>
                    <a:pt x="5723382" y="2265426"/>
                  </a:moveTo>
                  <a:lnTo>
                    <a:pt x="1524" y="2265426"/>
                  </a:lnTo>
                  <a:lnTo>
                    <a:pt x="3048" y="2266950"/>
                  </a:lnTo>
                  <a:lnTo>
                    <a:pt x="3048" y="2268474"/>
                  </a:lnTo>
                  <a:lnTo>
                    <a:pt x="5721858" y="2268474"/>
                  </a:lnTo>
                  <a:lnTo>
                    <a:pt x="5721858" y="2266950"/>
                  </a:lnTo>
                  <a:lnTo>
                    <a:pt x="5723382" y="2265426"/>
                  </a:lnTo>
                  <a:close/>
                </a:path>
                <a:path w="5725159" h="2268854">
                  <a:moveTo>
                    <a:pt x="3048" y="2268474"/>
                  </a:moveTo>
                  <a:lnTo>
                    <a:pt x="3048" y="2266950"/>
                  </a:lnTo>
                  <a:lnTo>
                    <a:pt x="1524" y="2265426"/>
                  </a:lnTo>
                  <a:lnTo>
                    <a:pt x="1524" y="2268474"/>
                  </a:lnTo>
                  <a:lnTo>
                    <a:pt x="3048" y="2268474"/>
                  </a:lnTo>
                  <a:close/>
                </a:path>
                <a:path w="5725159" h="2268854">
                  <a:moveTo>
                    <a:pt x="5723382" y="3048"/>
                  </a:moveTo>
                  <a:lnTo>
                    <a:pt x="5721858" y="1524"/>
                  </a:lnTo>
                  <a:lnTo>
                    <a:pt x="5721858" y="3048"/>
                  </a:lnTo>
                  <a:lnTo>
                    <a:pt x="5723382" y="3048"/>
                  </a:lnTo>
                  <a:close/>
                </a:path>
                <a:path w="5725159" h="2268854">
                  <a:moveTo>
                    <a:pt x="5723382" y="2265426"/>
                  </a:moveTo>
                  <a:lnTo>
                    <a:pt x="5723382" y="3048"/>
                  </a:lnTo>
                  <a:lnTo>
                    <a:pt x="5721858" y="3048"/>
                  </a:lnTo>
                  <a:lnTo>
                    <a:pt x="5721858" y="2265426"/>
                  </a:lnTo>
                  <a:lnTo>
                    <a:pt x="5723382" y="2265426"/>
                  </a:lnTo>
                  <a:close/>
                </a:path>
                <a:path w="5725159" h="2268854">
                  <a:moveTo>
                    <a:pt x="5723382" y="2268474"/>
                  </a:moveTo>
                  <a:lnTo>
                    <a:pt x="5723382" y="2265426"/>
                  </a:lnTo>
                  <a:lnTo>
                    <a:pt x="5721858" y="2266950"/>
                  </a:lnTo>
                  <a:lnTo>
                    <a:pt x="5721858" y="2268474"/>
                  </a:lnTo>
                  <a:lnTo>
                    <a:pt x="5723382" y="22684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894075" y="3205733"/>
              <a:ext cx="318135" cy="201295"/>
            </a:xfrm>
            <a:custGeom>
              <a:avLst/>
              <a:gdLst/>
              <a:ahLst/>
              <a:cxnLst/>
              <a:rect l="l" t="t" r="r" b="b"/>
              <a:pathLst>
                <a:path w="318135" h="201295">
                  <a:moveTo>
                    <a:pt x="317754" y="164592"/>
                  </a:moveTo>
                  <a:lnTo>
                    <a:pt x="317754" y="0"/>
                  </a:lnTo>
                  <a:lnTo>
                    <a:pt x="0" y="0"/>
                  </a:lnTo>
                  <a:lnTo>
                    <a:pt x="0" y="201168"/>
                  </a:lnTo>
                  <a:lnTo>
                    <a:pt x="282702" y="201167"/>
                  </a:lnTo>
                  <a:lnTo>
                    <a:pt x="317754" y="1645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892551" y="3204209"/>
              <a:ext cx="321310" cy="204470"/>
            </a:xfrm>
            <a:custGeom>
              <a:avLst/>
              <a:gdLst/>
              <a:ahLst/>
              <a:cxnLst/>
              <a:rect l="l" t="t" r="r" b="b"/>
              <a:pathLst>
                <a:path w="321310" h="204470">
                  <a:moveTo>
                    <a:pt x="320802" y="167640"/>
                  </a:moveTo>
                  <a:lnTo>
                    <a:pt x="320802" y="1524"/>
                  </a:lnTo>
                  <a:lnTo>
                    <a:pt x="319278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02692"/>
                  </a:lnTo>
                  <a:lnTo>
                    <a:pt x="1524" y="204216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317754" y="3048"/>
                  </a:lnTo>
                  <a:lnTo>
                    <a:pt x="317754" y="1524"/>
                  </a:lnTo>
                  <a:lnTo>
                    <a:pt x="319278" y="3048"/>
                  </a:lnTo>
                  <a:lnTo>
                    <a:pt x="319278" y="169230"/>
                  </a:lnTo>
                  <a:lnTo>
                    <a:pt x="320802" y="167640"/>
                  </a:lnTo>
                  <a:close/>
                </a:path>
                <a:path w="321310" h="204470">
                  <a:moveTo>
                    <a:pt x="3048" y="3048"/>
                  </a:moveTo>
                  <a:lnTo>
                    <a:pt x="3048" y="1524"/>
                  </a:lnTo>
                  <a:lnTo>
                    <a:pt x="1524" y="3048"/>
                  </a:lnTo>
                  <a:lnTo>
                    <a:pt x="3048" y="3048"/>
                  </a:lnTo>
                  <a:close/>
                </a:path>
                <a:path w="321310" h="204470">
                  <a:moveTo>
                    <a:pt x="3048" y="201168"/>
                  </a:moveTo>
                  <a:lnTo>
                    <a:pt x="3048" y="3048"/>
                  </a:lnTo>
                  <a:lnTo>
                    <a:pt x="1524" y="3048"/>
                  </a:lnTo>
                  <a:lnTo>
                    <a:pt x="1524" y="201168"/>
                  </a:lnTo>
                  <a:lnTo>
                    <a:pt x="3048" y="201168"/>
                  </a:lnTo>
                  <a:close/>
                </a:path>
                <a:path w="321310" h="204470">
                  <a:moveTo>
                    <a:pt x="284194" y="201168"/>
                  </a:moveTo>
                  <a:lnTo>
                    <a:pt x="1524" y="201168"/>
                  </a:lnTo>
                  <a:lnTo>
                    <a:pt x="3048" y="202692"/>
                  </a:lnTo>
                  <a:lnTo>
                    <a:pt x="3048" y="204216"/>
                  </a:lnTo>
                  <a:lnTo>
                    <a:pt x="283464" y="204216"/>
                  </a:lnTo>
                  <a:lnTo>
                    <a:pt x="283464" y="201930"/>
                  </a:lnTo>
                  <a:lnTo>
                    <a:pt x="284194" y="201168"/>
                  </a:lnTo>
                  <a:close/>
                </a:path>
                <a:path w="321310" h="204470">
                  <a:moveTo>
                    <a:pt x="3048" y="204216"/>
                  </a:moveTo>
                  <a:lnTo>
                    <a:pt x="3048" y="202692"/>
                  </a:lnTo>
                  <a:lnTo>
                    <a:pt x="1524" y="201168"/>
                  </a:lnTo>
                  <a:lnTo>
                    <a:pt x="1524" y="204216"/>
                  </a:lnTo>
                  <a:lnTo>
                    <a:pt x="3048" y="204216"/>
                  </a:lnTo>
                  <a:close/>
                </a:path>
                <a:path w="321310" h="204470">
                  <a:moveTo>
                    <a:pt x="284226" y="201168"/>
                  </a:moveTo>
                  <a:lnTo>
                    <a:pt x="283464" y="201930"/>
                  </a:lnTo>
                  <a:lnTo>
                    <a:pt x="284226" y="201168"/>
                  </a:lnTo>
                  <a:close/>
                </a:path>
                <a:path w="321310" h="204470">
                  <a:moveTo>
                    <a:pt x="284226" y="204216"/>
                  </a:moveTo>
                  <a:lnTo>
                    <a:pt x="284226" y="201168"/>
                  </a:lnTo>
                  <a:lnTo>
                    <a:pt x="283464" y="201930"/>
                  </a:lnTo>
                  <a:lnTo>
                    <a:pt x="283464" y="204216"/>
                  </a:lnTo>
                  <a:lnTo>
                    <a:pt x="284226" y="204216"/>
                  </a:lnTo>
                  <a:close/>
                </a:path>
                <a:path w="321310" h="204470">
                  <a:moveTo>
                    <a:pt x="318516" y="170025"/>
                  </a:moveTo>
                  <a:lnTo>
                    <a:pt x="318516" y="165354"/>
                  </a:lnTo>
                  <a:lnTo>
                    <a:pt x="284194" y="201168"/>
                  </a:lnTo>
                  <a:lnTo>
                    <a:pt x="284226" y="204216"/>
                  </a:lnTo>
                  <a:lnTo>
                    <a:pt x="285750" y="204216"/>
                  </a:lnTo>
                  <a:lnTo>
                    <a:pt x="318516" y="170025"/>
                  </a:lnTo>
                  <a:close/>
                </a:path>
                <a:path w="321310" h="204470">
                  <a:moveTo>
                    <a:pt x="319278" y="3048"/>
                  </a:moveTo>
                  <a:lnTo>
                    <a:pt x="317754" y="1524"/>
                  </a:lnTo>
                  <a:lnTo>
                    <a:pt x="317754" y="3048"/>
                  </a:lnTo>
                  <a:lnTo>
                    <a:pt x="319278" y="3048"/>
                  </a:lnTo>
                  <a:close/>
                </a:path>
                <a:path w="321310" h="204470">
                  <a:moveTo>
                    <a:pt x="319278" y="169230"/>
                  </a:moveTo>
                  <a:lnTo>
                    <a:pt x="319278" y="3048"/>
                  </a:lnTo>
                  <a:lnTo>
                    <a:pt x="317754" y="3048"/>
                  </a:lnTo>
                  <a:lnTo>
                    <a:pt x="317754" y="166116"/>
                  </a:lnTo>
                  <a:lnTo>
                    <a:pt x="318516" y="165354"/>
                  </a:lnTo>
                  <a:lnTo>
                    <a:pt x="318516" y="170025"/>
                  </a:lnTo>
                  <a:lnTo>
                    <a:pt x="319278" y="169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2946145" y="3209798"/>
            <a:ext cx="2514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seq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99810" y="3412552"/>
            <a:ext cx="178816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Microsoft Sans Serif"/>
                <a:cs typeface="Microsoft Sans Serif"/>
              </a:rPr>
              <a:t>Intruder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enters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through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front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981693" y="3446538"/>
            <a:ext cx="1173480" cy="46990"/>
          </a:xfrm>
          <a:custGeom>
            <a:avLst/>
            <a:gdLst/>
            <a:ahLst/>
            <a:cxnLst/>
            <a:rect l="l" t="t" r="r" b="b"/>
            <a:pathLst>
              <a:path w="1173479" h="46989">
                <a:moveTo>
                  <a:pt x="1173480" y="1524"/>
                </a:moveTo>
                <a:lnTo>
                  <a:pt x="1172959" y="1524"/>
                </a:lnTo>
                <a:lnTo>
                  <a:pt x="1172718" y="762"/>
                </a:lnTo>
                <a:lnTo>
                  <a:pt x="1171181" y="1524"/>
                </a:lnTo>
                <a:lnTo>
                  <a:pt x="0" y="0"/>
                </a:lnTo>
                <a:lnTo>
                  <a:pt x="0" y="3810"/>
                </a:lnTo>
                <a:lnTo>
                  <a:pt x="1163510" y="5321"/>
                </a:lnTo>
                <a:lnTo>
                  <a:pt x="1086612" y="43434"/>
                </a:lnTo>
                <a:lnTo>
                  <a:pt x="1088136" y="46482"/>
                </a:lnTo>
                <a:lnTo>
                  <a:pt x="1168996" y="5334"/>
                </a:lnTo>
                <a:lnTo>
                  <a:pt x="1173480" y="5334"/>
                </a:lnTo>
                <a:lnTo>
                  <a:pt x="1173480" y="3048"/>
                </a:lnTo>
                <a:lnTo>
                  <a:pt x="1173480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3291078" y="3454400"/>
            <a:ext cx="90551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Enter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95208" y="3527442"/>
            <a:ext cx="1623695" cy="470534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100" spc="-5">
                <a:latin typeface="Microsoft Sans Serif"/>
                <a:cs typeface="Microsoft Sans Serif"/>
              </a:rPr>
              <a:t>door</a:t>
            </a:r>
            <a:endParaRPr sz="1100">
              <a:latin typeface="Microsoft Sans Serif"/>
              <a:cs typeface="Microsoft Sans Serif"/>
            </a:endParaRPr>
          </a:p>
          <a:p>
            <a:pPr marL="20955">
              <a:lnSpc>
                <a:spcPct val="100000"/>
              </a:lnSpc>
              <a:spcBef>
                <a:spcPts val="430"/>
              </a:spcBef>
            </a:pPr>
            <a:r>
              <a:rPr dirty="0" sz="1100" spc="-5">
                <a:latin typeface="Microsoft Sans Serif"/>
                <a:cs typeface="Microsoft Sans Serif"/>
              </a:rPr>
              <a:t>Door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sensor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detects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entry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4196334" y="3797808"/>
            <a:ext cx="2554605" cy="86995"/>
            <a:chOff x="4196334" y="3797808"/>
            <a:chExt cx="2554605" cy="86995"/>
          </a:xfrm>
        </p:grpSpPr>
        <p:sp>
          <p:nvSpPr>
            <p:cNvPr id="79" name="object 79"/>
            <p:cNvSpPr/>
            <p:nvPr/>
          </p:nvSpPr>
          <p:spPr>
            <a:xfrm>
              <a:off x="4196334" y="3838956"/>
              <a:ext cx="2552700" cy="5080"/>
            </a:xfrm>
            <a:custGeom>
              <a:avLst/>
              <a:gdLst/>
              <a:ahLst/>
              <a:cxnLst/>
              <a:rect l="l" t="t" r="r" b="b"/>
              <a:pathLst>
                <a:path w="2552700" h="5079">
                  <a:moveTo>
                    <a:pt x="2552700" y="4571"/>
                  </a:moveTo>
                  <a:lnTo>
                    <a:pt x="2552700" y="1523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2552700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3690" y="3797808"/>
              <a:ext cx="86867" cy="86868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4197096" y="3846829"/>
            <a:ext cx="15354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5795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: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SensedEntry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06596" y="4026715"/>
            <a:ext cx="19672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Microsoft Sans Serif"/>
                <a:cs typeface="Microsoft Sans Serif"/>
              </a:rPr>
              <a:t>New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alert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status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sent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to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central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92930" y="4196700"/>
            <a:ext cx="46863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Microsoft Sans Serif"/>
                <a:cs typeface="Microsoft Sans Serif"/>
              </a:rPr>
              <a:t>system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791706" y="4020311"/>
            <a:ext cx="1207770" cy="86995"/>
            <a:chOff x="6791706" y="4020311"/>
            <a:chExt cx="1207770" cy="86995"/>
          </a:xfrm>
        </p:grpSpPr>
        <p:sp>
          <p:nvSpPr>
            <p:cNvPr id="85" name="object 85"/>
            <p:cNvSpPr/>
            <p:nvPr/>
          </p:nvSpPr>
          <p:spPr>
            <a:xfrm>
              <a:off x="6791706" y="4062983"/>
              <a:ext cx="1206500" cy="5080"/>
            </a:xfrm>
            <a:custGeom>
              <a:avLst/>
              <a:gdLst/>
              <a:ahLst/>
              <a:cxnLst/>
              <a:rect l="l" t="t" r="r" b="b"/>
              <a:pathLst>
                <a:path w="1206500" h="5079">
                  <a:moveTo>
                    <a:pt x="1206246" y="4571"/>
                  </a:moveTo>
                  <a:lnTo>
                    <a:pt x="1206246" y="1523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1206246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2608" y="4020311"/>
              <a:ext cx="86867" cy="86868"/>
            </a:xfrm>
            <a:prstGeom prst="rect">
              <a:avLst/>
            </a:prstGeom>
          </p:spPr>
        </p:pic>
      </p:grpSp>
      <p:sp>
        <p:nvSpPr>
          <p:cNvPr id="87" name="object 87"/>
          <p:cNvSpPr txBox="1"/>
          <p:nvPr/>
        </p:nvSpPr>
        <p:spPr>
          <a:xfrm>
            <a:off x="6865111" y="4061714"/>
            <a:ext cx="906780" cy="361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0489" marR="5080" indent="-98425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IntruderEntry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: </a:t>
            </a:r>
            <a:r>
              <a:rPr dirty="0" sz="1100" spc="-29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Alert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Status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96718" y="4419113"/>
            <a:ext cx="194437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Microsoft Sans Serif"/>
                <a:cs typeface="Microsoft Sans Serif"/>
              </a:rPr>
              <a:t>Intruder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leaves through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lounge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95184" y="4589098"/>
            <a:ext cx="49085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Microsoft Sans Serif"/>
                <a:cs typeface="Microsoft Sans Serif"/>
              </a:rPr>
              <a:t>w</a:t>
            </a:r>
            <a:r>
              <a:rPr dirty="0" sz="1100" spc="-15">
                <a:latin typeface="Microsoft Sans Serif"/>
                <a:cs typeface="Microsoft Sans Serif"/>
              </a:rPr>
              <a:t>i</a:t>
            </a:r>
            <a:r>
              <a:rPr dirty="0" sz="1100" spc="-5">
                <a:latin typeface="Microsoft Sans Serif"/>
                <a:cs typeface="Microsoft Sans Serif"/>
              </a:rPr>
              <a:t>ndow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2981693" y="4454651"/>
            <a:ext cx="2486660" cy="44450"/>
          </a:xfrm>
          <a:custGeom>
            <a:avLst/>
            <a:gdLst/>
            <a:ahLst/>
            <a:cxnLst/>
            <a:rect l="l" t="t" r="r" b="b"/>
            <a:pathLst>
              <a:path w="2486660" h="44450">
                <a:moveTo>
                  <a:pt x="2486418" y="3048"/>
                </a:moveTo>
                <a:lnTo>
                  <a:pt x="2485656" y="762"/>
                </a:lnTo>
                <a:lnTo>
                  <a:pt x="2484056" y="1524"/>
                </a:lnTo>
                <a:lnTo>
                  <a:pt x="0" y="0"/>
                </a:lnTo>
                <a:lnTo>
                  <a:pt x="0" y="3048"/>
                </a:lnTo>
                <a:lnTo>
                  <a:pt x="2476106" y="5334"/>
                </a:lnTo>
                <a:lnTo>
                  <a:pt x="2399550" y="41910"/>
                </a:lnTo>
                <a:lnTo>
                  <a:pt x="2401074" y="44196"/>
                </a:lnTo>
                <a:lnTo>
                  <a:pt x="2481681" y="5334"/>
                </a:lnTo>
                <a:lnTo>
                  <a:pt x="2485644" y="5334"/>
                </a:lnTo>
                <a:lnTo>
                  <a:pt x="2485644" y="3429"/>
                </a:lnTo>
                <a:lnTo>
                  <a:pt x="2486418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4278884" y="4461002"/>
            <a:ext cx="2584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Exit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05859" y="4810732"/>
            <a:ext cx="171894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Microsoft Sans Serif"/>
                <a:cs typeface="Microsoft Sans Serif"/>
              </a:rPr>
              <a:t>Window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sensor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detects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exit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5510784" y="4804409"/>
            <a:ext cx="1240155" cy="86995"/>
            <a:chOff x="5510784" y="4804409"/>
            <a:chExt cx="1240155" cy="86995"/>
          </a:xfrm>
        </p:grpSpPr>
        <p:sp>
          <p:nvSpPr>
            <p:cNvPr id="94" name="object 94"/>
            <p:cNvSpPr/>
            <p:nvPr/>
          </p:nvSpPr>
          <p:spPr>
            <a:xfrm>
              <a:off x="5510784" y="4847081"/>
              <a:ext cx="1238250" cy="5080"/>
            </a:xfrm>
            <a:custGeom>
              <a:avLst/>
              <a:gdLst/>
              <a:ahLst/>
              <a:cxnLst/>
              <a:rect l="l" t="t" r="r" b="b"/>
              <a:pathLst>
                <a:path w="1238250" h="5079">
                  <a:moveTo>
                    <a:pt x="1238250" y="4571"/>
                  </a:moveTo>
                  <a:lnTo>
                    <a:pt x="1238250" y="1523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1238250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3690" y="4804409"/>
              <a:ext cx="86867" cy="86868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5869178" y="4853432"/>
            <a:ext cx="80835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: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SensedExit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02843" y="5034851"/>
            <a:ext cx="179768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Microsoft Sans Serif"/>
                <a:cs typeface="Microsoft Sans Serif"/>
              </a:rPr>
              <a:t>Changed alert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status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sent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to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95173" y="5203302"/>
            <a:ext cx="92392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Microsoft Sans Serif"/>
                <a:cs typeface="Microsoft Sans Serif"/>
              </a:rPr>
              <a:t>central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 spc="-5">
                <a:latin typeface="Microsoft Sans Serif"/>
                <a:cs typeface="Microsoft Sans Serif"/>
              </a:rPr>
              <a:t>system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6791706" y="5026914"/>
            <a:ext cx="1207770" cy="88900"/>
            <a:chOff x="6791706" y="5026914"/>
            <a:chExt cx="1207770" cy="88900"/>
          </a:xfrm>
        </p:grpSpPr>
        <p:sp>
          <p:nvSpPr>
            <p:cNvPr id="100" name="object 100"/>
            <p:cNvSpPr/>
            <p:nvPr/>
          </p:nvSpPr>
          <p:spPr>
            <a:xfrm>
              <a:off x="6791706" y="5069585"/>
              <a:ext cx="1206500" cy="5080"/>
            </a:xfrm>
            <a:custGeom>
              <a:avLst/>
              <a:gdLst/>
              <a:ahLst/>
              <a:cxnLst/>
              <a:rect l="l" t="t" r="r" b="b"/>
              <a:pathLst>
                <a:path w="1206500" h="5079">
                  <a:moveTo>
                    <a:pt x="1206246" y="4571"/>
                  </a:moveTo>
                  <a:lnTo>
                    <a:pt x="1206246" y="1523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1206246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2608" y="5026914"/>
              <a:ext cx="86867" cy="88392"/>
            </a:xfrm>
            <a:prstGeom prst="rect">
              <a:avLst/>
            </a:prstGeom>
          </p:spPr>
        </p:pic>
      </p:grpSp>
      <p:sp>
        <p:nvSpPr>
          <p:cNvPr id="102" name="object 102"/>
          <p:cNvSpPr txBox="1"/>
          <p:nvPr/>
        </p:nvSpPr>
        <p:spPr>
          <a:xfrm>
            <a:off x="6881112" y="5084317"/>
            <a:ext cx="852805" cy="361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3820" marR="5080" indent="-71755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 MT"/>
                <a:cs typeface="Arial MT"/>
              </a:rPr>
              <a:t>Intruder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Exit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: </a:t>
            </a:r>
            <a:r>
              <a:rPr dirty="0" sz="1100" spc="-29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Alert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Status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276606" y="2036825"/>
            <a:ext cx="8574405" cy="3519804"/>
          </a:xfrm>
          <a:custGeom>
            <a:avLst/>
            <a:gdLst/>
            <a:ahLst/>
            <a:cxnLst/>
            <a:rect l="l" t="t" r="r" b="b"/>
            <a:pathLst>
              <a:path w="8574405" h="3519804">
                <a:moveTo>
                  <a:pt x="8574024" y="0"/>
                </a:moveTo>
                <a:lnTo>
                  <a:pt x="8570976" y="0"/>
                </a:lnTo>
                <a:lnTo>
                  <a:pt x="8570976" y="3810"/>
                </a:lnTo>
                <a:lnTo>
                  <a:pt x="8570976" y="3516630"/>
                </a:lnTo>
                <a:lnTo>
                  <a:pt x="3048" y="3516630"/>
                </a:lnTo>
                <a:lnTo>
                  <a:pt x="3048" y="257556"/>
                </a:lnTo>
                <a:lnTo>
                  <a:pt x="1803641" y="257556"/>
                </a:lnTo>
                <a:lnTo>
                  <a:pt x="1805165" y="256794"/>
                </a:lnTo>
                <a:lnTo>
                  <a:pt x="1835645" y="224193"/>
                </a:lnTo>
                <a:lnTo>
                  <a:pt x="1837931" y="221742"/>
                </a:lnTo>
                <a:lnTo>
                  <a:pt x="1837931" y="3810"/>
                </a:lnTo>
                <a:lnTo>
                  <a:pt x="8570976" y="3810"/>
                </a:lnTo>
                <a:lnTo>
                  <a:pt x="8570976" y="0"/>
                </a:lnTo>
                <a:lnTo>
                  <a:pt x="1835645" y="0"/>
                </a:lnTo>
                <a:lnTo>
                  <a:pt x="1835645" y="220218"/>
                </a:lnTo>
                <a:lnTo>
                  <a:pt x="1802879" y="254508"/>
                </a:lnTo>
                <a:lnTo>
                  <a:pt x="3048" y="254508"/>
                </a:lnTo>
                <a:lnTo>
                  <a:pt x="3048" y="3810"/>
                </a:lnTo>
                <a:lnTo>
                  <a:pt x="1834883" y="3810"/>
                </a:lnTo>
                <a:lnTo>
                  <a:pt x="1834883" y="220980"/>
                </a:lnTo>
                <a:lnTo>
                  <a:pt x="1835645" y="220218"/>
                </a:lnTo>
                <a:lnTo>
                  <a:pt x="1835645" y="0"/>
                </a:lnTo>
                <a:lnTo>
                  <a:pt x="0" y="0"/>
                </a:lnTo>
                <a:lnTo>
                  <a:pt x="0" y="3519678"/>
                </a:lnTo>
                <a:lnTo>
                  <a:pt x="1524" y="3519678"/>
                </a:lnTo>
                <a:lnTo>
                  <a:pt x="3048" y="3519678"/>
                </a:lnTo>
                <a:lnTo>
                  <a:pt x="8570976" y="3519678"/>
                </a:lnTo>
                <a:lnTo>
                  <a:pt x="8572500" y="3519678"/>
                </a:lnTo>
                <a:lnTo>
                  <a:pt x="8574024" y="3519678"/>
                </a:lnTo>
                <a:lnTo>
                  <a:pt x="8574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 txBox="1"/>
          <p:nvPr/>
        </p:nvSpPr>
        <p:spPr>
          <a:xfrm>
            <a:off x="321056" y="2049272"/>
            <a:ext cx="176212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latin typeface="Arial"/>
                <a:cs typeface="Arial"/>
              </a:rPr>
              <a:t>sd </a:t>
            </a:r>
            <a:r>
              <a:rPr dirty="0" sz="1100" spc="-5">
                <a:latin typeface="Arial MT"/>
                <a:cs typeface="Arial MT"/>
              </a:rPr>
              <a:t>Entry/Exit Detection Test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5" name="object 105"/>
          <p:cNvSpPr txBox="1">
            <a:spLocks noGrp="1"/>
          </p:cNvSpPr>
          <p:nvPr>
            <p:ph type="title"/>
          </p:nvPr>
        </p:nvSpPr>
        <p:spPr>
          <a:xfrm>
            <a:off x="2786126" y="411734"/>
            <a:ext cx="326644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Entry/Exit</a:t>
            </a:r>
            <a:r>
              <a:rPr dirty="0" spc="-70"/>
              <a:t> </a:t>
            </a:r>
            <a:r>
              <a:rPr dirty="0"/>
              <a:t>Test</a:t>
            </a:r>
            <a:r>
              <a:rPr dirty="0" spc="-45"/>
              <a:t> </a:t>
            </a:r>
            <a:r>
              <a:rPr dirty="0"/>
              <a:t>Case</a:t>
            </a:r>
          </a:p>
        </p:txBody>
      </p:sp>
      <p:sp>
        <p:nvSpPr>
          <p:cNvPr id="106" name="object 106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8" name="object 10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109" name="object 109"/>
          <p:cNvSpPr txBox="1"/>
          <p:nvPr/>
        </p:nvSpPr>
        <p:spPr>
          <a:xfrm>
            <a:off x="8042850" y="6500168"/>
            <a:ext cx="3606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113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860295" y="6509311"/>
            <a:ext cx="612902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 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2004-2006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9477" y="6512868"/>
            <a:ext cx="430911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 by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Object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 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7240" y="6512868"/>
            <a:ext cx="7587615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45"/>
              </a:lnSpc>
              <a:tabLst>
                <a:tab pos="7303134" algn="l"/>
              </a:tabLst>
            </a:pPr>
            <a:r>
              <a:rPr dirty="0" sz="1400" spc="-10">
                <a:latin typeface="Arial MT"/>
                <a:cs typeface="Arial MT"/>
              </a:rPr>
              <a:t>4/15/200</a:t>
            </a:r>
            <a:r>
              <a:rPr dirty="0" sz="1400" spc="-5">
                <a:latin typeface="Arial MT"/>
                <a:cs typeface="Arial MT"/>
              </a:rPr>
              <a:t>8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105">
                <a:latin typeface="Arial MT"/>
                <a:cs typeface="Arial MT"/>
              </a:rPr>
              <a:t>1</a:t>
            </a:r>
            <a:r>
              <a:rPr dirty="0" sz="1400" spc="-5">
                <a:latin typeface="Arial MT"/>
                <a:cs typeface="Arial MT"/>
              </a:rPr>
              <a:t>19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69235" y="6384035"/>
            <a:ext cx="4448175" cy="474345"/>
          </a:xfrm>
          <a:custGeom>
            <a:avLst/>
            <a:gdLst/>
            <a:ahLst/>
            <a:cxnLst/>
            <a:rect l="l" t="t" r="r" b="b"/>
            <a:pathLst>
              <a:path w="4448175" h="474345">
                <a:moveTo>
                  <a:pt x="4447794" y="473964"/>
                </a:moveTo>
                <a:lnTo>
                  <a:pt x="4447794" y="0"/>
                </a:lnTo>
                <a:lnTo>
                  <a:pt x="0" y="0"/>
                </a:lnTo>
                <a:lnTo>
                  <a:pt x="0" y="473964"/>
                </a:lnTo>
                <a:lnTo>
                  <a:pt x="4447794" y="4739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79409" y="198374"/>
            <a:ext cx="4079875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dirty="0"/>
              <a:t>OOSEM </a:t>
            </a:r>
            <a:r>
              <a:rPr dirty="0" spc="-5"/>
              <a:t>Browser View </a:t>
            </a:r>
            <a:r>
              <a:rPr dirty="0"/>
              <a:t> Artisan</a:t>
            </a:r>
            <a:r>
              <a:rPr dirty="0" spc="-50"/>
              <a:t> </a:t>
            </a:r>
            <a:r>
              <a:rPr dirty="0"/>
              <a:t>Studio™</a:t>
            </a:r>
            <a:r>
              <a:rPr dirty="0" spc="-50"/>
              <a:t> </a:t>
            </a:r>
            <a:r>
              <a:rPr dirty="0"/>
              <a:t>Example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135" y="1044702"/>
            <a:ext cx="8673845" cy="56548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60295" y="6606793"/>
            <a:ext cx="61290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Lockheed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Martin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Corporation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2000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–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2003 &amp;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INCOSE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2004-2006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236982"/>
            <a:ext cx="1433322" cy="895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7" y="300227"/>
            <a:ext cx="1334192" cy="855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78583" y="2981960"/>
            <a:ext cx="538670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SysML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Standards</a:t>
            </a:r>
            <a:r>
              <a:rPr dirty="0" spc="-15"/>
              <a:t> </a:t>
            </a:r>
            <a:r>
              <a:rPr dirty="0"/>
              <a:t>Framework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27455" marR="5080" indent="-653415">
              <a:lnSpc>
                <a:spcPct val="100000"/>
              </a:lnSpc>
              <a:spcBef>
                <a:spcPts val="100"/>
              </a:spcBef>
            </a:pPr>
            <a:r>
              <a:rPr dirty="0"/>
              <a:t>Systems</a:t>
            </a:r>
            <a:r>
              <a:rPr dirty="0" spc="-55"/>
              <a:t> </a:t>
            </a:r>
            <a:r>
              <a:rPr dirty="0"/>
              <a:t>Engineering</a:t>
            </a:r>
            <a:r>
              <a:rPr dirty="0" spc="-25"/>
              <a:t> </a:t>
            </a:r>
            <a:r>
              <a:rPr dirty="0"/>
              <a:t>Standards </a:t>
            </a:r>
            <a:r>
              <a:rPr dirty="0" spc="-760"/>
              <a:t> </a:t>
            </a:r>
            <a:r>
              <a:rPr dirty="0"/>
              <a:t>Framework</a:t>
            </a:r>
            <a:r>
              <a:rPr dirty="0" spc="-10"/>
              <a:t> </a:t>
            </a:r>
            <a:r>
              <a:rPr dirty="0"/>
              <a:t>(Partial</a:t>
            </a:r>
            <a:r>
              <a:rPr dirty="0" spc="-10"/>
              <a:t> </a:t>
            </a:r>
            <a:r>
              <a:rPr dirty="0"/>
              <a:t>List)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162555" y="2369057"/>
            <a:ext cx="5243830" cy="3129280"/>
            <a:chOff x="2162555" y="2369057"/>
            <a:chExt cx="5243830" cy="3129280"/>
          </a:xfrm>
        </p:grpSpPr>
        <p:sp>
          <p:nvSpPr>
            <p:cNvPr id="5" name="object 5"/>
            <p:cNvSpPr/>
            <p:nvPr/>
          </p:nvSpPr>
          <p:spPr>
            <a:xfrm>
              <a:off x="2776727" y="3131057"/>
              <a:ext cx="4038600" cy="609600"/>
            </a:xfrm>
            <a:custGeom>
              <a:avLst/>
              <a:gdLst/>
              <a:ahLst/>
              <a:cxnLst/>
              <a:rect l="l" t="t" r="r" b="b"/>
              <a:pathLst>
                <a:path w="4038600" h="609600">
                  <a:moveTo>
                    <a:pt x="4038600" y="609600"/>
                  </a:moveTo>
                  <a:lnTo>
                    <a:pt x="4038600" y="0"/>
                  </a:lnTo>
                  <a:lnTo>
                    <a:pt x="0" y="0"/>
                  </a:lnTo>
                  <a:lnTo>
                    <a:pt x="0" y="609600"/>
                  </a:lnTo>
                  <a:lnTo>
                    <a:pt x="4038600" y="60960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72155" y="3126485"/>
              <a:ext cx="4048125" cy="619125"/>
            </a:xfrm>
            <a:custGeom>
              <a:avLst/>
              <a:gdLst/>
              <a:ahLst/>
              <a:cxnLst/>
              <a:rect l="l" t="t" r="r" b="b"/>
              <a:pathLst>
                <a:path w="4048125" h="619125">
                  <a:moveTo>
                    <a:pt x="4047744" y="618744"/>
                  </a:moveTo>
                  <a:lnTo>
                    <a:pt x="4047744" y="0"/>
                  </a:lnTo>
                  <a:lnTo>
                    <a:pt x="0" y="0"/>
                  </a:lnTo>
                  <a:lnTo>
                    <a:pt x="0" y="618744"/>
                  </a:lnTo>
                  <a:lnTo>
                    <a:pt x="4572" y="618744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4038600" y="9144"/>
                  </a:lnTo>
                  <a:lnTo>
                    <a:pt x="4038600" y="4572"/>
                  </a:lnTo>
                  <a:lnTo>
                    <a:pt x="4043172" y="9144"/>
                  </a:lnTo>
                  <a:lnTo>
                    <a:pt x="4043172" y="618744"/>
                  </a:lnTo>
                  <a:lnTo>
                    <a:pt x="4047744" y="618744"/>
                  </a:lnTo>
                  <a:close/>
                </a:path>
                <a:path w="4048125" h="619125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4048125" h="619125">
                  <a:moveTo>
                    <a:pt x="9144" y="609600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609600"/>
                  </a:lnTo>
                  <a:lnTo>
                    <a:pt x="9144" y="609600"/>
                  </a:lnTo>
                  <a:close/>
                </a:path>
                <a:path w="4048125" h="619125">
                  <a:moveTo>
                    <a:pt x="4043172" y="609600"/>
                  </a:moveTo>
                  <a:lnTo>
                    <a:pt x="4572" y="609600"/>
                  </a:lnTo>
                  <a:lnTo>
                    <a:pt x="9144" y="614172"/>
                  </a:lnTo>
                  <a:lnTo>
                    <a:pt x="9144" y="618744"/>
                  </a:lnTo>
                  <a:lnTo>
                    <a:pt x="4038600" y="618744"/>
                  </a:lnTo>
                  <a:lnTo>
                    <a:pt x="4038600" y="614172"/>
                  </a:lnTo>
                  <a:lnTo>
                    <a:pt x="4043172" y="609600"/>
                  </a:lnTo>
                  <a:close/>
                </a:path>
                <a:path w="4048125" h="619125">
                  <a:moveTo>
                    <a:pt x="9144" y="618744"/>
                  </a:moveTo>
                  <a:lnTo>
                    <a:pt x="9144" y="614172"/>
                  </a:lnTo>
                  <a:lnTo>
                    <a:pt x="4572" y="609600"/>
                  </a:lnTo>
                  <a:lnTo>
                    <a:pt x="4572" y="618744"/>
                  </a:lnTo>
                  <a:lnTo>
                    <a:pt x="9144" y="618744"/>
                  </a:lnTo>
                  <a:close/>
                </a:path>
                <a:path w="4048125" h="619125">
                  <a:moveTo>
                    <a:pt x="4043172" y="9144"/>
                  </a:moveTo>
                  <a:lnTo>
                    <a:pt x="4038600" y="4572"/>
                  </a:lnTo>
                  <a:lnTo>
                    <a:pt x="4038600" y="9144"/>
                  </a:lnTo>
                  <a:lnTo>
                    <a:pt x="4043172" y="9144"/>
                  </a:lnTo>
                  <a:close/>
                </a:path>
                <a:path w="4048125" h="619125">
                  <a:moveTo>
                    <a:pt x="4043172" y="609600"/>
                  </a:moveTo>
                  <a:lnTo>
                    <a:pt x="4043172" y="9144"/>
                  </a:lnTo>
                  <a:lnTo>
                    <a:pt x="4038600" y="9144"/>
                  </a:lnTo>
                  <a:lnTo>
                    <a:pt x="4038600" y="609600"/>
                  </a:lnTo>
                  <a:lnTo>
                    <a:pt x="4043172" y="609600"/>
                  </a:lnTo>
                  <a:close/>
                </a:path>
                <a:path w="4048125" h="619125">
                  <a:moveTo>
                    <a:pt x="4043172" y="618744"/>
                  </a:moveTo>
                  <a:lnTo>
                    <a:pt x="4043172" y="609600"/>
                  </a:lnTo>
                  <a:lnTo>
                    <a:pt x="4038600" y="614172"/>
                  </a:lnTo>
                  <a:lnTo>
                    <a:pt x="4038600" y="618744"/>
                  </a:lnTo>
                  <a:lnTo>
                    <a:pt x="4043172" y="618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1955" y="3202719"/>
              <a:ext cx="659129" cy="3725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53583" y="3304031"/>
              <a:ext cx="573023" cy="2011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4555" y="3210563"/>
              <a:ext cx="659129" cy="3731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33344" y="3316223"/>
              <a:ext cx="304800" cy="1950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20155" y="3176977"/>
              <a:ext cx="770889" cy="43947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73985" y="2373629"/>
              <a:ext cx="5227320" cy="508634"/>
            </a:xfrm>
            <a:custGeom>
              <a:avLst/>
              <a:gdLst/>
              <a:ahLst/>
              <a:cxnLst/>
              <a:rect l="l" t="t" r="r" b="b"/>
              <a:pathLst>
                <a:path w="5227320" h="508635">
                  <a:moveTo>
                    <a:pt x="5227320" y="508253"/>
                  </a:moveTo>
                  <a:lnTo>
                    <a:pt x="5227320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5227320" y="508253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168651" y="2369057"/>
              <a:ext cx="5237480" cy="517525"/>
            </a:xfrm>
            <a:custGeom>
              <a:avLst/>
              <a:gdLst/>
              <a:ahLst/>
              <a:cxnLst/>
              <a:rect l="l" t="t" r="r" b="b"/>
              <a:pathLst>
                <a:path w="5237480" h="517525">
                  <a:moveTo>
                    <a:pt x="5237226" y="517397"/>
                  </a:moveTo>
                  <a:lnTo>
                    <a:pt x="5237226" y="0"/>
                  </a:lnTo>
                  <a:lnTo>
                    <a:pt x="0" y="0"/>
                  </a:lnTo>
                  <a:lnTo>
                    <a:pt x="0" y="517398"/>
                  </a:lnTo>
                  <a:lnTo>
                    <a:pt x="5334" y="517398"/>
                  </a:lnTo>
                  <a:lnTo>
                    <a:pt x="5334" y="9144"/>
                  </a:lnTo>
                  <a:lnTo>
                    <a:pt x="9905" y="4572"/>
                  </a:lnTo>
                  <a:lnTo>
                    <a:pt x="9905" y="9144"/>
                  </a:lnTo>
                  <a:lnTo>
                    <a:pt x="5228082" y="9143"/>
                  </a:lnTo>
                  <a:lnTo>
                    <a:pt x="5228082" y="4572"/>
                  </a:lnTo>
                  <a:lnTo>
                    <a:pt x="5232654" y="9143"/>
                  </a:lnTo>
                  <a:lnTo>
                    <a:pt x="5232654" y="517397"/>
                  </a:lnTo>
                  <a:lnTo>
                    <a:pt x="5237226" y="517397"/>
                  </a:lnTo>
                  <a:close/>
                </a:path>
                <a:path w="5237480" h="517525">
                  <a:moveTo>
                    <a:pt x="9905" y="9144"/>
                  </a:moveTo>
                  <a:lnTo>
                    <a:pt x="9905" y="4572"/>
                  </a:lnTo>
                  <a:lnTo>
                    <a:pt x="5334" y="9144"/>
                  </a:lnTo>
                  <a:lnTo>
                    <a:pt x="9905" y="9144"/>
                  </a:lnTo>
                  <a:close/>
                </a:path>
                <a:path w="5237480" h="517525">
                  <a:moveTo>
                    <a:pt x="9906" y="507492"/>
                  </a:moveTo>
                  <a:lnTo>
                    <a:pt x="9905" y="9144"/>
                  </a:lnTo>
                  <a:lnTo>
                    <a:pt x="5334" y="9144"/>
                  </a:lnTo>
                  <a:lnTo>
                    <a:pt x="5334" y="507492"/>
                  </a:lnTo>
                  <a:lnTo>
                    <a:pt x="9906" y="507492"/>
                  </a:lnTo>
                  <a:close/>
                </a:path>
                <a:path w="5237480" h="517525">
                  <a:moveTo>
                    <a:pt x="5232654" y="507491"/>
                  </a:moveTo>
                  <a:lnTo>
                    <a:pt x="5334" y="507492"/>
                  </a:lnTo>
                  <a:lnTo>
                    <a:pt x="9906" y="512825"/>
                  </a:lnTo>
                  <a:lnTo>
                    <a:pt x="9906" y="517398"/>
                  </a:lnTo>
                  <a:lnTo>
                    <a:pt x="5228082" y="517397"/>
                  </a:lnTo>
                  <a:lnTo>
                    <a:pt x="5228082" y="512825"/>
                  </a:lnTo>
                  <a:lnTo>
                    <a:pt x="5232654" y="507491"/>
                  </a:lnTo>
                  <a:close/>
                </a:path>
                <a:path w="5237480" h="517525">
                  <a:moveTo>
                    <a:pt x="9906" y="517398"/>
                  </a:moveTo>
                  <a:lnTo>
                    <a:pt x="9906" y="512825"/>
                  </a:lnTo>
                  <a:lnTo>
                    <a:pt x="5334" y="507492"/>
                  </a:lnTo>
                  <a:lnTo>
                    <a:pt x="5334" y="517398"/>
                  </a:lnTo>
                  <a:lnTo>
                    <a:pt x="9906" y="517398"/>
                  </a:lnTo>
                  <a:close/>
                </a:path>
                <a:path w="5237480" h="517525">
                  <a:moveTo>
                    <a:pt x="5232654" y="9143"/>
                  </a:moveTo>
                  <a:lnTo>
                    <a:pt x="5228082" y="4572"/>
                  </a:lnTo>
                  <a:lnTo>
                    <a:pt x="5228082" y="9143"/>
                  </a:lnTo>
                  <a:lnTo>
                    <a:pt x="5232654" y="9143"/>
                  </a:lnTo>
                  <a:close/>
                </a:path>
                <a:path w="5237480" h="517525">
                  <a:moveTo>
                    <a:pt x="5232654" y="507491"/>
                  </a:moveTo>
                  <a:lnTo>
                    <a:pt x="5232654" y="9143"/>
                  </a:lnTo>
                  <a:lnTo>
                    <a:pt x="5228082" y="9143"/>
                  </a:lnTo>
                  <a:lnTo>
                    <a:pt x="5228082" y="507491"/>
                  </a:lnTo>
                  <a:lnTo>
                    <a:pt x="5232654" y="507491"/>
                  </a:lnTo>
                  <a:close/>
                </a:path>
                <a:path w="5237480" h="517525">
                  <a:moveTo>
                    <a:pt x="5232654" y="517397"/>
                  </a:moveTo>
                  <a:lnTo>
                    <a:pt x="5232654" y="507491"/>
                  </a:lnTo>
                  <a:lnTo>
                    <a:pt x="5228082" y="512825"/>
                  </a:lnTo>
                  <a:lnTo>
                    <a:pt x="5228082" y="517397"/>
                  </a:lnTo>
                  <a:lnTo>
                    <a:pt x="5232654" y="5173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40101" y="2432523"/>
              <a:ext cx="821690" cy="39221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801105" y="2459735"/>
              <a:ext cx="1470025" cy="358140"/>
            </a:xfrm>
            <a:custGeom>
              <a:avLst/>
              <a:gdLst/>
              <a:ahLst/>
              <a:cxnLst/>
              <a:rect l="l" t="t" r="r" b="b"/>
              <a:pathLst>
                <a:path w="1470025" h="358139">
                  <a:moveTo>
                    <a:pt x="1469898" y="286512"/>
                  </a:moveTo>
                  <a:lnTo>
                    <a:pt x="1469898" y="0"/>
                  </a:lnTo>
                  <a:lnTo>
                    <a:pt x="1468028" y="9155"/>
                  </a:lnTo>
                  <a:lnTo>
                    <a:pt x="1462944" y="16668"/>
                  </a:lnTo>
                  <a:lnTo>
                    <a:pt x="1455431" y="21752"/>
                  </a:lnTo>
                  <a:lnTo>
                    <a:pt x="1446276" y="23622"/>
                  </a:lnTo>
                  <a:lnTo>
                    <a:pt x="1446276" y="6096"/>
                  </a:lnTo>
                  <a:lnTo>
                    <a:pt x="1440942" y="11430"/>
                  </a:lnTo>
                  <a:lnTo>
                    <a:pt x="1427226" y="11430"/>
                  </a:lnTo>
                  <a:lnTo>
                    <a:pt x="1421892" y="6096"/>
                  </a:lnTo>
                  <a:lnTo>
                    <a:pt x="1421892" y="23622"/>
                  </a:lnTo>
                  <a:lnTo>
                    <a:pt x="23622" y="23622"/>
                  </a:lnTo>
                  <a:lnTo>
                    <a:pt x="0" y="47244"/>
                  </a:lnTo>
                  <a:lnTo>
                    <a:pt x="0" y="334518"/>
                  </a:lnTo>
                  <a:lnTo>
                    <a:pt x="1869" y="343673"/>
                  </a:lnTo>
                  <a:lnTo>
                    <a:pt x="6953" y="351186"/>
                  </a:lnTo>
                  <a:lnTo>
                    <a:pt x="14466" y="356270"/>
                  </a:lnTo>
                  <a:lnTo>
                    <a:pt x="23622" y="358140"/>
                  </a:lnTo>
                  <a:lnTo>
                    <a:pt x="23622" y="41148"/>
                  </a:lnTo>
                  <a:lnTo>
                    <a:pt x="28956" y="35814"/>
                  </a:lnTo>
                  <a:lnTo>
                    <a:pt x="42672" y="35814"/>
                  </a:lnTo>
                  <a:lnTo>
                    <a:pt x="48006" y="41148"/>
                  </a:lnTo>
                  <a:lnTo>
                    <a:pt x="48006" y="310896"/>
                  </a:lnTo>
                  <a:lnTo>
                    <a:pt x="1446276" y="310896"/>
                  </a:lnTo>
                  <a:lnTo>
                    <a:pt x="1455431" y="309014"/>
                  </a:lnTo>
                  <a:lnTo>
                    <a:pt x="1462944" y="303847"/>
                  </a:lnTo>
                  <a:lnTo>
                    <a:pt x="1468028" y="296108"/>
                  </a:lnTo>
                  <a:lnTo>
                    <a:pt x="1469898" y="286512"/>
                  </a:lnTo>
                  <a:close/>
                </a:path>
                <a:path w="1470025" h="358139">
                  <a:moveTo>
                    <a:pt x="48006" y="334518"/>
                  </a:moveTo>
                  <a:lnTo>
                    <a:pt x="48006" y="47244"/>
                  </a:lnTo>
                  <a:lnTo>
                    <a:pt x="46124" y="56840"/>
                  </a:lnTo>
                  <a:lnTo>
                    <a:pt x="40957" y="64579"/>
                  </a:lnTo>
                  <a:lnTo>
                    <a:pt x="33218" y="69746"/>
                  </a:lnTo>
                  <a:lnTo>
                    <a:pt x="23622" y="71628"/>
                  </a:lnTo>
                  <a:lnTo>
                    <a:pt x="23622" y="358140"/>
                  </a:lnTo>
                  <a:lnTo>
                    <a:pt x="33218" y="356270"/>
                  </a:lnTo>
                  <a:lnTo>
                    <a:pt x="40957" y="351186"/>
                  </a:lnTo>
                  <a:lnTo>
                    <a:pt x="46124" y="343673"/>
                  </a:lnTo>
                  <a:lnTo>
                    <a:pt x="48006" y="334518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824727" y="2435352"/>
              <a:ext cx="1446530" cy="96520"/>
            </a:xfrm>
            <a:custGeom>
              <a:avLst/>
              <a:gdLst/>
              <a:ahLst/>
              <a:cxnLst/>
              <a:rect l="l" t="t" r="r" b="b"/>
              <a:pathLst>
                <a:path w="1446529" h="96519">
                  <a:moveTo>
                    <a:pt x="24383" y="71628"/>
                  </a:moveTo>
                  <a:lnTo>
                    <a:pt x="24383" y="65532"/>
                  </a:lnTo>
                  <a:lnTo>
                    <a:pt x="19049" y="60198"/>
                  </a:lnTo>
                  <a:lnTo>
                    <a:pt x="5333" y="60198"/>
                  </a:lnTo>
                  <a:lnTo>
                    <a:pt x="0" y="65532"/>
                  </a:lnTo>
                  <a:lnTo>
                    <a:pt x="0" y="96012"/>
                  </a:lnTo>
                  <a:lnTo>
                    <a:pt x="9596" y="94130"/>
                  </a:lnTo>
                  <a:lnTo>
                    <a:pt x="17335" y="88963"/>
                  </a:lnTo>
                  <a:lnTo>
                    <a:pt x="22502" y="81224"/>
                  </a:lnTo>
                  <a:lnTo>
                    <a:pt x="24383" y="71628"/>
                  </a:lnTo>
                  <a:close/>
                </a:path>
                <a:path w="1446529" h="96519">
                  <a:moveTo>
                    <a:pt x="1446276" y="24383"/>
                  </a:moveTo>
                  <a:lnTo>
                    <a:pt x="1444406" y="14787"/>
                  </a:lnTo>
                  <a:lnTo>
                    <a:pt x="1439322" y="7048"/>
                  </a:lnTo>
                  <a:lnTo>
                    <a:pt x="1431809" y="1881"/>
                  </a:lnTo>
                  <a:lnTo>
                    <a:pt x="1422654" y="0"/>
                  </a:lnTo>
                  <a:lnTo>
                    <a:pt x="1413057" y="1881"/>
                  </a:lnTo>
                  <a:lnTo>
                    <a:pt x="1405318" y="7048"/>
                  </a:lnTo>
                  <a:lnTo>
                    <a:pt x="1400151" y="14787"/>
                  </a:lnTo>
                  <a:lnTo>
                    <a:pt x="1398270" y="24383"/>
                  </a:lnTo>
                  <a:lnTo>
                    <a:pt x="1398270" y="30479"/>
                  </a:lnTo>
                  <a:lnTo>
                    <a:pt x="1403604" y="35813"/>
                  </a:lnTo>
                  <a:lnTo>
                    <a:pt x="1417320" y="35813"/>
                  </a:lnTo>
                  <a:lnTo>
                    <a:pt x="1422654" y="30479"/>
                  </a:lnTo>
                  <a:lnTo>
                    <a:pt x="1422654" y="48005"/>
                  </a:lnTo>
                  <a:lnTo>
                    <a:pt x="1431809" y="46136"/>
                  </a:lnTo>
                  <a:lnTo>
                    <a:pt x="1439322" y="41052"/>
                  </a:lnTo>
                  <a:lnTo>
                    <a:pt x="1444406" y="33539"/>
                  </a:lnTo>
                  <a:lnTo>
                    <a:pt x="1446276" y="24383"/>
                  </a:lnTo>
                  <a:close/>
                </a:path>
              </a:pathLst>
            </a:custGeom>
            <a:solidFill>
              <a:srgbClr val="2929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96533" y="2430998"/>
              <a:ext cx="1473200" cy="392430"/>
            </a:xfrm>
            <a:custGeom>
              <a:avLst/>
              <a:gdLst/>
              <a:ahLst/>
              <a:cxnLst/>
              <a:rect l="l" t="t" r="r" b="b"/>
              <a:pathLst>
                <a:path w="1473200" h="392430">
                  <a:moveTo>
                    <a:pt x="12699" y="62264"/>
                  </a:moveTo>
                  <a:lnTo>
                    <a:pt x="12699" y="50479"/>
                  </a:lnTo>
                  <a:lnTo>
                    <a:pt x="0" y="53120"/>
                  </a:lnTo>
                  <a:lnTo>
                    <a:pt x="0" y="66074"/>
                  </a:lnTo>
                  <a:lnTo>
                    <a:pt x="12699" y="62264"/>
                  </a:lnTo>
                  <a:close/>
                </a:path>
                <a:path w="1473200" h="392430">
                  <a:moveTo>
                    <a:pt x="12700" y="65312"/>
                  </a:moveTo>
                  <a:lnTo>
                    <a:pt x="0" y="66074"/>
                  </a:lnTo>
                  <a:lnTo>
                    <a:pt x="0" y="69122"/>
                  </a:lnTo>
                  <a:lnTo>
                    <a:pt x="12700" y="65312"/>
                  </a:lnTo>
                  <a:close/>
                </a:path>
                <a:path w="1473200" h="392430">
                  <a:moveTo>
                    <a:pt x="12700" y="87410"/>
                  </a:moveTo>
                  <a:lnTo>
                    <a:pt x="0" y="83600"/>
                  </a:lnTo>
                  <a:lnTo>
                    <a:pt x="0" y="86648"/>
                  </a:lnTo>
                  <a:lnTo>
                    <a:pt x="12700" y="87410"/>
                  </a:lnTo>
                  <a:close/>
                </a:path>
                <a:path w="1473200" h="392430">
                  <a:moveTo>
                    <a:pt x="25400" y="100364"/>
                  </a:moveTo>
                  <a:lnTo>
                    <a:pt x="25400" y="95792"/>
                  </a:lnTo>
                  <a:lnTo>
                    <a:pt x="12700" y="95030"/>
                  </a:lnTo>
                  <a:lnTo>
                    <a:pt x="12700" y="90458"/>
                  </a:lnTo>
                  <a:lnTo>
                    <a:pt x="0" y="86648"/>
                  </a:lnTo>
                  <a:lnTo>
                    <a:pt x="0" y="99602"/>
                  </a:lnTo>
                  <a:lnTo>
                    <a:pt x="12700" y="100364"/>
                  </a:lnTo>
                  <a:lnTo>
                    <a:pt x="25400" y="100364"/>
                  </a:lnTo>
                  <a:close/>
                </a:path>
                <a:path w="1473200" h="392430">
                  <a:moveTo>
                    <a:pt x="12700" y="374684"/>
                  </a:moveTo>
                  <a:lnTo>
                    <a:pt x="0" y="370112"/>
                  </a:lnTo>
                  <a:lnTo>
                    <a:pt x="0" y="373922"/>
                  </a:lnTo>
                  <a:lnTo>
                    <a:pt x="12700" y="374684"/>
                  </a:lnTo>
                  <a:close/>
                </a:path>
                <a:path w="1473200" h="392430">
                  <a:moveTo>
                    <a:pt x="25400" y="392210"/>
                  </a:moveTo>
                  <a:lnTo>
                    <a:pt x="25400" y="382304"/>
                  </a:lnTo>
                  <a:lnTo>
                    <a:pt x="12700" y="382304"/>
                  </a:lnTo>
                  <a:lnTo>
                    <a:pt x="12700" y="376970"/>
                  </a:lnTo>
                  <a:lnTo>
                    <a:pt x="0" y="373922"/>
                  </a:lnTo>
                  <a:lnTo>
                    <a:pt x="0" y="385638"/>
                  </a:lnTo>
                  <a:lnTo>
                    <a:pt x="12700" y="390135"/>
                  </a:lnTo>
                  <a:lnTo>
                    <a:pt x="25400" y="392210"/>
                  </a:lnTo>
                  <a:close/>
                </a:path>
                <a:path w="1473200" h="392430">
                  <a:moveTo>
                    <a:pt x="1422400" y="47786"/>
                  </a:moveTo>
                  <a:lnTo>
                    <a:pt x="25399" y="47786"/>
                  </a:lnTo>
                  <a:lnTo>
                    <a:pt x="12699" y="48548"/>
                  </a:lnTo>
                  <a:lnTo>
                    <a:pt x="12699" y="57692"/>
                  </a:lnTo>
                  <a:lnTo>
                    <a:pt x="25400" y="56930"/>
                  </a:lnTo>
                  <a:lnTo>
                    <a:pt x="1409700" y="56930"/>
                  </a:lnTo>
                  <a:lnTo>
                    <a:pt x="1409700" y="52358"/>
                  </a:lnTo>
                  <a:lnTo>
                    <a:pt x="1422400" y="47786"/>
                  </a:lnTo>
                  <a:close/>
                </a:path>
                <a:path w="1473200" h="392430">
                  <a:moveTo>
                    <a:pt x="25400" y="95792"/>
                  </a:moveTo>
                  <a:lnTo>
                    <a:pt x="25400" y="67598"/>
                  </a:lnTo>
                  <a:lnTo>
                    <a:pt x="12700" y="69122"/>
                  </a:lnTo>
                  <a:lnTo>
                    <a:pt x="12700" y="95030"/>
                  </a:lnTo>
                  <a:lnTo>
                    <a:pt x="25400" y="95792"/>
                  </a:lnTo>
                  <a:close/>
                </a:path>
                <a:path w="1473200" h="392430">
                  <a:moveTo>
                    <a:pt x="25400" y="104936"/>
                  </a:moveTo>
                  <a:lnTo>
                    <a:pt x="25400" y="100364"/>
                  </a:lnTo>
                  <a:lnTo>
                    <a:pt x="12700" y="100364"/>
                  </a:lnTo>
                  <a:lnTo>
                    <a:pt x="12700" y="104174"/>
                  </a:lnTo>
                  <a:lnTo>
                    <a:pt x="25400" y="104936"/>
                  </a:lnTo>
                  <a:close/>
                </a:path>
                <a:path w="1473200" h="392430">
                  <a:moveTo>
                    <a:pt x="38100" y="69122"/>
                  </a:moveTo>
                  <a:lnTo>
                    <a:pt x="38100" y="59978"/>
                  </a:lnTo>
                  <a:lnTo>
                    <a:pt x="25400" y="59978"/>
                  </a:lnTo>
                  <a:lnTo>
                    <a:pt x="25400" y="69884"/>
                  </a:lnTo>
                  <a:lnTo>
                    <a:pt x="38100" y="69122"/>
                  </a:lnTo>
                  <a:close/>
                </a:path>
                <a:path w="1473200" h="392430">
                  <a:moveTo>
                    <a:pt x="38100" y="69884"/>
                  </a:moveTo>
                  <a:lnTo>
                    <a:pt x="25400" y="69884"/>
                  </a:lnTo>
                  <a:lnTo>
                    <a:pt x="25400" y="70646"/>
                  </a:lnTo>
                  <a:lnTo>
                    <a:pt x="38100" y="69884"/>
                  </a:lnTo>
                  <a:close/>
                </a:path>
                <a:path w="1473200" h="392430">
                  <a:moveTo>
                    <a:pt x="38100" y="102650"/>
                  </a:moveTo>
                  <a:lnTo>
                    <a:pt x="38100" y="91982"/>
                  </a:lnTo>
                  <a:lnTo>
                    <a:pt x="25400" y="94268"/>
                  </a:lnTo>
                  <a:lnTo>
                    <a:pt x="25400" y="104174"/>
                  </a:lnTo>
                  <a:lnTo>
                    <a:pt x="38100" y="102650"/>
                  </a:lnTo>
                  <a:close/>
                </a:path>
                <a:path w="1473200" h="392430">
                  <a:moveTo>
                    <a:pt x="38100" y="388757"/>
                  </a:moveTo>
                  <a:lnTo>
                    <a:pt x="38100" y="379256"/>
                  </a:lnTo>
                  <a:lnTo>
                    <a:pt x="25400" y="381542"/>
                  </a:lnTo>
                  <a:lnTo>
                    <a:pt x="25400" y="391448"/>
                  </a:lnTo>
                  <a:lnTo>
                    <a:pt x="38100" y="388757"/>
                  </a:lnTo>
                  <a:close/>
                </a:path>
                <a:path w="1473200" h="392430">
                  <a:moveTo>
                    <a:pt x="50800" y="75980"/>
                  </a:moveTo>
                  <a:lnTo>
                    <a:pt x="50800" y="64550"/>
                  </a:lnTo>
                  <a:lnTo>
                    <a:pt x="38100" y="62264"/>
                  </a:lnTo>
                  <a:lnTo>
                    <a:pt x="38100" y="75980"/>
                  </a:lnTo>
                  <a:lnTo>
                    <a:pt x="50800" y="75980"/>
                  </a:lnTo>
                  <a:close/>
                </a:path>
                <a:path w="1473200" h="392430">
                  <a:moveTo>
                    <a:pt x="50800" y="92744"/>
                  </a:moveTo>
                  <a:lnTo>
                    <a:pt x="50800" y="75980"/>
                  </a:lnTo>
                  <a:lnTo>
                    <a:pt x="38100" y="75980"/>
                  </a:lnTo>
                  <a:lnTo>
                    <a:pt x="38100" y="96554"/>
                  </a:lnTo>
                  <a:lnTo>
                    <a:pt x="50800" y="92744"/>
                  </a:lnTo>
                  <a:close/>
                </a:path>
                <a:path w="1473200" h="392430">
                  <a:moveTo>
                    <a:pt x="50800" y="334298"/>
                  </a:moveTo>
                  <a:lnTo>
                    <a:pt x="50800" y="92744"/>
                  </a:lnTo>
                  <a:lnTo>
                    <a:pt x="38100" y="96554"/>
                  </a:lnTo>
                  <a:lnTo>
                    <a:pt x="38100" y="335822"/>
                  </a:lnTo>
                  <a:lnTo>
                    <a:pt x="50800" y="334298"/>
                  </a:lnTo>
                  <a:close/>
                </a:path>
                <a:path w="1473200" h="392430">
                  <a:moveTo>
                    <a:pt x="1447800" y="344204"/>
                  </a:moveTo>
                  <a:lnTo>
                    <a:pt x="1447800" y="334298"/>
                  </a:lnTo>
                  <a:lnTo>
                    <a:pt x="50800" y="334298"/>
                  </a:lnTo>
                  <a:lnTo>
                    <a:pt x="38100" y="335822"/>
                  </a:lnTo>
                  <a:lnTo>
                    <a:pt x="38100" y="339632"/>
                  </a:lnTo>
                  <a:lnTo>
                    <a:pt x="50800" y="339632"/>
                  </a:lnTo>
                  <a:lnTo>
                    <a:pt x="50800" y="344204"/>
                  </a:lnTo>
                  <a:lnTo>
                    <a:pt x="1447800" y="344204"/>
                  </a:lnTo>
                  <a:close/>
                </a:path>
                <a:path w="1473200" h="392430">
                  <a:moveTo>
                    <a:pt x="50800" y="376831"/>
                  </a:moveTo>
                  <a:lnTo>
                    <a:pt x="50800" y="339632"/>
                  </a:lnTo>
                  <a:lnTo>
                    <a:pt x="38100" y="339632"/>
                  </a:lnTo>
                  <a:lnTo>
                    <a:pt x="38100" y="383719"/>
                  </a:lnTo>
                  <a:lnTo>
                    <a:pt x="50800" y="376831"/>
                  </a:lnTo>
                  <a:close/>
                </a:path>
                <a:path w="1473200" h="392430">
                  <a:moveTo>
                    <a:pt x="1422400" y="27974"/>
                  </a:moveTo>
                  <a:lnTo>
                    <a:pt x="1422400" y="23402"/>
                  </a:lnTo>
                  <a:lnTo>
                    <a:pt x="1409700" y="28736"/>
                  </a:lnTo>
                  <a:lnTo>
                    <a:pt x="1422400" y="27974"/>
                  </a:lnTo>
                  <a:close/>
                </a:path>
                <a:path w="1473200" h="392430">
                  <a:moveTo>
                    <a:pt x="1422400" y="31784"/>
                  </a:moveTo>
                  <a:lnTo>
                    <a:pt x="1422400" y="27974"/>
                  </a:lnTo>
                  <a:lnTo>
                    <a:pt x="1409700" y="28736"/>
                  </a:lnTo>
                  <a:lnTo>
                    <a:pt x="1422400" y="31784"/>
                  </a:lnTo>
                  <a:close/>
                </a:path>
                <a:path w="1473200" h="392430">
                  <a:moveTo>
                    <a:pt x="1422400" y="47786"/>
                  </a:moveTo>
                  <a:lnTo>
                    <a:pt x="1422400" y="31784"/>
                  </a:lnTo>
                  <a:lnTo>
                    <a:pt x="1409700" y="28736"/>
                  </a:lnTo>
                  <a:lnTo>
                    <a:pt x="1409700" y="47786"/>
                  </a:lnTo>
                  <a:lnTo>
                    <a:pt x="1422400" y="47786"/>
                  </a:lnTo>
                  <a:close/>
                </a:path>
                <a:path w="1473200" h="392430">
                  <a:moveTo>
                    <a:pt x="1447800" y="52358"/>
                  </a:moveTo>
                  <a:lnTo>
                    <a:pt x="1447800" y="47786"/>
                  </a:lnTo>
                  <a:lnTo>
                    <a:pt x="1422400" y="47786"/>
                  </a:lnTo>
                  <a:lnTo>
                    <a:pt x="1409700" y="52358"/>
                  </a:lnTo>
                  <a:lnTo>
                    <a:pt x="1409700" y="56930"/>
                  </a:lnTo>
                  <a:lnTo>
                    <a:pt x="1435100" y="56930"/>
                  </a:lnTo>
                  <a:lnTo>
                    <a:pt x="1435100" y="52358"/>
                  </a:lnTo>
                  <a:lnTo>
                    <a:pt x="1447800" y="52358"/>
                  </a:lnTo>
                  <a:close/>
                </a:path>
                <a:path w="1473200" h="392430">
                  <a:moveTo>
                    <a:pt x="1435100" y="15020"/>
                  </a:moveTo>
                  <a:lnTo>
                    <a:pt x="1435100" y="2066"/>
                  </a:lnTo>
                  <a:lnTo>
                    <a:pt x="1422400" y="4352"/>
                  </a:lnTo>
                  <a:lnTo>
                    <a:pt x="1422400" y="18068"/>
                  </a:lnTo>
                  <a:lnTo>
                    <a:pt x="1435100" y="15020"/>
                  </a:lnTo>
                  <a:close/>
                </a:path>
                <a:path w="1473200" h="392430">
                  <a:moveTo>
                    <a:pt x="1435100" y="44738"/>
                  </a:moveTo>
                  <a:lnTo>
                    <a:pt x="1435100" y="35594"/>
                  </a:lnTo>
                  <a:lnTo>
                    <a:pt x="1422400" y="34070"/>
                  </a:lnTo>
                  <a:lnTo>
                    <a:pt x="1422400" y="44738"/>
                  </a:lnTo>
                  <a:lnTo>
                    <a:pt x="1435100" y="44738"/>
                  </a:lnTo>
                  <a:close/>
                </a:path>
                <a:path w="1473200" h="392430">
                  <a:moveTo>
                    <a:pt x="1447800" y="9686"/>
                  </a:moveTo>
                  <a:lnTo>
                    <a:pt x="1447800" y="0"/>
                  </a:lnTo>
                  <a:lnTo>
                    <a:pt x="1435100" y="195"/>
                  </a:lnTo>
                  <a:lnTo>
                    <a:pt x="1435100" y="9686"/>
                  </a:lnTo>
                  <a:lnTo>
                    <a:pt x="1447800" y="9686"/>
                  </a:lnTo>
                  <a:close/>
                </a:path>
                <a:path w="1473200" h="392430">
                  <a:moveTo>
                    <a:pt x="1447800" y="28736"/>
                  </a:moveTo>
                  <a:lnTo>
                    <a:pt x="1447800" y="24926"/>
                  </a:lnTo>
                  <a:lnTo>
                    <a:pt x="1435100" y="27974"/>
                  </a:lnTo>
                  <a:lnTo>
                    <a:pt x="1435100" y="28736"/>
                  </a:lnTo>
                  <a:lnTo>
                    <a:pt x="1447800" y="28736"/>
                  </a:lnTo>
                  <a:close/>
                </a:path>
                <a:path w="1473200" h="392430">
                  <a:moveTo>
                    <a:pt x="1447800" y="42452"/>
                  </a:moveTo>
                  <a:lnTo>
                    <a:pt x="1447800" y="28736"/>
                  </a:lnTo>
                  <a:lnTo>
                    <a:pt x="1435100" y="28736"/>
                  </a:lnTo>
                  <a:lnTo>
                    <a:pt x="1435100" y="43976"/>
                  </a:lnTo>
                  <a:lnTo>
                    <a:pt x="1447800" y="42452"/>
                  </a:lnTo>
                  <a:close/>
                </a:path>
                <a:path w="1473200" h="392430">
                  <a:moveTo>
                    <a:pt x="1447800" y="47786"/>
                  </a:moveTo>
                  <a:lnTo>
                    <a:pt x="1447800" y="42452"/>
                  </a:lnTo>
                  <a:lnTo>
                    <a:pt x="1435100" y="43976"/>
                  </a:lnTo>
                  <a:lnTo>
                    <a:pt x="1435100" y="47786"/>
                  </a:lnTo>
                  <a:lnTo>
                    <a:pt x="1447800" y="47786"/>
                  </a:lnTo>
                  <a:close/>
                </a:path>
                <a:path w="1473200" h="392430">
                  <a:moveTo>
                    <a:pt x="1447800" y="56930"/>
                  </a:moveTo>
                  <a:lnTo>
                    <a:pt x="1447800" y="52358"/>
                  </a:lnTo>
                  <a:lnTo>
                    <a:pt x="1435100" y="52358"/>
                  </a:lnTo>
                  <a:lnTo>
                    <a:pt x="1435100" y="56930"/>
                  </a:lnTo>
                  <a:lnTo>
                    <a:pt x="1447800" y="56930"/>
                  </a:lnTo>
                  <a:close/>
                </a:path>
                <a:path w="1473200" h="392430">
                  <a:moveTo>
                    <a:pt x="1460500" y="12734"/>
                  </a:moveTo>
                  <a:lnTo>
                    <a:pt x="1460500" y="4352"/>
                  </a:lnTo>
                  <a:lnTo>
                    <a:pt x="1447800" y="1409"/>
                  </a:lnTo>
                  <a:lnTo>
                    <a:pt x="1447800" y="10448"/>
                  </a:lnTo>
                  <a:lnTo>
                    <a:pt x="1460500" y="12734"/>
                  </a:lnTo>
                  <a:close/>
                </a:path>
                <a:path w="1473200" h="392430">
                  <a:moveTo>
                    <a:pt x="1460500" y="55406"/>
                  </a:moveTo>
                  <a:lnTo>
                    <a:pt x="1460500" y="43976"/>
                  </a:lnTo>
                  <a:lnTo>
                    <a:pt x="1447800" y="46262"/>
                  </a:lnTo>
                  <a:lnTo>
                    <a:pt x="1447800" y="56168"/>
                  </a:lnTo>
                  <a:lnTo>
                    <a:pt x="1460500" y="55406"/>
                  </a:lnTo>
                  <a:close/>
                </a:path>
                <a:path w="1473200" h="392430">
                  <a:moveTo>
                    <a:pt x="1460500" y="341918"/>
                  </a:moveTo>
                  <a:lnTo>
                    <a:pt x="1460500" y="331250"/>
                  </a:lnTo>
                  <a:lnTo>
                    <a:pt x="1447800" y="333536"/>
                  </a:lnTo>
                  <a:lnTo>
                    <a:pt x="1447800" y="343442"/>
                  </a:lnTo>
                  <a:lnTo>
                    <a:pt x="1460500" y="341918"/>
                  </a:lnTo>
                  <a:close/>
                </a:path>
                <a:path w="1473200" h="392430">
                  <a:moveTo>
                    <a:pt x="1473200" y="28736"/>
                  </a:moveTo>
                  <a:lnTo>
                    <a:pt x="1473200" y="11972"/>
                  </a:lnTo>
                  <a:lnTo>
                    <a:pt x="1460500" y="8162"/>
                  </a:lnTo>
                  <a:lnTo>
                    <a:pt x="1460500" y="27974"/>
                  </a:lnTo>
                  <a:lnTo>
                    <a:pt x="1473200" y="28736"/>
                  </a:lnTo>
                  <a:close/>
                </a:path>
                <a:path w="1473200" h="392430">
                  <a:moveTo>
                    <a:pt x="1473200" y="45716"/>
                  </a:moveTo>
                  <a:lnTo>
                    <a:pt x="1473200" y="28736"/>
                  </a:lnTo>
                  <a:lnTo>
                    <a:pt x="1460500" y="27974"/>
                  </a:lnTo>
                  <a:lnTo>
                    <a:pt x="1460500" y="48548"/>
                  </a:lnTo>
                  <a:lnTo>
                    <a:pt x="1473200" y="45716"/>
                  </a:lnTo>
                  <a:close/>
                </a:path>
                <a:path w="1473200" h="392430">
                  <a:moveTo>
                    <a:pt x="1473200" y="332012"/>
                  </a:moveTo>
                  <a:lnTo>
                    <a:pt x="1473200" y="45716"/>
                  </a:lnTo>
                  <a:lnTo>
                    <a:pt x="1460500" y="48548"/>
                  </a:lnTo>
                  <a:lnTo>
                    <a:pt x="1460500" y="335822"/>
                  </a:lnTo>
                  <a:lnTo>
                    <a:pt x="1473200" y="332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1755" y="2432303"/>
              <a:ext cx="1032510" cy="39242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59151" y="4883657"/>
              <a:ext cx="4394835" cy="609600"/>
            </a:xfrm>
            <a:custGeom>
              <a:avLst/>
              <a:gdLst/>
              <a:ahLst/>
              <a:cxnLst/>
              <a:rect l="l" t="t" r="r" b="b"/>
              <a:pathLst>
                <a:path w="4394834" h="609600">
                  <a:moveTo>
                    <a:pt x="4394454" y="609600"/>
                  </a:moveTo>
                  <a:lnTo>
                    <a:pt x="4394454" y="0"/>
                  </a:lnTo>
                  <a:lnTo>
                    <a:pt x="0" y="0"/>
                  </a:lnTo>
                  <a:lnTo>
                    <a:pt x="0" y="609600"/>
                  </a:lnTo>
                  <a:lnTo>
                    <a:pt x="4394454" y="60960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354579" y="4879085"/>
              <a:ext cx="4403725" cy="619125"/>
            </a:xfrm>
            <a:custGeom>
              <a:avLst/>
              <a:gdLst/>
              <a:ahLst/>
              <a:cxnLst/>
              <a:rect l="l" t="t" r="r" b="b"/>
              <a:pathLst>
                <a:path w="4403725" h="619125">
                  <a:moveTo>
                    <a:pt x="4403598" y="618744"/>
                  </a:moveTo>
                  <a:lnTo>
                    <a:pt x="4403598" y="0"/>
                  </a:lnTo>
                  <a:lnTo>
                    <a:pt x="0" y="0"/>
                  </a:lnTo>
                  <a:lnTo>
                    <a:pt x="0" y="618744"/>
                  </a:lnTo>
                  <a:lnTo>
                    <a:pt x="4572" y="618744"/>
                  </a:lnTo>
                  <a:lnTo>
                    <a:pt x="4572" y="9144"/>
                  </a:lnTo>
                  <a:lnTo>
                    <a:pt x="9906" y="4572"/>
                  </a:lnTo>
                  <a:lnTo>
                    <a:pt x="9906" y="9144"/>
                  </a:lnTo>
                  <a:lnTo>
                    <a:pt x="4394454" y="9144"/>
                  </a:lnTo>
                  <a:lnTo>
                    <a:pt x="4394454" y="4572"/>
                  </a:lnTo>
                  <a:lnTo>
                    <a:pt x="4399026" y="9144"/>
                  </a:lnTo>
                  <a:lnTo>
                    <a:pt x="4399026" y="618744"/>
                  </a:lnTo>
                  <a:lnTo>
                    <a:pt x="4403598" y="618744"/>
                  </a:lnTo>
                  <a:close/>
                </a:path>
                <a:path w="4403725" h="619125">
                  <a:moveTo>
                    <a:pt x="9906" y="9144"/>
                  </a:moveTo>
                  <a:lnTo>
                    <a:pt x="9906" y="4572"/>
                  </a:lnTo>
                  <a:lnTo>
                    <a:pt x="4572" y="9144"/>
                  </a:lnTo>
                  <a:lnTo>
                    <a:pt x="9906" y="9144"/>
                  </a:lnTo>
                  <a:close/>
                </a:path>
                <a:path w="4403725" h="619125">
                  <a:moveTo>
                    <a:pt x="9906" y="609600"/>
                  </a:moveTo>
                  <a:lnTo>
                    <a:pt x="9906" y="9144"/>
                  </a:lnTo>
                  <a:lnTo>
                    <a:pt x="4572" y="9144"/>
                  </a:lnTo>
                  <a:lnTo>
                    <a:pt x="4572" y="609600"/>
                  </a:lnTo>
                  <a:lnTo>
                    <a:pt x="9906" y="609600"/>
                  </a:lnTo>
                  <a:close/>
                </a:path>
                <a:path w="4403725" h="619125">
                  <a:moveTo>
                    <a:pt x="4399026" y="609600"/>
                  </a:moveTo>
                  <a:lnTo>
                    <a:pt x="4572" y="609600"/>
                  </a:lnTo>
                  <a:lnTo>
                    <a:pt x="9906" y="614172"/>
                  </a:lnTo>
                  <a:lnTo>
                    <a:pt x="9906" y="618744"/>
                  </a:lnTo>
                  <a:lnTo>
                    <a:pt x="4394454" y="618744"/>
                  </a:lnTo>
                  <a:lnTo>
                    <a:pt x="4394454" y="614172"/>
                  </a:lnTo>
                  <a:lnTo>
                    <a:pt x="4399026" y="609600"/>
                  </a:lnTo>
                  <a:close/>
                </a:path>
                <a:path w="4403725" h="619125">
                  <a:moveTo>
                    <a:pt x="9906" y="618744"/>
                  </a:moveTo>
                  <a:lnTo>
                    <a:pt x="9906" y="614172"/>
                  </a:lnTo>
                  <a:lnTo>
                    <a:pt x="4572" y="609600"/>
                  </a:lnTo>
                  <a:lnTo>
                    <a:pt x="4572" y="618744"/>
                  </a:lnTo>
                  <a:lnTo>
                    <a:pt x="9906" y="618744"/>
                  </a:lnTo>
                  <a:close/>
                </a:path>
                <a:path w="4403725" h="619125">
                  <a:moveTo>
                    <a:pt x="4399026" y="9144"/>
                  </a:moveTo>
                  <a:lnTo>
                    <a:pt x="4394454" y="4572"/>
                  </a:lnTo>
                  <a:lnTo>
                    <a:pt x="4394454" y="9144"/>
                  </a:lnTo>
                  <a:lnTo>
                    <a:pt x="4399026" y="9144"/>
                  </a:lnTo>
                  <a:close/>
                </a:path>
                <a:path w="4403725" h="619125">
                  <a:moveTo>
                    <a:pt x="4399026" y="609600"/>
                  </a:moveTo>
                  <a:lnTo>
                    <a:pt x="4399026" y="9144"/>
                  </a:lnTo>
                  <a:lnTo>
                    <a:pt x="4394454" y="9144"/>
                  </a:lnTo>
                  <a:lnTo>
                    <a:pt x="4394454" y="609600"/>
                  </a:lnTo>
                  <a:lnTo>
                    <a:pt x="4399026" y="609600"/>
                  </a:lnTo>
                  <a:close/>
                </a:path>
                <a:path w="4403725" h="619125">
                  <a:moveTo>
                    <a:pt x="4399026" y="618744"/>
                  </a:moveTo>
                  <a:lnTo>
                    <a:pt x="4399026" y="609600"/>
                  </a:lnTo>
                  <a:lnTo>
                    <a:pt x="4394454" y="614172"/>
                  </a:lnTo>
                  <a:lnTo>
                    <a:pt x="4394454" y="618744"/>
                  </a:lnTo>
                  <a:lnTo>
                    <a:pt x="4399026" y="618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926330" y="5000244"/>
              <a:ext cx="1282700" cy="340995"/>
            </a:xfrm>
            <a:custGeom>
              <a:avLst/>
              <a:gdLst/>
              <a:ahLst/>
              <a:cxnLst/>
              <a:rect l="l" t="t" r="r" b="b"/>
              <a:pathLst>
                <a:path w="1282700" h="340995">
                  <a:moveTo>
                    <a:pt x="1282446" y="272034"/>
                  </a:moveTo>
                  <a:lnTo>
                    <a:pt x="1282446" y="0"/>
                  </a:lnTo>
                  <a:lnTo>
                    <a:pt x="1280707" y="8596"/>
                  </a:lnTo>
                  <a:lnTo>
                    <a:pt x="1275969" y="15621"/>
                  </a:lnTo>
                  <a:lnTo>
                    <a:pt x="1268944" y="20359"/>
                  </a:lnTo>
                  <a:lnTo>
                    <a:pt x="1260348" y="22098"/>
                  </a:lnTo>
                  <a:lnTo>
                    <a:pt x="1260348" y="6096"/>
                  </a:lnTo>
                  <a:lnTo>
                    <a:pt x="1255014" y="10668"/>
                  </a:lnTo>
                  <a:lnTo>
                    <a:pt x="1242060" y="10668"/>
                  </a:lnTo>
                  <a:lnTo>
                    <a:pt x="1237488" y="6096"/>
                  </a:lnTo>
                  <a:lnTo>
                    <a:pt x="1237488" y="22098"/>
                  </a:lnTo>
                  <a:lnTo>
                    <a:pt x="22860" y="22098"/>
                  </a:lnTo>
                  <a:lnTo>
                    <a:pt x="0" y="44958"/>
                  </a:lnTo>
                  <a:lnTo>
                    <a:pt x="0" y="317754"/>
                  </a:lnTo>
                  <a:lnTo>
                    <a:pt x="1750" y="326469"/>
                  </a:lnTo>
                  <a:lnTo>
                    <a:pt x="6572" y="333756"/>
                  </a:lnTo>
                  <a:lnTo>
                    <a:pt x="13823" y="338756"/>
                  </a:lnTo>
                  <a:lnTo>
                    <a:pt x="22860" y="340614"/>
                  </a:lnTo>
                  <a:lnTo>
                    <a:pt x="22860" y="38862"/>
                  </a:lnTo>
                  <a:lnTo>
                    <a:pt x="28194" y="33528"/>
                  </a:lnTo>
                  <a:lnTo>
                    <a:pt x="40386" y="33528"/>
                  </a:lnTo>
                  <a:lnTo>
                    <a:pt x="45720" y="38862"/>
                  </a:lnTo>
                  <a:lnTo>
                    <a:pt x="45720" y="294894"/>
                  </a:lnTo>
                  <a:lnTo>
                    <a:pt x="1260348" y="294894"/>
                  </a:lnTo>
                  <a:lnTo>
                    <a:pt x="1268944" y="293143"/>
                  </a:lnTo>
                  <a:lnTo>
                    <a:pt x="1275969" y="288321"/>
                  </a:lnTo>
                  <a:lnTo>
                    <a:pt x="1280707" y="281070"/>
                  </a:lnTo>
                  <a:lnTo>
                    <a:pt x="1282446" y="272034"/>
                  </a:lnTo>
                  <a:close/>
                </a:path>
                <a:path w="1282700" h="340995">
                  <a:moveTo>
                    <a:pt x="45720" y="317754"/>
                  </a:moveTo>
                  <a:lnTo>
                    <a:pt x="45720" y="44958"/>
                  </a:lnTo>
                  <a:lnTo>
                    <a:pt x="43862" y="53994"/>
                  </a:lnTo>
                  <a:lnTo>
                    <a:pt x="38862" y="61245"/>
                  </a:lnTo>
                  <a:lnTo>
                    <a:pt x="31575" y="66067"/>
                  </a:lnTo>
                  <a:lnTo>
                    <a:pt x="22860" y="67818"/>
                  </a:lnTo>
                  <a:lnTo>
                    <a:pt x="22860" y="340614"/>
                  </a:lnTo>
                  <a:lnTo>
                    <a:pt x="31575" y="338756"/>
                  </a:lnTo>
                  <a:lnTo>
                    <a:pt x="38862" y="333756"/>
                  </a:lnTo>
                  <a:lnTo>
                    <a:pt x="43862" y="326469"/>
                  </a:lnTo>
                  <a:lnTo>
                    <a:pt x="45720" y="317754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949189" y="4977383"/>
              <a:ext cx="1259840" cy="90805"/>
            </a:xfrm>
            <a:custGeom>
              <a:avLst/>
              <a:gdLst/>
              <a:ahLst/>
              <a:cxnLst/>
              <a:rect l="l" t="t" r="r" b="b"/>
              <a:pathLst>
                <a:path w="1259839" h="90804">
                  <a:moveTo>
                    <a:pt x="22860" y="67817"/>
                  </a:moveTo>
                  <a:lnTo>
                    <a:pt x="22859" y="61721"/>
                  </a:lnTo>
                  <a:lnTo>
                    <a:pt x="17525" y="56387"/>
                  </a:lnTo>
                  <a:lnTo>
                    <a:pt x="5333" y="56387"/>
                  </a:lnTo>
                  <a:lnTo>
                    <a:pt x="0" y="61721"/>
                  </a:lnTo>
                  <a:lnTo>
                    <a:pt x="0" y="90677"/>
                  </a:lnTo>
                  <a:lnTo>
                    <a:pt x="8715" y="88927"/>
                  </a:lnTo>
                  <a:lnTo>
                    <a:pt x="16002" y="84105"/>
                  </a:lnTo>
                  <a:lnTo>
                    <a:pt x="21002" y="76854"/>
                  </a:lnTo>
                  <a:lnTo>
                    <a:pt x="22860" y="67817"/>
                  </a:lnTo>
                  <a:close/>
                </a:path>
                <a:path w="1259839" h="90804">
                  <a:moveTo>
                    <a:pt x="1259586" y="22859"/>
                  </a:moveTo>
                  <a:lnTo>
                    <a:pt x="1257847" y="13823"/>
                  </a:lnTo>
                  <a:lnTo>
                    <a:pt x="1253109" y="6572"/>
                  </a:lnTo>
                  <a:lnTo>
                    <a:pt x="1246084" y="1750"/>
                  </a:lnTo>
                  <a:lnTo>
                    <a:pt x="1237488" y="0"/>
                  </a:lnTo>
                  <a:lnTo>
                    <a:pt x="1228451" y="1750"/>
                  </a:lnTo>
                  <a:lnTo>
                    <a:pt x="1221200" y="6572"/>
                  </a:lnTo>
                  <a:lnTo>
                    <a:pt x="1216378" y="13823"/>
                  </a:lnTo>
                  <a:lnTo>
                    <a:pt x="1214628" y="22859"/>
                  </a:lnTo>
                  <a:lnTo>
                    <a:pt x="1214628" y="28955"/>
                  </a:lnTo>
                  <a:lnTo>
                    <a:pt x="1219200" y="33527"/>
                  </a:lnTo>
                  <a:lnTo>
                    <a:pt x="1232154" y="33527"/>
                  </a:lnTo>
                  <a:lnTo>
                    <a:pt x="1237488" y="28955"/>
                  </a:lnTo>
                  <a:lnTo>
                    <a:pt x="1237488" y="44957"/>
                  </a:lnTo>
                  <a:lnTo>
                    <a:pt x="1246084" y="43219"/>
                  </a:lnTo>
                  <a:lnTo>
                    <a:pt x="1253109" y="38480"/>
                  </a:lnTo>
                  <a:lnTo>
                    <a:pt x="1257847" y="31456"/>
                  </a:lnTo>
                  <a:lnTo>
                    <a:pt x="1259586" y="22859"/>
                  </a:lnTo>
                  <a:close/>
                </a:path>
              </a:pathLst>
            </a:custGeom>
            <a:solidFill>
              <a:srgbClr val="2929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921757" y="4972664"/>
              <a:ext cx="1282700" cy="372745"/>
            </a:xfrm>
            <a:custGeom>
              <a:avLst/>
              <a:gdLst/>
              <a:ahLst/>
              <a:cxnLst/>
              <a:rect l="l" t="t" r="r" b="b"/>
              <a:pathLst>
                <a:path w="1282700" h="372745">
                  <a:moveTo>
                    <a:pt x="12699" y="59583"/>
                  </a:moveTo>
                  <a:lnTo>
                    <a:pt x="12699" y="47391"/>
                  </a:lnTo>
                  <a:lnTo>
                    <a:pt x="0" y="49677"/>
                  </a:lnTo>
                  <a:lnTo>
                    <a:pt x="0" y="63393"/>
                  </a:lnTo>
                  <a:lnTo>
                    <a:pt x="12699" y="59583"/>
                  </a:lnTo>
                  <a:close/>
                </a:path>
                <a:path w="1282700" h="372745">
                  <a:moveTo>
                    <a:pt x="12700" y="62631"/>
                  </a:moveTo>
                  <a:lnTo>
                    <a:pt x="0" y="63393"/>
                  </a:lnTo>
                  <a:lnTo>
                    <a:pt x="0" y="66441"/>
                  </a:lnTo>
                  <a:lnTo>
                    <a:pt x="12700" y="62631"/>
                  </a:lnTo>
                  <a:close/>
                </a:path>
                <a:path w="1282700" h="372745">
                  <a:moveTo>
                    <a:pt x="12700" y="83205"/>
                  </a:moveTo>
                  <a:lnTo>
                    <a:pt x="0" y="79395"/>
                  </a:lnTo>
                  <a:lnTo>
                    <a:pt x="0" y="82443"/>
                  </a:lnTo>
                  <a:lnTo>
                    <a:pt x="12700" y="83205"/>
                  </a:lnTo>
                  <a:close/>
                </a:path>
                <a:path w="1282700" h="372745">
                  <a:moveTo>
                    <a:pt x="12700" y="97683"/>
                  </a:moveTo>
                  <a:lnTo>
                    <a:pt x="12700" y="85491"/>
                  </a:lnTo>
                  <a:lnTo>
                    <a:pt x="0" y="82443"/>
                  </a:lnTo>
                  <a:lnTo>
                    <a:pt x="0" y="95397"/>
                  </a:lnTo>
                  <a:lnTo>
                    <a:pt x="12700" y="97683"/>
                  </a:lnTo>
                  <a:close/>
                </a:path>
                <a:path w="1282700" h="372745">
                  <a:moveTo>
                    <a:pt x="12700" y="356001"/>
                  </a:moveTo>
                  <a:lnTo>
                    <a:pt x="0" y="352191"/>
                  </a:lnTo>
                  <a:lnTo>
                    <a:pt x="0" y="355239"/>
                  </a:lnTo>
                  <a:lnTo>
                    <a:pt x="12700" y="356001"/>
                  </a:lnTo>
                  <a:close/>
                </a:path>
                <a:path w="1282700" h="372745">
                  <a:moveTo>
                    <a:pt x="50800" y="345333"/>
                  </a:moveTo>
                  <a:lnTo>
                    <a:pt x="50800" y="327045"/>
                  </a:lnTo>
                  <a:lnTo>
                    <a:pt x="38100" y="327045"/>
                  </a:lnTo>
                  <a:lnTo>
                    <a:pt x="38100" y="359811"/>
                  </a:lnTo>
                  <a:lnTo>
                    <a:pt x="25400" y="362097"/>
                  </a:lnTo>
                  <a:lnTo>
                    <a:pt x="25400" y="363621"/>
                  </a:lnTo>
                  <a:lnTo>
                    <a:pt x="12700" y="362859"/>
                  </a:lnTo>
                  <a:lnTo>
                    <a:pt x="12700" y="358287"/>
                  </a:lnTo>
                  <a:lnTo>
                    <a:pt x="0" y="355239"/>
                  </a:lnTo>
                  <a:lnTo>
                    <a:pt x="0" y="367656"/>
                  </a:lnTo>
                  <a:lnTo>
                    <a:pt x="25400" y="372551"/>
                  </a:lnTo>
                  <a:lnTo>
                    <a:pt x="38100" y="365171"/>
                  </a:lnTo>
                  <a:lnTo>
                    <a:pt x="50800" y="345333"/>
                  </a:lnTo>
                  <a:close/>
                </a:path>
                <a:path w="1282700" h="372745">
                  <a:moveTo>
                    <a:pt x="1270000" y="53678"/>
                  </a:moveTo>
                  <a:lnTo>
                    <a:pt x="1270000" y="43581"/>
                  </a:lnTo>
                  <a:lnTo>
                    <a:pt x="1257300" y="45105"/>
                  </a:lnTo>
                  <a:lnTo>
                    <a:pt x="25399" y="45105"/>
                  </a:lnTo>
                  <a:lnTo>
                    <a:pt x="12699" y="45867"/>
                  </a:lnTo>
                  <a:lnTo>
                    <a:pt x="12699" y="55011"/>
                  </a:lnTo>
                  <a:lnTo>
                    <a:pt x="1231900" y="55011"/>
                  </a:lnTo>
                  <a:lnTo>
                    <a:pt x="1244600" y="53487"/>
                  </a:lnTo>
                  <a:lnTo>
                    <a:pt x="1244600" y="55011"/>
                  </a:lnTo>
                  <a:lnTo>
                    <a:pt x="1257300" y="55011"/>
                  </a:lnTo>
                  <a:lnTo>
                    <a:pt x="1270000" y="53678"/>
                  </a:lnTo>
                  <a:close/>
                </a:path>
                <a:path w="1282700" h="372745">
                  <a:moveTo>
                    <a:pt x="25400" y="90825"/>
                  </a:moveTo>
                  <a:lnTo>
                    <a:pt x="25400" y="63393"/>
                  </a:lnTo>
                  <a:lnTo>
                    <a:pt x="12700" y="64155"/>
                  </a:lnTo>
                  <a:lnTo>
                    <a:pt x="12700" y="90063"/>
                  </a:lnTo>
                  <a:lnTo>
                    <a:pt x="25400" y="90825"/>
                  </a:lnTo>
                  <a:close/>
                </a:path>
                <a:path w="1282700" h="372745">
                  <a:moveTo>
                    <a:pt x="25400" y="95397"/>
                  </a:moveTo>
                  <a:lnTo>
                    <a:pt x="25400" y="90825"/>
                  </a:lnTo>
                  <a:lnTo>
                    <a:pt x="12700" y="90063"/>
                  </a:lnTo>
                  <a:lnTo>
                    <a:pt x="12700" y="95397"/>
                  </a:lnTo>
                  <a:lnTo>
                    <a:pt x="25400" y="95397"/>
                  </a:lnTo>
                  <a:close/>
                </a:path>
                <a:path w="1282700" h="372745">
                  <a:moveTo>
                    <a:pt x="25400" y="99969"/>
                  </a:moveTo>
                  <a:lnTo>
                    <a:pt x="25400" y="95397"/>
                  </a:lnTo>
                  <a:lnTo>
                    <a:pt x="12700" y="95397"/>
                  </a:lnTo>
                  <a:lnTo>
                    <a:pt x="12700" y="99969"/>
                  </a:lnTo>
                  <a:lnTo>
                    <a:pt x="25400" y="99969"/>
                  </a:lnTo>
                  <a:close/>
                </a:path>
                <a:path w="1282700" h="372745">
                  <a:moveTo>
                    <a:pt x="38100" y="66441"/>
                  </a:moveTo>
                  <a:lnTo>
                    <a:pt x="38100" y="56535"/>
                  </a:lnTo>
                  <a:lnTo>
                    <a:pt x="25400" y="56535"/>
                  </a:lnTo>
                  <a:lnTo>
                    <a:pt x="25400" y="66441"/>
                  </a:lnTo>
                  <a:lnTo>
                    <a:pt x="38100" y="66441"/>
                  </a:lnTo>
                  <a:close/>
                </a:path>
                <a:path w="1282700" h="372745">
                  <a:moveTo>
                    <a:pt x="38100" y="87015"/>
                  </a:moveTo>
                  <a:lnTo>
                    <a:pt x="38100" y="84729"/>
                  </a:lnTo>
                  <a:lnTo>
                    <a:pt x="25400" y="87777"/>
                  </a:lnTo>
                  <a:lnTo>
                    <a:pt x="38100" y="87015"/>
                  </a:lnTo>
                  <a:close/>
                </a:path>
                <a:path w="1282700" h="372745">
                  <a:moveTo>
                    <a:pt x="38100" y="97683"/>
                  </a:moveTo>
                  <a:lnTo>
                    <a:pt x="38100" y="87015"/>
                  </a:lnTo>
                  <a:lnTo>
                    <a:pt x="25400" y="89301"/>
                  </a:lnTo>
                  <a:lnTo>
                    <a:pt x="25400" y="98445"/>
                  </a:lnTo>
                  <a:lnTo>
                    <a:pt x="38100" y="97683"/>
                  </a:lnTo>
                  <a:close/>
                </a:path>
                <a:path w="1282700" h="372745">
                  <a:moveTo>
                    <a:pt x="38100" y="359811"/>
                  </a:moveTo>
                  <a:lnTo>
                    <a:pt x="38100" y="357525"/>
                  </a:lnTo>
                  <a:lnTo>
                    <a:pt x="25400" y="360573"/>
                  </a:lnTo>
                  <a:lnTo>
                    <a:pt x="38100" y="359811"/>
                  </a:lnTo>
                  <a:close/>
                </a:path>
                <a:path w="1282700" h="372745">
                  <a:moveTo>
                    <a:pt x="50800" y="72537"/>
                  </a:moveTo>
                  <a:lnTo>
                    <a:pt x="50800" y="64511"/>
                  </a:lnTo>
                  <a:lnTo>
                    <a:pt x="38100" y="61107"/>
                  </a:lnTo>
                  <a:lnTo>
                    <a:pt x="38100" y="72537"/>
                  </a:lnTo>
                  <a:lnTo>
                    <a:pt x="50800" y="72537"/>
                  </a:lnTo>
                  <a:close/>
                </a:path>
                <a:path w="1282700" h="372745">
                  <a:moveTo>
                    <a:pt x="50800" y="83967"/>
                  </a:moveTo>
                  <a:lnTo>
                    <a:pt x="50800" y="72537"/>
                  </a:lnTo>
                  <a:lnTo>
                    <a:pt x="38100" y="72537"/>
                  </a:lnTo>
                  <a:lnTo>
                    <a:pt x="38100" y="87777"/>
                  </a:lnTo>
                  <a:lnTo>
                    <a:pt x="50800" y="83967"/>
                  </a:lnTo>
                  <a:close/>
                </a:path>
                <a:path w="1282700" h="372745">
                  <a:moveTo>
                    <a:pt x="50800" y="317901"/>
                  </a:moveTo>
                  <a:lnTo>
                    <a:pt x="50800" y="83967"/>
                  </a:lnTo>
                  <a:lnTo>
                    <a:pt x="38100" y="87777"/>
                  </a:lnTo>
                  <a:lnTo>
                    <a:pt x="38100" y="317901"/>
                  </a:lnTo>
                  <a:lnTo>
                    <a:pt x="50800" y="317901"/>
                  </a:lnTo>
                  <a:close/>
                </a:path>
                <a:path w="1282700" h="372745">
                  <a:moveTo>
                    <a:pt x="1270000" y="327045"/>
                  </a:moveTo>
                  <a:lnTo>
                    <a:pt x="1270000" y="316377"/>
                  </a:lnTo>
                  <a:lnTo>
                    <a:pt x="1257300" y="317901"/>
                  </a:lnTo>
                  <a:lnTo>
                    <a:pt x="38100" y="317901"/>
                  </a:lnTo>
                  <a:lnTo>
                    <a:pt x="38100" y="322473"/>
                  </a:lnTo>
                  <a:lnTo>
                    <a:pt x="50800" y="322473"/>
                  </a:lnTo>
                  <a:lnTo>
                    <a:pt x="50800" y="327045"/>
                  </a:lnTo>
                  <a:lnTo>
                    <a:pt x="1270000" y="327045"/>
                  </a:lnTo>
                  <a:close/>
                </a:path>
                <a:path w="1282700" h="372745">
                  <a:moveTo>
                    <a:pt x="50800" y="322473"/>
                  </a:moveTo>
                  <a:lnTo>
                    <a:pt x="38100" y="322473"/>
                  </a:lnTo>
                  <a:lnTo>
                    <a:pt x="38100" y="327045"/>
                  </a:lnTo>
                  <a:lnTo>
                    <a:pt x="50800" y="322473"/>
                  </a:lnTo>
                  <a:close/>
                </a:path>
                <a:path w="1282700" h="372745">
                  <a:moveTo>
                    <a:pt x="50800" y="327045"/>
                  </a:moveTo>
                  <a:lnTo>
                    <a:pt x="50800" y="322473"/>
                  </a:lnTo>
                  <a:lnTo>
                    <a:pt x="38100" y="327045"/>
                  </a:lnTo>
                  <a:lnTo>
                    <a:pt x="50800" y="327045"/>
                  </a:lnTo>
                  <a:close/>
                </a:path>
                <a:path w="1282700" h="372745">
                  <a:moveTo>
                    <a:pt x="1244600" y="26817"/>
                  </a:moveTo>
                  <a:lnTo>
                    <a:pt x="1244600" y="8710"/>
                  </a:lnTo>
                  <a:lnTo>
                    <a:pt x="1231900" y="11510"/>
                  </a:lnTo>
                  <a:lnTo>
                    <a:pt x="1231900" y="27579"/>
                  </a:lnTo>
                  <a:lnTo>
                    <a:pt x="1244600" y="26817"/>
                  </a:lnTo>
                  <a:close/>
                </a:path>
                <a:path w="1282700" h="372745">
                  <a:moveTo>
                    <a:pt x="1244600" y="43581"/>
                  </a:moveTo>
                  <a:lnTo>
                    <a:pt x="1244600" y="26817"/>
                  </a:lnTo>
                  <a:lnTo>
                    <a:pt x="1231900" y="27579"/>
                  </a:lnTo>
                  <a:lnTo>
                    <a:pt x="1231900" y="41575"/>
                  </a:lnTo>
                  <a:lnTo>
                    <a:pt x="1244600" y="43581"/>
                  </a:lnTo>
                  <a:close/>
                </a:path>
                <a:path w="1282700" h="372745">
                  <a:moveTo>
                    <a:pt x="1244600" y="45105"/>
                  </a:moveTo>
                  <a:lnTo>
                    <a:pt x="1244600" y="43581"/>
                  </a:lnTo>
                  <a:lnTo>
                    <a:pt x="1231900" y="41575"/>
                  </a:lnTo>
                  <a:lnTo>
                    <a:pt x="1231900" y="45105"/>
                  </a:lnTo>
                  <a:lnTo>
                    <a:pt x="1244600" y="45105"/>
                  </a:lnTo>
                  <a:close/>
                </a:path>
                <a:path w="1282700" h="372745">
                  <a:moveTo>
                    <a:pt x="1244600" y="55011"/>
                  </a:moveTo>
                  <a:lnTo>
                    <a:pt x="1244600" y="53487"/>
                  </a:lnTo>
                  <a:lnTo>
                    <a:pt x="1231900" y="55011"/>
                  </a:lnTo>
                  <a:lnTo>
                    <a:pt x="1244600" y="55011"/>
                  </a:lnTo>
                  <a:close/>
                </a:path>
                <a:path w="1282700" h="372745">
                  <a:moveTo>
                    <a:pt x="1257300" y="10815"/>
                  </a:moveTo>
                  <a:lnTo>
                    <a:pt x="1257300" y="101"/>
                  </a:lnTo>
                  <a:lnTo>
                    <a:pt x="1244600" y="1671"/>
                  </a:lnTo>
                  <a:lnTo>
                    <a:pt x="1244600" y="12339"/>
                  </a:lnTo>
                  <a:lnTo>
                    <a:pt x="1257300" y="10815"/>
                  </a:lnTo>
                  <a:close/>
                </a:path>
                <a:path w="1282700" h="372745">
                  <a:moveTo>
                    <a:pt x="1257300" y="32151"/>
                  </a:moveTo>
                  <a:lnTo>
                    <a:pt x="1257300" y="31389"/>
                  </a:lnTo>
                  <a:lnTo>
                    <a:pt x="1244600" y="32913"/>
                  </a:lnTo>
                  <a:lnTo>
                    <a:pt x="1257300" y="32151"/>
                  </a:lnTo>
                  <a:close/>
                </a:path>
                <a:path w="1282700" h="372745">
                  <a:moveTo>
                    <a:pt x="1257300" y="42819"/>
                  </a:moveTo>
                  <a:lnTo>
                    <a:pt x="1257300" y="32151"/>
                  </a:lnTo>
                  <a:lnTo>
                    <a:pt x="1244600" y="33675"/>
                  </a:lnTo>
                  <a:lnTo>
                    <a:pt x="1244600" y="42819"/>
                  </a:lnTo>
                  <a:lnTo>
                    <a:pt x="1257300" y="42819"/>
                  </a:lnTo>
                  <a:close/>
                </a:path>
                <a:path w="1282700" h="372745">
                  <a:moveTo>
                    <a:pt x="1270000" y="10815"/>
                  </a:moveTo>
                  <a:lnTo>
                    <a:pt x="1270000" y="1305"/>
                  </a:lnTo>
                  <a:lnTo>
                    <a:pt x="1257300" y="0"/>
                  </a:lnTo>
                  <a:lnTo>
                    <a:pt x="1257300" y="9291"/>
                  </a:lnTo>
                  <a:lnTo>
                    <a:pt x="1270000" y="10815"/>
                  </a:lnTo>
                  <a:close/>
                </a:path>
                <a:path w="1282700" h="372745">
                  <a:moveTo>
                    <a:pt x="1282700" y="27579"/>
                  </a:moveTo>
                  <a:lnTo>
                    <a:pt x="1282700" y="7767"/>
                  </a:lnTo>
                  <a:lnTo>
                    <a:pt x="1270000" y="4719"/>
                  </a:lnTo>
                  <a:lnTo>
                    <a:pt x="1270000" y="26817"/>
                  </a:lnTo>
                  <a:lnTo>
                    <a:pt x="1282700" y="27579"/>
                  </a:lnTo>
                  <a:close/>
                </a:path>
                <a:path w="1282700" h="372745">
                  <a:moveTo>
                    <a:pt x="1282700" y="47391"/>
                  </a:moveTo>
                  <a:lnTo>
                    <a:pt x="1282700" y="27579"/>
                  </a:lnTo>
                  <a:lnTo>
                    <a:pt x="1270000" y="26817"/>
                  </a:lnTo>
                  <a:lnTo>
                    <a:pt x="1270000" y="49677"/>
                  </a:lnTo>
                  <a:lnTo>
                    <a:pt x="1282700" y="47391"/>
                  </a:lnTo>
                  <a:close/>
                </a:path>
                <a:path w="1282700" h="372745">
                  <a:moveTo>
                    <a:pt x="1282700" y="317039"/>
                  </a:moveTo>
                  <a:lnTo>
                    <a:pt x="1282700" y="47391"/>
                  </a:lnTo>
                  <a:lnTo>
                    <a:pt x="1270000" y="49677"/>
                  </a:lnTo>
                  <a:lnTo>
                    <a:pt x="1270000" y="321287"/>
                  </a:lnTo>
                  <a:lnTo>
                    <a:pt x="1282700" y="317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80432" y="5077967"/>
              <a:ext cx="1225295" cy="19507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167127" y="3969257"/>
              <a:ext cx="2667000" cy="685800"/>
            </a:xfrm>
            <a:custGeom>
              <a:avLst/>
              <a:gdLst/>
              <a:ahLst/>
              <a:cxnLst/>
              <a:rect l="l" t="t" r="r" b="b"/>
              <a:pathLst>
                <a:path w="2667000" h="685800">
                  <a:moveTo>
                    <a:pt x="2666999" y="685800"/>
                  </a:moveTo>
                  <a:lnTo>
                    <a:pt x="2666999" y="0"/>
                  </a:lnTo>
                  <a:lnTo>
                    <a:pt x="0" y="0"/>
                  </a:lnTo>
                  <a:lnTo>
                    <a:pt x="0" y="685800"/>
                  </a:lnTo>
                  <a:lnTo>
                    <a:pt x="2666999" y="68580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62555" y="3964685"/>
              <a:ext cx="2676525" cy="695325"/>
            </a:xfrm>
            <a:custGeom>
              <a:avLst/>
              <a:gdLst/>
              <a:ahLst/>
              <a:cxnLst/>
              <a:rect l="l" t="t" r="r" b="b"/>
              <a:pathLst>
                <a:path w="2676525" h="695325">
                  <a:moveTo>
                    <a:pt x="2676143" y="694944"/>
                  </a:moveTo>
                  <a:lnTo>
                    <a:pt x="2676143" y="0"/>
                  </a:lnTo>
                  <a:lnTo>
                    <a:pt x="0" y="0"/>
                  </a:lnTo>
                  <a:lnTo>
                    <a:pt x="0" y="694944"/>
                  </a:lnTo>
                  <a:lnTo>
                    <a:pt x="4571" y="694944"/>
                  </a:lnTo>
                  <a:lnTo>
                    <a:pt x="4571" y="9144"/>
                  </a:lnTo>
                  <a:lnTo>
                    <a:pt x="9143" y="4572"/>
                  </a:lnTo>
                  <a:lnTo>
                    <a:pt x="9143" y="9144"/>
                  </a:lnTo>
                  <a:lnTo>
                    <a:pt x="2666999" y="9144"/>
                  </a:lnTo>
                  <a:lnTo>
                    <a:pt x="2666999" y="4572"/>
                  </a:lnTo>
                  <a:lnTo>
                    <a:pt x="2671571" y="9144"/>
                  </a:lnTo>
                  <a:lnTo>
                    <a:pt x="2671571" y="694944"/>
                  </a:lnTo>
                  <a:lnTo>
                    <a:pt x="2676143" y="694944"/>
                  </a:lnTo>
                  <a:close/>
                </a:path>
                <a:path w="2676525" h="695325">
                  <a:moveTo>
                    <a:pt x="9143" y="9144"/>
                  </a:moveTo>
                  <a:lnTo>
                    <a:pt x="9143" y="4572"/>
                  </a:lnTo>
                  <a:lnTo>
                    <a:pt x="4571" y="9144"/>
                  </a:lnTo>
                  <a:lnTo>
                    <a:pt x="9143" y="9144"/>
                  </a:lnTo>
                  <a:close/>
                </a:path>
                <a:path w="2676525" h="695325">
                  <a:moveTo>
                    <a:pt x="9143" y="685800"/>
                  </a:moveTo>
                  <a:lnTo>
                    <a:pt x="9143" y="9144"/>
                  </a:lnTo>
                  <a:lnTo>
                    <a:pt x="4571" y="9144"/>
                  </a:lnTo>
                  <a:lnTo>
                    <a:pt x="4571" y="685800"/>
                  </a:lnTo>
                  <a:lnTo>
                    <a:pt x="9143" y="685800"/>
                  </a:lnTo>
                  <a:close/>
                </a:path>
                <a:path w="2676525" h="695325">
                  <a:moveTo>
                    <a:pt x="2671571" y="685800"/>
                  </a:moveTo>
                  <a:lnTo>
                    <a:pt x="4571" y="685800"/>
                  </a:lnTo>
                  <a:lnTo>
                    <a:pt x="9143" y="690372"/>
                  </a:lnTo>
                  <a:lnTo>
                    <a:pt x="9143" y="694944"/>
                  </a:lnTo>
                  <a:lnTo>
                    <a:pt x="2666999" y="694944"/>
                  </a:lnTo>
                  <a:lnTo>
                    <a:pt x="2666999" y="690372"/>
                  </a:lnTo>
                  <a:lnTo>
                    <a:pt x="2671571" y="685800"/>
                  </a:lnTo>
                  <a:close/>
                </a:path>
                <a:path w="2676525" h="695325">
                  <a:moveTo>
                    <a:pt x="9143" y="694944"/>
                  </a:moveTo>
                  <a:lnTo>
                    <a:pt x="9143" y="690372"/>
                  </a:lnTo>
                  <a:lnTo>
                    <a:pt x="4571" y="685800"/>
                  </a:lnTo>
                  <a:lnTo>
                    <a:pt x="4571" y="694944"/>
                  </a:lnTo>
                  <a:lnTo>
                    <a:pt x="9143" y="694944"/>
                  </a:lnTo>
                  <a:close/>
                </a:path>
                <a:path w="2676525" h="695325">
                  <a:moveTo>
                    <a:pt x="2671571" y="9144"/>
                  </a:moveTo>
                  <a:lnTo>
                    <a:pt x="2666999" y="4572"/>
                  </a:lnTo>
                  <a:lnTo>
                    <a:pt x="2666999" y="9144"/>
                  </a:lnTo>
                  <a:lnTo>
                    <a:pt x="2671571" y="9144"/>
                  </a:lnTo>
                  <a:close/>
                </a:path>
                <a:path w="2676525" h="695325">
                  <a:moveTo>
                    <a:pt x="2671571" y="685800"/>
                  </a:moveTo>
                  <a:lnTo>
                    <a:pt x="2671571" y="9144"/>
                  </a:lnTo>
                  <a:lnTo>
                    <a:pt x="2666999" y="9144"/>
                  </a:lnTo>
                  <a:lnTo>
                    <a:pt x="2666999" y="685800"/>
                  </a:lnTo>
                  <a:lnTo>
                    <a:pt x="2671571" y="685800"/>
                  </a:lnTo>
                  <a:close/>
                </a:path>
                <a:path w="2676525" h="695325">
                  <a:moveTo>
                    <a:pt x="2671571" y="694944"/>
                  </a:moveTo>
                  <a:lnTo>
                    <a:pt x="2671571" y="685800"/>
                  </a:lnTo>
                  <a:lnTo>
                    <a:pt x="2666999" y="690372"/>
                  </a:lnTo>
                  <a:lnTo>
                    <a:pt x="2666999" y="694944"/>
                  </a:lnTo>
                  <a:lnTo>
                    <a:pt x="2671571" y="694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56304" y="4004310"/>
              <a:ext cx="782320" cy="41529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11167" y="4133088"/>
              <a:ext cx="731520" cy="19507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66949" y="4004305"/>
              <a:ext cx="751840" cy="41377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29894" y="1635506"/>
            <a:ext cx="8940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spc="-5" b="1" i="1">
                <a:solidFill>
                  <a:srgbClr val="7F7F7F"/>
                </a:solidFill>
                <a:latin typeface="Arial"/>
                <a:cs typeface="Arial"/>
              </a:rPr>
              <a:t>Process </a:t>
            </a:r>
            <a:r>
              <a:rPr dirty="0" sz="1400" b="1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400" spc="-5" b="1" i="1">
                <a:solidFill>
                  <a:srgbClr val="7F7F7F"/>
                </a:solidFill>
                <a:latin typeface="Arial"/>
                <a:cs typeface="Arial"/>
              </a:rPr>
              <a:t>Standards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6499" y="3997755"/>
            <a:ext cx="97790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spc="-10" b="1" i="1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400" spc="-85" b="1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400" spc="-5" b="1" i="1">
                <a:solidFill>
                  <a:srgbClr val="7F7F7F"/>
                </a:solidFill>
                <a:latin typeface="Arial"/>
                <a:cs typeface="Arial"/>
              </a:rPr>
              <a:t>&amp; </a:t>
            </a:r>
            <a:r>
              <a:rPr dirty="0" sz="1400" spc="-375" b="1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400" spc="-5" b="1" i="1">
                <a:solidFill>
                  <a:srgbClr val="7F7F7F"/>
                </a:solidFill>
                <a:latin typeface="Arial"/>
                <a:cs typeface="Arial"/>
              </a:rPr>
              <a:t>Simulation </a:t>
            </a:r>
            <a:r>
              <a:rPr dirty="0" sz="1400" spc="-380" b="1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400" spc="-5" b="1" i="1">
                <a:solidFill>
                  <a:srgbClr val="7F7F7F"/>
                </a:solidFill>
                <a:latin typeface="Arial"/>
                <a:cs typeface="Arial"/>
              </a:rPr>
              <a:t>Standards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7690" y="3159738"/>
            <a:ext cx="8026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spc="-20" b="1" i="1">
                <a:solidFill>
                  <a:srgbClr val="7F7F7F"/>
                </a:solidFill>
                <a:latin typeface="Arial"/>
                <a:cs typeface="Arial"/>
              </a:rPr>
              <a:t>M</a:t>
            </a:r>
            <a:r>
              <a:rPr dirty="0" sz="1400" spc="-10" b="1" i="1">
                <a:solidFill>
                  <a:srgbClr val="7F7F7F"/>
                </a:solidFill>
                <a:latin typeface="Arial"/>
                <a:cs typeface="Arial"/>
              </a:rPr>
              <a:t>odeling  </a:t>
            </a:r>
            <a:r>
              <a:rPr dirty="0" sz="1400" spc="-10" b="1" i="1">
                <a:solidFill>
                  <a:srgbClr val="7F7F7F"/>
                </a:solidFill>
                <a:latin typeface="Arial"/>
                <a:cs typeface="Arial"/>
              </a:rPr>
              <a:t>Methods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5030" y="2413507"/>
            <a:ext cx="10731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spc="-5" b="1" i="1">
                <a:solidFill>
                  <a:srgbClr val="7F7F7F"/>
                </a:solidFill>
                <a:latin typeface="Arial"/>
                <a:cs typeface="Arial"/>
              </a:rPr>
              <a:t>Architecture  Frameworks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1304" y="4834382"/>
            <a:ext cx="121793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400" spc="-10" b="1" i="1">
                <a:solidFill>
                  <a:srgbClr val="7F7F7F"/>
                </a:solidFill>
                <a:latin typeface="Arial"/>
                <a:cs typeface="Arial"/>
              </a:rPr>
              <a:t>Interchange </a:t>
            </a:r>
            <a:r>
              <a:rPr dirty="0" sz="1400" spc="-5" b="1" i="1">
                <a:solidFill>
                  <a:srgbClr val="7F7F7F"/>
                </a:solidFill>
                <a:latin typeface="Arial"/>
                <a:cs typeface="Arial"/>
              </a:rPr>
              <a:t>&amp; </a:t>
            </a:r>
            <a:r>
              <a:rPr dirty="0" sz="1400" spc="-375" b="1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400" spc="-20" b="1" i="1">
                <a:solidFill>
                  <a:srgbClr val="7F7F7F"/>
                </a:solidFill>
                <a:latin typeface="Arial"/>
                <a:cs typeface="Arial"/>
              </a:rPr>
              <a:t>M</a:t>
            </a:r>
            <a:r>
              <a:rPr dirty="0" sz="1400" spc="-5" b="1" i="1">
                <a:solidFill>
                  <a:srgbClr val="7F7F7F"/>
                </a:solidFill>
                <a:latin typeface="Arial"/>
                <a:cs typeface="Arial"/>
              </a:rPr>
              <a:t>etamodeling  </a:t>
            </a:r>
            <a:r>
              <a:rPr dirty="0" sz="1400" spc="-5" b="1" i="1">
                <a:solidFill>
                  <a:srgbClr val="7F7F7F"/>
                </a:solidFill>
                <a:latin typeface="Arial"/>
                <a:cs typeface="Arial"/>
              </a:rPr>
              <a:t>Standards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81955" y="5018785"/>
            <a:ext cx="120904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FFFFFF"/>
                </a:solidFill>
                <a:latin typeface="Arial MT"/>
                <a:cs typeface="Arial MT"/>
              </a:rPr>
              <a:t>STEP/AP233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74185" y="4981955"/>
            <a:ext cx="774700" cy="45720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995928" y="5069840"/>
            <a:ext cx="37401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XMI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612385" y="2430968"/>
            <a:ext cx="999489" cy="39224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2173985" y="2373629"/>
            <a:ext cx="5227320" cy="508634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5"/>
              </a:spcBef>
              <a:tabLst>
                <a:tab pos="1391920" algn="l"/>
                <a:tab pos="2576830" algn="l"/>
                <a:tab pos="374205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FEAF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DoDAF	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MODAF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Zachman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FW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058155" y="3964685"/>
            <a:ext cx="2676525" cy="695325"/>
            <a:chOff x="5058155" y="3964685"/>
            <a:chExt cx="2676525" cy="695325"/>
          </a:xfrm>
        </p:grpSpPr>
        <p:sp>
          <p:nvSpPr>
            <p:cNvPr id="41" name="object 41"/>
            <p:cNvSpPr/>
            <p:nvPr/>
          </p:nvSpPr>
          <p:spPr>
            <a:xfrm>
              <a:off x="5062727" y="3969257"/>
              <a:ext cx="2667000" cy="685800"/>
            </a:xfrm>
            <a:custGeom>
              <a:avLst/>
              <a:gdLst/>
              <a:ahLst/>
              <a:cxnLst/>
              <a:rect l="l" t="t" r="r" b="b"/>
              <a:pathLst>
                <a:path w="2667000" h="685800">
                  <a:moveTo>
                    <a:pt x="2667000" y="685800"/>
                  </a:moveTo>
                  <a:lnTo>
                    <a:pt x="2667000" y="0"/>
                  </a:lnTo>
                  <a:lnTo>
                    <a:pt x="0" y="0"/>
                  </a:lnTo>
                  <a:lnTo>
                    <a:pt x="0" y="685800"/>
                  </a:lnTo>
                  <a:lnTo>
                    <a:pt x="2667000" y="68580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058155" y="3964685"/>
              <a:ext cx="2676525" cy="695325"/>
            </a:xfrm>
            <a:custGeom>
              <a:avLst/>
              <a:gdLst/>
              <a:ahLst/>
              <a:cxnLst/>
              <a:rect l="l" t="t" r="r" b="b"/>
              <a:pathLst>
                <a:path w="2676525" h="695325">
                  <a:moveTo>
                    <a:pt x="2676144" y="694944"/>
                  </a:moveTo>
                  <a:lnTo>
                    <a:pt x="2676144" y="0"/>
                  </a:lnTo>
                  <a:lnTo>
                    <a:pt x="0" y="0"/>
                  </a:lnTo>
                  <a:lnTo>
                    <a:pt x="0" y="694944"/>
                  </a:lnTo>
                  <a:lnTo>
                    <a:pt x="4572" y="694944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2667000" y="9144"/>
                  </a:lnTo>
                  <a:lnTo>
                    <a:pt x="2667000" y="4572"/>
                  </a:lnTo>
                  <a:lnTo>
                    <a:pt x="2671572" y="9144"/>
                  </a:lnTo>
                  <a:lnTo>
                    <a:pt x="2671572" y="694944"/>
                  </a:lnTo>
                  <a:lnTo>
                    <a:pt x="2676144" y="694944"/>
                  </a:lnTo>
                  <a:close/>
                </a:path>
                <a:path w="2676525" h="695325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2676525" h="695325">
                  <a:moveTo>
                    <a:pt x="9144" y="685800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685800"/>
                  </a:lnTo>
                  <a:lnTo>
                    <a:pt x="9144" y="685800"/>
                  </a:lnTo>
                  <a:close/>
                </a:path>
                <a:path w="2676525" h="695325">
                  <a:moveTo>
                    <a:pt x="2671572" y="685800"/>
                  </a:moveTo>
                  <a:lnTo>
                    <a:pt x="4572" y="685800"/>
                  </a:lnTo>
                  <a:lnTo>
                    <a:pt x="9144" y="690372"/>
                  </a:lnTo>
                  <a:lnTo>
                    <a:pt x="9144" y="694944"/>
                  </a:lnTo>
                  <a:lnTo>
                    <a:pt x="2667000" y="694944"/>
                  </a:lnTo>
                  <a:lnTo>
                    <a:pt x="2667000" y="690372"/>
                  </a:lnTo>
                  <a:lnTo>
                    <a:pt x="2671572" y="685800"/>
                  </a:lnTo>
                  <a:close/>
                </a:path>
                <a:path w="2676525" h="695325">
                  <a:moveTo>
                    <a:pt x="9144" y="694944"/>
                  </a:moveTo>
                  <a:lnTo>
                    <a:pt x="9144" y="690372"/>
                  </a:lnTo>
                  <a:lnTo>
                    <a:pt x="4572" y="685800"/>
                  </a:lnTo>
                  <a:lnTo>
                    <a:pt x="4572" y="694944"/>
                  </a:lnTo>
                  <a:lnTo>
                    <a:pt x="9144" y="694944"/>
                  </a:lnTo>
                  <a:close/>
                </a:path>
                <a:path w="2676525" h="695325">
                  <a:moveTo>
                    <a:pt x="2671572" y="9144"/>
                  </a:moveTo>
                  <a:lnTo>
                    <a:pt x="2667000" y="4572"/>
                  </a:lnTo>
                  <a:lnTo>
                    <a:pt x="2667000" y="9144"/>
                  </a:lnTo>
                  <a:lnTo>
                    <a:pt x="2671572" y="9144"/>
                  </a:lnTo>
                  <a:close/>
                </a:path>
                <a:path w="2676525" h="695325">
                  <a:moveTo>
                    <a:pt x="2671572" y="685800"/>
                  </a:moveTo>
                  <a:lnTo>
                    <a:pt x="2671572" y="9144"/>
                  </a:lnTo>
                  <a:lnTo>
                    <a:pt x="2667000" y="9144"/>
                  </a:lnTo>
                  <a:lnTo>
                    <a:pt x="2667000" y="685800"/>
                  </a:lnTo>
                  <a:lnTo>
                    <a:pt x="2671572" y="685800"/>
                  </a:lnTo>
                  <a:close/>
                </a:path>
                <a:path w="2676525" h="695325">
                  <a:moveTo>
                    <a:pt x="2671572" y="694944"/>
                  </a:moveTo>
                  <a:lnTo>
                    <a:pt x="2671572" y="685800"/>
                  </a:lnTo>
                  <a:lnTo>
                    <a:pt x="2667000" y="690372"/>
                  </a:lnTo>
                  <a:lnTo>
                    <a:pt x="2667000" y="694944"/>
                  </a:lnTo>
                  <a:lnTo>
                    <a:pt x="2671572" y="694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510527" y="4023359"/>
              <a:ext cx="990600" cy="403225"/>
            </a:xfrm>
            <a:custGeom>
              <a:avLst/>
              <a:gdLst/>
              <a:ahLst/>
              <a:cxnLst/>
              <a:rect l="l" t="t" r="r" b="b"/>
              <a:pathLst>
                <a:path w="990600" h="403225">
                  <a:moveTo>
                    <a:pt x="990600" y="322326"/>
                  </a:moveTo>
                  <a:lnTo>
                    <a:pt x="990600" y="0"/>
                  </a:lnTo>
                  <a:lnTo>
                    <a:pt x="988468" y="10275"/>
                  </a:lnTo>
                  <a:lnTo>
                    <a:pt x="982694" y="18764"/>
                  </a:lnTo>
                  <a:lnTo>
                    <a:pt x="974205" y="24538"/>
                  </a:lnTo>
                  <a:lnTo>
                    <a:pt x="963930" y="26670"/>
                  </a:lnTo>
                  <a:lnTo>
                    <a:pt x="963930" y="6858"/>
                  </a:lnTo>
                  <a:lnTo>
                    <a:pt x="957834" y="12954"/>
                  </a:lnTo>
                  <a:lnTo>
                    <a:pt x="943356" y="12954"/>
                  </a:lnTo>
                  <a:lnTo>
                    <a:pt x="937260" y="6858"/>
                  </a:lnTo>
                  <a:lnTo>
                    <a:pt x="937260" y="26670"/>
                  </a:lnTo>
                  <a:lnTo>
                    <a:pt x="27431" y="26670"/>
                  </a:lnTo>
                  <a:lnTo>
                    <a:pt x="0" y="53340"/>
                  </a:lnTo>
                  <a:lnTo>
                    <a:pt x="0" y="376428"/>
                  </a:lnTo>
                  <a:lnTo>
                    <a:pt x="2143" y="386703"/>
                  </a:lnTo>
                  <a:lnTo>
                    <a:pt x="8000" y="395192"/>
                  </a:lnTo>
                  <a:lnTo>
                    <a:pt x="16716" y="400966"/>
                  </a:lnTo>
                  <a:lnTo>
                    <a:pt x="27431" y="403098"/>
                  </a:lnTo>
                  <a:lnTo>
                    <a:pt x="27431" y="45720"/>
                  </a:lnTo>
                  <a:lnTo>
                    <a:pt x="32765" y="39624"/>
                  </a:lnTo>
                  <a:lnTo>
                    <a:pt x="48006" y="39624"/>
                  </a:lnTo>
                  <a:lnTo>
                    <a:pt x="54102" y="45720"/>
                  </a:lnTo>
                  <a:lnTo>
                    <a:pt x="54102" y="348996"/>
                  </a:lnTo>
                  <a:lnTo>
                    <a:pt x="963930" y="348996"/>
                  </a:lnTo>
                  <a:lnTo>
                    <a:pt x="974205" y="346864"/>
                  </a:lnTo>
                  <a:lnTo>
                    <a:pt x="982694" y="341090"/>
                  </a:lnTo>
                  <a:lnTo>
                    <a:pt x="988468" y="332601"/>
                  </a:lnTo>
                  <a:lnTo>
                    <a:pt x="990600" y="322326"/>
                  </a:lnTo>
                  <a:close/>
                </a:path>
                <a:path w="990600" h="403225">
                  <a:moveTo>
                    <a:pt x="54102" y="376428"/>
                  </a:moveTo>
                  <a:lnTo>
                    <a:pt x="54102" y="53340"/>
                  </a:lnTo>
                  <a:lnTo>
                    <a:pt x="51970" y="63936"/>
                  </a:lnTo>
                  <a:lnTo>
                    <a:pt x="46196" y="72390"/>
                  </a:lnTo>
                  <a:lnTo>
                    <a:pt x="37707" y="77985"/>
                  </a:lnTo>
                  <a:lnTo>
                    <a:pt x="27431" y="80010"/>
                  </a:lnTo>
                  <a:lnTo>
                    <a:pt x="27431" y="403098"/>
                  </a:lnTo>
                  <a:lnTo>
                    <a:pt x="37707" y="400966"/>
                  </a:lnTo>
                  <a:lnTo>
                    <a:pt x="46196" y="395192"/>
                  </a:lnTo>
                  <a:lnTo>
                    <a:pt x="51970" y="386703"/>
                  </a:lnTo>
                  <a:lnTo>
                    <a:pt x="54102" y="376428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537960" y="3995927"/>
              <a:ext cx="963294" cy="107950"/>
            </a:xfrm>
            <a:custGeom>
              <a:avLst/>
              <a:gdLst/>
              <a:ahLst/>
              <a:cxnLst/>
              <a:rect l="l" t="t" r="r" b="b"/>
              <a:pathLst>
                <a:path w="963295" h="107950">
                  <a:moveTo>
                    <a:pt x="26670" y="80771"/>
                  </a:moveTo>
                  <a:lnTo>
                    <a:pt x="26670" y="73151"/>
                  </a:lnTo>
                  <a:lnTo>
                    <a:pt x="20574" y="67055"/>
                  </a:lnTo>
                  <a:lnTo>
                    <a:pt x="5333" y="67055"/>
                  </a:lnTo>
                  <a:lnTo>
                    <a:pt x="0" y="73151"/>
                  </a:lnTo>
                  <a:lnTo>
                    <a:pt x="0" y="107441"/>
                  </a:lnTo>
                  <a:lnTo>
                    <a:pt x="10275" y="105417"/>
                  </a:lnTo>
                  <a:lnTo>
                    <a:pt x="18764" y="99821"/>
                  </a:lnTo>
                  <a:lnTo>
                    <a:pt x="24538" y="91368"/>
                  </a:lnTo>
                  <a:lnTo>
                    <a:pt x="26670" y="80771"/>
                  </a:lnTo>
                  <a:close/>
                </a:path>
                <a:path w="963295" h="107950">
                  <a:moveTo>
                    <a:pt x="963168" y="27431"/>
                  </a:moveTo>
                  <a:lnTo>
                    <a:pt x="961036" y="16716"/>
                  </a:lnTo>
                  <a:lnTo>
                    <a:pt x="955262" y="8000"/>
                  </a:lnTo>
                  <a:lnTo>
                    <a:pt x="946773" y="2143"/>
                  </a:lnTo>
                  <a:lnTo>
                    <a:pt x="936497" y="0"/>
                  </a:lnTo>
                  <a:lnTo>
                    <a:pt x="925901" y="2143"/>
                  </a:lnTo>
                  <a:lnTo>
                    <a:pt x="917448" y="8000"/>
                  </a:lnTo>
                  <a:lnTo>
                    <a:pt x="911852" y="16716"/>
                  </a:lnTo>
                  <a:lnTo>
                    <a:pt x="909828" y="27431"/>
                  </a:lnTo>
                  <a:lnTo>
                    <a:pt x="909828" y="34289"/>
                  </a:lnTo>
                  <a:lnTo>
                    <a:pt x="915924" y="40385"/>
                  </a:lnTo>
                  <a:lnTo>
                    <a:pt x="930402" y="40385"/>
                  </a:lnTo>
                  <a:lnTo>
                    <a:pt x="936497" y="34289"/>
                  </a:lnTo>
                  <a:lnTo>
                    <a:pt x="936497" y="54101"/>
                  </a:lnTo>
                  <a:lnTo>
                    <a:pt x="946773" y="51970"/>
                  </a:lnTo>
                  <a:lnTo>
                    <a:pt x="955262" y="46196"/>
                  </a:lnTo>
                  <a:lnTo>
                    <a:pt x="961036" y="37707"/>
                  </a:lnTo>
                  <a:lnTo>
                    <a:pt x="963168" y="27431"/>
                  </a:lnTo>
                  <a:close/>
                </a:path>
              </a:pathLst>
            </a:custGeom>
            <a:solidFill>
              <a:srgbClr val="2929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505955" y="3991555"/>
              <a:ext cx="999490" cy="440055"/>
            </a:xfrm>
            <a:custGeom>
              <a:avLst/>
              <a:gdLst/>
              <a:ahLst/>
              <a:cxnLst/>
              <a:rect l="l" t="t" r="r" b="b"/>
              <a:pathLst>
                <a:path w="999490" h="440054">
                  <a:moveTo>
                    <a:pt x="941069" y="53901"/>
                  </a:moveTo>
                  <a:lnTo>
                    <a:pt x="25399" y="53901"/>
                  </a:lnTo>
                  <a:lnTo>
                    <a:pt x="24129" y="54663"/>
                  </a:lnTo>
                  <a:lnTo>
                    <a:pt x="19049" y="56187"/>
                  </a:lnTo>
                  <a:lnTo>
                    <a:pt x="13969" y="58473"/>
                  </a:lnTo>
                  <a:lnTo>
                    <a:pt x="12699" y="59235"/>
                  </a:lnTo>
                  <a:lnTo>
                    <a:pt x="8889" y="62283"/>
                  </a:lnTo>
                  <a:lnTo>
                    <a:pt x="5079" y="66855"/>
                  </a:lnTo>
                  <a:lnTo>
                    <a:pt x="5079" y="67617"/>
                  </a:lnTo>
                  <a:lnTo>
                    <a:pt x="1269" y="73713"/>
                  </a:lnTo>
                  <a:lnTo>
                    <a:pt x="0" y="78285"/>
                  </a:lnTo>
                  <a:lnTo>
                    <a:pt x="0" y="85905"/>
                  </a:lnTo>
                  <a:lnTo>
                    <a:pt x="8890" y="85143"/>
                  </a:lnTo>
                  <a:lnTo>
                    <a:pt x="8890" y="81333"/>
                  </a:lnTo>
                  <a:lnTo>
                    <a:pt x="10160" y="78666"/>
                  </a:lnTo>
                  <a:lnTo>
                    <a:pt x="10160" y="76761"/>
                  </a:lnTo>
                  <a:lnTo>
                    <a:pt x="12699" y="72189"/>
                  </a:lnTo>
                  <a:lnTo>
                    <a:pt x="12699" y="72951"/>
                  </a:lnTo>
                  <a:lnTo>
                    <a:pt x="15240" y="69141"/>
                  </a:lnTo>
                  <a:lnTo>
                    <a:pt x="15240" y="69903"/>
                  </a:lnTo>
                  <a:lnTo>
                    <a:pt x="19050" y="66855"/>
                  </a:lnTo>
                  <a:lnTo>
                    <a:pt x="22860" y="64569"/>
                  </a:lnTo>
                  <a:lnTo>
                    <a:pt x="22860" y="65331"/>
                  </a:lnTo>
                  <a:lnTo>
                    <a:pt x="26670" y="63807"/>
                  </a:lnTo>
                  <a:lnTo>
                    <a:pt x="31115" y="63141"/>
                  </a:lnTo>
                  <a:lnTo>
                    <a:pt x="935990" y="63045"/>
                  </a:lnTo>
                  <a:lnTo>
                    <a:pt x="935990" y="58473"/>
                  </a:lnTo>
                  <a:lnTo>
                    <a:pt x="941069" y="53901"/>
                  </a:lnTo>
                  <a:close/>
                </a:path>
                <a:path w="999490" h="440054">
                  <a:moveTo>
                    <a:pt x="11430" y="94287"/>
                  </a:moveTo>
                  <a:lnTo>
                    <a:pt x="8890" y="88953"/>
                  </a:lnTo>
                  <a:lnTo>
                    <a:pt x="8890" y="85143"/>
                  </a:lnTo>
                  <a:lnTo>
                    <a:pt x="0" y="85905"/>
                  </a:lnTo>
                  <a:lnTo>
                    <a:pt x="0" y="92001"/>
                  </a:lnTo>
                  <a:lnTo>
                    <a:pt x="1270" y="97335"/>
                  </a:lnTo>
                  <a:lnTo>
                    <a:pt x="2540" y="98097"/>
                  </a:lnTo>
                  <a:lnTo>
                    <a:pt x="5080" y="102669"/>
                  </a:lnTo>
                  <a:lnTo>
                    <a:pt x="5080" y="103431"/>
                  </a:lnTo>
                  <a:lnTo>
                    <a:pt x="8890" y="108003"/>
                  </a:lnTo>
                  <a:lnTo>
                    <a:pt x="10160" y="109019"/>
                  </a:lnTo>
                  <a:lnTo>
                    <a:pt x="10160" y="93525"/>
                  </a:lnTo>
                  <a:lnTo>
                    <a:pt x="11430" y="94287"/>
                  </a:lnTo>
                  <a:close/>
                </a:path>
                <a:path w="999490" h="440054">
                  <a:moveTo>
                    <a:pt x="11430" y="416613"/>
                  </a:moveTo>
                  <a:lnTo>
                    <a:pt x="8890" y="412041"/>
                  </a:lnTo>
                  <a:lnTo>
                    <a:pt x="8890" y="108003"/>
                  </a:lnTo>
                  <a:lnTo>
                    <a:pt x="5080" y="103431"/>
                  </a:lnTo>
                  <a:lnTo>
                    <a:pt x="5080" y="102669"/>
                  </a:lnTo>
                  <a:lnTo>
                    <a:pt x="2540" y="98097"/>
                  </a:lnTo>
                  <a:lnTo>
                    <a:pt x="1270" y="97335"/>
                  </a:lnTo>
                  <a:lnTo>
                    <a:pt x="0" y="92001"/>
                  </a:lnTo>
                  <a:lnTo>
                    <a:pt x="0" y="415089"/>
                  </a:lnTo>
                  <a:lnTo>
                    <a:pt x="5080" y="424832"/>
                  </a:lnTo>
                  <a:lnTo>
                    <a:pt x="10160" y="430937"/>
                  </a:lnTo>
                  <a:lnTo>
                    <a:pt x="10160" y="415851"/>
                  </a:lnTo>
                  <a:lnTo>
                    <a:pt x="11430" y="416613"/>
                  </a:lnTo>
                  <a:close/>
                </a:path>
                <a:path w="999490" h="440054">
                  <a:moveTo>
                    <a:pt x="11430" y="75999"/>
                  </a:moveTo>
                  <a:lnTo>
                    <a:pt x="10160" y="76761"/>
                  </a:lnTo>
                  <a:lnTo>
                    <a:pt x="10160" y="78666"/>
                  </a:lnTo>
                  <a:lnTo>
                    <a:pt x="11430" y="75999"/>
                  </a:lnTo>
                  <a:close/>
                </a:path>
                <a:path w="999490" h="440054">
                  <a:moveTo>
                    <a:pt x="19050" y="114099"/>
                  </a:moveTo>
                  <a:lnTo>
                    <a:pt x="19050" y="104193"/>
                  </a:lnTo>
                  <a:lnTo>
                    <a:pt x="15240" y="100383"/>
                  </a:lnTo>
                  <a:lnTo>
                    <a:pt x="15240" y="101145"/>
                  </a:lnTo>
                  <a:lnTo>
                    <a:pt x="12700" y="97335"/>
                  </a:lnTo>
                  <a:lnTo>
                    <a:pt x="12700" y="98097"/>
                  </a:lnTo>
                  <a:lnTo>
                    <a:pt x="10160" y="93525"/>
                  </a:lnTo>
                  <a:lnTo>
                    <a:pt x="10160" y="109019"/>
                  </a:lnTo>
                  <a:lnTo>
                    <a:pt x="12700" y="111051"/>
                  </a:lnTo>
                  <a:lnTo>
                    <a:pt x="13970" y="111813"/>
                  </a:lnTo>
                  <a:lnTo>
                    <a:pt x="19050" y="114099"/>
                  </a:lnTo>
                  <a:close/>
                </a:path>
                <a:path w="999490" h="440054">
                  <a:moveTo>
                    <a:pt x="31750" y="439473"/>
                  </a:moveTo>
                  <a:lnTo>
                    <a:pt x="31750" y="430329"/>
                  </a:lnTo>
                  <a:lnTo>
                    <a:pt x="30480" y="430329"/>
                  </a:lnTo>
                  <a:lnTo>
                    <a:pt x="30480" y="430139"/>
                  </a:lnTo>
                  <a:lnTo>
                    <a:pt x="26670" y="429567"/>
                  </a:lnTo>
                  <a:lnTo>
                    <a:pt x="22860" y="428043"/>
                  </a:lnTo>
                  <a:lnTo>
                    <a:pt x="22860" y="428805"/>
                  </a:lnTo>
                  <a:lnTo>
                    <a:pt x="19050" y="425757"/>
                  </a:lnTo>
                  <a:lnTo>
                    <a:pt x="19050" y="426519"/>
                  </a:lnTo>
                  <a:lnTo>
                    <a:pt x="15240" y="423471"/>
                  </a:lnTo>
                  <a:lnTo>
                    <a:pt x="15240" y="424233"/>
                  </a:lnTo>
                  <a:lnTo>
                    <a:pt x="12700" y="419661"/>
                  </a:lnTo>
                  <a:lnTo>
                    <a:pt x="12700" y="420423"/>
                  </a:lnTo>
                  <a:lnTo>
                    <a:pt x="10160" y="415851"/>
                  </a:lnTo>
                  <a:lnTo>
                    <a:pt x="10160" y="430937"/>
                  </a:lnTo>
                  <a:lnTo>
                    <a:pt x="11430" y="432463"/>
                  </a:lnTo>
                  <a:lnTo>
                    <a:pt x="20320" y="437503"/>
                  </a:lnTo>
                  <a:lnTo>
                    <a:pt x="30480" y="439473"/>
                  </a:lnTo>
                  <a:lnTo>
                    <a:pt x="30480" y="430329"/>
                  </a:lnTo>
                  <a:lnTo>
                    <a:pt x="31115" y="430234"/>
                  </a:lnTo>
                  <a:lnTo>
                    <a:pt x="31115" y="439473"/>
                  </a:lnTo>
                  <a:lnTo>
                    <a:pt x="31750" y="439473"/>
                  </a:lnTo>
                  <a:close/>
                </a:path>
                <a:path w="999490" h="440054">
                  <a:moveTo>
                    <a:pt x="43180" y="114861"/>
                  </a:moveTo>
                  <a:lnTo>
                    <a:pt x="43180" y="103431"/>
                  </a:lnTo>
                  <a:lnTo>
                    <a:pt x="39370" y="105717"/>
                  </a:lnTo>
                  <a:lnTo>
                    <a:pt x="35560" y="107241"/>
                  </a:lnTo>
                  <a:lnTo>
                    <a:pt x="26670" y="107241"/>
                  </a:lnTo>
                  <a:lnTo>
                    <a:pt x="22860" y="105717"/>
                  </a:lnTo>
                  <a:lnTo>
                    <a:pt x="19050" y="103431"/>
                  </a:lnTo>
                  <a:lnTo>
                    <a:pt x="19050" y="114861"/>
                  </a:lnTo>
                  <a:lnTo>
                    <a:pt x="24130" y="116385"/>
                  </a:lnTo>
                  <a:lnTo>
                    <a:pt x="25400" y="116385"/>
                  </a:lnTo>
                  <a:lnTo>
                    <a:pt x="26670" y="116576"/>
                  </a:lnTo>
                  <a:lnTo>
                    <a:pt x="26670" y="111813"/>
                  </a:lnTo>
                  <a:lnTo>
                    <a:pt x="35560" y="111813"/>
                  </a:lnTo>
                  <a:lnTo>
                    <a:pt x="35560" y="116576"/>
                  </a:lnTo>
                  <a:lnTo>
                    <a:pt x="36830" y="116385"/>
                  </a:lnTo>
                  <a:lnTo>
                    <a:pt x="38100" y="116385"/>
                  </a:lnTo>
                  <a:lnTo>
                    <a:pt x="43180" y="114861"/>
                  </a:lnTo>
                  <a:close/>
                </a:path>
                <a:path w="999490" h="440054">
                  <a:moveTo>
                    <a:pt x="63500" y="85486"/>
                  </a:moveTo>
                  <a:lnTo>
                    <a:pt x="60960" y="78285"/>
                  </a:lnTo>
                  <a:lnTo>
                    <a:pt x="60960" y="77523"/>
                  </a:lnTo>
                  <a:lnTo>
                    <a:pt x="59690" y="75237"/>
                  </a:lnTo>
                  <a:lnTo>
                    <a:pt x="59690" y="74475"/>
                  </a:lnTo>
                  <a:lnTo>
                    <a:pt x="57150" y="72951"/>
                  </a:lnTo>
                  <a:lnTo>
                    <a:pt x="57150" y="72189"/>
                  </a:lnTo>
                  <a:lnTo>
                    <a:pt x="54610" y="70665"/>
                  </a:lnTo>
                  <a:lnTo>
                    <a:pt x="54610" y="69903"/>
                  </a:lnTo>
                  <a:lnTo>
                    <a:pt x="52069" y="68379"/>
                  </a:lnTo>
                  <a:lnTo>
                    <a:pt x="50800" y="68379"/>
                  </a:lnTo>
                  <a:lnTo>
                    <a:pt x="49530" y="67617"/>
                  </a:lnTo>
                  <a:lnTo>
                    <a:pt x="46990" y="67617"/>
                  </a:lnTo>
                  <a:lnTo>
                    <a:pt x="45720" y="66855"/>
                  </a:lnTo>
                  <a:lnTo>
                    <a:pt x="44450" y="66855"/>
                  </a:lnTo>
                  <a:lnTo>
                    <a:pt x="41910" y="67617"/>
                  </a:lnTo>
                  <a:lnTo>
                    <a:pt x="40640" y="67617"/>
                  </a:lnTo>
                  <a:lnTo>
                    <a:pt x="38100" y="68379"/>
                  </a:lnTo>
                  <a:lnTo>
                    <a:pt x="36830" y="68379"/>
                  </a:lnTo>
                  <a:lnTo>
                    <a:pt x="34290" y="69903"/>
                  </a:lnTo>
                  <a:lnTo>
                    <a:pt x="29209" y="75237"/>
                  </a:lnTo>
                  <a:lnTo>
                    <a:pt x="27940" y="77523"/>
                  </a:lnTo>
                  <a:lnTo>
                    <a:pt x="27940" y="78285"/>
                  </a:lnTo>
                  <a:lnTo>
                    <a:pt x="26670" y="81333"/>
                  </a:lnTo>
                  <a:lnTo>
                    <a:pt x="26670" y="107241"/>
                  </a:lnTo>
                  <a:lnTo>
                    <a:pt x="35560" y="107241"/>
                  </a:lnTo>
                  <a:lnTo>
                    <a:pt x="35560" y="82095"/>
                  </a:lnTo>
                  <a:lnTo>
                    <a:pt x="36830" y="80952"/>
                  </a:lnTo>
                  <a:lnTo>
                    <a:pt x="36830" y="80571"/>
                  </a:lnTo>
                  <a:lnTo>
                    <a:pt x="39370" y="77523"/>
                  </a:lnTo>
                  <a:lnTo>
                    <a:pt x="39370" y="78285"/>
                  </a:lnTo>
                  <a:lnTo>
                    <a:pt x="41910" y="76761"/>
                  </a:lnTo>
                  <a:lnTo>
                    <a:pt x="46990" y="76761"/>
                  </a:lnTo>
                  <a:lnTo>
                    <a:pt x="49530" y="78285"/>
                  </a:lnTo>
                  <a:lnTo>
                    <a:pt x="49530" y="77523"/>
                  </a:lnTo>
                  <a:lnTo>
                    <a:pt x="52069" y="80571"/>
                  </a:lnTo>
                  <a:lnTo>
                    <a:pt x="52069" y="80952"/>
                  </a:lnTo>
                  <a:lnTo>
                    <a:pt x="53340" y="82095"/>
                  </a:lnTo>
                  <a:lnTo>
                    <a:pt x="53340" y="85143"/>
                  </a:lnTo>
                  <a:lnTo>
                    <a:pt x="62230" y="85143"/>
                  </a:lnTo>
                  <a:lnTo>
                    <a:pt x="62230" y="83454"/>
                  </a:lnTo>
                  <a:lnTo>
                    <a:pt x="63500" y="85486"/>
                  </a:lnTo>
                  <a:close/>
                </a:path>
                <a:path w="999490" h="440054">
                  <a:moveTo>
                    <a:pt x="35560" y="116576"/>
                  </a:moveTo>
                  <a:lnTo>
                    <a:pt x="35560" y="111813"/>
                  </a:lnTo>
                  <a:lnTo>
                    <a:pt x="26670" y="111813"/>
                  </a:lnTo>
                  <a:lnTo>
                    <a:pt x="26670" y="116576"/>
                  </a:lnTo>
                  <a:lnTo>
                    <a:pt x="30480" y="117147"/>
                  </a:lnTo>
                  <a:lnTo>
                    <a:pt x="31750" y="117147"/>
                  </a:lnTo>
                  <a:lnTo>
                    <a:pt x="35560" y="116576"/>
                  </a:lnTo>
                  <a:close/>
                </a:path>
                <a:path w="999490" h="440054">
                  <a:moveTo>
                    <a:pt x="52070" y="431110"/>
                  </a:moveTo>
                  <a:lnTo>
                    <a:pt x="52070" y="415851"/>
                  </a:lnTo>
                  <a:lnTo>
                    <a:pt x="49530" y="420423"/>
                  </a:lnTo>
                  <a:lnTo>
                    <a:pt x="49530" y="419661"/>
                  </a:lnTo>
                  <a:lnTo>
                    <a:pt x="46990" y="424233"/>
                  </a:lnTo>
                  <a:lnTo>
                    <a:pt x="46990" y="423471"/>
                  </a:lnTo>
                  <a:lnTo>
                    <a:pt x="43180" y="426519"/>
                  </a:lnTo>
                  <a:lnTo>
                    <a:pt x="43180" y="425757"/>
                  </a:lnTo>
                  <a:lnTo>
                    <a:pt x="39370" y="428805"/>
                  </a:lnTo>
                  <a:lnTo>
                    <a:pt x="39370" y="428043"/>
                  </a:lnTo>
                  <a:lnTo>
                    <a:pt x="35560" y="429567"/>
                  </a:lnTo>
                  <a:lnTo>
                    <a:pt x="31115" y="430234"/>
                  </a:lnTo>
                  <a:lnTo>
                    <a:pt x="31750" y="430329"/>
                  </a:lnTo>
                  <a:lnTo>
                    <a:pt x="31750" y="439473"/>
                  </a:lnTo>
                  <a:lnTo>
                    <a:pt x="36830" y="438711"/>
                  </a:lnTo>
                  <a:lnTo>
                    <a:pt x="45720" y="436084"/>
                  </a:lnTo>
                  <a:lnTo>
                    <a:pt x="52070" y="431110"/>
                  </a:lnTo>
                  <a:close/>
                </a:path>
                <a:path w="999490" h="440054">
                  <a:moveTo>
                    <a:pt x="36830" y="81333"/>
                  </a:moveTo>
                  <a:lnTo>
                    <a:pt x="35560" y="82095"/>
                  </a:lnTo>
                  <a:lnTo>
                    <a:pt x="35560" y="83619"/>
                  </a:lnTo>
                  <a:lnTo>
                    <a:pt x="36830" y="81333"/>
                  </a:lnTo>
                  <a:close/>
                </a:path>
                <a:path w="999490" h="440054">
                  <a:moveTo>
                    <a:pt x="38100" y="79809"/>
                  </a:moveTo>
                  <a:lnTo>
                    <a:pt x="36830" y="80571"/>
                  </a:lnTo>
                  <a:lnTo>
                    <a:pt x="36830" y="80952"/>
                  </a:lnTo>
                  <a:lnTo>
                    <a:pt x="38100" y="79809"/>
                  </a:lnTo>
                  <a:close/>
                </a:path>
                <a:path w="999490" h="440054">
                  <a:moveTo>
                    <a:pt x="43180" y="76761"/>
                  </a:moveTo>
                  <a:lnTo>
                    <a:pt x="41910" y="76761"/>
                  </a:lnTo>
                  <a:lnTo>
                    <a:pt x="40640" y="77523"/>
                  </a:lnTo>
                  <a:lnTo>
                    <a:pt x="43180" y="76761"/>
                  </a:lnTo>
                  <a:close/>
                </a:path>
                <a:path w="999490" h="440054">
                  <a:moveTo>
                    <a:pt x="52069" y="108870"/>
                  </a:moveTo>
                  <a:lnTo>
                    <a:pt x="52069" y="93525"/>
                  </a:lnTo>
                  <a:lnTo>
                    <a:pt x="49530" y="98097"/>
                  </a:lnTo>
                  <a:lnTo>
                    <a:pt x="49530" y="97335"/>
                  </a:lnTo>
                  <a:lnTo>
                    <a:pt x="46990" y="101145"/>
                  </a:lnTo>
                  <a:lnTo>
                    <a:pt x="46990" y="100383"/>
                  </a:lnTo>
                  <a:lnTo>
                    <a:pt x="43180" y="104193"/>
                  </a:lnTo>
                  <a:lnTo>
                    <a:pt x="43180" y="114099"/>
                  </a:lnTo>
                  <a:lnTo>
                    <a:pt x="48260" y="111813"/>
                  </a:lnTo>
                  <a:lnTo>
                    <a:pt x="52069" y="108870"/>
                  </a:lnTo>
                  <a:close/>
                </a:path>
                <a:path w="999490" h="440054">
                  <a:moveTo>
                    <a:pt x="48260" y="77523"/>
                  </a:moveTo>
                  <a:lnTo>
                    <a:pt x="46990" y="76761"/>
                  </a:lnTo>
                  <a:lnTo>
                    <a:pt x="45720" y="76761"/>
                  </a:lnTo>
                  <a:lnTo>
                    <a:pt x="48260" y="77523"/>
                  </a:lnTo>
                  <a:close/>
                </a:path>
                <a:path w="999490" h="440054">
                  <a:moveTo>
                    <a:pt x="52069" y="80952"/>
                  </a:moveTo>
                  <a:lnTo>
                    <a:pt x="52069" y="80571"/>
                  </a:lnTo>
                  <a:lnTo>
                    <a:pt x="50800" y="79809"/>
                  </a:lnTo>
                  <a:lnTo>
                    <a:pt x="52069" y="80952"/>
                  </a:lnTo>
                  <a:close/>
                </a:path>
                <a:path w="999490" h="440054">
                  <a:moveTo>
                    <a:pt x="62230" y="92001"/>
                  </a:moveTo>
                  <a:lnTo>
                    <a:pt x="62230" y="85143"/>
                  </a:lnTo>
                  <a:lnTo>
                    <a:pt x="53340" y="85143"/>
                  </a:lnTo>
                  <a:lnTo>
                    <a:pt x="53340" y="88953"/>
                  </a:lnTo>
                  <a:lnTo>
                    <a:pt x="50800" y="94287"/>
                  </a:lnTo>
                  <a:lnTo>
                    <a:pt x="52069" y="93525"/>
                  </a:lnTo>
                  <a:lnTo>
                    <a:pt x="52069" y="108870"/>
                  </a:lnTo>
                  <a:lnTo>
                    <a:pt x="53340" y="107889"/>
                  </a:lnTo>
                  <a:lnTo>
                    <a:pt x="57150" y="103838"/>
                  </a:lnTo>
                  <a:lnTo>
                    <a:pt x="60960" y="98097"/>
                  </a:lnTo>
                  <a:lnTo>
                    <a:pt x="60960" y="97335"/>
                  </a:lnTo>
                  <a:lnTo>
                    <a:pt x="62230" y="92001"/>
                  </a:lnTo>
                  <a:close/>
                </a:path>
                <a:path w="999490" h="440054">
                  <a:moveTo>
                    <a:pt x="62230" y="380799"/>
                  </a:moveTo>
                  <a:lnTo>
                    <a:pt x="53340" y="380799"/>
                  </a:lnTo>
                  <a:lnTo>
                    <a:pt x="53340" y="412041"/>
                  </a:lnTo>
                  <a:lnTo>
                    <a:pt x="50800" y="416613"/>
                  </a:lnTo>
                  <a:lnTo>
                    <a:pt x="52070" y="415851"/>
                  </a:lnTo>
                  <a:lnTo>
                    <a:pt x="52070" y="431110"/>
                  </a:lnTo>
                  <a:lnTo>
                    <a:pt x="53340" y="430115"/>
                  </a:lnTo>
                  <a:lnTo>
                    <a:pt x="58420" y="423749"/>
                  </a:lnTo>
                  <a:lnTo>
                    <a:pt x="58420" y="386133"/>
                  </a:lnTo>
                  <a:lnTo>
                    <a:pt x="62230" y="380799"/>
                  </a:lnTo>
                  <a:close/>
                </a:path>
                <a:path w="999490" h="440054">
                  <a:moveTo>
                    <a:pt x="62230" y="376227"/>
                  </a:moveTo>
                  <a:lnTo>
                    <a:pt x="62230" y="92001"/>
                  </a:lnTo>
                  <a:lnTo>
                    <a:pt x="60960" y="97335"/>
                  </a:lnTo>
                  <a:lnTo>
                    <a:pt x="60960" y="98097"/>
                  </a:lnTo>
                  <a:lnTo>
                    <a:pt x="57150" y="103838"/>
                  </a:lnTo>
                  <a:lnTo>
                    <a:pt x="53340" y="107889"/>
                  </a:lnTo>
                  <a:lnTo>
                    <a:pt x="53340" y="380799"/>
                  </a:lnTo>
                  <a:lnTo>
                    <a:pt x="54610" y="377751"/>
                  </a:lnTo>
                  <a:lnTo>
                    <a:pt x="58420" y="376227"/>
                  </a:lnTo>
                  <a:lnTo>
                    <a:pt x="62230" y="376227"/>
                  </a:lnTo>
                  <a:close/>
                </a:path>
                <a:path w="999490" h="440054">
                  <a:moveTo>
                    <a:pt x="972819" y="375465"/>
                  </a:moveTo>
                  <a:lnTo>
                    <a:pt x="968304" y="376143"/>
                  </a:lnTo>
                  <a:lnTo>
                    <a:pt x="58420" y="376227"/>
                  </a:lnTo>
                  <a:lnTo>
                    <a:pt x="54610" y="377751"/>
                  </a:lnTo>
                  <a:lnTo>
                    <a:pt x="53340" y="380799"/>
                  </a:lnTo>
                  <a:lnTo>
                    <a:pt x="62230" y="380799"/>
                  </a:lnTo>
                  <a:lnTo>
                    <a:pt x="62230" y="386133"/>
                  </a:lnTo>
                  <a:lnTo>
                    <a:pt x="969010" y="386133"/>
                  </a:lnTo>
                  <a:lnTo>
                    <a:pt x="971550" y="385752"/>
                  </a:lnTo>
                  <a:lnTo>
                    <a:pt x="971550" y="376227"/>
                  </a:lnTo>
                  <a:lnTo>
                    <a:pt x="972819" y="375465"/>
                  </a:lnTo>
                  <a:close/>
                </a:path>
                <a:path w="999490" h="440054">
                  <a:moveTo>
                    <a:pt x="62230" y="386133"/>
                  </a:moveTo>
                  <a:lnTo>
                    <a:pt x="62230" y="380799"/>
                  </a:lnTo>
                  <a:lnTo>
                    <a:pt x="58420" y="386133"/>
                  </a:lnTo>
                  <a:lnTo>
                    <a:pt x="62230" y="386133"/>
                  </a:lnTo>
                  <a:close/>
                </a:path>
                <a:path w="999490" h="440054">
                  <a:moveTo>
                    <a:pt x="62230" y="413565"/>
                  </a:moveTo>
                  <a:lnTo>
                    <a:pt x="62230" y="386133"/>
                  </a:lnTo>
                  <a:lnTo>
                    <a:pt x="58420" y="386133"/>
                  </a:lnTo>
                  <a:lnTo>
                    <a:pt x="58420" y="423749"/>
                  </a:lnTo>
                  <a:lnTo>
                    <a:pt x="59690" y="422158"/>
                  </a:lnTo>
                  <a:lnTo>
                    <a:pt x="62230" y="413565"/>
                  </a:lnTo>
                  <a:close/>
                </a:path>
                <a:path w="999490" h="440054">
                  <a:moveTo>
                    <a:pt x="999490" y="31803"/>
                  </a:moveTo>
                  <a:lnTo>
                    <a:pt x="999490" y="24945"/>
                  </a:lnTo>
                  <a:lnTo>
                    <a:pt x="996950" y="19611"/>
                  </a:lnTo>
                  <a:lnTo>
                    <a:pt x="996950" y="18849"/>
                  </a:lnTo>
                  <a:lnTo>
                    <a:pt x="994410" y="14277"/>
                  </a:lnTo>
                  <a:lnTo>
                    <a:pt x="994410" y="13515"/>
                  </a:lnTo>
                  <a:lnTo>
                    <a:pt x="990509" y="9597"/>
                  </a:lnTo>
                  <a:lnTo>
                    <a:pt x="986790" y="5133"/>
                  </a:lnTo>
                  <a:lnTo>
                    <a:pt x="985519" y="5133"/>
                  </a:lnTo>
                  <a:lnTo>
                    <a:pt x="977900" y="1628"/>
                  </a:lnTo>
                  <a:lnTo>
                    <a:pt x="971550" y="0"/>
                  </a:lnTo>
                  <a:lnTo>
                    <a:pt x="963930" y="176"/>
                  </a:lnTo>
                  <a:lnTo>
                    <a:pt x="956309" y="2085"/>
                  </a:lnTo>
                  <a:lnTo>
                    <a:pt x="955040" y="2847"/>
                  </a:lnTo>
                  <a:lnTo>
                    <a:pt x="949960" y="5133"/>
                  </a:lnTo>
                  <a:lnTo>
                    <a:pt x="944880" y="9705"/>
                  </a:lnTo>
                  <a:lnTo>
                    <a:pt x="942340" y="13515"/>
                  </a:lnTo>
                  <a:lnTo>
                    <a:pt x="941069" y="14277"/>
                  </a:lnTo>
                  <a:lnTo>
                    <a:pt x="938530" y="18849"/>
                  </a:lnTo>
                  <a:lnTo>
                    <a:pt x="938530" y="19611"/>
                  </a:lnTo>
                  <a:lnTo>
                    <a:pt x="937260" y="24945"/>
                  </a:lnTo>
                  <a:lnTo>
                    <a:pt x="937260" y="25707"/>
                  </a:lnTo>
                  <a:lnTo>
                    <a:pt x="935990" y="31803"/>
                  </a:lnTo>
                  <a:lnTo>
                    <a:pt x="946150" y="31041"/>
                  </a:lnTo>
                  <a:lnTo>
                    <a:pt x="946150" y="27231"/>
                  </a:lnTo>
                  <a:lnTo>
                    <a:pt x="947419" y="22659"/>
                  </a:lnTo>
                  <a:lnTo>
                    <a:pt x="947419" y="23421"/>
                  </a:lnTo>
                  <a:lnTo>
                    <a:pt x="949960" y="18849"/>
                  </a:lnTo>
                  <a:lnTo>
                    <a:pt x="949960" y="19611"/>
                  </a:lnTo>
                  <a:lnTo>
                    <a:pt x="952500" y="15801"/>
                  </a:lnTo>
                  <a:lnTo>
                    <a:pt x="955040" y="13769"/>
                  </a:lnTo>
                  <a:lnTo>
                    <a:pt x="955040" y="13515"/>
                  </a:lnTo>
                  <a:lnTo>
                    <a:pt x="960119" y="10467"/>
                  </a:lnTo>
                  <a:lnTo>
                    <a:pt x="960119" y="10848"/>
                  </a:lnTo>
                  <a:lnTo>
                    <a:pt x="962660" y="10086"/>
                  </a:lnTo>
                  <a:lnTo>
                    <a:pt x="962660" y="9705"/>
                  </a:lnTo>
                  <a:lnTo>
                    <a:pt x="967740" y="9096"/>
                  </a:lnTo>
                  <a:lnTo>
                    <a:pt x="967740" y="8943"/>
                  </a:lnTo>
                  <a:lnTo>
                    <a:pt x="969010" y="8943"/>
                  </a:lnTo>
                  <a:lnTo>
                    <a:pt x="969010" y="9134"/>
                  </a:lnTo>
                  <a:lnTo>
                    <a:pt x="972819" y="9705"/>
                  </a:lnTo>
                  <a:lnTo>
                    <a:pt x="972819" y="10086"/>
                  </a:lnTo>
                  <a:lnTo>
                    <a:pt x="976630" y="11229"/>
                  </a:lnTo>
                  <a:lnTo>
                    <a:pt x="976630" y="10467"/>
                  </a:lnTo>
                  <a:lnTo>
                    <a:pt x="980440" y="13515"/>
                  </a:lnTo>
                  <a:lnTo>
                    <a:pt x="980440" y="12753"/>
                  </a:lnTo>
                  <a:lnTo>
                    <a:pt x="984250" y="15801"/>
                  </a:lnTo>
                  <a:lnTo>
                    <a:pt x="984250" y="17071"/>
                  </a:lnTo>
                  <a:lnTo>
                    <a:pt x="986790" y="19611"/>
                  </a:lnTo>
                  <a:lnTo>
                    <a:pt x="986790" y="18849"/>
                  </a:lnTo>
                  <a:lnTo>
                    <a:pt x="988060" y="23421"/>
                  </a:lnTo>
                  <a:lnTo>
                    <a:pt x="988060" y="22659"/>
                  </a:lnTo>
                  <a:lnTo>
                    <a:pt x="990600" y="27231"/>
                  </a:lnTo>
                  <a:lnTo>
                    <a:pt x="990600" y="31041"/>
                  </a:lnTo>
                  <a:lnTo>
                    <a:pt x="999490" y="31803"/>
                  </a:lnTo>
                  <a:close/>
                </a:path>
                <a:path w="999490" h="440054">
                  <a:moveTo>
                    <a:pt x="951230" y="39423"/>
                  </a:moveTo>
                  <a:lnTo>
                    <a:pt x="948690" y="38661"/>
                  </a:lnTo>
                  <a:lnTo>
                    <a:pt x="948690" y="37899"/>
                  </a:lnTo>
                  <a:lnTo>
                    <a:pt x="946150" y="35613"/>
                  </a:lnTo>
                  <a:lnTo>
                    <a:pt x="946150" y="31041"/>
                  </a:lnTo>
                  <a:lnTo>
                    <a:pt x="935990" y="31803"/>
                  </a:lnTo>
                  <a:lnTo>
                    <a:pt x="937260" y="34851"/>
                  </a:lnTo>
                  <a:lnTo>
                    <a:pt x="937260" y="35613"/>
                  </a:lnTo>
                  <a:lnTo>
                    <a:pt x="938530" y="43132"/>
                  </a:lnTo>
                  <a:lnTo>
                    <a:pt x="946150" y="50066"/>
                  </a:lnTo>
                  <a:lnTo>
                    <a:pt x="949960" y="49698"/>
                  </a:lnTo>
                  <a:lnTo>
                    <a:pt x="949960" y="39423"/>
                  </a:lnTo>
                  <a:lnTo>
                    <a:pt x="951230" y="39423"/>
                  </a:lnTo>
                  <a:close/>
                </a:path>
                <a:path w="999490" h="440054">
                  <a:moveTo>
                    <a:pt x="946150" y="53901"/>
                  </a:moveTo>
                  <a:lnTo>
                    <a:pt x="946150" y="50066"/>
                  </a:lnTo>
                  <a:lnTo>
                    <a:pt x="938530" y="43132"/>
                  </a:lnTo>
                  <a:lnTo>
                    <a:pt x="937260" y="35613"/>
                  </a:lnTo>
                  <a:lnTo>
                    <a:pt x="937260" y="34851"/>
                  </a:lnTo>
                  <a:lnTo>
                    <a:pt x="935990" y="31803"/>
                  </a:lnTo>
                  <a:lnTo>
                    <a:pt x="935990" y="53901"/>
                  </a:lnTo>
                  <a:lnTo>
                    <a:pt x="946150" y="53901"/>
                  </a:lnTo>
                  <a:close/>
                </a:path>
                <a:path w="999490" h="440054">
                  <a:moveTo>
                    <a:pt x="972819" y="58473"/>
                  </a:moveTo>
                  <a:lnTo>
                    <a:pt x="972819" y="53139"/>
                  </a:lnTo>
                  <a:lnTo>
                    <a:pt x="968304" y="53817"/>
                  </a:lnTo>
                  <a:lnTo>
                    <a:pt x="941069" y="53901"/>
                  </a:lnTo>
                  <a:lnTo>
                    <a:pt x="935990" y="58473"/>
                  </a:lnTo>
                  <a:lnTo>
                    <a:pt x="935990" y="63045"/>
                  </a:lnTo>
                  <a:lnTo>
                    <a:pt x="941069" y="63045"/>
                  </a:lnTo>
                  <a:lnTo>
                    <a:pt x="944880" y="61521"/>
                  </a:lnTo>
                  <a:lnTo>
                    <a:pt x="946150" y="58473"/>
                  </a:lnTo>
                  <a:lnTo>
                    <a:pt x="946150" y="63045"/>
                  </a:lnTo>
                  <a:lnTo>
                    <a:pt x="963930" y="63045"/>
                  </a:lnTo>
                  <a:lnTo>
                    <a:pt x="963930" y="58473"/>
                  </a:lnTo>
                  <a:lnTo>
                    <a:pt x="972819" y="58473"/>
                  </a:lnTo>
                  <a:close/>
                </a:path>
                <a:path w="999490" h="440054">
                  <a:moveTo>
                    <a:pt x="946150" y="63045"/>
                  </a:moveTo>
                  <a:lnTo>
                    <a:pt x="946150" y="58473"/>
                  </a:lnTo>
                  <a:lnTo>
                    <a:pt x="944880" y="61521"/>
                  </a:lnTo>
                  <a:lnTo>
                    <a:pt x="941069" y="63045"/>
                  </a:lnTo>
                  <a:lnTo>
                    <a:pt x="946150" y="63045"/>
                  </a:lnTo>
                  <a:close/>
                </a:path>
                <a:path w="999490" h="440054">
                  <a:moveTo>
                    <a:pt x="947419" y="36375"/>
                  </a:moveTo>
                  <a:lnTo>
                    <a:pt x="946150" y="34089"/>
                  </a:lnTo>
                  <a:lnTo>
                    <a:pt x="946150" y="35613"/>
                  </a:lnTo>
                  <a:lnTo>
                    <a:pt x="947419" y="36375"/>
                  </a:lnTo>
                  <a:close/>
                </a:path>
                <a:path w="999490" h="440054">
                  <a:moveTo>
                    <a:pt x="949960" y="38661"/>
                  </a:moveTo>
                  <a:lnTo>
                    <a:pt x="948690" y="37137"/>
                  </a:lnTo>
                  <a:lnTo>
                    <a:pt x="948690" y="38661"/>
                  </a:lnTo>
                  <a:lnTo>
                    <a:pt x="949960" y="38661"/>
                  </a:lnTo>
                  <a:close/>
                </a:path>
                <a:path w="999490" h="440054">
                  <a:moveTo>
                    <a:pt x="953769" y="40185"/>
                  </a:moveTo>
                  <a:lnTo>
                    <a:pt x="949960" y="39423"/>
                  </a:lnTo>
                  <a:lnTo>
                    <a:pt x="949960" y="49698"/>
                  </a:lnTo>
                  <a:lnTo>
                    <a:pt x="952500" y="49452"/>
                  </a:lnTo>
                  <a:lnTo>
                    <a:pt x="952500" y="40185"/>
                  </a:lnTo>
                  <a:lnTo>
                    <a:pt x="953769" y="40185"/>
                  </a:lnTo>
                  <a:close/>
                </a:path>
                <a:path w="999490" h="440054">
                  <a:moveTo>
                    <a:pt x="960119" y="48948"/>
                  </a:moveTo>
                  <a:lnTo>
                    <a:pt x="960119" y="38661"/>
                  </a:lnTo>
                  <a:lnTo>
                    <a:pt x="957580" y="39423"/>
                  </a:lnTo>
                  <a:lnTo>
                    <a:pt x="956309" y="40185"/>
                  </a:lnTo>
                  <a:lnTo>
                    <a:pt x="952500" y="40185"/>
                  </a:lnTo>
                  <a:lnTo>
                    <a:pt x="952500" y="49452"/>
                  </a:lnTo>
                  <a:lnTo>
                    <a:pt x="958850" y="49329"/>
                  </a:lnTo>
                  <a:lnTo>
                    <a:pt x="960119" y="48948"/>
                  </a:lnTo>
                  <a:close/>
                </a:path>
                <a:path w="999490" h="440054">
                  <a:moveTo>
                    <a:pt x="956309" y="12753"/>
                  </a:moveTo>
                  <a:lnTo>
                    <a:pt x="955040" y="13515"/>
                  </a:lnTo>
                  <a:lnTo>
                    <a:pt x="955040" y="13769"/>
                  </a:lnTo>
                  <a:lnTo>
                    <a:pt x="956309" y="12753"/>
                  </a:lnTo>
                  <a:close/>
                </a:path>
                <a:path w="999490" h="440054">
                  <a:moveTo>
                    <a:pt x="960119" y="10848"/>
                  </a:moveTo>
                  <a:lnTo>
                    <a:pt x="960119" y="10467"/>
                  </a:lnTo>
                  <a:lnTo>
                    <a:pt x="958850" y="11229"/>
                  </a:lnTo>
                  <a:lnTo>
                    <a:pt x="960119" y="10848"/>
                  </a:lnTo>
                  <a:close/>
                </a:path>
                <a:path w="999490" h="440054">
                  <a:moveTo>
                    <a:pt x="961390" y="48567"/>
                  </a:moveTo>
                  <a:lnTo>
                    <a:pt x="961390" y="37137"/>
                  </a:lnTo>
                  <a:lnTo>
                    <a:pt x="958850" y="38661"/>
                  </a:lnTo>
                  <a:lnTo>
                    <a:pt x="960119" y="38661"/>
                  </a:lnTo>
                  <a:lnTo>
                    <a:pt x="960119" y="48948"/>
                  </a:lnTo>
                  <a:lnTo>
                    <a:pt x="961390" y="48567"/>
                  </a:lnTo>
                  <a:close/>
                </a:path>
                <a:path w="999490" h="440054">
                  <a:moveTo>
                    <a:pt x="961390" y="37137"/>
                  </a:moveTo>
                  <a:lnTo>
                    <a:pt x="961390" y="35613"/>
                  </a:lnTo>
                  <a:lnTo>
                    <a:pt x="960119" y="37899"/>
                  </a:lnTo>
                  <a:lnTo>
                    <a:pt x="961390" y="37137"/>
                  </a:lnTo>
                  <a:close/>
                </a:path>
                <a:path w="999490" h="440054">
                  <a:moveTo>
                    <a:pt x="972819" y="35613"/>
                  </a:moveTo>
                  <a:lnTo>
                    <a:pt x="972819" y="31803"/>
                  </a:lnTo>
                  <a:lnTo>
                    <a:pt x="963930" y="31803"/>
                  </a:lnTo>
                  <a:lnTo>
                    <a:pt x="963930" y="32565"/>
                  </a:lnTo>
                  <a:lnTo>
                    <a:pt x="962660" y="35613"/>
                  </a:lnTo>
                  <a:lnTo>
                    <a:pt x="962660" y="34089"/>
                  </a:lnTo>
                  <a:lnTo>
                    <a:pt x="961390" y="36375"/>
                  </a:lnTo>
                  <a:lnTo>
                    <a:pt x="961390" y="47805"/>
                  </a:lnTo>
                  <a:lnTo>
                    <a:pt x="963930" y="47043"/>
                  </a:lnTo>
                  <a:lnTo>
                    <a:pt x="967740" y="44757"/>
                  </a:lnTo>
                  <a:lnTo>
                    <a:pt x="967740" y="43995"/>
                  </a:lnTo>
                  <a:lnTo>
                    <a:pt x="969010" y="41709"/>
                  </a:lnTo>
                  <a:lnTo>
                    <a:pt x="969010" y="40947"/>
                  </a:lnTo>
                  <a:lnTo>
                    <a:pt x="971550" y="38661"/>
                  </a:lnTo>
                  <a:lnTo>
                    <a:pt x="971550" y="37899"/>
                  </a:lnTo>
                  <a:lnTo>
                    <a:pt x="972819" y="35613"/>
                  </a:lnTo>
                  <a:close/>
                </a:path>
                <a:path w="999490" h="440054">
                  <a:moveTo>
                    <a:pt x="963930" y="9705"/>
                  </a:moveTo>
                  <a:lnTo>
                    <a:pt x="962660" y="9705"/>
                  </a:lnTo>
                  <a:lnTo>
                    <a:pt x="962660" y="10086"/>
                  </a:lnTo>
                  <a:lnTo>
                    <a:pt x="963930" y="9705"/>
                  </a:lnTo>
                  <a:close/>
                </a:path>
                <a:path w="999490" h="440054">
                  <a:moveTo>
                    <a:pt x="972819" y="31803"/>
                  </a:moveTo>
                  <a:lnTo>
                    <a:pt x="971550" y="27993"/>
                  </a:lnTo>
                  <a:lnTo>
                    <a:pt x="967740" y="26469"/>
                  </a:lnTo>
                  <a:lnTo>
                    <a:pt x="965200" y="27993"/>
                  </a:lnTo>
                  <a:lnTo>
                    <a:pt x="963930" y="31041"/>
                  </a:lnTo>
                  <a:lnTo>
                    <a:pt x="962660" y="33327"/>
                  </a:lnTo>
                  <a:lnTo>
                    <a:pt x="963930" y="32565"/>
                  </a:lnTo>
                  <a:lnTo>
                    <a:pt x="963930" y="31803"/>
                  </a:lnTo>
                  <a:lnTo>
                    <a:pt x="972819" y="31803"/>
                  </a:lnTo>
                  <a:close/>
                </a:path>
                <a:path w="999490" h="440054">
                  <a:moveTo>
                    <a:pt x="972819" y="53139"/>
                  </a:moveTo>
                  <a:lnTo>
                    <a:pt x="971550" y="53139"/>
                  </a:lnTo>
                  <a:lnTo>
                    <a:pt x="971550" y="38661"/>
                  </a:lnTo>
                  <a:lnTo>
                    <a:pt x="969010" y="40947"/>
                  </a:lnTo>
                  <a:lnTo>
                    <a:pt x="969010" y="41709"/>
                  </a:lnTo>
                  <a:lnTo>
                    <a:pt x="967740" y="43995"/>
                  </a:lnTo>
                  <a:lnTo>
                    <a:pt x="967740" y="44757"/>
                  </a:lnTo>
                  <a:lnTo>
                    <a:pt x="963930" y="47043"/>
                  </a:lnTo>
                  <a:lnTo>
                    <a:pt x="963930" y="53901"/>
                  </a:lnTo>
                  <a:lnTo>
                    <a:pt x="968304" y="53817"/>
                  </a:lnTo>
                  <a:lnTo>
                    <a:pt x="972819" y="53139"/>
                  </a:lnTo>
                  <a:close/>
                </a:path>
                <a:path w="999490" h="440054">
                  <a:moveTo>
                    <a:pt x="972819" y="62557"/>
                  </a:moveTo>
                  <a:lnTo>
                    <a:pt x="972819" y="58473"/>
                  </a:lnTo>
                  <a:lnTo>
                    <a:pt x="963930" y="58473"/>
                  </a:lnTo>
                  <a:lnTo>
                    <a:pt x="963930" y="63045"/>
                  </a:lnTo>
                  <a:lnTo>
                    <a:pt x="969010" y="62923"/>
                  </a:lnTo>
                  <a:lnTo>
                    <a:pt x="972819" y="62557"/>
                  </a:lnTo>
                  <a:close/>
                </a:path>
                <a:path w="999490" h="440054">
                  <a:moveTo>
                    <a:pt x="968304" y="9028"/>
                  </a:moveTo>
                  <a:lnTo>
                    <a:pt x="967740" y="8943"/>
                  </a:lnTo>
                  <a:lnTo>
                    <a:pt x="967740" y="9096"/>
                  </a:lnTo>
                  <a:lnTo>
                    <a:pt x="968304" y="9028"/>
                  </a:lnTo>
                  <a:close/>
                </a:path>
                <a:path w="999490" h="440054">
                  <a:moveTo>
                    <a:pt x="969010" y="9134"/>
                  </a:moveTo>
                  <a:lnTo>
                    <a:pt x="969010" y="8943"/>
                  </a:lnTo>
                  <a:lnTo>
                    <a:pt x="968304" y="9028"/>
                  </a:lnTo>
                  <a:lnTo>
                    <a:pt x="969010" y="9134"/>
                  </a:lnTo>
                  <a:close/>
                </a:path>
                <a:path w="999490" h="440054">
                  <a:moveTo>
                    <a:pt x="972819" y="10086"/>
                  </a:moveTo>
                  <a:lnTo>
                    <a:pt x="972819" y="9705"/>
                  </a:lnTo>
                  <a:lnTo>
                    <a:pt x="971550" y="9705"/>
                  </a:lnTo>
                  <a:lnTo>
                    <a:pt x="972819" y="10086"/>
                  </a:lnTo>
                  <a:close/>
                </a:path>
                <a:path w="999490" h="440054">
                  <a:moveTo>
                    <a:pt x="972819" y="52758"/>
                  </a:moveTo>
                  <a:lnTo>
                    <a:pt x="972819" y="35613"/>
                  </a:lnTo>
                  <a:lnTo>
                    <a:pt x="971550" y="37899"/>
                  </a:lnTo>
                  <a:lnTo>
                    <a:pt x="971550" y="53139"/>
                  </a:lnTo>
                  <a:lnTo>
                    <a:pt x="972819" y="52758"/>
                  </a:lnTo>
                  <a:close/>
                </a:path>
                <a:path w="999490" h="440054">
                  <a:moveTo>
                    <a:pt x="984250" y="60114"/>
                  </a:moveTo>
                  <a:lnTo>
                    <a:pt x="984250" y="47043"/>
                  </a:lnTo>
                  <a:lnTo>
                    <a:pt x="980440" y="50091"/>
                  </a:lnTo>
                  <a:lnTo>
                    <a:pt x="980440" y="49329"/>
                  </a:lnTo>
                  <a:lnTo>
                    <a:pt x="976630" y="52377"/>
                  </a:lnTo>
                  <a:lnTo>
                    <a:pt x="976630" y="51615"/>
                  </a:lnTo>
                  <a:lnTo>
                    <a:pt x="971550" y="53139"/>
                  </a:lnTo>
                  <a:lnTo>
                    <a:pt x="972819" y="53139"/>
                  </a:lnTo>
                  <a:lnTo>
                    <a:pt x="972819" y="62557"/>
                  </a:lnTo>
                  <a:lnTo>
                    <a:pt x="977900" y="62068"/>
                  </a:lnTo>
                  <a:lnTo>
                    <a:pt x="982980" y="61356"/>
                  </a:lnTo>
                  <a:lnTo>
                    <a:pt x="984250" y="60114"/>
                  </a:lnTo>
                  <a:close/>
                </a:path>
                <a:path w="999490" h="440054">
                  <a:moveTo>
                    <a:pt x="984250" y="381291"/>
                  </a:moveTo>
                  <a:lnTo>
                    <a:pt x="984250" y="369369"/>
                  </a:lnTo>
                  <a:lnTo>
                    <a:pt x="980440" y="372417"/>
                  </a:lnTo>
                  <a:lnTo>
                    <a:pt x="976630" y="374703"/>
                  </a:lnTo>
                  <a:lnTo>
                    <a:pt x="971550" y="376227"/>
                  </a:lnTo>
                  <a:lnTo>
                    <a:pt x="971550" y="385752"/>
                  </a:lnTo>
                  <a:lnTo>
                    <a:pt x="974090" y="385371"/>
                  </a:lnTo>
                  <a:lnTo>
                    <a:pt x="975360" y="385371"/>
                  </a:lnTo>
                  <a:lnTo>
                    <a:pt x="981710" y="382939"/>
                  </a:lnTo>
                  <a:lnTo>
                    <a:pt x="984250" y="381291"/>
                  </a:lnTo>
                  <a:close/>
                </a:path>
                <a:path w="999490" h="440054">
                  <a:moveTo>
                    <a:pt x="984250" y="17071"/>
                  </a:moveTo>
                  <a:lnTo>
                    <a:pt x="984250" y="15801"/>
                  </a:lnTo>
                  <a:lnTo>
                    <a:pt x="982980" y="15801"/>
                  </a:lnTo>
                  <a:lnTo>
                    <a:pt x="984250" y="17071"/>
                  </a:lnTo>
                  <a:close/>
                </a:path>
                <a:path w="999490" h="440054">
                  <a:moveTo>
                    <a:pt x="990600" y="53901"/>
                  </a:moveTo>
                  <a:lnTo>
                    <a:pt x="990600" y="35613"/>
                  </a:lnTo>
                  <a:lnTo>
                    <a:pt x="988060" y="40185"/>
                  </a:lnTo>
                  <a:lnTo>
                    <a:pt x="988060" y="39423"/>
                  </a:lnTo>
                  <a:lnTo>
                    <a:pt x="986790" y="43995"/>
                  </a:lnTo>
                  <a:lnTo>
                    <a:pt x="986790" y="43233"/>
                  </a:lnTo>
                  <a:lnTo>
                    <a:pt x="982980" y="47805"/>
                  </a:lnTo>
                  <a:lnTo>
                    <a:pt x="984250" y="47043"/>
                  </a:lnTo>
                  <a:lnTo>
                    <a:pt x="984250" y="60114"/>
                  </a:lnTo>
                  <a:lnTo>
                    <a:pt x="990600" y="53901"/>
                  </a:lnTo>
                  <a:close/>
                </a:path>
                <a:path w="999490" h="440054">
                  <a:moveTo>
                    <a:pt x="996950" y="367083"/>
                  </a:moveTo>
                  <a:lnTo>
                    <a:pt x="996950" y="43995"/>
                  </a:lnTo>
                  <a:lnTo>
                    <a:pt x="994410" y="48567"/>
                  </a:lnTo>
                  <a:lnTo>
                    <a:pt x="994410" y="49329"/>
                  </a:lnTo>
                  <a:lnTo>
                    <a:pt x="990600" y="53901"/>
                  </a:lnTo>
                  <a:lnTo>
                    <a:pt x="990600" y="357939"/>
                  </a:lnTo>
                  <a:lnTo>
                    <a:pt x="988060" y="363273"/>
                  </a:lnTo>
                  <a:lnTo>
                    <a:pt x="988060" y="362511"/>
                  </a:lnTo>
                  <a:lnTo>
                    <a:pt x="986790" y="367083"/>
                  </a:lnTo>
                  <a:lnTo>
                    <a:pt x="986790" y="366321"/>
                  </a:lnTo>
                  <a:lnTo>
                    <a:pt x="982980" y="370131"/>
                  </a:lnTo>
                  <a:lnTo>
                    <a:pt x="984250" y="369369"/>
                  </a:lnTo>
                  <a:lnTo>
                    <a:pt x="984250" y="381291"/>
                  </a:lnTo>
                  <a:lnTo>
                    <a:pt x="988060" y="378818"/>
                  </a:lnTo>
                  <a:lnTo>
                    <a:pt x="993140" y="373402"/>
                  </a:lnTo>
                  <a:lnTo>
                    <a:pt x="996950" y="367083"/>
                  </a:lnTo>
                  <a:close/>
                </a:path>
                <a:path w="999490" h="440054">
                  <a:moveTo>
                    <a:pt x="990600" y="31041"/>
                  </a:moveTo>
                  <a:lnTo>
                    <a:pt x="990600" y="27231"/>
                  </a:lnTo>
                  <a:lnTo>
                    <a:pt x="989330" y="26469"/>
                  </a:lnTo>
                  <a:lnTo>
                    <a:pt x="990509" y="31422"/>
                  </a:lnTo>
                  <a:lnTo>
                    <a:pt x="990600" y="31041"/>
                  </a:lnTo>
                  <a:close/>
                </a:path>
                <a:path w="999490" h="440054">
                  <a:moveTo>
                    <a:pt x="990600" y="35613"/>
                  </a:moveTo>
                  <a:lnTo>
                    <a:pt x="990600" y="31803"/>
                  </a:lnTo>
                  <a:lnTo>
                    <a:pt x="990509" y="31422"/>
                  </a:lnTo>
                  <a:lnTo>
                    <a:pt x="989330" y="36375"/>
                  </a:lnTo>
                  <a:lnTo>
                    <a:pt x="990600" y="35613"/>
                  </a:lnTo>
                  <a:close/>
                </a:path>
                <a:path w="999490" h="440054">
                  <a:moveTo>
                    <a:pt x="990600" y="357939"/>
                  </a:moveTo>
                  <a:lnTo>
                    <a:pt x="990600" y="354129"/>
                  </a:lnTo>
                  <a:lnTo>
                    <a:pt x="989330" y="359463"/>
                  </a:lnTo>
                  <a:lnTo>
                    <a:pt x="990600" y="357939"/>
                  </a:lnTo>
                  <a:close/>
                </a:path>
                <a:path w="999490" h="440054">
                  <a:moveTo>
                    <a:pt x="999490" y="38661"/>
                  </a:moveTo>
                  <a:lnTo>
                    <a:pt x="999490" y="31803"/>
                  </a:lnTo>
                  <a:lnTo>
                    <a:pt x="990600" y="31041"/>
                  </a:lnTo>
                  <a:lnTo>
                    <a:pt x="990509" y="31422"/>
                  </a:lnTo>
                  <a:lnTo>
                    <a:pt x="990600" y="31803"/>
                  </a:lnTo>
                  <a:lnTo>
                    <a:pt x="990600" y="53901"/>
                  </a:lnTo>
                  <a:lnTo>
                    <a:pt x="994410" y="49329"/>
                  </a:lnTo>
                  <a:lnTo>
                    <a:pt x="994410" y="48567"/>
                  </a:lnTo>
                  <a:lnTo>
                    <a:pt x="996950" y="43995"/>
                  </a:lnTo>
                  <a:lnTo>
                    <a:pt x="996950" y="43233"/>
                  </a:lnTo>
                  <a:lnTo>
                    <a:pt x="999490" y="38661"/>
                  </a:lnTo>
                  <a:close/>
                </a:path>
                <a:path w="999490" h="440054">
                  <a:moveTo>
                    <a:pt x="999490" y="360987"/>
                  </a:moveTo>
                  <a:lnTo>
                    <a:pt x="999490" y="38661"/>
                  </a:lnTo>
                  <a:lnTo>
                    <a:pt x="996950" y="43233"/>
                  </a:lnTo>
                  <a:lnTo>
                    <a:pt x="996950" y="366321"/>
                  </a:lnTo>
                  <a:lnTo>
                    <a:pt x="999490" y="3609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62955" y="4004271"/>
              <a:ext cx="900430" cy="41380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2355595" y="4071620"/>
            <a:ext cx="506095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0364" algn="l"/>
                <a:tab pos="3261360" algn="l"/>
                <a:tab pos="4280535" algn="l"/>
              </a:tabLst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IDEF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5">
                <a:solidFill>
                  <a:srgbClr val="FFFFFF"/>
                </a:solidFill>
                <a:latin typeface="Arial MT"/>
                <a:cs typeface="Arial MT"/>
              </a:rPr>
              <a:t>MA</a:t>
            </a:r>
            <a:r>
              <a:rPr dirty="0" sz="1600" spc="-3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dirty="0" sz="1600" spc="-5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HLA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MathML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24226" y="4419854"/>
            <a:ext cx="4267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59380" algn="l"/>
              </a:tabLst>
            </a:pPr>
            <a:r>
              <a:rPr dirty="0" sz="1200" spc="-10" b="1">
                <a:latin typeface="Arial"/>
                <a:cs typeface="Arial"/>
              </a:rPr>
              <a:t>System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Modeling	</a:t>
            </a:r>
            <a:r>
              <a:rPr dirty="0" sz="1200" b="1">
                <a:latin typeface="Arial"/>
                <a:cs typeface="Arial"/>
              </a:rPr>
              <a:t>Simulation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&amp;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314955" y="1627632"/>
            <a:ext cx="4853305" cy="517525"/>
            <a:chOff x="2314955" y="1627632"/>
            <a:chExt cx="4853305" cy="517525"/>
          </a:xfrm>
        </p:grpSpPr>
        <p:sp>
          <p:nvSpPr>
            <p:cNvPr id="50" name="object 50"/>
            <p:cNvSpPr/>
            <p:nvPr/>
          </p:nvSpPr>
          <p:spPr>
            <a:xfrm>
              <a:off x="2319527" y="1632204"/>
              <a:ext cx="4843780" cy="508634"/>
            </a:xfrm>
            <a:custGeom>
              <a:avLst/>
              <a:gdLst/>
              <a:ahLst/>
              <a:cxnLst/>
              <a:rect l="l" t="t" r="r" b="b"/>
              <a:pathLst>
                <a:path w="4843780" h="508635">
                  <a:moveTo>
                    <a:pt x="4843272" y="508254"/>
                  </a:moveTo>
                  <a:lnTo>
                    <a:pt x="4843272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4843272" y="508254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314955" y="1627632"/>
              <a:ext cx="4853305" cy="517525"/>
            </a:xfrm>
            <a:custGeom>
              <a:avLst/>
              <a:gdLst/>
              <a:ahLst/>
              <a:cxnLst/>
              <a:rect l="l" t="t" r="r" b="b"/>
              <a:pathLst>
                <a:path w="4853305" h="517525">
                  <a:moveTo>
                    <a:pt x="4853178" y="517398"/>
                  </a:moveTo>
                  <a:lnTo>
                    <a:pt x="4853178" y="0"/>
                  </a:lnTo>
                  <a:lnTo>
                    <a:pt x="0" y="0"/>
                  </a:lnTo>
                  <a:lnTo>
                    <a:pt x="0" y="517398"/>
                  </a:lnTo>
                  <a:lnTo>
                    <a:pt x="4572" y="517398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4843272" y="9143"/>
                  </a:lnTo>
                  <a:lnTo>
                    <a:pt x="4843272" y="4572"/>
                  </a:lnTo>
                  <a:lnTo>
                    <a:pt x="4847844" y="9143"/>
                  </a:lnTo>
                  <a:lnTo>
                    <a:pt x="4847844" y="517398"/>
                  </a:lnTo>
                  <a:lnTo>
                    <a:pt x="4853178" y="517398"/>
                  </a:lnTo>
                  <a:close/>
                </a:path>
                <a:path w="4853305" h="517525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4853305" h="517525">
                  <a:moveTo>
                    <a:pt x="9144" y="508254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508254"/>
                  </a:lnTo>
                  <a:lnTo>
                    <a:pt x="9144" y="508254"/>
                  </a:lnTo>
                  <a:close/>
                </a:path>
                <a:path w="4853305" h="517525">
                  <a:moveTo>
                    <a:pt x="4847844" y="508254"/>
                  </a:moveTo>
                  <a:lnTo>
                    <a:pt x="4572" y="508254"/>
                  </a:lnTo>
                  <a:lnTo>
                    <a:pt x="9144" y="512826"/>
                  </a:lnTo>
                  <a:lnTo>
                    <a:pt x="9144" y="517398"/>
                  </a:lnTo>
                  <a:lnTo>
                    <a:pt x="4843272" y="517398"/>
                  </a:lnTo>
                  <a:lnTo>
                    <a:pt x="4843272" y="512825"/>
                  </a:lnTo>
                  <a:lnTo>
                    <a:pt x="4847844" y="508254"/>
                  </a:lnTo>
                  <a:close/>
                </a:path>
                <a:path w="4853305" h="517525">
                  <a:moveTo>
                    <a:pt x="9144" y="517398"/>
                  </a:moveTo>
                  <a:lnTo>
                    <a:pt x="9144" y="512826"/>
                  </a:lnTo>
                  <a:lnTo>
                    <a:pt x="4572" y="508254"/>
                  </a:lnTo>
                  <a:lnTo>
                    <a:pt x="4572" y="517398"/>
                  </a:lnTo>
                  <a:lnTo>
                    <a:pt x="9144" y="517398"/>
                  </a:lnTo>
                  <a:close/>
                </a:path>
                <a:path w="4853305" h="517525">
                  <a:moveTo>
                    <a:pt x="4847844" y="9143"/>
                  </a:moveTo>
                  <a:lnTo>
                    <a:pt x="4843272" y="4572"/>
                  </a:lnTo>
                  <a:lnTo>
                    <a:pt x="4843272" y="9143"/>
                  </a:lnTo>
                  <a:lnTo>
                    <a:pt x="4847844" y="9143"/>
                  </a:lnTo>
                  <a:close/>
                </a:path>
                <a:path w="4853305" h="517525">
                  <a:moveTo>
                    <a:pt x="4847844" y="508254"/>
                  </a:moveTo>
                  <a:lnTo>
                    <a:pt x="4847844" y="9143"/>
                  </a:lnTo>
                  <a:lnTo>
                    <a:pt x="4843272" y="9143"/>
                  </a:lnTo>
                  <a:lnTo>
                    <a:pt x="4843272" y="508254"/>
                  </a:lnTo>
                  <a:lnTo>
                    <a:pt x="4847844" y="508254"/>
                  </a:lnTo>
                  <a:close/>
                </a:path>
                <a:path w="4853305" h="517525">
                  <a:moveTo>
                    <a:pt x="4847844" y="517398"/>
                  </a:moveTo>
                  <a:lnTo>
                    <a:pt x="4847844" y="508254"/>
                  </a:lnTo>
                  <a:lnTo>
                    <a:pt x="4843272" y="512825"/>
                  </a:lnTo>
                  <a:lnTo>
                    <a:pt x="4843272" y="517398"/>
                  </a:lnTo>
                  <a:lnTo>
                    <a:pt x="4847844" y="5173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86405" y="1691101"/>
              <a:ext cx="821689" cy="39220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90259" y="1689611"/>
              <a:ext cx="1049020" cy="39217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57955" y="1691034"/>
              <a:ext cx="1032510" cy="39227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675632" y="1718310"/>
              <a:ext cx="1054100" cy="358140"/>
            </a:xfrm>
            <a:custGeom>
              <a:avLst/>
              <a:gdLst/>
              <a:ahLst/>
              <a:cxnLst/>
              <a:rect l="l" t="t" r="r" b="b"/>
              <a:pathLst>
                <a:path w="1054100" h="358139">
                  <a:moveTo>
                    <a:pt x="1053846" y="286512"/>
                  </a:moveTo>
                  <a:lnTo>
                    <a:pt x="1053846" y="0"/>
                  </a:lnTo>
                  <a:lnTo>
                    <a:pt x="1051976" y="9155"/>
                  </a:lnTo>
                  <a:lnTo>
                    <a:pt x="1046892" y="16668"/>
                  </a:lnTo>
                  <a:lnTo>
                    <a:pt x="1039379" y="21752"/>
                  </a:lnTo>
                  <a:lnTo>
                    <a:pt x="1030224" y="23622"/>
                  </a:lnTo>
                  <a:lnTo>
                    <a:pt x="1030224" y="6096"/>
                  </a:lnTo>
                  <a:lnTo>
                    <a:pt x="1024890" y="11430"/>
                  </a:lnTo>
                  <a:lnTo>
                    <a:pt x="1011174" y="11430"/>
                  </a:lnTo>
                  <a:lnTo>
                    <a:pt x="1005840" y="6096"/>
                  </a:lnTo>
                  <a:lnTo>
                    <a:pt x="1005840" y="23622"/>
                  </a:lnTo>
                  <a:lnTo>
                    <a:pt x="23622" y="23622"/>
                  </a:lnTo>
                  <a:lnTo>
                    <a:pt x="0" y="48006"/>
                  </a:lnTo>
                  <a:lnTo>
                    <a:pt x="0" y="334518"/>
                  </a:lnTo>
                  <a:lnTo>
                    <a:pt x="1869" y="343673"/>
                  </a:lnTo>
                  <a:lnTo>
                    <a:pt x="6953" y="351186"/>
                  </a:lnTo>
                  <a:lnTo>
                    <a:pt x="14466" y="356270"/>
                  </a:lnTo>
                  <a:lnTo>
                    <a:pt x="23622" y="358140"/>
                  </a:lnTo>
                  <a:lnTo>
                    <a:pt x="23622" y="41148"/>
                  </a:lnTo>
                  <a:lnTo>
                    <a:pt x="28956" y="35814"/>
                  </a:lnTo>
                  <a:lnTo>
                    <a:pt x="42672" y="35814"/>
                  </a:lnTo>
                  <a:lnTo>
                    <a:pt x="48006" y="41148"/>
                  </a:lnTo>
                  <a:lnTo>
                    <a:pt x="48006" y="310896"/>
                  </a:lnTo>
                  <a:lnTo>
                    <a:pt x="1030224" y="310896"/>
                  </a:lnTo>
                  <a:lnTo>
                    <a:pt x="1039379" y="309014"/>
                  </a:lnTo>
                  <a:lnTo>
                    <a:pt x="1046892" y="303847"/>
                  </a:lnTo>
                  <a:lnTo>
                    <a:pt x="1051976" y="296108"/>
                  </a:lnTo>
                  <a:lnTo>
                    <a:pt x="1053846" y="286512"/>
                  </a:lnTo>
                  <a:close/>
                </a:path>
                <a:path w="1054100" h="358139">
                  <a:moveTo>
                    <a:pt x="48006" y="334518"/>
                  </a:moveTo>
                  <a:lnTo>
                    <a:pt x="48006" y="48006"/>
                  </a:lnTo>
                  <a:lnTo>
                    <a:pt x="46124" y="57161"/>
                  </a:lnTo>
                  <a:lnTo>
                    <a:pt x="40957" y="64674"/>
                  </a:lnTo>
                  <a:lnTo>
                    <a:pt x="33218" y="69758"/>
                  </a:lnTo>
                  <a:lnTo>
                    <a:pt x="23622" y="71628"/>
                  </a:lnTo>
                  <a:lnTo>
                    <a:pt x="23622" y="358140"/>
                  </a:lnTo>
                  <a:lnTo>
                    <a:pt x="33218" y="356270"/>
                  </a:lnTo>
                  <a:lnTo>
                    <a:pt x="40957" y="351186"/>
                  </a:lnTo>
                  <a:lnTo>
                    <a:pt x="46124" y="343673"/>
                  </a:lnTo>
                  <a:lnTo>
                    <a:pt x="48006" y="334518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699254" y="1693926"/>
              <a:ext cx="1030605" cy="96520"/>
            </a:xfrm>
            <a:custGeom>
              <a:avLst/>
              <a:gdLst/>
              <a:ahLst/>
              <a:cxnLst/>
              <a:rect l="l" t="t" r="r" b="b"/>
              <a:pathLst>
                <a:path w="1030604" h="96519">
                  <a:moveTo>
                    <a:pt x="24383" y="72390"/>
                  </a:moveTo>
                  <a:lnTo>
                    <a:pt x="24383" y="65532"/>
                  </a:lnTo>
                  <a:lnTo>
                    <a:pt x="19049" y="60198"/>
                  </a:lnTo>
                  <a:lnTo>
                    <a:pt x="5333" y="60198"/>
                  </a:lnTo>
                  <a:lnTo>
                    <a:pt x="0" y="65532"/>
                  </a:lnTo>
                  <a:lnTo>
                    <a:pt x="0" y="96012"/>
                  </a:lnTo>
                  <a:lnTo>
                    <a:pt x="9596" y="94142"/>
                  </a:lnTo>
                  <a:lnTo>
                    <a:pt x="17335" y="89058"/>
                  </a:lnTo>
                  <a:lnTo>
                    <a:pt x="22502" y="81545"/>
                  </a:lnTo>
                  <a:lnTo>
                    <a:pt x="24383" y="72390"/>
                  </a:lnTo>
                  <a:close/>
                </a:path>
                <a:path w="1030604" h="96519">
                  <a:moveTo>
                    <a:pt x="1030224" y="24383"/>
                  </a:moveTo>
                  <a:lnTo>
                    <a:pt x="1028354" y="14787"/>
                  </a:lnTo>
                  <a:lnTo>
                    <a:pt x="1023270" y="7048"/>
                  </a:lnTo>
                  <a:lnTo>
                    <a:pt x="1015757" y="1881"/>
                  </a:lnTo>
                  <a:lnTo>
                    <a:pt x="1006602" y="0"/>
                  </a:lnTo>
                  <a:lnTo>
                    <a:pt x="997327" y="1881"/>
                  </a:lnTo>
                  <a:lnTo>
                    <a:pt x="989552" y="7048"/>
                  </a:lnTo>
                  <a:lnTo>
                    <a:pt x="984206" y="14787"/>
                  </a:lnTo>
                  <a:lnTo>
                    <a:pt x="982218" y="24383"/>
                  </a:lnTo>
                  <a:lnTo>
                    <a:pt x="982218" y="30479"/>
                  </a:lnTo>
                  <a:lnTo>
                    <a:pt x="987552" y="35813"/>
                  </a:lnTo>
                  <a:lnTo>
                    <a:pt x="1001268" y="35813"/>
                  </a:lnTo>
                  <a:lnTo>
                    <a:pt x="1006602" y="30479"/>
                  </a:lnTo>
                  <a:lnTo>
                    <a:pt x="1006602" y="48005"/>
                  </a:lnTo>
                  <a:lnTo>
                    <a:pt x="1015757" y="46136"/>
                  </a:lnTo>
                  <a:lnTo>
                    <a:pt x="1023270" y="41052"/>
                  </a:lnTo>
                  <a:lnTo>
                    <a:pt x="1028354" y="33539"/>
                  </a:lnTo>
                  <a:lnTo>
                    <a:pt x="1030224" y="24383"/>
                  </a:lnTo>
                  <a:close/>
                </a:path>
              </a:pathLst>
            </a:custGeom>
            <a:solidFill>
              <a:srgbClr val="2929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671060" y="1689573"/>
              <a:ext cx="1062990" cy="392430"/>
            </a:xfrm>
            <a:custGeom>
              <a:avLst/>
              <a:gdLst/>
              <a:ahLst/>
              <a:cxnLst/>
              <a:rect l="l" t="t" r="r" b="b"/>
              <a:pathLst>
                <a:path w="1062989" h="392430">
                  <a:moveTo>
                    <a:pt x="1009650" y="47786"/>
                  </a:moveTo>
                  <a:lnTo>
                    <a:pt x="27940" y="47786"/>
                  </a:lnTo>
                  <a:lnTo>
                    <a:pt x="19049" y="49120"/>
                  </a:lnTo>
                  <a:lnTo>
                    <a:pt x="13969" y="50428"/>
                  </a:lnTo>
                  <a:lnTo>
                    <a:pt x="11429" y="53120"/>
                  </a:lnTo>
                  <a:lnTo>
                    <a:pt x="7619" y="56168"/>
                  </a:lnTo>
                  <a:lnTo>
                    <a:pt x="3809" y="59978"/>
                  </a:lnTo>
                  <a:lnTo>
                    <a:pt x="3809" y="60740"/>
                  </a:lnTo>
                  <a:lnTo>
                    <a:pt x="1269" y="64550"/>
                  </a:lnTo>
                  <a:lnTo>
                    <a:pt x="1269" y="66074"/>
                  </a:lnTo>
                  <a:lnTo>
                    <a:pt x="0" y="69884"/>
                  </a:lnTo>
                  <a:lnTo>
                    <a:pt x="0" y="76742"/>
                  </a:lnTo>
                  <a:lnTo>
                    <a:pt x="8890" y="75980"/>
                  </a:lnTo>
                  <a:lnTo>
                    <a:pt x="8890" y="72932"/>
                  </a:lnTo>
                  <a:lnTo>
                    <a:pt x="10160" y="68360"/>
                  </a:lnTo>
                  <a:lnTo>
                    <a:pt x="10160" y="69122"/>
                  </a:lnTo>
                  <a:lnTo>
                    <a:pt x="11430" y="67217"/>
                  </a:lnTo>
                  <a:lnTo>
                    <a:pt x="11430" y="66074"/>
                  </a:lnTo>
                  <a:lnTo>
                    <a:pt x="13970" y="63534"/>
                  </a:lnTo>
                  <a:lnTo>
                    <a:pt x="13970" y="63026"/>
                  </a:lnTo>
                  <a:lnTo>
                    <a:pt x="16510" y="60994"/>
                  </a:lnTo>
                  <a:lnTo>
                    <a:pt x="16510" y="60740"/>
                  </a:lnTo>
                  <a:lnTo>
                    <a:pt x="20320" y="58454"/>
                  </a:lnTo>
                  <a:lnTo>
                    <a:pt x="20320" y="59216"/>
                  </a:lnTo>
                  <a:lnTo>
                    <a:pt x="24130" y="57692"/>
                  </a:lnTo>
                  <a:lnTo>
                    <a:pt x="27940" y="56930"/>
                  </a:lnTo>
                  <a:lnTo>
                    <a:pt x="1005840" y="56930"/>
                  </a:lnTo>
                  <a:lnTo>
                    <a:pt x="1005840" y="52358"/>
                  </a:lnTo>
                  <a:lnTo>
                    <a:pt x="1009650" y="47786"/>
                  </a:lnTo>
                  <a:close/>
                </a:path>
                <a:path w="1062989" h="392430">
                  <a:moveTo>
                    <a:pt x="12700" y="87410"/>
                  </a:moveTo>
                  <a:lnTo>
                    <a:pt x="10160" y="83600"/>
                  </a:lnTo>
                  <a:lnTo>
                    <a:pt x="10160" y="84362"/>
                  </a:lnTo>
                  <a:lnTo>
                    <a:pt x="8890" y="79790"/>
                  </a:lnTo>
                  <a:lnTo>
                    <a:pt x="8890" y="75980"/>
                  </a:lnTo>
                  <a:lnTo>
                    <a:pt x="0" y="76742"/>
                  </a:lnTo>
                  <a:lnTo>
                    <a:pt x="0" y="82838"/>
                  </a:lnTo>
                  <a:lnTo>
                    <a:pt x="1270" y="87410"/>
                  </a:lnTo>
                  <a:lnTo>
                    <a:pt x="1270" y="88172"/>
                  </a:lnTo>
                  <a:lnTo>
                    <a:pt x="3810" y="91982"/>
                  </a:lnTo>
                  <a:lnTo>
                    <a:pt x="3810" y="92744"/>
                  </a:lnTo>
                  <a:lnTo>
                    <a:pt x="7620" y="96554"/>
                  </a:lnTo>
                  <a:lnTo>
                    <a:pt x="7620" y="97316"/>
                  </a:lnTo>
                  <a:lnTo>
                    <a:pt x="11430" y="99602"/>
                  </a:lnTo>
                  <a:lnTo>
                    <a:pt x="11430" y="86648"/>
                  </a:lnTo>
                  <a:lnTo>
                    <a:pt x="12700" y="87410"/>
                  </a:lnTo>
                  <a:close/>
                </a:path>
                <a:path w="1062989" h="392430">
                  <a:moveTo>
                    <a:pt x="1270" y="373922"/>
                  </a:moveTo>
                  <a:lnTo>
                    <a:pt x="1270" y="87410"/>
                  </a:lnTo>
                  <a:lnTo>
                    <a:pt x="0" y="82838"/>
                  </a:lnTo>
                  <a:lnTo>
                    <a:pt x="0" y="369350"/>
                  </a:lnTo>
                  <a:lnTo>
                    <a:pt x="1270" y="373922"/>
                  </a:lnTo>
                  <a:close/>
                </a:path>
                <a:path w="1062989" h="392430">
                  <a:moveTo>
                    <a:pt x="3810" y="379256"/>
                  </a:moveTo>
                  <a:lnTo>
                    <a:pt x="3810" y="91982"/>
                  </a:lnTo>
                  <a:lnTo>
                    <a:pt x="1270" y="88172"/>
                  </a:lnTo>
                  <a:lnTo>
                    <a:pt x="1270" y="374684"/>
                  </a:lnTo>
                  <a:lnTo>
                    <a:pt x="3810" y="379256"/>
                  </a:lnTo>
                  <a:close/>
                </a:path>
                <a:path w="1062989" h="392430">
                  <a:moveTo>
                    <a:pt x="12700" y="374684"/>
                  </a:moveTo>
                  <a:lnTo>
                    <a:pt x="10160" y="370112"/>
                  </a:lnTo>
                  <a:lnTo>
                    <a:pt x="10160" y="371636"/>
                  </a:lnTo>
                  <a:lnTo>
                    <a:pt x="8890" y="367064"/>
                  </a:lnTo>
                  <a:lnTo>
                    <a:pt x="8890" y="98078"/>
                  </a:lnTo>
                  <a:lnTo>
                    <a:pt x="7620" y="97316"/>
                  </a:lnTo>
                  <a:lnTo>
                    <a:pt x="7620" y="96554"/>
                  </a:lnTo>
                  <a:lnTo>
                    <a:pt x="3810" y="92744"/>
                  </a:lnTo>
                  <a:lnTo>
                    <a:pt x="3810" y="380018"/>
                  </a:lnTo>
                  <a:lnTo>
                    <a:pt x="7620" y="383828"/>
                  </a:lnTo>
                  <a:lnTo>
                    <a:pt x="11430" y="386876"/>
                  </a:lnTo>
                  <a:lnTo>
                    <a:pt x="11430" y="373922"/>
                  </a:lnTo>
                  <a:lnTo>
                    <a:pt x="12700" y="374684"/>
                  </a:lnTo>
                  <a:close/>
                </a:path>
                <a:path w="1062989" h="392430">
                  <a:moveTo>
                    <a:pt x="12700" y="65312"/>
                  </a:moveTo>
                  <a:lnTo>
                    <a:pt x="11430" y="66074"/>
                  </a:lnTo>
                  <a:lnTo>
                    <a:pt x="11430" y="67217"/>
                  </a:lnTo>
                  <a:lnTo>
                    <a:pt x="12700" y="65312"/>
                  </a:lnTo>
                  <a:close/>
                </a:path>
                <a:path w="1062989" h="392430">
                  <a:moveTo>
                    <a:pt x="15240" y="90458"/>
                  </a:moveTo>
                  <a:lnTo>
                    <a:pt x="11430" y="86648"/>
                  </a:lnTo>
                  <a:lnTo>
                    <a:pt x="11430" y="99602"/>
                  </a:lnTo>
                  <a:lnTo>
                    <a:pt x="13970" y="101126"/>
                  </a:lnTo>
                  <a:lnTo>
                    <a:pt x="13970" y="89696"/>
                  </a:lnTo>
                  <a:lnTo>
                    <a:pt x="15240" y="90458"/>
                  </a:lnTo>
                  <a:close/>
                </a:path>
                <a:path w="1062989" h="392430">
                  <a:moveTo>
                    <a:pt x="15240" y="376970"/>
                  </a:moveTo>
                  <a:lnTo>
                    <a:pt x="11430" y="373922"/>
                  </a:lnTo>
                  <a:lnTo>
                    <a:pt x="11430" y="386876"/>
                  </a:lnTo>
                  <a:lnTo>
                    <a:pt x="13970" y="388400"/>
                  </a:lnTo>
                  <a:lnTo>
                    <a:pt x="13970" y="376208"/>
                  </a:lnTo>
                  <a:lnTo>
                    <a:pt x="15240" y="376970"/>
                  </a:lnTo>
                  <a:close/>
                </a:path>
                <a:path w="1062989" h="392430">
                  <a:moveTo>
                    <a:pt x="15240" y="62264"/>
                  </a:moveTo>
                  <a:lnTo>
                    <a:pt x="13970" y="63026"/>
                  </a:lnTo>
                  <a:lnTo>
                    <a:pt x="13970" y="63534"/>
                  </a:lnTo>
                  <a:lnTo>
                    <a:pt x="15240" y="62264"/>
                  </a:lnTo>
                  <a:close/>
                </a:path>
                <a:path w="1062989" h="392430">
                  <a:moveTo>
                    <a:pt x="17779" y="92744"/>
                  </a:moveTo>
                  <a:lnTo>
                    <a:pt x="13970" y="89696"/>
                  </a:lnTo>
                  <a:lnTo>
                    <a:pt x="13970" y="101126"/>
                  </a:lnTo>
                  <a:lnTo>
                    <a:pt x="16510" y="102650"/>
                  </a:lnTo>
                  <a:lnTo>
                    <a:pt x="16510" y="91982"/>
                  </a:lnTo>
                  <a:lnTo>
                    <a:pt x="17779" y="92744"/>
                  </a:lnTo>
                  <a:close/>
                </a:path>
                <a:path w="1062989" h="392430">
                  <a:moveTo>
                    <a:pt x="17780" y="379256"/>
                  </a:moveTo>
                  <a:lnTo>
                    <a:pt x="13970" y="376208"/>
                  </a:lnTo>
                  <a:lnTo>
                    <a:pt x="13970" y="388400"/>
                  </a:lnTo>
                  <a:lnTo>
                    <a:pt x="16510" y="389924"/>
                  </a:lnTo>
                  <a:lnTo>
                    <a:pt x="16510" y="379256"/>
                  </a:lnTo>
                  <a:lnTo>
                    <a:pt x="17780" y="379256"/>
                  </a:lnTo>
                  <a:close/>
                </a:path>
                <a:path w="1062989" h="392430">
                  <a:moveTo>
                    <a:pt x="17779" y="59978"/>
                  </a:moveTo>
                  <a:lnTo>
                    <a:pt x="16510" y="60740"/>
                  </a:lnTo>
                  <a:lnTo>
                    <a:pt x="16510" y="60994"/>
                  </a:lnTo>
                  <a:lnTo>
                    <a:pt x="17779" y="59978"/>
                  </a:lnTo>
                  <a:close/>
                </a:path>
                <a:path w="1062989" h="392430">
                  <a:moveTo>
                    <a:pt x="35560" y="103666"/>
                  </a:moveTo>
                  <a:lnTo>
                    <a:pt x="35560" y="94268"/>
                  </a:lnTo>
                  <a:lnTo>
                    <a:pt x="27940" y="95792"/>
                  </a:lnTo>
                  <a:lnTo>
                    <a:pt x="20320" y="94268"/>
                  </a:lnTo>
                  <a:lnTo>
                    <a:pt x="16510" y="91982"/>
                  </a:lnTo>
                  <a:lnTo>
                    <a:pt x="16510" y="102650"/>
                  </a:lnTo>
                  <a:lnTo>
                    <a:pt x="21590" y="104174"/>
                  </a:lnTo>
                  <a:lnTo>
                    <a:pt x="22860" y="104936"/>
                  </a:lnTo>
                  <a:lnTo>
                    <a:pt x="22860" y="100364"/>
                  </a:lnTo>
                  <a:lnTo>
                    <a:pt x="33020" y="100364"/>
                  </a:lnTo>
                  <a:lnTo>
                    <a:pt x="33020" y="104936"/>
                  </a:lnTo>
                  <a:lnTo>
                    <a:pt x="34290" y="104174"/>
                  </a:lnTo>
                  <a:lnTo>
                    <a:pt x="35560" y="103666"/>
                  </a:lnTo>
                  <a:close/>
                </a:path>
                <a:path w="1062989" h="392430">
                  <a:moveTo>
                    <a:pt x="35560" y="380780"/>
                  </a:moveTo>
                  <a:lnTo>
                    <a:pt x="31750" y="382304"/>
                  </a:lnTo>
                  <a:lnTo>
                    <a:pt x="24130" y="382304"/>
                  </a:lnTo>
                  <a:lnTo>
                    <a:pt x="20320" y="380780"/>
                  </a:lnTo>
                  <a:lnTo>
                    <a:pt x="20320" y="381542"/>
                  </a:lnTo>
                  <a:lnTo>
                    <a:pt x="16510" y="379256"/>
                  </a:lnTo>
                  <a:lnTo>
                    <a:pt x="16510" y="389924"/>
                  </a:lnTo>
                  <a:lnTo>
                    <a:pt x="21590" y="391448"/>
                  </a:lnTo>
                  <a:lnTo>
                    <a:pt x="22860" y="391448"/>
                  </a:lnTo>
                  <a:lnTo>
                    <a:pt x="27940" y="392210"/>
                  </a:lnTo>
                  <a:lnTo>
                    <a:pt x="33020" y="391448"/>
                  </a:lnTo>
                  <a:lnTo>
                    <a:pt x="34290" y="391033"/>
                  </a:lnTo>
                  <a:lnTo>
                    <a:pt x="34290" y="381542"/>
                  </a:lnTo>
                  <a:lnTo>
                    <a:pt x="35560" y="380780"/>
                  </a:lnTo>
                  <a:close/>
                </a:path>
                <a:path w="1062989" h="392430">
                  <a:moveTo>
                    <a:pt x="57149" y="76742"/>
                  </a:moveTo>
                  <a:lnTo>
                    <a:pt x="57149" y="73694"/>
                  </a:lnTo>
                  <a:lnTo>
                    <a:pt x="55880" y="72932"/>
                  </a:lnTo>
                  <a:lnTo>
                    <a:pt x="54610" y="70646"/>
                  </a:lnTo>
                  <a:lnTo>
                    <a:pt x="54610" y="67598"/>
                  </a:lnTo>
                  <a:lnTo>
                    <a:pt x="49530" y="62264"/>
                  </a:lnTo>
                  <a:lnTo>
                    <a:pt x="46990" y="61502"/>
                  </a:lnTo>
                  <a:lnTo>
                    <a:pt x="45720" y="60740"/>
                  </a:lnTo>
                  <a:lnTo>
                    <a:pt x="43180" y="59978"/>
                  </a:lnTo>
                  <a:lnTo>
                    <a:pt x="35560" y="59978"/>
                  </a:lnTo>
                  <a:lnTo>
                    <a:pt x="33020" y="61502"/>
                  </a:lnTo>
                  <a:lnTo>
                    <a:pt x="30480" y="62264"/>
                  </a:lnTo>
                  <a:lnTo>
                    <a:pt x="27940" y="64550"/>
                  </a:lnTo>
                  <a:lnTo>
                    <a:pt x="26670" y="66836"/>
                  </a:lnTo>
                  <a:lnTo>
                    <a:pt x="25400" y="67598"/>
                  </a:lnTo>
                  <a:lnTo>
                    <a:pt x="24130" y="69884"/>
                  </a:lnTo>
                  <a:lnTo>
                    <a:pt x="24130" y="72932"/>
                  </a:lnTo>
                  <a:lnTo>
                    <a:pt x="22860" y="73694"/>
                  </a:lnTo>
                  <a:lnTo>
                    <a:pt x="22860" y="94776"/>
                  </a:lnTo>
                  <a:lnTo>
                    <a:pt x="27940" y="95792"/>
                  </a:lnTo>
                  <a:lnTo>
                    <a:pt x="33020" y="94776"/>
                  </a:lnTo>
                  <a:lnTo>
                    <a:pt x="33020" y="73694"/>
                  </a:lnTo>
                  <a:lnTo>
                    <a:pt x="34290" y="72170"/>
                  </a:lnTo>
                  <a:lnTo>
                    <a:pt x="34290" y="71408"/>
                  </a:lnTo>
                  <a:lnTo>
                    <a:pt x="35560" y="69884"/>
                  </a:lnTo>
                  <a:lnTo>
                    <a:pt x="35560" y="70646"/>
                  </a:lnTo>
                  <a:lnTo>
                    <a:pt x="36830" y="70265"/>
                  </a:lnTo>
                  <a:lnTo>
                    <a:pt x="36830" y="69884"/>
                  </a:lnTo>
                  <a:lnTo>
                    <a:pt x="38100" y="69503"/>
                  </a:lnTo>
                  <a:lnTo>
                    <a:pt x="38100" y="69122"/>
                  </a:lnTo>
                  <a:lnTo>
                    <a:pt x="41910" y="69122"/>
                  </a:lnTo>
                  <a:lnTo>
                    <a:pt x="41910" y="69503"/>
                  </a:lnTo>
                  <a:lnTo>
                    <a:pt x="43180" y="69884"/>
                  </a:lnTo>
                  <a:lnTo>
                    <a:pt x="45720" y="71408"/>
                  </a:lnTo>
                  <a:lnTo>
                    <a:pt x="45720" y="72170"/>
                  </a:lnTo>
                  <a:lnTo>
                    <a:pt x="46990" y="73694"/>
                  </a:lnTo>
                  <a:lnTo>
                    <a:pt x="46990" y="76742"/>
                  </a:lnTo>
                  <a:lnTo>
                    <a:pt x="57149" y="76742"/>
                  </a:lnTo>
                  <a:close/>
                </a:path>
                <a:path w="1062989" h="392430">
                  <a:moveTo>
                    <a:pt x="33020" y="104936"/>
                  </a:moveTo>
                  <a:lnTo>
                    <a:pt x="33020" y="100364"/>
                  </a:lnTo>
                  <a:lnTo>
                    <a:pt x="22860" y="100364"/>
                  </a:lnTo>
                  <a:lnTo>
                    <a:pt x="22860" y="104936"/>
                  </a:lnTo>
                  <a:lnTo>
                    <a:pt x="33020" y="104936"/>
                  </a:lnTo>
                  <a:close/>
                </a:path>
                <a:path w="1062989" h="392430">
                  <a:moveTo>
                    <a:pt x="34290" y="72932"/>
                  </a:moveTo>
                  <a:lnTo>
                    <a:pt x="33020" y="73694"/>
                  </a:lnTo>
                  <a:lnTo>
                    <a:pt x="33020" y="75218"/>
                  </a:lnTo>
                  <a:lnTo>
                    <a:pt x="34290" y="72932"/>
                  </a:lnTo>
                  <a:close/>
                </a:path>
                <a:path w="1062989" h="392430">
                  <a:moveTo>
                    <a:pt x="35560" y="71408"/>
                  </a:moveTo>
                  <a:lnTo>
                    <a:pt x="34290" y="71408"/>
                  </a:lnTo>
                  <a:lnTo>
                    <a:pt x="34290" y="72932"/>
                  </a:lnTo>
                  <a:lnTo>
                    <a:pt x="35560" y="71408"/>
                  </a:lnTo>
                  <a:close/>
                </a:path>
                <a:path w="1062989" h="392430">
                  <a:moveTo>
                    <a:pt x="38644" y="92309"/>
                  </a:moveTo>
                  <a:lnTo>
                    <a:pt x="34290" y="94268"/>
                  </a:lnTo>
                  <a:lnTo>
                    <a:pt x="35560" y="94268"/>
                  </a:lnTo>
                  <a:lnTo>
                    <a:pt x="35560" y="103666"/>
                  </a:lnTo>
                  <a:lnTo>
                    <a:pt x="38100" y="102650"/>
                  </a:lnTo>
                  <a:lnTo>
                    <a:pt x="38100" y="92744"/>
                  </a:lnTo>
                  <a:lnTo>
                    <a:pt x="38644" y="92309"/>
                  </a:lnTo>
                  <a:close/>
                </a:path>
                <a:path w="1062989" h="392430">
                  <a:moveTo>
                    <a:pt x="39370" y="389371"/>
                  </a:moveTo>
                  <a:lnTo>
                    <a:pt x="39370" y="379256"/>
                  </a:lnTo>
                  <a:lnTo>
                    <a:pt x="34290" y="381542"/>
                  </a:lnTo>
                  <a:lnTo>
                    <a:pt x="34290" y="391033"/>
                  </a:lnTo>
                  <a:lnTo>
                    <a:pt x="39370" y="389371"/>
                  </a:lnTo>
                  <a:close/>
                </a:path>
                <a:path w="1062989" h="392430">
                  <a:moveTo>
                    <a:pt x="38100" y="69884"/>
                  </a:moveTo>
                  <a:lnTo>
                    <a:pt x="36830" y="69884"/>
                  </a:lnTo>
                  <a:lnTo>
                    <a:pt x="36830" y="70265"/>
                  </a:lnTo>
                  <a:lnTo>
                    <a:pt x="38100" y="69884"/>
                  </a:lnTo>
                  <a:close/>
                </a:path>
                <a:path w="1062989" h="392430">
                  <a:moveTo>
                    <a:pt x="39370" y="69122"/>
                  </a:moveTo>
                  <a:lnTo>
                    <a:pt x="38100" y="69122"/>
                  </a:lnTo>
                  <a:lnTo>
                    <a:pt x="38100" y="69503"/>
                  </a:lnTo>
                  <a:lnTo>
                    <a:pt x="39370" y="69122"/>
                  </a:lnTo>
                  <a:close/>
                </a:path>
                <a:path w="1062989" h="392430">
                  <a:moveTo>
                    <a:pt x="39370" y="91982"/>
                  </a:moveTo>
                  <a:lnTo>
                    <a:pt x="38644" y="92309"/>
                  </a:lnTo>
                  <a:lnTo>
                    <a:pt x="38100" y="92744"/>
                  </a:lnTo>
                  <a:lnTo>
                    <a:pt x="39370" y="91982"/>
                  </a:lnTo>
                  <a:close/>
                </a:path>
                <a:path w="1062989" h="392430">
                  <a:moveTo>
                    <a:pt x="39370" y="102650"/>
                  </a:moveTo>
                  <a:lnTo>
                    <a:pt x="39370" y="91982"/>
                  </a:lnTo>
                  <a:lnTo>
                    <a:pt x="38100" y="92744"/>
                  </a:lnTo>
                  <a:lnTo>
                    <a:pt x="38100" y="102650"/>
                  </a:lnTo>
                  <a:lnTo>
                    <a:pt x="39370" y="102650"/>
                  </a:lnTo>
                  <a:close/>
                </a:path>
                <a:path w="1062989" h="392430">
                  <a:moveTo>
                    <a:pt x="57149" y="339632"/>
                  </a:moveTo>
                  <a:lnTo>
                    <a:pt x="46990" y="339632"/>
                  </a:lnTo>
                  <a:lnTo>
                    <a:pt x="46990" y="367064"/>
                  </a:lnTo>
                  <a:lnTo>
                    <a:pt x="45720" y="371636"/>
                  </a:lnTo>
                  <a:lnTo>
                    <a:pt x="45720" y="370112"/>
                  </a:lnTo>
                  <a:lnTo>
                    <a:pt x="43180" y="374684"/>
                  </a:lnTo>
                  <a:lnTo>
                    <a:pt x="43180" y="373922"/>
                  </a:lnTo>
                  <a:lnTo>
                    <a:pt x="41910" y="376970"/>
                  </a:lnTo>
                  <a:lnTo>
                    <a:pt x="41910" y="376208"/>
                  </a:lnTo>
                  <a:lnTo>
                    <a:pt x="38100" y="379256"/>
                  </a:lnTo>
                  <a:lnTo>
                    <a:pt x="39370" y="379256"/>
                  </a:lnTo>
                  <a:lnTo>
                    <a:pt x="39370" y="389371"/>
                  </a:lnTo>
                  <a:lnTo>
                    <a:pt x="40640" y="388955"/>
                  </a:lnTo>
                  <a:lnTo>
                    <a:pt x="48260" y="383647"/>
                  </a:lnTo>
                  <a:lnTo>
                    <a:pt x="52070" y="378306"/>
                  </a:lnTo>
                  <a:lnTo>
                    <a:pt x="52070" y="344204"/>
                  </a:lnTo>
                  <a:lnTo>
                    <a:pt x="57149" y="339632"/>
                  </a:lnTo>
                  <a:close/>
                </a:path>
                <a:path w="1062989" h="392430">
                  <a:moveTo>
                    <a:pt x="57149" y="76742"/>
                  </a:moveTo>
                  <a:lnTo>
                    <a:pt x="46990" y="76742"/>
                  </a:lnTo>
                  <a:lnTo>
                    <a:pt x="46990" y="79790"/>
                  </a:lnTo>
                  <a:lnTo>
                    <a:pt x="45720" y="84362"/>
                  </a:lnTo>
                  <a:lnTo>
                    <a:pt x="45720" y="83600"/>
                  </a:lnTo>
                  <a:lnTo>
                    <a:pt x="43180" y="87410"/>
                  </a:lnTo>
                  <a:lnTo>
                    <a:pt x="43180" y="86648"/>
                  </a:lnTo>
                  <a:lnTo>
                    <a:pt x="41910" y="90458"/>
                  </a:lnTo>
                  <a:lnTo>
                    <a:pt x="41910" y="89696"/>
                  </a:lnTo>
                  <a:lnTo>
                    <a:pt x="38644" y="92309"/>
                  </a:lnTo>
                  <a:lnTo>
                    <a:pt x="39370" y="91982"/>
                  </a:lnTo>
                  <a:lnTo>
                    <a:pt x="39370" y="102650"/>
                  </a:lnTo>
                  <a:lnTo>
                    <a:pt x="44450" y="99602"/>
                  </a:lnTo>
                  <a:lnTo>
                    <a:pt x="46990" y="97316"/>
                  </a:lnTo>
                  <a:lnTo>
                    <a:pt x="48260" y="96554"/>
                  </a:lnTo>
                  <a:lnTo>
                    <a:pt x="50800" y="92744"/>
                  </a:lnTo>
                  <a:lnTo>
                    <a:pt x="52069" y="91982"/>
                  </a:lnTo>
                  <a:lnTo>
                    <a:pt x="54610" y="88172"/>
                  </a:lnTo>
                  <a:lnTo>
                    <a:pt x="54610" y="87410"/>
                  </a:lnTo>
                  <a:lnTo>
                    <a:pt x="55880" y="82838"/>
                  </a:lnTo>
                  <a:lnTo>
                    <a:pt x="55880" y="81314"/>
                  </a:lnTo>
                  <a:lnTo>
                    <a:pt x="57149" y="76742"/>
                  </a:lnTo>
                  <a:close/>
                </a:path>
                <a:path w="1062989" h="392430">
                  <a:moveTo>
                    <a:pt x="41910" y="69503"/>
                  </a:moveTo>
                  <a:lnTo>
                    <a:pt x="41910" y="69122"/>
                  </a:lnTo>
                  <a:lnTo>
                    <a:pt x="40640" y="69122"/>
                  </a:lnTo>
                  <a:lnTo>
                    <a:pt x="41910" y="69503"/>
                  </a:lnTo>
                  <a:close/>
                </a:path>
                <a:path w="1062989" h="392430">
                  <a:moveTo>
                    <a:pt x="44450" y="70646"/>
                  </a:moveTo>
                  <a:lnTo>
                    <a:pt x="43180" y="69884"/>
                  </a:lnTo>
                  <a:lnTo>
                    <a:pt x="41910" y="69884"/>
                  </a:lnTo>
                  <a:lnTo>
                    <a:pt x="44450" y="70646"/>
                  </a:lnTo>
                  <a:close/>
                </a:path>
                <a:path w="1062989" h="392430">
                  <a:moveTo>
                    <a:pt x="45720" y="72932"/>
                  </a:moveTo>
                  <a:lnTo>
                    <a:pt x="45720" y="71408"/>
                  </a:lnTo>
                  <a:lnTo>
                    <a:pt x="44450" y="70646"/>
                  </a:lnTo>
                  <a:lnTo>
                    <a:pt x="45720" y="72932"/>
                  </a:lnTo>
                  <a:close/>
                </a:path>
                <a:path w="1062989" h="392430">
                  <a:moveTo>
                    <a:pt x="46990" y="75218"/>
                  </a:moveTo>
                  <a:lnTo>
                    <a:pt x="46990" y="73694"/>
                  </a:lnTo>
                  <a:lnTo>
                    <a:pt x="45720" y="72932"/>
                  </a:lnTo>
                  <a:lnTo>
                    <a:pt x="46990" y="75218"/>
                  </a:lnTo>
                  <a:close/>
                </a:path>
                <a:path w="1062989" h="392430">
                  <a:moveTo>
                    <a:pt x="57149" y="334302"/>
                  </a:moveTo>
                  <a:lnTo>
                    <a:pt x="57149" y="76742"/>
                  </a:lnTo>
                  <a:lnTo>
                    <a:pt x="55880" y="81314"/>
                  </a:lnTo>
                  <a:lnTo>
                    <a:pt x="55880" y="82838"/>
                  </a:lnTo>
                  <a:lnTo>
                    <a:pt x="54610" y="87410"/>
                  </a:lnTo>
                  <a:lnTo>
                    <a:pt x="54610" y="88172"/>
                  </a:lnTo>
                  <a:lnTo>
                    <a:pt x="52069" y="91982"/>
                  </a:lnTo>
                  <a:lnTo>
                    <a:pt x="50800" y="92744"/>
                  </a:lnTo>
                  <a:lnTo>
                    <a:pt x="48260" y="96554"/>
                  </a:lnTo>
                  <a:lnTo>
                    <a:pt x="46990" y="97316"/>
                  </a:lnTo>
                  <a:lnTo>
                    <a:pt x="46990" y="339632"/>
                  </a:lnTo>
                  <a:lnTo>
                    <a:pt x="48260" y="335822"/>
                  </a:lnTo>
                  <a:lnTo>
                    <a:pt x="52070" y="334298"/>
                  </a:lnTo>
                  <a:lnTo>
                    <a:pt x="57149" y="334302"/>
                  </a:lnTo>
                  <a:close/>
                </a:path>
                <a:path w="1062989" h="392430">
                  <a:moveTo>
                    <a:pt x="1038860" y="343595"/>
                  </a:moveTo>
                  <a:lnTo>
                    <a:pt x="1038860" y="334298"/>
                  </a:lnTo>
                  <a:lnTo>
                    <a:pt x="1033780" y="335060"/>
                  </a:lnTo>
                  <a:lnTo>
                    <a:pt x="52070" y="334298"/>
                  </a:lnTo>
                  <a:lnTo>
                    <a:pt x="48260" y="335822"/>
                  </a:lnTo>
                  <a:lnTo>
                    <a:pt x="46990" y="339632"/>
                  </a:lnTo>
                  <a:lnTo>
                    <a:pt x="57149" y="339632"/>
                  </a:lnTo>
                  <a:lnTo>
                    <a:pt x="57149" y="344204"/>
                  </a:lnTo>
                  <a:lnTo>
                    <a:pt x="1033780" y="344204"/>
                  </a:lnTo>
                  <a:lnTo>
                    <a:pt x="1038860" y="343595"/>
                  </a:lnTo>
                  <a:close/>
                </a:path>
                <a:path w="1062989" h="392430">
                  <a:moveTo>
                    <a:pt x="57149" y="344204"/>
                  </a:moveTo>
                  <a:lnTo>
                    <a:pt x="57149" y="339632"/>
                  </a:lnTo>
                  <a:lnTo>
                    <a:pt x="52070" y="344204"/>
                  </a:lnTo>
                  <a:lnTo>
                    <a:pt x="57149" y="344204"/>
                  </a:lnTo>
                  <a:close/>
                </a:path>
                <a:path w="1062989" h="392430">
                  <a:moveTo>
                    <a:pt x="57149" y="363254"/>
                  </a:moveTo>
                  <a:lnTo>
                    <a:pt x="57149" y="344204"/>
                  </a:lnTo>
                  <a:lnTo>
                    <a:pt x="52070" y="344204"/>
                  </a:lnTo>
                  <a:lnTo>
                    <a:pt x="52070" y="378306"/>
                  </a:lnTo>
                  <a:lnTo>
                    <a:pt x="53340" y="376525"/>
                  </a:lnTo>
                  <a:lnTo>
                    <a:pt x="55880" y="368588"/>
                  </a:lnTo>
                  <a:lnTo>
                    <a:pt x="57149" y="363254"/>
                  </a:lnTo>
                  <a:close/>
                </a:path>
                <a:path w="1062989" h="392430">
                  <a:moveTo>
                    <a:pt x="1062990" y="28736"/>
                  </a:moveTo>
                  <a:lnTo>
                    <a:pt x="1062990" y="22640"/>
                  </a:lnTo>
                  <a:lnTo>
                    <a:pt x="1060450" y="18068"/>
                  </a:lnTo>
                  <a:lnTo>
                    <a:pt x="1060450" y="17306"/>
                  </a:lnTo>
                  <a:lnTo>
                    <a:pt x="1057910" y="12734"/>
                  </a:lnTo>
                  <a:lnTo>
                    <a:pt x="1057910" y="11972"/>
                  </a:lnTo>
                  <a:lnTo>
                    <a:pt x="1054100" y="8162"/>
                  </a:lnTo>
                  <a:lnTo>
                    <a:pt x="1050290" y="5114"/>
                  </a:lnTo>
                  <a:lnTo>
                    <a:pt x="1049020" y="4352"/>
                  </a:lnTo>
                  <a:lnTo>
                    <a:pt x="1043940" y="1409"/>
                  </a:lnTo>
                  <a:lnTo>
                    <a:pt x="1036319" y="0"/>
                  </a:lnTo>
                  <a:lnTo>
                    <a:pt x="1029969" y="195"/>
                  </a:lnTo>
                  <a:lnTo>
                    <a:pt x="1023619" y="2066"/>
                  </a:lnTo>
                  <a:lnTo>
                    <a:pt x="1022350" y="2066"/>
                  </a:lnTo>
                  <a:lnTo>
                    <a:pt x="1005840" y="22640"/>
                  </a:lnTo>
                  <a:lnTo>
                    <a:pt x="1005840" y="28736"/>
                  </a:lnTo>
                  <a:lnTo>
                    <a:pt x="1014730" y="27974"/>
                  </a:lnTo>
                  <a:lnTo>
                    <a:pt x="1014730" y="24926"/>
                  </a:lnTo>
                  <a:lnTo>
                    <a:pt x="1016000" y="22640"/>
                  </a:lnTo>
                  <a:lnTo>
                    <a:pt x="1016000" y="21878"/>
                  </a:lnTo>
                  <a:lnTo>
                    <a:pt x="1018540" y="17306"/>
                  </a:lnTo>
                  <a:lnTo>
                    <a:pt x="1018540" y="18068"/>
                  </a:lnTo>
                  <a:lnTo>
                    <a:pt x="1021080" y="15020"/>
                  </a:lnTo>
                  <a:lnTo>
                    <a:pt x="1022350" y="13877"/>
                  </a:lnTo>
                  <a:lnTo>
                    <a:pt x="1022350" y="12734"/>
                  </a:lnTo>
                  <a:lnTo>
                    <a:pt x="1027430" y="10448"/>
                  </a:lnTo>
                  <a:lnTo>
                    <a:pt x="1027430" y="10702"/>
                  </a:lnTo>
                  <a:lnTo>
                    <a:pt x="1029969" y="9686"/>
                  </a:lnTo>
                  <a:lnTo>
                    <a:pt x="1038860" y="9686"/>
                  </a:lnTo>
                  <a:lnTo>
                    <a:pt x="1038860" y="10194"/>
                  </a:lnTo>
                  <a:lnTo>
                    <a:pt x="1041400" y="11210"/>
                  </a:lnTo>
                  <a:lnTo>
                    <a:pt x="1041400" y="10448"/>
                  </a:lnTo>
                  <a:lnTo>
                    <a:pt x="1045210" y="12734"/>
                  </a:lnTo>
                  <a:lnTo>
                    <a:pt x="1045210" y="13496"/>
                  </a:lnTo>
                  <a:lnTo>
                    <a:pt x="1047750" y="15020"/>
                  </a:lnTo>
                  <a:lnTo>
                    <a:pt x="1050290" y="18068"/>
                  </a:lnTo>
                  <a:lnTo>
                    <a:pt x="1050290" y="19592"/>
                  </a:lnTo>
                  <a:lnTo>
                    <a:pt x="1051560" y="21878"/>
                  </a:lnTo>
                  <a:lnTo>
                    <a:pt x="1051560" y="20354"/>
                  </a:lnTo>
                  <a:lnTo>
                    <a:pt x="1052830" y="24926"/>
                  </a:lnTo>
                  <a:lnTo>
                    <a:pt x="1052830" y="27974"/>
                  </a:lnTo>
                  <a:lnTo>
                    <a:pt x="1062990" y="28736"/>
                  </a:lnTo>
                  <a:close/>
                </a:path>
                <a:path w="1062989" h="392430">
                  <a:moveTo>
                    <a:pt x="1017269" y="33308"/>
                  </a:moveTo>
                  <a:lnTo>
                    <a:pt x="1014730" y="31022"/>
                  </a:lnTo>
                  <a:lnTo>
                    <a:pt x="1014730" y="27974"/>
                  </a:lnTo>
                  <a:lnTo>
                    <a:pt x="1005840" y="28736"/>
                  </a:lnTo>
                  <a:lnTo>
                    <a:pt x="1005840" y="32546"/>
                  </a:lnTo>
                  <a:lnTo>
                    <a:pt x="1008380" y="41563"/>
                  </a:lnTo>
                  <a:lnTo>
                    <a:pt x="1013460" y="44040"/>
                  </a:lnTo>
                  <a:lnTo>
                    <a:pt x="1016000" y="44457"/>
                  </a:lnTo>
                  <a:lnTo>
                    <a:pt x="1016000" y="32546"/>
                  </a:lnTo>
                  <a:lnTo>
                    <a:pt x="1017269" y="33308"/>
                  </a:lnTo>
                  <a:close/>
                </a:path>
                <a:path w="1062989" h="392430">
                  <a:moveTo>
                    <a:pt x="1014730" y="47786"/>
                  </a:moveTo>
                  <a:lnTo>
                    <a:pt x="1014730" y="44249"/>
                  </a:lnTo>
                  <a:lnTo>
                    <a:pt x="1013460" y="44040"/>
                  </a:lnTo>
                  <a:lnTo>
                    <a:pt x="1008380" y="41563"/>
                  </a:lnTo>
                  <a:lnTo>
                    <a:pt x="1005840" y="32546"/>
                  </a:lnTo>
                  <a:lnTo>
                    <a:pt x="1005840" y="47786"/>
                  </a:lnTo>
                  <a:lnTo>
                    <a:pt x="1014730" y="47786"/>
                  </a:lnTo>
                  <a:close/>
                </a:path>
                <a:path w="1062989" h="392430">
                  <a:moveTo>
                    <a:pt x="1038860" y="47024"/>
                  </a:moveTo>
                  <a:lnTo>
                    <a:pt x="1033780" y="47786"/>
                  </a:lnTo>
                  <a:lnTo>
                    <a:pt x="1009650" y="47786"/>
                  </a:lnTo>
                  <a:lnTo>
                    <a:pt x="1005840" y="52358"/>
                  </a:lnTo>
                  <a:lnTo>
                    <a:pt x="1005840" y="56930"/>
                  </a:lnTo>
                  <a:lnTo>
                    <a:pt x="1009650" y="56930"/>
                  </a:lnTo>
                  <a:lnTo>
                    <a:pt x="1013460" y="56168"/>
                  </a:lnTo>
                  <a:lnTo>
                    <a:pt x="1014730" y="52358"/>
                  </a:lnTo>
                  <a:lnTo>
                    <a:pt x="1014730" y="56930"/>
                  </a:lnTo>
                  <a:lnTo>
                    <a:pt x="1029969" y="56930"/>
                  </a:lnTo>
                  <a:lnTo>
                    <a:pt x="1029969" y="52358"/>
                  </a:lnTo>
                  <a:lnTo>
                    <a:pt x="1037590" y="52358"/>
                  </a:lnTo>
                  <a:lnTo>
                    <a:pt x="1037590" y="47786"/>
                  </a:lnTo>
                  <a:lnTo>
                    <a:pt x="1038860" y="47024"/>
                  </a:lnTo>
                  <a:close/>
                </a:path>
                <a:path w="1062989" h="392430">
                  <a:moveTo>
                    <a:pt x="1014730" y="56930"/>
                  </a:moveTo>
                  <a:lnTo>
                    <a:pt x="1014730" y="52358"/>
                  </a:lnTo>
                  <a:lnTo>
                    <a:pt x="1013460" y="56168"/>
                  </a:lnTo>
                  <a:lnTo>
                    <a:pt x="1009650" y="56930"/>
                  </a:lnTo>
                  <a:lnTo>
                    <a:pt x="1014730" y="56930"/>
                  </a:lnTo>
                  <a:close/>
                </a:path>
                <a:path w="1062989" h="392430">
                  <a:moveTo>
                    <a:pt x="1016000" y="31784"/>
                  </a:moveTo>
                  <a:lnTo>
                    <a:pt x="1014730" y="29498"/>
                  </a:lnTo>
                  <a:lnTo>
                    <a:pt x="1014730" y="31022"/>
                  </a:lnTo>
                  <a:lnTo>
                    <a:pt x="1016000" y="31784"/>
                  </a:lnTo>
                  <a:close/>
                </a:path>
                <a:path w="1062989" h="392430">
                  <a:moveTo>
                    <a:pt x="1017269" y="20354"/>
                  </a:moveTo>
                  <a:lnTo>
                    <a:pt x="1016000" y="21878"/>
                  </a:lnTo>
                  <a:lnTo>
                    <a:pt x="1016000" y="22640"/>
                  </a:lnTo>
                  <a:lnTo>
                    <a:pt x="1017269" y="20354"/>
                  </a:lnTo>
                  <a:close/>
                </a:path>
                <a:path w="1062989" h="392430">
                  <a:moveTo>
                    <a:pt x="1019810" y="45083"/>
                  </a:moveTo>
                  <a:lnTo>
                    <a:pt x="1019810" y="35594"/>
                  </a:lnTo>
                  <a:lnTo>
                    <a:pt x="1017269" y="34070"/>
                  </a:lnTo>
                  <a:lnTo>
                    <a:pt x="1016000" y="32546"/>
                  </a:lnTo>
                  <a:lnTo>
                    <a:pt x="1016000" y="44457"/>
                  </a:lnTo>
                  <a:lnTo>
                    <a:pt x="1019810" y="45083"/>
                  </a:lnTo>
                  <a:close/>
                </a:path>
                <a:path w="1062989" h="392430">
                  <a:moveTo>
                    <a:pt x="1018540" y="34832"/>
                  </a:moveTo>
                  <a:lnTo>
                    <a:pt x="1017269" y="33308"/>
                  </a:lnTo>
                  <a:lnTo>
                    <a:pt x="1017269" y="34070"/>
                  </a:lnTo>
                  <a:lnTo>
                    <a:pt x="1018540" y="34832"/>
                  </a:lnTo>
                  <a:close/>
                </a:path>
                <a:path w="1062989" h="392430">
                  <a:moveTo>
                    <a:pt x="1038860" y="32546"/>
                  </a:moveTo>
                  <a:lnTo>
                    <a:pt x="1038860" y="28736"/>
                  </a:lnTo>
                  <a:lnTo>
                    <a:pt x="1029969" y="28736"/>
                  </a:lnTo>
                  <a:lnTo>
                    <a:pt x="1029969" y="29498"/>
                  </a:lnTo>
                  <a:lnTo>
                    <a:pt x="1028700" y="31784"/>
                  </a:lnTo>
                  <a:lnTo>
                    <a:pt x="1028700" y="32546"/>
                  </a:lnTo>
                  <a:lnTo>
                    <a:pt x="1027430" y="33308"/>
                  </a:lnTo>
                  <a:lnTo>
                    <a:pt x="1026160" y="34832"/>
                  </a:lnTo>
                  <a:lnTo>
                    <a:pt x="1026160" y="34070"/>
                  </a:lnTo>
                  <a:lnTo>
                    <a:pt x="1024890" y="35594"/>
                  </a:lnTo>
                  <a:lnTo>
                    <a:pt x="1021080" y="35594"/>
                  </a:lnTo>
                  <a:lnTo>
                    <a:pt x="1018540" y="34832"/>
                  </a:lnTo>
                  <a:lnTo>
                    <a:pt x="1019810" y="35594"/>
                  </a:lnTo>
                  <a:lnTo>
                    <a:pt x="1019810" y="45083"/>
                  </a:lnTo>
                  <a:lnTo>
                    <a:pt x="1022350" y="45500"/>
                  </a:lnTo>
                  <a:lnTo>
                    <a:pt x="1024890" y="44738"/>
                  </a:lnTo>
                  <a:lnTo>
                    <a:pt x="1031240" y="44053"/>
                  </a:lnTo>
                  <a:lnTo>
                    <a:pt x="1036319" y="38909"/>
                  </a:lnTo>
                  <a:lnTo>
                    <a:pt x="1038860" y="32546"/>
                  </a:lnTo>
                  <a:close/>
                </a:path>
                <a:path w="1062989" h="392430">
                  <a:moveTo>
                    <a:pt x="1023619" y="12734"/>
                  </a:moveTo>
                  <a:lnTo>
                    <a:pt x="1022350" y="12734"/>
                  </a:lnTo>
                  <a:lnTo>
                    <a:pt x="1022350" y="13877"/>
                  </a:lnTo>
                  <a:lnTo>
                    <a:pt x="1023619" y="12734"/>
                  </a:lnTo>
                  <a:close/>
                </a:path>
                <a:path w="1062989" h="392430">
                  <a:moveTo>
                    <a:pt x="1024890" y="35594"/>
                  </a:moveTo>
                  <a:lnTo>
                    <a:pt x="1024890" y="34832"/>
                  </a:lnTo>
                  <a:lnTo>
                    <a:pt x="1022350" y="35594"/>
                  </a:lnTo>
                  <a:lnTo>
                    <a:pt x="1024890" y="35594"/>
                  </a:lnTo>
                  <a:close/>
                </a:path>
                <a:path w="1062989" h="392430">
                  <a:moveTo>
                    <a:pt x="1027430" y="10702"/>
                  </a:moveTo>
                  <a:lnTo>
                    <a:pt x="1027430" y="10448"/>
                  </a:lnTo>
                  <a:lnTo>
                    <a:pt x="1026160" y="11210"/>
                  </a:lnTo>
                  <a:lnTo>
                    <a:pt x="1027430" y="10702"/>
                  </a:lnTo>
                  <a:close/>
                </a:path>
                <a:path w="1062989" h="392430">
                  <a:moveTo>
                    <a:pt x="1038860" y="28736"/>
                  </a:moveTo>
                  <a:lnTo>
                    <a:pt x="1037590" y="24926"/>
                  </a:lnTo>
                  <a:lnTo>
                    <a:pt x="1033780" y="24164"/>
                  </a:lnTo>
                  <a:lnTo>
                    <a:pt x="1031240" y="24926"/>
                  </a:lnTo>
                  <a:lnTo>
                    <a:pt x="1029969" y="27974"/>
                  </a:lnTo>
                  <a:lnTo>
                    <a:pt x="1028700" y="30260"/>
                  </a:lnTo>
                  <a:lnTo>
                    <a:pt x="1029969" y="29498"/>
                  </a:lnTo>
                  <a:lnTo>
                    <a:pt x="1029969" y="28736"/>
                  </a:lnTo>
                  <a:lnTo>
                    <a:pt x="1038860" y="28736"/>
                  </a:lnTo>
                  <a:close/>
                </a:path>
                <a:path w="1062989" h="392430">
                  <a:moveTo>
                    <a:pt x="1038860" y="47024"/>
                  </a:moveTo>
                  <a:lnTo>
                    <a:pt x="1038860" y="32546"/>
                  </a:lnTo>
                  <a:lnTo>
                    <a:pt x="1036319" y="38909"/>
                  </a:lnTo>
                  <a:lnTo>
                    <a:pt x="1031240" y="44053"/>
                  </a:lnTo>
                  <a:lnTo>
                    <a:pt x="1029969" y="44190"/>
                  </a:lnTo>
                  <a:lnTo>
                    <a:pt x="1029969" y="47786"/>
                  </a:lnTo>
                  <a:lnTo>
                    <a:pt x="1033780" y="47786"/>
                  </a:lnTo>
                  <a:lnTo>
                    <a:pt x="1038860" y="47024"/>
                  </a:lnTo>
                  <a:close/>
                </a:path>
                <a:path w="1062989" h="392430">
                  <a:moveTo>
                    <a:pt x="1038860" y="56384"/>
                  </a:moveTo>
                  <a:lnTo>
                    <a:pt x="1038860" y="52358"/>
                  </a:lnTo>
                  <a:lnTo>
                    <a:pt x="1029969" y="52358"/>
                  </a:lnTo>
                  <a:lnTo>
                    <a:pt x="1029969" y="56930"/>
                  </a:lnTo>
                  <a:lnTo>
                    <a:pt x="1033780" y="56930"/>
                  </a:lnTo>
                  <a:lnTo>
                    <a:pt x="1038860" y="56384"/>
                  </a:lnTo>
                  <a:close/>
                </a:path>
                <a:path w="1062989" h="392430">
                  <a:moveTo>
                    <a:pt x="1038860" y="10194"/>
                  </a:moveTo>
                  <a:lnTo>
                    <a:pt x="1038860" y="9686"/>
                  </a:lnTo>
                  <a:lnTo>
                    <a:pt x="1037590" y="9686"/>
                  </a:lnTo>
                  <a:lnTo>
                    <a:pt x="1038860" y="10194"/>
                  </a:lnTo>
                  <a:close/>
                </a:path>
                <a:path w="1062989" h="392430">
                  <a:moveTo>
                    <a:pt x="1038860" y="47278"/>
                  </a:moveTo>
                  <a:lnTo>
                    <a:pt x="1038860" y="47024"/>
                  </a:lnTo>
                  <a:lnTo>
                    <a:pt x="1037590" y="47786"/>
                  </a:lnTo>
                  <a:lnTo>
                    <a:pt x="1038860" y="47278"/>
                  </a:lnTo>
                  <a:close/>
                </a:path>
                <a:path w="1062989" h="392430">
                  <a:moveTo>
                    <a:pt x="1045210" y="54978"/>
                  </a:moveTo>
                  <a:lnTo>
                    <a:pt x="1045210" y="43976"/>
                  </a:lnTo>
                  <a:lnTo>
                    <a:pt x="1041400" y="46262"/>
                  </a:lnTo>
                  <a:lnTo>
                    <a:pt x="1037590" y="47786"/>
                  </a:lnTo>
                  <a:lnTo>
                    <a:pt x="1037590" y="52358"/>
                  </a:lnTo>
                  <a:lnTo>
                    <a:pt x="1038860" y="52358"/>
                  </a:lnTo>
                  <a:lnTo>
                    <a:pt x="1038860" y="56384"/>
                  </a:lnTo>
                  <a:lnTo>
                    <a:pt x="1043940" y="55837"/>
                  </a:lnTo>
                  <a:lnTo>
                    <a:pt x="1045210" y="54978"/>
                  </a:lnTo>
                  <a:close/>
                </a:path>
                <a:path w="1062989" h="392430">
                  <a:moveTo>
                    <a:pt x="1045210" y="341918"/>
                  </a:moveTo>
                  <a:lnTo>
                    <a:pt x="1045210" y="331250"/>
                  </a:lnTo>
                  <a:lnTo>
                    <a:pt x="1041400" y="333536"/>
                  </a:lnTo>
                  <a:lnTo>
                    <a:pt x="1041400" y="332774"/>
                  </a:lnTo>
                  <a:lnTo>
                    <a:pt x="1037590" y="334298"/>
                  </a:lnTo>
                  <a:lnTo>
                    <a:pt x="1038860" y="334298"/>
                  </a:lnTo>
                  <a:lnTo>
                    <a:pt x="1038860" y="343595"/>
                  </a:lnTo>
                  <a:lnTo>
                    <a:pt x="1040130" y="343442"/>
                  </a:lnTo>
                  <a:lnTo>
                    <a:pt x="1045210" y="341918"/>
                  </a:lnTo>
                  <a:close/>
                </a:path>
                <a:path w="1062989" h="392430">
                  <a:moveTo>
                    <a:pt x="1045210" y="13496"/>
                  </a:moveTo>
                  <a:lnTo>
                    <a:pt x="1045210" y="12734"/>
                  </a:lnTo>
                  <a:lnTo>
                    <a:pt x="1043940" y="12734"/>
                  </a:lnTo>
                  <a:lnTo>
                    <a:pt x="1045210" y="13496"/>
                  </a:lnTo>
                  <a:close/>
                </a:path>
                <a:path w="1062989" h="392430">
                  <a:moveTo>
                    <a:pt x="1050290" y="51541"/>
                  </a:moveTo>
                  <a:lnTo>
                    <a:pt x="1050290" y="38642"/>
                  </a:lnTo>
                  <a:lnTo>
                    <a:pt x="1047750" y="42452"/>
                  </a:lnTo>
                  <a:lnTo>
                    <a:pt x="1047750" y="41690"/>
                  </a:lnTo>
                  <a:lnTo>
                    <a:pt x="1043940" y="44738"/>
                  </a:lnTo>
                  <a:lnTo>
                    <a:pt x="1045210" y="43976"/>
                  </a:lnTo>
                  <a:lnTo>
                    <a:pt x="1045210" y="54978"/>
                  </a:lnTo>
                  <a:lnTo>
                    <a:pt x="1050290" y="51541"/>
                  </a:lnTo>
                  <a:close/>
                </a:path>
                <a:path w="1062989" h="392430">
                  <a:moveTo>
                    <a:pt x="1050290" y="338870"/>
                  </a:moveTo>
                  <a:lnTo>
                    <a:pt x="1050290" y="325916"/>
                  </a:lnTo>
                  <a:lnTo>
                    <a:pt x="1047750" y="329726"/>
                  </a:lnTo>
                  <a:lnTo>
                    <a:pt x="1047750" y="328964"/>
                  </a:lnTo>
                  <a:lnTo>
                    <a:pt x="1043940" y="332012"/>
                  </a:lnTo>
                  <a:lnTo>
                    <a:pt x="1045210" y="331250"/>
                  </a:lnTo>
                  <a:lnTo>
                    <a:pt x="1045210" y="341918"/>
                  </a:lnTo>
                  <a:lnTo>
                    <a:pt x="1050290" y="338870"/>
                  </a:lnTo>
                  <a:close/>
                </a:path>
                <a:path w="1062989" h="392430">
                  <a:moveTo>
                    <a:pt x="1050290" y="19592"/>
                  </a:moveTo>
                  <a:lnTo>
                    <a:pt x="1050290" y="18068"/>
                  </a:lnTo>
                  <a:lnTo>
                    <a:pt x="1049020" y="17306"/>
                  </a:lnTo>
                  <a:lnTo>
                    <a:pt x="1050290" y="19592"/>
                  </a:lnTo>
                  <a:close/>
                </a:path>
                <a:path w="1062989" h="392430">
                  <a:moveTo>
                    <a:pt x="1062990" y="34070"/>
                  </a:moveTo>
                  <a:lnTo>
                    <a:pt x="1062990" y="28736"/>
                  </a:lnTo>
                  <a:lnTo>
                    <a:pt x="1052830" y="27974"/>
                  </a:lnTo>
                  <a:lnTo>
                    <a:pt x="1052830" y="31784"/>
                  </a:lnTo>
                  <a:lnTo>
                    <a:pt x="1051560" y="36356"/>
                  </a:lnTo>
                  <a:lnTo>
                    <a:pt x="1051560" y="35594"/>
                  </a:lnTo>
                  <a:lnTo>
                    <a:pt x="1049020" y="39404"/>
                  </a:lnTo>
                  <a:lnTo>
                    <a:pt x="1050290" y="38642"/>
                  </a:lnTo>
                  <a:lnTo>
                    <a:pt x="1050290" y="51541"/>
                  </a:lnTo>
                  <a:lnTo>
                    <a:pt x="1051560" y="50682"/>
                  </a:lnTo>
                  <a:lnTo>
                    <a:pt x="1059180" y="42936"/>
                  </a:lnTo>
                  <a:lnTo>
                    <a:pt x="1062990" y="34070"/>
                  </a:lnTo>
                  <a:close/>
                </a:path>
                <a:path w="1062989" h="392430">
                  <a:moveTo>
                    <a:pt x="1062990" y="322106"/>
                  </a:moveTo>
                  <a:lnTo>
                    <a:pt x="1062990" y="34070"/>
                  </a:lnTo>
                  <a:lnTo>
                    <a:pt x="1059180" y="42936"/>
                  </a:lnTo>
                  <a:lnTo>
                    <a:pt x="1052830" y="49391"/>
                  </a:lnTo>
                  <a:lnTo>
                    <a:pt x="1052830" y="319058"/>
                  </a:lnTo>
                  <a:lnTo>
                    <a:pt x="1051560" y="323630"/>
                  </a:lnTo>
                  <a:lnTo>
                    <a:pt x="1051560" y="322868"/>
                  </a:lnTo>
                  <a:lnTo>
                    <a:pt x="1049020" y="326678"/>
                  </a:lnTo>
                  <a:lnTo>
                    <a:pt x="1050290" y="325916"/>
                  </a:lnTo>
                  <a:lnTo>
                    <a:pt x="1050290" y="338870"/>
                  </a:lnTo>
                  <a:lnTo>
                    <a:pt x="1054100" y="335822"/>
                  </a:lnTo>
                  <a:lnTo>
                    <a:pt x="1055370" y="335822"/>
                  </a:lnTo>
                  <a:lnTo>
                    <a:pt x="1057910" y="332012"/>
                  </a:lnTo>
                  <a:lnTo>
                    <a:pt x="1057910" y="331250"/>
                  </a:lnTo>
                  <a:lnTo>
                    <a:pt x="1060450" y="327440"/>
                  </a:lnTo>
                  <a:lnTo>
                    <a:pt x="1060450" y="325916"/>
                  </a:lnTo>
                  <a:lnTo>
                    <a:pt x="1062990" y="322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2319527" y="1632204"/>
            <a:ext cx="4843780" cy="508634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227329">
              <a:lnSpc>
                <a:spcPct val="100000"/>
              </a:lnSpc>
              <a:spcBef>
                <a:spcPts val="1000"/>
              </a:spcBef>
              <a:tabLst>
                <a:tab pos="1181735" algn="l"/>
                <a:tab pos="2409825" algn="l"/>
                <a:tab pos="3836035" algn="l"/>
              </a:tabLst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EIA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632	ISO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15288	IEEE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1220	CMMI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838955" y="2140457"/>
            <a:ext cx="2252980" cy="3092450"/>
            <a:chOff x="3838955" y="2140457"/>
            <a:chExt cx="2252980" cy="3092450"/>
          </a:xfrm>
        </p:grpSpPr>
        <p:pic>
          <p:nvPicPr>
            <p:cNvPr id="60" name="object 6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15227" y="3740657"/>
              <a:ext cx="76200" cy="2286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19827" y="2902457"/>
              <a:ext cx="76200" cy="2286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15227" y="465505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16502" y="4655057"/>
              <a:ext cx="76200" cy="2286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19827" y="2140457"/>
              <a:ext cx="76200" cy="2286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545329" y="5145785"/>
              <a:ext cx="381000" cy="86995"/>
            </a:xfrm>
            <a:custGeom>
              <a:avLst/>
              <a:gdLst/>
              <a:ahLst/>
              <a:cxnLst/>
              <a:rect l="l" t="t" r="r" b="b"/>
              <a:pathLst>
                <a:path w="381000" h="86995">
                  <a:moveTo>
                    <a:pt x="86105" y="29726"/>
                  </a:moveTo>
                  <a:lnTo>
                    <a:pt x="86105" y="1524"/>
                  </a:lnTo>
                  <a:lnTo>
                    <a:pt x="0" y="44196"/>
                  </a:lnTo>
                  <a:lnTo>
                    <a:pt x="71627" y="79693"/>
                  </a:lnTo>
                  <a:lnTo>
                    <a:pt x="71627" y="29718"/>
                  </a:lnTo>
                  <a:lnTo>
                    <a:pt x="86105" y="29726"/>
                  </a:lnTo>
                  <a:close/>
                </a:path>
                <a:path w="381000" h="86995">
                  <a:moveTo>
                    <a:pt x="189737" y="57912"/>
                  </a:moveTo>
                  <a:lnTo>
                    <a:pt x="189737" y="28956"/>
                  </a:lnTo>
                  <a:lnTo>
                    <a:pt x="187451" y="28956"/>
                  </a:lnTo>
                  <a:lnTo>
                    <a:pt x="162076" y="29560"/>
                  </a:lnTo>
                  <a:lnTo>
                    <a:pt x="136845" y="29756"/>
                  </a:lnTo>
                  <a:lnTo>
                    <a:pt x="71627" y="29718"/>
                  </a:lnTo>
                  <a:lnTo>
                    <a:pt x="71627" y="58674"/>
                  </a:lnTo>
                  <a:lnTo>
                    <a:pt x="86105" y="58674"/>
                  </a:lnTo>
                  <a:lnTo>
                    <a:pt x="102107" y="57912"/>
                  </a:lnTo>
                  <a:lnTo>
                    <a:pt x="189737" y="57912"/>
                  </a:lnTo>
                  <a:close/>
                </a:path>
                <a:path w="381000" h="86995">
                  <a:moveTo>
                    <a:pt x="86105" y="86868"/>
                  </a:moveTo>
                  <a:lnTo>
                    <a:pt x="86105" y="58674"/>
                  </a:lnTo>
                  <a:lnTo>
                    <a:pt x="71627" y="58674"/>
                  </a:lnTo>
                  <a:lnTo>
                    <a:pt x="71627" y="79693"/>
                  </a:lnTo>
                  <a:lnTo>
                    <a:pt x="86105" y="86868"/>
                  </a:lnTo>
                  <a:close/>
                </a:path>
                <a:path w="381000" h="86995">
                  <a:moveTo>
                    <a:pt x="309371" y="57150"/>
                  </a:moveTo>
                  <a:lnTo>
                    <a:pt x="309371" y="28194"/>
                  </a:lnTo>
                  <a:lnTo>
                    <a:pt x="294893" y="28194"/>
                  </a:lnTo>
                  <a:lnTo>
                    <a:pt x="268997" y="28038"/>
                  </a:lnTo>
                  <a:lnTo>
                    <a:pt x="243373" y="28422"/>
                  </a:lnTo>
                  <a:lnTo>
                    <a:pt x="217791" y="28883"/>
                  </a:lnTo>
                  <a:lnTo>
                    <a:pt x="188213" y="28956"/>
                  </a:lnTo>
                  <a:lnTo>
                    <a:pt x="189737" y="28956"/>
                  </a:lnTo>
                  <a:lnTo>
                    <a:pt x="189737" y="57912"/>
                  </a:lnTo>
                  <a:lnTo>
                    <a:pt x="190499" y="57912"/>
                  </a:lnTo>
                  <a:lnTo>
                    <a:pt x="192023" y="57531"/>
                  </a:lnTo>
                  <a:lnTo>
                    <a:pt x="192785" y="57150"/>
                  </a:lnTo>
                  <a:lnTo>
                    <a:pt x="309371" y="57150"/>
                  </a:lnTo>
                  <a:close/>
                </a:path>
                <a:path w="381000" h="86995">
                  <a:moveTo>
                    <a:pt x="192023" y="57531"/>
                  </a:moveTo>
                  <a:lnTo>
                    <a:pt x="190499" y="57912"/>
                  </a:lnTo>
                  <a:lnTo>
                    <a:pt x="191261" y="57912"/>
                  </a:lnTo>
                  <a:lnTo>
                    <a:pt x="192023" y="57531"/>
                  </a:lnTo>
                  <a:close/>
                </a:path>
                <a:path w="381000" h="86995">
                  <a:moveTo>
                    <a:pt x="193547" y="57150"/>
                  </a:moveTo>
                  <a:lnTo>
                    <a:pt x="192023" y="57531"/>
                  </a:lnTo>
                  <a:lnTo>
                    <a:pt x="191261" y="57912"/>
                  </a:lnTo>
                  <a:lnTo>
                    <a:pt x="192023" y="57912"/>
                  </a:lnTo>
                  <a:lnTo>
                    <a:pt x="193547" y="57150"/>
                  </a:lnTo>
                  <a:close/>
                </a:path>
                <a:path w="381000" h="86995">
                  <a:moveTo>
                    <a:pt x="380999" y="42672"/>
                  </a:moveTo>
                  <a:lnTo>
                    <a:pt x="295655" y="0"/>
                  </a:lnTo>
                  <a:lnTo>
                    <a:pt x="295655" y="28194"/>
                  </a:lnTo>
                  <a:lnTo>
                    <a:pt x="309371" y="28194"/>
                  </a:lnTo>
                  <a:lnTo>
                    <a:pt x="309371" y="78486"/>
                  </a:lnTo>
                  <a:lnTo>
                    <a:pt x="380999" y="42672"/>
                  </a:lnTo>
                  <a:close/>
                </a:path>
                <a:path w="381000" h="86995">
                  <a:moveTo>
                    <a:pt x="309371" y="78486"/>
                  </a:moveTo>
                  <a:lnTo>
                    <a:pt x="309371" y="57150"/>
                  </a:lnTo>
                  <a:lnTo>
                    <a:pt x="295655" y="57150"/>
                  </a:lnTo>
                  <a:lnTo>
                    <a:pt x="295655" y="85344"/>
                  </a:lnTo>
                  <a:lnTo>
                    <a:pt x="309371" y="78486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38955" y="3190077"/>
              <a:ext cx="900430" cy="414182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2776727" y="3131057"/>
            <a:ext cx="4038600" cy="60960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1085"/>
              </a:spcBef>
              <a:tabLst>
                <a:tab pos="1231265" algn="l"/>
                <a:tab pos="2275205" algn="l"/>
                <a:tab pos="3171825" algn="l"/>
              </a:tabLst>
            </a:pP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HP	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OOSE	</a:t>
            </a:r>
            <a:r>
              <a:rPr dirty="0" baseline="1736" sz="2400">
                <a:solidFill>
                  <a:srgbClr val="FFFFFF"/>
                </a:solidFill>
                <a:latin typeface="Arial MT"/>
                <a:cs typeface="Arial MT"/>
              </a:rPr>
              <a:t>SADT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68" name="object 6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729483" y="4989576"/>
            <a:ext cx="774699" cy="457200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2905505" y="5078221"/>
            <a:ext cx="46482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MOF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0" name="object 7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80004" y="3740658"/>
            <a:ext cx="751839" cy="665225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3129026" y="4057903"/>
            <a:ext cx="68008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SysML</a:t>
            </a:r>
            <a:endParaRPr sz="1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dirty="0" spc="-5"/>
              <a:t>121</a:t>
            </a:fld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2531" y="199136"/>
            <a:ext cx="4633595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/>
              <a:t>ISO/IEC</a:t>
            </a:r>
            <a:r>
              <a:rPr dirty="0" spc="-65"/>
              <a:t> </a:t>
            </a:r>
            <a:r>
              <a:rPr dirty="0" spc="-5"/>
              <a:t>15288</a:t>
            </a:r>
          </a:p>
          <a:p>
            <a:pPr algn="ctr">
              <a:lnSpc>
                <a:spcPct val="100000"/>
              </a:lnSpc>
            </a:pPr>
            <a:r>
              <a:rPr dirty="0"/>
              <a:t>System</a:t>
            </a:r>
            <a:r>
              <a:rPr dirty="0" spc="-45"/>
              <a:t> </a:t>
            </a:r>
            <a:r>
              <a:rPr dirty="0"/>
              <a:t>Life</a:t>
            </a:r>
            <a:r>
              <a:rPr dirty="0" spc="-25"/>
              <a:t> </a:t>
            </a:r>
            <a:r>
              <a:rPr dirty="0"/>
              <a:t>Cycle</a:t>
            </a:r>
            <a:r>
              <a:rPr dirty="0" spc="-25"/>
              <a:t> </a:t>
            </a:r>
            <a:r>
              <a:rPr dirty="0"/>
              <a:t>Processes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7524" y="1381760"/>
            <a:ext cx="171703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7F7F7F"/>
                </a:solidFill>
                <a:latin typeface="Arial"/>
                <a:cs typeface="Arial"/>
              </a:rPr>
              <a:t>Enterprise</a:t>
            </a:r>
            <a:r>
              <a:rPr dirty="0" sz="1300" spc="-8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7F7F7F"/>
                </a:solidFill>
                <a:latin typeface="Arial"/>
                <a:cs typeface="Arial"/>
              </a:rPr>
              <a:t>Processes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3909" y="1281683"/>
            <a:ext cx="2178050" cy="3400425"/>
            <a:chOff x="803909" y="1281683"/>
            <a:chExt cx="2178050" cy="3400425"/>
          </a:xfrm>
        </p:grpSpPr>
        <p:sp>
          <p:nvSpPr>
            <p:cNvPr id="6" name="object 6"/>
            <p:cNvSpPr/>
            <p:nvPr/>
          </p:nvSpPr>
          <p:spPr>
            <a:xfrm>
              <a:off x="803909" y="1281683"/>
              <a:ext cx="2178050" cy="3400425"/>
            </a:xfrm>
            <a:custGeom>
              <a:avLst/>
              <a:gdLst/>
              <a:ahLst/>
              <a:cxnLst/>
              <a:rect l="l" t="t" r="r" b="b"/>
              <a:pathLst>
                <a:path w="2178050" h="3400425">
                  <a:moveTo>
                    <a:pt x="19050" y="3380994"/>
                  </a:moveTo>
                  <a:lnTo>
                    <a:pt x="19050" y="3314700"/>
                  </a:lnTo>
                  <a:lnTo>
                    <a:pt x="0" y="3314700"/>
                  </a:lnTo>
                  <a:lnTo>
                    <a:pt x="0" y="3390900"/>
                  </a:lnTo>
                  <a:lnTo>
                    <a:pt x="9144" y="3390900"/>
                  </a:lnTo>
                  <a:lnTo>
                    <a:pt x="9144" y="3380994"/>
                  </a:lnTo>
                  <a:lnTo>
                    <a:pt x="19050" y="3380994"/>
                  </a:lnTo>
                  <a:close/>
                </a:path>
                <a:path w="2178050" h="3400425">
                  <a:moveTo>
                    <a:pt x="22098" y="3400044"/>
                  </a:moveTo>
                  <a:lnTo>
                    <a:pt x="22098" y="3380994"/>
                  </a:lnTo>
                  <a:lnTo>
                    <a:pt x="9144" y="3380994"/>
                  </a:lnTo>
                  <a:lnTo>
                    <a:pt x="9144" y="3390900"/>
                  </a:lnTo>
                  <a:lnTo>
                    <a:pt x="19050" y="3390900"/>
                  </a:lnTo>
                  <a:lnTo>
                    <a:pt x="19050" y="3400044"/>
                  </a:lnTo>
                  <a:lnTo>
                    <a:pt x="22098" y="3400044"/>
                  </a:lnTo>
                  <a:close/>
                </a:path>
                <a:path w="2178050" h="3400425">
                  <a:moveTo>
                    <a:pt x="19050" y="3400044"/>
                  </a:moveTo>
                  <a:lnTo>
                    <a:pt x="19050" y="3390900"/>
                  </a:lnTo>
                  <a:lnTo>
                    <a:pt x="9144" y="3390900"/>
                  </a:lnTo>
                  <a:lnTo>
                    <a:pt x="9144" y="3400044"/>
                  </a:lnTo>
                  <a:lnTo>
                    <a:pt x="19050" y="3400044"/>
                  </a:lnTo>
                  <a:close/>
                </a:path>
                <a:path w="2178050" h="3400425">
                  <a:moveTo>
                    <a:pt x="19050" y="3257550"/>
                  </a:moveTo>
                  <a:lnTo>
                    <a:pt x="19050" y="3181350"/>
                  </a:lnTo>
                  <a:lnTo>
                    <a:pt x="0" y="3181350"/>
                  </a:lnTo>
                  <a:lnTo>
                    <a:pt x="0" y="3257550"/>
                  </a:lnTo>
                  <a:lnTo>
                    <a:pt x="19050" y="3257550"/>
                  </a:lnTo>
                  <a:close/>
                </a:path>
                <a:path w="2178050" h="3400425">
                  <a:moveTo>
                    <a:pt x="19050" y="3124200"/>
                  </a:moveTo>
                  <a:lnTo>
                    <a:pt x="19050" y="3048000"/>
                  </a:lnTo>
                  <a:lnTo>
                    <a:pt x="0" y="3048000"/>
                  </a:lnTo>
                  <a:lnTo>
                    <a:pt x="0" y="3124200"/>
                  </a:lnTo>
                  <a:lnTo>
                    <a:pt x="19050" y="3124200"/>
                  </a:lnTo>
                  <a:close/>
                </a:path>
                <a:path w="2178050" h="3400425">
                  <a:moveTo>
                    <a:pt x="19050" y="2990850"/>
                  </a:moveTo>
                  <a:lnTo>
                    <a:pt x="19050" y="2914650"/>
                  </a:lnTo>
                  <a:lnTo>
                    <a:pt x="0" y="2914650"/>
                  </a:lnTo>
                  <a:lnTo>
                    <a:pt x="0" y="2990850"/>
                  </a:lnTo>
                  <a:lnTo>
                    <a:pt x="19050" y="2990850"/>
                  </a:lnTo>
                  <a:close/>
                </a:path>
                <a:path w="2178050" h="3400425">
                  <a:moveTo>
                    <a:pt x="19050" y="2857500"/>
                  </a:moveTo>
                  <a:lnTo>
                    <a:pt x="19050" y="2781300"/>
                  </a:lnTo>
                  <a:lnTo>
                    <a:pt x="0" y="2781300"/>
                  </a:lnTo>
                  <a:lnTo>
                    <a:pt x="0" y="2857500"/>
                  </a:lnTo>
                  <a:lnTo>
                    <a:pt x="19050" y="2857500"/>
                  </a:lnTo>
                  <a:close/>
                </a:path>
                <a:path w="2178050" h="3400425">
                  <a:moveTo>
                    <a:pt x="19050" y="2724150"/>
                  </a:moveTo>
                  <a:lnTo>
                    <a:pt x="19050" y="2647950"/>
                  </a:lnTo>
                  <a:lnTo>
                    <a:pt x="0" y="2647950"/>
                  </a:lnTo>
                  <a:lnTo>
                    <a:pt x="0" y="2724150"/>
                  </a:lnTo>
                  <a:lnTo>
                    <a:pt x="19050" y="2724150"/>
                  </a:lnTo>
                  <a:close/>
                </a:path>
                <a:path w="2178050" h="3400425">
                  <a:moveTo>
                    <a:pt x="19050" y="2590800"/>
                  </a:moveTo>
                  <a:lnTo>
                    <a:pt x="19050" y="2514600"/>
                  </a:lnTo>
                  <a:lnTo>
                    <a:pt x="0" y="2514600"/>
                  </a:lnTo>
                  <a:lnTo>
                    <a:pt x="0" y="2590800"/>
                  </a:lnTo>
                  <a:lnTo>
                    <a:pt x="19050" y="2590800"/>
                  </a:lnTo>
                  <a:close/>
                </a:path>
                <a:path w="2178050" h="3400425">
                  <a:moveTo>
                    <a:pt x="19050" y="2457450"/>
                  </a:moveTo>
                  <a:lnTo>
                    <a:pt x="19050" y="2381250"/>
                  </a:lnTo>
                  <a:lnTo>
                    <a:pt x="0" y="2381250"/>
                  </a:lnTo>
                  <a:lnTo>
                    <a:pt x="0" y="2457450"/>
                  </a:lnTo>
                  <a:lnTo>
                    <a:pt x="19050" y="2457450"/>
                  </a:lnTo>
                  <a:close/>
                </a:path>
                <a:path w="2178050" h="3400425">
                  <a:moveTo>
                    <a:pt x="19050" y="2324100"/>
                  </a:moveTo>
                  <a:lnTo>
                    <a:pt x="19050" y="2247900"/>
                  </a:lnTo>
                  <a:lnTo>
                    <a:pt x="0" y="2247900"/>
                  </a:lnTo>
                  <a:lnTo>
                    <a:pt x="0" y="2324100"/>
                  </a:lnTo>
                  <a:lnTo>
                    <a:pt x="19050" y="2324100"/>
                  </a:lnTo>
                  <a:close/>
                </a:path>
                <a:path w="2178050" h="3400425">
                  <a:moveTo>
                    <a:pt x="19050" y="2190750"/>
                  </a:moveTo>
                  <a:lnTo>
                    <a:pt x="19050" y="2114550"/>
                  </a:lnTo>
                  <a:lnTo>
                    <a:pt x="0" y="2114550"/>
                  </a:lnTo>
                  <a:lnTo>
                    <a:pt x="0" y="2190750"/>
                  </a:lnTo>
                  <a:lnTo>
                    <a:pt x="19050" y="2190750"/>
                  </a:lnTo>
                  <a:close/>
                </a:path>
                <a:path w="2178050" h="3400425">
                  <a:moveTo>
                    <a:pt x="19050" y="2057400"/>
                  </a:moveTo>
                  <a:lnTo>
                    <a:pt x="19050" y="1981200"/>
                  </a:lnTo>
                  <a:lnTo>
                    <a:pt x="0" y="1981200"/>
                  </a:lnTo>
                  <a:lnTo>
                    <a:pt x="0" y="2057400"/>
                  </a:lnTo>
                  <a:lnTo>
                    <a:pt x="19050" y="2057400"/>
                  </a:lnTo>
                  <a:close/>
                </a:path>
                <a:path w="2178050" h="3400425">
                  <a:moveTo>
                    <a:pt x="19050" y="1924050"/>
                  </a:moveTo>
                  <a:lnTo>
                    <a:pt x="19050" y="1847850"/>
                  </a:lnTo>
                  <a:lnTo>
                    <a:pt x="0" y="1847850"/>
                  </a:lnTo>
                  <a:lnTo>
                    <a:pt x="0" y="1924050"/>
                  </a:lnTo>
                  <a:lnTo>
                    <a:pt x="19050" y="1924050"/>
                  </a:lnTo>
                  <a:close/>
                </a:path>
                <a:path w="2178050" h="3400425">
                  <a:moveTo>
                    <a:pt x="19050" y="1790700"/>
                  </a:moveTo>
                  <a:lnTo>
                    <a:pt x="19050" y="1714500"/>
                  </a:lnTo>
                  <a:lnTo>
                    <a:pt x="0" y="1714500"/>
                  </a:lnTo>
                  <a:lnTo>
                    <a:pt x="0" y="1790700"/>
                  </a:lnTo>
                  <a:lnTo>
                    <a:pt x="19050" y="1790700"/>
                  </a:lnTo>
                  <a:close/>
                </a:path>
                <a:path w="2178050" h="3400425">
                  <a:moveTo>
                    <a:pt x="19050" y="1657350"/>
                  </a:moveTo>
                  <a:lnTo>
                    <a:pt x="19050" y="1581150"/>
                  </a:lnTo>
                  <a:lnTo>
                    <a:pt x="0" y="1581150"/>
                  </a:lnTo>
                  <a:lnTo>
                    <a:pt x="0" y="1657350"/>
                  </a:lnTo>
                  <a:lnTo>
                    <a:pt x="19050" y="1657350"/>
                  </a:lnTo>
                  <a:close/>
                </a:path>
                <a:path w="2178050" h="3400425">
                  <a:moveTo>
                    <a:pt x="19050" y="1524000"/>
                  </a:moveTo>
                  <a:lnTo>
                    <a:pt x="19050" y="1447800"/>
                  </a:lnTo>
                  <a:lnTo>
                    <a:pt x="0" y="1447800"/>
                  </a:lnTo>
                  <a:lnTo>
                    <a:pt x="0" y="1524000"/>
                  </a:lnTo>
                  <a:lnTo>
                    <a:pt x="19050" y="1524000"/>
                  </a:lnTo>
                  <a:close/>
                </a:path>
                <a:path w="2178050" h="3400425">
                  <a:moveTo>
                    <a:pt x="19050" y="1390650"/>
                  </a:moveTo>
                  <a:lnTo>
                    <a:pt x="19050" y="1314450"/>
                  </a:lnTo>
                  <a:lnTo>
                    <a:pt x="0" y="1314450"/>
                  </a:lnTo>
                  <a:lnTo>
                    <a:pt x="0" y="1390650"/>
                  </a:lnTo>
                  <a:lnTo>
                    <a:pt x="19050" y="1390650"/>
                  </a:lnTo>
                  <a:close/>
                </a:path>
                <a:path w="2178050" h="3400425">
                  <a:moveTo>
                    <a:pt x="19050" y="1257300"/>
                  </a:moveTo>
                  <a:lnTo>
                    <a:pt x="19050" y="1181100"/>
                  </a:lnTo>
                  <a:lnTo>
                    <a:pt x="0" y="1181100"/>
                  </a:lnTo>
                  <a:lnTo>
                    <a:pt x="0" y="1257300"/>
                  </a:lnTo>
                  <a:lnTo>
                    <a:pt x="19050" y="1257300"/>
                  </a:lnTo>
                  <a:close/>
                </a:path>
                <a:path w="2178050" h="3400425">
                  <a:moveTo>
                    <a:pt x="19050" y="1123950"/>
                  </a:moveTo>
                  <a:lnTo>
                    <a:pt x="19050" y="1047750"/>
                  </a:lnTo>
                  <a:lnTo>
                    <a:pt x="0" y="1047750"/>
                  </a:lnTo>
                  <a:lnTo>
                    <a:pt x="0" y="1123950"/>
                  </a:lnTo>
                  <a:lnTo>
                    <a:pt x="19050" y="1123950"/>
                  </a:lnTo>
                  <a:close/>
                </a:path>
                <a:path w="2178050" h="3400425">
                  <a:moveTo>
                    <a:pt x="19050" y="990600"/>
                  </a:moveTo>
                  <a:lnTo>
                    <a:pt x="19050" y="914400"/>
                  </a:lnTo>
                  <a:lnTo>
                    <a:pt x="0" y="914400"/>
                  </a:lnTo>
                  <a:lnTo>
                    <a:pt x="0" y="990600"/>
                  </a:lnTo>
                  <a:lnTo>
                    <a:pt x="19050" y="990600"/>
                  </a:lnTo>
                  <a:close/>
                </a:path>
                <a:path w="2178050" h="3400425">
                  <a:moveTo>
                    <a:pt x="19050" y="857250"/>
                  </a:moveTo>
                  <a:lnTo>
                    <a:pt x="19050" y="781050"/>
                  </a:lnTo>
                  <a:lnTo>
                    <a:pt x="0" y="781050"/>
                  </a:lnTo>
                  <a:lnTo>
                    <a:pt x="0" y="857250"/>
                  </a:lnTo>
                  <a:lnTo>
                    <a:pt x="19050" y="857250"/>
                  </a:lnTo>
                  <a:close/>
                </a:path>
                <a:path w="2178050" h="3400425">
                  <a:moveTo>
                    <a:pt x="19050" y="723900"/>
                  </a:moveTo>
                  <a:lnTo>
                    <a:pt x="19050" y="647700"/>
                  </a:lnTo>
                  <a:lnTo>
                    <a:pt x="0" y="647700"/>
                  </a:lnTo>
                  <a:lnTo>
                    <a:pt x="0" y="723900"/>
                  </a:lnTo>
                  <a:lnTo>
                    <a:pt x="19050" y="723900"/>
                  </a:lnTo>
                  <a:close/>
                </a:path>
                <a:path w="2178050" h="3400425">
                  <a:moveTo>
                    <a:pt x="19050" y="590550"/>
                  </a:moveTo>
                  <a:lnTo>
                    <a:pt x="19050" y="514350"/>
                  </a:lnTo>
                  <a:lnTo>
                    <a:pt x="0" y="514350"/>
                  </a:lnTo>
                  <a:lnTo>
                    <a:pt x="0" y="590550"/>
                  </a:lnTo>
                  <a:lnTo>
                    <a:pt x="19050" y="590550"/>
                  </a:lnTo>
                  <a:close/>
                </a:path>
                <a:path w="2178050" h="3400425">
                  <a:moveTo>
                    <a:pt x="19050" y="457200"/>
                  </a:moveTo>
                  <a:lnTo>
                    <a:pt x="19050" y="381000"/>
                  </a:lnTo>
                  <a:lnTo>
                    <a:pt x="0" y="381000"/>
                  </a:lnTo>
                  <a:lnTo>
                    <a:pt x="0" y="457200"/>
                  </a:lnTo>
                  <a:lnTo>
                    <a:pt x="19050" y="457200"/>
                  </a:lnTo>
                  <a:close/>
                </a:path>
                <a:path w="2178050" h="3400425">
                  <a:moveTo>
                    <a:pt x="19050" y="323850"/>
                  </a:moveTo>
                  <a:lnTo>
                    <a:pt x="19050" y="247650"/>
                  </a:lnTo>
                  <a:lnTo>
                    <a:pt x="0" y="247650"/>
                  </a:lnTo>
                  <a:lnTo>
                    <a:pt x="0" y="323850"/>
                  </a:lnTo>
                  <a:lnTo>
                    <a:pt x="19050" y="323850"/>
                  </a:lnTo>
                  <a:close/>
                </a:path>
                <a:path w="2178050" h="3400425">
                  <a:moveTo>
                    <a:pt x="19050" y="190500"/>
                  </a:moveTo>
                  <a:lnTo>
                    <a:pt x="19050" y="114300"/>
                  </a:lnTo>
                  <a:lnTo>
                    <a:pt x="0" y="114300"/>
                  </a:lnTo>
                  <a:lnTo>
                    <a:pt x="0" y="190500"/>
                  </a:lnTo>
                  <a:lnTo>
                    <a:pt x="19050" y="190500"/>
                  </a:lnTo>
                  <a:close/>
                </a:path>
                <a:path w="2178050" h="3400425">
                  <a:moveTo>
                    <a:pt x="38100" y="19050"/>
                  </a:moveTo>
                  <a:lnTo>
                    <a:pt x="38100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9143" y="57150"/>
                  </a:lnTo>
                  <a:lnTo>
                    <a:pt x="9143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38100" y="19050"/>
                  </a:lnTo>
                  <a:close/>
                </a:path>
                <a:path w="2178050" h="3400425">
                  <a:moveTo>
                    <a:pt x="19050" y="19050"/>
                  </a:moveTo>
                  <a:lnTo>
                    <a:pt x="19050" y="9144"/>
                  </a:lnTo>
                  <a:lnTo>
                    <a:pt x="9143" y="19050"/>
                  </a:lnTo>
                  <a:lnTo>
                    <a:pt x="19050" y="19050"/>
                  </a:lnTo>
                  <a:close/>
                </a:path>
                <a:path w="2178050" h="3400425">
                  <a:moveTo>
                    <a:pt x="19050" y="57150"/>
                  </a:moveTo>
                  <a:lnTo>
                    <a:pt x="19050" y="19050"/>
                  </a:lnTo>
                  <a:lnTo>
                    <a:pt x="9143" y="19050"/>
                  </a:lnTo>
                  <a:lnTo>
                    <a:pt x="9143" y="57150"/>
                  </a:lnTo>
                  <a:lnTo>
                    <a:pt x="19050" y="57150"/>
                  </a:lnTo>
                  <a:close/>
                </a:path>
                <a:path w="2178050" h="3400425">
                  <a:moveTo>
                    <a:pt x="171450" y="19050"/>
                  </a:moveTo>
                  <a:lnTo>
                    <a:pt x="171450" y="0"/>
                  </a:lnTo>
                  <a:lnTo>
                    <a:pt x="95250" y="0"/>
                  </a:lnTo>
                  <a:lnTo>
                    <a:pt x="95250" y="19050"/>
                  </a:lnTo>
                  <a:lnTo>
                    <a:pt x="171450" y="19050"/>
                  </a:lnTo>
                  <a:close/>
                </a:path>
                <a:path w="2178050" h="3400425">
                  <a:moveTo>
                    <a:pt x="304800" y="19050"/>
                  </a:moveTo>
                  <a:lnTo>
                    <a:pt x="304800" y="0"/>
                  </a:lnTo>
                  <a:lnTo>
                    <a:pt x="228600" y="0"/>
                  </a:lnTo>
                  <a:lnTo>
                    <a:pt x="228600" y="19050"/>
                  </a:lnTo>
                  <a:lnTo>
                    <a:pt x="304800" y="19050"/>
                  </a:lnTo>
                  <a:close/>
                </a:path>
                <a:path w="2178050" h="3400425">
                  <a:moveTo>
                    <a:pt x="438150" y="19050"/>
                  </a:moveTo>
                  <a:lnTo>
                    <a:pt x="438150" y="0"/>
                  </a:lnTo>
                  <a:lnTo>
                    <a:pt x="361950" y="0"/>
                  </a:lnTo>
                  <a:lnTo>
                    <a:pt x="361950" y="19050"/>
                  </a:lnTo>
                  <a:lnTo>
                    <a:pt x="438150" y="19050"/>
                  </a:lnTo>
                  <a:close/>
                </a:path>
                <a:path w="2178050" h="3400425">
                  <a:moveTo>
                    <a:pt x="571500" y="19050"/>
                  </a:moveTo>
                  <a:lnTo>
                    <a:pt x="571500" y="0"/>
                  </a:lnTo>
                  <a:lnTo>
                    <a:pt x="495300" y="0"/>
                  </a:lnTo>
                  <a:lnTo>
                    <a:pt x="495300" y="19050"/>
                  </a:lnTo>
                  <a:lnTo>
                    <a:pt x="571500" y="19050"/>
                  </a:lnTo>
                  <a:close/>
                </a:path>
                <a:path w="2178050" h="3400425">
                  <a:moveTo>
                    <a:pt x="704850" y="19050"/>
                  </a:moveTo>
                  <a:lnTo>
                    <a:pt x="704850" y="0"/>
                  </a:lnTo>
                  <a:lnTo>
                    <a:pt x="628650" y="0"/>
                  </a:lnTo>
                  <a:lnTo>
                    <a:pt x="628650" y="19050"/>
                  </a:lnTo>
                  <a:lnTo>
                    <a:pt x="704850" y="19050"/>
                  </a:lnTo>
                  <a:close/>
                </a:path>
                <a:path w="2178050" h="3400425">
                  <a:moveTo>
                    <a:pt x="838200" y="19050"/>
                  </a:moveTo>
                  <a:lnTo>
                    <a:pt x="838200" y="0"/>
                  </a:lnTo>
                  <a:lnTo>
                    <a:pt x="762000" y="0"/>
                  </a:lnTo>
                  <a:lnTo>
                    <a:pt x="762000" y="19050"/>
                  </a:lnTo>
                  <a:lnTo>
                    <a:pt x="838200" y="19050"/>
                  </a:lnTo>
                  <a:close/>
                </a:path>
                <a:path w="2178050" h="3400425">
                  <a:moveTo>
                    <a:pt x="971550" y="19050"/>
                  </a:moveTo>
                  <a:lnTo>
                    <a:pt x="971550" y="0"/>
                  </a:lnTo>
                  <a:lnTo>
                    <a:pt x="895350" y="0"/>
                  </a:lnTo>
                  <a:lnTo>
                    <a:pt x="895350" y="19050"/>
                  </a:lnTo>
                  <a:lnTo>
                    <a:pt x="971550" y="19050"/>
                  </a:lnTo>
                  <a:close/>
                </a:path>
                <a:path w="2178050" h="3400425">
                  <a:moveTo>
                    <a:pt x="1104900" y="19050"/>
                  </a:moveTo>
                  <a:lnTo>
                    <a:pt x="1104900" y="0"/>
                  </a:lnTo>
                  <a:lnTo>
                    <a:pt x="1028700" y="0"/>
                  </a:lnTo>
                  <a:lnTo>
                    <a:pt x="1028700" y="19050"/>
                  </a:lnTo>
                  <a:lnTo>
                    <a:pt x="1104900" y="19050"/>
                  </a:lnTo>
                  <a:close/>
                </a:path>
                <a:path w="2178050" h="3400425">
                  <a:moveTo>
                    <a:pt x="1238250" y="19050"/>
                  </a:moveTo>
                  <a:lnTo>
                    <a:pt x="1238250" y="0"/>
                  </a:lnTo>
                  <a:lnTo>
                    <a:pt x="1162050" y="0"/>
                  </a:lnTo>
                  <a:lnTo>
                    <a:pt x="1162050" y="19050"/>
                  </a:lnTo>
                  <a:lnTo>
                    <a:pt x="1238250" y="19050"/>
                  </a:lnTo>
                  <a:close/>
                </a:path>
                <a:path w="2178050" h="3400425">
                  <a:moveTo>
                    <a:pt x="1371600" y="19050"/>
                  </a:moveTo>
                  <a:lnTo>
                    <a:pt x="1371600" y="0"/>
                  </a:lnTo>
                  <a:lnTo>
                    <a:pt x="1295400" y="0"/>
                  </a:lnTo>
                  <a:lnTo>
                    <a:pt x="1295400" y="19050"/>
                  </a:lnTo>
                  <a:lnTo>
                    <a:pt x="1371600" y="19050"/>
                  </a:lnTo>
                  <a:close/>
                </a:path>
                <a:path w="2178050" h="3400425">
                  <a:moveTo>
                    <a:pt x="1504950" y="19050"/>
                  </a:moveTo>
                  <a:lnTo>
                    <a:pt x="1504950" y="0"/>
                  </a:lnTo>
                  <a:lnTo>
                    <a:pt x="1428750" y="0"/>
                  </a:lnTo>
                  <a:lnTo>
                    <a:pt x="1428750" y="19050"/>
                  </a:lnTo>
                  <a:lnTo>
                    <a:pt x="1504950" y="19050"/>
                  </a:lnTo>
                  <a:close/>
                </a:path>
                <a:path w="2178050" h="3400425">
                  <a:moveTo>
                    <a:pt x="1638300" y="19050"/>
                  </a:moveTo>
                  <a:lnTo>
                    <a:pt x="1638300" y="0"/>
                  </a:lnTo>
                  <a:lnTo>
                    <a:pt x="1562100" y="0"/>
                  </a:lnTo>
                  <a:lnTo>
                    <a:pt x="1562100" y="19050"/>
                  </a:lnTo>
                  <a:lnTo>
                    <a:pt x="1638300" y="19050"/>
                  </a:lnTo>
                  <a:close/>
                </a:path>
                <a:path w="2178050" h="3400425">
                  <a:moveTo>
                    <a:pt x="1771650" y="19050"/>
                  </a:moveTo>
                  <a:lnTo>
                    <a:pt x="1771650" y="0"/>
                  </a:lnTo>
                  <a:lnTo>
                    <a:pt x="1695450" y="0"/>
                  </a:lnTo>
                  <a:lnTo>
                    <a:pt x="1695450" y="19050"/>
                  </a:lnTo>
                  <a:lnTo>
                    <a:pt x="1771650" y="19050"/>
                  </a:lnTo>
                  <a:close/>
                </a:path>
                <a:path w="2178050" h="3400425">
                  <a:moveTo>
                    <a:pt x="1905000" y="19050"/>
                  </a:moveTo>
                  <a:lnTo>
                    <a:pt x="1905000" y="0"/>
                  </a:lnTo>
                  <a:lnTo>
                    <a:pt x="1828800" y="0"/>
                  </a:lnTo>
                  <a:lnTo>
                    <a:pt x="1828800" y="19050"/>
                  </a:lnTo>
                  <a:lnTo>
                    <a:pt x="1905000" y="19050"/>
                  </a:lnTo>
                  <a:close/>
                </a:path>
                <a:path w="2178050" h="3400425">
                  <a:moveTo>
                    <a:pt x="2038350" y="19050"/>
                  </a:moveTo>
                  <a:lnTo>
                    <a:pt x="2038350" y="0"/>
                  </a:lnTo>
                  <a:lnTo>
                    <a:pt x="1962150" y="0"/>
                  </a:lnTo>
                  <a:lnTo>
                    <a:pt x="1962150" y="19050"/>
                  </a:lnTo>
                  <a:lnTo>
                    <a:pt x="2038350" y="19050"/>
                  </a:lnTo>
                  <a:close/>
                </a:path>
                <a:path w="2178050" h="3400425">
                  <a:moveTo>
                    <a:pt x="2177795" y="12192"/>
                  </a:moveTo>
                  <a:lnTo>
                    <a:pt x="2177795" y="0"/>
                  </a:lnTo>
                  <a:lnTo>
                    <a:pt x="2095500" y="0"/>
                  </a:lnTo>
                  <a:lnTo>
                    <a:pt x="2095500" y="19050"/>
                  </a:lnTo>
                  <a:lnTo>
                    <a:pt x="2158745" y="19050"/>
                  </a:lnTo>
                  <a:lnTo>
                    <a:pt x="2158745" y="9143"/>
                  </a:lnTo>
                  <a:lnTo>
                    <a:pt x="2161559" y="12192"/>
                  </a:lnTo>
                  <a:lnTo>
                    <a:pt x="2177795" y="12192"/>
                  </a:lnTo>
                  <a:close/>
                </a:path>
                <a:path w="2178050" h="3400425">
                  <a:moveTo>
                    <a:pt x="2161559" y="12192"/>
                  </a:moveTo>
                  <a:lnTo>
                    <a:pt x="2158745" y="9143"/>
                  </a:lnTo>
                  <a:lnTo>
                    <a:pt x="2158745" y="12192"/>
                  </a:lnTo>
                  <a:lnTo>
                    <a:pt x="2161559" y="12192"/>
                  </a:lnTo>
                  <a:close/>
                </a:path>
                <a:path w="2178050" h="3400425">
                  <a:moveTo>
                    <a:pt x="2167890" y="19050"/>
                  </a:moveTo>
                  <a:lnTo>
                    <a:pt x="2161559" y="12192"/>
                  </a:lnTo>
                  <a:lnTo>
                    <a:pt x="2158745" y="12192"/>
                  </a:lnTo>
                  <a:lnTo>
                    <a:pt x="2158745" y="19050"/>
                  </a:lnTo>
                  <a:lnTo>
                    <a:pt x="2167890" y="19050"/>
                  </a:lnTo>
                  <a:close/>
                </a:path>
                <a:path w="2178050" h="3400425">
                  <a:moveTo>
                    <a:pt x="2177795" y="145542"/>
                  </a:moveTo>
                  <a:lnTo>
                    <a:pt x="2177795" y="69342"/>
                  </a:lnTo>
                  <a:lnTo>
                    <a:pt x="2158745" y="69342"/>
                  </a:lnTo>
                  <a:lnTo>
                    <a:pt x="2158745" y="145542"/>
                  </a:lnTo>
                  <a:lnTo>
                    <a:pt x="2177795" y="145542"/>
                  </a:lnTo>
                  <a:close/>
                </a:path>
                <a:path w="2178050" h="3400425">
                  <a:moveTo>
                    <a:pt x="2177795" y="278892"/>
                  </a:moveTo>
                  <a:lnTo>
                    <a:pt x="2177795" y="202692"/>
                  </a:lnTo>
                  <a:lnTo>
                    <a:pt x="2158745" y="202692"/>
                  </a:lnTo>
                  <a:lnTo>
                    <a:pt x="2158745" y="278892"/>
                  </a:lnTo>
                  <a:lnTo>
                    <a:pt x="2177795" y="278892"/>
                  </a:lnTo>
                  <a:close/>
                </a:path>
                <a:path w="2178050" h="3400425">
                  <a:moveTo>
                    <a:pt x="2177795" y="412242"/>
                  </a:moveTo>
                  <a:lnTo>
                    <a:pt x="2177795" y="336042"/>
                  </a:lnTo>
                  <a:lnTo>
                    <a:pt x="2158745" y="336042"/>
                  </a:lnTo>
                  <a:lnTo>
                    <a:pt x="2158745" y="412242"/>
                  </a:lnTo>
                  <a:lnTo>
                    <a:pt x="2177795" y="412242"/>
                  </a:lnTo>
                  <a:close/>
                </a:path>
                <a:path w="2178050" h="3400425">
                  <a:moveTo>
                    <a:pt x="2177795" y="545592"/>
                  </a:moveTo>
                  <a:lnTo>
                    <a:pt x="2177795" y="469392"/>
                  </a:lnTo>
                  <a:lnTo>
                    <a:pt x="2158745" y="469392"/>
                  </a:lnTo>
                  <a:lnTo>
                    <a:pt x="2158745" y="545592"/>
                  </a:lnTo>
                  <a:lnTo>
                    <a:pt x="2177795" y="545592"/>
                  </a:lnTo>
                  <a:close/>
                </a:path>
                <a:path w="2178050" h="3400425">
                  <a:moveTo>
                    <a:pt x="2177795" y="678942"/>
                  </a:moveTo>
                  <a:lnTo>
                    <a:pt x="2177795" y="602742"/>
                  </a:lnTo>
                  <a:lnTo>
                    <a:pt x="2158745" y="602742"/>
                  </a:lnTo>
                  <a:lnTo>
                    <a:pt x="2158745" y="678942"/>
                  </a:lnTo>
                  <a:lnTo>
                    <a:pt x="2177795" y="678942"/>
                  </a:lnTo>
                  <a:close/>
                </a:path>
                <a:path w="2178050" h="3400425">
                  <a:moveTo>
                    <a:pt x="2177795" y="812292"/>
                  </a:moveTo>
                  <a:lnTo>
                    <a:pt x="2177795" y="736092"/>
                  </a:lnTo>
                  <a:lnTo>
                    <a:pt x="2158745" y="736092"/>
                  </a:lnTo>
                  <a:lnTo>
                    <a:pt x="2158745" y="812292"/>
                  </a:lnTo>
                  <a:lnTo>
                    <a:pt x="2177795" y="812292"/>
                  </a:lnTo>
                  <a:close/>
                </a:path>
                <a:path w="2178050" h="3400425">
                  <a:moveTo>
                    <a:pt x="2177795" y="945642"/>
                  </a:moveTo>
                  <a:lnTo>
                    <a:pt x="2177795" y="869442"/>
                  </a:lnTo>
                  <a:lnTo>
                    <a:pt x="2158745" y="869442"/>
                  </a:lnTo>
                  <a:lnTo>
                    <a:pt x="2158745" y="945642"/>
                  </a:lnTo>
                  <a:lnTo>
                    <a:pt x="2177795" y="945642"/>
                  </a:lnTo>
                  <a:close/>
                </a:path>
                <a:path w="2178050" h="3400425">
                  <a:moveTo>
                    <a:pt x="2177795" y="1078992"/>
                  </a:moveTo>
                  <a:lnTo>
                    <a:pt x="2177795" y="1002792"/>
                  </a:lnTo>
                  <a:lnTo>
                    <a:pt x="2158745" y="1002792"/>
                  </a:lnTo>
                  <a:lnTo>
                    <a:pt x="2158745" y="1078992"/>
                  </a:lnTo>
                  <a:lnTo>
                    <a:pt x="2177795" y="1078992"/>
                  </a:lnTo>
                  <a:close/>
                </a:path>
                <a:path w="2178050" h="3400425">
                  <a:moveTo>
                    <a:pt x="2177795" y="1212342"/>
                  </a:moveTo>
                  <a:lnTo>
                    <a:pt x="2177795" y="1136142"/>
                  </a:lnTo>
                  <a:lnTo>
                    <a:pt x="2158745" y="1136142"/>
                  </a:lnTo>
                  <a:lnTo>
                    <a:pt x="2158745" y="1212342"/>
                  </a:lnTo>
                  <a:lnTo>
                    <a:pt x="2177795" y="1212342"/>
                  </a:lnTo>
                  <a:close/>
                </a:path>
                <a:path w="2178050" h="3400425">
                  <a:moveTo>
                    <a:pt x="2177795" y="1345692"/>
                  </a:moveTo>
                  <a:lnTo>
                    <a:pt x="2177795" y="1269492"/>
                  </a:lnTo>
                  <a:lnTo>
                    <a:pt x="2158745" y="1269492"/>
                  </a:lnTo>
                  <a:lnTo>
                    <a:pt x="2158745" y="1345692"/>
                  </a:lnTo>
                  <a:lnTo>
                    <a:pt x="2177795" y="1345692"/>
                  </a:lnTo>
                  <a:close/>
                </a:path>
                <a:path w="2178050" h="3400425">
                  <a:moveTo>
                    <a:pt x="2177795" y="1479042"/>
                  </a:moveTo>
                  <a:lnTo>
                    <a:pt x="2177795" y="1402842"/>
                  </a:lnTo>
                  <a:lnTo>
                    <a:pt x="2158745" y="1402842"/>
                  </a:lnTo>
                  <a:lnTo>
                    <a:pt x="2158745" y="1479042"/>
                  </a:lnTo>
                  <a:lnTo>
                    <a:pt x="2177795" y="1479042"/>
                  </a:lnTo>
                  <a:close/>
                </a:path>
                <a:path w="2178050" h="3400425">
                  <a:moveTo>
                    <a:pt x="2177795" y="1612392"/>
                  </a:moveTo>
                  <a:lnTo>
                    <a:pt x="2177795" y="1536192"/>
                  </a:lnTo>
                  <a:lnTo>
                    <a:pt x="2158745" y="1536192"/>
                  </a:lnTo>
                  <a:lnTo>
                    <a:pt x="2158745" y="1612392"/>
                  </a:lnTo>
                  <a:lnTo>
                    <a:pt x="2177795" y="1612392"/>
                  </a:lnTo>
                  <a:close/>
                </a:path>
                <a:path w="2178050" h="3400425">
                  <a:moveTo>
                    <a:pt x="2177795" y="1745742"/>
                  </a:moveTo>
                  <a:lnTo>
                    <a:pt x="2177795" y="1669542"/>
                  </a:lnTo>
                  <a:lnTo>
                    <a:pt x="2158745" y="1669542"/>
                  </a:lnTo>
                  <a:lnTo>
                    <a:pt x="2158745" y="1745742"/>
                  </a:lnTo>
                  <a:lnTo>
                    <a:pt x="2177795" y="1745742"/>
                  </a:lnTo>
                  <a:close/>
                </a:path>
                <a:path w="2178050" h="3400425">
                  <a:moveTo>
                    <a:pt x="2177795" y="1879092"/>
                  </a:moveTo>
                  <a:lnTo>
                    <a:pt x="2177795" y="1802892"/>
                  </a:lnTo>
                  <a:lnTo>
                    <a:pt x="2158745" y="1802892"/>
                  </a:lnTo>
                  <a:lnTo>
                    <a:pt x="2158745" y="1879092"/>
                  </a:lnTo>
                  <a:lnTo>
                    <a:pt x="2177795" y="1879092"/>
                  </a:lnTo>
                  <a:close/>
                </a:path>
                <a:path w="2178050" h="3400425">
                  <a:moveTo>
                    <a:pt x="2177795" y="2012442"/>
                  </a:moveTo>
                  <a:lnTo>
                    <a:pt x="2177795" y="1936242"/>
                  </a:lnTo>
                  <a:lnTo>
                    <a:pt x="2158745" y="1936242"/>
                  </a:lnTo>
                  <a:lnTo>
                    <a:pt x="2158745" y="2012442"/>
                  </a:lnTo>
                  <a:lnTo>
                    <a:pt x="2177795" y="2012442"/>
                  </a:lnTo>
                  <a:close/>
                </a:path>
                <a:path w="2178050" h="3400425">
                  <a:moveTo>
                    <a:pt x="2177795" y="2145792"/>
                  </a:moveTo>
                  <a:lnTo>
                    <a:pt x="2177795" y="2069592"/>
                  </a:lnTo>
                  <a:lnTo>
                    <a:pt x="2158745" y="2069592"/>
                  </a:lnTo>
                  <a:lnTo>
                    <a:pt x="2158745" y="2145792"/>
                  </a:lnTo>
                  <a:lnTo>
                    <a:pt x="2177795" y="2145792"/>
                  </a:lnTo>
                  <a:close/>
                </a:path>
                <a:path w="2178050" h="3400425">
                  <a:moveTo>
                    <a:pt x="2177795" y="2279142"/>
                  </a:moveTo>
                  <a:lnTo>
                    <a:pt x="2177795" y="2202942"/>
                  </a:lnTo>
                  <a:lnTo>
                    <a:pt x="2158745" y="2202942"/>
                  </a:lnTo>
                  <a:lnTo>
                    <a:pt x="2158745" y="2279142"/>
                  </a:lnTo>
                  <a:lnTo>
                    <a:pt x="2177795" y="2279142"/>
                  </a:lnTo>
                  <a:close/>
                </a:path>
                <a:path w="2178050" h="3400425">
                  <a:moveTo>
                    <a:pt x="2177795" y="2412492"/>
                  </a:moveTo>
                  <a:lnTo>
                    <a:pt x="2177795" y="2336292"/>
                  </a:lnTo>
                  <a:lnTo>
                    <a:pt x="2158745" y="2336292"/>
                  </a:lnTo>
                  <a:lnTo>
                    <a:pt x="2158745" y="2412492"/>
                  </a:lnTo>
                  <a:lnTo>
                    <a:pt x="2177795" y="2412492"/>
                  </a:lnTo>
                  <a:close/>
                </a:path>
                <a:path w="2178050" h="3400425">
                  <a:moveTo>
                    <a:pt x="2177795" y="2545842"/>
                  </a:moveTo>
                  <a:lnTo>
                    <a:pt x="2177795" y="2469642"/>
                  </a:lnTo>
                  <a:lnTo>
                    <a:pt x="2158745" y="2469642"/>
                  </a:lnTo>
                  <a:lnTo>
                    <a:pt x="2158745" y="2545842"/>
                  </a:lnTo>
                  <a:lnTo>
                    <a:pt x="2177795" y="2545842"/>
                  </a:lnTo>
                  <a:close/>
                </a:path>
                <a:path w="2178050" h="3400425">
                  <a:moveTo>
                    <a:pt x="2177795" y="2679192"/>
                  </a:moveTo>
                  <a:lnTo>
                    <a:pt x="2177795" y="2602992"/>
                  </a:lnTo>
                  <a:lnTo>
                    <a:pt x="2158745" y="2602992"/>
                  </a:lnTo>
                  <a:lnTo>
                    <a:pt x="2158745" y="2679192"/>
                  </a:lnTo>
                  <a:lnTo>
                    <a:pt x="2177795" y="2679192"/>
                  </a:lnTo>
                  <a:close/>
                </a:path>
                <a:path w="2178050" h="3400425">
                  <a:moveTo>
                    <a:pt x="2177795" y="2812542"/>
                  </a:moveTo>
                  <a:lnTo>
                    <a:pt x="2177795" y="2736342"/>
                  </a:lnTo>
                  <a:lnTo>
                    <a:pt x="2158745" y="2736342"/>
                  </a:lnTo>
                  <a:lnTo>
                    <a:pt x="2158745" y="2812542"/>
                  </a:lnTo>
                  <a:lnTo>
                    <a:pt x="2177795" y="2812542"/>
                  </a:lnTo>
                  <a:close/>
                </a:path>
                <a:path w="2178050" h="3400425">
                  <a:moveTo>
                    <a:pt x="2177795" y="2945892"/>
                  </a:moveTo>
                  <a:lnTo>
                    <a:pt x="2177795" y="2869692"/>
                  </a:lnTo>
                  <a:lnTo>
                    <a:pt x="2158745" y="2869692"/>
                  </a:lnTo>
                  <a:lnTo>
                    <a:pt x="2158745" y="2945892"/>
                  </a:lnTo>
                  <a:lnTo>
                    <a:pt x="2177795" y="2945892"/>
                  </a:lnTo>
                  <a:close/>
                </a:path>
                <a:path w="2178050" h="3400425">
                  <a:moveTo>
                    <a:pt x="2177795" y="3079242"/>
                  </a:moveTo>
                  <a:lnTo>
                    <a:pt x="2177795" y="3003042"/>
                  </a:lnTo>
                  <a:lnTo>
                    <a:pt x="2158745" y="3003042"/>
                  </a:lnTo>
                  <a:lnTo>
                    <a:pt x="2158745" y="3079242"/>
                  </a:lnTo>
                  <a:lnTo>
                    <a:pt x="2177795" y="3079242"/>
                  </a:lnTo>
                  <a:close/>
                </a:path>
                <a:path w="2178050" h="3400425">
                  <a:moveTo>
                    <a:pt x="2177795" y="3212592"/>
                  </a:moveTo>
                  <a:lnTo>
                    <a:pt x="2177795" y="3136392"/>
                  </a:lnTo>
                  <a:lnTo>
                    <a:pt x="2158745" y="3136392"/>
                  </a:lnTo>
                  <a:lnTo>
                    <a:pt x="2158745" y="3212592"/>
                  </a:lnTo>
                  <a:lnTo>
                    <a:pt x="2177795" y="3212592"/>
                  </a:lnTo>
                  <a:close/>
                </a:path>
                <a:path w="2178050" h="3400425">
                  <a:moveTo>
                    <a:pt x="2177795" y="3345942"/>
                  </a:moveTo>
                  <a:lnTo>
                    <a:pt x="2177795" y="3269742"/>
                  </a:lnTo>
                  <a:lnTo>
                    <a:pt x="2158745" y="3269742"/>
                  </a:lnTo>
                  <a:lnTo>
                    <a:pt x="2158745" y="3345942"/>
                  </a:lnTo>
                  <a:lnTo>
                    <a:pt x="2177795" y="3345942"/>
                  </a:lnTo>
                  <a:close/>
                </a:path>
                <a:path w="2178050" h="3400425">
                  <a:moveTo>
                    <a:pt x="2155698" y="3400044"/>
                  </a:moveTo>
                  <a:lnTo>
                    <a:pt x="2155698" y="3380994"/>
                  </a:lnTo>
                  <a:lnTo>
                    <a:pt x="2079498" y="3380994"/>
                  </a:lnTo>
                  <a:lnTo>
                    <a:pt x="2079498" y="3400044"/>
                  </a:lnTo>
                  <a:lnTo>
                    <a:pt x="2155698" y="3400044"/>
                  </a:lnTo>
                  <a:close/>
                </a:path>
                <a:path w="2178050" h="3400425">
                  <a:moveTo>
                    <a:pt x="2022348" y="3400044"/>
                  </a:moveTo>
                  <a:lnTo>
                    <a:pt x="2022348" y="3380994"/>
                  </a:lnTo>
                  <a:lnTo>
                    <a:pt x="1946148" y="3380994"/>
                  </a:lnTo>
                  <a:lnTo>
                    <a:pt x="1946148" y="3400044"/>
                  </a:lnTo>
                  <a:lnTo>
                    <a:pt x="2022348" y="3400044"/>
                  </a:lnTo>
                  <a:close/>
                </a:path>
                <a:path w="2178050" h="3400425">
                  <a:moveTo>
                    <a:pt x="1888998" y="3400044"/>
                  </a:moveTo>
                  <a:lnTo>
                    <a:pt x="1888998" y="3380994"/>
                  </a:lnTo>
                  <a:lnTo>
                    <a:pt x="1812798" y="3380994"/>
                  </a:lnTo>
                  <a:lnTo>
                    <a:pt x="1812798" y="3400044"/>
                  </a:lnTo>
                  <a:lnTo>
                    <a:pt x="1888998" y="3400044"/>
                  </a:lnTo>
                  <a:close/>
                </a:path>
                <a:path w="2178050" h="3400425">
                  <a:moveTo>
                    <a:pt x="1755648" y="3400044"/>
                  </a:moveTo>
                  <a:lnTo>
                    <a:pt x="1755648" y="3380994"/>
                  </a:lnTo>
                  <a:lnTo>
                    <a:pt x="1679448" y="3380994"/>
                  </a:lnTo>
                  <a:lnTo>
                    <a:pt x="1679448" y="3400044"/>
                  </a:lnTo>
                  <a:lnTo>
                    <a:pt x="1755648" y="3400044"/>
                  </a:lnTo>
                  <a:close/>
                </a:path>
                <a:path w="2178050" h="3400425">
                  <a:moveTo>
                    <a:pt x="1622298" y="3400044"/>
                  </a:moveTo>
                  <a:lnTo>
                    <a:pt x="1622298" y="3380994"/>
                  </a:lnTo>
                  <a:lnTo>
                    <a:pt x="1546098" y="3380994"/>
                  </a:lnTo>
                  <a:lnTo>
                    <a:pt x="1546098" y="3400044"/>
                  </a:lnTo>
                  <a:lnTo>
                    <a:pt x="1622298" y="3400044"/>
                  </a:lnTo>
                  <a:close/>
                </a:path>
                <a:path w="2178050" h="3400425">
                  <a:moveTo>
                    <a:pt x="1488948" y="3400044"/>
                  </a:moveTo>
                  <a:lnTo>
                    <a:pt x="1488948" y="3380994"/>
                  </a:lnTo>
                  <a:lnTo>
                    <a:pt x="1412748" y="3380994"/>
                  </a:lnTo>
                  <a:lnTo>
                    <a:pt x="1412748" y="3400044"/>
                  </a:lnTo>
                  <a:lnTo>
                    <a:pt x="1488948" y="3400044"/>
                  </a:lnTo>
                  <a:close/>
                </a:path>
                <a:path w="2178050" h="3400425">
                  <a:moveTo>
                    <a:pt x="1355598" y="3400044"/>
                  </a:moveTo>
                  <a:lnTo>
                    <a:pt x="1355598" y="3380994"/>
                  </a:lnTo>
                  <a:lnTo>
                    <a:pt x="1279398" y="3380994"/>
                  </a:lnTo>
                  <a:lnTo>
                    <a:pt x="1279398" y="3400044"/>
                  </a:lnTo>
                  <a:lnTo>
                    <a:pt x="1355598" y="3400044"/>
                  </a:lnTo>
                  <a:close/>
                </a:path>
                <a:path w="2178050" h="3400425">
                  <a:moveTo>
                    <a:pt x="1222248" y="3400044"/>
                  </a:moveTo>
                  <a:lnTo>
                    <a:pt x="1222248" y="3380994"/>
                  </a:lnTo>
                  <a:lnTo>
                    <a:pt x="1146048" y="3380994"/>
                  </a:lnTo>
                  <a:lnTo>
                    <a:pt x="1146048" y="3400044"/>
                  </a:lnTo>
                  <a:lnTo>
                    <a:pt x="1222248" y="3400044"/>
                  </a:lnTo>
                  <a:close/>
                </a:path>
                <a:path w="2178050" h="3400425">
                  <a:moveTo>
                    <a:pt x="1088898" y="3400044"/>
                  </a:moveTo>
                  <a:lnTo>
                    <a:pt x="1088898" y="3380994"/>
                  </a:lnTo>
                  <a:lnTo>
                    <a:pt x="1012698" y="3380994"/>
                  </a:lnTo>
                  <a:lnTo>
                    <a:pt x="1012698" y="3400044"/>
                  </a:lnTo>
                  <a:lnTo>
                    <a:pt x="1088898" y="3400044"/>
                  </a:lnTo>
                  <a:close/>
                </a:path>
                <a:path w="2178050" h="3400425">
                  <a:moveTo>
                    <a:pt x="955548" y="3400044"/>
                  </a:moveTo>
                  <a:lnTo>
                    <a:pt x="955548" y="3380994"/>
                  </a:lnTo>
                  <a:lnTo>
                    <a:pt x="879348" y="3380994"/>
                  </a:lnTo>
                  <a:lnTo>
                    <a:pt x="879348" y="3400044"/>
                  </a:lnTo>
                  <a:lnTo>
                    <a:pt x="955548" y="3400044"/>
                  </a:lnTo>
                  <a:close/>
                </a:path>
                <a:path w="2178050" h="3400425">
                  <a:moveTo>
                    <a:pt x="822198" y="3400044"/>
                  </a:moveTo>
                  <a:lnTo>
                    <a:pt x="822198" y="3380994"/>
                  </a:lnTo>
                  <a:lnTo>
                    <a:pt x="745998" y="3380994"/>
                  </a:lnTo>
                  <a:lnTo>
                    <a:pt x="745998" y="3400044"/>
                  </a:lnTo>
                  <a:lnTo>
                    <a:pt x="822198" y="3400044"/>
                  </a:lnTo>
                  <a:close/>
                </a:path>
                <a:path w="2178050" h="3400425">
                  <a:moveTo>
                    <a:pt x="688848" y="3400044"/>
                  </a:moveTo>
                  <a:lnTo>
                    <a:pt x="688848" y="3380994"/>
                  </a:lnTo>
                  <a:lnTo>
                    <a:pt x="612648" y="3380994"/>
                  </a:lnTo>
                  <a:lnTo>
                    <a:pt x="612648" y="3400044"/>
                  </a:lnTo>
                  <a:lnTo>
                    <a:pt x="688848" y="3400044"/>
                  </a:lnTo>
                  <a:close/>
                </a:path>
                <a:path w="2178050" h="3400425">
                  <a:moveTo>
                    <a:pt x="555498" y="3400044"/>
                  </a:moveTo>
                  <a:lnTo>
                    <a:pt x="555498" y="3380994"/>
                  </a:lnTo>
                  <a:lnTo>
                    <a:pt x="479298" y="3380994"/>
                  </a:lnTo>
                  <a:lnTo>
                    <a:pt x="479298" y="3400044"/>
                  </a:lnTo>
                  <a:lnTo>
                    <a:pt x="555498" y="3400044"/>
                  </a:lnTo>
                  <a:close/>
                </a:path>
                <a:path w="2178050" h="3400425">
                  <a:moveTo>
                    <a:pt x="422148" y="3400044"/>
                  </a:moveTo>
                  <a:lnTo>
                    <a:pt x="422148" y="3380994"/>
                  </a:lnTo>
                  <a:lnTo>
                    <a:pt x="345948" y="3380994"/>
                  </a:lnTo>
                  <a:lnTo>
                    <a:pt x="345948" y="3400044"/>
                  </a:lnTo>
                  <a:lnTo>
                    <a:pt x="422148" y="3400044"/>
                  </a:lnTo>
                  <a:close/>
                </a:path>
                <a:path w="2178050" h="3400425">
                  <a:moveTo>
                    <a:pt x="288798" y="3400044"/>
                  </a:moveTo>
                  <a:lnTo>
                    <a:pt x="288798" y="3380994"/>
                  </a:lnTo>
                  <a:lnTo>
                    <a:pt x="212598" y="3380994"/>
                  </a:lnTo>
                  <a:lnTo>
                    <a:pt x="212598" y="3400044"/>
                  </a:lnTo>
                  <a:lnTo>
                    <a:pt x="288798" y="3400044"/>
                  </a:lnTo>
                  <a:close/>
                </a:path>
                <a:path w="2178050" h="3400425">
                  <a:moveTo>
                    <a:pt x="155448" y="3400044"/>
                  </a:moveTo>
                  <a:lnTo>
                    <a:pt x="155448" y="3380994"/>
                  </a:lnTo>
                  <a:lnTo>
                    <a:pt x="79248" y="3380994"/>
                  </a:lnTo>
                  <a:lnTo>
                    <a:pt x="79248" y="3400044"/>
                  </a:lnTo>
                  <a:lnTo>
                    <a:pt x="155448" y="3400044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62227" y="1718309"/>
              <a:ext cx="1683385" cy="504825"/>
            </a:xfrm>
            <a:custGeom>
              <a:avLst/>
              <a:gdLst/>
              <a:ahLst/>
              <a:cxnLst/>
              <a:rect l="l" t="t" r="r" b="b"/>
              <a:pathLst>
                <a:path w="1683385" h="504825">
                  <a:moveTo>
                    <a:pt x="1683258" y="504444"/>
                  </a:moveTo>
                  <a:lnTo>
                    <a:pt x="1683258" y="0"/>
                  </a:lnTo>
                  <a:lnTo>
                    <a:pt x="0" y="0"/>
                  </a:lnTo>
                  <a:lnTo>
                    <a:pt x="0" y="504444"/>
                  </a:lnTo>
                  <a:lnTo>
                    <a:pt x="1683258" y="504444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56131" y="1711451"/>
              <a:ext cx="1695450" cy="517525"/>
            </a:xfrm>
            <a:custGeom>
              <a:avLst/>
              <a:gdLst/>
              <a:ahLst/>
              <a:cxnLst/>
              <a:rect l="l" t="t" r="r" b="b"/>
              <a:pathLst>
                <a:path w="1695450" h="517525">
                  <a:moveTo>
                    <a:pt x="1695450" y="517397"/>
                  </a:moveTo>
                  <a:lnTo>
                    <a:pt x="1695450" y="0"/>
                  </a:lnTo>
                  <a:lnTo>
                    <a:pt x="0" y="0"/>
                  </a:lnTo>
                  <a:lnTo>
                    <a:pt x="0" y="517398"/>
                  </a:lnTo>
                  <a:lnTo>
                    <a:pt x="6096" y="517398"/>
                  </a:lnTo>
                  <a:lnTo>
                    <a:pt x="6096" y="12954"/>
                  </a:lnTo>
                  <a:lnTo>
                    <a:pt x="12954" y="6858"/>
                  </a:lnTo>
                  <a:lnTo>
                    <a:pt x="12954" y="12954"/>
                  </a:lnTo>
                  <a:lnTo>
                    <a:pt x="1682495" y="12953"/>
                  </a:lnTo>
                  <a:lnTo>
                    <a:pt x="1682495" y="6857"/>
                  </a:lnTo>
                  <a:lnTo>
                    <a:pt x="1689353" y="12953"/>
                  </a:lnTo>
                  <a:lnTo>
                    <a:pt x="1689353" y="517397"/>
                  </a:lnTo>
                  <a:lnTo>
                    <a:pt x="1695450" y="517397"/>
                  </a:lnTo>
                  <a:close/>
                </a:path>
                <a:path w="1695450" h="517525">
                  <a:moveTo>
                    <a:pt x="12954" y="12954"/>
                  </a:moveTo>
                  <a:lnTo>
                    <a:pt x="12954" y="6858"/>
                  </a:lnTo>
                  <a:lnTo>
                    <a:pt x="6096" y="12954"/>
                  </a:lnTo>
                  <a:lnTo>
                    <a:pt x="12954" y="12954"/>
                  </a:lnTo>
                  <a:close/>
                </a:path>
                <a:path w="1695450" h="517525">
                  <a:moveTo>
                    <a:pt x="12954" y="504444"/>
                  </a:moveTo>
                  <a:lnTo>
                    <a:pt x="12954" y="12954"/>
                  </a:lnTo>
                  <a:lnTo>
                    <a:pt x="6096" y="12954"/>
                  </a:lnTo>
                  <a:lnTo>
                    <a:pt x="6096" y="504444"/>
                  </a:lnTo>
                  <a:lnTo>
                    <a:pt x="12954" y="504444"/>
                  </a:lnTo>
                  <a:close/>
                </a:path>
                <a:path w="1695450" h="517525">
                  <a:moveTo>
                    <a:pt x="1689353" y="504443"/>
                  </a:moveTo>
                  <a:lnTo>
                    <a:pt x="6096" y="504444"/>
                  </a:lnTo>
                  <a:lnTo>
                    <a:pt x="12954" y="511302"/>
                  </a:lnTo>
                  <a:lnTo>
                    <a:pt x="12954" y="517398"/>
                  </a:lnTo>
                  <a:lnTo>
                    <a:pt x="1682495" y="517397"/>
                  </a:lnTo>
                  <a:lnTo>
                    <a:pt x="1682495" y="511301"/>
                  </a:lnTo>
                  <a:lnTo>
                    <a:pt x="1689353" y="504443"/>
                  </a:lnTo>
                  <a:close/>
                </a:path>
                <a:path w="1695450" h="517525">
                  <a:moveTo>
                    <a:pt x="12954" y="517398"/>
                  </a:moveTo>
                  <a:lnTo>
                    <a:pt x="12954" y="511302"/>
                  </a:lnTo>
                  <a:lnTo>
                    <a:pt x="6096" y="504444"/>
                  </a:lnTo>
                  <a:lnTo>
                    <a:pt x="6096" y="517398"/>
                  </a:lnTo>
                  <a:lnTo>
                    <a:pt x="12954" y="517398"/>
                  </a:lnTo>
                  <a:close/>
                </a:path>
                <a:path w="1695450" h="517525">
                  <a:moveTo>
                    <a:pt x="1689353" y="12953"/>
                  </a:moveTo>
                  <a:lnTo>
                    <a:pt x="1682495" y="6857"/>
                  </a:lnTo>
                  <a:lnTo>
                    <a:pt x="1682495" y="12953"/>
                  </a:lnTo>
                  <a:lnTo>
                    <a:pt x="1689353" y="12953"/>
                  </a:lnTo>
                  <a:close/>
                </a:path>
                <a:path w="1695450" h="517525">
                  <a:moveTo>
                    <a:pt x="1689353" y="504443"/>
                  </a:moveTo>
                  <a:lnTo>
                    <a:pt x="1689353" y="12953"/>
                  </a:lnTo>
                  <a:lnTo>
                    <a:pt x="1682495" y="12953"/>
                  </a:lnTo>
                  <a:lnTo>
                    <a:pt x="1682495" y="504443"/>
                  </a:lnTo>
                  <a:lnTo>
                    <a:pt x="1689353" y="504443"/>
                  </a:lnTo>
                  <a:close/>
                </a:path>
                <a:path w="1695450" h="517525">
                  <a:moveTo>
                    <a:pt x="1689353" y="517397"/>
                  </a:moveTo>
                  <a:lnTo>
                    <a:pt x="1689353" y="504443"/>
                  </a:lnTo>
                  <a:lnTo>
                    <a:pt x="1682495" y="511301"/>
                  </a:lnTo>
                  <a:lnTo>
                    <a:pt x="1682495" y="517397"/>
                  </a:lnTo>
                  <a:lnTo>
                    <a:pt x="1689353" y="5173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335" y="1761744"/>
              <a:ext cx="1475232" cy="46329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62227" y="1725422"/>
            <a:ext cx="1685289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5.3.2</a:t>
            </a:r>
            <a:endParaRPr sz="1000">
              <a:latin typeface="Arial"/>
              <a:cs typeface="Arial"/>
            </a:endParaRPr>
          </a:p>
          <a:p>
            <a:pPr algn="ctr" marL="106045" marR="133985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Enterpri</a:t>
            </a:r>
            <a:r>
              <a:rPr dirty="0" sz="1000" spc="-10" b="1">
                <a:solidFill>
                  <a:srgbClr val="7F7F7F"/>
                </a:solidFill>
                <a:latin typeface="Arial"/>
                <a:cs typeface="Arial"/>
              </a:rPr>
              <a:t>s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e</a:t>
            </a:r>
            <a:r>
              <a:rPr dirty="0" sz="1000" spc="-3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En</a:t>
            </a:r>
            <a:r>
              <a:rPr dirty="0" sz="1000" spc="-15" b="1">
                <a:solidFill>
                  <a:srgbClr val="7F7F7F"/>
                </a:solidFill>
                <a:latin typeface="Arial"/>
                <a:cs typeface="Arial"/>
              </a:rPr>
              <a:t>v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i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ronment 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Management</a:t>
            </a:r>
            <a:r>
              <a:rPr dirty="0" sz="1000" spc="-2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56132" y="2295905"/>
            <a:ext cx="1695450" cy="531495"/>
            <a:chOff x="1056132" y="2295905"/>
            <a:chExt cx="1695450" cy="531495"/>
          </a:xfrm>
        </p:grpSpPr>
        <p:sp>
          <p:nvSpPr>
            <p:cNvPr id="12" name="object 12"/>
            <p:cNvSpPr/>
            <p:nvPr/>
          </p:nvSpPr>
          <p:spPr>
            <a:xfrm>
              <a:off x="1062228" y="2302001"/>
              <a:ext cx="1683385" cy="519430"/>
            </a:xfrm>
            <a:custGeom>
              <a:avLst/>
              <a:gdLst/>
              <a:ahLst/>
              <a:cxnLst/>
              <a:rect l="l" t="t" r="r" b="b"/>
              <a:pathLst>
                <a:path w="1683385" h="519430">
                  <a:moveTo>
                    <a:pt x="1683258" y="518922"/>
                  </a:moveTo>
                  <a:lnTo>
                    <a:pt x="1683258" y="0"/>
                  </a:lnTo>
                  <a:lnTo>
                    <a:pt x="0" y="0"/>
                  </a:lnTo>
                  <a:lnTo>
                    <a:pt x="0" y="518922"/>
                  </a:lnTo>
                  <a:lnTo>
                    <a:pt x="1683258" y="518922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56132" y="2295905"/>
              <a:ext cx="1695450" cy="531495"/>
            </a:xfrm>
            <a:custGeom>
              <a:avLst/>
              <a:gdLst/>
              <a:ahLst/>
              <a:cxnLst/>
              <a:rect l="l" t="t" r="r" b="b"/>
              <a:pathLst>
                <a:path w="1695450" h="531494">
                  <a:moveTo>
                    <a:pt x="1695450" y="531114"/>
                  </a:moveTo>
                  <a:lnTo>
                    <a:pt x="1695450" y="0"/>
                  </a:lnTo>
                  <a:lnTo>
                    <a:pt x="0" y="0"/>
                  </a:lnTo>
                  <a:lnTo>
                    <a:pt x="0" y="531114"/>
                  </a:lnTo>
                  <a:lnTo>
                    <a:pt x="6096" y="531114"/>
                  </a:lnTo>
                  <a:lnTo>
                    <a:pt x="6096" y="12192"/>
                  </a:lnTo>
                  <a:lnTo>
                    <a:pt x="12953" y="6096"/>
                  </a:lnTo>
                  <a:lnTo>
                    <a:pt x="12953" y="12192"/>
                  </a:lnTo>
                  <a:lnTo>
                    <a:pt x="1682495" y="12192"/>
                  </a:lnTo>
                  <a:lnTo>
                    <a:pt x="1682495" y="6095"/>
                  </a:lnTo>
                  <a:lnTo>
                    <a:pt x="1689353" y="12192"/>
                  </a:lnTo>
                  <a:lnTo>
                    <a:pt x="1689354" y="531114"/>
                  </a:lnTo>
                  <a:lnTo>
                    <a:pt x="1695450" y="531114"/>
                  </a:lnTo>
                  <a:close/>
                </a:path>
                <a:path w="1695450" h="531494">
                  <a:moveTo>
                    <a:pt x="12953" y="12192"/>
                  </a:moveTo>
                  <a:lnTo>
                    <a:pt x="12953" y="6096"/>
                  </a:lnTo>
                  <a:lnTo>
                    <a:pt x="6096" y="12192"/>
                  </a:lnTo>
                  <a:lnTo>
                    <a:pt x="12953" y="12192"/>
                  </a:lnTo>
                  <a:close/>
                </a:path>
                <a:path w="1695450" h="531494">
                  <a:moveTo>
                    <a:pt x="12953" y="518160"/>
                  </a:moveTo>
                  <a:lnTo>
                    <a:pt x="12953" y="12192"/>
                  </a:lnTo>
                  <a:lnTo>
                    <a:pt x="6096" y="12192"/>
                  </a:lnTo>
                  <a:lnTo>
                    <a:pt x="6096" y="518160"/>
                  </a:lnTo>
                  <a:lnTo>
                    <a:pt x="12953" y="518160"/>
                  </a:lnTo>
                  <a:close/>
                </a:path>
                <a:path w="1695450" h="531494">
                  <a:moveTo>
                    <a:pt x="1689354" y="518160"/>
                  </a:moveTo>
                  <a:lnTo>
                    <a:pt x="6096" y="518160"/>
                  </a:lnTo>
                  <a:lnTo>
                    <a:pt x="12953" y="525017"/>
                  </a:lnTo>
                  <a:lnTo>
                    <a:pt x="12953" y="531114"/>
                  </a:lnTo>
                  <a:lnTo>
                    <a:pt x="1682496" y="531114"/>
                  </a:lnTo>
                  <a:lnTo>
                    <a:pt x="1682496" y="525018"/>
                  </a:lnTo>
                  <a:lnTo>
                    <a:pt x="1689354" y="518160"/>
                  </a:lnTo>
                  <a:close/>
                </a:path>
                <a:path w="1695450" h="531494">
                  <a:moveTo>
                    <a:pt x="12953" y="531114"/>
                  </a:moveTo>
                  <a:lnTo>
                    <a:pt x="12953" y="525017"/>
                  </a:lnTo>
                  <a:lnTo>
                    <a:pt x="6096" y="518160"/>
                  </a:lnTo>
                  <a:lnTo>
                    <a:pt x="6096" y="531114"/>
                  </a:lnTo>
                  <a:lnTo>
                    <a:pt x="12953" y="531114"/>
                  </a:lnTo>
                  <a:close/>
                </a:path>
                <a:path w="1695450" h="531494">
                  <a:moveTo>
                    <a:pt x="1689353" y="12192"/>
                  </a:moveTo>
                  <a:lnTo>
                    <a:pt x="1682495" y="6095"/>
                  </a:lnTo>
                  <a:lnTo>
                    <a:pt x="1682495" y="12192"/>
                  </a:lnTo>
                  <a:lnTo>
                    <a:pt x="1689353" y="12192"/>
                  </a:lnTo>
                  <a:close/>
                </a:path>
                <a:path w="1695450" h="531494">
                  <a:moveTo>
                    <a:pt x="1689354" y="518160"/>
                  </a:moveTo>
                  <a:lnTo>
                    <a:pt x="1689353" y="12192"/>
                  </a:lnTo>
                  <a:lnTo>
                    <a:pt x="1682495" y="12192"/>
                  </a:lnTo>
                  <a:lnTo>
                    <a:pt x="1682496" y="518160"/>
                  </a:lnTo>
                  <a:lnTo>
                    <a:pt x="1689354" y="518160"/>
                  </a:lnTo>
                  <a:close/>
                </a:path>
                <a:path w="1695450" h="531494">
                  <a:moveTo>
                    <a:pt x="1689354" y="531114"/>
                  </a:moveTo>
                  <a:lnTo>
                    <a:pt x="1689354" y="518160"/>
                  </a:lnTo>
                  <a:lnTo>
                    <a:pt x="1682496" y="525018"/>
                  </a:lnTo>
                  <a:lnTo>
                    <a:pt x="1682496" y="531114"/>
                  </a:lnTo>
                  <a:lnTo>
                    <a:pt x="1689354" y="5311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9679" y="2353055"/>
              <a:ext cx="1335023" cy="46939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62227" y="2316733"/>
            <a:ext cx="1685289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5.3.3</a:t>
            </a:r>
            <a:endParaRPr sz="1000">
              <a:latin typeface="Arial"/>
              <a:cs typeface="Arial"/>
            </a:endParaRPr>
          </a:p>
          <a:p>
            <a:pPr algn="ctr" marL="189865" marR="182880" indent="-34290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Investment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Management</a:t>
            </a:r>
            <a:r>
              <a:rPr dirty="0" sz="1000" spc="-4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56132" y="4033265"/>
            <a:ext cx="1697355" cy="541020"/>
            <a:chOff x="1056132" y="4033265"/>
            <a:chExt cx="1697355" cy="541020"/>
          </a:xfrm>
        </p:grpSpPr>
        <p:sp>
          <p:nvSpPr>
            <p:cNvPr id="17" name="object 17"/>
            <p:cNvSpPr/>
            <p:nvPr/>
          </p:nvSpPr>
          <p:spPr>
            <a:xfrm>
              <a:off x="1062228" y="4039361"/>
              <a:ext cx="1685289" cy="528320"/>
            </a:xfrm>
            <a:custGeom>
              <a:avLst/>
              <a:gdLst/>
              <a:ahLst/>
              <a:cxnLst/>
              <a:rect l="l" t="t" r="r" b="b"/>
              <a:pathLst>
                <a:path w="1685289" h="528320">
                  <a:moveTo>
                    <a:pt x="1684782" y="528065"/>
                  </a:moveTo>
                  <a:lnTo>
                    <a:pt x="1684782" y="0"/>
                  </a:lnTo>
                  <a:lnTo>
                    <a:pt x="0" y="0"/>
                  </a:lnTo>
                  <a:lnTo>
                    <a:pt x="0" y="528065"/>
                  </a:lnTo>
                  <a:lnTo>
                    <a:pt x="1684782" y="528065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56132" y="4033265"/>
              <a:ext cx="1697355" cy="541020"/>
            </a:xfrm>
            <a:custGeom>
              <a:avLst/>
              <a:gdLst/>
              <a:ahLst/>
              <a:cxnLst/>
              <a:rect l="l" t="t" r="r" b="b"/>
              <a:pathLst>
                <a:path w="1697355" h="541020">
                  <a:moveTo>
                    <a:pt x="1696974" y="541020"/>
                  </a:moveTo>
                  <a:lnTo>
                    <a:pt x="1696974" y="0"/>
                  </a:lnTo>
                  <a:lnTo>
                    <a:pt x="0" y="0"/>
                  </a:lnTo>
                  <a:lnTo>
                    <a:pt x="0" y="541020"/>
                  </a:lnTo>
                  <a:lnTo>
                    <a:pt x="6096" y="541020"/>
                  </a:lnTo>
                  <a:lnTo>
                    <a:pt x="6096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1684020" y="12192"/>
                  </a:lnTo>
                  <a:lnTo>
                    <a:pt x="1684020" y="6096"/>
                  </a:lnTo>
                  <a:lnTo>
                    <a:pt x="1690878" y="12192"/>
                  </a:lnTo>
                  <a:lnTo>
                    <a:pt x="1690878" y="541020"/>
                  </a:lnTo>
                  <a:lnTo>
                    <a:pt x="1696974" y="541020"/>
                  </a:lnTo>
                  <a:close/>
                </a:path>
                <a:path w="1697355" h="541020">
                  <a:moveTo>
                    <a:pt x="12954" y="12192"/>
                  </a:moveTo>
                  <a:lnTo>
                    <a:pt x="12954" y="6096"/>
                  </a:lnTo>
                  <a:lnTo>
                    <a:pt x="6096" y="12192"/>
                  </a:lnTo>
                  <a:lnTo>
                    <a:pt x="12954" y="12192"/>
                  </a:lnTo>
                  <a:close/>
                </a:path>
                <a:path w="1697355" h="541020">
                  <a:moveTo>
                    <a:pt x="12954" y="528066"/>
                  </a:moveTo>
                  <a:lnTo>
                    <a:pt x="12954" y="12192"/>
                  </a:lnTo>
                  <a:lnTo>
                    <a:pt x="6096" y="12192"/>
                  </a:lnTo>
                  <a:lnTo>
                    <a:pt x="6096" y="528066"/>
                  </a:lnTo>
                  <a:lnTo>
                    <a:pt x="12954" y="528066"/>
                  </a:lnTo>
                  <a:close/>
                </a:path>
                <a:path w="1697355" h="541020">
                  <a:moveTo>
                    <a:pt x="1690878" y="528066"/>
                  </a:moveTo>
                  <a:lnTo>
                    <a:pt x="6096" y="528066"/>
                  </a:lnTo>
                  <a:lnTo>
                    <a:pt x="12954" y="534162"/>
                  </a:lnTo>
                  <a:lnTo>
                    <a:pt x="12954" y="541020"/>
                  </a:lnTo>
                  <a:lnTo>
                    <a:pt x="1684020" y="541020"/>
                  </a:lnTo>
                  <a:lnTo>
                    <a:pt x="1684020" y="534162"/>
                  </a:lnTo>
                  <a:lnTo>
                    <a:pt x="1690878" y="528066"/>
                  </a:lnTo>
                  <a:close/>
                </a:path>
                <a:path w="1697355" h="541020">
                  <a:moveTo>
                    <a:pt x="12954" y="541020"/>
                  </a:moveTo>
                  <a:lnTo>
                    <a:pt x="12954" y="534162"/>
                  </a:lnTo>
                  <a:lnTo>
                    <a:pt x="6096" y="528066"/>
                  </a:lnTo>
                  <a:lnTo>
                    <a:pt x="6096" y="541020"/>
                  </a:lnTo>
                  <a:lnTo>
                    <a:pt x="12954" y="541020"/>
                  </a:lnTo>
                  <a:close/>
                </a:path>
                <a:path w="1697355" h="541020">
                  <a:moveTo>
                    <a:pt x="1690878" y="12192"/>
                  </a:moveTo>
                  <a:lnTo>
                    <a:pt x="1684020" y="6096"/>
                  </a:lnTo>
                  <a:lnTo>
                    <a:pt x="1684020" y="12192"/>
                  </a:lnTo>
                  <a:lnTo>
                    <a:pt x="1690878" y="12192"/>
                  </a:lnTo>
                  <a:close/>
                </a:path>
                <a:path w="1697355" h="541020">
                  <a:moveTo>
                    <a:pt x="1690878" y="528066"/>
                  </a:moveTo>
                  <a:lnTo>
                    <a:pt x="1690878" y="12192"/>
                  </a:lnTo>
                  <a:lnTo>
                    <a:pt x="1684020" y="12192"/>
                  </a:lnTo>
                  <a:lnTo>
                    <a:pt x="1684020" y="528066"/>
                  </a:lnTo>
                  <a:lnTo>
                    <a:pt x="1690878" y="528066"/>
                  </a:lnTo>
                  <a:close/>
                </a:path>
                <a:path w="1697355" h="541020">
                  <a:moveTo>
                    <a:pt x="1690878" y="541020"/>
                  </a:moveTo>
                  <a:lnTo>
                    <a:pt x="1690878" y="528066"/>
                  </a:lnTo>
                  <a:lnTo>
                    <a:pt x="1684020" y="534162"/>
                  </a:lnTo>
                  <a:lnTo>
                    <a:pt x="1684020" y="541020"/>
                  </a:lnTo>
                  <a:lnTo>
                    <a:pt x="1690878" y="541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9679" y="4066031"/>
              <a:ext cx="1335023" cy="46329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62227" y="4028185"/>
            <a:ext cx="1685289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5.3.6</a:t>
            </a:r>
            <a:endParaRPr sz="1000">
              <a:latin typeface="Arial"/>
              <a:cs typeface="Arial"/>
            </a:endParaRPr>
          </a:p>
          <a:p>
            <a:pPr algn="ctr" marL="191135" marR="182245" indent="-32384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Resource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Management</a:t>
            </a:r>
            <a:r>
              <a:rPr dirty="0" sz="1000" spc="-4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56132" y="3463290"/>
            <a:ext cx="1697355" cy="511809"/>
            <a:chOff x="1056132" y="3463290"/>
            <a:chExt cx="1697355" cy="511809"/>
          </a:xfrm>
        </p:grpSpPr>
        <p:sp>
          <p:nvSpPr>
            <p:cNvPr id="22" name="object 22"/>
            <p:cNvSpPr/>
            <p:nvPr/>
          </p:nvSpPr>
          <p:spPr>
            <a:xfrm>
              <a:off x="1062228" y="3469386"/>
              <a:ext cx="1685289" cy="489584"/>
            </a:xfrm>
            <a:custGeom>
              <a:avLst/>
              <a:gdLst/>
              <a:ahLst/>
              <a:cxnLst/>
              <a:rect l="l" t="t" r="r" b="b"/>
              <a:pathLst>
                <a:path w="1685289" h="489585">
                  <a:moveTo>
                    <a:pt x="1684782" y="489203"/>
                  </a:moveTo>
                  <a:lnTo>
                    <a:pt x="1684782" y="0"/>
                  </a:lnTo>
                  <a:lnTo>
                    <a:pt x="0" y="0"/>
                  </a:lnTo>
                  <a:lnTo>
                    <a:pt x="0" y="489203"/>
                  </a:lnTo>
                  <a:lnTo>
                    <a:pt x="1684782" y="489203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56132" y="3463290"/>
              <a:ext cx="1697355" cy="501650"/>
            </a:xfrm>
            <a:custGeom>
              <a:avLst/>
              <a:gdLst/>
              <a:ahLst/>
              <a:cxnLst/>
              <a:rect l="l" t="t" r="r" b="b"/>
              <a:pathLst>
                <a:path w="1697355" h="501650">
                  <a:moveTo>
                    <a:pt x="1696974" y="501396"/>
                  </a:moveTo>
                  <a:lnTo>
                    <a:pt x="1696974" y="0"/>
                  </a:lnTo>
                  <a:lnTo>
                    <a:pt x="0" y="0"/>
                  </a:lnTo>
                  <a:lnTo>
                    <a:pt x="0" y="501396"/>
                  </a:lnTo>
                  <a:lnTo>
                    <a:pt x="6096" y="501396"/>
                  </a:lnTo>
                  <a:lnTo>
                    <a:pt x="6096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1684020" y="12954"/>
                  </a:lnTo>
                  <a:lnTo>
                    <a:pt x="1684020" y="6096"/>
                  </a:lnTo>
                  <a:lnTo>
                    <a:pt x="1690878" y="12954"/>
                  </a:lnTo>
                  <a:lnTo>
                    <a:pt x="1690878" y="501396"/>
                  </a:lnTo>
                  <a:lnTo>
                    <a:pt x="1696974" y="501396"/>
                  </a:lnTo>
                  <a:close/>
                </a:path>
                <a:path w="1697355" h="501650">
                  <a:moveTo>
                    <a:pt x="12954" y="12954"/>
                  </a:moveTo>
                  <a:lnTo>
                    <a:pt x="12954" y="6096"/>
                  </a:lnTo>
                  <a:lnTo>
                    <a:pt x="6096" y="12954"/>
                  </a:lnTo>
                  <a:lnTo>
                    <a:pt x="12954" y="12954"/>
                  </a:lnTo>
                  <a:close/>
                </a:path>
                <a:path w="1697355" h="501650">
                  <a:moveTo>
                    <a:pt x="12954" y="488442"/>
                  </a:moveTo>
                  <a:lnTo>
                    <a:pt x="12954" y="12954"/>
                  </a:lnTo>
                  <a:lnTo>
                    <a:pt x="6096" y="12954"/>
                  </a:lnTo>
                  <a:lnTo>
                    <a:pt x="6096" y="488442"/>
                  </a:lnTo>
                  <a:lnTo>
                    <a:pt x="12954" y="488442"/>
                  </a:lnTo>
                  <a:close/>
                </a:path>
                <a:path w="1697355" h="501650">
                  <a:moveTo>
                    <a:pt x="1690878" y="488442"/>
                  </a:moveTo>
                  <a:lnTo>
                    <a:pt x="6096" y="488442"/>
                  </a:lnTo>
                  <a:lnTo>
                    <a:pt x="12954" y="495300"/>
                  </a:lnTo>
                  <a:lnTo>
                    <a:pt x="12954" y="501396"/>
                  </a:lnTo>
                  <a:lnTo>
                    <a:pt x="1684020" y="501396"/>
                  </a:lnTo>
                  <a:lnTo>
                    <a:pt x="1684020" y="495300"/>
                  </a:lnTo>
                  <a:lnTo>
                    <a:pt x="1690878" y="488442"/>
                  </a:lnTo>
                  <a:close/>
                </a:path>
                <a:path w="1697355" h="501650">
                  <a:moveTo>
                    <a:pt x="12954" y="501396"/>
                  </a:moveTo>
                  <a:lnTo>
                    <a:pt x="12954" y="495300"/>
                  </a:lnTo>
                  <a:lnTo>
                    <a:pt x="6096" y="488442"/>
                  </a:lnTo>
                  <a:lnTo>
                    <a:pt x="6096" y="501396"/>
                  </a:lnTo>
                  <a:lnTo>
                    <a:pt x="12954" y="501396"/>
                  </a:lnTo>
                  <a:close/>
                </a:path>
                <a:path w="1697355" h="501650">
                  <a:moveTo>
                    <a:pt x="1690878" y="12954"/>
                  </a:moveTo>
                  <a:lnTo>
                    <a:pt x="1684020" y="6096"/>
                  </a:lnTo>
                  <a:lnTo>
                    <a:pt x="1684020" y="12954"/>
                  </a:lnTo>
                  <a:lnTo>
                    <a:pt x="1690878" y="12954"/>
                  </a:lnTo>
                  <a:close/>
                </a:path>
                <a:path w="1697355" h="501650">
                  <a:moveTo>
                    <a:pt x="1690878" y="488442"/>
                  </a:moveTo>
                  <a:lnTo>
                    <a:pt x="1690878" y="12954"/>
                  </a:lnTo>
                  <a:lnTo>
                    <a:pt x="1684020" y="12954"/>
                  </a:lnTo>
                  <a:lnTo>
                    <a:pt x="1684020" y="488442"/>
                  </a:lnTo>
                  <a:lnTo>
                    <a:pt x="1690878" y="488442"/>
                  </a:lnTo>
                  <a:close/>
                </a:path>
                <a:path w="1697355" h="501650">
                  <a:moveTo>
                    <a:pt x="1690878" y="501396"/>
                  </a:moveTo>
                  <a:lnTo>
                    <a:pt x="1690878" y="488442"/>
                  </a:lnTo>
                  <a:lnTo>
                    <a:pt x="1684020" y="495300"/>
                  </a:lnTo>
                  <a:lnTo>
                    <a:pt x="1684020" y="501396"/>
                  </a:lnTo>
                  <a:lnTo>
                    <a:pt x="1690878" y="501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9679" y="3505200"/>
              <a:ext cx="1335023" cy="46939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062227" y="3468878"/>
            <a:ext cx="1685289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1040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5.3.5</a:t>
            </a:r>
            <a:endParaRPr sz="1000">
              <a:latin typeface="Arial"/>
              <a:cs typeface="Arial"/>
            </a:endParaRPr>
          </a:p>
          <a:p>
            <a:pPr marL="191135" marR="182245" indent="419734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Quality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Management</a:t>
            </a:r>
            <a:r>
              <a:rPr dirty="0" sz="1000" spc="-4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56132" y="2895600"/>
            <a:ext cx="1695450" cy="506095"/>
            <a:chOff x="1056132" y="2895600"/>
            <a:chExt cx="1695450" cy="506095"/>
          </a:xfrm>
        </p:grpSpPr>
        <p:sp>
          <p:nvSpPr>
            <p:cNvPr id="27" name="object 27"/>
            <p:cNvSpPr/>
            <p:nvPr/>
          </p:nvSpPr>
          <p:spPr>
            <a:xfrm>
              <a:off x="1062228" y="2901695"/>
              <a:ext cx="1683385" cy="483870"/>
            </a:xfrm>
            <a:custGeom>
              <a:avLst/>
              <a:gdLst/>
              <a:ahLst/>
              <a:cxnLst/>
              <a:rect l="l" t="t" r="r" b="b"/>
              <a:pathLst>
                <a:path w="1683385" h="483870">
                  <a:moveTo>
                    <a:pt x="1683258" y="483870"/>
                  </a:moveTo>
                  <a:lnTo>
                    <a:pt x="1683258" y="0"/>
                  </a:lnTo>
                  <a:lnTo>
                    <a:pt x="0" y="0"/>
                  </a:lnTo>
                  <a:lnTo>
                    <a:pt x="0" y="483870"/>
                  </a:lnTo>
                  <a:lnTo>
                    <a:pt x="1683258" y="4838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56132" y="2895600"/>
              <a:ext cx="1695450" cy="496570"/>
            </a:xfrm>
            <a:custGeom>
              <a:avLst/>
              <a:gdLst/>
              <a:ahLst/>
              <a:cxnLst/>
              <a:rect l="l" t="t" r="r" b="b"/>
              <a:pathLst>
                <a:path w="1695450" h="496570">
                  <a:moveTo>
                    <a:pt x="1695450" y="496062"/>
                  </a:moveTo>
                  <a:lnTo>
                    <a:pt x="1695450" y="0"/>
                  </a:lnTo>
                  <a:lnTo>
                    <a:pt x="0" y="0"/>
                  </a:lnTo>
                  <a:lnTo>
                    <a:pt x="0" y="496062"/>
                  </a:lnTo>
                  <a:lnTo>
                    <a:pt x="6096" y="496062"/>
                  </a:lnTo>
                  <a:lnTo>
                    <a:pt x="6096" y="12191"/>
                  </a:lnTo>
                  <a:lnTo>
                    <a:pt x="12954" y="6096"/>
                  </a:lnTo>
                  <a:lnTo>
                    <a:pt x="12953" y="12191"/>
                  </a:lnTo>
                  <a:lnTo>
                    <a:pt x="1682496" y="12191"/>
                  </a:lnTo>
                  <a:lnTo>
                    <a:pt x="1682496" y="6096"/>
                  </a:lnTo>
                  <a:lnTo>
                    <a:pt x="1689354" y="12191"/>
                  </a:lnTo>
                  <a:lnTo>
                    <a:pt x="1689354" y="496062"/>
                  </a:lnTo>
                  <a:lnTo>
                    <a:pt x="1695450" y="496062"/>
                  </a:lnTo>
                  <a:close/>
                </a:path>
                <a:path w="1695450" h="496570">
                  <a:moveTo>
                    <a:pt x="12954" y="12191"/>
                  </a:moveTo>
                  <a:lnTo>
                    <a:pt x="12954" y="6096"/>
                  </a:lnTo>
                  <a:lnTo>
                    <a:pt x="6096" y="12191"/>
                  </a:lnTo>
                  <a:lnTo>
                    <a:pt x="12954" y="12191"/>
                  </a:lnTo>
                  <a:close/>
                </a:path>
                <a:path w="1695450" h="496570">
                  <a:moveTo>
                    <a:pt x="12954" y="483870"/>
                  </a:moveTo>
                  <a:lnTo>
                    <a:pt x="12954" y="12191"/>
                  </a:lnTo>
                  <a:lnTo>
                    <a:pt x="6096" y="12191"/>
                  </a:lnTo>
                  <a:lnTo>
                    <a:pt x="6096" y="483870"/>
                  </a:lnTo>
                  <a:lnTo>
                    <a:pt x="12954" y="483870"/>
                  </a:lnTo>
                  <a:close/>
                </a:path>
                <a:path w="1695450" h="496570">
                  <a:moveTo>
                    <a:pt x="1689354" y="483870"/>
                  </a:moveTo>
                  <a:lnTo>
                    <a:pt x="6096" y="483870"/>
                  </a:lnTo>
                  <a:lnTo>
                    <a:pt x="12954" y="489965"/>
                  </a:lnTo>
                  <a:lnTo>
                    <a:pt x="12954" y="496062"/>
                  </a:lnTo>
                  <a:lnTo>
                    <a:pt x="1682496" y="496062"/>
                  </a:lnTo>
                  <a:lnTo>
                    <a:pt x="1682496" y="489965"/>
                  </a:lnTo>
                  <a:lnTo>
                    <a:pt x="1689354" y="483870"/>
                  </a:lnTo>
                  <a:close/>
                </a:path>
                <a:path w="1695450" h="496570">
                  <a:moveTo>
                    <a:pt x="12954" y="496062"/>
                  </a:moveTo>
                  <a:lnTo>
                    <a:pt x="12954" y="489965"/>
                  </a:lnTo>
                  <a:lnTo>
                    <a:pt x="6096" y="483870"/>
                  </a:lnTo>
                  <a:lnTo>
                    <a:pt x="6096" y="496062"/>
                  </a:lnTo>
                  <a:lnTo>
                    <a:pt x="12954" y="496062"/>
                  </a:lnTo>
                  <a:close/>
                </a:path>
                <a:path w="1695450" h="496570">
                  <a:moveTo>
                    <a:pt x="1689354" y="12191"/>
                  </a:moveTo>
                  <a:lnTo>
                    <a:pt x="1682496" y="6096"/>
                  </a:lnTo>
                  <a:lnTo>
                    <a:pt x="1682496" y="12191"/>
                  </a:lnTo>
                  <a:lnTo>
                    <a:pt x="1689354" y="12191"/>
                  </a:lnTo>
                  <a:close/>
                </a:path>
                <a:path w="1695450" h="496570">
                  <a:moveTo>
                    <a:pt x="1689354" y="483870"/>
                  </a:moveTo>
                  <a:lnTo>
                    <a:pt x="1689354" y="12191"/>
                  </a:lnTo>
                  <a:lnTo>
                    <a:pt x="1682496" y="12191"/>
                  </a:lnTo>
                  <a:lnTo>
                    <a:pt x="1682496" y="483870"/>
                  </a:lnTo>
                  <a:lnTo>
                    <a:pt x="1689354" y="483870"/>
                  </a:lnTo>
                  <a:close/>
                </a:path>
                <a:path w="1695450" h="496570">
                  <a:moveTo>
                    <a:pt x="1689354" y="496062"/>
                  </a:moveTo>
                  <a:lnTo>
                    <a:pt x="1689354" y="483870"/>
                  </a:lnTo>
                  <a:lnTo>
                    <a:pt x="1682496" y="489965"/>
                  </a:lnTo>
                  <a:lnTo>
                    <a:pt x="1682496" y="496062"/>
                  </a:lnTo>
                  <a:lnTo>
                    <a:pt x="1689354" y="4960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2623" y="2932176"/>
              <a:ext cx="1475232" cy="469392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062227" y="2898901"/>
            <a:ext cx="1685289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5.3.4</a:t>
            </a:r>
            <a:endParaRPr sz="1000">
              <a:latin typeface="Arial"/>
              <a:cs typeface="Arial"/>
            </a:endParaRPr>
          </a:p>
          <a:p>
            <a:pPr algn="ctr" marL="120014" marR="114935" indent="-34290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System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Life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Cycle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Processes</a:t>
            </a:r>
            <a:r>
              <a:rPr dirty="0" sz="1000" spc="-6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Management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086855" y="1281683"/>
            <a:ext cx="2228850" cy="5153025"/>
          </a:xfrm>
          <a:custGeom>
            <a:avLst/>
            <a:gdLst/>
            <a:ahLst/>
            <a:cxnLst/>
            <a:rect l="l" t="t" r="r" b="b"/>
            <a:pathLst>
              <a:path w="2228850" h="5153025">
                <a:moveTo>
                  <a:pt x="19050" y="5133594"/>
                </a:moveTo>
                <a:lnTo>
                  <a:pt x="19050" y="5067300"/>
                </a:lnTo>
                <a:lnTo>
                  <a:pt x="0" y="5067300"/>
                </a:lnTo>
                <a:lnTo>
                  <a:pt x="0" y="5143500"/>
                </a:lnTo>
                <a:lnTo>
                  <a:pt x="9144" y="5143500"/>
                </a:lnTo>
                <a:lnTo>
                  <a:pt x="9144" y="5133594"/>
                </a:lnTo>
                <a:lnTo>
                  <a:pt x="19050" y="5133594"/>
                </a:lnTo>
                <a:close/>
              </a:path>
              <a:path w="2228850" h="5153025">
                <a:moveTo>
                  <a:pt x="28194" y="5152644"/>
                </a:moveTo>
                <a:lnTo>
                  <a:pt x="28194" y="5133594"/>
                </a:lnTo>
                <a:lnTo>
                  <a:pt x="9144" y="5133594"/>
                </a:lnTo>
                <a:lnTo>
                  <a:pt x="9144" y="5143500"/>
                </a:lnTo>
                <a:lnTo>
                  <a:pt x="19050" y="5143500"/>
                </a:lnTo>
                <a:lnTo>
                  <a:pt x="19050" y="5152644"/>
                </a:lnTo>
                <a:lnTo>
                  <a:pt x="28194" y="5152644"/>
                </a:lnTo>
                <a:close/>
              </a:path>
              <a:path w="2228850" h="5153025">
                <a:moveTo>
                  <a:pt x="19050" y="5152644"/>
                </a:moveTo>
                <a:lnTo>
                  <a:pt x="19050" y="5143500"/>
                </a:lnTo>
                <a:lnTo>
                  <a:pt x="9144" y="5143500"/>
                </a:lnTo>
                <a:lnTo>
                  <a:pt x="9144" y="5152644"/>
                </a:lnTo>
                <a:lnTo>
                  <a:pt x="19050" y="5152644"/>
                </a:lnTo>
                <a:close/>
              </a:path>
              <a:path w="2228850" h="5153025">
                <a:moveTo>
                  <a:pt x="19050" y="5010150"/>
                </a:moveTo>
                <a:lnTo>
                  <a:pt x="19050" y="4933950"/>
                </a:lnTo>
                <a:lnTo>
                  <a:pt x="0" y="4933950"/>
                </a:lnTo>
                <a:lnTo>
                  <a:pt x="0" y="5010150"/>
                </a:lnTo>
                <a:lnTo>
                  <a:pt x="19050" y="5010150"/>
                </a:lnTo>
                <a:close/>
              </a:path>
              <a:path w="2228850" h="5153025">
                <a:moveTo>
                  <a:pt x="19050" y="4876800"/>
                </a:moveTo>
                <a:lnTo>
                  <a:pt x="19050" y="4800600"/>
                </a:lnTo>
                <a:lnTo>
                  <a:pt x="0" y="4800600"/>
                </a:lnTo>
                <a:lnTo>
                  <a:pt x="0" y="4876800"/>
                </a:lnTo>
                <a:lnTo>
                  <a:pt x="19050" y="4876800"/>
                </a:lnTo>
                <a:close/>
              </a:path>
              <a:path w="2228850" h="5153025">
                <a:moveTo>
                  <a:pt x="19050" y="4743450"/>
                </a:moveTo>
                <a:lnTo>
                  <a:pt x="19050" y="4667250"/>
                </a:lnTo>
                <a:lnTo>
                  <a:pt x="0" y="4667250"/>
                </a:lnTo>
                <a:lnTo>
                  <a:pt x="0" y="4743450"/>
                </a:lnTo>
                <a:lnTo>
                  <a:pt x="19050" y="4743450"/>
                </a:lnTo>
                <a:close/>
              </a:path>
              <a:path w="2228850" h="5153025">
                <a:moveTo>
                  <a:pt x="19050" y="4610100"/>
                </a:moveTo>
                <a:lnTo>
                  <a:pt x="19050" y="4533900"/>
                </a:lnTo>
                <a:lnTo>
                  <a:pt x="0" y="4533900"/>
                </a:lnTo>
                <a:lnTo>
                  <a:pt x="0" y="4610100"/>
                </a:lnTo>
                <a:lnTo>
                  <a:pt x="19050" y="4610100"/>
                </a:lnTo>
                <a:close/>
              </a:path>
              <a:path w="2228850" h="5153025">
                <a:moveTo>
                  <a:pt x="19050" y="4476750"/>
                </a:moveTo>
                <a:lnTo>
                  <a:pt x="19050" y="4400550"/>
                </a:lnTo>
                <a:lnTo>
                  <a:pt x="0" y="4400550"/>
                </a:lnTo>
                <a:lnTo>
                  <a:pt x="0" y="4476750"/>
                </a:lnTo>
                <a:lnTo>
                  <a:pt x="19050" y="4476750"/>
                </a:lnTo>
                <a:close/>
              </a:path>
              <a:path w="2228850" h="5153025">
                <a:moveTo>
                  <a:pt x="19050" y="4343400"/>
                </a:moveTo>
                <a:lnTo>
                  <a:pt x="19050" y="4267200"/>
                </a:lnTo>
                <a:lnTo>
                  <a:pt x="0" y="4267200"/>
                </a:lnTo>
                <a:lnTo>
                  <a:pt x="0" y="4343400"/>
                </a:lnTo>
                <a:lnTo>
                  <a:pt x="19050" y="4343400"/>
                </a:lnTo>
                <a:close/>
              </a:path>
              <a:path w="2228850" h="5153025">
                <a:moveTo>
                  <a:pt x="19050" y="4210050"/>
                </a:moveTo>
                <a:lnTo>
                  <a:pt x="19050" y="4133850"/>
                </a:lnTo>
                <a:lnTo>
                  <a:pt x="0" y="4133850"/>
                </a:lnTo>
                <a:lnTo>
                  <a:pt x="0" y="4210050"/>
                </a:lnTo>
                <a:lnTo>
                  <a:pt x="19050" y="4210050"/>
                </a:lnTo>
                <a:close/>
              </a:path>
              <a:path w="2228850" h="5153025">
                <a:moveTo>
                  <a:pt x="19050" y="4076700"/>
                </a:moveTo>
                <a:lnTo>
                  <a:pt x="19050" y="4000500"/>
                </a:lnTo>
                <a:lnTo>
                  <a:pt x="0" y="4000500"/>
                </a:lnTo>
                <a:lnTo>
                  <a:pt x="0" y="4076700"/>
                </a:lnTo>
                <a:lnTo>
                  <a:pt x="19050" y="4076700"/>
                </a:lnTo>
                <a:close/>
              </a:path>
              <a:path w="2228850" h="5153025">
                <a:moveTo>
                  <a:pt x="19050" y="3943350"/>
                </a:moveTo>
                <a:lnTo>
                  <a:pt x="19050" y="3867150"/>
                </a:lnTo>
                <a:lnTo>
                  <a:pt x="0" y="3867150"/>
                </a:lnTo>
                <a:lnTo>
                  <a:pt x="0" y="3943350"/>
                </a:lnTo>
                <a:lnTo>
                  <a:pt x="19050" y="3943350"/>
                </a:lnTo>
                <a:close/>
              </a:path>
              <a:path w="2228850" h="5153025">
                <a:moveTo>
                  <a:pt x="19050" y="3810000"/>
                </a:moveTo>
                <a:lnTo>
                  <a:pt x="19050" y="3733800"/>
                </a:lnTo>
                <a:lnTo>
                  <a:pt x="0" y="3733800"/>
                </a:lnTo>
                <a:lnTo>
                  <a:pt x="0" y="3810000"/>
                </a:lnTo>
                <a:lnTo>
                  <a:pt x="19050" y="3810000"/>
                </a:lnTo>
                <a:close/>
              </a:path>
              <a:path w="2228850" h="5153025">
                <a:moveTo>
                  <a:pt x="19050" y="3676650"/>
                </a:moveTo>
                <a:lnTo>
                  <a:pt x="19050" y="3600450"/>
                </a:lnTo>
                <a:lnTo>
                  <a:pt x="0" y="3600450"/>
                </a:lnTo>
                <a:lnTo>
                  <a:pt x="0" y="3676650"/>
                </a:lnTo>
                <a:lnTo>
                  <a:pt x="19050" y="3676650"/>
                </a:lnTo>
                <a:close/>
              </a:path>
              <a:path w="2228850" h="5153025">
                <a:moveTo>
                  <a:pt x="19050" y="3543300"/>
                </a:moveTo>
                <a:lnTo>
                  <a:pt x="19050" y="3467100"/>
                </a:lnTo>
                <a:lnTo>
                  <a:pt x="0" y="3467100"/>
                </a:lnTo>
                <a:lnTo>
                  <a:pt x="0" y="3543300"/>
                </a:lnTo>
                <a:lnTo>
                  <a:pt x="19050" y="3543300"/>
                </a:lnTo>
                <a:close/>
              </a:path>
              <a:path w="2228850" h="5153025">
                <a:moveTo>
                  <a:pt x="19050" y="3409950"/>
                </a:moveTo>
                <a:lnTo>
                  <a:pt x="19050" y="3333750"/>
                </a:lnTo>
                <a:lnTo>
                  <a:pt x="0" y="3333750"/>
                </a:lnTo>
                <a:lnTo>
                  <a:pt x="0" y="3409950"/>
                </a:lnTo>
                <a:lnTo>
                  <a:pt x="19050" y="3409950"/>
                </a:lnTo>
                <a:close/>
              </a:path>
              <a:path w="2228850" h="5153025">
                <a:moveTo>
                  <a:pt x="19050" y="3276600"/>
                </a:moveTo>
                <a:lnTo>
                  <a:pt x="19050" y="3200400"/>
                </a:lnTo>
                <a:lnTo>
                  <a:pt x="0" y="3200400"/>
                </a:lnTo>
                <a:lnTo>
                  <a:pt x="0" y="3276600"/>
                </a:lnTo>
                <a:lnTo>
                  <a:pt x="19050" y="3276600"/>
                </a:lnTo>
                <a:close/>
              </a:path>
              <a:path w="2228850" h="5153025">
                <a:moveTo>
                  <a:pt x="19050" y="3143250"/>
                </a:moveTo>
                <a:lnTo>
                  <a:pt x="19050" y="3067050"/>
                </a:lnTo>
                <a:lnTo>
                  <a:pt x="0" y="3067050"/>
                </a:lnTo>
                <a:lnTo>
                  <a:pt x="0" y="3143250"/>
                </a:lnTo>
                <a:lnTo>
                  <a:pt x="19050" y="3143250"/>
                </a:lnTo>
                <a:close/>
              </a:path>
              <a:path w="2228850" h="5153025">
                <a:moveTo>
                  <a:pt x="19050" y="3009900"/>
                </a:moveTo>
                <a:lnTo>
                  <a:pt x="19050" y="2933700"/>
                </a:lnTo>
                <a:lnTo>
                  <a:pt x="0" y="2933700"/>
                </a:lnTo>
                <a:lnTo>
                  <a:pt x="0" y="3009900"/>
                </a:lnTo>
                <a:lnTo>
                  <a:pt x="19050" y="3009900"/>
                </a:lnTo>
                <a:close/>
              </a:path>
              <a:path w="2228850" h="5153025">
                <a:moveTo>
                  <a:pt x="19050" y="2876550"/>
                </a:moveTo>
                <a:lnTo>
                  <a:pt x="19050" y="2800350"/>
                </a:lnTo>
                <a:lnTo>
                  <a:pt x="0" y="2800350"/>
                </a:lnTo>
                <a:lnTo>
                  <a:pt x="0" y="2876550"/>
                </a:lnTo>
                <a:lnTo>
                  <a:pt x="19050" y="2876550"/>
                </a:lnTo>
                <a:close/>
              </a:path>
              <a:path w="2228850" h="5153025">
                <a:moveTo>
                  <a:pt x="19050" y="2743200"/>
                </a:moveTo>
                <a:lnTo>
                  <a:pt x="19050" y="2667000"/>
                </a:lnTo>
                <a:lnTo>
                  <a:pt x="0" y="2667000"/>
                </a:lnTo>
                <a:lnTo>
                  <a:pt x="0" y="2743200"/>
                </a:lnTo>
                <a:lnTo>
                  <a:pt x="19050" y="2743200"/>
                </a:lnTo>
                <a:close/>
              </a:path>
              <a:path w="2228850" h="5153025">
                <a:moveTo>
                  <a:pt x="19050" y="2609850"/>
                </a:moveTo>
                <a:lnTo>
                  <a:pt x="19050" y="2533650"/>
                </a:lnTo>
                <a:lnTo>
                  <a:pt x="0" y="2533650"/>
                </a:lnTo>
                <a:lnTo>
                  <a:pt x="0" y="2609850"/>
                </a:lnTo>
                <a:lnTo>
                  <a:pt x="19050" y="2609850"/>
                </a:lnTo>
                <a:close/>
              </a:path>
              <a:path w="2228850" h="5153025">
                <a:moveTo>
                  <a:pt x="19050" y="2476500"/>
                </a:moveTo>
                <a:lnTo>
                  <a:pt x="19050" y="2400300"/>
                </a:lnTo>
                <a:lnTo>
                  <a:pt x="0" y="2400300"/>
                </a:lnTo>
                <a:lnTo>
                  <a:pt x="0" y="2476500"/>
                </a:lnTo>
                <a:lnTo>
                  <a:pt x="19050" y="2476500"/>
                </a:lnTo>
                <a:close/>
              </a:path>
              <a:path w="2228850" h="5153025">
                <a:moveTo>
                  <a:pt x="19050" y="2343150"/>
                </a:moveTo>
                <a:lnTo>
                  <a:pt x="19050" y="2266950"/>
                </a:lnTo>
                <a:lnTo>
                  <a:pt x="0" y="2266950"/>
                </a:lnTo>
                <a:lnTo>
                  <a:pt x="0" y="2343150"/>
                </a:lnTo>
                <a:lnTo>
                  <a:pt x="19050" y="2343150"/>
                </a:lnTo>
                <a:close/>
              </a:path>
              <a:path w="2228850" h="5153025">
                <a:moveTo>
                  <a:pt x="19050" y="2209800"/>
                </a:moveTo>
                <a:lnTo>
                  <a:pt x="19050" y="2133600"/>
                </a:lnTo>
                <a:lnTo>
                  <a:pt x="0" y="2133600"/>
                </a:lnTo>
                <a:lnTo>
                  <a:pt x="0" y="2209800"/>
                </a:lnTo>
                <a:lnTo>
                  <a:pt x="19050" y="2209800"/>
                </a:lnTo>
                <a:close/>
              </a:path>
              <a:path w="2228850" h="5153025">
                <a:moveTo>
                  <a:pt x="19050" y="2076450"/>
                </a:moveTo>
                <a:lnTo>
                  <a:pt x="19050" y="2000250"/>
                </a:lnTo>
                <a:lnTo>
                  <a:pt x="0" y="2000250"/>
                </a:lnTo>
                <a:lnTo>
                  <a:pt x="0" y="2076450"/>
                </a:lnTo>
                <a:lnTo>
                  <a:pt x="19050" y="2076450"/>
                </a:lnTo>
                <a:close/>
              </a:path>
              <a:path w="2228850" h="5153025">
                <a:moveTo>
                  <a:pt x="19050" y="1943100"/>
                </a:moveTo>
                <a:lnTo>
                  <a:pt x="19050" y="1866900"/>
                </a:lnTo>
                <a:lnTo>
                  <a:pt x="0" y="1866900"/>
                </a:lnTo>
                <a:lnTo>
                  <a:pt x="0" y="1943100"/>
                </a:lnTo>
                <a:lnTo>
                  <a:pt x="19050" y="1943100"/>
                </a:lnTo>
                <a:close/>
              </a:path>
              <a:path w="2228850" h="5153025">
                <a:moveTo>
                  <a:pt x="19050" y="1809750"/>
                </a:moveTo>
                <a:lnTo>
                  <a:pt x="19050" y="1733550"/>
                </a:lnTo>
                <a:lnTo>
                  <a:pt x="0" y="1733550"/>
                </a:lnTo>
                <a:lnTo>
                  <a:pt x="0" y="1809750"/>
                </a:lnTo>
                <a:lnTo>
                  <a:pt x="19050" y="1809750"/>
                </a:lnTo>
                <a:close/>
              </a:path>
              <a:path w="2228850" h="5153025">
                <a:moveTo>
                  <a:pt x="19050" y="1676400"/>
                </a:moveTo>
                <a:lnTo>
                  <a:pt x="19050" y="1600200"/>
                </a:lnTo>
                <a:lnTo>
                  <a:pt x="0" y="1600200"/>
                </a:lnTo>
                <a:lnTo>
                  <a:pt x="0" y="1676400"/>
                </a:lnTo>
                <a:lnTo>
                  <a:pt x="19050" y="1676400"/>
                </a:lnTo>
                <a:close/>
              </a:path>
              <a:path w="2228850" h="5153025">
                <a:moveTo>
                  <a:pt x="19050" y="1543050"/>
                </a:moveTo>
                <a:lnTo>
                  <a:pt x="19050" y="1466850"/>
                </a:lnTo>
                <a:lnTo>
                  <a:pt x="0" y="1466850"/>
                </a:lnTo>
                <a:lnTo>
                  <a:pt x="0" y="1543050"/>
                </a:lnTo>
                <a:lnTo>
                  <a:pt x="19050" y="1543050"/>
                </a:lnTo>
                <a:close/>
              </a:path>
              <a:path w="2228850" h="5153025">
                <a:moveTo>
                  <a:pt x="19050" y="1409700"/>
                </a:moveTo>
                <a:lnTo>
                  <a:pt x="19050" y="1333500"/>
                </a:lnTo>
                <a:lnTo>
                  <a:pt x="0" y="1333500"/>
                </a:lnTo>
                <a:lnTo>
                  <a:pt x="0" y="1409700"/>
                </a:lnTo>
                <a:lnTo>
                  <a:pt x="19050" y="1409700"/>
                </a:lnTo>
                <a:close/>
              </a:path>
              <a:path w="2228850" h="5153025">
                <a:moveTo>
                  <a:pt x="19050" y="1276350"/>
                </a:moveTo>
                <a:lnTo>
                  <a:pt x="19050" y="1200150"/>
                </a:lnTo>
                <a:lnTo>
                  <a:pt x="0" y="1200150"/>
                </a:lnTo>
                <a:lnTo>
                  <a:pt x="0" y="1276350"/>
                </a:lnTo>
                <a:lnTo>
                  <a:pt x="19050" y="1276350"/>
                </a:lnTo>
                <a:close/>
              </a:path>
              <a:path w="2228850" h="5153025">
                <a:moveTo>
                  <a:pt x="19050" y="1143000"/>
                </a:moveTo>
                <a:lnTo>
                  <a:pt x="19050" y="1066800"/>
                </a:lnTo>
                <a:lnTo>
                  <a:pt x="0" y="1066800"/>
                </a:lnTo>
                <a:lnTo>
                  <a:pt x="0" y="1143000"/>
                </a:lnTo>
                <a:lnTo>
                  <a:pt x="19050" y="1143000"/>
                </a:lnTo>
                <a:close/>
              </a:path>
              <a:path w="2228850" h="5153025">
                <a:moveTo>
                  <a:pt x="19050" y="1009650"/>
                </a:moveTo>
                <a:lnTo>
                  <a:pt x="19050" y="933450"/>
                </a:lnTo>
                <a:lnTo>
                  <a:pt x="0" y="933450"/>
                </a:lnTo>
                <a:lnTo>
                  <a:pt x="0" y="1009650"/>
                </a:lnTo>
                <a:lnTo>
                  <a:pt x="19050" y="1009650"/>
                </a:lnTo>
                <a:close/>
              </a:path>
              <a:path w="2228850" h="5153025">
                <a:moveTo>
                  <a:pt x="19050" y="876300"/>
                </a:moveTo>
                <a:lnTo>
                  <a:pt x="19050" y="800100"/>
                </a:lnTo>
                <a:lnTo>
                  <a:pt x="0" y="800100"/>
                </a:lnTo>
                <a:lnTo>
                  <a:pt x="0" y="876300"/>
                </a:lnTo>
                <a:lnTo>
                  <a:pt x="19050" y="876300"/>
                </a:lnTo>
                <a:close/>
              </a:path>
              <a:path w="2228850" h="5153025">
                <a:moveTo>
                  <a:pt x="19050" y="742950"/>
                </a:moveTo>
                <a:lnTo>
                  <a:pt x="19050" y="666750"/>
                </a:lnTo>
                <a:lnTo>
                  <a:pt x="0" y="666750"/>
                </a:lnTo>
                <a:lnTo>
                  <a:pt x="0" y="742950"/>
                </a:lnTo>
                <a:lnTo>
                  <a:pt x="19050" y="742950"/>
                </a:lnTo>
                <a:close/>
              </a:path>
              <a:path w="2228850" h="5153025">
                <a:moveTo>
                  <a:pt x="19050" y="609600"/>
                </a:moveTo>
                <a:lnTo>
                  <a:pt x="19050" y="533400"/>
                </a:lnTo>
                <a:lnTo>
                  <a:pt x="0" y="533400"/>
                </a:lnTo>
                <a:lnTo>
                  <a:pt x="0" y="609600"/>
                </a:lnTo>
                <a:lnTo>
                  <a:pt x="19050" y="609600"/>
                </a:lnTo>
                <a:close/>
              </a:path>
              <a:path w="2228850" h="5153025">
                <a:moveTo>
                  <a:pt x="19050" y="476250"/>
                </a:moveTo>
                <a:lnTo>
                  <a:pt x="19050" y="400050"/>
                </a:lnTo>
                <a:lnTo>
                  <a:pt x="0" y="400050"/>
                </a:lnTo>
                <a:lnTo>
                  <a:pt x="0" y="476250"/>
                </a:lnTo>
                <a:lnTo>
                  <a:pt x="19050" y="476250"/>
                </a:lnTo>
                <a:close/>
              </a:path>
              <a:path w="2228850" h="5153025">
                <a:moveTo>
                  <a:pt x="19050" y="342900"/>
                </a:moveTo>
                <a:lnTo>
                  <a:pt x="19050" y="266700"/>
                </a:lnTo>
                <a:lnTo>
                  <a:pt x="0" y="266700"/>
                </a:lnTo>
                <a:lnTo>
                  <a:pt x="0" y="342900"/>
                </a:lnTo>
                <a:lnTo>
                  <a:pt x="19050" y="342900"/>
                </a:lnTo>
                <a:close/>
              </a:path>
              <a:path w="2228850" h="5153025">
                <a:moveTo>
                  <a:pt x="19050" y="209550"/>
                </a:moveTo>
                <a:lnTo>
                  <a:pt x="19050" y="133350"/>
                </a:lnTo>
                <a:lnTo>
                  <a:pt x="0" y="133350"/>
                </a:lnTo>
                <a:lnTo>
                  <a:pt x="0" y="209550"/>
                </a:lnTo>
                <a:lnTo>
                  <a:pt x="19050" y="209550"/>
                </a:lnTo>
                <a:close/>
              </a:path>
              <a:path w="2228850" h="5153025">
                <a:moveTo>
                  <a:pt x="19050" y="9143"/>
                </a:moveTo>
                <a:lnTo>
                  <a:pt x="19050" y="0"/>
                </a:lnTo>
                <a:lnTo>
                  <a:pt x="0" y="0"/>
                </a:lnTo>
                <a:lnTo>
                  <a:pt x="0" y="76200"/>
                </a:lnTo>
                <a:lnTo>
                  <a:pt x="9144" y="76200"/>
                </a:lnTo>
                <a:lnTo>
                  <a:pt x="9144" y="19050"/>
                </a:lnTo>
                <a:lnTo>
                  <a:pt x="19050" y="9143"/>
                </a:lnTo>
                <a:close/>
              </a:path>
              <a:path w="2228850" h="5153025">
                <a:moveTo>
                  <a:pt x="19050" y="19050"/>
                </a:moveTo>
                <a:lnTo>
                  <a:pt x="19050" y="9143"/>
                </a:lnTo>
                <a:lnTo>
                  <a:pt x="9144" y="19050"/>
                </a:lnTo>
                <a:lnTo>
                  <a:pt x="19050" y="19050"/>
                </a:lnTo>
                <a:close/>
              </a:path>
              <a:path w="2228850" h="5153025">
                <a:moveTo>
                  <a:pt x="19050" y="76200"/>
                </a:moveTo>
                <a:lnTo>
                  <a:pt x="19050" y="19050"/>
                </a:lnTo>
                <a:lnTo>
                  <a:pt x="9144" y="19050"/>
                </a:lnTo>
                <a:lnTo>
                  <a:pt x="9144" y="76200"/>
                </a:lnTo>
                <a:lnTo>
                  <a:pt x="19050" y="76200"/>
                </a:lnTo>
                <a:close/>
              </a:path>
              <a:path w="2228850" h="5153025">
                <a:moveTo>
                  <a:pt x="152400" y="19050"/>
                </a:moveTo>
                <a:lnTo>
                  <a:pt x="152400" y="0"/>
                </a:lnTo>
                <a:lnTo>
                  <a:pt x="76200" y="0"/>
                </a:lnTo>
                <a:lnTo>
                  <a:pt x="76200" y="19050"/>
                </a:lnTo>
                <a:lnTo>
                  <a:pt x="152400" y="19050"/>
                </a:lnTo>
                <a:close/>
              </a:path>
              <a:path w="2228850" h="5153025">
                <a:moveTo>
                  <a:pt x="285750" y="19050"/>
                </a:moveTo>
                <a:lnTo>
                  <a:pt x="285750" y="0"/>
                </a:lnTo>
                <a:lnTo>
                  <a:pt x="209550" y="0"/>
                </a:lnTo>
                <a:lnTo>
                  <a:pt x="209550" y="19050"/>
                </a:lnTo>
                <a:lnTo>
                  <a:pt x="285750" y="19050"/>
                </a:lnTo>
                <a:close/>
              </a:path>
              <a:path w="2228850" h="5153025">
                <a:moveTo>
                  <a:pt x="419100" y="19050"/>
                </a:moveTo>
                <a:lnTo>
                  <a:pt x="419100" y="0"/>
                </a:lnTo>
                <a:lnTo>
                  <a:pt x="342900" y="0"/>
                </a:lnTo>
                <a:lnTo>
                  <a:pt x="342900" y="19050"/>
                </a:lnTo>
                <a:lnTo>
                  <a:pt x="419100" y="19050"/>
                </a:lnTo>
                <a:close/>
              </a:path>
              <a:path w="2228850" h="5153025">
                <a:moveTo>
                  <a:pt x="552450" y="19050"/>
                </a:moveTo>
                <a:lnTo>
                  <a:pt x="552450" y="0"/>
                </a:lnTo>
                <a:lnTo>
                  <a:pt x="476250" y="0"/>
                </a:lnTo>
                <a:lnTo>
                  <a:pt x="476250" y="19050"/>
                </a:lnTo>
                <a:lnTo>
                  <a:pt x="552450" y="19050"/>
                </a:lnTo>
                <a:close/>
              </a:path>
              <a:path w="2228850" h="5153025">
                <a:moveTo>
                  <a:pt x="685800" y="19050"/>
                </a:moveTo>
                <a:lnTo>
                  <a:pt x="685800" y="0"/>
                </a:lnTo>
                <a:lnTo>
                  <a:pt x="609600" y="0"/>
                </a:lnTo>
                <a:lnTo>
                  <a:pt x="609600" y="19050"/>
                </a:lnTo>
                <a:lnTo>
                  <a:pt x="685800" y="19050"/>
                </a:lnTo>
                <a:close/>
              </a:path>
              <a:path w="2228850" h="5153025">
                <a:moveTo>
                  <a:pt x="819150" y="19050"/>
                </a:moveTo>
                <a:lnTo>
                  <a:pt x="819150" y="0"/>
                </a:lnTo>
                <a:lnTo>
                  <a:pt x="742950" y="0"/>
                </a:lnTo>
                <a:lnTo>
                  <a:pt x="742950" y="19050"/>
                </a:lnTo>
                <a:lnTo>
                  <a:pt x="819150" y="19050"/>
                </a:lnTo>
                <a:close/>
              </a:path>
              <a:path w="2228850" h="5153025">
                <a:moveTo>
                  <a:pt x="952500" y="19050"/>
                </a:moveTo>
                <a:lnTo>
                  <a:pt x="952500" y="0"/>
                </a:lnTo>
                <a:lnTo>
                  <a:pt x="876300" y="0"/>
                </a:lnTo>
                <a:lnTo>
                  <a:pt x="876300" y="19050"/>
                </a:lnTo>
                <a:lnTo>
                  <a:pt x="952500" y="19050"/>
                </a:lnTo>
                <a:close/>
              </a:path>
              <a:path w="2228850" h="5153025">
                <a:moveTo>
                  <a:pt x="1085850" y="19050"/>
                </a:moveTo>
                <a:lnTo>
                  <a:pt x="1085850" y="0"/>
                </a:lnTo>
                <a:lnTo>
                  <a:pt x="1009650" y="0"/>
                </a:lnTo>
                <a:lnTo>
                  <a:pt x="1009650" y="19050"/>
                </a:lnTo>
                <a:lnTo>
                  <a:pt x="1085850" y="19050"/>
                </a:lnTo>
                <a:close/>
              </a:path>
              <a:path w="2228850" h="5153025">
                <a:moveTo>
                  <a:pt x="1219200" y="19050"/>
                </a:moveTo>
                <a:lnTo>
                  <a:pt x="1219200" y="0"/>
                </a:lnTo>
                <a:lnTo>
                  <a:pt x="1143000" y="0"/>
                </a:lnTo>
                <a:lnTo>
                  <a:pt x="1143000" y="19050"/>
                </a:lnTo>
                <a:lnTo>
                  <a:pt x="1219200" y="19050"/>
                </a:lnTo>
                <a:close/>
              </a:path>
              <a:path w="2228850" h="5153025">
                <a:moveTo>
                  <a:pt x="1352550" y="19050"/>
                </a:moveTo>
                <a:lnTo>
                  <a:pt x="1352550" y="0"/>
                </a:lnTo>
                <a:lnTo>
                  <a:pt x="1276350" y="0"/>
                </a:lnTo>
                <a:lnTo>
                  <a:pt x="1276350" y="19050"/>
                </a:lnTo>
                <a:lnTo>
                  <a:pt x="1352550" y="19050"/>
                </a:lnTo>
                <a:close/>
              </a:path>
              <a:path w="2228850" h="5153025">
                <a:moveTo>
                  <a:pt x="1485900" y="19050"/>
                </a:moveTo>
                <a:lnTo>
                  <a:pt x="1485900" y="0"/>
                </a:lnTo>
                <a:lnTo>
                  <a:pt x="1409700" y="0"/>
                </a:lnTo>
                <a:lnTo>
                  <a:pt x="1409700" y="19050"/>
                </a:lnTo>
                <a:lnTo>
                  <a:pt x="1485900" y="19050"/>
                </a:lnTo>
                <a:close/>
              </a:path>
              <a:path w="2228850" h="5153025">
                <a:moveTo>
                  <a:pt x="1619250" y="19050"/>
                </a:moveTo>
                <a:lnTo>
                  <a:pt x="1619250" y="0"/>
                </a:lnTo>
                <a:lnTo>
                  <a:pt x="1543050" y="0"/>
                </a:lnTo>
                <a:lnTo>
                  <a:pt x="1543050" y="19050"/>
                </a:lnTo>
                <a:lnTo>
                  <a:pt x="1619250" y="19050"/>
                </a:lnTo>
                <a:close/>
              </a:path>
              <a:path w="2228850" h="5153025">
                <a:moveTo>
                  <a:pt x="1752600" y="19050"/>
                </a:moveTo>
                <a:lnTo>
                  <a:pt x="1752600" y="0"/>
                </a:lnTo>
                <a:lnTo>
                  <a:pt x="1676400" y="0"/>
                </a:lnTo>
                <a:lnTo>
                  <a:pt x="1676400" y="19050"/>
                </a:lnTo>
                <a:lnTo>
                  <a:pt x="1752600" y="19050"/>
                </a:lnTo>
                <a:close/>
              </a:path>
              <a:path w="2228850" h="5153025">
                <a:moveTo>
                  <a:pt x="1885950" y="19050"/>
                </a:moveTo>
                <a:lnTo>
                  <a:pt x="1885950" y="0"/>
                </a:lnTo>
                <a:lnTo>
                  <a:pt x="1809750" y="0"/>
                </a:lnTo>
                <a:lnTo>
                  <a:pt x="1809750" y="19050"/>
                </a:lnTo>
                <a:lnTo>
                  <a:pt x="1885950" y="19050"/>
                </a:lnTo>
                <a:close/>
              </a:path>
              <a:path w="2228850" h="5153025">
                <a:moveTo>
                  <a:pt x="2019300" y="19050"/>
                </a:moveTo>
                <a:lnTo>
                  <a:pt x="2019300" y="0"/>
                </a:lnTo>
                <a:lnTo>
                  <a:pt x="1943100" y="0"/>
                </a:lnTo>
                <a:lnTo>
                  <a:pt x="1943100" y="19050"/>
                </a:lnTo>
                <a:lnTo>
                  <a:pt x="2019300" y="19050"/>
                </a:lnTo>
                <a:close/>
              </a:path>
              <a:path w="2228850" h="5153025">
                <a:moveTo>
                  <a:pt x="2152650" y="19050"/>
                </a:moveTo>
                <a:lnTo>
                  <a:pt x="2152650" y="0"/>
                </a:lnTo>
                <a:lnTo>
                  <a:pt x="2076450" y="0"/>
                </a:lnTo>
                <a:lnTo>
                  <a:pt x="2076450" y="19050"/>
                </a:lnTo>
                <a:lnTo>
                  <a:pt x="2152650" y="19050"/>
                </a:lnTo>
                <a:close/>
              </a:path>
              <a:path w="2228850" h="5153025">
                <a:moveTo>
                  <a:pt x="2228850" y="76200"/>
                </a:moveTo>
                <a:lnTo>
                  <a:pt x="2228850" y="0"/>
                </a:lnTo>
                <a:lnTo>
                  <a:pt x="2209800" y="0"/>
                </a:lnTo>
                <a:lnTo>
                  <a:pt x="2209800" y="9143"/>
                </a:lnTo>
                <a:lnTo>
                  <a:pt x="2218944" y="19050"/>
                </a:lnTo>
                <a:lnTo>
                  <a:pt x="2218944" y="76200"/>
                </a:lnTo>
                <a:lnTo>
                  <a:pt x="2228850" y="76200"/>
                </a:lnTo>
                <a:close/>
              </a:path>
              <a:path w="2228850" h="5153025">
                <a:moveTo>
                  <a:pt x="2218944" y="19050"/>
                </a:moveTo>
                <a:lnTo>
                  <a:pt x="2209800" y="9143"/>
                </a:lnTo>
                <a:lnTo>
                  <a:pt x="2209800" y="19050"/>
                </a:lnTo>
                <a:lnTo>
                  <a:pt x="2218944" y="19050"/>
                </a:lnTo>
                <a:close/>
              </a:path>
              <a:path w="2228850" h="5153025">
                <a:moveTo>
                  <a:pt x="2218944" y="76200"/>
                </a:moveTo>
                <a:lnTo>
                  <a:pt x="2218944" y="19050"/>
                </a:lnTo>
                <a:lnTo>
                  <a:pt x="2209800" y="19050"/>
                </a:lnTo>
                <a:lnTo>
                  <a:pt x="2209800" y="76200"/>
                </a:lnTo>
                <a:lnTo>
                  <a:pt x="2218944" y="76200"/>
                </a:lnTo>
                <a:close/>
              </a:path>
              <a:path w="2228850" h="5153025">
                <a:moveTo>
                  <a:pt x="2228850" y="209550"/>
                </a:moveTo>
                <a:lnTo>
                  <a:pt x="2228850" y="133350"/>
                </a:lnTo>
                <a:lnTo>
                  <a:pt x="2209800" y="133350"/>
                </a:lnTo>
                <a:lnTo>
                  <a:pt x="2209800" y="209550"/>
                </a:lnTo>
                <a:lnTo>
                  <a:pt x="2228850" y="209550"/>
                </a:lnTo>
                <a:close/>
              </a:path>
              <a:path w="2228850" h="5153025">
                <a:moveTo>
                  <a:pt x="2228850" y="342900"/>
                </a:moveTo>
                <a:lnTo>
                  <a:pt x="2228850" y="266700"/>
                </a:lnTo>
                <a:lnTo>
                  <a:pt x="2209800" y="266700"/>
                </a:lnTo>
                <a:lnTo>
                  <a:pt x="2209800" y="342900"/>
                </a:lnTo>
                <a:lnTo>
                  <a:pt x="2228850" y="342900"/>
                </a:lnTo>
                <a:close/>
              </a:path>
              <a:path w="2228850" h="5153025">
                <a:moveTo>
                  <a:pt x="2228850" y="476250"/>
                </a:moveTo>
                <a:lnTo>
                  <a:pt x="2228850" y="400050"/>
                </a:lnTo>
                <a:lnTo>
                  <a:pt x="2209800" y="400050"/>
                </a:lnTo>
                <a:lnTo>
                  <a:pt x="2209800" y="476250"/>
                </a:lnTo>
                <a:lnTo>
                  <a:pt x="2228850" y="476250"/>
                </a:lnTo>
                <a:close/>
              </a:path>
              <a:path w="2228850" h="5153025">
                <a:moveTo>
                  <a:pt x="2228850" y="609600"/>
                </a:moveTo>
                <a:lnTo>
                  <a:pt x="2228850" y="533400"/>
                </a:lnTo>
                <a:lnTo>
                  <a:pt x="2209800" y="533400"/>
                </a:lnTo>
                <a:lnTo>
                  <a:pt x="2209800" y="609600"/>
                </a:lnTo>
                <a:lnTo>
                  <a:pt x="2228850" y="609600"/>
                </a:lnTo>
                <a:close/>
              </a:path>
              <a:path w="2228850" h="5153025">
                <a:moveTo>
                  <a:pt x="2228850" y="742950"/>
                </a:moveTo>
                <a:lnTo>
                  <a:pt x="2228850" y="666750"/>
                </a:lnTo>
                <a:lnTo>
                  <a:pt x="2209800" y="666750"/>
                </a:lnTo>
                <a:lnTo>
                  <a:pt x="2209800" y="742950"/>
                </a:lnTo>
                <a:lnTo>
                  <a:pt x="2228850" y="742950"/>
                </a:lnTo>
                <a:close/>
              </a:path>
              <a:path w="2228850" h="5153025">
                <a:moveTo>
                  <a:pt x="2228850" y="876300"/>
                </a:moveTo>
                <a:lnTo>
                  <a:pt x="2228850" y="800100"/>
                </a:lnTo>
                <a:lnTo>
                  <a:pt x="2209800" y="800100"/>
                </a:lnTo>
                <a:lnTo>
                  <a:pt x="2209800" y="876300"/>
                </a:lnTo>
                <a:lnTo>
                  <a:pt x="2228850" y="876300"/>
                </a:lnTo>
                <a:close/>
              </a:path>
              <a:path w="2228850" h="5153025">
                <a:moveTo>
                  <a:pt x="2228850" y="1009650"/>
                </a:moveTo>
                <a:lnTo>
                  <a:pt x="2228850" y="933450"/>
                </a:lnTo>
                <a:lnTo>
                  <a:pt x="2209800" y="933450"/>
                </a:lnTo>
                <a:lnTo>
                  <a:pt x="2209800" y="1009650"/>
                </a:lnTo>
                <a:lnTo>
                  <a:pt x="2228850" y="1009650"/>
                </a:lnTo>
                <a:close/>
              </a:path>
              <a:path w="2228850" h="5153025">
                <a:moveTo>
                  <a:pt x="2228850" y="1143000"/>
                </a:moveTo>
                <a:lnTo>
                  <a:pt x="2228850" y="1066800"/>
                </a:lnTo>
                <a:lnTo>
                  <a:pt x="2209800" y="1066800"/>
                </a:lnTo>
                <a:lnTo>
                  <a:pt x="2209800" y="1143000"/>
                </a:lnTo>
                <a:lnTo>
                  <a:pt x="2228850" y="1143000"/>
                </a:lnTo>
                <a:close/>
              </a:path>
              <a:path w="2228850" h="5153025">
                <a:moveTo>
                  <a:pt x="2228850" y="1276350"/>
                </a:moveTo>
                <a:lnTo>
                  <a:pt x="2228850" y="1200150"/>
                </a:lnTo>
                <a:lnTo>
                  <a:pt x="2209800" y="1200150"/>
                </a:lnTo>
                <a:lnTo>
                  <a:pt x="2209800" y="1276350"/>
                </a:lnTo>
                <a:lnTo>
                  <a:pt x="2228850" y="1276350"/>
                </a:lnTo>
                <a:close/>
              </a:path>
              <a:path w="2228850" h="5153025">
                <a:moveTo>
                  <a:pt x="2228850" y="1409700"/>
                </a:moveTo>
                <a:lnTo>
                  <a:pt x="2228850" y="1333500"/>
                </a:lnTo>
                <a:lnTo>
                  <a:pt x="2209800" y="1333500"/>
                </a:lnTo>
                <a:lnTo>
                  <a:pt x="2209800" y="1409700"/>
                </a:lnTo>
                <a:lnTo>
                  <a:pt x="2228850" y="1409700"/>
                </a:lnTo>
                <a:close/>
              </a:path>
              <a:path w="2228850" h="5153025">
                <a:moveTo>
                  <a:pt x="2228850" y="1543049"/>
                </a:moveTo>
                <a:lnTo>
                  <a:pt x="2228850" y="1466850"/>
                </a:lnTo>
                <a:lnTo>
                  <a:pt x="2209800" y="1466850"/>
                </a:lnTo>
                <a:lnTo>
                  <a:pt x="2209800" y="1543049"/>
                </a:lnTo>
                <a:lnTo>
                  <a:pt x="2228850" y="1543049"/>
                </a:lnTo>
                <a:close/>
              </a:path>
              <a:path w="2228850" h="5153025">
                <a:moveTo>
                  <a:pt x="2228850" y="1676400"/>
                </a:moveTo>
                <a:lnTo>
                  <a:pt x="2228850" y="1600200"/>
                </a:lnTo>
                <a:lnTo>
                  <a:pt x="2209800" y="1600200"/>
                </a:lnTo>
                <a:lnTo>
                  <a:pt x="2209800" y="1676400"/>
                </a:lnTo>
                <a:lnTo>
                  <a:pt x="2228850" y="1676400"/>
                </a:lnTo>
                <a:close/>
              </a:path>
              <a:path w="2228850" h="5153025">
                <a:moveTo>
                  <a:pt x="2228850" y="1809750"/>
                </a:moveTo>
                <a:lnTo>
                  <a:pt x="2228850" y="1733550"/>
                </a:lnTo>
                <a:lnTo>
                  <a:pt x="2209800" y="1733550"/>
                </a:lnTo>
                <a:lnTo>
                  <a:pt x="2209800" y="1809750"/>
                </a:lnTo>
                <a:lnTo>
                  <a:pt x="2228850" y="1809750"/>
                </a:lnTo>
                <a:close/>
              </a:path>
              <a:path w="2228850" h="5153025">
                <a:moveTo>
                  <a:pt x="2228850" y="1943100"/>
                </a:moveTo>
                <a:lnTo>
                  <a:pt x="2228850" y="1866900"/>
                </a:lnTo>
                <a:lnTo>
                  <a:pt x="2209800" y="1866900"/>
                </a:lnTo>
                <a:lnTo>
                  <a:pt x="2209800" y="1943100"/>
                </a:lnTo>
                <a:lnTo>
                  <a:pt x="2228850" y="1943100"/>
                </a:lnTo>
                <a:close/>
              </a:path>
              <a:path w="2228850" h="5153025">
                <a:moveTo>
                  <a:pt x="2228850" y="2076450"/>
                </a:moveTo>
                <a:lnTo>
                  <a:pt x="2228850" y="2000250"/>
                </a:lnTo>
                <a:lnTo>
                  <a:pt x="2209800" y="2000250"/>
                </a:lnTo>
                <a:lnTo>
                  <a:pt x="2209800" y="2076450"/>
                </a:lnTo>
                <a:lnTo>
                  <a:pt x="2228850" y="2076450"/>
                </a:lnTo>
                <a:close/>
              </a:path>
              <a:path w="2228850" h="5153025">
                <a:moveTo>
                  <a:pt x="2228850" y="2209800"/>
                </a:moveTo>
                <a:lnTo>
                  <a:pt x="2228850" y="2133600"/>
                </a:lnTo>
                <a:lnTo>
                  <a:pt x="2209800" y="2133600"/>
                </a:lnTo>
                <a:lnTo>
                  <a:pt x="2209800" y="2209800"/>
                </a:lnTo>
                <a:lnTo>
                  <a:pt x="2228850" y="2209800"/>
                </a:lnTo>
                <a:close/>
              </a:path>
              <a:path w="2228850" h="5153025">
                <a:moveTo>
                  <a:pt x="2228850" y="2343150"/>
                </a:moveTo>
                <a:lnTo>
                  <a:pt x="2228850" y="2266950"/>
                </a:lnTo>
                <a:lnTo>
                  <a:pt x="2209800" y="2266950"/>
                </a:lnTo>
                <a:lnTo>
                  <a:pt x="2209800" y="2343150"/>
                </a:lnTo>
                <a:lnTo>
                  <a:pt x="2228850" y="2343150"/>
                </a:lnTo>
                <a:close/>
              </a:path>
              <a:path w="2228850" h="5153025">
                <a:moveTo>
                  <a:pt x="2228850" y="2476500"/>
                </a:moveTo>
                <a:lnTo>
                  <a:pt x="2228850" y="2400300"/>
                </a:lnTo>
                <a:lnTo>
                  <a:pt x="2209800" y="2400300"/>
                </a:lnTo>
                <a:lnTo>
                  <a:pt x="2209800" y="2476500"/>
                </a:lnTo>
                <a:lnTo>
                  <a:pt x="2228850" y="2476500"/>
                </a:lnTo>
                <a:close/>
              </a:path>
              <a:path w="2228850" h="5153025">
                <a:moveTo>
                  <a:pt x="2228850" y="2609850"/>
                </a:moveTo>
                <a:lnTo>
                  <a:pt x="2228850" y="2533650"/>
                </a:lnTo>
                <a:lnTo>
                  <a:pt x="2209800" y="2533650"/>
                </a:lnTo>
                <a:lnTo>
                  <a:pt x="2209800" y="2609850"/>
                </a:lnTo>
                <a:lnTo>
                  <a:pt x="2228850" y="2609850"/>
                </a:lnTo>
                <a:close/>
              </a:path>
              <a:path w="2228850" h="5153025">
                <a:moveTo>
                  <a:pt x="2228850" y="2743200"/>
                </a:moveTo>
                <a:lnTo>
                  <a:pt x="2228850" y="2667000"/>
                </a:lnTo>
                <a:lnTo>
                  <a:pt x="2209800" y="2667000"/>
                </a:lnTo>
                <a:lnTo>
                  <a:pt x="2209800" y="2743200"/>
                </a:lnTo>
                <a:lnTo>
                  <a:pt x="2228850" y="2743200"/>
                </a:lnTo>
                <a:close/>
              </a:path>
              <a:path w="2228850" h="5153025">
                <a:moveTo>
                  <a:pt x="2228850" y="2876550"/>
                </a:moveTo>
                <a:lnTo>
                  <a:pt x="2228850" y="2800350"/>
                </a:lnTo>
                <a:lnTo>
                  <a:pt x="2209800" y="2800350"/>
                </a:lnTo>
                <a:lnTo>
                  <a:pt x="2209800" y="2876550"/>
                </a:lnTo>
                <a:lnTo>
                  <a:pt x="2228850" y="2876550"/>
                </a:lnTo>
                <a:close/>
              </a:path>
              <a:path w="2228850" h="5153025">
                <a:moveTo>
                  <a:pt x="2228850" y="3009900"/>
                </a:moveTo>
                <a:lnTo>
                  <a:pt x="2228850" y="2933700"/>
                </a:lnTo>
                <a:lnTo>
                  <a:pt x="2209800" y="2933700"/>
                </a:lnTo>
                <a:lnTo>
                  <a:pt x="2209800" y="3009900"/>
                </a:lnTo>
                <a:lnTo>
                  <a:pt x="2228850" y="3009900"/>
                </a:lnTo>
                <a:close/>
              </a:path>
              <a:path w="2228850" h="5153025">
                <a:moveTo>
                  <a:pt x="2228850" y="3143250"/>
                </a:moveTo>
                <a:lnTo>
                  <a:pt x="2228850" y="3067050"/>
                </a:lnTo>
                <a:lnTo>
                  <a:pt x="2209800" y="3067050"/>
                </a:lnTo>
                <a:lnTo>
                  <a:pt x="2209800" y="3143250"/>
                </a:lnTo>
                <a:lnTo>
                  <a:pt x="2228850" y="3143250"/>
                </a:lnTo>
                <a:close/>
              </a:path>
              <a:path w="2228850" h="5153025">
                <a:moveTo>
                  <a:pt x="2228850" y="3276600"/>
                </a:moveTo>
                <a:lnTo>
                  <a:pt x="2228850" y="3200400"/>
                </a:lnTo>
                <a:lnTo>
                  <a:pt x="2209800" y="3200400"/>
                </a:lnTo>
                <a:lnTo>
                  <a:pt x="2209800" y="3276600"/>
                </a:lnTo>
                <a:lnTo>
                  <a:pt x="2228850" y="3276600"/>
                </a:lnTo>
                <a:close/>
              </a:path>
              <a:path w="2228850" h="5153025">
                <a:moveTo>
                  <a:pt x="2228850" y="3409950"/>
                </a:moveTo>
                <a:lnTo>
                  <a:pt x="2228850" y="3333750"/>
                </a:lnTo>
                <a:lnTo>
                  <a:pt x="2209800" y="3333750"/>
                </a:lnTo>
                <a:lnTo>
                  <a:pt x="2209800" y="3409950"/>
                </a:lnTo>
                <a:lnTo>
                  <a:pt x="2228850" y="3409950"/>
                </a:lnTo>
                <a:close/>
              </a:path>
              <a:path w="2228850" h="5153025">
                <a:moveTo>
                  <a:pt x="2228850" y="3543300"/>
                </a:moveTo>
                <a:lnTo>
                  <a:pt x="2228850" y="3467100"/>
                </a:lnTo>
                <a:lnTo>
                  <a:pt x="2209800" y="3467100"/>
                </a:lnTo>
                <a:lnTo>
                  <a:pt x="2209800" y="3543300"/>
                </a:lnTo>
                <a:lnTo>
                  <a:pt x="2228850" y="3543300"/>
                </a:lnTo>
                <a:close/>
              </a:path>
              <a:path w="2228850" h="5153025">
                <a:moveTo>
                  <a:pt x="2228850" y="3676650"/>
                </a:moveTo>
                <a:lnTo>
                  <a:pt x="2228850" y="3600450"/>
                </a:lnTo>
                <a:lnTo>
                  <a:pt x="2209800" y="3600450"/>
                </a:lnTo>
                <a:lnTo>
                  <a:pt x="2209800" y="3676650"/>
                </a:lnTo>
                <a:lnTo>
                  <a:pt x="2228850" y="3676650"/>
                </a:lnTo>
                <a:close/>
              </a:path>
              <a:path w="2228850" h="5153025">
                <a:moveTo>
                  <a:pt x="2228850" y="3810000"/>
                </a:moveTo>
                <a:lnTo>
                  <a:pt x="2228850" y="3733800"/>
                </a:lnTo>
                <a:lnTo>
                  <a:pt x="2209800" y="3733800"/>
                </a:lnTo>
                <a:lnTo>
                  <a:pt x="2209800" y="3810000"/>
                </a:lnTo>
                <a:lnTo>
                  <a:pt x="2228850" y="3810000"/>
                </a:lnTo>
                <a:close/>
              </a:path>
              <a:path w="2228850" h="5153025">
                <a:moveTo>
                  <a:pt x="2228850" y="3943350"/>
                </a:moveTo>
                <a:lnTo>
                  <a:pt x="2228850" y="3867150"/>
                </a:lnTo>
                <a:lnTo>
                  <a:pt x="2209800" y="3867150"/>
                </a:lnTo>
                <a:lnTo>
                  <a:pt x="2209800" y="3943350"/>
                </a:lnTo>
                <a:lnTo>
                  <a:pt x="2228850" y="3943350"/>
                </a:lnTo>
                <a:close/>
              </a:path>
              <a:path w="2228850" h="5153025">
                <a:moveTo>
                  <a:pt x="2228850" y="4076700"/>
                </a:moveTo>
                <a:lnTo>
                  <a:pt x="2228850" y="4000500"/>
                </a:lnTo>
                <a:lnTo>
                  <a:pt x="2209800" y="4000500"/>
                </a:lnTo>
                <a:lnTo>
                  <a:pt x="2209800" y="4076700"/>
                </a:lnTo>
                <a:lnTo>
                  <a:pt x="2228850" y="4076700"/>
                </a:lnTo>
                <a:close/>
              </a:path>
              <a:path w="2228850" h="5153025">
                <a:moveTo>
                  <a:pt x="2228850" y="4210050"/>
                </a:moveTo>
                <a:lnTo>
                  <a:pt x="2228850" y="4133850"/>
                </a:lnTo>
                <a:lnTo>
                  <a:pt x="2209800" y="4133850"/>
                </a:lnTo>
                <a:lnTo>
                  <a:pt x="2209800" y="4210050"/>
                </a:lnTo>
                <a:lnTo>
                  <a:pt x="2228850" y="4210050"/>
                </a:lnTo>
                <a:close/>
              </a:path>
              <a:path w="2228850" h="5153025">
                <a:moveTo>
                  <a:pt x="2228850" y="4343400"/>
                </a:moveTo>
                <a:lnTo>
                  <a:pt x="2228850" y="4267200"/>
                </a:lnTo>
                <a:lnTo>
                  <a:pt x="2209800" y="4267200"/>
                </a:lnTo>
                <a:lnTo>
                  <a:pt x="2209800" y="4343400"/>
                </a:lnTo>
                <a:lnTo>
                  <a:pt x="2228850" y="4343400"/>
                </a:lnTo>
                <a:close/>
              </a:path>
              <a:path w="2228850" h="5153025">
                <a:moveTo>
                  <a:pt x="2228850" y="4476750"/>
                </a:moveTo>
                <a:lnTo>
                  <a:pt x="2228850" y="4400550"/>
                </a:lnTo>
                <a:lnTo>
                  <a:pt x="2209800" y="4400550"/>
                </a:lnTo>
                <a:lnTo>
                  <a:pt x="2209800" y="4476750"/>
                </a:lnTo>
                <a:lnTo>
                  <a:pt x="2228850" y="4476750"/>
                </a:lnTo>
                <a:close/>
              </a:path>
              <a:path w="2228850" h="5153025">
                <a:moveTo>
                  <a:pt x="2228850" y="4610100"/>
                </a:moveTo>
                <a:lnTo>
                  <a:pt x="2228850" y="4533900"/>
                </a:lnTo>
                <a:lnTo>
                  <a:pt x="2209800" y="4533900"/>
                </a:lnTo>
                <a:lnTo>
                  <a:pt x="2209800" y="4610100"/>
                </a:lnTo>
                <a:lnTo>
                  <a:pt x="2228850" y="4610100"/>
                </a:lnTo>
                <a:close/>
              </a:path>
              <a:path w="2228850" h="5153025">
                <a:moveTo>
                  <a:pt x="2228850" y="4743450"/>
                </a:moveTo>
                <a:lnTo>
                  <a:pt x="2228850" y="4667250"/>
                </a:lnTo>
                <a:lnTo>
                  <a:pt x="2209800" y="4667250"/>
                </a:lnTo>
                <a:lnTo>
                  <a:pt x="2209800" y="4743450"/>
                </a:lnTo>
                <a:lnTo>
                  <a:pt x="2228850" y="4743450"/>
                </a:lnTo>
                <a:close/>
              </a:path>
              <a:path w="2228850" h="5153025">
                <a:moveTo>
                  <a:pt x="2228850" y="4876800"/>
                </a:moveTo>
                <a:lnTo>
                  <a:pt x="2228850" y="4800600"/>
                </a:lnTo>
                <a:lnTo>
                  <a:pt x="2209800" y="4800600"/>
                </a:lnTo>
                <a:lnTo>
                  <a:pt x="2209800" y="4876800"/>
                </a:lnTo>
                <a:lnTo>
                  <a:pt x="2228850" y="4876800"/>
                </a:lnTo>
                <a:close/>
              </a:path>
              <a:path w="2228850" h="5153025">
                <a:moveTo>
                  <a:pt x="2228850" y="5010150"/>
                </a:moveTo>
                <a:lnTo>
                  <a:pt x="2228850" y="4933950"/>
                </a:lnTo>
                <a:lnTo>
                  <a:pt x="2209800" y="4933950"/>
                </a:lnTo>
                <a:lnTo>
                  <a:pt x="2209800" y="5010150"/>
                </a:lnTo>
                <a:lnTo>
                  <a:pt x="2228850" y="5010150"/>
                </a:lnTo>
                <a:close/>
              </a:path>
              <a:path w="2228850" h="5153025">
                <a:moveTo>
                  <a:pt x="2228850" y="5152644"/>
                </a:moveTo>
                <a:lnTo>
                  <a:pt x="2228850" y="5067300"/>
                </a:lnTo>
                <a:lnTo>
                  <a:pt x="2209800" y="5067300"/>
                </a:lnTo>
                <a:lnTo>
                  <a:pt x="2209800" y="5143500"/>
                </a:lnTo>
                <a:lnTo>
                  <a:pt x="2218944" y="5133594"/>
                </a:lnTo>
                <a:lnTo>
                  <a:pt x="2218944" y="5152644"/>
                </a:lnTo>
                <a:lnTo>
                  <a:pt x="2228850" y="5152644"/>
                </a:lnTo>
                <a:close/>
              </a:path>
              <a:path w="2228850" h="5153025">
                <a:moveTo>
                  <a:pt x="2161794" y="5152644"/>
                </a:moveTo>
                <a:lnTo>
                  <a:pt x="2161794" y="5133594"/>
                </a:lnTo>
                <a:lnTo>
                  <a:pt x="2085594" y="5133594"/>
                </a:lnTo>
                <a:lnTo>
                  <a:pt x="2085594" y="5152644"/>
                </a:lnTo>
                <a:lnTo>
                  <a:pt x="2161794" y="5152644"/>
                </a:lnTo>
                <a:close/>
              </a:path>
              <a:path w="2228850" h="5153025">
                <a:moveTo>
                  <a:pt x="2028444" y="5152644"/>
                </a:moveTo>
                <a:lnTo>
                  <a:pt x="2028444" y="5133594"/>
                </a:lnTo>
                <a:lnTo>
                  <a:pt x="1952244" y="5133594"/>
                </a:lnTo>
                <a:lnTo>
                  <a:pt x="1952244" y="5152644"/>
                </a:lnTo>
                <a:lnTo>
                  <a:pt x="2028444" y="5152644"/>
                </a:lnTo>
                <a:close/>
              </a:path>
              <a:path w="2228850" h="5153025">
                <a:moveTo>
                  <a:pt x="1895094" y="5152644"/>
                </a:moveTo>
                <a:lnTo>
                  <a:pt x="1895094" y="5133594"/>
                </a:lnTo>
                <a:lnTo>
                  <a:pt x="1818894" y="5133594"/>
                </a:lnTo>
                <a:lnTo>
                  <a:pt x="1818894" y="5152644"/>
                </a:lnTo>
                <a:lnTo>
                  <a:pt x="1895094" y="5152644"/>
                </a:lnTo>
                <a:close/>
              </a:path>
              <a:path w="2228850" h="5153025">
                <a:moveTo>
                  <a:pt x="1761744" y="5152644"/>
                </a:moveTo>
                <a:lnTo>
                  <a:pt x="1761744" y="5133594"/>
                </a:lnTo>
                <a:lnTo>
                  <a:pt x="1685544" y="5133594"/>
                </a:lnTo>
                <a:lnTo>
                  <a:pt x="1685544" y="5152644"/>
                </a:lnTo>
                <a:lnTo>
                  <a:pt x="1761744" y="5152644"/>
                </a:lnTo>
                <a:close/>
              </a:path>
              <a:path w="2228850" h="5153025">
                <a:moveTo>
                  <a:pt x="1628394" y="5152644"/>
                </a:moveTo>
                <a:lnTo>
                  <a:pt x="1628394" y="5133594"/>
                </a:lnTo>
                <a:lnTo>
                  <a:pt x="1552194" y="5133594"/>
                </a:lnTo>
                <a:lnTo>
                  <a:pt x="1552194" y="5152644"/>
                </a:lnTo>
                <a:lnTo>
                  <a:pt x="1628394" y="5152644"/>
                </a:lnTo>
                <a:close/>
              </a:path>
              <a:path w="2228850" h="5153025">
                <a:moveTo>
                  <a:pt x="1495044" y="5152644"/>
                </a:moveTo>
                <a:lnTo>
                  <a:pt x="1495044" y="5133594"/>
                </a:lnTo>
                <a:lnTo>
                  <a:pt x="1418844" y="5133594"/>
                </a:lnTo>
                <a:lnTo>
                  <a:pt x="1418844" y="5152644"/>
                </a:lnTo>
                <a:lnTo>
                  <a:pt x="1495044" y="5152644"/>
                </a:lnTo>
                <a:close/>
              </a:path>
              <a:path w="2228850" h="5153025">
                <a:moveTo>
                  <a:pt x="1361694" y="5152644"/>
                </a:moveTo>
                <a:lnTo>
                  <a:pt x="1361694" y="5133594"/>
                </a:lnTo>
                <a:lnTo>
                  <a:pt x="1285494" y="5133594"/>
                </a:lnTo>
                <a:lnTo>
                  <a:pt x="1285494" y="5152644"/>
                </a:lnTo>
                <a:lnTo>
                  <a:pt x="1361694" y="5152644"/>
                </a:lnTo>
                <a:close/>
              </a:path>
              <a:path w="2228850" h="5153025">
                <a:moveTo>
                  <a:pt x="1228344" y="5152644"/>
                </a:moveTo>
                <a:lnTo>
                  <a:pt x="1228344" y="5133594"/>
                </a:lnTo>
                <a:lnTo>
                  <a:pt x="1152144" y="5133594"/>
                </a:lnTo>
                <a:lnTo>
                  <a:pt x="1152144" y="5152644"/>
                </a:lnTo>
                <a:lnTo>
                  <a:pt x="1228344" y="5152644"/>
                </a:lnTo>
                <a:close/>
              </a:path>
              <a:path w="2228850" h="5153025">
                <a:moveTo>
                  <a:pt x="1094994" y="5152644"/>
                </a:moveTo>
                <a:lnTo>
                  <a:pt x="1094994" y="5133594"/>
                </a:lnTo>
                <a:lnTo>
                  <a:pt x="1018794" y="5133594"/>
                </a:lnTo>
                <a:lnTo>
                  <a:pt x="1018794" y="5152644"/>
                </a:lnTo>
                <a:lnTo>
                  <a:pt x="1094994" y="5152644"/>
                </a:lnTo>
                <a:close/>
              </a:path>
              <a:path w="2228850" h="5153025">
                <a:moveTo>
                  <a:pt x="961644" y="5152644"/>
                </a:moveTo>
                <a:lnTo>
                  <a:pt x="961644" y="5133594"/>
                </a:lnTo>
                <a:lnTo>
                  <a:pt x="885444" y="5133594"/>
                </a:lnTo>
                <a:lnTo>
                  <a:pt x="885444" y="5152644"/>
                </a:lnTo>
                <a:lnTo>
                  <a:pt x="961644" y="5152644"/>
                </a:lnTo>
                <a:close/>
              </a:path>
              <a:path w="2228850" h="5153025">
                <a:moveTo>
                  <a:pt x="828294" y="5152644"/>
                </a:moveTo>
                <a:lnTo>
                  <a:pt x="828294" y="5133594"/>
                </a:lnTo>
                <a:lnTo>
                  <a:pt x="752094" y="5133594"/>
                </a:lnTo>
                <a:lnTo>
                  <a:pt x="752094" y="5152644"/>
                </a:lnTo>
                <a:lnTo>
                  <a:pt x="828294" y="5152644"/>
                </a:lnTo>
                <a:close/>
              </a:path>
              <a:path w="2228850" h="5153025">
                <a:moveTo>
                  <a:pt x="694944" y="5152644"/>
                </a:moveTo>
                <a:lnTo>
                  <a:pt x="694944" y="5133594"/>
                </a:lnTo>
                <a:lnTo>
                  <a:pt x="618744" y="5133594"/>
                </a:lnTo>
                <a:lnTo>
                  <a:pt x="618744" y="5152644"/>
                </a:lnTo>
                <a:lnTo>
                  <a:pt x="694944" y="5152644"/>
                </a:lnTo>
                <a:close/>
              </a:path>
              <a:path w="2228850" h="5153025">
                <a:moveTo>
                  <a:pt x="561594" y="5152644"/>
                </a:moveTo>
                <a:lnTo>
                  <a:pt x="561594" y="5133594"/>
                </a:lnTo>
                <a:lnTo>
                  <a:pt x="485394" y="5133594"/>
                </a:lnTo>
                <a:lnTo>
                  <a:pt x="485394" y="5152644"/>
                </a:lnTo>
                <a:lnTo>
                  <a:pt x="561594" y="5152644"/>
                </a:lnTo>
                <a:close/>
              </a:path>
              <a:path w="2228850" h="5153025">
                <a:moveTo>
                  <a:pt x="428244" y="5152644"/>
                </a:moveTo>
                <a:lnTo>
                  <a:pt x="428244" y="5133594"/>
                </a:lnTo>
                <a:lnTo>
                  <a:pt x="352044" y="5133594"/>
                </a:lnTo>
                <a:lnTo>
                  <a:pt x="352044" y="5152644"/>
                </a:lnTo>
                <a:lnTo>
                  <a:pt x="428244" y="5152644"/>
                </a:lnTo>
                <a:close/>
              </a:path>
              <a:path w="2228850" h="5153025">
                <a:moveTo>
                  <a:pt x="294894" y="5152644"/>
                </a:moveTo>
                <a:lnTo>
                  <a:pt x="294894" y="5133594"/>
                </a:lnTo>
                <a:lnTo>
                  <a:pt x="218694" y="5133594"/>
                </a:lnTo>
                <a:lnTo>
                  <a:pt x="218694" y="5152644"/>
                </a:lnTo>
                <a:lnTo>
                  <a:pt x="294894" y="5152644"/>
                </a:lnTo>
                <a:close/>
              </a:path>
              <a:path w="2228850" h="5153025">
                <a:moveTo>
                  <a:pt x="161544" y="5152644"/>
                </a:moveTo>
                <a:lnTo>
                  <a:pt x="161544" y="5133594"/>
                </a:lnTo>
                <a:lnTo>
                  <a:pt x="85344" y="5133594"/>
                </a:lnTo>
                <a:lnTo>
                  <a:pt x="85344" y="5152644"/>
                </a:lnTo>
                <a:lnTo>
                  <a:pt x="161544" y="5152644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/>
          <p:cNvGrpSpPr/>
          <p:nvPr/>
        </p:nvGrpSpPr>
        <p:grpSpPr>
          <a:xfrm>
            <a:off x="1056132" y="5839205"/>
            <a:ext cx="1697355" cy="482600"/>
            <a:chOff x="1056132" y="5839205"/>
            <a:chExt cx="1697355" cy="482600"/>
          </a:xfrm>
        </p:grpSpPr>
        <p:sp>
          <p:nvSpPr>
            <p:cNvPr id="33" name="object 33"/>
            <p:cNvSpPr/>
            <p:nvPr/>
          </p:nvSpPr>
          <p:spPr>
            <a:xfrm>
              <a:off x="1062228" y="5845301"/>
              <a:ext cx="1685289" cy="470534"/>
            </a:xfrm>
            <a:custGeom>
              <a:avLst/>
              <a:gdLst/>
              <a:ahLst/>
              <a:cxnLst/>
              <a:rect l="l" t="t" r="r" b="b"/>
              <a:pathLst>
                <a:path w="1685289" h="470535">
                  <a:moveTo>
                    <a:pt x="1684782" y="470153"/>
                  </a:moveTo>
                  <a:lnTo>
                    <a:pt x="1684782" y="0"/>
                  </a:lnTo>
                  <a:lnTo>
                    <a:pt x="0" y="0"/>
                  </a:lnTo>
                  <a:lnTo>
                    <a:pt x="0" y="470153"/>
                  </a:lnTo>
                  <a:lnTo>
                    <a:pt x="1684782" y="470153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56132" y="5839205"/>
              <a:ext cx="1697355" cy="482600"/>
            </a:xfrm>
            <a:custGeom>
              <a:avLst/>
              <a:gdLst/>
              <a:ahLst/>
              <a:cxnLst/>
              <a:rect l="l" t="t" r="r" b="b"/>
              <a:pathLst>
                <a:path w="1697355" h="482600">
                  <a:moveTo>
                    <a:pt x="1696974" y="482346"/>
                  </a:moveTo>
                  <a:lnTo>
                    <a:pt x="1696974" y="0"/>
                  </a:lnTo>
                  <a:lnTo>
                    <a:pt x="0" y="0"/>
                  </a:lnTo>
                  <a:lnTo>
                    <a:pt x="0" y="482346"/>
                  </a:lnTo>
                  <a:lnTo>
                    <a:pt x="6096" y="482346"/>
                  </a:lnTo>
                  <a:lnTo>
                    <a:pt x="6096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1684020" y="12954"/>
                  </a:lnTo>
                  <a:lnTo>
                    <a:pt x="1684020" y="6096"/>
                  </a:lnTo>
                  <a:lnTo>
                    <a:pt x="1690878" y="12954"/>
                  </a:lnTo>
                  <a:lnTo>
                    <a:pt x="1690878" y="482346"/>
                  </a:lnTo>
                  <a:lnTo>
                    <a:pt x="1696974" y="482346"/>
                  </a:lnTo>
                  <a:close/>
                </a:path>
                <a:path w="1697355" h="482600">
                  <a:moveTo>
                    <a:pt x="12954" y="12954"/>
                  </a:moveTo>
                  <a:lnTo>
                    <a:pt x="12954" y="6096"/>
                  </a:lnTo>
                  <a:lnTo>
                    <a:pt x="6096" y="12954"/>
                  </a:lnTo>
                  <a:lnTo>
                    <a:pt x="12954" y="12954"/>
                  </a:lnTo>
                  <a:close/>
                </a:path>
                <a:path w="1697355" h="482600">
                  <a:moveTo>
                    <a:pt x="12954" y="470153"/>
                  </a:moveTo>
                  <a:lnTo>
                    <a:pt x="12954" y="12954"/>
                  </a:lnTo>
                  <a:lnTo>
                    <a:pt x="6096" y="12954"/>
                  </a:lnTo>
                  <a:lnTo>
                    <a:pt x="6096" y="470153"/>
                  </a:lnTo>
                  <a:lnTo>
                    <a:pt x="12954" y="470153"/>
                  </a:lnTo>
                  <a:close/>
                </a:path>
                <a:path w="1697355" h="482600">
                  <a:moveTo>
                    <a:pt x="1690878" y="470153"/>
                  </a:moveTo>
                  <a:lnTo>
                    <a:pt x="6096" y="470153"/>
                  </a:lnTo>
                  <a:lnTo>
                    <a:pt x="12954" y="476250"/>
                  </a:lnTo>
                  <a:lnTo>
                    <a:pt x="12954" y="482346"/>
                  </a:lnTo>
                  <a:lnTo>
                    <a:pt x="1684020" y="482346"/>
                  </a:lnTo>
                  <a:lnTo>
                    <a:pt x="1684020" y="476250"/>
                  </a:lnTo>
                  <a:lnTo>
                    <a:pt x="1690878" y="470153"/>
                  </a:lnTo>
                  <a:close/>
                </a:path>
                <a:path w="1697355" h="482600">
                  <a:moveTo>
                    <a:pt x="12954" y="482346"/>
                  </a:moveTo>
                  <a:lnTo>
                    <a:pt x="12954" y="476250"/>
                  </a:lnTo>
                  <a:lnTo>
                    <a:pt x="6096" y="470153"/>
                  </a:lnTo>
                  <a:lnTo>
                    <a:pt x="6096" y="482346"/>
                  </a:lnTo>
                  <a:lnTo>
                    <a:pt x="12954" y="482346"/>
                  </a:lnTo>
                  <a:close/>
                </a:path>
                <a:path w="1697355" h="482600">
                  <a:moveTo>
                    <a:pt x="1690878" y="12954"/>
                  </a:moveTo>
                  <a:lnTo>
                    <a:pt x="1684020" y="6096"/>
                  </a:lnTo>
                  <a:lnTo>
                    <a:pt x="1684020" y="12954"/>
                  </a:lnTo>
                  <a:lnTo>
                    <a:pt x="1690878" y="12954"/>
                  </a:lnTo>
                  <a:close/>
                </a:path>
                <a:path w="1697355" h="482600">
                  <a:moveTo>
                    <a:pt x="1690878" y="470153"/>
                  </a:moveTo>
                  <a:lnTo>
                    <a:pt x="1690878" y="12954"/>
                  </a:lnTo>
                  <a:lnTo>
                    <a:pt x="1684020" y="12954"/>
                  </a:lnTo>
                  <a:lnTo>
                    <a:pt x="1684020" y="470153"/>
                  </a:lnTo>
                  <a:lnTo>
                    <a:pt x="1690878" y="470153"/>
                  </a:lnTo>
                  <a:close/>
                </a:path>
                <a:path w="1697355" h="482600">
                  <a:moveTo>
                    <a:pt x="1690878" y="482346"/>
                  </a:moveTo>
                  <a:lnTo>
                    <a:pt x="1690878" y="470153"/>
                  </a:lnTo>
                  <a:lnTo>
                    <a:pt x="1684020" y="476250"/>
                  </a:lnTo>
                  <a:lnTo>
                    <a:pt x="1684020" y="482346"/>
                  </a:lnTo>
                  <a:lnTo>
                    <a:pt x="1690878" y="482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0368" y="5949695"/>
              <a:ext cx="987551" cy="316992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062227" y="5845302"/>
            <a:ext cx="1685289" cy="470534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5.2.3</a:t>
            </a:r>
            <a:endParaRPr sz="10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Supply</a:t>
            </a:r>
            <a:r>
              <a:rPr dirty="0" sz="1000" spc="-6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054608" y="5251703"/>
            <a:ext cx="1697355" cy="482600"/>
            <a:chOff x="1054608" y="5251703"/>
            <a:chExt cx="1697355" cy="482600"/>
          </a:xfrm>
        </p:grpSpPr>
        <p:sp>
          <p:nvSpPr>
            <p:cNvPr id="38" name="object 38"/>
            <p:cNvSpPr/>
            <p:nvPr/>
          </p:nvSpPr>
          <p:spPr>
            <a:xfrm>
              <a:off x="1060704" y="5257799"/>
              <a:ext cx="1685289" cy="470534"/>
            </a:xfrm>
            <a:custGeom>
              <a:avLst/>
              <a:gdLst/>
              <a:ahLst/>
              <a:cxnLst/>
              <a:rect l="l" t="t" r="r" b="b"/>
              <a:pathLst>
                <a:path w="1685289" h="470535">
                  <a:moveTo>
                    <a:pt x="1684782" y="470153"/>
                  </a:moveTo>
                  <a:lnTo>
                    <a:pt x="1684782" y="0"/>
                  </a:lnTo>
                  <a:lnTo>
                    <a:pt x="0" y="0"/>
                  </a:lnTo>
                  <a:lnTo>
                    <a:pt x="0" y="470153"/>
                  </a:lnTo>
                  <a:lnTo>
                    <a:pt x="1684782" y="470153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054608" y="5251703"/>
              <a:ext cx="1697355" cy="482600"/>
            </a:xfrm>
            <a:custGeom>
              <a:avLst/>
              <a:gdLst/>
              <a:ahLst/>
              <a:cxnLst/>
              <a:rect l="l" t="t" r="r" b="b"/>
              <a:pathLst>
                <a:path w="1697355" h="482600">
                  <a:moveTo>
                    <a:pt x="1696974" y="482346"/>
                  </a:moveTo>
                  <a:lnTo>
                    <a:pt x="1696974" y="0"/>
                  </a:lnTo>
                  <a:lnTo>
                    <a:pt x="0" y="0"/>
                  </a:lnTo>
                  <a:lnTo>
                    <a:pt x="0" y="482346"/>
                  </a:lnTo>
                  <a:lnTo>
                    <a:pt x="6095" y="482346"/>
                  </a:lnTo>
                  <a:lnTo>
                    <a:pt x="6095" y="12954"/>
                  </a:lnTo>
                  <a:lnTo>
                    <a:pt x="12191" y="6096"/>
                  </a:lnTo>
                  <a:lnTo>
                    <a:pt x="12191" y="12954"/>
                  </a:lnTo>
                  <a:lnTo>
                    <a:pt x="1684019" y="12954"/>
                  </a:lnTo>
                  <a:lnTo>
                    <a:pt x="1684019" y="6096"/>
                  </a:lnTo>
                  <a:lnTo>
                    <a:pt x="1690877" y="12954"/>
                  </a:lnTo>
                  <a:lnTo>
                    <a:pt x="1690877" y="482346"/>
                  </a:lnTo>
                  <a:lnTo>
                    <a:pt x="1696974" y="482346"/>
                  </a:lnTo>
                  <a:close/>
                </a:path>
                <a:path w="1697355" h="482600">
                  <a:moveTo>
                    <a:pt x="12191" y="12954"/>
                  </a:moveTo>
                  <a:lnTo>
                    <a:pt x="12191" y="6096"/>
                  </a:lnTo>
                  <a:lnTo>
                    <a:pt x="6095" y="12954"/>
                  </a:lnTo>
                  <a:lnTo>
                    <a:pt x="12191" y="12954"/>
                  </a:lnTo>
                  <a:close/>
                </a:path>
                <a:path w="1697355" h="482600">
                  <a:moveTo>
                    <a:pt x="12191" y="470154"/>
                  </a:moveTo>
                  <a:lnTo>
                    <a:pt x="12191" y="12954"/>
                  </a:lnTo>
                  <a:lnTo>
                    <a:pt x="6095" y="12954"/>
                  </a:lnTo>
                  <a:lnTo>
                    <a:pt x="6095" y="470154"/>
                  </a:lnTo>
                  <a:lnTo>
                    <a:pt x="12191" y="470154"/>
                  </a:lnTo>
                  <a:close/>
                </a:path>
                <a:path w="1697355" h="482600">
                  <a:moveTo>
                    <a:pt x="1690877" y="470154"/>
                  </a:moveTo>
                  <a:lnTo>
                    <a:pt x="6095" y="470154"/>
                  </a:lnTo>
                  <a:lnTo>
                    <a:pt x="12191" y="476250"/>
                  </a:lnTo>
                  <a:lnTo>
                    <a:pt x="12191" y="482346"/>
                  </a:lnTo>
                  <a:lnTo>
                    <a:pt x="1684019" y="482346"/>
                  </a:lnTo>
                  <a:lnTo>
                    <a:pt x="1684019" y="476250"/>
                  </a:lnTo>
                  <a:lnTo>
                    <a:pt x="1690877" y="470154"/>
                  </a:lnTo>
                  <a:close/>
                </a:path>
                <a:path w="1697355" h="482600">
                  <a:moveTo>
                    <a:pt x="12191" y="482346"/>
                  </a:moveTo>
                  <a:lnTo>
                    <a:pt x="12191" y="476250"/>
                  </a:lnTo>
                  <a:lnTo>
                    <a:pt x="6095" y="470154"/>
                  </a:lnTo>
                  <a:lnTo>
                    <a:pt x="6095" y="482346"/>
                  </a:lnTo>
                  <a:lnTo>
                    <a:pt x="12191" y="482346"/>
                  </a:lnTo>
                  <a:close/>
                </a:path>
                <a:path w="1697355" h="482600">
                  <a:moveTo>
                    <a:pt x="1690877" y="12954"/>
                  </a:moveTo>
                  <a:lnTo>
                    <a:pt x="1684019" y="6096"/>
                  </a:lnTo>
                  <a:lnTo>
                    <a:pt x="1684019" y="12954"/>
                  </a:lnTo>
                  <a:lnTo>
                    <a:pt x="1690877" y="12954"/>
                  </a:lnTo>
                  <a:close/>
                </a:path>
                <a:path w="1697355" h="482600">
                  <a:moveTo>
                    <a:pt x="1690877" y="470154"/>
                  </a:moveTo>
                  <a:lnTo>
                    <a:pt x="1690877" y="12954"/>
                  </a:lnTo>
                  <a:lnTo>
                    <a:pt x="1684019" y="12954"/>
                  </a:lnTo>
                  <a:lnTo>
                    <a:pt x="1684019" y="470154"/>
                  </a:lnTo>
                  <a:lnTo>
                    <a:pt x="1690877" y="470154"/>
                  </a:lnTo>
                  <a:close/>
                </a:path>
                <a:path w="1697355" h="482600">
                  <a:moveTo>
                    <a:pt x="1690877" y="482346"/>
                  </a:moveTo>
                  <a:lnTo>
                    <a:pt x="1690877" y="470154"/>
                  </a:lnTo>
                  <a:lnTo>
                    <a:pt x="1684019" y="476250"/>
                  </a:lnTo>
                  <a:lnTo>
                    <a:pt x="1684019" y="482346"/>
                  </a:lnTo>
                  <a:lnTo>
                    <a:pt x="1690877" y="482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6255" y="5358383"/>
              <a:ext cx="1255776" cy="310895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060703" y="5257800"/>
            <a:ext cx="1685289" cy="470534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5.2.2</a:t>
            </a:r>
            <a:endParaRPr sz="10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Acquisition</a:t>
            </a:r>
            <a:r>
              <a:rPr dirty="0" sz="1000" spc="-6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03909" y="4815078"/>
            <a:ext cx="2178050" cy="1619250"/>
          </a:xfrm>
          <a:custGeom>
            <a:avLst/>
            <a:gdLst/>
            <a:ahLst/>
            <a:cxnLst/>
            <a:rect l="l" t="t" r="r" b="b"/>
            <a:pathLst>
              <a:path w="2178050" h="1619250">
                <a:moveTo>
                  <a:pt x="19050" y="1600200"/>
                </a:moveTo>
                <a:lnTo>
                  <a:pt x="19050" y="1533905"/>
                </a:lnTo>
                <a:lnTo>
                  <a:pt x="0" y="1533905"/>
                </a:lnTo>
                <a:lnTo>
                  <a:pt x="0" y="1610105"/>
                </a:lnTo>
                <a:lnTo>
                  <a:pt x="9144" y="1610105"/>
                </a:lnTo>
                <a:lnTo>
                  <a:pt x="9144" y="1600200"/>
                </a:lnTo>
                <a:lnTo>
                  <a:pt x="19050" y="1600200"/>
                </a:lnTo>
                <a:close/>
              </a:path>
              <a:path w="2178050" h="1619250">
                <a:moveTo>
                  <a:pt x="60198" y="1619250"/>
                </a:moveTo>
                <a:lnTo>
                  <a:pt x="60198" y="1600200"/>
                </a:lnTo>
                <a:lnTo>
                  <a:pt x="9144" y="1600200"/>
                </a:lnTo>
                <a:lnTo>
                  <a:pt x="9144" y="1610105"/>
                </a:lnTo>
                <a:lnTo>
                  <a:pt x="19050" y="1610105"/>
                </a:lnTo>
                <a:lnTo>
                  <a:pt x="19050" y="1619250"/>
                </a:lnTo>
                <a:lnTo>
                  <a:pt x="60198" y="1619250"/>
                </a:lnTo>
                <a:close/>
              </a:path>
              <a:path w="2178050" h="1619250">
                <a:moveTo>
                  <a:pt x="19050" y="1619250"/>
                </a:moveTo>
                <a:lnTo>
                  <a:pt x="19050" y="1610105"/>
                </a:lnTo>
                <a:lnTo>
                  <a:pt x="9144" y="1610105"/>
                </a:lnTo>
                <a:lnTo>
                  <a:pt x="9144" y="1619250"/>
                </a:lnTo>
                <a:lnTo>
                  <a:pt x="19050" y="1619250"/>
                </a:lnTo>
                <a:close/>
              </a:path>
              <a:path w="2178050" h="1619250">
                <a:moveTo>
                  <a:pt x="19050" y="1476755"/>
                </a:moveTo>
                <a:lnTo>
                  <a:pt x="19050" y="1400555"/>
                </a:lnTo>
                <a:lnTo>
                  <a:pt x="0" y="1400555"/>
                </a:lnTo>
                <a:lnTo>
                  <a:pt x="0" y="1476755"/>
                </a:lnTo>
                <a:lnTo>
                  <a:pt x="19050" y="1476755"/>
                </a:lnTo>
                <a:close/>
              </a:path>
              <a:path w="2178050" h="1619250">
                <a:moveTo>
                  <a:pt x="19050" y="1343405"/>
                </a:moveTo>
                <a:lnTo>
                  <a:pt x="19050" y="1267205"/>
                </a:lnTo>
                <a:lnTo>
                  <a:pt x="0" y="1267205"/>
                </a:lnTo>
                <a:lnTo>
                  <a:pt x="0" y="1343405"/>
                </a:lnTo>
                <a:lnTo>
                  <a:pt x="19050" y="1343405"/>
                </a:lnTo>
                <a:close/>
              </a:path>
              <a:path w="2178050" h="1619250">
                <a:moveTo>
                  <a:pt x="19050" y="1210056"/>
                </a:moveTo>
                <a:lnTo>
                  <a:pt x="19050" y="1133856"/>
                </a:lnTo>
                <a:lnTo>
                  <a:pt x="0" y="1133856"/>
                </a:lnTo>
                <a:lnTo>
                  <a:pt x="0" y="1210056"/>
                </a:lnTo>
                <a:lnTo>
                  <a:pt x="19050" y="1210056"/>
                </a:lnTo>
                <a:close/>
              </a:path>
              <a:path w="2178050" h="1619250">
                <a:moveTo>
                  <a:pt x="19050" y="1076706"/>
                </a:moveTo>
                <a:lnTo>
                  <a:pt x="19050" y="1000506"/>
                </a:lnTo>
                <a:lnTo>
                  <a:pt x="0" y="1000506"/>
                </a:lnTo>
                <a:lnTo>
                  <a:pt x="0" y="1076706"/>
                </a:lnTo>
                <a:lnTo>
                  <a:pt x="19050" y="1076706"/>
                </a:lnTo>
                <a:close/>
              </a:path>
              <a:path w="2178050" h="1619250">
                <a:moveTo>
                  <a:pt x="19050" y="943356"/>
                </a:moveTo>
                <a:lnTo>
                  <a:pt x="19050" y="867156"/>
                </a:lnTo>
                <a:lnTo>
                  <a:pt x="0" y="867156"/>
                </a:lnTo>
                <a:lnTo>
                  <a:pt x="0" y="943356"/>
                </a:lnTo>
                <a:lnTo>
                  <a:pt x="19050" y="943356"/>
                </a:lnTo>
                <a:close/>
              </a:path>
              <a:path w="2178050" h="1619250">
                <a:moveTo>
                  <a:pt x="19050" y="810006"/>
                </a:moveTo>
                <a:lnTo>
                  <a:pt x="19050" y="733806"/>
                </a:lnTo>
                <a:lnTo>
                  <a:pt x="0" y="733806"/>
                </a:lnTo>
                <a:lnTo>
                  <a:pt x="0" y="810006"/>
                </a:lnTo>
                <a:lnTo>
                  <a:pt x="19050" y="810006"/>
                </a:lnTo>
                <a:close/>
              </a:path>
              <a:path w="2178050" h="1619250">
                <a:moveTo>
                  <a:pt x="19050" y="676656"/>
                </a:moveTo>
                <a:lnTo>
                  <a:pt x="19050" y="600456"/>
                </a:lnTo>
                <a:lnTo>
                  <a:pt x="0" y="600456"/>
                </a:lnTo>
                <a:lnTo>
                  <a:pt x="0" y="676656"/>
                </a:lnTo>
                <a:lnTo>
                  <a:pt x="19050" y="676656"/>
                </a:lnTo>
                <a:close/>
              </a:path>
              <a:path w="2178050" h="1619250">
                <a:moveTo>
                  <a:pt x="19050" y="543306"/>
                </a:moveTo>
                <a:lnTo>
                  <a:pt x="19050" y="467106"/>
                </a:lnTo>
                <a:lnTo>
                  <a:pt x="0" y="467106"/>
                </a:lnTo>
                <a:lnTo>
                  <a:pt x="0" y="543306"/>
                </a:lnTo>
                <a:lnTo>
                  <a:pt x="19050" y="543306"/>
                </a:lnTo>
                <a:close/>
              </a:path>
              <a:path w="2178050" h="1619250">
                <a:moveTo>
                  <a:pt x="19050" y="409956"/>
                </a:moveTo>
                <a:lnTo>
                  <a:pt x="19050" y="333756"/>
                </a:lnTo>
                <a:lnTo>
                  <a:pt x="0" y="333756"/>
                </a:lnTo>
                <a:lnTo>
                  <a:pt x="0" y="409956"/>
                </a:lnTo>
                <a:lnTo>
                  <a:pt x="19050" y="409956"/>
                </a:lnTo>
                <a:close/>
              </a:path>
              <a:path w="2178050" h="1619250">
                <a:moveTo>
                  <a:pt x="19050" y="276606"/>
                </a:moveTo>
                <a:lnTo>
                  <a:pt x="19050" y="200406"/>
                </a:lnTo>
                <a:lnTo>
                  <a:pt x="0" y="200406"/>
                </a:lnTo>
                <a:lnTo>
                  <a:pt x="0" y="276606"/>
                </a:lnTo>
                <a:lnTo>
                  <a:pt x="19050" y="276606"/>
                </a:lnTo>
                <a:close/>
              </a:path>
              <a:path w="2178050" h="1619250">
                <a:moveTo>
                  <a:pt x="19050" y="143256"/>
                </a:moveTo>
                <a:lnTo>
                  <a:pt x="19050" y="67056"/>
                </a:lnTo>
                <a:lnTo>
                  <a:pt x="0" y="67056"/>
                </a:lnTo>
                <a:lnTo>
                  <a:pt x="0" y="143256"/>
                </a:lnTo>
                <a:lnTo>
                  <a:pt x="19050" y="143256"/>
                </a:lnTo>
                <a:close/>
              </a:path>
              <a:path w="2178050" h="1619250">
                <a:moveTo>
                  <a:pt x="85343" y="19050"/>
                </a:moveTo>
                <a:lnTo>
                  <a:pt x="85343" y="0"/>
                </a:lnTo>
                <a:lnTo>
                  <a:pt x="9143" y="0"/>
                </a:lnTo>
                <a:lnTo>
                  <a:pt x="9143" y="19050"/>
                </a:lnTo>
                <a:lnTo>
                  <a:pt x="85343" y="19050"/>
                </a:lnTo>
                <a:close/>
              </a:path>
              <a:path w="2178050" h="1619250">
                <a:moveTo>
                  <a:pt x="218694" y="19050"/>
                </a:moveTo>
                <a:lnTo>
                  <a:pt x="218694" y="0"/>
                </a:lnTo>
                <a:lnTo>
                  <a:pt x="142494" y="0"/>
                </a:lnTo>
                <a:lnTo>
                  <a:pt x="142494" y="19050"/>
                </a:lnTo>
                <a:lnTo>
                  <a:pt x="218694" y="19050"/>
                </a:lnTo>
                <a:close/>
              </a:path>
              <a:path w="2178050" h="1619250">
                <a:moveTo>
                  <a:pt x="352044" y="19050"/>
                </a:moveTo>
                <a:lnTo>
                  <a:pt x="352044" y="0"/>
                </a:lnTo>
                <a:lnTo>
                  <a:pt x="275844" y="0"/>
                </a:lnTo>
                <a:lnTo>
                  <a:pt x="275844" y="19050"/>
                </a:lnTo>
                <a:lnTo>
                  <a:pt x="352044" y="19050"/>
                </a:lnTo>
                <a:close/>
              </a:path>
              <a:path w="2178050" h="1619250">
                <a:moveTo>
                  <a:pt x="485394" y="19050"/>
                </a:moveTo>
                <a:lnTo>
                  <a:pt x="485394" y="0"/>
                </a:lnTo>
                <a:lnTo>
                  <a:pt x="409194" y="0"/>
                </a:lnTo>
                <a:lnTo>
                  <a:pt x="409194" y="19050"/>
                </a:lnTo>
                <a:lnTo>
                  <a:pt x="485394" y="19050"/>
                </a:lnTo>
                <a:close/>
              </a:path>
              <a:path w="2178050" h="1619250">
                <a:moveTo>
                  <a:pt x="618744" y="19050"/>
                </a:moveTo>
                <a:lnTo>
                  <a:pt x="618744" y="0"/>
                </a:lnTo>
                <a:lnTo>
                  <a:pt x="542544" y="0"/>
                </a:lnTo>
                <a:lnTo>
                  <a:pt x="542544" y="19050"/>
                </a:lnTo>
                <a:lnTo>
                  <a:pt x="618744" y="19050"/>
                </a:lnTo>
                <a:close/>
              </a:path>
              <a:path w="2178050" h="1619250">
                <a:moveTo>
                  <a:pt x="752094" y="19050"/>
                </a:moveTo>
                <a:lnTo>
                  <a:pt x="752094" y="0"/>
                </a:lnTo>
                <a:lnTo>
                  <a:pt x="675894" y="0"/>
                </a:lnTo>
                <a:lnTo>
                  <a:pt x="675894" y="19050"/>
                </a:lnTo>
                <a:lnTo>
                  <a:pt x="752094" y="19050"/>
                </a:lnTo>
                <a:close/>
              </a:path>
              <a:path w="2178050" h="1619250">
                <a:moveTo>
                  <a:pt x="885444" y="19050"/>
                </a:moveTo>
                <a:lnTo>
                  <a:pt x="885444" y="0"/>
                </a:lnTo>
                <a:lnTo>
                  <a:pt x="809244" y="0"/>
                </a:lnTo>
                <a:lnTo>
                  <a:pt x="809244" y="19050"/>
                </a:lnTo>
                <a:lnTo>
                  <a:pt x="885444" y="19050"/>
                </a:lnTo>
                <a:close/>
              </a:path>
              <a:path w="2178050" h="1619250">
                <a:moveTo>
                  <a:pt x="1018794" y="19050"/>
                </a:moveTo>
                <a:lnTo>
                  <a:pt x="1018794" y="0"/>
                </a:lnTo>
                <a:lnTo>
                  <a:pt x="942594" y="0"/>
                </a:lnTo>
                <a:lnTo>
                  <a:pt x="942594" y="19050"/>
                </a:lnTo>
                <a:lnTo>
                  <a:pt x="1018794" y="19050"/>
                </a:lnTo>
                <a:close/>
              </a:path>
              <a:path w="2178050" h="1619250">
                <a:moveTo>
                  <a:pt x="1152144" y="19050"/>
                </a:moveTo>
                <a:lnTo>
                  <a:pt x="1152144" y="0"/>
                </a:lnTo>
                <a:lnTo>
                  <a:pt x="1075944" y="0"/>
                </a:lnTo>
                <a:lnTo>
                  <a:pt x="1075944" y="19050"/>
                </a:lnTo>
                <a:lnTo>
                  <a:pt x="1152144" y="19050"/>
                </a:lnTo>
                <a:close/>
              </a:path>
              <a:path w="2178050" h="1619250">
                <a:moveTo>
                  <a:pt x="1285494" y="19050"/>
                </a:moveTo>
                <a:lnTo>
                  <a:pt x="1285494" y="0"/>
                </a:lnTo>
                <a:lnTo>
                  <a:pt x="1209294" y="0"/>
                </a:lnTo>
                <a:lnTo>
                  <a:pt x="1209294" y="19050"/>
                </a:lnTo>
                <a:lnTo>
                  <a:pt x="1285494" y="19050"/>
                </a:lnTo>
                <a:close/>
              </a:path>
              <a:path w="2178050" h="1619250">
                <a:moveTo>
                  <a:pt x="1418844" y="19050"/>
                </a:moveTo>
                <a:lnTo>
                  <a:pt x="1418844" y="0"/>
                </a:lnTo>
                <a:lnTo>
                  <a:pt x="1342644" y="0"/>
                </a:lnTo>
                <a:lnTo>
                  <a:pt x="1342644" y="19050"/>
                </a:lnTo>
                <a:lnTo>
                  <a:pt x="1418844" y="19050"/>
                </a:lnTo>
                <a:close/>
              </a:path>
              <a:path w="2178050" h="1619250">
                <a:moveTo>
                  <a:pt x="1552194" y="19050"/>
                </a:moveTo>
                <a:lnTo>
                  <a:pt x="1552194" y="0"/>
                </a:lnTo>
                <a:lnTo>
                  <a:pt x="1475994" y="0"/>
                </a:lnTo>
                <a:lnTo>
                  <a:pt x="1475994" y="19050"/>
                </a:lnTo>
                <a:lnTo>
                  <a:pt x="1552194" y="19050"/>
                </a:lnTo>
                <a:close/>
              </a:path>
              <a:path w="2178050" h="1619250">
                <a:moveTo>
                  <a:pt x="1685544" y="19050"/>
                </a:moveTo>
                <a:lnTo>
                  <a:pt x="1685544" y="0"/>
                </a:lnTo>
                <a:lnTo>
                  <a:pt x="1609344" y="0"/>
                </a:lnTo>
                <a:lnTo>
                  <a:pt x="1609344" y="19050"/>
                </a:lnTo>
                <a:lnTo>
                  <a:pt x="1685544" y="19050"/>
                </a:lnTo>
                <a:close/>
              </a:path>
              <a:path w="2178050" h="1619250">
                <a:moveTo>
                  <a:pt x="1818894" y="19050"/>
                </a:moveTo>
                <a:lnTo>
                  <a:pt x="1818894" y="0"/>
                </a:lnTo>
                <a:lnTo>
                  <a:pt x="1742694" y="0"/>
                </a:lnTo>
                <a:lnTo>
                  <a:pt x="1742694" y="19050"/>
                </a:lnTo>
                <a:lnTo>
                  <a:pt x="1818894" y="19050"/>
                </a:lnTo>
                <a:close/>
              </a:path>
              <a:path w="2178050" h="1619250">
                <a:moveTo>
                  <a:pt x="1952244" y="19050"/>
                </a:moveTo>
                <a:lnTo>
                  <a:pt x="1952244" y="0"/>
                </a:lnTo>
                <a:lnTo>
                  <a:pt x="1876044" y="0"/>
                </a:lnTo>
                <a:lnTo>
                  <a:pt x="1876044" y="19050"/>
                </a:lnTo>
                <a:lnTo>
                  <a:pt x="1952244" y="19050"/>
                </a:lnTo>
                <a:close/>
              </a:path>
              <a:path w="2178050" h="1619250">
                <a:moveTo>
                  <a:pt x="2085593" y="19050"/>
                </a:moveTo>
                <a:lnTo>
                  <a:pt x="2085593" y="0"/>
                </a:lnTo>
                <a:lnTo>
                  <a:pt x="2009393" y="0"/>
                </a:lnTo>
                <a:lnTo>
                  <a:pt x="2009393" y="19050"/>
                </a:lnTo>
                <a:lnTo>
                  <a:pt x="2085593" y="19050"/>
                </a:lnTo>
                <a:close/>
              </a:path>
              <a:path w="2178050" h="1619250">
                <a:moveTo>
                  <a:pt x="2177795" y="60198"/>
                </a:moveTo>
                <a:lnTo>
                  <a:pt x="2177795" y="0"/>
                </a:lnTo>
                <a:lnTo>
                  <a:pt x="2142743" y="0"/>
                </a:lnTo>
                <a:lnTo>
                  <a:pt x="2142743" y="19050"/>
                </a:lnTo>
                <a:lnTo>
                  <a:pt x="2158745" y="19050"/>
                </a:lnTo>
                <a:lnTo>
                  <a:pt x="2158745" y="9906"/>
                </a:lnTo>
                <a:lnTo>
                  <a:pt x="2167890" y="19050"/>
                </a:lnTo>
                <a:lnTo>
                  <a:pt x="2167890" y="60198"/>
                </a:lnTo>
                <a:lnTo>
                  <a:pt x="2177795" y="60198"/>
                </a:lnTo>
                <a:close/>
              </a:path>
              <a:path w="2178050" h="1619250">
                <a:moveTo>
                  <a:pt x="2167890" y="19050"/>
                </a:moveTo>
                <a:lnTo>
                  <a:pt x="2158745" y="9906"/>
                </a:lnTo>
                <a:lnTo>
                  <a:pt x="2158745" y="19050"/>
                </a:lnTo>
                <a:lnTo>
                  <a:pt x="2167890" y="19050"/>
                </a:lnTo>
                <a:close/>
              </a:path>
              <a:path w="2178050" h="1619250">
                <a:moveTo>
                  <a:pt x="2167890" y="60198"/>
                </a:moveTo>
                <a:lnTo>
                  <a:pt x="2167890" y="19050"/>
                </a:lnTo>
                <a:lnTo>
                  <a:pt x="2158745" y="19050"/>
                </a:lnTo>
                <a:lnTo>
                  <a:pt x="2158745" y="60198"/>
                </a:lnTo>
                <a:lnTo>
                  <a:pt x="2167890" y="60198"/>
                </a:lnTo>
                <a:close/>
              </a:path>
              <a:path w="2178050" h="1619250">
                <a:moveTo>
                  <a:pt x="2177795" y="193548"/>
                </a:moveTo>
                <a:lnTo>
                  <a:pt x="2177795" y="117348"/>
                </a:lnTo>
                <a:lnTo>
                  <a:pt x="2158745" y="117348"/>
                </a:lnTo>
                <a:lnTo>
                  <a:pt x="2158745" y="193548"/>
                </a:lnTo>
                <a:lnTo>
                  <a:pt x="2177795" y="193548"/>
                </a:lnTo>
                <a:close/>
              </a:path>
              <a:path w="2178050" h="1619250">
                <a:moveTo>
                  <a:pt x="2177795" y="326898"/>
                </a:moveTo>
                <a:lnTo>
                  <a:pt x="2177795" y="250698"/>
                </a:lnTo>
                <a:lnTo>
                  <a:pt x="2158745" y="250698"/>
                </a:lnTo>
                <a:lnTo>
                  <a:pt x="2158745" y="326898"/>
                </a:lnTo>
                <a:lnTo>
                  <a:pt x="2177795" y="326898"/>
                </a:lnTo>
                <a:close/>
              </a:path>
              <a:path w="2178050" h="1619250">
                <a:moveTo>
                  <a:pt x="2177795" y="460248"/>
                </a:moveTo>
                <a:lnTo>
                  <a:pt x="2177795" y="384048"/>
                </a:lnTo>
                <a:lnTo>
                  <a:pt x="2158745" y="384048"/>
                </a:lnTo>
                <a:lnTo>
                  <a:pt x="2158745" y="460248"/>
                </a:lnTo>
                <a:lnTo>
                  <a:pt x="2177795" y="460248"/>
                </a:lnTo>
                <a:close/>
              </a:path>
              <a:path w="2178050" h="1619250">
                <a:moveTo>
                  <a:pt x="2177795" y="593598"/>
                </a:moveTo>
                <a:lnTo>
                  <a:pt x="2177795" y="517398"/>
                </a:lnTo>
                <a:lnTo>
                  <a:pt x="2158745" y="517398"/>
                </a:lnTo>
                <a:lnTo>
                  <a:pt x="2158745" y="593598"/>
                </a:lnTo>
                <a:lnTo>
                  <a:pt x="2177795" y="593598"/>
                </a:lnTo>
                <a:close/>
              </a:path>
              <a:path w="2178050" h="1619250">
                <a:moveTo>
                  <a:pt x="2177796" y="726948"/>
                </a:moveTo>
                <a:lnTo>
                  <a:pt x="2177796" y="650748"/>
                </a:lnTo>
                <a:lnTo>
                  <a:pt x="2158746" y="650748"/>
                </a:lnTo>
                <a:lnTo>
                  <a:pt x="2158746" y="726948"/>
                </a:lnTo>
                <a:lnTo>
                  <a:pt x="2177796" y="726948"/>
                </a:lnTo>
                <a:close/>
              </a:path>
              <a:path w="2178050" h="1619250">
                <a:moveTo>
                  <a:pt x="2177796" y="860298"/>
                </a:moveTo>
                <a:lnTo>
                  <a:pt x="2177796" y="784098"/>
                </a:lnTo>
                <a:lnTo>
                  <a:pt x="2158746" y="784098"/>
                </a:lnTo>
                <a:lnTo>
                  <a:pt x="2158746" y="860298"/>
                </a:lnTo>
                <a:lnTo>
                  <a:pt x="2177796" y="860298"/>
                </a:lnTo>
                <a:close/>
              </a:path>
              <a:path w="2178050" h="1619250">
                <a:moveTo>
                  <a:pt x="2177796" y="993648"/>
                </a:moveTo>
                <a:lnTo>
                  <a:pt x="2177796" y="917448"/>
                </a:lnTo>
                <a:lnTo>
                  <a:pt x="2158746" y="917448"/>
                </a:lnTo>
                <a:lnTo>
                  <a:pt x="2158746" y="993648"/>
                </a:lnTo>
                <a:lnTo>
                  <a:pt x="2177796" y="993648"/>
                </a:lnTo>
                <a:close/>
              </a:path>
              <a:path w="2178050" h="1619250">
                <a:moveTo>
                  <a:pt x="2177796" y="1126998"/>
                </a:moveTo>
                <a:lnTo>
                  <a:pt x="2177796" y="1050798"/>
                </a:lnTo>
                <a:lnTo>
                  <a:pt x="2158746" y="1050798"/>
                </a:lnTo>
                <a:lnTo>
                  <a:pt x="2158746" y="1126998"/>
                </a:lnTo>
                <a:lnTo>
                  <a:pt x="2177796" y="1126998"/>
                </a:lnTo>
                <a:close/>
              </a:path>
              <a:path w="2178050" h="1619250">
                <a:moveTo>
                  <a:pt x="2177796" y="1260348"/>
                </a:moveTo>
                <a:lnTo>
                  <a:pt x="2177796" y="1184148"/>
                </a:lnTo>
                <a:lnTo>
                  <a:pt x="2158746" y="1184148"/>
                </a:lnTo>
                <a:lnTo>
                  <a:pt x="2158746" y="1260348"/>
                </a:lnTo>
                <a:lnTo>
                  <a:pt x="2177796" y="1260348"/>
                </a:lnTo>
                <a:close/>
              </a:path>
              <a:path w="2178050" h="1619250">
                <a:moveTo>
                  <a:pt x="2177796" y="1393698"/>
                </a:moveTo>
                <a:lnTo>
                  <a:pt x="2177796" y="1317498"/>
                </a:lnTo>
                <a:lnTo>
                  <a:pt x="2158746" y="1317498"/>
                </a:lnTo>
                <a:lnTo>
                  <a:pt x="2158746" y="1393698"/>
                </a:lnTo>
                <a:lnTo>
                  <a:pt x="2177796" y="1393698"/>
                </a:lnTo>
                <a:close/>
              </a:path>
              <a:path w="2178050" h="1619250">
                <a:moveTo>
                  <a:pt x="2177796" y="1527048"/>
                </a:moveTo>
                <a:lnTo>
                  <a:pt x="2177796" y="1450848"/>
                </a:lnTo>
                <a:lnTo>
                  <a:pt x="2158746" y="1450848"/>
                </a:lnTo>
                <a:lnTo>
                  <a:pt x="2158746" y="1527048"/>
                </a:lnTo>
                <a:lnTo>
                  <a:pt x="2177796" y="1527048"/>
                </a:lnTo>
                <a:close/>
              </a:path>
              <a:path w="2178050" h="1619250">
                <a:moveTo>
                  <a:pt x="2167890" y="1600200"/>
                </a:moveTo>
                <a:lnTo>
                  <a:pt x="2117598" y="1600200"/>
                </a:lnTo>
                <a:lnTo>
                  <a:pt x="2117598" y="1619250"/>
                </a:lnTo>
                <a:lnTo>
                  <a:pt x="2158746" y="1619250"/>
                </a:lnTo>
                <a:lnTo>
                  <a:pt x="2158746" y="1610105"/>
                </a:lnTo>
                <a:lnTo>
                  <a:pt x="2167890" y="1600200"/>
                </a:lnTo>
                <a:close/>
              </a:path>
              <a:path w="2178050" h="1619250">
                <a:moveTo>
                  <a:pt x="2177796" y="1619250"/>
                </a:moveTo>
                <a:lnTo>
                  <a:pt x="2177796" y="1584198"/>
                </a:lnTo>
                <a:lnTo>
                  <a:pt x="2158746" y="1584198"/>
                </a:lnTo>
                <a:lnTo>
                  <a:pt x="2158746" y="1600200"/>
                </a:lnTo>
                <a:lnTo>
                  <a:pt x="2167890" y="1600200"/>
                </a:lnTo>
                <a:lnTo>
                  <a:pt x="2167890" y="1619250"/>
                </a:lnTo>
                <a:lnTo>
                  <a:pt x="2177796" y="1619250"/>
                </a:lnTo>
                <a:close/>
              </a:path>
              <a:path w="2178050" h="1619250">
                <a:moveTo>
                  <a:pt x="2167890" y="1619250"/>
                </a:moveTo>
                <a:lnTo>
                  <a:pt x="2167890" y="1600200"/>
                </a:lnTo>
                <a:lnTo>
                  <a:pt x="2158746" y="1610105"/>
                </a:lnTo>
                <a:lnTo>
                  <a:pt x="2158746" y="1619250"/>
                </a:lnTo>
                <a:lnTo>
                  <a:pt x="2167890" y="1619250"/>
                </a:lnTo>
                <a:close/>
              </a:path>
              <a:path w="2178050" h="1619250">
                <a:moveTo>
                  <a:pt x="2060448" y="1619250"/>
                </a:moveTo>
                <a:lnTo>
                  <a:pt x="2060448" y="1600200"/>
                </a:lnTo>
                <a:lnTo>
                  <a:pt x="1984248" y="1600200"/>
                </a:lnTo>
                <a:lnTo>
                  <a:pt x="1984248" y="1619250"/>
                </a:lnTo>
                <a:lnTo>
                  <a:pt x="2060448" y="1619250"/>
                </a:lnTo>
                <a:close/>
              </a:path>
              <a:path w="2178050" h="1619250">
                <a:moveTo>
                  <a:pt x="1927098" y="1619250"/>
                </a:moveTo>
                <a:lnTo>
                  <a:pt x="1927098" y="1600200"/>
                </a:lnTo>
                <a:lnTo>
                  <a:pt x="1850898" y="1600200"/>
                </a:lnTo>
                <a:lnTo>
                  <a:pt x="1850898" y="1619250"/>
                </a:lnTo>
                <a:lnTo>
                  <a:pt x="1927098" y="1619250"/>
                </a:lnTo>
                <a:close/>
              </a:path>
              <a:path w="2178050" h="1619250">
                <a:moveTo>
                  <a:pt x="1793748" y="1619250"/>
                </a:moveTo>
                <a:lnTo>
                  <a:pt x="1793748" y="1600200"/>
                </a:lnTo>
                <a:lnTo>
                  <a:pt x="1717548" y="1600200"/>
                </a:lnTo>
                <a:lnTo>
                  <a:pt x="1717548" y="1619250"/>
                </a:lnTo>
                <a:lnTo>
                  <a:pt x="1793748" y="1619250"/>
                </a:lnTo>
                <a:close/>
              </a:path>
              <a:path w="2178050" h="1619250">
                <a:moveTo>
                  <a:pt x="1660398" y="1619250"/>
                </a:moveTo>
                <a:lnTo>
                  <a:pt x="1660398" y="1600200"/>
                </a:lnTo>
                <a:lnTo>
                  <a:pt x="1584198" y="1600200"/>
                </a:lnTo>
                <a:lnTo>
                  <a:pt x="1584198" y="1619250"/>
                </a:lnTo>
                <a:lnTo>
                  <a:pt x="1660398" y="1619250"/>
                </a:lnTo>
                <a:close/>
              </a:path>
              <a:path w="2178050" h="1619250">
                <a:moveTo>
                  <a:pt x="1527048" y="1619250"/>
                </a:moveTo>
                <a:lnTo>
                  <a:pt x="1527048" y="1600200"/>
                </a:lnTo>
                <a:lnTo>
                  <a:pt x="1450848" y="1600200"/>
                </a:lnTo>
                <a:lnTo>
                  <a:pt x="1450848" y="1619250"/>
                </a:lnTo>
                <a:lnTo>
                  <a:pt x="1527048" y="1619250"/>
                </a:lnTo>
                <a:close/>
              </a:path>
              <a:path w="2178050" h="1619250">
                <a:moveTo>
                  <a:pt x="1393698" y="1619250"/>
                </a:moveTo>
                <a:lnTo>
                  <a:pt x="1393698" y="1600200"/>
                </a:lnTo>
                <a:lnTo>
                  <a:pt x="1317498" y="1600200"/>
                </a:lnTo>
                <a:lnTo>
                  <a:pt x="1317498" y="1619250"/>
                </a:lnTo>
                <a:lnTo>
                  <a:pt x="1393698" y="1619250"/>
                </a:lnTo>
                <a:close/>
              </a:path>
              <a:path w="2178050" h="1619250">
                <a:moveTo>
                  <a:pt x="1260348" y="1619250"/>
                </a:moveTo>
                <a:lnTo>
                  <a:pt x="1260348" y="1600200"/>
                </a:lnTo>
                <a:lnTo>
                  <a:pt x="1184148" y="1600200"/>
                </a:lnTo>
                <a:lnTo>
                  <a:pt x="1184148" y="1619250"/>
                </a:lnTo>
                <a:lnTo>
                  <a:pt x="1260348" y="1619250"/>
                </a:lnTo>
                <a:close/>
              </a:path>
              <a:path w="2178050" h="1619250">
                <a:moveTo>
                  <a:pt x="1126998" y="1619250"/>
                </a:moveTo>
                <a:lnTo>
                  <a:pt x="1126998" y="1600200"/>
                </a:lnTo>
                <a:lnTo>
                  <a:pt x="1050798" y="1600200"/>
                </a:lnTo>
                <a:lnTo>
                  <a:pt x="1050798" y="1619250"/>
                </a:lnTo>
                <a:lnTo>
                  <a:pt x="1126998" y="1619250"/>
                </a:lnTo>
                <a:close/>
              </a:path>
              <a:path w="2178050" h="1619250">
                <a:moveTo>
                  <a:pt x="993647" y="1619250"/>
                </a:moveTo>
                <a:lnTo>
                  <a:pt x="993647" y="1600200"/>
                </a:lnTo>
                <a:lnTo>
                  <a:pt x="917447" y="1600200"/>
                </a:lnTo>
                <a:lnTo>
                  <a:pt x="917447" y="1619250"/>
                </a:lnTo>
                <a:lnTo>
                  <a:pt x="993647" y="1619250"/>
                </a:lnTo>
                <a:close/>
              </a:path>
              <a:path w="2178050" h="1619250">
                <a:moveTo>
                  <a:pt x="860297" y="1619250"/>
                </a:moveTo>
                <a:lnTo>
                  <a:pt x="860297" y="1600200"/>
                </a:lnTo>
                <a:lnTo>
                  <a:pt x="784097" y="1600200"/>
                </a:lnTo>
                <a:lnTo>
                  <a:pt x="784097" y="1619250"/>
                </a:lnTo>
                <a:lnTo>
                  <a:pt x="860297" y="1619250"/>
                </a:lnTo>
                <a:close/>
              </a:path>
              <a:path w="2178050" h="1619250">
                <a:moveTo>
                  <a:pt x="726947" y="1619250"/>
                </a:moveTo>
                <a:lnTo>
                  <a:pt x="726947" y="1600200"/>
                </a:lnTo>
                <a:lnTo>
                  <a:pt x="650747" y="1600200"/>
                </a:lnTo>
                <a:lnTo>
                  <a:pt x="650747" y="1619250"/>
                </a:lnTo>
                <a:lnTo>
                  <a:pt x="726947" y="1619250"/>
                </a:lnTo>
                <a:close/>
              </a:path>
              <a:path w="2178050" h="1619250">
                <a:moveTo>
                  <a:pt x="593597" y="1619250"/>
                </a:moveTo>
                <a:lnTo>
                  <a:pt x="593597" y="1600200"/>
                </a:lnTo>
                <a:lnTo>
                  <a:pt x="517397" y="1600200"/>
                </a:lnTo>
                <a:lnTo>
                  <a:pt x="517397" y="1619250"/>
                </a:lnTo>
                <a:lnTo>
                  <a:pt x="593597" y="1619250"/>
                </a:lnTo>
                <a:close/>
              </a:path>
              <a:path w="2178050" h="1619250">
                <a:moveTo>
                  <a:pt x="460247" y="1619250"/>
                </a:moveTo>
                <a:lnTo>
                  <a:pt x="460247" y="1600200"/>
                </a:lnTo>
                <a:lnTo>
                  <a:pt x="384047" y="1600200"/>
                </a:lnTo>
                <a:lnTo>
                  <a:pt x="384047" y="1619250"/>
                </a:lnTo>
                <a:lnTo>
                  <a:pt x="460247" y="1619250"/>
                </a:lnTo>
                <a:close/>
              </a:path>
              <a:path w="2178050" h="1619250">
                <a:moveTo>
                  <a:pt x="326898" y="1619250"/>
                </a:moveTo>
                <a:lnTo>
                  <a:pt x="326898" y="1600200"/>
                </a:lnTo>
                <a:lnTo>
                  <a:pt x="250698" y="1600200"/>
                </a:lnTo>
                <a:lnTo>
                  <a:pt x="250698" y="1619250"/>
                </a:lnTo>
                <a:lnTo>
                  <a:pt x="326898" y="1619250"/>
                </a:lnTo>
                <a:close/>
              </a:path>
              <a:path w="2178050" h="1619250">
                <a:moveTo>
                  <a:pt x="193548" y="1619250"/>
                </a:moveTo>
                <a:lnTo>
                  <a:pt x="193548" y="1600200"/>
                </a:lnTo>
                <a:lnTo>
                  <a:pt x="117348" y="1600200"/>
                </a:lnTo>
                <a:lnTo>
                  <a:pt x="117348" y="1619250"/>
                </a:lnTo>
                <a:lnTo>
                  <a:pt x="193548" y="16192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994663" y="4941061"/>
            <a:ext cx="176339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7F7F7F"/>
                </a:solidFill>
                <a:latin typeface="Arial"/>
                <a:cs typeface="Arial"/>
              </a:rPr>
              <a:t>Agreement</a:t>
            </a:r>
            <a:r>
              <a:rPr dirty="0" sz="1300" spc="-7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7F7F7F"/>
                </a:solidFill>
                <a:latin typeface="Arial"/>
                <a:cs typeface="Arial"/>
              </a:rPr>
              <a:t>Processes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82863" y="1427454"/>
            <a:ext cx="14605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7F7F7F"/>
                </a:solidFill>
                <a:latin typeface="Arial"/>
                <a:cs typeface="Arial"/>
              </a:rPr>
              <a:t>Project</a:t>
            </a:r>
            <a:r>
              <a:rPr dirty="0" sz="1300" spc="-7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7F7F7F"/>
                </a:solidFill>
                <a:latin typeface="Arial"/>
                <a:cs typeface="Arial"/>
              </a:rPr>
              <a:t>Processes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481578" y="1265682"/>
            <a:ext cx="2178685" cy="5154295"/>
            <a:chOff x="3481578" y="1265682"/>
            <a:chExt cx="2178685" cy="5154295"/>
          </a:xfrm>
        </p:grpSpPr>
        <p:sp>
          <p:nvSpPr>
            <p:cNvPr id="46" name="object 46"/>
            <p:cNvSpPr/>
            <p:nvPr/>
          </p:nvSpPr>
          <p:spPr>
            <a:xfrm>
              <a:off x="3481578" y="1265682"/>
              <a:ext cx="2178685" cy="5154295"/>
            </a:xfrm>
            <a:custGeom>
              <a:avLst/>
              <a:gdLst/>
              <a:ahLst/>
              <a:cxnLst/>
              <a:rect l="l" t="t" r="r" b="b"/>
              <a:pathLst>
                <a:path w="2178685" h="5154295">
                  <a:moveTo>
                    <a:pt x="19050" y="5135118"/>
                  </a:moveTo>
                  <a:lnTo>
                    <a:pt x="19050" y="5068824"/>
                  </a:lnTo>
                  <a:lnTo>
                    <a:pt x="0" y="5068824"/>
                  </a:lnTo>
                  <a:lnTo>
                    <a:pt x="0" y="5145024"/>
                  </a:lnTo>
                  <a:lnTo>
                    <a:pt x="9906" y="5145024"/>
                  </a:lnTo>
                  <a:lnTo>
                    <a:pt x="9906" y="5135118"/>
                  </a:lnTo>
                  <a:lnTo>
                    <a:pt x="19050" y="5135118"/>
                  </a:lnTo>
                  <a:close/>
                </a:path>
                <a:path w="2178685" h="5154295">
                  <a:moveTo>
                    <a:pt x="64008" y="5154168"/>
                  </a:moveTo>
                  <a:lnTo>
                    <a:pt x="64008" y="5135118"/>
                  </a:lnTo>
                  <a:lnTo>
                    <a:pt x="9906" y="5135118"/>
                  </a:lnTo>
                  <a:lnTo>
                    <a:pt x="9906" y="5145024"/>
                  </a:lnTo>
                  <a:lnTo>
                    <a:pt x="19050" y="5145024"/>
                  </a:lnTo>
                  <a:lnTo>
                    <a:pt x="19050" y="5154168"/>
                  </a:lnTo>
                  <a:lnTo>
                    <a:pt x="64008" y="5154168"/>
                  </a:lnTo>
                  <a:close/>
                </a:path>
                <a:path w="2178685" h="5154295">
                  <a:moveTo>
                    <a:pt x="19050" y="5154168"/>
                  </a:moveTo>
                  <a:lnTo>
                    <a:pt x="19050" y="5145024"/>
                  </a:lnTo>
                  <a:lnTo>
                    <a:pt x="9906" y="5145024"/>
                  </a:lnTo>
                  <a:lnTo>
                    <a:pt x="9906" y="5154168"/>
                  </a:lnTo>
                  <a:lnTo>
                    <a:pt x="19050" y="5154168"/>
                  </a:lnTo>
                  <a:close/>
                </a:path>
                <a:path w="2178685" h="5154295">
                  <a:moveTo>
                    <a:pt x="19050" y="5011674"/>
                  </a:moveTo>
                  <a:lnTo>
                    <a:pt x="19050" y="4935474"/>
                  </a:lnTo>
                  <a:lnTo>
                    <a:pt x="0" y="4935474"/>
                  </a:lnTo>
                  <a:lnTo>
                    <a:pt x="0" y="5011674"/>
                  </a:lnTo>
                  <a:lnTo>
                    <a:pt x="19050" y="5011674"/>
                  </a:lnTo>
                  <a:close/>
                </a:path>
                <a:path w="2178685" h="5154295">
                  <a:moveTo>
                    <a:pt x="19050" y="4878324"/>
                  </a:moveTo>
                  <a:lnTo>
                    <a:pt x="19050" y="4802124"/>
                  </a:lnTo>
                  <a:lnTo>
                    <a:pt x="0" y="4802124"/>
                  </a:lnTo>
                  <a:lnTo>
                    <a:pt x="0" y="4878324"/>
                  </a:lnTo>
                  <a:lnTo>
                    <a:pt x="19050" y="4878324"/>
                  </a:lnTo>
                  <a:close/>
                </a:path>
                <a:path w="2178685" h="5154295">
                  <a:moveTo>
                    <a:pt x="19050" y="4744974"/>
                  </a:moveTo>
                  <a:lnTo>
                    <a:pt x="19050" y="4668774"/>
                  </a:lnTo>
                  <a:lnTo>
                    <a:pt x="0" y="4668774"/>
                  </a:lnTo>
                  <a:lnTo>
                    <a:pt x="0" y="4744974"/>
                  </a:lnTo>
                  <a:lnTo>
                    <a:pt x="19050" y="4744974"/>
                  </a:lnTo>
                  <a:close/>
                </a:path>
                <a:path w="2178685" h="5154295">
                  <a:moveTo>
                    <a:pt x="19050" y="4611624"/>
                  </a:moveTo>
                  <a:lnTo>
                    <a:pt x="19050" y="4535424"/>
                  </a:lnTo>
                  <a:lnTo>
                    <a:pt x="0" y="4535424"/>
                  </a:lnTo>
                  <a:lnTo>
                    <a:pt x="0" y="4611624"/>
                  </a:lnTo>
                  <a:lnTo>
                    <a:pt x="19050" y="4611624"/>
                  </a:lnTo>
                  <a:close/>
                </a:path>
                <a:path w="2178685" h="5154295">
                  <a:moveTo>
                    <a:pt x="19050" y="4478274"/>
                  </a:moveTo>
                  <a:lnTo>
                    <a:pt x="19050" y="4402074"/>
                  </a:lnTo>
                  <a:lnTo>
                    <a:pt x="0" y="4402074"/>
                  </a:lnTo>
                  <a:lnTo>
                    <a:pt x="0" y="4478274"/>
                  </a:lnTo>
                  <a:lnTo>
                    <a:pt x="19050" y="4478274"/>
                  </a:lnTo>
                  <a:close/>
                </a:path>
                <a:path w="2178685" h="5154295">
                  <a:moveTo>
                    <a:pt x="19050" y="4344924"/>
                  </a:moveTo>
                  <a:lnTo>
                    <a:pt x="19050" y="4268724"/>
                  </a:lnTo>
                  <a:lnTo>
                    <a:pt x="0" y="4268724"/>
                  </a:lnTo>
                  <a:lnTo>
                    <a:pt x="0" y="4344924"/>
                  </a:lnTo>
                  <a:lnTo>
                    <a:pt x="19050" y="4344924"/>
                  </a:lnTo>
                  <a:close/>
                </a:path>
                <a:path w="2178685" h="5154295">
                  <a:moveTo>
                    <a:pt x="19050" y="4211574"/>
                  </a:moveTo>
                  <a:lnTo>
                    <a:pt x="19050" y="4135374"/>
                  </a:lnTo>
                  <a:lnTo>
                    <a:pt x="0" y="4135374"/>
                  </a:lnTo>
                  <a:lnTo>
                    <a:pt x="0" y="4211574"/>
                  </a:lnTo>
                  <a:lnTo>
                    <a:pt x="19050" y="4211574"/>
                  </a:lnTo>
                  <a:close/>
                </a:path>
                <a:path w="2178685" h="5154295">
                  <a:moveTo>
                    <a:pt x="19050" y="4078224"/>
                  </a:moveTo>
                  <a:lnTo>
                    <a:pt x="19050" y="4002024"/>
                  </a:lnTo>
                  <a:lnTo>
                    <a:pt x="0" y="4002024"/>
                  </a:lnTo>
                  <a:lnTo>
                    <a:pt x="0" y="4078224"/>
                  </a:lnTo>
                  <a:lnTo>
                    <a:pt x="19050" y="4078224"/>
                  </a:lnTo>
                  <a:close/>
                </a:path>
                <a:path w="2178685" h="5154295">
                  <a:moveTo>
                    <a:pt x="19050" y="3944874"/>
                  </a:moveTo>
                  <a:lnTo>
                    <a:pt x="19050" y="3868674"/>
                  </a:lnTo>
                  <a:lnTo>
                    <a:pt x="0" y="3868674"/>
                  </a:lnTo>
                  <a:lnTo>
                    <a:pt x="0" y="3944874"/>
                  </a:lnTo>
                  <a:lnTo>
                    <a:pt x="19050" y="3944874"/>
                  </a:lnTo>
                  <a:close/>
                </a:path>
                <a:path w="2178685" h="5154295">
                  <a:moveTo>
                    <a:pt x="19050" y="3811524"/>
                  </a:moveTo>
                  <a:lnTo>
                    <a:pt x="19050" y="3735324"/>
                  </a:lnTo>
                  <a:lnTo>
                    <a:pt x="0" y="3735324"/>
                  </a:lnTo>
                  <a:lnTo>
                    <a:pt x="0" y="3811524"/>
                  </a:lnTo>
                  <a:lnTo>
                    <a:pt x="19050" y="3811524"/>
                  </a:lnTo>
                  <a:close/>
                </a:path>
                <a:path w="2178685" h="5154295">
                  <a:moveTo>
                    <a:pt x="19050" y="3678174"/>
                  </a:moveTo>
                  <a:lnTo>
                    <a:pt x="19050" y="3601974"/>
                  </a:lnTo>
                  <a:lnTo>
                    <a:pt x="0" y="3601974"/>
                  </a:lnTo>
                  <a:lnTo>
                    <a:pt x="0" y="3678174"/>
                  </a:lnTo>
                  <a:lnTo>
                    <a:pt x="19050" y="3678174"/>
                  </a:lnTo>
                  <a:close/>
                </a:path>
                <a:path w="2178685" h="5154295">
                  <a:moveTo>
                    <a:pt x="19050" y="3544824"/>
                  </a:moveTo>
                  <a:lnTo>
                    <a:pt x="19050" y="3468624"/>
                  </a:lnTo>
                  <a:lnTo>
                    <a:pt x="0" y="3468624"/>
                  </a:lnTo>
                  <a:lnTo>
                    <a:pt x="0" y="3544824"/>
                  </a:lnTo>
                  <a:lnTo>
                    <a:pt x="19050" y="3544824"/>
                  </a:lnTo>
                  <a:close/>
                </a:path>
                <a:path w="2178685" h="5154295">
                  <a:moveTo>
                    <a:pt x="19050" y="3411474"/>
                  </a:moveTo>
                  <a:lnTo>
                    <a:pt x="19050" y="3335274"/>
                  </a:lnTo>
                  <a:lnTo>
                    <a:pt x="0" y="3335274"/>
                  </a:lnTo>
                  <a:lnTo>
                    <a:pt x="0" y="3411474"/>
                  </a:lnTo>
                  <a:lnTo>
                    <a:pt x="19050" y="3411474"/>
                  </a:lnTo>
                  <a:close/>
                </a:path>
                <a:path w="2178685" h="5154295">
                  <a:moveTo>
                    <a:pt x="19050" y="3278124"/>
                  </a:moveTo>
                  <a:lnTo>
                    <a:pt x="19050" y="3201924"/>
                  </a:lnTo>
                  <a:lnTo>
                    <a:pt x="0" y="3201924"/>
                  </a:lnTo>
                  <a:lnTo>
                    <a:pt x="0" y="3278124"/>
                  </a:lnTo>
                  <a:lnTo>
                    <a:pt x="19050" y="3278124"/>
                  </a:lnTo>
                  <a:close/>
                </a:path>
                <a:path w="2178685" h="5154295">
                  <a:moveTo>
                    <a:pt x="19050" y="3144774"/>
                  </a:moveTo>
                  <a:lnTo>
                    <a:pt x="19050" y="3068574"/>
                  </a:lnTo>
                  <a:lnTo>
                    <a:pt x="0" y="3068574"/>
                  </a:lnTo>
                  <a:lnTo>
                    <a:pt x="0" y="3144774"/>
                  </a:lnTo>
                  <a:lnTo>
                    <a:pt x="19050" y="3144774"/>
                  </a:lnTo>
                  <a:close/>
                </a:path>
                <a:path w="2178685" h="5154295">
                  <a:moveTo>
                    <a:pt x="19050" y="3011424"/>
                  </a:moveTo>
                  <a:lnTo>
                    <a:pt x="19050" y="2935224"/>
                  </a:lnTo>
                  <a:lnTo>
                    <a:pt x="0" y="2935224"/>
                  </a:lnTo>
                  <a:lnTo>
                    <a:pt x="0" y="3011424"/>
                  </a:lnTo>
                  <a:lnTo>
                    <a:pt x="19050" y="3011424"/>
                  </a:lnTo>
                  <a:close/>
                </a:path>
                <a:path w="2178685" h="5154295">
                  <a:moveTo>
                    <a:pt x="19050" y="2878074"/>
                  </a:moveTo>
                  <a:lnTo>
                    <a:pt x="19050" y="2801874"/>
                  </a:lnTo>
                  <a:lnTo>
                    <a:pt x="0" y="2801874"/>
                  </a:lnTo>
                  <a:lnTo>
                    <a:pt x="0" y="2878074"/>
                  </a:lnTo>
                  <a:lnTo>
                    <a:pt x="19050" y="2878074"/>
                  </a:lnTo>
                  <a:close/>
                </a:path>
                <a:path w="2178685" h="5154295">
                  <a:moveTo>
                    <a:pt x="19050" y="2744724"/>
                  </a:moveTo>
                  <a:lnTo>
                    <a:pt x="19050" y="2668524"/>
                  </a:lnTo>
                  <a:lnTo>
                    <a:pt x="0" y="2668524"/>
                  </a:lnTo>
                  <a:lnTo>
                    <a:pt x="0" y="2744724"/>
                  </a:lnTo>
                  <a:lnTo>
                    <a:pt x="19050" y="2744724"/>
                  </a:lnTo>
                  <a:close/>
                </a:path>
                <a:path w="2178685" h="5154295">
                  <a:moveTo>
                    <a:pt x="19050" y="2611374"/>
                  </a:moveTo>
                  <a:lnTo>
                    <a:pt x="19050" y="2535174"/>
                  </a:lnTo>
                  <a:lnTo>
                    <a:pt x="0" y="2535174"/>
                  </a:lnTo>
                  <a:lnTo>
                    <a:pt x="0" y="2611374"/>
                  </a:lnTo>
                  <a:lnTo>
                    <a:pt x="19050" y="2611374"/>
                  </a:lnTo>
                  <a:close/>
                </a:path>
                <a:path w="2178685" h="5154295">
                  <a:moveTo>
                    <a:pt x="19050" y="2478024"/>
                  </a:moveTo>
                  <a:lnTo>
                    <a:pt x="19050" y="2401824"/>
                  </a:lnTo>
                  <a:lnTo>
                    <a:pt x="0" y="2401824"/>
                  </a:lnTo>
                  <a:lnTo>
                    <a:pt x="0" y="2478024"/>
                  </a:lnTo>
                  <a:lnTo>
                    <a:pt x="19050" y="2478024"/>
                  </a:lnTo>
                  <a:close/>
                </a:path>
                <a:path w="2178685" h="5154295">
                  <a:moveTo>
                    <a:pt x="19050" y="2344674"/>
                  </a:moveTo>
                  <a:lnTo>
                    <a:pt x="19050" y="2268474"/>
                  </a:lnTo>
                  <a:lnTo>
                    <a:pt x="0" y="2268474"/>
                  </a:lnTo>
                  <a:lnTo>
                    <a:pt x="0" y="2344674"/>
                  </a:lnTo>
                  <a:lnTo>
                    <a:pt x="19050" y="2344674"/>
                  </a:lnTo>
                  <a:close/>
                </a:path>
                <a:path w="2178685" h="5154295">
                  <a:moveTo>
                    <a:pt x="19050" y="2211324"/>
                  </a:moveTo>
                  <a:lnTo>
                    <a:pt x="19050" y="2135124"/>
                  </a:lnTo>
                  <a:lnTo>
                    <a:pt x="0" y="2135124"/>
                  </a:lnTo>
                  <a:lnTo>
                    <a:pt x="0" y="2211324"/>
                  </a:lnTo>
                  <a:lnTo>
                    <a:pt x="19050" y="2211324"/>
                  </a:lnTo>
                  <a:close/>
                </a:path>
                <a:path w="2178685" h="5154295">
                  <a:moveTo>
                    <a:pt x="19050" y="2077974"/>
                  </a:moveTo>
                  <a:lnTo>
                    <a:pt x="19050" y="2001774"/>
                  </a:lnTo>
                  <a:lnTo>
                    <a:pt x="0" y="2001774"/>
                  </a:lnTo>
                  <a:lnTo>
                    <a:pt x="0" y="2077974"/>
                  </a:lnTo>
                  <a:lnTo>
                    <a:pt x="19050" y="2077974"/>
                  </a:lnTo>
                  <a:close/>
                </a:path>
                <a:path w="2178685" h="5154295">
                  <a:moveTo>
                    <a:pt x="19050" y="1944624"/>
                  </a:moveTo>
                  <a:lnTo>
                    <a:pt x="19050" y="1868424"/>
                  </a:lnTo>
                  <a:lnTo>
                    <a:pt x="0" y="1868424"/>
                  </a:lnTo>
                  <a:lnTo>
                    <a:pt x="0" y="1944624"/>
                  </a:lnTo>
                  <a:lnTo>
                    <a:pt x="19050" y="1944624"/>
                  </a:lnTo>
                  <a:close/>
                </a:path>
                <a:path w="2178685" h="5154295">
                  <a:moveTo>
                    <a:pt x="19050" y="1811274"/>
                  </a:moveTo>
                  <a:lnTo>
                    <a:pt x="19050" y="1735074"/>
                  </a:lnTo>
                  <a:lnTo>
                    <a:pt x="0" y="1735074"/>
                  </a:lnTo>
                  <a:lnTo>
                    <a:pt x="0" y="1811274"/>
                  </a:lnTo>
                  <a:lnTo>
                    <a:pt x="19050" y="1811274"/>
                  </a:lnTo>
                  <a:close/>
                </a:path>
                <a:path w="2178685" h="5154295">
                  <a:moveTo>
                    <a:pt x="19050" y="1677924"/>
                  </a:moveTo>
                  <a:lnTo>
                    <a:pt x="19050" y="1601724"/>
                  </a:lnTo>
                  <a:lnTo>
                    <a:pt x="0" y="1601724"/>
                  </a:lnTo>
                  <a:lnTo>
                    <a:pt x="0" y="1677924"/>
                  </a:lnTo>
                  <a:lnTo>
                    <a:pt x="19050" y="1677924"/>
                  </a:lnTo>
                  <a:close/>
                </a:path>
                <a:path w="2178685" h="5154295">
                  <a:moveTo>
                    <a:pt x="19050" y="1544574"/>
                  </a:moveTo>
                  <a:lnTo>
                    <a:pt x="19050" y="1468373"/>
                  </a:lnTo>
                  <a:lnTo>
                    <a:pt x="0" y="1468373"/>
                  </a:lnTo>
                  <a:lnTo>
                    <a:pt x="0" y="1544574"/>
                  </a:lnTo>
                  <a:lnTo>
                    <a:pt x="19050" y="1544574"/>
                  </a:lnTo>
                  <a:close/>
                </a:path>
                <a:path w="2178685" h="5154295">
                  <a:moveTo>
                    <a:pt x="19050" y="1411224"/>
                  </a:moveTo>
                  <a:lnTo>
                    <a:pt x="19050" y="1335024"/>
                  </a:lnTo>
                  <a:lnTo>
                    <a:pt x="0" y="1335024"/>
                  </a:lnTo>
                  <a:lnTo>
                    <a:pt x="0" y="1411224"/>
                  </a:lnTo>
                  <a:lnTo>
                    <a:pt x="19050" y="1411224"/>
                  </a:lnTo>
                  <a:close/>
                </a:path>
                <a:path w="2178685" h="5154295">
                  <a:moveTo>
                    <a:pt x="19050" y="1277874"/>
                  </a:moveTo>
                  <a:lnTo>
                    <a:pt x="19050" y="1201674"/>
                  </a:lnTo>
                  <a:lnTo>
                    <a:pt x="0" y="1201674"/>
                  </a:lnTo>
                  <a:lnTo>
                    <a:pt x="0" y="1277874"/>
                  </a:lnTo>
                  <a:lnTo>
                    <a:pt x="19050" y="1277874"/>
                  </a:lnTo>
                  <a:close/>
                </a:path>
                <a:path w="2178685" h="5154295">
                  <a:moveTo>
                    <a:pt x="19050" y="1144524"/>
                  </a:moveTo>
                  <a:lnTo>
                    <a:pt x="19050" y="1068324"/>
                  </a:lnTo>
                  <a:lnTo>
                    <a:pt x="0" y="1068324"/>
                  </a:lnTo>
                  <a:lnTo>
                    <a:pt x="0" y="1144524"/>
                  </a:lnTo>
                  <a:lnTo>
                    <a:pt x="19050" y="1144524"/>
                  </a:lnTo>
                  <a:close/>
                </a:path>
                <a:path w="2178685" h="5154295">
                  <a:moveTo>
                    <a:pt x="19050" y="1011174"/>
                  </a:moveTo>
                  <a:lnTo>
                    <a:pt x="19050" y="934974"/>
                  </a:lnTo>
                  <a:lnTo>
                    <a:pt x="0" y="934974"/>
                  </a:lnTo>
                  <a:lnTo>
                    <a:pt x="0" y="1011174"/>
                  </a:lnTo>
                  <a:lnTo>
                    <a:pt x="19050" y="1011174"/>
                  </a:lnTo>
                  <a:close/>
                </a:path>
                <a:path w="2178685" h="5154295">
                  <a:moveTo>
                    <a:pt x="19050" y="877824"/>
                  </a:moveTo>
                  <a:lnTo>
                    <a:pt x="19050" y="801624"/>
                  </a:lnTo>
                  <a:lnTo>
                    <a:pt x="0" y="801624"/>
                  </a:lnTo>
                  <a:lnTo>
                    <a:pt x="0" y="877824"/>
                  </a:lnTo>
                  <a:lnTo>
                    <a:pt x="19050" y="877824"/>
                  </a:lnTo>
                  <a:close/>
                </a:path>
                <a:path w="2178685" h="5154295">
                  <a:moveTo>
                    <a:pt x="19050" y="744474"/>
                  </a:moveTo>
                  <a:lnTo>
                    <a:pt x="19050" y="668274"/>
                  </a:lnTo>
                  <a:lnTo>
                    <a:pt x="0" y="668274"/>
                  </a:lnTo>
                  <a:lnTo>
                    <a:pt x="0" y="744474"/>
                  </a:lnTo>
                  <a:lnTo>
                    <a:pt x="19050" y="744474"/>
                  </a:lnTo>
                  <a:close/>
                </a:path>
                <a:path w="2178685" h="5154295">
                  <a:moveTo>
                    <a:pt x="19050" y="611124"/>
                  </a:moveTo>
                  <a:lnTo>
                    <a:pt x="19050" y="534924"/>
                  </a:lnTo>
                  <a:lnTo>
                    <a:pt x="0" y="534924"/>
                  </a:lnTo>
                  <a:lnTo>
                    <a:pt x="0" y="611124"/>
                  </a:lnTo>
                  <a:lnTo>
                    <a:pt x="19050" y="611124"/>
                  </a:lnTo>
                  <a:close/>
                </a:path>
                <a:path w="2178685" h="5154295">
                  <a:moveTo>
                    <a:pt x="19050" y="477774"/>
                  </a:moveTo>
                  <a:lnTo>
                    <a:pt x="19050" y="401574"/>
                  </a:lnTo>
                  <a:lnTo>
                    <a:pt x="0" y="401574"/>
                  </a:lnTo>
                  <a:lnTo>
                    <a:pt x="0" y="477774"/>
                  </a:lnTo>
                  <a:lnTo>
                    <a:pt x="19050" y="477774"/>
                  </a:lnTo>
                  <a:close/>
                </a:path>
                <a:path w="2178685" h="5154295">
                  <a:moveTo>
                    <a:pt x="19050" y="344424"/>
                  </a:moveTo>
                  <a:lnTo>
                    <a:pt x="19050" y="268224"/>
                  </a:lnTo>
                  <a:lnTo>
                    <a:pt x="0" y="268224"/>
                  </a:lnTo>
                  <a:lnTo>
                    <a:pt x="0" y="344424"/>
                  </a:lnTo>
                  <a:lnTo>
                    <a:pt x="19050" y="344424"/>
                  </a:lnTo>
                  <a:close/>
                </a:path>
                <a:path w="2178685" h="5154295">
                  <a:moveTo>
                    <a:pt x="19050" y="211074"/>
                  </a:moveTo>
                  <a:lnTo>
                    <a:pt x="19050" y="134874"/>
                  </a:lnTo>
                  <a:lnTo>
                    <a:pt x="0" y="134874"/>
                  </a:lnTo>
                  <a:lnTo>
                    <a:pt x="0" y="211074"/>
                  </a:lnTo>
                  <a:lnTo>
                    <a:pt x="19050" y="211074"/>
                  </a:lnTo>
                  <a:close/>
                </a:path>
                <a:path w="2178685" h="5154295">
                  <a:moveTo>
                    <a:pt x="17525" y="10795"/>
                  </a:moveTo>
                  <a:lnTo>
                    <a:pt x="17525" y="0"/>
                  </a:lnTo>
                  <a:lnTo>
                    <a:pt x="0" y="0"/>
                  </a:lnTo>
                  <a:lnTo>
                    <a:pt x="0" y="77724"/>
                  </a:lnTo>
                  <a:lnTo>
                    <a:pt x="9906" y="77724"/>
                  </a:lnTo>
                  <a:lnTo>
                    <a:pt x="9906" y="19050"/>
                  </a:lnTo>
                  <a:lnTo>
                    <a:pt x="17525" y="10795"/>
                  </a:lnTo>
                  <a:close/>
                </a:path>
                <a:path w="2178685" h="5154295">
                  <a:moveTo>
                    <a:pt x="19050" y="77724"/>
                  </a:moveTo>
                  <a:lnTo>
                    <a:pt x="19050" y="9143"/>
                  </a:lnTo>
                  <a:lnTo>
                    <a:pt x="9906" y="19050"/>
                  </a:lnTo>
                  <a:lnTo>
                    <a:pt x="17525" y="19050"/>
                  </a:lnTo>
                  <a:lnTo>
                    <a:pt x="17525" y="77724"/>
                  </a:lnTo>
                  <a:lnTo>
                    <a:pt x="19050" y="77724"/>
                  </a:lnTo>
                  <a:close/>
                </a:path>
                <a:path w="2178685" h="5154295">
                  <a:moveTo>
                    <a:pt x="17525" y="77724"/>
                  </a:moveTo>
                  <a:lnTo>
                    <a:pt x="17525" y="19050"/>
                  </a:lnTo>
                  <a:lnTo>
                    <a:pt x="9906" y="19050"/>
                  </a:lnTo>
                  <a:lnTo>
                    <a:pt x="9906" y="77724"/>
                  </a:lnTo>
                  <a:lnTo>
                    <a:pt x="17525" y="77724"/>
                  </a:lnTo>
                  <a:close/>
                </a:path>
                <a:path w="2178685" h="5154295">
                  <a:moveTo>
                    <a:pt x="150875" y="19050"/>
                  </a:moveTo>
                  <a:lnTo>
                    <a:pt x="150875" y="0"/>
                  </a:lnTo>
                  <a:lnTo>
                    <a:pt x="74675" y="0"/>
                  </a:lnTo>
                  <a:lnTo>
                    <a:pt x="74675" y="19050"/>
                  </a:lnTo>
                  <a:lnTo>
                    <a:pt x="150875" y="19050"/>
                  </a:lnTo>
                  <a:close/>
                </a:path>
                <a:path w="2178685" h="5154295">
                  <a:moveTo>
                    <a:pt x="284225" y="19050"/>
                  </a:moveTo>
                  <a:lnTo>
                    <a:pt x="284225" y="0"/>
                  </a:lnTo>
                  <a:lnTo>
                    <a:pt x="208025" y="0"/>
                  </a:lnTo>
                  <a:lnTo>
                    <a:pt x="208025" y="19050"/>
                  </a:lnTo>
                  <a:lnTo>
                    <a:pt x="284225" y="19050"/>
                  </a:lnTo>
                  <a:close/>
                </a:path>
                <a:path w="2178685" h="5154295">
                  <a:moveTo>
                    <a:pt x="417575" y="19050"/>
                  </a:moveTo>
                  <a:lnTo>
                    <a:pt x="417575" y="0"/>
                  </a:lnTo>
                  <a:lnTo>
                    <a:pt x="341375" y="0"/>
                  </a:lnTo>
                  <a:lnTo>
                    <a:pt x="341375" y="19050"/>
                  </a:lnTo>
                  <a:lnTo>
                    <a:pt x="417575" y="19050"/>
                  </a:lnTo>
                  <a:close/>
                </a:path>
                <a:path w="2178685" h="5154295">
                  <a:moveTo>
                    <a:pt x="550926" y="19050"/>
                  </a:moveTo>
                  <a:lnTo>
                    <a:pt x="550926" y="0"/>
                  </a:lnTo>
                  <a:lnTo>
                    <a:pt x="474725" y="0"/>
                  </a:lnTo>
                  <a:lnTo>
                    <a:pt x="474725" y="19050"/>
                  </a:lnTo>
                  <a:lnTo>
                    <a:pt x="550926" y="19050"/>
                  </a:lnTo>
                  <a:close/>
                </a:path>
                <a:path w="2178685" h="5154295">
                  <a:moveTo>
                    <a:pt x="684276" y="19050"/>
                  </a:moveTo>
                  <a:lnTo>
                    <a:pt x="684276" y="0"/>
                  </a:lnTo>
                  <a:lnTo>
                    <a:pt x="608076" y="0"/>
                  </a:lnTo>
                  <a:lnTo>
                    <a:pt x="608076" y="19050"/>
                  </a:lnTo>
                  <a:lnTo>
                    <a:pt x="684276" y="19050"/>
                  </a:lnTo>
                  <a:close/>
                </a:path>
                <a:path w="2178685" h="5154295">
                  <a:moveTo>
                    <a:pt x="817626" y="19050"/>
                  </a:moveTo>
                  <a:lnTo>
                    <a:pt x="817626" y="0"/>
                  </a:lnTo>
                  <a:lnTo>
                    <a:pt x="741426" y="0"/>
                  </a:lnTo>
                  <a:lnTo>
                    <a:pt x="741426" y="19050"/>
                  </a:lnTo>
                  <a:lnTo>
                    <a:pt x="817626" y="19050"/>
                  </a:lnTo>
                  <a:close/>
                </a:path>
                <a:path w="2178685" h="5154295">
                  <a:moveTo>
                    <a:pt x="950976" y="19050"/>
                  </a:moveTo>
                  <a:lnTo>
                    <a:pt x="950976" y="0"/>
                  </a:lnTo>
                  <a:lnTo>
                    <a:pt x="874776" y="0"/>
                  </a:lnTo>
                  <a:lnTo>
                    <a:pt x="874776" y="19050"/>
                  </a:lnTo>
                  <a:lnTo>
                    <a:pt x="950976" y="19050"/>
                  </a:lnTo>
                  <a:close/>
                </a:path>
                <a:path w="2178685" h="5154295">
                  <a:moveTo>
                    <a:pt x="1084326" y="19050"/>
                  </a:moveTo>
                  <a:lnTo>
                    <a:pt x="1084326" y="0"/>
                  </a:lnTo>
                  <a:lnTo>
                    <a:pt x="1008126" y="0"/>
                  </a:lnTo>
                  <a:lnTo>
                    <a:pt x="1008126" y="19050"/>
                  </a:lnTo>
                  <a:lnTo>
                    <a:pt x="1084326" y="19050"/>
                  </a:lnTo>
                  <a:close/>
                </a:path>
                <a:path w="2178685" h="5154295">
                  <a:moveTo>
                    <a:pt x="1217676" y="19050"/>
                  </a:moveTo>
                  <a:lnTo>
                    <a:pt x="1217676" y="0"/>
                  </a:lnTo>
                  <a:lnTo>
                    <a:pt x="1141476" y="0"/>
                  </a:lnTo>
                  <a:lnTo>
                    <a:pt x="1141476" y="19050"/>
                  </a:lnTo>
                  <a:lnTo>
                    <a:pt x="1217676" y="19050"/>
                  </a:lnTo>
                  <a:close/>
                </a:path>
                <a:path w="2178685" h="5154295">
                  <a:moveTo>
                    <a:pt x="1351026" y="19050"/>
                  </a:moveTo>
                  <a:lnTo>
                    <a:pt x="1351026" y="0"/>
                  </a:lnTo>
                  <a:lnTo>
                    <a:pt x="1274826" y="0"/>
                  </a:lnTo>
                  <a:lnTo>
                    <a:pt x="1274826" y="19050"/>
                  </a:lnTo>
                  <a:lnTo>
                    <a:pt x="1351026" y="19050"/>
                  </a:lnTo>
                  <a:close/>
                </a:path>
                <a:path w="2178685" h="5154295">
                  <a:moveTo>
                    <a:pt x="1484376" y="19050"/>
                  </a:moveTo>
                  <a:lnTo>
                    <a:pt x="1484376" y="0"/>
                  </a:lnTo>
                  <a:lnTo>
                    <a:pt x="1408176" y="0"/>
                  </a:lnTo>
                  <a:lnTo>
                    <a:pt x="1408176" y="19050"/>
                  </a:lnTo>
                  <a:lnTo>
                    <a:pt x="1484376" y="19050"/>
                  </a:lnTo>
                  <a:close/>
                </a:path>
                <a:path w="2178685" h="5154295">
                  <a:moveTo>
                    <a:pt x="1617726" y="19050"/>
                  </a:moveTo>
                  <a:lnTo>
                    <a:pt x="1617726" y="0"/>
                  </a:lnTo>
                  <a:lnTo>
                    <a:pt x="1541526" y="0"/>
                  </a:lnTo>
                  <a:lnTo>
                    <a:pt x="1541526" y="19050"/>
                  </a:lnTo>
                  <a:lnTo>
                    <a:pt x="1617726" y="19050"/>
                  </a:lnTo>
                  <a:close/>
                </a:path>
                <a:path w="2178685" h="5154295">
                  <a:moveTo>
                    <a:pt x="1751076" y="19050"/>
                  </a:moveTo>
                  <a:lnTo>
                    <a:pt x="1751076" y="0"/>
                  </a:lnTo>
                  <a:lnTo>
                    <a:pt x="1674876" y="0"/>
                  </a:lnTo>
                  <a:lnTo>
                    <a:pt x="1674876" y="19050"/>
                  </a:lnTo>
                  <a:lnTo>
                    <a:pt x="1751076" y="19050"/>
                  </a:lnTo>
                  <a:close/>
                </a:path>
                <a:path w="2178685" h="5154295">
                  <a:moveTo>
                    <a:pt x="1884426" y="19050"/>
                  </a:moveTo>
                  <a:lnTo>
                    <a:pt x="1884426" y="0"/>
                  </a:lnTo>
                  <a:lnTo>
                    <a:pt x="1808226" y="0"/>
                  </a:lnTo>
                  <a:lnTo>
                    <a:pt x="1808226" y="19050"/>
                  </a:lnTo>
                  <a:lnTo>
                    <a:pt x="1884426" y="19050"/>
                  </a:lnTo>
                  <a:close/>
                </a:path>
                <a:path w="2178685" h="5154295">
                  <a:moveTo>
                    <a:pt x="2017776" y="19050"/>
                  </a:moveTo>
                  <a:lnTo>
                    <a:pt x="2017776" y="0"/>
                  </a:lnTo>
                  <a:lnTo>
                    <a:pt x="1941576" y="0"/>
                  </a:lnTo>
                  <a:lnTo>
                    <a:pt x="1941576" y="19050"/>
                  </a:lnTo>
                  <a:lnTo>
                    <a:pt x="2017776" y="19050"/>
                  </a:lnTo>
                  <a:close/>
                </a:path>
                <a:path w="2178685" h="5154295">
                  <a:moveTo>
                    <a:pt x="2151126" y="19050"/>
                  </a:moveTo>
                  <a:lnTo>
                    <a:pt x="2151126" y="0"/>
                  </a:lnTo>
                  <a:lnTo>
                    <a:pt x="2074926" y="0"/>
                  </a:lnTo>
                  <a:lnTo>
                    <a:pt x="2074926" y="19050"/>
                  </a:lnTo>
                  <a:lnTo>
                    <a:pt x="2151126" y="19050"/>
                  </a:lnTo>
                  <a:close/>
                </a:path>
                <a:path w="2178685" h="5154295">
                  <a:moveTo>
                    <a:pt x="2178558" y="124968"/>
                  </a:moveTo>
                  <a:lnTo>
                    <a:pt x="2178558" y="48768"/>
                  </a:lnTo>
                  <a:lnTo>
                    <a:pt x="2159508" y="48768"/>
                  </a:lnTo>
                  <a:lnTo>
                    <a:pt x="2159508" y="124968"/>
                  </a:lnTo>
                  <a:lnTo>
                    <a:pt x="2178558" y="124968"/>
                  </a:lnTo>
                  <a:close/>
                </a:path>
                <a:path w="2178685" h="5154295">
                  <a:moveTo>
                    <a:pt x="2178558" y="258318"/>
                  </a:moveTo>
                  <a:lnTo>
                    <a:pt x="2178558" y="182118"/>
                  </a:lnTo>
                  <a:lnTo>
                    <a:pt x="2159508" y="182118"/>
                  </a:lnTo>
                  <a:lnTo>
                    <a:pt x="2159508" y="258318"/>
                  </a:lnTo>
                  <a:lnTo>
                    <a:pt x="2178558" y="258318"/>
                  </a:lnTo>
                  <a:close/>
                </a:path>
                <a:path w="2178685" h="5154295">
                  <a:moveTo>
                    <a:pt x="2178558" y="391668"/>
                  </a:moveTo>
                  <a:lnTo>
                    <a:pt x="2178558" y="315468"/>
                  </a:lnTo>
                  <a:lnTo>
                    <a:pt x="2159508" y="315468"/>
                  </a:lnTo>
                  <a:lnTo>
                    <a:pt x="2159508" y="391668"/>
                  </a:lnTo>
                  <a:lnTo>
                    <a:pt x="2178558" y="391668"/>
                  </a:lnTo>
                  <a:close/>
                </a:path>
                <a:path w="2178685" h="5154295">
                  <a:moveTo>
                    <a:pt x="2178558" y="525018"/>
                  </a:moveTo>
                  <a:lnTo>
                    <a:pt x="2178558" y="448818"/>
                  </a:lnTo>
                  <a:lnTo>
                    <a:pt x="2159508" y="448818"/>
                  </a:lnTo>
                  <a:lnTo>
                    <a:pt x="2159508" y="525018"/>
                  </a:lnTo>
                  <a:lnTo>
                    <a:pt x="2178558" y="525018"/>
                  </a:lnTo>
                  <a:close/>
                </a:path>
                <a:path w="2178685" h="5154295">
                  <a:moveTo>
                    <a:pt x="2178558" y="658368"/>
                  </a:moveTo>
                  <a:lnTo>
                    <a:pt x="2178558" y="582168"/>
                  </a:lnTo>
                  <a:lnTo>
                    <a:pt x="2159508" y="582168"/>
                  </a:lnTo>
                  <a:lnTo>
                    <a:pt x="2159508" y="658368"/>
                  </a:lnTo>
                  <a:lnTo>
                    <a:pt x="2178558" y="658368"/>
                  </a:lnTo>
                  <a:close/>
                </a:path>
                <a:path w="2178685" h="5154295">
                  <a:moveTo>
                    <a:pt x="2178558" y="791718"/>
                  </a:moveTo>
                  <a:lnTo>
                    <a:pt x="2178558" y="715518"/>
                  </a:lnTo>
                  <a:lnTo>
                    <a:pt x="2159508" y="715518"/>
                  </a:lnTo>
                  <a:lnTo>
                    <a:pt x="2159508" y="791718"/>
                  </a:lnTo>
                  <a:lnTo>
                    <a:pt x="2178558" y="791718"/>
                  </a:lnTo>
                  <a:close/>
                </a:path>
                <a:path w="2178685" h="5154295">
                  <a:moveTo>
                    <a:pt x="2178558" y="925068"/>
                  </a:moveTo>
                  <a:lnTo>
                    <a:pt x="2178558" y="848868"/>
                  </a:lnTo>
                  <a:lnTo>
                    <a:pt x="2159508" y="848868"/>
                  </a:lnTo>
                  <a:lnTo>
                    <a:pt x="2159508" y="925068"/>
                  </a:lnTo>
                  <a:lnTo>
                    <a:pt x="2178558" y="925068"/>
                  </a:lnTo>
                  <a:close/>
                </a:path>
                <a:path w="2178685" h="5154295">
                  <a:moveTo>
                    <a:pt x="2178558" y="1058418"/>
                  </a:moveTo>
                  <a:lnTo>
                    <a:pt x="2178558" y="982218"/>
                  </a:lnTo>
                  <a:lnTo>
                    <a:pt x="2159508" y="982218"/>
                  </a:lnTo>
                  <a:lnTo>
                    <a:pt x="2159508" y="1058418"/>
                  </a:lnTo>
                  <a:lnTo>
                    <a:pt x="2178558" y="1058418"/>
                  </a:lnTo>
                  <a:close/>
                </a:path>
                <a:path w="2178685" h="5154295">
                  <a:moveTo>
                    <a:pt x="2178558" y="1191768"/>
                  </a:moveTo>
                  <a:lnTo>
                    <a:pt x="2178558" y="1115568"/>
                  </a:lnTo>
                  <a:lnTo>
                    <a:pt x="2159508" y="1115568"/>
                  </a:lnTo>
                  <a:lnTo>
                    <a:pt x="2159508" y="1191768"/>
                  </a:lnTo>
                  <a:lnTo>
                    <a:pt x="2178558" y="1191768"/>
                  </a:lnTo>
                  <a:close/>
                </a:path>
                <a:path w="2178685" h="5154295">
                  <a:moveTo>
                    <a:pt x="2178558" y="1325118"/>
                  </a:moveTo>
                  <a:lnTo>
                    <a:pt x="2178558" y="1248918"/>
                  </a:lnTo>
                  <a:lnTo>
                    <a:pt x="2159508" y="1248918"/>
                  </a:lnTo>
                  <a:lnTo>
                    <a:pt x="2159508" y="1325118"/>
                  </a:lnTo>
                  <a:lnTo>
                    <a:pt x="2178558" y="1325118"/>
                  </a:lnTo>
                  <a:close/>
                </a:path>
                <a:path w="2178685" h="5154295">
                  <a:moveTo>
                    <a:pt x="2178558" y="1458468"/>
                  </a:moveTo>
                  <a:lnTo>
                    <a:pt x="2178558" y="1382268"/>
                  </a:lnTo>
                  <a:lnTo>
                    <a:pt x="2159508" y="1382268"/>
                  </a:lnTo>
                  <a:lnTo>
                    <a:pt x="2159508" y="1458468"/>
                  </a:lnTo>
                  <a:lnTo>
                    <a:pt x="2178558" y="1458468"/>
                  </a:lnTo>
                  <a:close/>
                </a:path>
                <a:path w="2178685" h="5154295">
                  <a:moveTo>
                    <a:pt x="2178558" y="1591817"/>
                  </a:moveTo>
                  <a:lnTo>
                    <a:pt x="2178558" y="1515618"/>
                  </a:lnTo>
                  <a:lnTo>
                    <a:pt x="2159508" y="1515618"/>
                  </a:lnTo>
                  <a:lnTo>
                    <a:pt x="2159508" y="1591817"/>
                  </a:lnTo>
                  <a:lnTo>
                    <a:pt x="2178558" y="1591817"/>
                  </a:lnTo>
                  <a:close/>
                </a:path>
                <a:path w="2178685" h="5154295">
                  <a:moveTo>
                    <a:pt x="2178558" y="1725167"/>
                  </a:moveTo>
                  <a:lnTo>
                    <a:pt x="2178558" y="1648967"/>
                  </a:lnTo>
                  <a:lnTo>
                    <a:pt x="2159508" y="1648967"/>
                  </a:lnTo>
                  <a:lnTo>
                    <a:pt x="2159508" y="1725167"/>
                  </a:lnTo>
                  <a:lnTo>
                    <a:pt x="2178558" y="1725167"/>
                  </a:lnTo>
                  <a:close/>
                </a:path>
                <a:path w="2178685" h="5154295">
                  <a:moveTo>
                    <a:pt x="2178558" y="1858517"/>
                  </a:moveTo>
                  <a:lnTo>
                    <a:pt x="2178558" y="1782317"/>
                  </a:lnTo>
                  <a:lnTo>
                    <a:pt x="2159508" y="1782317"/>
                  </a:lnTo>
                  <a:lnTo>
                    <a:pt x="2159508" y="1858517"/>
                  </a:lnTo>
                  <a:lnTo>
                    <a:pt x="2178558" y="1858517"/>
                  </a:lnTo>
                  <a:close/>
                </a:path>
                <a:path w="2178685" h="5154295">
                  <a:moveTo>
                    <a:pt x="2178558" y="1991867"/>
                  </a:moveTo>
                  <a:lnTo>
                    <a:pt x="2178558" y="1915667"/>
                  </a:lnTo>
                  <a:lnTo>
                    <a:pt x="2159508" y="1915667"/>
                  </a:lnTo>
                  <a:lnTo>
                    <a:pt x="2159508" y="1991867"/>
                  </a:lnTo>
                  <a:lnTo>
                    <a:pt x="2178558" y="1991867"/>
                  </a:lnTo>
                  <a:close/>
                </a:path>
                <a:path w="2178685" h="5154295">
                  <a:moveTo>
                    <a:pt x="2178558" y="2125217"/>
                  </a:moveTo>
                  <a:lnTo>
                    <a:pt x="2178558" y="2049017"/>
                  </a:lnTo>
                  <a:lnTo>
                    <a:pt x="2159508" y="2049017"/>
                  </a:lnTo>
                  <a:lnTo>
                    <a:pt x="2159508" y="2125217"/>
                  </a:lnTo>
                  <a:lnTo>
                    <a:pt x="2178558" y="2125217"/>
                  </a:lnTo>
                  <a:close/>
                </a:path>
                <a:path w="2178685" h="5154295">
                  <a:moveTo>
                    <a:pt x="2178558" y="2258567"/>
                  </a:moveTo>
                  <a:lnTo>
                    <a:pt x="2178558" y="2182367"/>
                  </a:lnTo>
                  <a:lnTo>
                    <a:pt x="2159508" y="2182367"/>
                  </a:lnTo>
                  <a:lnTo>
                    <a:pt x="2159508" y="2258567"/>
                  </a:lnTo>
                  <a:lnTo>
                    <a:pt x="2178558" y="2258567"/>
                  </a:lnTo>
                  <a:close/>
                </a:path>
                <a:path w="2178685" h="5154295">
                  <a:moveTo>
                    <a:pt x="2178558" y="2391917"/>
                  </a:moveTo>
                  <a:lnTo>
                    <a:pt x="2178558" y="2315717"/>
                  </a:lnTo>
                  <a:lnTo>
                    <a:pt x="2159508" y="2315717"/>
                  </a:lnTo>
                  <a:lnTo>
                    <a:pt x="2159508" y="2391917"/>
                  </a:lnTo>
                  <a:lnTo>
                    <a:pt x="2178558" y="2391917"/>
                  </a:lnTo>
                  <a:close/>
                </a:path>
                <a:path w="2178685" h="5154295">
                  <a:moveTo>
                    <a:pt x="2178558" y="2525267"/>
                  </a:moveTo>
                  <a:lnTo>
                    <a:pt x="2178558" y="2449067"/>
                  </a:lnTo>
                  <a:lnTo>
                    <a:pt x="2159508" y="2449067"/>
                  </a:lnTo>
                  <a:lnTo>
                    <a:pt x="2159508" y="2525267"/>
                  </a:lnTo>
                  <a:lnTo>
                    <a:pt x="2178558" y="2525267"/>
                  </a:lnTo>
                  <a:close/>
                </a:path>
                <a:path w="2178685" h="5154295">
                  <a:moveTo>
                    <a:pt x="2178558" y="2658617"/>
                  </a:moveTo>
                  <a:lnTo>
                    <a:pt x="2178558" y="2582417"/>
                  </a:lnTo>
                  <a:lnTo>
                    <a:pt x="2159508" y="2582417"/>
                  </a:lnTo>
                  <a:lnTo>
                    <a:pt x="2159508" y="2658617"/>
                  </a:lnTo>
                  <a:lnTo>
                    <a:pt x="2178558" y="2658617"/>
                  </a:lnTo>
                  <a:close/>
                </a:path>
                <a:path w="2178685" h="5154295">
                  <a:moveTo>
                    <a:pt x="2178558" y="2791967"/>
                  </a:moveTo>
                  <a:lnTo>
                    <a:pt x="2178558" y="2715767"/>
                  </a:lnTo>
                  <a:lnTo>
                    <a:pt x="2159508" y="2715767"/>
                  </a:lnTo>
                  <a:lnTo>
                    <a:pt x="2159508" y="2791967"/>
                  </a:lnTo>
                  <a:lnTo>
                    <a:pt x="2178558" y="2791967"/>
                  </a:lnTo>
                  <a:close/>
                </a:path>
                <a:path w="2178685" h="5154295">
                  <a:moveTo>
                    <a:pt x="2178558" y="2925317"/>
                  </a:moveTo>
                  <a:lnTo>
                    <a:pt x="2178558" y="2849117"/>
                  </a:lnTo>
                  <a:lnTo>
                    <a:pt x="2159508" y="2849117"/>
                  </a:lnTo>
                  <a:lnTo>
                    <a:pt x="2159508" y="2925317"/>
                  </a:lnTo>
                  <a:lnTo>
                    <a:pt x="2178558" y="2925317"/>
                  </a:lnTo>
                  <a:close/>
                </a:path>
                <a:path w="2178685" h="5154295">
                  <a:moveTo>
                    <a:pt x="2178558" y="3058667"/>
                  </a:moveTo>
                  <a:lnTo>
                    <a:pt x="2178558" y="2982467"/>
                  </a:lnTo>
                  <a:lnTo>
                    <a:pt x="2159508" y="2982467"/>
                  </a:lnTo>
                  <a:lnTo>
                    <a:pt x="2159508" y="3058667"/>
                  </a:lnTo>
                  <a:lnTo>
                    <a:pt x="2178558" y="3058667"/>
                  </a:lnTo>
                  <a:close/>
                </a:path>
                <a:path w="2178685" h="5154295">
                  <a:moveTo>
                    <a:pt x="2178558" y="3192017"/>
                  </a:moveTo>
                  <a:lnTo>
                    <a:pt x="2178558" y="3115817"/>
                  </a:lnTo>
                  <a:lnTo>
                    <a:pt x="2159508" y="3115817"/>
                  </a:lnTo>
                  <a:lnTo>
                    <a:pt x="2159508" y="3192017"/>
                  </a:lnTo>
                  <a:lnTo>
                    <a:pt x="2178558" y="3192017"/>
                  </a:lnTo>
                  <a:close/>
                </a:path>
                <a:path w="2178685" h="5154295">
                  <a:moveTo>
                    <a:pt x="2178558" y="3325367"/>
                  </a:moveTo>
                  <a:lnTo>
                    <a:pt x="2178558" y="3249167"/>
                  </a:lnTo>
                  <a:lnTo>
                    <a:pt x="2159508" y="3249167"/>
                  </a:lnTo>
                  <a:lnTo>
                    <a:pt x="2159508" y="3325367"/>
                  </a:lnTo>
                  <a:lnTo>
                    <a:pt x="2178558" y="3325367"/>
                  </a:lnTo>
                  <a:close/>
                </a:path>
                <a:path w="2178685" h="5154295">
                  <a:moveTo>
                    <a:pt x="2178558" y="3458717"/>
                  </a:moveTo>
                  <a:lnTo>
                    <a:pt x="2178558" y="3382517"/>
                  </a:lnTo>
                  <a:lnTo>
                    <a:pt x="2159508" y="3382517"/>
                  </a:lnTo>
                  <a:lnTo>
                    <a:pt x="2159508" y="3458717"/>
                  </a:lnTo>
                  <a:lnTo>
                    <a:pt x="2178558" y="3458717"/>
                  </a:lnTo>
                  <a:close/>
                </a:path>
                <a:path w="2178685" h="5154295">
                  <a:moveTo>
                    <a:pt x="2178558" y="3592067"/>
                  </a:moveTo>
                  <a:lnTo>
                    <a:pt x="2178558" y="3515867"/>
                  </a:lnTo>
                  <a:lnTo>
                    <a:pt x="2159508" y="3515867"/>
                  </a:lnTo>
                  <a:lnTo>
                    <a:pt x="2159508" y="3592067"/>
                  </a:lnTo>
                  <a:lnTo>
                    <a:pt x="2178558" y="3592067"/>
                  </a:lnTo>
                  <a:close/>
                </a:path>
                <a:path w="2178685" h="5154295">
                  <a:moveTo>
                    <a:pt x="2178558" y="3725417"/>
                  </a:moveTo>
                  <a:lnTo>
                    <a:pt x="2178558" y="3649217"/>
                  </a:lnTo>
                  <a:lnTo>
                    <a:pt x="2159508" y="3649217"/>
                  </a:lnTo>
                  <a:lnTo>
                    <a:pt x="2159508" y="3725417"/>
                  </a:lnTo>
                  <a:lnTo>
                    <a:pt x="2178558" y="3725417"/>
                  </a:lnTo>
                  <a:close/>
                </a:path>
                <a:path w="2178685" h="5154295">
                  <a:moveTo>
                    <a:pt x="2178558" y="3858767"/>
                  </a:moveTo>
                  <a:lnTo>
                    <a:pt x="2178558" y="3782567"/>
                  </a:lnTo>
                  <a:lnTo>
                    <a:pt x="2159508" y="3782567"/>
                  </a:lnTo>
                  <a:lnTo>
                    <a:pt x="2159508" y="3858767"/>
                  </a:lnTo>
                  <a:lnTo>
                    <a:pt x="2178558" y="3858767"/>
                  </a:lnTo>
                  <a:close/>
                </a:path>
                <a:path w="2178685" h="5154295">
                  <a:moveTo>
                    <a:pt x="2178558" y="3992117"/>
                  </a:moveTo>
                  <a:lnTo>
                    <a:pt x="2178558" y="3915917"/>
                  </a:lnTo>
                  <a:lnTo>
                    <a:pt x="2159508" y="3915917"/>
                  </a:lnTo>
                  <a:lnTo>
                    <a:pt x="2159508" y="3992117"/>
                  </a:lnTo>
                  <a:lnTo>
                    <a:pt x="2178558" y="3992117"/>
                  </a:lnTo>
                  <a:close/>
                </a:path>
                <a:path w="2178685" h="5154295">
                  <a:moveTo>
                    <a:pt x="2178558" y="4125467"/>
                  </a:moveTo>
                  <a:lnTo>
                    <a:pt x="2178558" y="4049267"/>
                  </a:lnTo>
                  <a:lnTo>
                    <a:pt x="2159508" y="4049267"/>
                  </a:lnTo>
                  <a:lnTo>
                    <a:pt x="2159508" y="4125467"/>
                  </a:lnTo>
                  <a:lnTo>
                    <a:pt x="2178558" y="4125467"/>
                  </a:lnTo>
                  <a:close/>
                </a:path>
                <a:path w="2178685" h="5154295">
                  <a:moveTo>
                    <a:pt x="2178558" y="4258818"/>
                  </a:moveTo>
                  <a:lnTo>
                    <a:pt x="2178558" y="4182617"/>
                  </a:lnTo>
                  <a:lnTo>
                    <a:pt x="2159508" y="4182617"/>
                  </a:lnTo>
                  <a:lnTo>
                    <a:pt x="2159508" y="4258818"/>
                  </a:lnTo>
                  <a:lnTo>
                    <a:pt x="2178558" y="4258818"/>
                  </a:lnTo>
                  <a:close/>
                </a:path>
                <a:path w="2178685" h="5154295">
                  <a:moveTo>
                    <a:pt x="2178558" y="4392168"/>
                  </a:moveTo>
                  <a:lnTo>
                    <a:pt x="2178558" y="4315968"/>
                  </a:lnTo>
                  <a:lnTo>
                    <a:pt x="2159508" y="4315968"/>
                  </a:lnTo>
                  <a:lnTo>
                    <a:pt x="2159508" y="4392168"/>
                  </a:lnTo>
                  <a:lnTo>
                    <a:pt x="2178558" y="4392168"/>
                  </a:lnTo>
                  <a:close/>
                </a:path>
                <a:path w="2178685" h="5154295">
                  <a:moveTo>
                    <a:pt x="2178558" y="4525518"/>
                  </a:moveTo>
                  <a:lnTo>
                    <a:pt x="2178558" y="4449318"/>
                  </a:lnTo>
                  <a:lnTo>
                    <a:pt x="2159508" y="4449318"/>
                  </a:lnTo>
                  <a:lnTo>
                    <a:pt x="2159508" y="4525518"/>
                  </a:lnTo>
                  <a:lnTo>
                    <a:pt x="2178558" y="4525518"/>
                  </a:lnTo>
                  <a:close/>
                </a:path>
                <a:path w="2178685" h="5154295">
                  <a:moveTo>
                    <a:pt x="2178558" y="4658868"/>
                  </a:moveTo>
                  <a:lnTo>
                    <a:pt x="2178558" y="4582668"/>
                  </a:lnTo>
                  <a:lnTo>
                    <a:pt x="2159508" y="4582668"/>
                  </a:lnTo>
                  <a:lnTo>
                    <a:pt x="2159508" y="4658868"/>
                  </a:lnTo>
                  <a:lnTo>
                    <a:pt x="2178558" y="4658868"/>
                  </a:lnTo>
                  <a:close/>
                </a:path>
                <a:path w="2178685" h="5154295">
                  <a:moveTo>
                    <a:pt x="2178558" y="4792218"/>
                  </a:moveTo>
                  <a:lnTo>
                    <a:pt x="2178558" y="4716018"/>
                  </a:lnTo>
                  <a:lnTo>
                    <a:pt x="2159508" y="4716018"/>
                  </a:lnTo>
                  <a:lnTo>
                    <a:pt x="2159508" y="4792218"/>
                  </a:lnTo>
                  <a:lnTo>
                    <a:pt x="2178558" y="4792218"/>
                  </a:lnTo>
                  <a:close/>
                </a:path>
                <a:path w="2178685" h="5154295">
                  <a:moveTo>
                    <a:pt x="2178558" y="4925568"/>
                  </a:moveTo>
                  <a:lnTo>
                    <a:pt x="2178558" y="4849368"/>
                  </a:lnTo>
                  <a:lnTo>
                    <a:pt x="2159508" y="4849368"/>
                  </a:lnTo>
                  <a:lnTo>
                    <a:pt x="2159508" y="4925568"/>
                  </a:lnTo>
                  <a:lnTo>
                    <a:pt x="2178558" y="4925568"/>
                  </a:lnTo>
                  <a:close/>
                </a:path>
                <a:path w="2178685" h="5154295">
                  <a:moveTo>
                    <a:pt x="2178558" y="5058918"/>
                  </a:moveTo>
                  <a:lnTo>
                    <a:pt x="2178558" y="4982718"/>
                  </a:lnTo>
                  <a:lnTo>
                    <a:pt x="2159508" y="4982718"/>
                  </a:lnTo>
                  <a:lnTo>
                    <a:pt x="2159508" y="5058918"/>
                  </a:lnTo>
                  <a:lnTo>
                    <a:pt x="2178558" y="5058918"/>
                  </a:lnTo>
                  <a:close/>
                </a:path>
                <a:path w="2178685" h="5154295">
                  <a:moveTo>
                    <a:pt x="2168652" y="5135118"/>
                  </a:moveTo>
                  <a:lnTo>
                    <a:pt x="2121408" y="5135118"/>
                  </a:lnTo>
                  <a:lnTo>
                    <a:pt x="2121408" y="5154168"/>
                  </a:lnTo>
                  <a:lnTo>
                    <a:pt x="2159508" y="5154168"/>
                  </a:lnTo>
                  <a:lnTo>
                    <a:pt x="2159508" y="5145024"/>
                  </a:lnTo>
                  <a:lnTo>
                    <a:pt x="2168652" y="5135118"/>
                  </a:lnTo>
                  <a:close/>
                </a:path>
                <a:path w="2178685" h="5154295">
                  <a:moveTo>
                    <a:pt x="2178558" y="5154168"/>
                  </a:moveTo>
                  <a:lnTo>
                    <a:pt x="2178558" y="5116068"/>
                  </a:lnTo>
                  <a:lnTo>
                    <a:pt x="2159508" y="5116068"/>
                  </a:lnTo>
                  <a:lnTo>
                    <a:pt x="2159508" y="5135118"/>
                  </a:lnTo>
                  <a:lnTo>
                    <a:pt x="2168652" y="5135118"/>
                  </a:lnTo>
                  <a:lnTo>
                    <a:pt x="2168652" y="5154168"/>
                  </a:lnTo>
                  <a:lnTo>
                    <a:pt x="2178558" y="5154168"/>
                  </a:lnTo>
                  <a:close/>
                </a:path>
                <a:path w="2178685" h="5154295">
                  <a:moveTo>
                    <a:pt x="2168652" y="5154168"/>
                  </a:moveTo>
                  <a:lnTo>
                    <a:pt x="2168652" y="5135118"/>
                  </a:lnTo>
                  <a:lnTo>
                    <a:pt x="2159508" y="5145024"/>
                  </a:lnTo>
                  <a:lnTo>
                    <a:pt x="2159508" y="5154168"/>
                  </a:lnTo>
                  <a:lnTo>
                    <a:pt x="2168652" y="5154168"/>
                  </a:lnTo>
                  <a:close/>
                </a:path>
                <a:path w="2178685" h="5154295">
                  <a:moveTo>
                    <a:pt x="2064258" y="5154168"/>
                  </a:moveTo>
                  <a:lnTo>
                    <a:pt x="2064258" y="5135118"/>
                  </a:lnTo>
                  <a:lnTo>
                    <a:pt x="1988058" y="5135118"/>
                  </a:lnTo>
                  <a:lnTo>
                    <a:pt x="1988058" y="5154168"/>
                  </a:lnTo>
                  <a:lnTo>
                    <a:pt x="2064258" y="5154168"/>
                  </a:lnTo>
                  <a:close/>
                </a:path>
                <a:path w="2178685" h="5154295">
                  <a:moveTo>
                    <a:pt x="1930908" y="5154168"/>
                  </a:moveTo>
                  <a:lnTo>
                    <a:pt x="1930908" y="5135118"/>
                  </a:lnTo>
                  <a:lnTo>
                    <a:pt x="1854708" y="5135118"/>
                  </a:lnTo>
                  <a:lnTo>
                    <a:pt x="1854708" y="5154168"/>
                  </a:lnTo>
                  <a:lnTo>
                    <a:pt x="1930908" y="5154168"/>
                  </a:lnTo>
                  <a:close/>
                </a:path>
                <a:path w="2178685" h="5154295">
                  <a:moveTo>
                    <a:pt x="1797558" y="5154168"/>
                  </a:moveTo>
                  <a:lnTo>
                    <a:pt x="1797558" y="5135118"/>
                  </a:lnTo>
                  <a:lnTo>
                    <a:pt x="1721358" y="5135118"/>
                  </a:lnTo>
                  <a:lnTo>
                    <a:pt x="1721358" y="5154168"/>
                  </a:lnTo>
                  <a:lnTo>
                    <a:pt x="1797558" y="5154168"/>
                  </a:lnTo>
                  <a:close/>
                </a:path>
                <a:path w="2178685" h="5154295">
                  <a:moveTo>
                    <a:pt x="1664208" y="5154168"/>
                  </a:moveTo>
                  <a:lnTo>
                    <a:pt x="1664208" y="5135118"/>
                  </a:lnTo>
                  <a:lnTo>
                    <a:pt x="1588008" y="5135118"/>
                  </a:lnTo>
                  <a:lnTo>
                    <a:pt x="1588008" y="5154168"/>
                  </a:lnTo>
                  <a:lnTo>
                    <a:pt x="1664208" y="5154168"/>
                  </a:lnTo>
                  <a:close/>
                </a:path>
                <a:path w="2178685" h="5154295">
                  <a:moveTo>
                    <a:pt x="1530858" y="5154168"/>
                  </a:moveTo>
                  <a:lnTo>
                    <a:pt x="1530858" y="5135118"/>
                  </a:lnTo>
                  <a:lnTo>
                    <a:pt x="1454658" y="5135118"/>
                  </a:lnTo>
                  <a:lnTo>
                    <a:pt x="1454658" y="5154168"/>
                  </a:lnTo>
                  <a:lnTo>
                    <a:pt x="1530858" y="5154168"/>
                  </a:lnTo>
                  <a:close/>
                </a:path>
                <a:path w="2178685" h="5154295">
                  <a:moveTo>
                    <a:pt x="1397508" y="5154168"/>
                  </a:moveTo>
                  <a:lnTo>
                    <a:pt x="1397508" y="5135118"/>
                  </a:lnTo>
                  <a:lnTo>
                    <a:pt x="1321308" y="5135118"/>
                  </a:lnTo>
                  <a:lnTo>
                    <a:pt x="1321308" y="5154168"/>
                  </a:lnTo>
                  <a:lnTo>
                    <a:pt x="1397508" y="5154168"/>
                  </a:lnTo>
                  <a:close/>
                </a:path>
                <a:path w="2178685" h="5154295">
                  <a:moveTo>
                    <a:pt x="1264158" y="5154168"/>
                  </a:moveTo>
                  <a:lnTo>
                    <a:pt x="1264158" y="5135118"/>
                  </a:lnTo>
                  <a:lnTo>
                    <a:pt x="1187958" y="5135118"/>
                  </a:lnTo>
                  <a:lnTo>
                    <a:pt x="1187958" y="5154168"/>
                  </a:lnTo>
                  <a:lnTo>
                    <a:pt x="1264158" y="5154168"/>
                  </a:lnTo>
                  <a:close/>
                </a:path>
                <a:path w="2178685" h="5154295">
                  <a:moveTo>
                    <a:pt x="1130808" y="5154168"/>
                  </a:moveTo>
                  <a:lnTo>
                    <a:pt x="1130808" y="5135118"/>
                  </a:lnTo>
                  <a:lnTo>
                    <a:pt x="1054608" y="5135118"/>
                  </a:lnTo>
                  <a:lnTo>
                    <a:pt x="1054608" y="5154168"/>
                  </a:lnTo>
                  <a:lnTo>
                    <a:pt x="1130808" y="5154168"/>
                  </a:lnTo>
                  <a:close/>
                </a:path>
                <a:path w="2178685" h="5154295">
                  <a:moveTo>
                    <a:pt x="997458" y="5154168"/>
                  </a:moveTo>
                  <a:lnTo>
                    <a:pt x="997458" y="5135118"/>
                  </a:lnTo>
                  <a:lnTo>
                    <a:pt x="921258" y="5135118"/>
                  </a:lnTo>
                  <a:lnTo>
                    <a:pt x="921258" y="5154168"/>
                  </a:lnTo>
                  <a:lnTo>
                    <a:pt x="997458" y="5154168"/>
                  </a:lnTo>
                  <a:close/>
                </a:path>
                <a:path w="2178685" h="5154295">
                  <a:moveTo>
                    <a:pt x="864108" y="5154168"/>
                  </a:moveTo>
                  <a:lnTo>
                    <a:pt x="864108" y="5135118"/>
                  </a:lnTo>
                  <a:lnTo>
                    <a:pt x="787908" y="5135118"/>
                  </a:lnTo>
                  <a:lnTo>
                    <a:pt x="787908" y="5154168"/>
                  </a:lnTo>
                  <a:lnTo>
                    <a:pt x="864108" y="5154168"/>
                  </a:lnTo>
                  <a:close/>
                </a:path>
                <a:path w="2178685" h="5154295">
                  <a:moveTo>
                    <a:pt x="730758" y="5154168"/>
                  </a:moveTo>
                  <a:lnTo>
                    <a:pt x="730758" y="5135118"/>
                  </a:lnTo>
                  <a:lnTo>
                    <a:pt x="654558" y="5135118"/>
                  </a:lnTo>
                  <a:lnTo>
                    <a:pt x="654558" y="5154168"/>
                  </a:lnTo>
                  <a:lnTo>
                    <a:pt x="730758" y="5154168"/>
                  </a:lnTo>
                  <a:close/>
                </a:path>
                <a:path w="2178685" h="5154295">
                  <a:moveTo>
                    <a:pt x="597408" y="5154168"/>
                  </a:moveTo>
                  <a:lnTo>
                    <a:pt x="597408" y="5135118"/>
                  </a:lnTo>
                  <a:lnTo>
                    <a:pt x="521208" y="5135118"/>
                  </a:lnTo>
                  <a:lnTo>
                    <a:pt x="521208" y="5154168"/>
                  </a:lnTo>
                  <a:lnTo>
                    <a:pt x="597408" y="5154168"/>
                  </a:lnTo>
                  <a:close/>
                </a:path>
                <a:path w="2178685" h="5154295">
                  <a:moveTo>
                    <a:pt x="464058" y="5154168"/>
                  </a:moveTo>
                  <a:lnTo>
                    <a:pt x="464058" y="5135118"/>
                  </a:lnTo>
                  <a:lnTo>
                    <a:pt x="387858" y="5135118"/>
                  </a:lnTo>
                  <a:lnTo>
                    <a:pt x="387858" y="5154168"/>
                  </a:lnTo>
                  <a:lnTo>
                    <a:pt x="464058" y="5154168"/>
                  </a:lnTo>
                  <a:close/>
                </a:path>
                <a:path w="2178685" h="5154295">
                  <a:moveTo>
                    <a:pt x="330708" y="5154168"/>
                  </a:moveTo>
                  <a:lnTo>
                    <a:pt x="330708" y="5135118"/>
                  </a:lnTo>
                  <a:lnTo>
                    <a:pt x="254508" y="5135118"/>
                  </a:lnTo>
                  <a:lnTo>
                    <a:pt x="254508" y="5154168"/>
                  </a:lnTo>
                  <a:lnTo>
                    <a:pt x="330708" y="5154168"/>
                  </a:lnTo>
                  <a:close/>
                </a:path>
                <a:path w="2178685" h="5154295">
                  <a:moveTo>
                    <a:pt x="197358" y="5154168"/>
                  </a:moveTo>
                  <a:lnTo>
                    <a:pt x="197358" y="5135118"/>
                  </a:lnTo>
                  <a:lnTo>
                    <a:pt x="121158" y="5135118"/>
                  </a:lnTo>
                  <a:lnTo>
                    <a:pt x="121158" y="5154168"/>
                  </a:lnTo>
                  <a:lnTo>
                    <a:pt x="197358" y="515416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727704" y="1806702"/>
              <a:ext cx="1682750" cy="505459"/>
            </a:xfrm>
            <a:custGeom>
              <a:avLst/>
              <a:gdLst/>
              <a:ahLst/>
              <a:cxnLst/>
              <a:rect l="l" t="t" r="r" b="b"/>
              <a:pathLst>
                <a:path w="1682750" h="505460">
                  <a:moveTo>
                    <a:pt x="1682496" y="505205"/>
                  </a:moveTo>
                  <a:lnTo>
                    <a:pt x="1682496" y="0"/>
                  </a:lnTo>
                  <a:lnTo>
                    <a:pt x="0" y="0"/>
                  </a:lnTo>
                  <a:lnTo>
                    <a:pt x="0" y="505205"/>
                  </a:lnTo>
                  <a:lnTo>
                    <a:pt x="1682496" y="505205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721608" y="1800606"/>
              <a:ext cx="1695450" cy="517525"/>
            </a:xfrm>
            <a:custGeom>
              <a:avLst/>
              <a:gdLst/>
              <a:ahLst/>
              <a:cxnLst/>
              <a:rect l="l" t="t" r="r" b="b"/>
              <a:pathLst>
                <a:path w="1695450" h="517525">
                  <a:moveTo>
                    <a:pt x="1695450" y="517398"/>
                  </a:moveTo>
                  <a:lnTo>
                    <a:pt x="1695450" y="0"/>
                  </a:lnTo>
                  <a:lnTo>
                    <a:pt x="0" y="0"/>
                  </a:lnTo>
                  <a:lnTo>
                    <a:pt x="0" y="517398"/>
                  </a:lnTo>
                  <a:lnTo>
                    <a:pt x="6095" y="517398"/>
                  </a:lnTo>
                  <a:lnTo>
                    <a:pt x="6095" y="12954"/>
                  </a:lnTo>
                  <a:lnTo>
                    <a:pt x="12191" y="6095"/>
                  </a:lnTo>
                  <a:lnTo>
                    <a:pt x="12191" y="12954"/>
                  </a:lnTo>
                  <a:lnTo>
                    <a:pt x="1682495" y="12954"/>
                  </a:lnTo>
                  <a:lnTo>
                    <a:pt x="1682495" y="6095"/>
                  </a:lnTo>
                  <a:lnTo>
                    <a:pt x="1688591" y="12954"/>
                  </a:lnTo>
                  <a:lnTo>
                    <a:pt x="1688591" y="517398"/>
                  </a:lnTo>
                  <a:lnTo>
                    <a:pt x="1695450" y="517398"/>
                  </a:lnTo>
                  <a:close/>
                </a:path>
                <a:path w="1695450" h="517525">
                  <a:moveTo>
                    <a:pt x="12191" y="12954"/>
                  </a:moveTo>
                  <a:lnTo>
                    <a:pt x="12191" y="6095"/>
                  </a:lnTo>
                  <a:lnTo>
                    <a:pt x="6095" y="12954"/>
                  </a:lnTo>
                  <a:lnTo>
                    <a:pt x="12191" y="12954"/>
                  </a:lnTo>
                  <a:close/>
                </a:path>
                <a:path w="1695450" h="517525">
                  <a:moveTo>
                    <a:pt x="12191" y="504444"/>
                  </a:moveTo>
                  <a:lnTo>
                    <a:pt x="12191" y="12954"/>
                  </a:lnTo>
                  <a:lnTo>
                    <a:pt x="6095" y="12954"/>
                  </a:lnTo>
                  <a:lnTo>
                    <a:pt x="6095" y="504444"/>
                  </a:lnTo>
                  <a:lnTo>
                    <a:pt x="12191" y="504444"/>
                  </a:lnTo>
                  <a:close/>
                </a:path>
                <a:path w="1695450" h="517525">
                  <a:moveTo>
                    <a:pt x="1688591" y="504444"/>
                  </a:moveTo>
                  <a:lnTo>
                    <a:pt x="6095" y="504444"/>
                  </a:lnTo>
                  <a:lnTo>
                    <a:pt x="12191" y="511301"/>
                  </a:lnTo>
                  <a:lnTo>
                    <a:pt x="12191" y="517398"/>
                  </a:lnTo>
                  <a:lnTo>
                    <a:pt x="1682495" y="517398"/>
                  </a:lnTo>
                  <a:lnTo>
                    <a:pt x="1682495" y="511301"/>
                  </a:lnTo>
                  <a:lnTo>
                    <a:pt x="1688591" y="504444"/>
                  </a:lnTo>
                  <a:close/>
                </a:path>
                <a:path w="1695450" h="517525">
                  <a:moveTo>
                    <a:pt x="12191" y="517398"/>
                  </a:moveTo>
                  <a:lnTo>
                    <a:pt x="12191" y="511301"/>
                  </a:lnTo>
                  <a:lnTo>
                    <a:pt x="6095" y="504444"/>
                  </a:lnTo>
                  <a:lnTo>
                    <a:pt x="6095" y="517398"/>
                  </a:lnTo>
                  <a:lnTo>
                    <a:pt x="12191" y="517398"/>
                  </a:lnTo>
                  <a:close/>
                </a:path>
                <a:path w="1695450" h="517525">
                  <a:moveTo>
                    <a:pt x="1688591" y="12954"/>
                  </a:moveTo>
                  <a:lnTo>
                    <a:pt x="1682495" y="6095"/>
                  </a:lnTo>
                  <a:lnTo>
                    <a:pt x="1682495" y="12954"/>
                  </a:lnTo>
                  <a:lnTo>
                    <a:pt x="1688591" y="12954"/>
                  </a:lnTo>
                  <a:close/>
                </a:path>
                <a:path w="1695450" h="517525">
                  <a:moveTo>
                    <a:pt x="1688591" y="504444"/>
                  </a:moveTo>
                  <a:lnTo>
                    <a:pt x="1688591" y="12954"/>
                  </a:lnTo>
                  <a:lnTo>
                    <a:pt x="1682495" y="12954"/>
                  </a:lnTo>
                  <a:lnTo>
                    <a:pt x="1682495" y="504444"/>
                  </a:lnTo>
                  <a:lnTo>
                    <a:pt x="1688591" y="504444"/>
                  </a:lnTo>
                  <a:close/>
                </a:path>
                <a:path w="1695450" h="517525">
                  <a:moveTo>
                    <a:pt x="1688591" y="517398"/>
                  </a:moveTo>
                  <a:lnTo>
                    <a:pt x="1688591" y="504444"/>
                  </a:lnTo>
                  <a:lnTo>
                    <a:pt x="1682495" y="511301"/>
                  </a:lnTo>
                  <a:lnTo>
                    <a:pt x="1682495" y="517398"/>
                  </a:lnTo>
                  <a:lnTo>
                    <a:pt x="1688591" y="5173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03904" y="1926335"/>
              <a:ext cx="1560576" cy="316992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3727703" y="1806701"/>
            <a:ext cx="1682750" cy="505459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5.4.2</a:t>
            </a:r>
            <a:endParaRPr sz="1000">
              <a:latin typeface="Arial"/>
              <a:cs typeface="Arial"/>
            </a:endParaRPr>
          </a:p>
          <a:p>
            <a:pPr algn="ctr" marL="1905">
              <a:lnSpc>
                <a:spcPct val="100000"/>
              </a:lnSpc>
              <a:spcBef>
                <a:spcPts val="5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Project</a:t>
            </a:r>
            <a:r>
              <a:rPr dirty="0" sz="1000" spc="-5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Planning</a:t>
            </a:r>
            <a:r>
              <a:rPr dirty="0" sz="1000" spc="-3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721608" y="2457450"/>
            <a:ext cx="1695450" cy="532130"/>
            <a:chOff x="3721608" y="2457450"/>
            <a:chExt cx="1695450" cy="532130"/>
          </a:xfrm>
        </p:grpSpPr>
        <p:sp>
          <p:nvSpPr>
            <p:cNvPr id="52" name="object 52"/>
            <p:cNvSpPr/>
            <p:nvPr/>
          </p:nvSpPr>
          <p:spPr>
            <a:xfrm>
              <a:off x="3727704" y="2464308"/>
              <a:ext cx="1682750" cy="519430"/>
            </a:xfrm>
            <a:custGeom>
              <a:avLst/>
              <a:gdLst/>
              <a:ahLst/>
              <a:cxnLst/>
              <a:rect l="l" t="t" r="r" b="b"/>
              <a:pathLst>
                <a:path w="1682750" h="519430">
                  <a:moveTo>
                    <a:pt x="1682496" y="518922"/>
                  </a:moveTo>
                  <a:lnTo>
                    <a:pt x="1682496" y="0"/>
                  </a:lnTo>
                  <a:lnTo>
                    <a:pt x="0" y="0"/>
                  </a:lnTo>
                  <a:lnTo>
                    <a:pt x="0" y="518922"/>
                  </a:lnTo>
                  <a:lnTo>
                    <a:pt x="1682496" y="518922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721608" y="2457450"/>
              <a:ext cx="1695450" cy="532130"/>
            </a:xfrm>
            <a:custGeom>
              <a:avLst/>
              <a:gdLst/>
              <a:ahLst/>
              <a:cxnLst/>
              <a:rect l="l" t="t" r="r" b="b"/>
              <a:pathLst>
                <a:path w="1695450" h="532130">
                  <a:moveTo>
                    <a:pt x="1695450" y="531876"/>
                  </a:moveTo>
                  <a:lnTo>
                    <a:pt x="1695450" y="0"/>
                  </a:lnTo>
                  <a:lnTo>
                    <a:pt x="0" y="0"/>
                  </a:lnTo>
                  <a:lnTo>
                    <a:pt x="0" y="531876"/>
                  </a:lnTo>
                  <a:lnTo>
                    <a:pt x="6095" y="531876"/>
                  </a:lnTo>
                  <a:lnTo>
                    <a:pt x="6095" y="12953"/>
                  </a:lnTo>
                  <a:lnTo>
                    <a:pt x="12191" y="6857"/>
                  </a:lnTo>
                  <a:lnTo>
                    <a:pt x="12191" y="12953"/>
                  </a:lnTo>
                  <a:lnTo>
                    <a:pt x="1682495" y="12953"/>
                  </a:lnTo>
                  <a:lnTo>
                    <a:pt x="1682495" y="6857"/>
                  </a:lnTo>
                  <a:lnTo>
                    <a:pt x="1688591" y="12953"/>
                  </a:lnTo>
                  <a:lnTo>
                    <a:pt x="1688591" y="531876"/>
                  </a:lnTo>
                  <a:lnTo>
                    <a:pt x="1695450" y="531876"/>
                  </a:lnTo>
                  <a:close/>
                </a:path>
                <a:path w="1695450" h="532130">
                  <a:moveTo>
                    <a:pt x="12191" y="12953"/>
                  </a:moveTo>
                  <a:lnTo>
                    <a:pt x="12191" y="6857"/>
                  </a:lnTo>
                  <a:lnTo>
                    <a:pt x="6095" y="12953"/>
                  </a:lnTo>
                  <a:lnTo>
                    <a:pt x="12191" y="12953"/>
                  </a:lnTo>
                  <a:close/>
                </a:path>
                <a:path w="1695450" h="532130">
                  <a:moveTo>
                    <a:pt x="12191" y="519684"/>
                  </a:moveTo>
                  <a:lnTo>
                    <a:pt x="12191" y="12953"/>
                  </a:lnTo>
                  <a:lnTo>
                    <a:pt x="6095" y="12953"/>
                  </a:lnTo>
                  <a:lnTo>
                    <a:pt x="6095" y="519684"/>
                  </a:lnTo>
                  <a:lnTo>
                    <a:pt x="12191" y="519684"/>
                  </a:lnTo>
                  <a:close/>
                </a:path>
                <a:path w="1695450" h="532130">
                  <a:moveTo>
                    <a:pt x="1688591" y="519684"/>
                  </a:moveTo>
                  <a:lnTo>
                    <a:pt x="6095" y="519684"/>
                  </a:lnTo>
                  <a:lnTo>
                    <a:pt x="12191" y="525779"/>
                  </a:lnTo>
                  <a:lnTo>
                    <a:pt x="12191" y="531876"/>
                  </a:lnTo>
                  <a:lnTo>
                    <a:pt x="1682495" y="531876"/>
                  </a:lnTo>
                  <a:lnTo>
                    <a:pt x="1682495" y="525779"/>
                  </a:lnTo>
                  <a:lnTo>
                    <a:pt x="1688591" y="519684"/>
                  </a:lnTo>
                  <a:close/>
                </a:path>
                <a:path w="1695450" h="532130">
                  <a:moveTo>
                    <a:pt x="12191" y="531876"/>
                  </a:moveTo>
                  <a:lnTo>
                    <a:pt x="12191" y="525779"/>
                  </a:lnTo>
                  <a:lnTo>
                    <a:pt x="6095" y="519684"/>
                  </a:lnTo>
                  <a:lnTo>
                    <a:pt x="6095" y="531876"/>
                  </a:lnTo>
                  <a:lnTo>
                    <a:pt x="12191" y="531876"/>
                  </a:lnTo>
                  <a:close/>
                </a:path>
                <a:path w="1695450" h="532130">
                  <a:moveTo>
                    <a:pt x="1688591" y="12953"/>
                  </a:moveTo>
                  <a:lnTo>
                    <a:pt x="1682495" y="6857"/>
                  </a:lnTo>
                  <a:lnTo>
                    <a:pt x="1682495" y="12953"/>
                  </a:lnTo>
                  <a:lnTo>
                    <a:pt x="1688591" y="12953"/>
                  </a:lnTo>
                  <a:close/>
                </a:path>
                <a:path w="1695450" h="532130">
                  <a:moveTo>
                    <a:pt x="1688591" y="519684"/>
                  </a:moveTo>
                  <a:lnTo>
                    <a:pt x="1688591" y="12953"/>
                  </a:lnTo>
                  <a:lnTo>
                    <a:pt x="1682495" y="12953"/>
                  </a:lnTo>
                  <a:lnTo>
                    <a:pt x="1682495" y="519684"/>
                  </a:lnTo>
                  <a:lnTo>
                    <a:pt x="1688591" y="519684"/>
                  </a:lnTo>
                  <a:close/>
                </a:path>
                <a:path w="1695450" h="532130">
                  <a:moveTo>
                    <a:pt x="1688591" y="531876"/>
                  </a:moveTo>
                  <a:lnTo>
                    <a:pt x="1688591" y="519684"/>
                  </a:lnTo>
                  <a:lnTo>
                    <a:pt x="1682495" y="525779"/>
                  </a:lnTo>
                  <a:lnTo>
                    <a:pt x="1682495" y="531876"/>
                  </a:lnTo>
                  <a:lnTo>
                    <a:pt x="1688591" y="5318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62400" y="2517648"/>
              <a:ext cx="1243583" cy="445007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3727703" y="2464307"/>
            <a:ext cx="1682750" cy="51943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5.4.3</a:t>
            </a:r>
            <a:endParaRPr sz="1000">
              <a:latin typeface="Arial"/>
              <a:cs typeface="Arial"/>
            </a:endParaRPr>
          </a:p>
          <a:p>
            <a:pPr algn="ctr" marL="235585" marR="228600">
              <a:lnSpc>
                <a:spcPct val="100000"/>
              </a:lnSpc>
            </a:pP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Proje</a:t>
            </a:r>
            <a:r>
              <a:rPr dirty="0" sz="1000" spc="-10" b="1">
                <a:solidFill>
                  <a:srgbClr val="7F7F7F"/>
                </a:solidFill>
                <a:latin typeface="Arial"/>
                <a:cs typeface="Arial"/>
              </a:rPr>
              <a:t>c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t</a:t>
            </a:r>
            <a:r>
              <a:rPr dirty="0" sz="1000" spc="-3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Asse</a:t>
            </a:r>
            <a:r>
              <a:rPr dirty="0" sz="1000" spc="-10" b="1">
                <a:solidFill>
                  <a:srgbClr val="7F7F7F"/>
                </a:solidFill>
                <a:latin typeface="Arial"/>
                <a:cs typeface="Arial"/>
              </a:rPr>
              <a:t>ssme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n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t 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721608" y="4415028"/>
            <a:ext cx="1697355" cy="542290"/>
            <a:chOff x="3721608" y="4415028"/>
            <a:chExt cx="1697355" cy="542290"/>
          </a:xfrm>
        </p:grpSpPr>
        <p:sp>
          <p:nvSpPr>
            <p:cNvPr id="57" name="object 57"/>
            <p:cNvSpPr/>
            <p:nvPr/>
          </p:nvSpPr>
          <p:spPr>
            <a:xfrm>
              <a:off x="3727704" y="4421886"/>
              <a:ext cx="1685289" cy="528320"/>
            </a:xfrm>
            <a:custGeom>
              <a:avLst/>
              <a:gdLst/>
              <a:ahLst/>
              <a:cxnLst/>
              <a:rect l="l" t="t" r="r" b="b"/>
              <a:pathLst>
                <a:path w="1685289" h="528320">
                  <a:moveTo>
                    <a:pt x="1684781" y="528065"/>
                  </a:moveTo>
                  <a:lnTo>
                    <a:pt x="1684781" y="0"/>
                  </a:lnTo>
                  <a:lnTo>
                    <a:pt x="0" y="0"/>
                  </a:lnTo>
                  <a:lnTo>
                    <a:pt x="0" y="528065"/>
                  </a:lnTo>
                  <a:lnTo>
                    <a:pt x="1684781" y="528065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721608" y="4415028"/>
              <a:ext cx="1697355" cy="542290"/>
            </a:xfrm>
            <a:custGeom>
              <a:avLst/>
              <a:gdLst/>
              <a:ahLst/>
              <a:cxnLst/>
              <a:rect l="l" t="t" r="r" b="b"/>
              <a:pathLst>
                <a:path w="1697354" h="542289">
                  <a:moveTo>
                    <a:pt x="1696974" y="541782"/>
                  </a:moveTo>
                  <a:lnTo>
                    <a:pt x="1696974" y="0"/>
                  </a:lnTo>
                  <a:lnTo>
                    <a:pt x="0" y="0"/>
                  </a:lnTo>
                  <a:lnTo>
                    <a:pt x="0" y="541782"/>
                  </a:lnTo>
                  <a:lnTo>
                    <a:pt x="6095" y="541782"/>
                  </a:lnTo>
                  <a:lnTo>
                    <a:pt x="6095" y="12954"/>
                  </a:lnTo>
                  <a:lnTo>
                    <a:pt x="12191" y="6858"/>
                  </a:lnTo>
                  <a:lnTo>
                    <a:pt x="12191" y="12954"/>
                  </a:lnTo>
                  <a:lnTo>
                    <a:pt x="1684019" y="12954"/>
                  </a:lnTo>
                  <a:lnTo>
                    <a:pt x="1684019" y="6858"/>
                  </a:lnTo>
                  <a:lnTo>
                    <a:pt x="1690877" y="12954"/>
                  </a:lnTo>
                  <a:lnTo>
                    <a:pt x="1690877" y="541782"/>
                  </a:lnTo>
                  <a:lnTo>
                    <a:pt x="1696974" y="541782"/>
                  </a:lnTo>
                  <a:close/>
                </a:path>
                <a:path w="1697354" h="542289">
                  <a:moveTo>
                    <a:pt x="12191" y="12954"/>
                  </a:moveTo>
                  <a:lnTo>
                    <a:pt x="12191" y="6858"/>
                  </a:lnTo>
                  <a:lnTo>
                    <a:pt x="6095" y="12954"/>
                  </a:lnTo>
                  <a:lnTo>
                    <a:pt x="12191" y="12954"/>
                  </a:lnTo>
                  <a:close/>
                </a:path>
                <a:path w="1697354" h="542289">
                  <a:moveTo>
                    <a:pt x="12191" y="528827"/>
                  </a:moveTo>
                  <a:lnTo>
                    <a:pt x="12191" y="12954"/>
                  </a:lnTo>
                  <a:lnTo>
                    <a:pt x="6095" y="12954"/>
                  </a:lnTo>
                  <a:lnTo>
                    <a:pt x="6095" y="528827"/>
                  </a:lnTo>
                  <a:lnTo>
                    <a:pt x="12191" y="528827"/>
                  </a:lnTo>
                  <a:close/>
                </a:path>
                <a:path w="1697354" h="542289">
                  <a:moveTo>
                    <a:pt x="1690877" y="528827"/>
                  </a:moveTo>
                  <a:lnTo>
                    <a:pt x="6095" y="528827"/>
                  </a:lnTo>
                  <a:lnTo>
                    <a:pt x="12191" y="534924"/>
                  </a:lnTo>
                  <a:lnTo>
                    <a:pt x="12191" y="541782"/>
                  </a:lnTo>
                  <a:lnTo>
                    <a:pt x="1684019" y="541782"/>
                  </a:lnTo>
                  <a:lnTo>
                    <a:pt x="1684019" y="534924"/>
                  </a:lnTo>
                  <a:lnTo>
                    <a:pt x="1690877" y="528827"/>
                  </a:lnTo>
                  <a:close/>
                </a:path>
                <a:path w="1697354" h="542289">
                  <a:moveTo>
                    <a:pt x="12191" y="541782"/>
                  </a:moveTo>
                  <a:lnTo>
                    <a:pt x="12191" y="534924"/>
                  </a:lnTo>
                  <a:lnTo>
                    <a:pt x="6095" y="528827"/>
                  </a:lnTo>
                  <a:lnTo>
                    <a:pt x="6095" y="541782"/>
                  </a:lnTo>
                  <a:lnTo>
                    <a:pt x="12191" y="541782"/>
                  </a:lnTo>
                  <a:close/>
                </a:path>
                <a:path w="1697354" h="542289">
                  <a:moveTo>
                    <a:pt x="1690877" y="12954"/>
                  </a:moveTo>
                  <a:lnTo>
                    <a:pt x="1684019" y="6858"/>
                  </a:lnTo>
                  <a:lnTo>
                    <a:pt x="1684019" y="12954"/>
                  </a:lnTo>
                  <a:lnTo>
                    <a:pt x="1690877" y="12954"/>
                  </a:lnTo>
                  <a:close/>
                </a:path>
                <a:path w="1697354" h="542289">
                  <a:moveTo>
                    <a:pt x="1690877" y="528827"/>
                  </a:moveTo>
                  <a:lnTo>
                    <a:pt x="1690877" y="12954"/>
                  </a:lnTo>
                  <a:lnTo>
                    <a:pt x="1684019" y="12954"/>
                  </a:lnTo>
                  <a:lnTo>
                    <a:pt x="1684019" y="528827"/>
                  </a:lnTo>
                  <a:lnTo>
                    <a:pt x="1690877" y="528827"/>
                  </a:lnTo>
                  <a:close/>
                </a:path>
                <a:path w="1697354" h="542289">
                  <a:moveTo>
                    <a:pt x="1690877" y="541782"/>
                  </a:moveTo>
                  <a:lnTo>
                    <a:pt x="1690877" y="528827"/>
                  </a:lnTo>
                  <a:lnTo>
                    <a:pt x="1684019" y="534924"/>
                  </a:lnTo>
                  <a:lnTo>
                    <a:pt x="1684019" y="541782"/>
                  </a:lnTo>
                  <a:lnTo>
                    <a:pt x="1690877" y="5417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11168" y="4443984"/>
              <a:ext cx="1115567" cy="451104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3727703" y="4421885"/>
            <a:ext cx="1685289" cy="52832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5.4.6</a:t>
            </a:r>
            <a:endParaRPr sz="1000">
              <a:latin typeface="Arial"/>
              <a:cs typeface="Arial"/>
            </a:endParaRPr>
          </a:p>
          <a:p>
            <a:pPr algn="ctr" marL="287020" marR="311785">
              <a:lnSpc>
                <a:spcPct val="100000"/>
              </a:lnSpc>
            </a:pP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Risk</a:t>
            </a:r>
            <a:r>
              <a:rPr dirty="0" sz="1000" spc="-3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Managem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e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nt 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721608" y="3774185"/>
            <a:ext cx="1697355" cy="501650"/>
            <a:chOff x="3721608" y="3774185"/>
            <a:chExt cx="1697355" cy="501650"/>
          </a:xfrm>
        </p:grpSpPr>
        <p:sp>
          <p:nvSpPr>
            <p:cNvPr id="62" name="object 62"/>
            <p:cNvSpPr/>
            <p:nvPr/>
          </p:nvSpPr>
          <p:spPr>
            <a:xfrm>
              <a:off x="3727704" y="3780281"/>
              <a:ext cx="1685289" cy="489584"/>
            </a:xfrm>
            <a:custGeom>
              <a:avLst/>
              <a:gdLst/>
              <a:ahLst/>
              <a:cxnLst/>
              <a:rect l="l" t="t" r="r" b="b"/>
              <a:pathLst>
                <a:path w="1685289" h="489585">
                  <a:moveTo>
                    <a:pt x="1684781" y="489203"/>
                  </a:moveTo>
                  <a:lnTo>
                    <a:pt x="1684781" y="0"/>
                  </a:lnTo>
                  <a:lnTo>
                    <a:pt x="0" y="0"/>
                  </a:lnTo>
                  <a:lnTo>
                    <a:pt x="0" y="489203"/>
                  </a:lnTo>
                  <a:lnTo>
                    <a:pt x="1684781" y="489203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721608" y="3774185"/>
              <a:ext cx="1697355" cy="501650"/>
            </a:xfrm>
            <a:custGeom>
              <a:avLst/>
              <a:gdLst/>
              <a:ahLst/>
              <a:cxnLst/>
              <a:rect l="l" t="t" r="r" b="b"/>
              <a:pathLst>
                <a:path w="1697354" h="501650">
                  <a:moveTo>
                    <a:pt x="1696974" y="501396"/>
                  </a:moveTo>
                  <a:lnTo>
                    <a:pt x="1696974" y="0"/>
                  </a:lnTo>
                  <a:lnTo>
                    <a:pt x="0" y="0"/>
                  </a:lnTo>
                  <a:lnTo>
                    <a:pt x="0" y="501396"/>
                  </a:lnTo>
                  <a:lnTo>
                    <a:pt x="6095" y="501396"/>
                  </a:lnTo>
                  <a:lnTo>
                    <a:pt x="6095" y="12191"/>
                  </a:lnTo>
                  <a:lnTo>
                    <a:pt x="12191" y="6096"/>
                  </a:lnTo>
                  <a:lnTo>
                    <a:pt x="12191" y="12191"/>
                  </a:lnTo>
                  <a:lnTo>
                    <a:pt x="1684019" y="12191"/>
                  </a:lnTo>
                  <a:lnTo>
                    <a:pt x="1684019" y="6096"/>
                  </a:lnTo>
                  <a:lnTo>
                    <a:pt x="1690877" y="12191"/>
                  </a:lnTo>
                  <a:lnTo>
                    <a:pt x="1690877" y="501396"/>
                  </a:lnTo>
                  <a:lnTo>
                    <a:pt x="1696974" y="501396"/>
                  </a:lnTo>
                  <a:close/>
                </a:path>
                <a:path w="1697354" h="501650">
                  <a:moveTo>
                    <a:pt x="12191" y="12191"/>
                  </a:moveTo>
                  <a:lnTo>
                    <a:pt x="12191" y="6096"/>
                  </a:lnTo>
                  <a:lnTo>
                    <a:pt x="6095" y="12191"/>
                  </a:lnTo>
                  <a:lnTo>
                    <a:pt x="12191" y="12191"/>
                  </a:lnTo>
                  <a:close/>
                </a:path>
                <a:path w="1697354" h="501650">
                  <a:moveTo>
                    <a:pt x="12191" y="488441"/>
                  </a:moveTo>
                  <a:lnTo>
                    <a:pt x="12191" y="12191"/>
                  </a:lnTo>
                  <a:lnTo>
                    <a:pt x="6095" y="12191"/>
                  </a:lnTo>
                  <a:lnTo>
                    <a:pt x="6095" y="488441"/>
                  </a:lnTo>
                  <a:lnTo>
                    <a:pt x="12191" y="488441"/>
                  </a:lnTo>
                  <a:close/>
                </a:path>
                <a:path w="1697354" h="501650">
                  <a:moveTo>
                    <a:pt x="1690877" y="488441"/>
                  </a:moveTo>
                  <a:lnTo>
                    <a:pt x="6095" y="488441"/>
                  </a:lnTo>
                  <a:lnTo>
                    <a:pt x="12191" y="495300"/>
                  </a:lnTo>
                  <a:lnTo>
                    <a:pt x="12191" y="501396"/>
                  </a:lnTo>
                  <a:lnTo>
                    <a:pt x="1684019" y="501396"/>
                  </a:lnTo>
                  <a:lnTo>
                    <a:pt x="1684019" y="495300"/>
                  </a:lnTo>
                  <a:lnTo>
                    <a:pt x="1690877" y="488441"/>
                  </a:lnTo>
                  <a:close/>
                </a:path>
                <a:path w="1697354" h="501650">
                  <a:moveTo>
                    <a:pt x="12191" y="501396"/>
                  </a:moveTo>
                  <a:lnTo>
                    <a:pt x="12191" y="495300"/>
                  </a:lnTo>
                  <a:lnTo>
                    <a:pt x="6095" y="488441"/>
                  </a:lnTo>
                  <a:lnTo>
                    <a:pt x="6095" y="501396"/>
                  </a:lnTo>
                  <a:lnTo>
                    <a:pt x="12191" y="501396"/>
                  </a:lnTo>
                  <a:close/>
                </a:path>
                <a:path w="1697354" h="501650">
                  <a:moveTo>
                    <a:pt x="1690877" y="12191"/>
                  </a:moveTo>
                  <a:lnTo>
                    <a:pt x="1684019" y="6096"/>
                  </a:lnTo>
                  <a:lnTo>
                    <a:pt x="1684019" y="12191"/>
                  </a:lnTo>
                  <a:lnTo>
                    <a:pt x="1690877" y="12191"/>
                  </a:lnTo>
                  <a:close/>
                </a:path>
                <a:path w="1697354" h="501650">
                  <a:moveTo>
                    <a:pt x="1690877" y="488441"/>
                  </a:moveTo>
                  <a:lnTo>
                    <a:pt x="1690877" y="12191"/>
                  </a:lnTo>
                  <a:lnTo>
                    <a:pt x="1684019" y="12191"/>
                  </a:lnTo>
                  <a:lnTo>
                    <a:pt x="1684019" y="488441"/>
                  </a:lnTo>
                  <a:lnTo>
                    <a:pt x="1690877" y="488441"/>
                  </a:lnTo>
                  <a:close/>
                </a:path>
                <a:path w="1697354" h="501650">
                  <a:moveTo>
                    <a:pt x="1690877" y="501396"/>
                  </a:moveTo>
                  <a:lnTo>
                    <a:pt x="1690877" y="488441"/>
                  </a:lnTo>
                  <a:lnTo>
                    <a:pt x="1684019" y="495300"/>
                  </a:lnTo>
                  <a:lnTo>
                    <a:pt x="1684019" y="501396"/>
                  </a:lnTo>
                  <a:lnTo>
                    <a:pt x="1690877" y="501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97808" y="3889247"/>
              <a:ext cx="1572767" cy="316992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3727703" y="3780282"/>
            <a:ext cx="1685289" cy="489584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5.4.5</a:t>
            </a:r>
            <a:endParaRPr sz="1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Decision-Making</a:t>
            </a:r>
            <a:r>
              <a:rPr dirty="0" sz="1000" spc="-4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721608" y="3131057"/>
            <a:ext cx="1695450" cy="501650"/>
            <a:chOff x="3721608" y="3131057"/>
            <a:chExt cx="1695450" cy="501650"/>
          </a:xfrm>
        </p:grpSpPr>
        <p:sp>
          <p:nvSpPr>
            <p:cNvPr id="67" name="object 67"/>
            <p:cNvSpPr/>
            <p:nvPr/>
          </p:nvSpPr>
          <p:spPr>
            <a:xfrm>
              <a:off x="3727704" y="3137153"/>
              <a:ext cx="1682750" cy="489584"/>
            </a:xfrm>
            <a:custGeom>
              <a:avLst/>
              <a:gdLst/>
              <a:ahLst/>
              <a:cxnLst/>
              <a:rect l="l" t="t" r="r" b="b"/>
              <a:pathLst>
                <a:path w="1682750" h="489585">
                  <a:moveTo>
                    <a:pt x="1682496" y="489203"/>
                  </a:moveTo>
                  <a:lnTo>
                    <a:pt x="1682496" y="0"/>
                  </a:lnTo>
                  <a:lnTo>
                    <a:pt x="0" y="0"/>
                  </a:lnTo>
                  <a:lnTo>
                    <a:pt x="0" y="489203"/>
                  </a:lnTo>
                  <a:lnTo>
                    <a:pt x="1682496" y="489203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721608" y="3131057"/>
              <a:ext cx="1695450" cy="501650"/>
            </a:xfrm>
            <a:custGeom>
              <a:avLst/>
              <a:gdLst/>
              <a:ahLst/>
              <a:cxnLst/>
              <a:rect l="l" t="t" r="r" b="b"/>
              <a:pathLst>
                <a:path w="1695450" h="501650">
                  <a:moveTo>
                    <a:pt x="1695450" y="501396"/>
                  </a:moveTo>
                  <a:lnTo>
                    <a:pt x="1695450" y="0"/>
                  </a:lnTo>
                  <a:lnTo>
                    <a:pt x="0" y="0"/>
                  </a:lnTo>
                  <a:lnTo>
                    <a:pt x="0" y="501396"/>
                  </a:lnTo>
                  <a:lnTo>
                    <a:pt x="6095" y="501396"/>
                  </a:lnTo>
                  <a:lnTo>
                    <a:pt x="6095" y="12192"/>
                  </a:lnTo>
                  <a:lnTo>
                    <a:pt x="12191" y="6096"/>
                  </a:lnTo>
                  <a:lnTo>
                    <a:pt x="12191" y="12192"/>
                  </a:lnTo>
                  <a:lnTo>
                    <a:pt x="1682495" y="12192"/>
                  </a:lnTo>
                  <a:lnTo>
                    <a:pt x="1682495" y="6096"/>
                  </a:lnTo>
                  <a:lnTo>
                    <a:pt x="1688591" y="12192"/>
                  </a:lnTo>
                  <a:lnTo>
                    <a:pt x="1688591" y="501396"/>
                  </a:lnTo>
                  <a:lnTo>
                    <a:pt x="1695450" y="501396"/>
                  </a:lnTo>
                  <a:close/>
                </a:path>
                <a:path w="1695450" h="501650">
                  <a:moveTo>
                    <a:pt x="12191" y="12192"/>
                  </a:moveTo>
                  <a:lnTo>
                    <a:pt x="12191" y="6096"/>
                  </a:lnTo>
                  <a:lnTo>
                    <a:pt x="6095" y="12192"/>
                  </a:lnTo>
                  <a:lnTo>
                    <a:pt x="12191" y="12192"/>
                  </a:lnTo>
                  <a:close/>
                </a:path>
                <a:path w="1695450" h="501650">
                  <a:moveTo>
                    <a:pt x="12191" y="488442"/>
                  </a:moveTo>
                  <a:lnTo>
                    <a:pt x="12191" y="12192"/>
                  </a:lnTo>
                  <a:lnTo>
                    <a:pt x="6095" y="12192"/>
                  </a:lnTo>
                  <a:lnTo>
                    <a:pt x="6095" y="488442"/>
                  </a:lnTo>
                  <a:lnTo>
                    <a:pt x="12191" y="488442"/>
                  </a:lnTo>
                  <a:close/>
                </a:path>
                <a:path w="1695450" h="501650">
                  <a:moveTo>
                    <a:pt x="1688591" y="488442"/>
                  </a:moveTo>
                  <a:lnTo>
                    <a:pt x="6095" y="488442"/>
                  </a:lnTo>
                  <a:lnTo>
                    <a:pt x="12191" y="495300"/>
                  </a:lnTo>
                  <a:lnTo>
                    <a:pt x="12191" y="501396"/>
                  </a:lnTo>
                  <a:lnTo>
                    <a:pt x="1682495" y="501396"/>
                  </a:lnTo>
                  <a:lnTo>
                    <a:pt x="1682495" y="495300"/>
                  </a:lnTo>
                  <a:lnTo>
                    <a:pt x="1688591" y="488442"/>
                  </a:lnTo>
                  <a:close/>
                </a:path>
                <a:path w="1695450" h="501650">
                  <a:moveTo>
                    <a:pt x="12191" y="501396"/>
                  </a:moveTo>
                  <a:lnTo>
                    <a:pt x="12191" y="495300"/>
                  </a:lnTo>
                  <a:lnTo>
                    <a:pt x="6095" y="488442"/>
                  </a:lnTo>
                  <a:lnTo>
                    <a:pt x="6095" y="501396"/>
                  </a:lnTo>
                  <a:lnTo>
                    <a:pt x="12191" y="501396"/>
                  </a:lnTo>
                  <a:close/>
                </a:path>
                <a:path w="1695450" h="501650">
                  <a:moveTo>
                    <a:pt x="1688591" y="12192"/>
                  </a:moveTo>
                  <a:lnTo>
                    <a:pt x="1682495" y="6096"/>
                  </a:lnTo>
                  <a:lnTo>
                    <a:pt x="1682495" y="12192"/>
                  </a:lnTo>
                  <a:lnTo>
                    <a:pt x="1688591" y="12192"/>
                  </a:lnTo>
                  <a:close/>
                </a:path>
                <a:path w="1695450" h="501650">
                  <a:moveTo>
                    <a:pt x="1688591" y="488442"/>
                  </a:moveTo>
                  <a:lnTo>
                    <a:pt x="1688591" y="12192"/>
                  </a:lnTo>
                  <a:lnTo>
                    <a:pt x="1682495" y="12192"/>
                  </a:lnTo>
                  <a:lnTo>
                    <a:pt x="1682495" y="488442"/>
                  </a:lnTo>
                  <a:lnTo>
                    <a:pt x="1688591" y="488442"/>
                  </a:lnTo>
                  <a:close/>
                </a:path>
                <a:path w="1695450" h="501650">
                  <a:moveTo>
                    <a:pt x="1688591" y="501396"/>
                  </a:moveTo>
                  <a:lnTo>
                    <a:pt x="1688591" y="488442"/>
                  </a:lnTo>
                  <a:lnTo>
                    <a:pt x="1682495" y="495300"/>
                  </a:lnTo>
                  <a:lnTo>
                    <a:pt x="1682495" y="501396"/>
                  </a:lnTo>
                  <a:lnTo>
                    <a:pt x="1688591" y="5013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46576" y="3249167"/>
              <a:ext cx="1475232" cy="316992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3727703" y="3137154"/>
            <a:ext cx="1682750" cy="489584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5.4.4</a:t>
            </a:r>
            <a:endParaRPr sz="1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Project</a:t>
            </a:r>
            <a:r>
              <a:rPr dirty="0" sz="1000" spc="-6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Control</a:t>
            </a:r>
            <a:r>
              <a:rPr dirty="0" sz="1000" spc="-3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724655" y="5721858"/>
            <a:ext cx="1697355" cy="482600"/>
            <a:chOff x="3724655" y="5721858"/>
            <a:chExt cx="1697355" cy="482600"/>
          </a:xfrm>
        </p:grpSpPr>
        <p:sp>
          <p:nvSpPr>
            <p:cNvPr id="72" name="object 72"/>
            <p:cNvSpPr/>
            <p:nvPr/>
          </p:nvSpPr>
          <p:spPr>
            <a:xfrm>
              <a:off x="3730751" y="5727954"/>
              <a:ext cx="1685289" cy="470534"/>
            </a:xfrm>
            <a:custGeom>
              <a:avLst/>
              <a:gdLst/>
              <a:ahLst/>
              <a:cxnLst/>
              <a:rect l="l" t="t" r="r" b="b"/>
              <a:pathLst>
                <a:path w="1685289" h="470535">
                  <a:moveTo>
                    <a:pt x="1684781" y="470153"/>
                  </a:moveTo>
                  <a:lnTo>
                    <a:pt x="1684781" y="0"/>
                  </a:lnTo>
                  <a:lnTo>
                    <a:pt x="0" y="0"/>
                  </a:lnTo>
                  <a:lnTo>
                    <a:pt x="0" y="470153"/>
                  </a:lnTo>
                  <a:lnTo>
                    <a:pt x="1684781" y="470153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724655" y="5721858"/>
              <a:ext cx="1697355" cy="482600"/>
            </a:xfrm>
            <a:custGeom>
              <a:avLst/>
              <a:gdLst/>
              <a:ahLst/>
              <a:cxnLst/>
              <a:rect l="l" t="t" r="r" b="b"/>
              <a:pathLst>
                <a:path w="1697354" h="482600">
                  <a:moveTo>
                    <a:pt x="1696974" y="482346"/>
                  </a:moveTo>
                  <a:lnTo>
                    <a:pt x="1696974" y="0"/>
                  </a:lnTo>
                  <a:lnTo>
                    <a:pt x="0" y="0"/>
                  </a:lnTo>
                  <a:lnTo>
                    <a:pt x="0" y="482346"/>
                  </a:lnTo>
                  <a:lnTo>
                    <a:pt x="6096" y="482346"/>
                  </a:lnTo>
                  <a:lnTo>
                    <a:pt x="6096" y="12192"/>
                  </a:lnTo>
                  <a:lnTo>
                    <a:pt x="12954" y="6096"/>
                  </a:lnTo>
                  <a:lnTo>
                    <a:pt x="12954" y="12192"/>
                  </a:lnTo>
                  <a:lnTo>
                    <a:pt x="1684020" y="12192"/>
                  </a:lnTo>
                  <a:lnTo>
                    <a:pt x="1684020" y="6096"/>
                  </a:lnTo>
                  <a:lnTo>
                    <a:pt x="1690878" y="12192"/>
                  </a:lnTo>
                  <a:lnTo>
                    <a:pt x="1690878" y="482346"/>
                  </a:lnTo>
                  <a:lnTo>
                    <a:pt x="1696974" y="482346"/>
                  </a:lnTo>
                  <a:close/>
                </a:path>
                <a:path w="1697354" h="482600">
                  <a:moveTo>
                    <a:pt x="12954" y="12192"/>
                  </a:moveTo>
                  <a:lnTo>
                    <a:pt x="12954" y="6096"/>
                  </a:lnTo>
                  <a:lnTo>
                    <a:pt x="6096" y="12192"/>
                  </a:lnTo>
                  <a:lnTo>
                    <a:pt x="12954" y="12192"/>
                  </a:lnTo>
                  <a:close/>
                </a:path>
                <a:path w="1697354" h="482600">
                  <a:moveTo>
                    <a:pt x="12954" y="469392"/>
                  </a:moveTo>
                  <a:lnTo>
                    <a:pt x="12954" y="12192"/>
                  </a:lnTo>
                  <a:lnTo>
                    <a:pt x="6096" y="12192"/>
                  </a:lnTo>
                  <a:lnTo>
                    <a:pt x="6096" y="469392"/>
                  </a:lnTo>
                  <a:lnTo>
                    <a:pt x="12954" y="469392"/>
                  </a:lnTo>
                  <a:close/>
                </a:path>
                <a:path w="1697354" h="482600">
                  <a:moveTo>
                    <a:pt x="1690878" y="469392"/>
                  </a:moveTo>
                  <a:lnTo>
                    <a:pt x="6096" y="469392"/>
                  </a:lnTo>
                  <a:lnTo>
                    <a:pt x="12954" y="476250"/>
                  </a:lnTo>
                  <a:lnTo>
                    <a:pt x="12954" y="482346"/>
                  </a:lnTo>
                  <a:lnTo>
                    <a:pt x="1684020" y="482346"/>
                  </a:lnTo>
                  <a:lnTo>
                    <a:pt x="1684020" y="476250"/>
                  </a:lnTo>
                  <a:lnTo>
                    <a:pt x="1690878" y="469392"/>
                  </a:lnTo>
                  <a:close/>
                </a:path>
                <a:path w="1697354" h="482600">
                  <a:moveTo>
                    <a:pt x="12954" y="482346"/>
                  </a:moveTo>
                  <a:lnTo>
                    <a:pt x="12954" y="476250"/>
                  </a:lnTo>
                  <a:lnTo>
                    <a:pt x="6096" y="469392"/>
                  </a:lnTo>
                  <a:lnTo>
                    <a:pt x="6096" y="482346"/>
                  </a:lnTo>
                  <a:lnTo>
                    <a:pt x="12954" y="482346"/>
                  </a:lnTo>
                  <a:close/>
                </a:path>
                <a:path w="1697354" h="482600">
                  <a:moveTo>
                    <a:pt x="1690878" y="12192"/>
                  </a:moveTo>
                  <a:lnTo>
                    <a:pt x="1684020" y="6096"/>
                  </a:lnTo>
                  <a:lnTo>
                    <a:pt x="1684020" y="12192"/>
                  </a:lnTo>
                  <a:lnTo>
                    <a:pt x="1690878" y="12192"/>
                  </a:lnTo>
                  <a:close/>
                </a:path>
                <a:path w="1697354" h="482600">
                  <a:moveTo>
                    <a:pt x="1690878" y="469392"/>
                  </a:moveTo>
                  <a:lnTo>
                    <a:pt x="1690878" y="12192"/>
                  </a:lnTo>
                  <a:lnTo>
                    <a:pt x="1684020" y="12192"/>
                  </a:lnTo>
                  <a:lnTo>
                    <a:pt x="1684020" y="469392"/>
                  </a:lnTo>
                  <a:lnTo>
                    <a:pt x="1690878" y="469392"/>
                  </a:lnTo>
                  <a:close/>
                </a:path>
                <a:path w="1697354" h="482600">
                  <a:moveTo>
                    <a:pt x="1690878" y="482346"/>
                  </a:moveTo>
                  <a:lnTo>
                    <a:pt x="1690878" y="469392"/>
                  </a:lnTo>
                  <a:lnTo>
                    <a:pt x="1684020" y="476250"/>
                  </a:lnTo>
                  <a:lnTo>
                    <a:pt x="1684020" y="482346"/>
                  </a:lnTo>
                  <a:lnTo>
                    <a:pt x="1690878" y="482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16095" y="5754624"/>
              <a:ext cx="1548383" cy="445007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3730752" y="5727953"/>
            <a:ext cx="1685289" cy="470534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5.4.8</a:t>
            </a:r>
            <a:endParaRPr sz="1000">
              <a:latin typeface="Arial"/>
              <a:cs typeface="Arial"/>
            </a:endParaRPr>
          </a:p>
          <a:p>
            <a:pPr algn="ctr" marL="87630" marR="79375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Informatio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n</a:t>
            </a:r>
            <a:r>
              <a:rPr dirty="0" sz="1000" spc="-1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Managem</a:t>
            </a:r>
            <a:r>
              <a:rPr dirty="0" sz="1000" spc="-10" b="1">
                <a:solidFill>
                  <a:srgbClr val="7F7F7F"/>
                </a:solidFill>
                <a:latin typeface="Arial"/>
                <a:cs typeface="Arial"/>
              </a:rPr>
              <a:t>e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nt 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6" name="object 7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723132" y="5097779"/>
            <a:ext cx="1708404" cy="483870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3736377" y="5094985"/>
            <a:ext cx="167005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5.4.7</a:t>
            </a:r>
            <a:endParaRPr sz="10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Configuratio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n</a:t>
            </a:r>
            <a:r>
              <a:rPr dirty="0" sz="1000" spc="-1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Managem</a:t>
            </a:r>
            <a:r>
              <a:rPr dirty="0" sz="1000" spc="-10" b="1">
                <a:solidFill>
                  <a:srgbClr val="7F7F7F"/>
                </a:solidFill>
                <a:latin typeface="Arial"/>
                <a:cs typeface="Arial"/>
              </a:rPr>
              <a:t>e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nt 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324853" y="1381760"/>
            <a:ext cx="165290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7F7F7F"/>
                </a:solidFill>
                <a:latin typeface="Arial"/>
                <a:cs typeface="Arial"/>
              </a:rPr>
              <a:t>Technical</a:t>
            </a:r>
            <a:r>
              <a:rPr dirty="0" sz="1300" spc="-6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7F7F7F"/>
                </a:solidFill>
                <a:latin typeface="Arial"/>
                <a:cs typeface="Arial"/>
              </a:rPr>
              <a:t>Processes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284976" y="1649729"/>
            <a:ext cx="1853564" cy="527685"/>
            <a:chOff x="6284976" y="1649729"/>
            <a:chExt cx="1853564" cy="527685"/>
          </a:xfrm>
        </p:grpSpPr>
        <p:sp>
          <p:nvSpPr>
            <p:cNvPr id="80" name="object 80"/>
            <p:cNvSpPr/>
            <p:nvPr/>
          </p:nvSpPr>
          <p:spPr>
            <a:xfrm>
              <a:off x="6291834" y="1655825"/>
              <a:ext cx="1839595" cy="514350"/>
            </a:xfrm>
            <a:custGeom>
              <a:avLst/>
              <a:gdLst/>
              <a:ahLst/>
              <a:cxnLst/>
              <a:rect l="l" t="t" r="r" b="b"/>
              <a:pathLst>
                <a:path w="1839595" h="514350">
                  <a:moveTo>
                    <a:pt x="1839468" y="514349"/>
                  </a:moveTo>
                  <a:lnTo>
                    <a:pt x="1839468" y="0"/>
                  </a:lnTo>
                  <a:lnTo>
                    <a:pt x="0" y="0"/>
                  </a:lnTo>
                  <a:lnTo>
                    <a:pt x="0" y="514349"/>
                  </a:lnTo>
                  <a:lnTo>
                    <a:pt x="1839468" y="51434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284976" y="1649729"/>
              <a:ext cx="1853564" cy="527685"/>
            </a:xfrm>
            <a:custGeom>
              <a:avLst/>
              <a:gdLst/>
              <a:ahLst/>
              <a:cxnLst/>
              <a:rect l="l" t="t" r="r" b="b"/>
              <a:pathLst>
                <a:path w="1853565" h="527685">
                  <a:moveTo>
                    <a:pt x="1853183" y="527303"/>
                  </a:moveTo>
                  <a:lnTo>
                    <a:pt x="1853183" y="0"/>
                  </a:lnTo>
                  <a:lnTo>
                    <a:pt x="0" y="0"/>
                  </a:lnTo>
                  <a:lnTo>
                    <a:pt x="0" y="527303"/>
                  </a:lnTo>
                  <a:lnTo>
                    <a:pt x="6857" y="527303"/>
                  </a:lnTo>
                  <a:lnTo>
                    <a:pt x="6857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840229" y="12953"/>
                  </a:lnTo>
                  <a:lnTo>
                    <a:pt x="1840229" y="6095"/>
                  </a:lnTo>
                  <a:lnTo>
                    <a:pt x="1846326" y="12953"/>
                  </a:lnTo>
                  <a:lnTo>
                    <a:pt x="1846326" y="527303"/>
                  </a:lnTo>
                  <a:lnTo>
                    <a:pt x="1853183" y="527303"/>
                  </a:lnTo>
                  <a:close/>
                </a:path>
                <a:path w="1853565" h="527685">
                  <a:moveTo>
                    <a:pt x="12953" y="12953"/>
                  </a:moveTo>
                  <a:lnTo>
                    <a:pt x="12953" y="6095"/>
                  </a:lnTo>
                  <a:lnTo>
                    <a:pt x="6857" y="12953"/>
                  </a:lnTo>
                  <a:lnTo>
                    <a:pt x="12953" y="12953"/>
                  </a:lnTo>
                  <a:close/>
                </a:path>
                <a:path w="1853565" h="527685">
                  <a:moveTo>
                    <a:pt x="12953" y="514350"/>
                  </a:moveTo>
                  <a:lnTo>
                    <a:pt x="12953" y="12953"/>
                  </a:lnTo>
                  <a:lnTo>
                    <a:pt x="6857" y="12953"/>
                  </a:lnTo>
                  <a:lnTo>
                    <a:pt x="6857" y="514350"/>
                  </a:lnTo>
                  <a:lnTo>
                    <a:pt x="12953" y="514350"/>
                  </a:lnTo>
                  <a:close/>
                </a:path>
                <a:path w="1853565" h="527685">
                  <a:moveTo>
                    <a:pt x="1846326" y="514350"/>
                  </a:moveTo>
                  <a:lnTo>
                    <a:pt x="6857" y="514350"/>
                  </a:lnTo>
                  <a:lnTo>
                    <a:pt x="12953" y="520445"/>
                  </a:lnTo>
                  <a:lnTo>
                    <a:pt x="12953" y="527303"/>
                  </a:lnTo>
                  <a:lnTo>
                    <a:pt x="1840229" y="527303"/>
                  </a:lnTo>
                  <a:lnTo>
                    <a:pt x="1840229" y="520445"/>
                  </a:lnTo>
                  <a:lnTo>
                    <a:pt x="1846326" y="514350"/>
                  </a:lnTo>
                  <a:close/>
                </a:path>
                <a:path w="1853565" h="527685">
                  <a:moveTo>
                    <a:pt x="12953" y="527303"/>
                  </a:moveTo>
                  <a:lnTo>
                    <a:pt x="12953" y="520445"/>
                  </a:lnTo>
                  <a:lnTo>
                    <a:pt x="6857" y="514350"/>
                  </a:lnTo>
                  <a:lnTo>
                    <a:pt x="6857" y="527303"/>
                  </a:lnTo>
                  <a:lnTo>
                    <a:pt x="12953" y="527303"/>
                  </a:lnTo>
                  <a:close/>
                </a:path>
                <a:path w="1853565" h="527685">
                  <a:moveTo>
                    <a:pt x="1846326" y="12953"/>
                  </a:moveTo>
                  <a:lnTo>
                    <a:pt x="1840229" y="6095"/>
                  </a:lnTo>
                  <a:lnTo>
                    <a:pt x="1840229" y="12953"/>
                  </a:lnTo>
                  <a:lnTo>
                    <a:pt x="1846326" y="12953"/>
                  </a:lnTo>
                  <a:close/>
                </a:path>
                <a:path w="1853565" h="527685">
                  <a:moveTo>
                    <a:pt x="1846326" y="514350"/>
                  </a:moveTo>
                  <a:lnTo>
                    <a:pt x="1846326" y="12953"/>
                  </a:lnTo>
                  <a:lnTo>
                    <a:pt x="1840229" y="12953"/>
                  </a:lnTo>
                  <a:lnTo>
                    <a:pt x="1840229" y="514350"/>
                  </a:lnTo>
                  <a:lnTo>
                    <a:pt x="1846326" y="514350"/>
                  </a:lnTo>
                  <a:close/>
                </a:path>
                <a:path w="1853565" h="527685">
                  <a:moveTo>
                    <a:pt x="1846326" y="527303"/>
                  </a:moveTo>
                  <a:lnTo>
                    <a:pt x="1846326" y="514350"/>
                  </a:lnTo>
                  <a:lnTo>
                    <a:pt x="1840229" y="520445"/>
                  </a:lnTo>
                  <a:lnTo>
                    <a:pt x="1840229" y="527303"/>
                  </a:lnTo>
                  <a:lnTo>
                    <a:pt x="1846326" y="5273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32448" y="1706879"/>
              <a:ext cx="1170432" cy="4450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6290309" y="1668272"/>
            <a:ext cx="183959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5.5.2</a:t>
            </a:r>
            <a:endParaRPr sz="1000">
              <a:latin typeface="Arial"/>
              <a:cs typeface="Arial"/>
            </a:endParaRPr>
          </a:p>
          <a:p>
            <a:pPr algn="ctr" marL="348615" marR="351790" indent="-19050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Stakeholder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Reqts </a:t>
            </a:r>
            <a:r>
              <a:rPr dirty="0" sz="1000" spc="-26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Definition</a:t>
            </a:r>
            <a:r>
              <a:rPr dirty="0" sz="1000" spc="-1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Proce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s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283452" y="2215133"/>
            <a:ext cx="1853564" cy="391795"/>
            <a:chOff x="6283452" y="2215133"/>
            <a:chExt cx="1853564" cy="391795"/>
          </a:xfrm>
        </p:grpSpPr>
        <p:sp>
          <p:nvSpPr>
            <p:cNvPr id="85" name="object 85"/>
            <p:cNvSpPr/>
            <p:nvPr/>
          </p:nvSpPr>
          <p:spPr>
            <a:xfrm>
              <a:off x="6290310" y="2221229"/>
              <a:ext cx="1839595" cy="379730"/>
            </a:xfrm>
            <a:custGeom>
              <a:avLst/>
              <a:gdLst/>
              <a:ahLst/>
              <a:cxnLst/>
              <a:rect l="l" t="t" r="r" b="b"/>
              <a:pathLst>
                <a:path w="1839595" h="379730">
                  <a:moveTo>
                    <a:pt x="1839468" y="379475"/>
                  </a:moveTo>
                  <a:lnTo>
                    <a:pt x="1839468" y="0"/>
                  </a:lnTo>
                  <a:lnTo>
                    <a:pt x="0" y="0"/>
                  </a:lnTo>
                  <a:lnTo>
                    <a:pt x="0" y="379475"/>
                  </a:lnTo>
                  <a:lnTo>
                    <a:pt x="1839468" y="379475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283452" y="2215133"/>
              <a:ext cx="1853564" cy="391795"/>
            </a:xfrm>
            <a:custGeom>
              <a:avLst/>
              <a:gdLst/>
              <a:ahLst/>
              <a:cxnLst/>
              <a:rect l="l" t="t" r="r" b="b"/>
              <a:pathLst>
                <a:path w="1853565" h="391794">
                  <a:moveTo>
                    <a:pt x="1853183" y="391668"/>
                  </a:moveTo>
                  <a:lnTo>
                    <a:pt x="1853183" y="0"/>
                  </a:lnTo>
                  <a:lnTo>
                    <a:pt x="0" y="0"/>
                  </a:lnTo>
                  <a:lnTo>
                    <a:pt x="0" y="391668"/>
                  </a:lnTo>
                  <a:lnTo>
                    <a:pt x="6857" y="391668"/>
                  </a:lnTo>
                  <a:lnTo>
                    <a:pt x="6857" y="12192"/>
                  </a:lnTo>
                  <a:lnTo>
                    <a:pt x="12953" y="6096"/>
                  </a:lnTo>
                  <a:lnTo>
                    <a:pt x="12953" y="12192"/>
                  </a:lnTo>
                  <a:lnTo>
                    <a:pt x="1840229" y="12192"/>
                  </a:lnTo>
                  <a:lnTo>
                    <a:pt x="1840229" y="6096"/>
                  </a:lnTo>
                  <a:lnTo>
                    <a:pt x="1846326" y="12192"/>
                  </a:lnTo>
                  <a:lnTo>
                    <a:pt x="1846326" y="391668"/>
                  </a:lnTo>
                  <a:lnTo>
                    <a:pt x="1853183" y="391668"/>
                  </a:lnTo>
                  <a:close/>
                </a:path>
                <a:path w="1853565" h="391794">
                  <a:moveTo>
                    <a:pt x="12953" y="12192"/>
                  </a:moveTo>
                  <a:lnTo>
                    <a:pt x="12953" y="6096"/>
                  </a:lnTo>
                  <a:lnTo>
                    <a:pt x="6857" y="12192"/>
                  </a:lnTo>
                  <a:lnTo>
                    <a:pt x="12953" y="12192"/>
                  </a:lnTo>
                  <a:close/>
                </a:path>
                <a:path w="1853565" h="391794">
                  <a:moveTo>
                    <a:pt x="12953" y="379476"/>
                  </a:moveTo>
                  <a:lnTo>
                    <a:pt x="12953" y="12192"/>
                  </a:lnTo>
                  <a:lnTo>
                    <a:pt x="6857" y="12192"/>
                  </a:lnTo>
                  <a:lnTo>
                    <a:pt x="6857" y="379476"/>
                  </a:lnTo>
                  <a:lnTo>
                    <a:pt x="12953" y="379476"/>
                  </a:lnTo>
                  <a:close/>
                </a:path>
                <a:path w="1853565" h="391794">
                  <a:moveTo>
                    <a:pt x="1846326" y="379476"/>
                  </a:moveTo>
                  <a:lnTo>
                    <a:pt x="6857" y="379476"/>
                  </a:lnTo>
                  <a:lnTo>
                    <a:pt x="12953" y="385572"/>
                  </a:lnTo>
                  <a:lnTo>
                    <a:pt x="12953" y="391668"/>
                  </a:lnTo>
                  <a:lnTo>
                    <a:pt x="1840229" y="391668"/>
                  </a:lnTo>
                  <a:lnTo>
                    <a:pt x="1840229" y="385572"/>
                  </a:lnTo>
                  <a:lnTo>
                    <a:pt x="1846326" y="379476"/>
                  </a:lnTo>
                  <a:close/>
                </a:path>
                <a:path w="1853565" h="391794">
                  <a:moveTo>
                    <a:pt x="12953" y="391668"/>
                  </a:moveTo>
                  <a:lnTo>
                    <a:pt x="12953" y="385572"/>
                  </a:lnTo>
                  <a:lnTo>
                    <a:pt x="6857" y="379476"/>
                  </a:lnTo>
                  <a:lnTo>
                    <a:pt x="6857" y="391668"/>
                  </a:lnTo>
                  <a:lnTo>
                    <a:pt x="12953" y="391668"/>
                  </a:lnTo>
                  <a:close/>
                </a:path>
                <a:path w="1853565" h="391794">
                  <a:moveTo>
                    <a:pt x="1846326" y="12192"/>
                  </a:moveTo>
                  <a:lnTo>
                    <a:pt x="1840229" y="6096"/>
                  </a:lnTo>
                  <a:lnTo>
                    <a:pt x="1840229" y="12192"/>
                  </a:lnTo>
                  <a:lnTo>
                    <a:pt x="1846326" y="12192"/>
                  </a:lnTo>
                  <a:close/>
                </a:path>
                <a:path w="1853565" h="391794">
                  <a:moveTo>
                    <a:pt x="1846326" y="379476"/>
                  </a:moveTo>
                  <a:lnTo>
                    <a:pt x="1846326" y="12192"/>
                  </a:lnTo>
                  <a:lnTo>
                    <a:pt x="1840229" y="12192"/>
                  </a:lnTo>
                  <a:lnTo>
                    <a:pt x="1840229" y="379476"/>
                  </a:lnTo>
                  <a:lnTo>
                    <a:pt x="1846326" y="379476"/>
                  </a:lnTo>
                  <a:close/>
                </a:path>
                <a:path w="1853565" h="391794">
                  <a:moveTo>
                    <a:pt x="1846326" y="391668"/>
                  </a:moveTo>
                  <a:lnTo>
                    <a:pt x="1846326" y="379476"/>
                  </a:lnTo>
                  <a:lnTo>
                    <a:pt x="1840229" y="385572"/>
                  </a:lnTo>
                  <a:lnTo>
                    <a:pt x="1840229" y="391668"/>
                  </a:lnTo>
                  <a:lnTo>
                    <a:pt x="1846326" y="3916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92240" y="2279904"/>
              <a:ext cx="1463039" cy="316991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6290309" y="2242057"/>
            <a:ext cx="18395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5.5.3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Reqts</a:t>
            </a:r>
            <a:r>
              <a:rPr dirty="0" sz="1000" spc="-4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Analysis</a:t>
            </a:r>
            <a:r>
              <a:rPr dirty="0" sz="1000" spc="-3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6283452" y="3491484"/>
            <a:ext cx="1853564" cy="359410"/>
            <a:chOff x="6283452" y="3491484"/>
            <a:chExt cx="1853564" cy="359410"/>
          </a:xfrm>
        </p:grpSpPr>
        <p:sp>
          <p:nvSpPr>
            <p:cNvPr id="90" name="object 90"/>
            <p:cNvSpPr/>
            <p:nvPr/>
          </p:nvSpPr>
          <p:spPr>
            <a:xfrm>
              <a:off x="6290310" y="3497580"/>
              <a:ext cx="1839595" cy="346075"/>
            </a:xfrm>
            <a:custGeom>
              <a:avLst/>
              <a:gdLst/>
              <a:ahLst/>
              <a:cxnLst/>
              <a:rect l="l" t="t" r="r" b="b"/>
              <a:pathLst>
                <a:path w="1839595" h="346075">
                  <a:moveTo>
                    <a:pt x="1839468" y="345948"/>
                  </a:moveTo>
                  <a:lnTo>
                    <a:pt x="1839468" y="0"/>
                  </a:lnTo>
                  <a:lnTo>
                    <a:pt x="0" y="0"/>
                  </a:lnTo>
                  <a:lnTo>
                    <a:pt x="0" y="345948"/>
                  </a:lnTo>
                  <a:lnTo>
                    <a:pt x="1839468" y="345948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6283452" y="3491484"/>
              <a:ext cx="1853564" cy="359410"/>
            </a:xfrm>
            <a:custGeom>
              <a:avLst/>
              <a:gdLst/>
              <a:ahLst/>
              <a:cxnLst/>
              <a:rect l="l" t="t" r="r" b="b"/>
              <a:pathLst>
                <a:path w="1853565" h="359410">
                  <a:moveTo>
                    <a:pt x="1853183" y="358901"/>
                  </a:moveTo>
                  <a:lnTo>
                    <a:pt x="1853183" y="0"/>
                  </a:lnTo>
                  <a:lnTo>
                    <a:pt x="0" y="0"/>
                  </a:lnTo>
                  <a:lnTo>
                    <a:pt x="0" y="358901"/>
                  </a:lnTo>
                  <a:lnTo>
                    <a:pt x="6857" y="358901"/>
                  </a:lnTo>
                  <a:lnTo>
                    <a:pt x="6857" y="12191"/>
                  </a:lnTo>
                  <a:lnTo>
                    <a:pt x="12953" y="6095"/>
                  </a:lnTo>
                  <a:lnTo>
                    <a:pt x="12953" y="12191"/>
                  </a:lnTo>
                  <a:lnTo>
                    <a:pt x="1840229" y="12191"/>
                  </a:lnTo>
                  <a:lnTo>
                    <a:pt x="1840229" y="6095"/>
                  </a:lnTo>
                  <a:lnTo>
                    <a:pt x="1846326" y="12191"/>
                  </a:lnTo>
                  <a:lnTo>
                    <a:pt x="1846326" y="358901"/>
                  </a:lnTo>
                  <a:lnTo>
                    <a:pt x="1853183" y="358901"/>
                  </a:lnTo>
                  <a:close/>
                </a:path>
                <a:path w="1853565" h="359410">
                  <a:moveTo>
                    <a:pt x="12953" y="12191"/>
                  </a:moveTo>
                  <a:lnTo>
                    <a:pt x="12953" y="6095"/>
                  </a:lnTo>
                  <a:lnTo>
                    <a:pt x="6857" y="12191"/>
                  </a:lnTo>
                  <a:lnTo>
                    <a:pt x="12953" y="12191"/>
                  </a:lnTo>
                  <a:close/>
                </a:path>
                <a:path w="1853565" h="359410">
                  <a:moveTo>
                    <a:pt x="12953" y="345948"/>
                  </a:moveTo>
                  <a:lnTo>
                    <a:pt x="12953" y="12191"/>
                  </a:lnTo>
                  <a:lnTo>
                    <a:pt x="6857" y="12191"/>
                  </a:lnTo>
                  <a:lnTo>
                    <a:pt x="6857" y="345948"/>
                  </a:lnTo>
                  <a:lnTo>
                    <a:pt x="12953" y="345948"/>
                  </a:lnTo>
                  <a:close/>
                </a:path>
                <a:path w="1853565" h="359410">
                  <a:moveTo>
                    <a:pt x="1846326" y="345948"/>
                  </a:moveTo>
                  <a:lnTo>
                    <a:pt x="6857" y="345948"/>
                  </a:lnTo>
                  <a:lnTo>
                    <a:pt x="12953" y="352043"/>
                  </a:lnTo>
                  <a:lnTo>
                    <a:pt x="12953" y="358901"/>
                  </a:lnTo>
                  <a:lnTo>
                    <a:pt x="1840229" y="358901"/>
                  </a:lnTo>
                  <a:lnTo>
                    <a:pt x="1840229" y="352043"/>
                  </a:lnTo>
                  <a:lnTo>
                    <a:pt x="1846326" y="345948"/>
                  </a:lnTo>
                  <a:close/>
                </a:path>
                <a:path w="1853565" h="359410">
                  <a:moveTo>
                    <a:pt x="12953" y="358901"/>
                  </a:moveTo>
                  <a:lnTo>
                    <a:pt x="12953" y="352043"/>
                  </a:lnTo>
                  <a:lnTo>
                    <a:pt x="6857" y="345948"/>
                  </a:lnTo>
                  <a:lnTo>
                    <a:pt x="6857" y="358901"/>
                  </a:lnTo>
                  <a:lnTo>
                    <a:pt x="12953" y="358901"/>
                  </a:lnTo>
                  <a:close/>
                </a:path>
                <a:path w="1853565" h="359410">
                  <a:moveTo>
                    <a:pt x="1846326" y="12191"/>
                  </a:moveTo>
                  <a:lnTo>
                    <a:pt x="1840229" y="6095"/>
                  </a:lnTo>
                  <a:lnTo>
                    <a:pt x="1840229" y="12191"/>
                  </a:lnTo>
                  <a:lnTo>
                    <a:pt x="1846326" y="12191"/>
                  </a:lnTo>
                  <a:close/>
                </a:path>
                <a:path w="1853565" h="359410">
                  <a:moveTo>
                    <a:pt x="1846326" y="345948"/>
                  </a:moveTo>
                  <a:lnTo>
                    <a:pt x="1846326" y="12191"/>
                  </a:lnTo>
                  <a:lnTo>
                    <a:pt x="1840229" y="12191"/>
                  </a:lnTo>
                  <a:lnTo>
                    <a:pt x="1840229" y="345948"/>
                  </a:lnTo>
                  <a:lnTo>
                    <a:pt x="1846326" y="345948"/>
                  </a:lnTo>
                  <a:close/>
                </a:path>
                <a:path w="1853565" h="359410">
                  <a:moveTo>
                    <a:pt x="1846326" y="358901"/>
                  </a:moveTo>
                  <a:lnTo>
                    <a:pt x="1846326" y="345948"/>
                  </a:lnTo>
                  <a:lnTo>
                    <a:pt x="1840229" y="352043"/>
                  </a:lnTo>
                  <a:lnTo>
                    <a:pt x="1840229" y="358901"/>
                  </a:lnTo>
                  <a:lnTo>
                    <a:pt x="1846326" y="3589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14160" y="3505200"/>
              <a:ext cx="1219200" cy="316992"/>
            </a:xfrm>
            <a:prstGeom prst="rect">
              <a:avLst/>
            </a:prstGeom>
          </p:spPr>
        </p:pic>
      </p:grpSp>
      <p:sp>
        <p:nvSpPr>
          <p:cNvPr id="93" name="object 93"/>
          <p:cNvSpPr txBox="1"/>
          <p:nvPr/>
        </p:nvSpPr>
        <p:spPr>
          <a:xfrm>
            <a:off x="6291834" y="3471926"/>
            <a:ext cx="18383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5.5.6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Integration</a:t>
            </a:r>
            <a:r>
              <a:rPr dirty="0" sz="1000" spc="-7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6283452" y="3096005"/>
            <a:ext cx="1853564" cy="367030"/>
            <a:chOff x="6283452" y="3096005"/>
            <a:chExt cx="1853564" cy="367030"/>
          </a:xfrm>
        </p:grpSpPr>
        <p:sp>
          <p:nvSpPr>
            <p:cNvPr id="95" name="object 95"/>
            <p:cNvSpPr/>
            <p:nvPr/>
          </p:nvSpPr>
          <p:spPr>
            <a:xfrm>
              <a:off x="6290310" y="3102101"/>
              <a:ext cx="1839595" cy="344805"/>
            </a:xfrm>
            <a:custGeom>
              <a:avLst/>
              <a:gdLst/>
              <a:ahLst/>
              <a:cxnLst/>
              <a:rect l="l" t="t" r="r" b="b"/>
              <a:pathLst>
                <a:path w="1839595" h="344804">
                  <a:moveTo>
                    <a:pt x="1839468" y="344424"/>
                  </a:moveTo>
                  <a:lnTo>
                    <a:pt x="1839468" y="0"/>
                  </a:lnTo>
                  <a:lnTo>
                    <a:pt x="0" y="0"/>
                  </a:lnTo>
                  <a:lnTo>
                    <a:pt x="0" y="344424"/>
                  </a:lnTo>
                  <a:lnTo>
                    <a:pt x="1839468" y="344424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6283452" y="3096005"/>
              <a:ext cx="1853564" cy="357505"/>
            </a:xfrm>
            <a:custGeom>
              <a:avLst/>
              <a:gdLst/>
              <a:ahLst/>
              <a:cxnLst/>
              <a:rect l="l" t="t" r="r" b="b"/>
              <a:pathLst>
                <a:path w="1853565" h="357504">
                  <a:moveTo>
                    <a:pt x="1853183" y="357377"/>
                  </a:moveTo>
                  <a:lnTo>
                    <a:pt x="1853183" y="0"/>
                  </a:lnTo>
                  <a:lnTo>
                    <a:pt x="0" y="0"/>
                  </a:lnTo>
                  <a:lnTo>
                    <a:pt x="0" y="357377"/>
                  </a:lnTo>
                  <a:lnTo>
                    <a:pt x="6857" y="357377"/>
                  </a:lnTo>
                  <a:lnTo>
                    <a:pt x="6857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840229" y="12953"/>
                  </a:lnTo>
                  <a:lnTo>
                    <a:pt x="1840229" y="6095"/>
                  </a:lnTo>
                  <a:lnTo>
                    <a:pt x="1846326" y="12953"/>
                  </a:lnTo>
                  <a:lnTo>
                    <a:pt x="1846326" y="357377"/>
                  </a:lnTo>
                  <a:lnTo>
                    <a:pt x="1853183" y="357377"/>
                  </a:lnTo>
                  <a:close/>
                </a:path>
                <a:path w="1853565" h="357504">
                  <a:moveTo>
                    <a:pt x="12953" y="12953"/>
                  </a:moveTo>
                  <a:lnTo>
                    <a:pt x="12953" y="6095"/>
                  </a:lnTo>
                  <a:lnTo>
                    <a:pt x="6857" y="12953"/>
                  </a:lnTo>
                  <a:lnTo>
                    <a:pt x="12953" y="12953"/>
                  </a:lnTo>
                  <a:close/>
                </a:path>
                <a:path w="1853565" h="357504">
                  <a:moveTo>
                    <a:pt x="12953" y="344423"/>
                  </a:moveTo>
                  <a:lnTo>
                    <a:pt x="12953" y="12953"/>
                  </a:lnTo>
                  <a:lnTo>
                    <a:pt x="6857" y="12953"/>
                  </a:lnTo>
                  <a:lnTo>
                    <a:pt x="6857" y="344423"/>
                  </a:lnTo>
                  <a:lnTo>
                    <a:pt x="12953" y="344423"/>
                  </a:lnTo>
                  <a:close/>
                </a:path>
                <a:path w="1853565" h="357504">
                  <a:moveTo>
                    <a:pt x="1846326" y="344423"/>
                  </a:moveTo>
                  <a:lnTo>
                    <a:pt x="6857" y="344423"/>
                  </a:lnTo>
                  <a:lnTo>
                    <a:pt x="12953" y="350519"/>
                  </a:lnTo>
                  <a:lnTo>
                    <a:pt x="12953" y="357377"/>
                  </a:lnTo>
                  <a:lnTo>
                    <a:pt x="1840229" y="357377"/>
                  </a:lnTo>
                  <a:lnTo>
                    <a:pt x="1840229" y="350519"/>
                  </a:lnTo>
                  <a:lnTo>
                    <a:pt x="1846326" y="344423"/>
                  </a:lnTo>
                  <a:close/>
                </a:path>
                <a:path w="1853565" h="357504">
                  <a:moveTo>
                    <a:pt x="12953" y="357377"/>
                  </a:moveTo>
                  <a:lnTo>
                    <a:pt x="12953" y="350519"/>
                  </a:lnTo>
                  <a:lnTo>
                    <a:pt x="6857" y="344423"/>
                  </a:lnTo>
                  <a:lnTo>
                    <a:pt x="6857" y="357377"/>
                  </a:lnTo>
                  <a:lnTo>
                    <a:pt x="12953" y="357377"/>
                  </a:lnTo>
                  <a:close/>
                </a:path>
                <a:path w="1853565" h="357504">
                  <a:moveTo>
                    <a:pt x="1846326" y="12953"/>
                  </a:moveTo>
                  <a:lnTo>
                    <a:pt x="1840229" y="6095"/>
                  </a:lnTo>
                  <a:lnTo>
                    <a:pt x="1840229" y="12953"/>
                  </a:lnTo>
                  <a:lnTo>
                    <a:pt x="1846326" y="12953"/>
                  </a:lnTo>
                  <a:close/>
                </a:path>
                <a:path w="1853565" h="357504">
                  <a:moveTo>
                    <a:pt x="1846326" y="344423"/>
                  </a:moveTo>
                  <a:lnTo>
                    <a:pt x="1846326" y="12953"/>
                  </a:lnTo>
                  <a:lnTo>
                    <a:pt x="1840229" y="12953"/>
                  </a:lnTo>
                  <a:lnTo>
                    <a:pt x="1840229" y="344423"/>
                  </a:lnTo>
                  <a:lnTo>
                    <a:pt x="1846326" y="344423"/>
                  </a:lnTo>
                  <a:close/>
                </a:path>
                <a:path w="1853565" h="357504">
                  <a:moveTo>
                    <a:pt x="1846326" y="357377"/>
                  </a:moveTo>
                  <a:lnTo>
                    <a:pt x="1846326" y="344423"/>
                  </a:lnTo>
                  <a:lnTo>
                    <a:pt x="1840229" y="350519"/>
                  </a:lnTo>
                  <a:lnTo>
                    <a:pt x="1840229" y="357377"/>
                  </a:lnTo>
                  <a:lnTo>
                    <a:pt x="1846326" y="3573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73952" y="3145535"/>
              <a:ext cx="1499616" cy="316992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6291834" y="3106166"/>
            <a:ext cx="18383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5.5.5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Implementation</a:t>
            </a:r>
            <a:r>
              <a:rPr dirty="0" sz="1000" spc="-6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6284976" y="4332732"/>
            <a:ext cx="1851660" cy="400050"/>
            <a:chOff x="6284976" y="4332732"/>
            <a:chExt cx="1851660" cy="400050"/>
          </a:xfrm>
        </p:grpSpPr>
        <p:sp>
          <p:nvSpPr>
            <p:cNvPr id="100" name="object 100"/>
            <p:cNvSpPr/>
            <p:nvPr/>
          </p:nvSpPr>
          <p:spPr>
            <a:xfrm>
              <a:off x="6291834" y="4338828"/>
              <a:ext cx="1838325" cy="387985"/>
            </a:xfrm>
            <a:custGeom>
              <a:avLst/>
              <a:gdLst/>
              <a:ahLst/>
              <a:cxnLst/>
              <a:rect l="l" t="t" r="r" b="b"/>
              <a:pathLst>
                <a:path w="1838325" h="387985">
                  <a:moveTo>
                    <a:pt x="1837944" y="387858"/>
                  </a:moveTo>
                  <a:lnTo>
                    <a:pt x="1837944" y="0"/>
                  </a:lnTo>
                  <a:lnTo>
                    <a:pt x="0" y="0"/>
                  </a:lnTo>
                  <a:lnTo>
                    <a:pt x="0" y="387858"/>
                  </a:lnTo>
                  <a:lnTo>
                    <a:pt x="1837944" y="387858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6284976" y="4332732"/>
              <a:ext cx="1851660" cy="400050"/>
            </a:xfrm>
            <a:custGeom>
              <a:avLst/>
              <a:gdLst/>
              <a:ahLst/>
              <a:cxnLst/>
              <a:rect l="l" t="t" r="r" b="b"/>
              <a:pathLst>
                <a:path w="1851659" h="400050">
                  <a:moveTo>
                    <a:pt x="1851660" y="400050"/>
                  </a:moveTo>
                  <a:lnTo>
                    <a:pt x="1851660" y="0"/>
                  </a:lnTo>
                  <a:lnTo>
                    <a:pt x="0" y="0"/>
                  </a:lnTo>
                  <a:lnTo>
                    <a:pt x="0" y="400050"/>
                  </a:lnTo>
                  <a:lnTo>
                    <a:pt x="6857" y="400050"/>
                  </a:lnTo>
                  <a:lnTo>
                    <a:pt x="6857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1838705" y="12953"/>
                  </a:lnTo>
                  <a:lnTo>
                    <a:pt x="1838705" y="6095"/>
                  </a:lnTo>
                  <a:lnTo>
                    <a:pt x="1844802" y="12953"/>
                  </a:lnTo>
                  <a:lnTo>
                    <a:pt x="1844802" y="400050"/>
                  </a:lnTo>
                  <a:lnTo>
                    <a:pt x="1851660" y="400050"/>
                  </a:lnTo>
                  <a:close/>
                </a:path>
                <a:path w="1851659" h="400050">
                  <a:moveTo>
                    <a:pt x="12953" y="12953"/>
                  </a:moveTo>
                  <a:lnTo>
                    <a:pt x="12953" y="6095"/>
                  </a:lnTo>
                  <a:lnTo>
                    <a:pt x="6857" y="12953"/>
                  </a:lnTo>
                  <a:lnTo>
                    <a:pt x="12953" y="12953"/>
                  </a:lnTo>
                  <a:close/>
                </a:path>
                <a:path w="1851659" h="400050">
                  <a:moveTo>
                    <a:pt x="12953" y="387095"/>
                  </a:moveTo>
                  <a:lnTo>
                    <a:pt x="12953" y="12953"/>
                  </a:lnTo>
                  <a:lnTo>
                    <a:pt x="6857" y="12953"/>
                  </a:lnTo>
                  <a:lnTo>
                    <a:pt x="6857" y="387095"/>
                  </a:lnTo>
                  <a:lnTo>
                    <a:pt x="12953" y="387095"/>
                  </a:lnTo>
                  <a:close/>
                </a:path>
                <a:path w="1851659" h="400050">
                  <a:moveTo>
                    <a:pt x="1844802" y="387095"/>
                  </a:moveTo>
                  <a:lnTo>
                    <a:pt x="6857" y="387095"/>
                  </a:lnTo>
                  <a:lnTo>
                    <a:pt x="12953" y="393953"/>
                  </a:lnTo>
                  <a:lnTo>
                    <a:pt x="12953" y="400050"/>
                  </a:lnTo>
                  <a:lnTo>
                    <a:pt x="1838705" y="400050"/>
                  </a:lnTo>
                  <a:lnTo>
                    <a:pt x="1838705" y="393953"/>
                  </a:lnTo>
                  <a:lnTo>
                    <a:pt x="1844802" y="387095"/>
                  </a:lnTo>
                  <a:close/>
                </a:path>
                <a:path w="1851659" h="400050">
                  <a:moveTo>
                    <a:pt x="12953" y="400050"/>
                  </a:moveTo>
                  <a:lnTo>
                    <a:pt x="12953" y="393953"/>
                  </a:lnTo>
                  <a:lnTo>
                    <a:pt x="6857" y="387095"/>
                  </a:lnTo>
                  <a:lnTo>
                    <a:pt x="6857" y="400050"/>
                  </a:lnTo>
                  <a:lnTo>
                    <a:pt x="12953" y="400050"/>
                  </a:lnTo>
                  <a:close/>
                </a:path>
                <a:path w="1851659" h="400050">
                  <a:moveTo>
                    <a:pt x="1844802" y="12953"/>
                  </a:moveTo>
                  <a:lnTo>
                    <a:pt x="1838705" y="6095"/>
                  </a:lnTo>
                  <a:lnTo>
                    <a:pt x="1838705" y="12953"/>
                  </a:lnTo>
                  <a:lnTo>
                    <a:pt x="1844802" y="12953"/>
                  </a:lnTo>
                  <a:close/>
                </a:path>
                <a:path w="1851659" h="400050">
                  <a:moveTo>
                    <a:pt x="1844802" y="387095"/>
                  </a:moveTo>
                  <a:lnTo>
                    <a:pt x="1844802" y="12953"/>
                  </a:lnTo>
                  <a:lnTo>
                    <a:pt x="1838705" y="12953"/>
                  </a:lnTo>
                  <a:lnTo>
                    <a:pt x="1838705" y="387095"/>
                  </a:lnTo>
                  <a:lnTo>
                    <a:pt x="1844802" y="387095"/>
                  </a:lnTo>
                  <a:close/>
                </a:path>
                <a:path w="1851659" h="400050">
                  <a:moveTo>
                    <a:pt x="1844802" y="400050"/>
                  </a:moveTo>
                  <a:lnTo>
                    <a:pt x="1844802" y="387095"/>
                  </a:lnTo>
                  <a:lnTo>
                    <a:pt x="1838705" y="393953"/>
                  </a:lnTo>
                  <a:lnTo>
                    <a:pt x="1838705" y="400050"/>
                  </a:lnTo>
                  <a:lnTo>
                    <a:pt x="1844802" y="400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32448" y="4401312"/>
              <a:ext cx="1182623" cy="292607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6291834" y="4364228"/>
            <a:ext cx="18383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5.5.8</a:t>
            </a:r>
            <a:endParaRPr sz="1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Transition</a:t>
            </a:r>
            <a:r>
              <a:rPr dirty="0" sz="1000" spc="-6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6286500" y="3890009"/>
            <a:ext cx="1847850" cy="401955"/>
            <a:chOff x="6286500" y="3890009"/>
            <a:chExt cx="1847850" cy="401955"/>
          </a:xfrm>
        </p:grpSpPr>
        <p:sp>
          <p:nvSpPr>
            <p:cNvPr id="105" name="object 105"/>
            <p:cNvSpPr/>
            <p:nvPr/>
          </p:nvSpPr>
          <p:spPr>
            <a:xfrm>
              <a:off x="6293358" y="3896105"/>
              <a:ext cx="1835150" cy="388620"/>
            </a:xfrm>
            <a:custGeom>
              <a:avLst/>
              <a:gdLst/>
              <a:ahLst/>
              <a:cxnLst/>
              <a:rect l="l" t="t" r="r" b="b"/>
              <a:pathLst>
                <a:path w="1835150" h="388620">
                  <a:moveTo>
                    <a:pt x="1834896" y="388620"/>
                  </a:moveTo>
                  <a:lnTo>
                    <a:pt x="1834896" y="0"/>
                  </a:lnTo>
                  <a:lnTo>
                    <a:pt x="0" y="0"/>
                  </a:lnTo>
                  <a:lnTo>
                    <a:pt x="0" y="388620"/>
                  </a:lnTo>
                  <a:lnTo>
                    <a:pt x="1834896" y="38862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6286500" y="3890009"/>
              <a:ext cx="1847850" cy="401955"/>
            </a:xfrm>
            <a:custGeom>
              <a:avLst/>
              <a:gdLst/>
              <a:ahLst/>
              <a:cxnLst/>
              <a:rect l="l" t="t" r="r" b="b"/>
              <a:pathLst>
                <a:path w="1847850" h="401954">
                  <a:moveTo>
                    <a:pt x="1847850" y="401574"/>
                  </a:moveTo>
                  <a:lnTo>
                    <a:pt x="1847850" y="0"/>
                  </a:lnTo>
                  <a:lnTo>
                    <a:pt x="0" y="0"/>
                  </a:lnTo>
                  <a:lnTo>
                    <a:pt x="0" y="401574"/>
                  </a:lnTo>
                  <a:lnTo>
                    <a:pt x="6857" y="401574"/>
                  </a:lnTo>
                  <a:lnTo>
                    <a:pt x="6857" y="12191"/>
                  </a:lnTo>
                  <a:lnTo>
                    <a:pt x="12953" y="6095"/>
                  </a:lnTo>
                  <a:lnTo>
                    <a:pt x="12953" y="12191"/>
                  </a:lnTo>
                  <a:lnTo>
                    <a:pt x="1835657" y="12191"/>
                  </a:lnTo>
                  <a:lnTo>
                    <a:pt x="1835657" y="6095"/>
                  </a:lnTo>
                  <a:lnTo>
                    <a:pt x="1841753" y="12191"/>
                  </a:lnTo>
                  <a:lnTo>
                    <a:pt x="1841753" y="401574"/>
                  </a:lnTo>
                  <a:lnTo>
                    <a:pt x="1847850" y="401574"/>
                  </a:lnTo>
                  <a:close/>
                </a:path>
                <a:path w="1847850" h="401954">
                  <a:moveTo>
                    <a:pt x="12953" y="12191"/>
                  </a:moveTo>
                  <a:lnTo>
                    <a:pt x="12953" y="6095"/>
                  </a:lnTo>
                  <a:lnTo>
                    <a:pt x="6857" y="12191"/>
                  </a:lnTo>
                  <a:lnTo>
                    <a:pt x="12953" y="12191"/>
                  </a:lnTo>
                  <a:close/>
                </a:path>
                <a:path w="1847850" h="401954">
                  <a:moveTo>
                    <a:pt x="12953" y="388619"/>
                  </a:moveTo>
                  <a:lnTo>
                    <a:pt x="12953" y="12191"/>
                  </a:lnTo>
                  <a:lnTo>
                    <a:pt x="6857" y="12191"/>
                  </a:lnTo>
                  <a:lnTo>
                    <a:pt x="6857" y="388619"/>
                  </a:lnTo>
                  <a:lnTo>
                    <a:pt x="12953" y="388619"/>
                  </a:lnTo>
                  <a:close/>
                </a:path>
                <a:path w="1847850" h="401954">
                  <a:moveTo>
                    <a:pt x="1841753" y="388619"/>
                  </a:moveTo>
                  <a:lnTo>
                    <a:pt x="6857" y="388619"/>
                  </a:lnTo>
                  <a:lnTo>
                    <a:pt x="12953" y="394715"/>
                  </a:lnTo>
                  <a:lnTo>
                    <a:pt x="12953" y="401574"/>
                  </a:lnTo>
                  <a:lnTo>
                    <a:pt x="1835657" y="401574"/>
                  </a:lnTo>
                  <a:lnTo>
                    <a:pt x="1835657" y="394715"/>
                  </a:lnTo>
                  <a:lnTo>
                    <a:pt x="1841753" y="388619"/>
                  </a:lnTo>
                  <a:close/>
                </a:path>
                <a:path w="1847850" h="401954">
                  <a:moveTo>
                    <a:pt x="12953" y="401574"/>
                  </a:moveTo>
                  <a:lnTo>
                    <a:pt x="12953" y="394715"/>
                  </a:lnTo>
                  <a:lnTo>
                    <a:pt x="6857" y="388619"/>
                  </a:lnTo>
                  <a:lnTo>
                    <a:pt x="6857" y="401574"/>
                  </a:lnTo>
                  <a:lnTo>
                    <a:pt x="12953" y="401574"/>
                  </a:lnTo>
                  <a:close/>
                </a:path>
                <a:path w="1847850" h="401954">
                  <a:moveTo>
                    <a:pt x="1841753" y="12191"/>
                  </a:moveTo>
                  <a:lnTo>
                    <a:pt x="1835657" y="6095"/>
                  </a:lnTo>
                  <a:lnTo>
                    <a:pt x="1835657" y="12191"/>
                  </a:lnTo>
                  <a:lnTo>
                    <a:pt x="1841753" y="12191"/>
                  </a:lnTo>
                  <a:close/>
                </a:path>
                <a:path w="1847850" h="401954">
                  <a:moveTo>
                    <a:pt x="1841753" y="388619"/>
                  </a:moveTo>
                  <a:lnTo>
                    <a:pt x="1841753" y="12191"/>
                  </a:lnTo>
                  <a:lnTo>
                    <a:pt x="1835657" y="12191"/>
                  </a:lnTo>
                  <a:lnTo>
                    <a:pt x="1835657" y="388619"/>
                  </a:lnTo>
                  <a:lnTo>
                    <a:pt x="1841753" y="388619"/>
                  </a:lnTo>
                  <a:close/>
                </a:path>
                <a:path w="1847850" h="401954">
                  <a:moveTo>
                    <a:pt x="1841753" y="401574"/>
                  </a:moveTo>
                  <a:lnTo>
                    <a:pt x="1841753" y="388619"/>
                  </a:lnTo>
                  <a:lnTo>
                    <a:pt x="1835657" y="394715"/>
                  </a:lnTo>
                  <a:lnTo>
                    <a:pt x="1835657" y="401574"/>
                  </a:lnTo>
                  <a:lnTo>
                    <a:pt x="1841753" y="401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89776" y="3962399"/>
              <a:ext cx="1261872" cy="292607"/>
            </a:xfrm>
            <a:prstGeom prst="rect">
              <a:avLst/>
            </a:prstGeom>
          </p:spPr>
        </p:pic>
      </p:grpSp>
      <p:sp>
        <p:nvSpPr>
          <p:cNvPr id="108" name="object 108"/>
          <p:cNvSpPr txBox="1"/>
          <p:nvPr/>
        </p:nvSpPr>
        <p:spPr>
          <a:xfrm>
            <a:off x="6291834" y="3922267"/>
            <a:ext cx="18383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5.5.7</a:t>
            </a:r>
            <a:endParaRPr sz="1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Verifi</a:t>
            </a:r>
            <a:r>
              <a:rPr dirty="0" sz="1000" spc="-10" b="1">
                <a:solidFill>
                  <a:srgbClr val="7F7F7F"/>
                </a:solidFill>
                <a:latin typeface="Arial"/>
                <a:cs typeface="Arial"/>
              </a:rPr>
              <a:t>c</a:t>
            </a:r>
            <a:r>
              <a:rPr dirty="0" sz="1000" spc="-10" b="1">
                <a:solidFill>
                  <a:srgbClr val="7F7F7F"/>
                </a:solidFill>
                <a:latin typeface="Arial"/>
                <a:cs typeface="Arial"/>
              </a:rPr>
              <a:t>a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tio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n</a:t>
            </a:r>
            <a:r>
              <a:rPr dirty="0" sz="1000" spc="-3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</a:t>
            </a:r>
            <a:r>
              <a:rPr dirty="0" sz="1000" spc="-10" b="1">
                <a:solidFill>
                  <a:srgbClr val="7F7F7F"/>
                </a:solidFill>
                <a:latin typeface="Arial"/>
                <a:cs typeface="Arial"/>
              </a:rPr>
              <a:t>s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6283452" y="4770882"/>
            <a:ext cx="1854835" cy="352425"/>
            <a:chOff x="6283452" y="4770882"/>
            <a:chExt cx="1854835" cy="352425"/>
          </a:xfrm>
        </p:grpSpPr>
        <p:sp>
          <p:nvSpPr>
            <p:cNvPr id="110" name="object 110"/>
            <p:cNvSpPr/>
            <p:nvPr/>
          </p:nvSpPr>
          <p:spPr>
            <a:xfrm>
              <a:off x="6290310" y="4776978"/>
              <a:ext cx="1841500" cy="340360"/>
            </a:xfrm>
            <a:custGeom>
              <a:avLst/>
              <a:gdLst/>
              <a:ahLst/>
              <a:cxnLst/>
              <a:rect l="l" t="t" r="r" b="b"/>
              <a:pathLst>
                <a:path w="1841500" h="340360">
                  <a:moveTo>
                    <a:pt x="1840992" y="339851"/>
                  </a:moveTo>
                  <a:lnTo>
                    <a:pt x="1840992" y="0"/>
                  </a:lnTo>
                  <a:lnTo>
                    <a:pt x="0" y="0"/>
                  </a:lnTo>
                  <a:lnTo>
                    <a:pt x="0" y="339851"/>
                  </a:lnTo>
                  <a:lnTo>
                    <a:pt x="1840992" y="339851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283452" y="4770882"/>
              <a:ext cx="1854835" cy="352425"/>
            </a:xfrm>
            <a:custGeom>
              <a:avLst/>
              <a:gdLst/>
              <a:ahLst/>
              <a:cxnLst/>
              <a:rect l="l" t="t" r="r" b="b"/>
              <a:pathLst>
                <a:path w="1854834" h="352425">
                  <a:moveTo>
                    <a:pt x="1854707" y="352044"/>
                  </a:moveTo>
                  <a:lnTo>
                    <a:pt x="1854707" y="0"/>
                  </a:lnTo>
                  <a:lnTo>
                    <a:pt x="0" y="0"/>
                  </a:lnTo>
                  <a:lnTo>
                    <a:pt x="0" y="352044"/>
                  </a:lnTo>
                  <a:lnTo>
                    <a:pt x="6857" y="352044"/>
                  </a:lnTo>
                  <a:lnTo>
                    <a:pt x="6857" y="12954"/>
                  </a:lnTo>
                  <a:lnTo>
                    <a:pt x="12953" y="6096"/>
                  </a:lnTo>
                  <a:lnTo>
                    <a:pt x="12953" y="12954"/>
                  </a:lnTo>
                  <a:lnTo>
                    <a:pt x="1841753" y="12954"/>
                  </a:lnTo>
                  <a:lnTo>
                    <a:pt x="1841753" y="6096"/>
                  </a:lnTo>
                  <a:lnTo>
                    <a:pt x="1847850" y="12954"/>
                  </a:lnTo>
                  <a:lnTo>
                    <a:pt x="1847850" y="352044"/>
                  </a:lnTo>
                  <a:lnTo>
                    <a:pt x="1854707" y="352044"/>
                  </a:lnTo>
                  <a:close/>
                </a:path>
                <a:path w="1854834" h="352425">
                  <a:moveTo>
                    <a:pt x="12953" y="12954"/>
                  </a:moveTo>
                  <a:lnTo>
                    <a:pt x="12953" y="6096"/>
                  </a:lnTo>
                  <a:lnTo>
                    <a:pt x="6857" y="12954"/>
                  </a:lnTo>
                  <a:lnTo>
                    <a:pt x="12953" y="12954"/>
                  </a:lnTo>
                  <a:close/>
                </a:path>
                <a:path w="1854834" h="352425">
                  <a:moveTo>
                    <a:pt x="12953" y="339852"/>
                  </a:moveTo>
                  <a:lnTo>
                    <a:pt x="12953" y="12954"/>
                  </a:lnTo>
                  <a:lnTo>
                    <a:pt x="6857" y="12954"/>
                  </a:lnTo>
                  <a:lnTo>
                    <a:pt x="6857" y="339852"/>
                  </a:lnTo>
                  <a:lnTo>
                    <a:pt x="12953" y="339852"/>
                  </a:lnTo>
                  <a:close/>
                </a:path>
                <a:path w="1854834" h="352425">
                  <a:moveTo>
                    <a:pt x="1847850" y="339852"/>
                  </a:moveTo>
                  <a:lnTo>
                    <a:pt x="6857" y="339852"/>
                  </a:lnTo>
                  <a:lnTo>
                    <a:pt x="12953" y="345948"/>
                  </a:lnTo>
                  <a:lnTo>
                    <a:pt x="12953" y="352044"/>
                  </a:lnTo>
                  <a:lnTo>
                    <a:pt x="1841753" y="352044"/>
                  </a:lnTo>
                  <a:lnTo>
                    <a:pt x="1841753" y="345948"/>
                  </a:lnTo>
                  <a:lnTo>
                    <a:pt x="1847850" y="339852"/>
                  </a:lnTo>
                  <a:close/>
                </a:path>
                <a:path w="1854834" h="352425">
                  <a:moveTo>
                    <a:pt x="12953" y="352044"/>
                  </a:moveTo>
                  <a:lnTo>
                    <a:pt x="12953" y="345948"/>
                  </a:lnTo>
                  <a:lnTo>
                    <a:pt x="6857" y="339852"/>
                  </a:lnTo>
                  <a:lnTo>
                    <a:pt x="6857" y="352044"/>
                  </a:lnTo>
                  <a:lnTo>
                    <a:pt x="12953" y="352044"/>
                  </a:lnTo>
                  <a:close/>
                </a:path>
                <a:path w="1854834" h="352425">
                  <a:moveTo>
                    <a:pt x="1847850" y="12954"/>
                  </a:moveTo>
                  <a:lnTo>
                    <a:pt x="1841753" y="6096"/>
                  </a:lnTo>
                  <a:lnTo>
                    <a:pt x="1841753" y="12954"/>
                  </a:lnTo>
                  <a:lnTo>
                    <a:pt x="1847850" y="12954"/>
                  </a:lnTo>
                  <a:close/>
                </a:path>
                <a:path w="1854834" h="352425">
                  <a:moveTo>
                    <a:pt x="1847850" y="339852"/>
                  </a:moveTo>
                  <a:lnTo>
                    <a:pt x="1847850" y="12954"/>
                  </a:lnTo>
                  <a:lnTo>
                    <a:pt x="1841753" y="12954"/>
                  </a:lnTo>
                  <a:lnTo>
                    <a:pt x="1841753" y="339852"/>
                  </a:lnTo>
                  <a:lnTo>
                    <a:pt x="1847850" y="339852"/>
                  </a:lnTo>
                  <a:close/>
                </a:path>
                <a:path w="1854834" h="352425">
                  <a:moveTo>
                    <a:pt x="1847850" y="352044"/>
                  </a:moveTo>
                  <a:lnTo>
                    <a:pt x="1847850" y="339852"/>
                  </a:lnTo>
                  <a:lnTo>
                    <a:pt x="1841753" y="345948"/>
                  </a:lnTo>
                  <a:lnTo>
                    <a:pt x="1841753" y="352044"/>
                  </a:lnTo>
                  <a:lnTo>
                    <a:pt x="1847850" y="352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632448" y="4815840"/>
              <a:ext cx="1176527" cy="292607"/>
            </a:xfrm>
            <a:prstGeom prst="rect">
              <a:avLst/>
            </a:prstGeom>
          </p:spPr>
        </p:pic>
      </p:grpSp>
      <p:sp>
        <p:nvSpPr>
          <p:cNvPr id="113" name="object 113"/>
          <p:cNvSpPr txBox="1"/>
          <p:nvPr/>
        </p:nvSpPr>
        <p:spPr>
          <a:xfrm>
            <a:off x="6291834" y="4778755"/>
            <a:ext cx="18383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5.5.9</a:t>
            </a:r>
            <a:endParaRPr sz="1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Validation</a:t>
            </a:r>
            <a:r>
              <a:rPr dirty="0" sz="1000" spc="-6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6284976" y="5162550"/>
            <a:ext cx="1851660" cy="360680"/>
            <a:chOff x="6284976" y="5162550"/>
            <a:chExt cx="1851660" cy="360680"/>
          </a:xfrm>
        </p:grpSpPr>
        <p:sp>
          <p:nvSpPr>
            <p:cNvPr id="115" name="object 115"/>
            <p:cNvSpPr/>
            <p:nvPr/>
          </p:nvSpPr>
          <p:spPr>
            <a:xfrm>
              <a:off x="6291834" y="5169408"/>
              <a:ext cx="1838325" cy="342900"/>
            </a:xfrm>
            <a:custGeom>
              <a:avLst/>
              <a:gdLst/>
              <a:ahLst/>
              <a:cxnLst/>
              <a:rect l="l" t="t" r="r" b="b"/>
              <a:pathLst>
                <a:path w="1838325" h="342900">
                  <a:moveTo>
                    <a:pt x="1837944" y="342900"/>
                  </a:moveTo>
                  <a:lnTo>
                    <a:pt x="1837944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1837944" y="3429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6284976" y="5162550"/>
              <a:ext cx="1851660" cy="356235"/>
            </a:xfrm>
            <a:custGeom>
              <a:avLst/>
              <a:gdLst/>
              <a:ahLst/>
              <a:cxnLst/>
              <a:rect l="l" t="t" r="r" b="b"/>
              <a:pathLst>
                <a:path w="1851659" h="356235">
                  <a:moveTo>
                    <a:pt x="1851660" y="355853"/>
                  </a:moveTo>
                  <a:lnTo>
                    <a:pt x="1851660" y="0"/>
                  </a:lnTo>
                  <a:lnTo>
                    <a:pt x="0" y="0"/>
                  </a:lnTo>
                  <a:lnTo>
                    <a:pt x="0" y="355853"/>
                  </a:lnTo>
                  <a:lnTo>
                    <a:pt x="6857" y="355853"/>
                  </a:lnTo>
                  <a:lnTo>
                    <a:pt x="6857" y="12953"/>
                  </a:lnTo>
                  <a:lnTo>
                    <a:pt x="12953" y="6858"/>
                  </a:lnTo>
                  <a:lnTo>
                    <a:pt x="12953" y="12953"/>
                  </a:lnTo>
                  <a:lnTo>
                    <a:pt x="1838705" y="12953"/>
                  </a:lnTo>
                  <a:lnTo>
                    <a:pt x="1838705" y="6858"/>
                  </a:lnTo>
                  <a:lnTo>
                    <a:pt x="1844802" y="12953"/>
                  </a:lnTo>
                  <a:lnTo>
                    <a:pt x="1844802" y="355853"/>
                  </a:lnTo>
                  <a:lnTo>
                    <a:pt x="1851660" y="355853"/>
                  </a:lnTo>
                  <a:close/>
                </a:path>
                <a:path w="1851659" h="356235">
                  <a:moveTo>
                    <a:pt x="12953" y="12953"/>
                  </a:moveTo>
                  <a:lnTo>
                    <a:pt x="12953" y="6858"/>
                  </a:lnTo>
                  <a:lnTo>
                    <a:pt x="6857" y="12953"/>
                  </a:lnTo>
                  <a:lnTo>
                    <a:pt x="12953" y="12953"/>
                  </a:lnTo>
                  <a:close/>
                </a:path>
                <a:path w="1851659" h="356235">
                  <a:moveTo>
                    <a:pt x="12953" y="342900"/>
                  </a:moveTo>
                  <a:lnTo>
                    <a:pt x="12953" y="12953"/>
                  </a:lnTo>
                  <a:lnTo>
                    <a:pt x="6857" y="12953"/>
                  </a:lnTo>
                  <a:lnTo>
                    <a:pt x="6857" y="342900"/>
                  </a:lnTo>
                  <a:lnTo>
                    <a:pt x="12953" y="342900"/>
                  </a:lnTo>
                  <a:close/>
                </a:path>
                <a:path w="1851659" h="356235">
                  <a:moveTo>
                    <a:pt x="1844802" y="342900"/>
                  </a:moveTo>
                  <a:lnTo>
                    <a:pt x="6857" y="342900"/>
                  </a:lnTo>
                  <a:lnTo>
                    <a:pt x="12953" y="349758"/>
                  </a:lnTo>
                  <a:lnTo>
                    <a:pt x="12953" y="355853"/>
                  </a:lnTo>
                  <a:lnTo>
                    <a:pt x="1838705" y="355853"/>
                  </a:lnTo>
                  <a:lnTo>
                    <a:pt x="1838705" y="349758"/>
                  </a:lnTo>
                  <a:lnTo>
                    <a:pt x="1844802" y="342900"/>
                  </a:lnTo>
                  <a:close/>
                </a:path>
                <a:path w="1851659" h="356235">
                  <a:moveTo>
                    <a:pt x="12953" y="355853"/>
                  </a:moveTo>
                  <a:lnTo>
                    <a:pt x="12953" y="349758"/>
                  </a:lnTo>
                  <a:lnTo>
                    <a:pt x="6857" y="342900"/>
                  </a:lnTo>
                  <a:lnTo>
                    <a:pt x="6857" y="355853"/>
                  </a:lnTo>
                  <a:lnTo>
                    <a:pt x="12953" y="355853"/>
                  </a:lnTo>
                  <a:close/>
                </a:path>
                <a:path w="1851659" h="356235">
                  <a:moveTo>
                    <a:pt x="1844802" y="12953"/>
                  </a:moveTo>
                  <a:lnTo>
                    <a:pt x="1838705" y="6858"/>
                  </a:lnTo>
                  <a:lnTo>
                    <a:pt x="1838705" y="12953"/>
                  </a:lnTo>
                  <a:lnTo>
                    <a:pt x="1844802" y="12953"/>
                  </a:lnTo>
                  <a:close/>
                </a:path>
                <a:path w="1851659" h="356235">
                  <a:moveTo>
                    <a:pt x="1844802" y="342900"/>
                  </a:moveTo>
                  <a:lnTo>
                    <a:pt x="1844802" y="12953"/>
                  </a:lnTo>
                  <a:lnTo>
                    <a:pt x="1838705" y="12953"/>
                  </a:lnTo>
                  <a:lnTo>
                    <a:pt x="1838705" y="342900"/>
                  </a:lnTo>
                  <a:lnTo>
                    <a:pt x="1844802" y="342900"/>
                  </a:lnTo>
                  <a:close/>
                </a:path>
                <a:path w="1851659" h="356235">
                  <a:moveTo>
                    <a:pt x="1844802" y="355853"/>
                  </a:moveTo>
                  <a:lnTo>
                    <a:pt x="1844802" y="342900"/>
                  </a:lnTo>
                  <a:lnTo>
                    <a:pt x="1838705" y="349758"/>
                  </a:lnTo>
                  <a:lnTo>
                    <a:pt x="1838705" y="355853"/>
                  </a:lnTo>
                  <a:lnTo>
                    <a:pt x="1844802" y="3558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38544" y="5205983"/>
              <a:ext cx="1164335" cy="316992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6291834" y="5171947"/>
            <a:ext cx="18383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5.5.10</a:t>
            </a:r>
            <a:endParaRPr sz="10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Operation</a:t>
            </a:r>
            <a:r>
              <a:rPr dirty="0" sz="1000" spc="-6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6283452" y="5558028"/>
            <a:ext cx="1854835" cy="344805"/>
            <a:chOff x="6283452" y="5558028"/>
            <a:chExt cx="1854835" cy="344805"/>
          </a:xfrm>
        </p:grpSpPr>
        <p:sp>
          <p:nvSpPr>
            <p:cNvPr id="120" name="object 120"/>
            <p:cNvSpPr/>
            <p:nvPr/>
          </p:nvSpPr>
          <p:spPr>
            <a:xfrm>
              <a:off x="6290310" y="5564886"/>
              <a:ext cx="1841500" cy="331470"/>
            </a:xfrm>
            <a:custGeom>
              <a:avLst/>
              <a:gdLst/>
              <a:ahLst/>
              <a:cxnLst/>
              <a:rect l="l" t="t" r="r" b="b"/>
              <a:pathLst>
                <a:path w="1841500" h="331470">
                  <a:moveTo>
                    <a:pt x="1840992" y="331470"/>
                  </a:moveTo>
                  <a:lnTo>
                    <a:pt x="1840992" y="0"/>
                  </a:lnTo>
                  <a:lnTo>
                    <a:pt x="0" y="0"/>
                  </a:lnTo>
                  <a:lnTo>
                    <a:pt x="0" y="331470"/>
                  </a:lnTo>
                  <a:lnTo>
                    <a:pt x="1840992" y="3314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6283452" y="5558028"/>
              <a:ext cx="1854835" cy="344805"/>
            </a:xfrm>
            <a:custGeom>
              <a:avLst/>
              <a:gdLst/>
              <a:ahLst/>
              <a:cxnLst/>
              <a:rect l="l" t="t" r="r" b="b"/>
              <a:pathLst>
                <a:path w="1854834" h="344804">
                  <a:moveTo>
                    <a:pt x="1854707" y="344424"/>
                  </a:moveTo>
                  <a:lnTo>
                    <a:pt x="1854707" y="0"/>
                  </a:lnTo>
                  <a:lnTo>
                    <a:pt x="0" y="0"/>
                  </a:lnTo>
                  <a:lnTo>
                    <a:pt x="0" y="344424"/>
                  </a:lnTo>
                  <a:lnTo>
                    <a:pt x="6857" y="344424"/>
                  </a:lnTo>
                  <a:lnTo>
                    <a:pt x="6857" y="12954"/>
                  </a:lnTo>
                  <a:lnTo>
                    <a:pt x="12953" y="6858"/>
                  </a:lnTo>
                  <a:lnTo>
                    <a:pt x="12953" y="12954"/>
                  </a:lnTo>
                  <a:lnTo>
                    <a:pt x="1841753" y="12954"/>
                  </a:lnTo>
                  <a:lnTo>
                    <a:pt x="1841753" y="6858"/>
                  </a:lnTo>
                  <a:lnTo>
                    <a:pt x="1847850" y="12954"/>
                  </a:lnTo>
                  <a:lnTo>
                    <a:pt x="1847850" y="344424"/>
                  </a:lnTo>
                  <a:lnTo>
                    <a:pt x="1854707" y="344424"/>
                  </a:lnTo>
                  <a:close/>
                </a:path>
                <a:path w="1854834" h="344804">
                  <a:moveTo>
                    <a:pt x="12953" y="12954"/>
                  </a:moveTo>
                  <a:lnTo>
                    <a:pt x="12953" y="6858"/>
                  </a:lnTo>
                  <a:lnTo>
                    <a:pt x="6857" y="12954"/>
                  </a:lnTo>
                  <a:lnTo>
                    <a:pt x="12953" y="12954"/>
                  </a:lnTo>
                  <a:close/>
                </a:path>
                <a:path w="1854834" h="344804">
                  <a:moveTo>
                    <a:pt x="12953" y="332232"/>
                  </a:moveTo>
                  <a:lnTo>
                    <a:pt x="12953" y="12954"/>
                  </a:lnTo>
                  <a:lnTo>
                    <a:pt x="6857" y="12954"/>
                  </a:lnTo>
                  <a:lnTo>
                    <a:pt x="6857" y="332232"/>
                  </a:lnTo>
                  <a:lnTo>
                    <a:pt x="12953" y="332232"/>
                  </a:lnTo>
                  <a:close/>
                </a:path>
                <a:path w="1854834" h="344804">
                  <a:moveTo>
                    <a:pt x="1847850" y="332232"/>
                  </a:moveTo>
                  <a:lnTo>
                    <a:pt x="6857" y="332232"/>
                  </a:lnTo>
                  <a:lnTo>
                    <a:pt x="12953" y="338327"/>
                  </a:lnTo>
                  <a:lnTo>
                    <a:pt x="12953" y="344424"/>
                  </a:lnTo>
                  <a:lnTo>
                    <a:pt x="1841753" y="344424"/>
                  </a:lnTo>
                  <a:lnTo>
                    <a:pt x="1841753" y="338327"/>
                  </a:lnTo>
                  <a:lnTo>
                    <a:pt x="1847850" y="332232"/>
                  </a:lnTo>
                  <a:close/>
                </a:path>
                <a:path w="1854834" h="344804">
                  <a:moveTo>
                    <a:pt x="12953" y="344424"/>
                  </a:moveTo>
                  <a:lnTo>
                    <a:pt x="12953" y="338327"/>
                  </a:lnTo>
                  <a:lnTo>
                    <a:pt x="6857" y="332232"/>
                  </a:lnTo>
                  <a:lnTo>
                    <a:pt x="6857" y="344424"/>
                  </a:lnTo>
                  <a:lnTo>
                    <a:pt x="12953" y="344424"/>
                  </a:lnTo>
                  <a:close/>
                </a:path>
                <a:path w="1854834" h="344804">
                  <a:moveTo>
                    <a:pt x="1847850" y="12954"/>
                  </a:moveTo>
                  <a:lnTo>
                    <a:pt x="1841753" y="6858"/>
                  </a:lnTo>
                  <a:lnTo>
                    <a:pt x="1841753" y="12954"/>
                  </a:lnTo>
                  <a:lnTo>
                    <a:pt x="1847850" y="12954"/>
                  </a:lnTo>
                  <a:close/>
                </a:path>
                <a:path w="1854834" h="344804">
                  <a:moveTo>
                    <a:pt x="1847850" y="332232"/>
                  </a:moveTo>
                  <a:lnTo>
                    <a:pt x="1847850" y="12954"/>
                  </a:lnTo>
                  <a:lnTo>
                    <a:pt x="1841753" y="12954"/>
                  </a:lnTo>
                  <a:lnTo>
                    <a:pt x="1841753" y="332232"/>
                  </a:lnTo>
                  <a:lnTo>
                    <a:pt x="1847850" y="332232"/>
                  </a:lnTo>
                  <a:close/>
                </a:path>
                <a:path w="1854834" h="344804">
                  <a:moveTo>
                    <a:pt x="1847850" y="344424"/>
                  </a:moveTo>
                  <a:lnTo>
                    <a:pt x="1847850" y="332232"/>
                  </a:lnTo>
                  <a:lnTo>
                    <a:pt x="1841753" y="338327"/>
                  </a:lnTo>
                  <a:lnTo>
                    <a:pt x="1841753" y="344424"/>
                  </a:lnTo>
                  <a:lnTo>
                    <a:pt x="1847850" y="3444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559296" y="5596128"/>
              <a:ext cx="1328927" cy="298704"/>
            </a:xfrm>
            <a:prstGeom prst="rect">
              <a:avLst/>
            </a:prstGeom>
          </p:spPr>
        </p:pic>
      </p:grpSp>
      <p:sp>
        <p:nvSpPr>
          <p:cNvPr id="123" name="object 123"/>
          <p:cNvSpPr txBox="1"/>
          <p:nvPr/>
        </p:nvSpPr>
        <p:spPr>
          <a:xfrm>
            <a:off x="6291834" y="5562091"/>
            <a:ext cx="18383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5.5.11</a:t>
            </a:r>
            <a:endParaRPr sz="1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Maintenan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c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e</a:t>
            </a:r>
            <a:r>
              <a:rPr dirty="0" sz="1000" spc="-4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Proce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s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6284976" y="5942076"/>
            <a:ext cx="1851660" cy="379730"/>
            <a:chOff x="6284976" y="5942076"/>
            <a:chExt cx="1851660" cy="379730"/>
          </a:xfrm>
        </p:grpSpPr>
        <p:sp>
          <p:nvSpPr>
            <p:cNvPr id="125" name="object 125"/>
            <p:cNvSpPr/>
            <p:nvPr/>
          </p:nvSpPr>
          <p:spPr>
            <a:xfrm>
              <a:off x="6291834" y="5948934"/>
              <a:ext cx="1838325" cy="367030"/>
            </a:xfrm>
            <a:custGeom>
              <a:avLst/>
              <a:gdLst/>
              <a:ahLst/>
              <a:cxnLst/>
              <a:rect l="l" t="t" r="r" b="b"/>
              <a:pathLst>
                <a:path w="1838325" h="367029">
                  <a:moveTo>
                    <a:pt x="1837944" y="366522"/>
                  </a:moveTo>
                  <a:lnTo>
                    <a:pt x="1837944" y="0"/>
                  </a:lnTo>
                  <a:lnTo>
                    <a:pt x="0" y="0"/>
                  </a:lnTo>
                  <a:lnTo>
                    <a:pt x="0" y="366522"/>
                  </a:lnTo>
                  <a:lnTo>
                    <a:pt x="1837944" y="366522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6284976" y="5942076"/>
              <a:ext cx="1851660" cy="379730"/>
            </a:xfrm>
            <a:custGeom>
              <a:avLst/>
              <a:gdLst/>
              <a:ahLst/>
              <a:cxnLst/>
              <a:rect l="l" t="t" r="r" b="b"/>
              <a:pathLst>
                <a:path w="1851659" h="379729">
                  <a:moveTo>
                    <a:pt x="1851660" y="379476"/>
                  </a:moveTo>
                  <a:lnTo>
                    <a:pt x="1851660" y="0"/>
                  </a:lnTo>
                  <a:lnTo>
                    <a:pt x="0" y="0"/>
                  </a:lnTo>
                  <a:lnTo>
                    <a:pt x="0" y="379476"/>
                  </a:lnTo>
                  <a:lnTo>
                    <a:pt x="6857" y="379476"/>
                  </a:lnTo>
                  <a:lnTo>
                    <a:pt x="6857" y="12953"/>
                  </a:lnTo>
                  <a:lnTo>
                    <a:pt x="12953" y="6858"/>
                  </a:lnTo>
                  <a:lnTo>
                    <a:pt x="12953" y="12953"/>
                  </a:lnTo>
                  <a:lnTo>
                    <a:pt x="1838705" y="12953"/>
                  </a:lnTo>
                  <a:lnTo>
                    <a:pt x="1838705" y="6858"/>
                  </a:lnTo>
                  <a:lnTo>
                    <a:pt x="1844802" y="12953"/>
                  </a:lnTo>
                  <a:lnTo>
                    <a:pt x="1844802" y="379476"/>
                  </a:lnTo>
                  <a:lnTo>
                    <a:pt x="1851660" y="379476"/>
                  </a:lnTo>
                  <a:close/>
                </a:path>
                <a:path w="1851659" h="379729">
                  <a:moveTo>
                    <a:pt x="12953" y="12953"/>
                  </a:moveTo>
                  <a:lnTo>
                    <a:pt x="12953" y="6858"/>
                  </a:lnTo>
                  <a:lnTo>
                    <a:pt x="6857" y="12953"/>
                  </a:lnTo>
                  <a:lnTo>
                    <a:pt x="12953" y="12953"/>
                  </a:lnTo>
                  <a:close/>
                </a:path>
                <a:path w="1851659" h="379729">
                  <a:moveTo>
                    <a:pt x="12953" y="367284"/>
                  </a:moveTo>
                  <a:lnTo>
                    <a:pt x="12953" y="12953"/>
                  </a:lnTo>
                  <a:lnTo>
                    <a:pt x="6857" y="12953"/>
                  </a:lnTo>
                  <a:lnTo>
                    <a:pt x="6857" y="367284"/>
                  </a:lnTo>
                  <a:lnTo>
                    <a:pt x="12953" y="367284"/>
                  </a:lnTo>
                  <a:close/>
                </a:path>
                <a:path w="1851659" h="379729">
                  <a:moveTo>
                    <a:pt x="1844802" y="367284"/>
                  </a:moveTo>
                  <a:lnTo>
                    <a:pt x="6857" y="367284"/>
                  </a:lnTo>
                  <a:lnTo>
                    <a:pt x="12953" y="373380"/>
                  </a:lnTo>
                  <a:lnTo>
                    <a:pt x="12953" y="379476"/>
                  </a:lnTo>
                  <a:lnTo>
                    <a:pt x="1838705" y="379476"/>
                  </a:lnTo>
                  <a:lnTo>
                    <a:pt x="1838705" y="373380"/>
                  </a:lnTo>
                  <a:lnTo>
                    <a:pt x="1844802" y="367284"/>
                  </a:lnTo>
                  <a:close/>
                </a:path>
                <a:path w="1851659" h="379729">
                  <a:moveTo>
                    <a:pt x="12953" y="379476"/>
                  </a:moveTo>
                  <a:lnTo>
                    <a:pt x="12953" y="373380"/>
                  </a:lnTo>
                  <a:lnTo>
                    <a:pt x="6857" y="367284"/>
                  </a:lnTo>
                  <a:lnTo>
                    <a:pt x="6857" y="379476"/>
                  </a:lnTo>
                  <a:lnTo>
                    <a:pt x="12953" y="379476"/>
                  </a:lnTo>
                  <a:close/>
                </a:path>
                <a:path w="1851659" h="379729">
                  <a:moveTo>
                    <a:pt x="1844802" y="12953"/>
                  </a:moveTo>
                  <a:lnTo>
                    <a:pt x="1838705" y="6858"/>
                  </a:lnTo>
                  <a:lnTo>
                    <a:pt x="1838705" y="12953"/>
                  </a:lnTo>
                  <a:lnTo>
                    <a:pt x="1844802" y="12953"/>
                  </a:lnTo>
                  <a:close/>
                </a:path>
                <a:path w="1851659" h="379729">
                  <a:moveTo>
                    <a:pt x="1844802" y="367284"/>
                  </a:moveTo>
                  <a:lnTo>
                    <a:pt x="1844802" y="12953"/>
                  </a:lnTo>
                  <a:lnTo>
                    <a:pt x="1838705" y="12953"/>
                  </a:lnTo>
                  <a:lnTo>
                    <a:pt x="1838705" y="367284"/>
                  </a:lnTo>
                  <a:lnTo>
                    <a:pt x="1844802" y="367284"/>
                  </a:lnTo>
                  <a:close/>
                </a:path>
                <a:path w="1851659" h="379729">
                  <a:moveTo>
                    <a:pt x="1844802" y="379476"/>
                  </a:moveTo>
                  <a:lnTo>
                    <a:pt x="1844802" y="367284"/>
                  </a:lnTo>
                  <a:lnTo>
                    <a:pt x="1838705" y="373380"/>
                  </a:lnTo>
                  <a:lnTo>
                    <a:pt x="1838705" y="379476"/>
                  </a:lnTo>
                  <a:lnTo>
                    <a:pt x="1844802" y="379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681216" y="5998464"/>
              <a:ext cx="1091183" cy="316991"/>
            </a:xfrm>
            <a:prstGeom prst="rect">
              <a:avLst/>
            </a:prstGeom>
          </p:spPr>
        </p:pic>
      </p:grpSp>
      <p:sp>
        <p:nvSpPr>
          <p:cNvPr id="128" name="object 128"/>
          <p:cNvSpPr txBox="1"/>
          <p:nvPr/>
        </p:nvSpPr>
        <p:spPr>
          <a:xfrm>
            <a:off x="6291834" y="5963665"/>
            <a:ext cx="18383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5.5.12</a:t>
            </a:r>
            <a:endParaRPr sz="10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Dispos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a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l</a:t>
            </a:r>
            <a:r>
              <a:rPr dirty="0" sz="1000" spc="-3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Proce</a:t>
            </a: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s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29" name="object 1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283452" y="2662427"/>
            <a:ext cx="1853183" cy="392429"/>
          </a:xfrm>
          <a:prstGeom prst="rect">
            <a:avLst/>
          </a:prstGeom>
        </p:spPr>
      </p:pic>
      <p:sp>
        <p:nvSpPr>
          <p:cNvPr id="130" name="object 130"/>
          <p:cNvSpPr txBox="1"/>
          <p:nvPr/>
        </p:nvSpPr>
        <p:spPr>
          <a:xfrm>
            <a:off x="6314992" y="2690113"/>
            <a:ext cx="17926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5.5.4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 spc="-5" b="1">
                <a:solidFill>
                  <a:srgbClr val="7F7F7F"/>
                </a:solidFill>
                <a:latin typeface="Arial"/>
                <a:cs typeface="Arial"/>
              </a:rPr>
              <a:t>Architectural</a:t>
            </a:r>
            <a:r>
              <a:rPr dirty="0" sz="1000" spc="-4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Design</a:t>
            </a:r>
            <a:r>
              <a:rPr dirty="0" sz="1000" spc="-30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3" name="object 1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dirty="0" spc="-5"/>
              <a:t>121</a:t>
            </a:fld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3522" y="199136"/>
            <a:ext cx="5316220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46885" marR="5080" indent="-1734820">
              <a:lnSpc>
                <a:spcPct val="100000"/>
              </a:lnSpc>
              <a:spcBef>
                <a:spcPts val="100"/>
              </a:spcBef>
            </a:pPr>
            <a:r>
              <a:rPr dirty="0"/>
              <a:t>Standards-based Tool Integration </a:t>
            </a:r>
            <a:r>
              <a:rPr dirty="0" spc="-765"/>
              <a:t> </a:t>
            </a:r>
            <a:r>
              <a:rPr dirty="0" spc="-5"/>
              <a:t>with</a:t>
            </a:r>
            <a:r>
              <a:rPr dirty="0" spc="-20"/>
              <a:t> </a:t>
            </a:r>
            <a:r>
              <a:rPr dirty="0" spc="-5"/>
              <a:t>SysML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175" y="2880360"/>
            <a:ext cx="2550294" cy="21854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69033" y="3890264"/>
            <a:ext cx="38735" cy="1534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>
                <a:solidFill>
                  <a:srgbClr val="010000"/>
                </a:solidFill>
                <a:latin typeface="Times New Roman"/>
                <a:cs typeface="Times New Roman"/>
              </a:rPr>
              <a:t>•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" b="1">
                <a:latin typeface="Times New Roman"/>
                <a:cs typeface="Times New Roman"/>
              </a:rPr>
              <a:t>-</a:t>
            </a:r>
            <a:endParaRPr sz="3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9511" y="3743705"/>
            <a:ext cx="326136" cy="477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77010" y="3890264"/>
            <a:ext cx="9652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" indent="-21590">
              <a:lnSpc>
                <a:spcPct val="100000"/>
              </a:lnSpc>
              <a:spcBef>
                <a:spcPts val="100"/>
              </a:spcBef>
              <a:buSzPct val="66666"/>
              <a:buChar char="•"/>
              <a:tabLst>
                <a:tab pos="34290" algn="l"/>
              </a:tabLst>
            </a:pPr>
            <a:r>
              <a:rPr dirty="0" sz="300">
                <a:solidFill>
                  <a:srgbClr val="0000CC"/>
                </a:solidFill>
                <a:latin typeface="Times New Roman"/>
                <a:cs typeface="Times New Roman"/>
              </a:rPr>
              <a:t>.....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7010" y="3912361"/>
            <a:ext cx="9652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" indent="-21590">
              <a:lnSpc>
                <a:spcPct val="100000"/>
              </a:lnSpc>
              <a:spcBef>
                <a:spcPts val="100"/>
              </a:spcBef>
              <a:buSzPct val="66666"/>
              <a:buChar char="•"/>
              <a:tabLst>
                <a:tab pos="34290" algn="l"/>
              </a:tabLst>
            </a:pPr>
            <a:r>
              <a:rPr dirty="0" sz="300">
                <a:solidFill>
                  <a:srgbClr val="0000CC"/>
                </a:solidFill>
                <a:latin typeface="Times New Roman"/>
                <a:cs typeface="Times New Roman"/>
              </a:rPr>
              <a:t>.....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7010" y="3937507"/>
            <a:ext cx="9652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" indent="-21590">
              <a:lnSpc>
                <a:spcPct val="100000"/>
              </a:lnSpc>
              <a:spcBef>
                <a:spcPts val="100"/>
              </a:spcBef>
              <a:buSzPct val="66666"/>
              <a:buChar char="•"/>
              <a:tabLst>
                <a:tab pos="34290" algn="l"/>
              </a:tabLst>
            </a:pPr>
            <a:r>
              <a:rPr dirty="0" sz="300">
                <a:solidFill>
                  <a:srgbClr val="0000CC"/>
                </a:solidFill>
                <a:latin typeface="Times New Roman"/>
                <a:cs typeface="Times New Roman"/>
              </a:rPr>
              <a:t>.....</a:t>
            </a:r>
            <a:endParaRPr sz="3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58289" y="3135629"/>
            <a:ext cx="685800" cy="710565"/>
            <a:chOff x="1558289" y="3135629"/>
            <a:chExt cx="685800" cy="71056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8289" y="3195828"/>
              <a:ext cx="210312" cy="1028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6252" y="3135629"/>
              <a:ext cx="227837" cy="10439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59102" y="3743706"/>
              <a:ext cx="219456" cy="102107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738622" y="2850641"/>
            <a:ext cx="2794635" cy="2360930"/>
            <a:chOff x="5738622" y="2850641"/>
            <a:chExt cx="2794635" cy="236093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38622" y="2850641"/>
              <a:ext cx="2794190" cy="23606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74864" y="3456431"/>
              <a:ext cx="463295" cy="145084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784592" y="3826001"/>
              <a:ext cx="327025" cy="1057910"/>
            </a:xfrm>
            <a:custGeom>
              <a:avLst/>
              <a:gdLst/>
              <a:ahLst/>
              <a:cxnLst/>
              <a:rect l="l" t="t" r="r" b="b"/>
              <a:pathLst>
                <a:path w="327025" h="1057910">
                  <a:moveTo>
                    <a:pt x="11430" y="3810"/>
                  </a:moveTo>
                  <a:lnTo>
                    <a:pt x="9906" y="0"/>
                  </a:lnTo>
                  <a:lnTo>
                    <a:pt x="0" y="3048"/>
                  </a:lnTo>
                  <a:lnTo>
                    <a:pt x="762" y="6858"/>
                  </a:lnTo>
                  <a:lnTo>
                    <a:pt x="11430" y="3810"/>
                  </a:lnTo>
                  <a:close/>
                </a:path>
                <a:path w="327025" h="1057910">
                  <a:moveTo>
                    <a:pt x="24384" y="47244"/>
                  </a:moveTo>
                  <a:lnTo>
                    <a:pt x="23622" y="43434"/>
                  </a:lnTo>
                  <a:lnTo>
                    <a:pt x="12954" y="46482"/>
                  </a:lnTo>
                  <a:lnTo>
                    <a:pt x="13716" y="50292"/>
                  </a:lnTo>
                  <a:lnTo>
                    <a:pt x="24384" y="47244"/>
                  </a:lnTo>
                  <a:close/>
                </a:path>
                <a:path w="327025" h="1057910">
                  <a:moveTo>
                    <a:pt x="37325" y="91452"/>
                  </a:moveTo>
                  <a:lnTo>
                    <a:pt x="36563" y="87642"/>
                  </a:lnTo>
                  <a:lnTo>
                    <a:pt x="25895" y="90690"/>
                  </a:lnTo>
                  <a:lnTo>
                    <a:pt x="27419" y="94500"/>
                  </a:lnTo>
                  <a:lnTo>
                    <a:pt x="37325" y="91452"/>
                  </a:lnTo>
                  <a:close/>
                </a:path>
                <a:path w="327025" h="1057910">
                  <a:moveTo>
                    <a:pt x="50279" y="134886"/>
                  </a:moveTo>
                  <a:lnTo>
                    <a:pt x="49517" y="131076"/>
                  </a:lnTo>
                  <a:lnTo>
                    <a:pt x="38849" y="134124"/>
                  </a:lnTo>
                  <a:lnTo>
                    <a:pt x="40373" y="137934"/>
                  </a:lnTo>
                  <a:lnTo>
                    <a:pt x="50279" y="134886"/>
                  </a:lnTo>
                  <a:close/>
                </a:path>
                <a:path w="327025" h="1057910">
                  <a:moveTo>
                    <a:pt x="64008" y="178320"/>
                  </a:moveTo>
                  <a:lnTo>
                    <a:pt x="62484" y="175272"/>
                  </a:lnTo>
                  <a:lnTo>
                    <a:pt x="52578" y="178320"/>
                  </a:lnTo>
                  <a:lnTo>
                    <a:pt x="53340" y="182130"/>
                  </a:lnTo>
                  <a:lnTo>
                    <a:pt x="64008" y="178320"/>
                  </a:lnTo>
                  <a:close/>
                </a:path>
                <a:path w="327025" h="1057910">
                  <a:moveTo>
                    <a:pt x="76962" y="222504"/>
                  </a:moveTo>
                  <a:lnTo>
                    <a:pt x="76200" y="218694"/>
                  </a:lnTo>
                  <a:lnTo>
                    <a:pt x="65532" y="221742"/>
                  </a:lnTo>
                  <a:lnTo>
                    <a:pt x="66294" y="225552"/>
                  </a:lnTo>
                  <a:lnTo>
                    <a:pt x="76962" y="222504"/>
                  </a:lnTo>
                  <a:close/>
                </a:path>
                <a:path w="327025" h="1057910">
                  <a:moveTo>
                    <a:pt x="89903" y="265938"/>
                  </a:moveTo>
                  <a:lnTo>
                    <a:pt x="89141" y="262890"/>
                  </a:lnTo>
                  <a:lnTo>
                    <a:pt x="78473" y="265938"/>
                  </a:lnTo>
                  <a:lnTo>
                    <a:pt x="79997" y="269748"/>
                  </a:lnTo>
                  <a:lnTo>
                    <a:pt x="89903" y="265938"/>
                  </a:lnTo>
                  <a:close/>
                </a:path>
                <a:path w="327025" h="1057910">
                  <a:moveTo>
                    <a:pt x="102857" y="310134"/>
                  </a:moveTo>
                  <a:lnTo>
                    <a:pt x="102095" y="306324"/>
                  </a:lnTo>
                  <a:lnTo>
                    <a:pt x="91427" y="309372"/>
                  </a:lnTo>
                  <a:lnTo>
                    <a:pt x="92951" y="313182"/>
                  </a:lnTo>
                  <a:lnTo>
                    <a:pt x="102857" y="310134"/>
                  </a:lnTo>
                  <a:close/>
                </a:path>
                <a:path w="327025" h="1057910">
                  <a:moveTo>
                    <a:pt x="116573" y="353580"/>
                  </a:moveTo>
                  <a:lnTo>
                    <a:pt x="115049" y="350532"/>
                  </a:lnTo>
                  <a:lnTo>
                    <a:pt x="105143" y="353580"/>
                  </a:lnTo>
                  <a:lnTo>
                    <a:pt x="105905" y="356628"/>
                  </a:lnTo>
                  <a:lnTo>
                    <a:pt x="116573" y="353580"/>
                  </a:lnTo>
                  <a:close/>
                </a:path>
                <a:path w="327025" h="1057910">
                  <a:moveTo>
                    <a:pt x="129540" y="397776"/>
                  </a:moveTo>
                  <a:lnTo>
                    <a:pt x="128016" y="393966"/>
                  </a:lnTo>
                  <a:lnTo>
                    <a:pt x="118110" y="397014"/>
                  </a:lnTo>
                  <a:lnTo>
                    <a:pt x="118872" y="400824"/>
                  </a:lnTo>
                  <a:lnTo>
                    <a:pt x="129540" y="397776"/>
                  </a:lnTo>
                  <a:close/>
                </a:path>
                <a:path w="327025" h="1057910">
                  <a:moveTo>
                    <a:pt x="142481" y="441198"/>
                  </a:moveTo>
                  <a:lnTo>
                    <a:pt x="141719" y="437388"/>
                  </a:lnTo>
                  <a:lnTo>
                    <a:pt x="131051" y="441198"/>
                  </a:lnTo>
                  <a:lnTo>
                    <a:pt x="132575" y="444246"/>
                  </a:lnTo>
                  <a:lnTo>
                    <a:pt x="142481" y="441198"/>
                  </a:lnTo>
                  <a:close/>
                </a:path>
                <a:path w="327025" h="1057910">
                  <a:moveTo>
                    <a:pt x="155435" y="485394"/>
                  </a:moveTo>
                  <a:lnTo>
                    <a:pt x="154673" y="481584"/>
                  </a:lnTo>
                  <a:lnTo>
                    <a:pt x="144005" y="484632"/>
                  </a:lnTo>
                  <a:lnTo>
                    <a:pt x="145529" y="488442"/>
                  </a:lnTo>
                  <a:lnTo>
                    <a:pt x="155435" y="485394"/>
                  </a:lnTo>
                  <a:close/>
                </a:path>
                <a:path w="327025" h="1057910">
                  <a:moveTo>
                    <a:pt x="169151" y="528828"/>
                  </a:moveTo>
                  <a:lnTo>
                    <a:pt x="167627" y="525018"/>
                  </a:lnTo>
                  <a:lnTo>
                    <a:pt x="157721" y="528828"/>
                  </a:lnTo>
                  <a:lnTo>
                    <a:pt x="158483" y="531876"/>
                  </a:lnTo>
                  <a:lnTo>
                    <a:pt x="169151" y="528828"/>
                  </a:lnTo>
                  <a:close/>
                </a:path>
                <a:path w="327025" h="1057910">
                  <a:moveTo>
                    <a:pt x="182118" y="573036"/>
                  </a:moveTo>
                  <a:lnTo>
                    <a:pt x="180594" y="569226"/>
                  </a:lnTo>
                  <a:lnTo>
                    <a:pt x="170688" y="572274"/>
                  </a:lnTo>
                  <a:lnTo>
                    <a:pt x="171450" y="576084"/>
                  </a:lnTo>
                  <a:lnTo>
                    <a:pt x="182118" y="573036"/>
                  </a:lnTo>
                  <a:close/>
                </a:path>
                <a:path w="327025" h="1057910">
                  <a:moveTo>
                    <a:pt x="195072" y="616470"/>
                  </a:moveTo>
                  <a:lnTo>
                    <a:pt x="194310" y="612660"/>
                  </a:lnTo>
                  <a:lnTo>
                    <a:pt x="183642" y="615708"/>
                  </a:lnTo>
                  <a:lnTo>
                    <a:pt x="184404" y="619518"/>
                  </a:lnTo>
                  <a:lnTo>
                    <a:pt x="195072" y="616470"/>
                  </a:lnTo>
                  <a:close/>
                </a:path>
                <a:path w="327025" h="1057910">
                  <a:moveTo>
                    <a:pt x="208013" y="660654"/>
                  </a:moveTo>
                  <a:lnTo>
                    <a:pt x="207251" y="656844"/>
                  </a:lnTo>
                  <a:lnTo>
                    <a:pt x="196583" y="659892"/>
                  </a:lnTo>
                  <a:lnTo>
                    <a:pt x="198107" y="663702"/>
                  </a:lnTo>
                  <a:lnTo>
                    <a:pt x="208013" y="660654"/>
                  </a:lnTo>
                  <a:close/>
                </a:path>
                <a:path w="327025" h="1057910">
                  <a:moveTo>
                    <a:pt x="221729" y="704088"/>
                  </a:moveTo>
                  <a:lnTo>
                    <a:pt x="220205" y="700278"/>
                  </a:lnTo>
                  <a:lnTo>
                    <a:pt x="210299" y="703326"/>
                  </a:lnTo>
                  <a:lnTo>
                    <a:pt x="211061" y="707136"/>
                  </a:lnTo>
                  <a:lnTo>
                    <a:pt x="221729" y="704088"/>
                  </a:lnTo>
                  <a:close/>
                </a:path>
                <a:path w="327025" h="1057910">
                  <a:moveTo>
                    <a:pt x="234696" y="748284"/>
                  </a:moveTo>
                  <a:lnTo>
                    <a:pt x="233172" y="744474"/>
                  </a:lnTo>
                  <a:lnTo>
                    <a:pt x="223266" y="747522"/>
                  </a:lnTo>
                  <a:lnTo>
                    <a:pt x="224028" y="751332"/>
                  </a:lnTo>
                  <a:lnTo>
                    <a:pt x="234696" y="748284"/>
                  </a:lnTo>
                  <a:close/>
                </a:path>
                <a:path w="327025" h="1057910">
                  <a:moveTo>
                    <a:pt x="247650" y="791730"/>
                  </a:moveTo>
                  <a:lnTo>
                    <a:pt x="246888" y="787920"/>
                  </a:lnTo>
                  <a:lnTo>
                    <a:pt x="236220" y="790968"/>
                  </a:lnTo>
                  <a:lnTo>
                    <a:pt x="236982" y="794778"/>
                  </a:lnTo>
                  <a:lnTo>
                    <a:pt x="247650" y="791730"/>
                  </a:lnTo>
                  <a:close/>
                </a:path>
                <a:path w="327025" h="1057910">
                  <a:moveTo>
                    <a:pt x="260591" y="835926"/>
                  </a:moveTo>
                  <a:lnTo>
                    <a:pt x="259829" y="832116"/>
                  </a:lnTo>
                  <a:lnTo>
                    <a:pt x="249161" y="835164"/>
                  </a:lnTo>
                  <a:lnTo>
                    <a:pt x="250685" y="838974"/>
                  </a:lnTo>
                  <a:lnTo>
                    <a:pt x="260591" y="835926"/>
                  </a:lnTo>
                  <a:close/>
                </a:path>
                <a:path w="327025" h="1057910">
                  <a:moveTo>
                    <a:pt x="274307" y="879348"/>
                  </a:moveTo>
                  <a:lnTo>
                    <a:pt x="272783" y="875538"/>
                  </a:lnTo>
                  <a:lnTo>
                    <a:pt x="262115" y="878586"/>
                  </a:lnTo>
                  <a:lnTo>
                    <a:pt x="263639" y="882396"/>
                  </a:lnTo>
                  <a:lnTo>
                    <a:pt x="274307" y="879348"/>
                  </a:lnTo>
                  <a:close/>
                </a:path>
                <a:path w="327025" h="1057910">
                  <a:moveTo>
                    <a:pt x="287274" y="922782"/>
                  </a:moveTo>
                  <a:lnTo>
                    <a:pt x="285750" y="919734"/>
                  </a:lnTo>
                  <a:lnTo>
                    <a:pt x="275844" y="922782"/>
                  </a:lnTo>
                  <a:lnTo>
                    <a:pt x="276606" y="926592"/>
                  </a:lnTo>
                  <a:lnTo>
                    <a:pt x="287274" y="922782"/>
                  </a:lnTo>
                  <a:close/>
                </a:path>
                <a:path w="327025" h="1057910">
                  <a:moveTo>
                    <a:pt x="300228" y="966978"/>
                  </a:moveTo>
                  <a:lnTo>
                    <a:pt x="299466" y="963168"/>
                  </a:lnTo>
                  <a:lnTo>
                    <a:pt x="288798" y="966216"/>
                  </a:lnTo>
                  <a:lnTo>
                    <a:pt x="289560" y="970026"/>
                  </a:lnTo>
                  <a:lnTo>
                    <a:pt x="300228" y="966978"/>
                  </a:lnTo>
                  <a:close/>
                </a:path>
                <a:path w="327025" h="1057910">
                  <a:moveTo>
                    <a:pt x="313169" y="1010424"/>
                  </a:moveTo>
                  <a:lnTo>
                    <a:pt x="312407" y="1007376"/>
                  </a:lnTo>
                  <a:lnTo>
                    <a:pt x="301739" y="1010424"/>
                  </a:lnTo>
                  <a:lnTo>
                    <a:pt x="303263" y="1014234"/>
                  </a:lnTo>
                  <a:lnTo>
                    <a:pt x="313169" y="1010424"/>
                  </a:lnTo>
                  <a:close/>
                </a:path>
                <a:path w="327025" h="1057910">
                  <a:moveTo>
                    <a:pt x="326885" y="1054620"/>
                  </a:moveTo>
                  <a:lnTo>
                    <a:pt x="325361" y="1050810"/>
                  </a:lnTo>
                  <a:lnTo>
                    <a:pt x="314693" y="1053858"/>
                  </a:lnTo>
                  <a:lnTo>
                    <a:pt x="316217" y="1057668"/>
                  </a:lnTo>
                  <a:lnTo>
                    <a:pt x="326885" y="1054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13320" y="3429000"/>
              <a:ext cx="269747" cy="359663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520439" y="3195066"/>
            <a:ext cx="1875789" cy="1468755"/>
            <a:chOff x="3520439" y="3195066"/>
            <a:chExt cx="1875789" cy="1468755"/>
          </a:xfrm>
        </p:grpSpPr>
        <p:sp>
          <p:nvSpPr>
            <p:cNvPr id="20" name="object 20"/>
            <p:cNvSpPr/>
            <p:nvPr/>
          </p:nvSpPr>
          <p:spPr>
            <a:xfrm>
              <a:off x="3883913" y="3205733"/>
              <a:ext cx="1504315" cy="746125"/>
            </a:xfrm>
            <a:custGeom>
              <a:avLst/>
              <a:gdLst/>
              <a:ahLst/>
              <a:cxnLst/>
              <a:rect l="l" t="t" r="r" b="b"/>
              <a:pathLst>
                <a:path w="1504314" h="746125">
                  <a:moveTo>
                    <a:pt x="1504187" y="372617"/>
                  </a:moveTo>
                  <a:lnTo>
                    <a:pt x="1058417" y="0"/>
                  </a:lnTo>
                  <a:lnTo>
                    <a:pt x="1058417" y="186690"/>
                  </a:lnTo>
                  <a:lnTo>
                    <a:pt x="0" y="186690"/>
                  </a:lnTo>
                  <a:lnTo>
                    <a:pt x="0" y="559308"/>
                  </a:lnTo>
                  <a:lnTo>
                    <a:pt x="1058417" y="559308"/>
                  </a:lnTo>
                  <a:lnTo>
                    <a:pt x="1058417" y="745998"/>
                  </a:lnTo>
                  <a:lnTo>
                    <a:pt x="1504187" y="372617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879341" y="3195066"/>
              <a:ext cx="1516380" cy="767080"/>
            </a:xfrm>
            <a:custGeom>
              <a:avLst/>
              <a:gdLst/>
              <a:ahLst/>
              <a:cxnLst/>
              <a:rect l="l" t="t" r="r" b="b"/>
              <a:pathLst>
                <a:path w="1516379" h="767079">
                  <a:moveTo>
                    <a:pt x="1062989" y="192023"/>
                  </a:moveTo>
                  <a:lnTo>
                    <a:pt x="0" y="192023"/>
                  </a:lnTo>
                  <a:lnTo>
                    <a:pt x="0" y="574547"/>
                  </a:lnTo>
                  <a:lnTo>
                    <a:pt x="4571" y="574547"/>
                  </a:lnTo>
                  <a:lnTo>
                    <a:pt x="4571" y="201929"/>
                  </a:lnTo>
                  <a:lnTo>
                    <a:pt x="9905" y="197357"/>
                  </a:lnTo>
                  <a:lnTo>
                    <a:pt x="9905" y="201929"/>
                  </a:lnTo>
                  <a:lnTo>
                    <a:pt x="1058417" y="201929"/>
                  </a:lnTo>
                  <a:lnTo>
                    <a:pt x="1058417" y="197357"/>
                  </a:lnTo>
                  <a:lnTo>
                    <a:pt x="1062989" y="192023"/>
                  </a:lnTo>
                  <a:close/>
                </a:path>
                <a:path w="1516379" h="767079">
                  <a:moveTo>
                    <a:pt x="9905" y="201929"/>
                  </a:moveTo>
                  <a:lnTo>
                    <a:pt x="9905" y="197357"/>
                  </a:lnTo>
                  <a:lnTo>
                    <a:pt x="4571" y="201929"/>
                  </a:lnTo>
                  <a:lnTo>
                    <a:pt x="9905" y="201929"/>
                  </a:lnTo>
                  <a:close/>
                </a:path>
                <a:path w="1516379" h="767079">
                  <a:moveTo>
                    <a:pt x="9905" y="565404"/>
                  </a:moveTo>
                  <a:lnTo>
                    <a:pt x="9905" y="201929"/>
                  </a:lnTo>
                  <a:lnTo>
                    <a:pt x="4571" y="201929"/>
                  </a:lnTo>
                  <a:lnTo>
                    <a:pt x="4571" y="565404"/>
                  </a:lnTo>
                  <a:lnTo>
                    <a:pt x="9905" y="565404"/>
                  </a:lnTo>
                  <a:close/>
                </a:path>
                <a:path w="1516379" h="767079">
                  <a:moveTo>
                    <a:pt x="1068323" y="745849"/>
                  </a:moveTo>
                  <a:lnTo>
                    <a:pt x="1068323" y="565403"/>
                  </a:lnTo>
                  <a:lnTo>
                    <a:pt x="4571" y="565404"/>
                  </a:lnTo>
                  <a:lnTo>
                    <a:pt x="9905" y="569976"/>
                  </a:lnTo>
                  <a:lnTo>
                    <a:pt x="9905" y="574547"/>
                  </a:lnTo>
                  <a:lnTo>
                    <a:pt x="1058417" y="574547"/>
                  </a:lnTo>
                  <a:lnTo>
                    <a:pt x="1058417" y="569975"/>
                  </a:lnTo>
                  <a:lnTo>
                    <a:pt x="1062989" y="574547"/>
                  </a:lnTo>
                  <a:lnTo>
                    <a:pt x="1062989" y="750308"/>
                  </a:lnTo>
                  <a:lnTo>
                    <a:pt x="1068323" y="745849"/>
                  </a:lnTo>
                  <a:close/>
                </a:path>
                <a:path w="1516379" h="767079">
                  <a:moveTo>
                    <a:pt x="9905" y="574547"/>
                  </a:moveTo>
                  <a:lnTo>
                    <a:pt x="9905" y="569976"/>
                  </a:lnTo>
                  <a:lnTo>
                    <a:pt x="4571" y="565404"/>
                  </a:lnTo>
                  <a:lnTo>
                    <a:pt x="4571" y="574547"/>
                  </a:lnTo>
                  <a:lnTo>
                    <a:pt x="9905" y="574547"/>
                  </a:lnTo>
                  <a:close/>
                </a:path>
                <a:path w="1516379" h="767079">
                  <a:moveTo>
                    <a:pt x="1516379" y="383285"/>
                  </a:moveTo>
                  <a:lnTo>
                    <a:pt x="1058417" y="0"/>
                  </a:lnTo>
                  <a:lnTo>
                    <a:pt x="1058417" y="192023"/>
                  </a:lnTo>
                  <a:lnTo>
                    <a:pt x="1059941" y="192023"/>
                  </a:lnTo>
                  <a:lnTo>
                    <a:pt x="1059941" y="14477"/>
                  </a:lnTo>
                  <a:lnTo>
                    <a:pt x="1068323" y="10667"/>
                  </a:lnTo>
                  <a:lnTo>
                    <a:pt x="1068323" y="21484"/>
                  </a:lnTo>
                  <a:lnTo>
                    <a:pt x="1501609" y="383666"/>
                  </a:lnTo>
                  <a:lnTo>
                    <a:pt x="1505711" y="380237"/>
                  </a:lnTo>
                  <a:lnTo>
                    <a:pt x="1505711" y="392214"/>
                  </a:lnTo>
                  <a:lnTo>
                    <a:pt x="1516379" y="383285"/>
                  </a:lnTo>
                  <a:close/>
                </a:path>
                <a:path w="1516379" h="767079">
                  <a:moveTo>
                    <a:pt x="1062989" y="201929"/>
                  </a:moveTo>
                  <a:lnTo>
                    <a:pt x="1062989" y="192023"/>
                  </a:lnTo>
                  <a:lnTo>
                    <a:pt x="1058417" y="197357"/>
                  </a:lnTo>
                  <a:lnTo>
                    <a:pt x="1058417" y="201929"/>
                  </a:lnTo>
                  <a:lnTo>
                    <a:pt x="1062989" y="201929"/>
                  </a:lnTo>
                  <a:close/>
                </a:path>
                <a:path w="1516379" h="767079">
                  <a:moveTo>
                    <a:pt x="1062989" y="574547"/>
                  </a:moveTo>
                  <a:lnTo>
                    <a:pt x="1058417" y="569975"/>
                  </a:lnTo>
                  <a:lnTo>
                    <a:pt x="1058417" y="574547"/>
                  </a:lnTo>
                  <a:lnTo>
                    <a:pt x="1062989" y="574547"/>
                  </a:lnTo>
                  <a:close/>
                </a:path>
                <a:path w="1516379" h="767079">
                  <a:moveTo>
                    <a:pt x="1062989" y="750308"/>
                  </a:moveTo>
                  <a:lnTo>
                    <a:pt x="1062989" y="574547"/>
                  </a:lnTo>
                  <a:lnTo>
                    <a:pt x="1058417" y="574547"/>
                  </a:lnTo>
                  <a:lnTo>
                    <a:pt x="1058417" y="766571"/>
                  </a:lnTo>
                  <a:lnTo>
                    <a:pt x="1059941" y="765296"/>
                  </a:lnTo>
                  <a:lnTo>
                    <a:pt x="1059941" y="752855"/>
                  </a:lnTo>
                  <a:lnTo>
                    <a:pt x="1062989" y="750308"/>
                  </a:lnTo>
                  <a:close/>
                </a:path>
                <a:path w="1516379" h="767079">
                  <a:moveTo>
                    <a:pt x="1068323" y="21484"/>
                  </a:moveTo>
                  <a:lnTo>
                    <a:pt x="1068323" y="10667"/>
                  </a:lnTo>
                  <a:lnTo>
                    <a:pt x="1059941" y="14477"/>
                  </a:lnTo>
                  <a:lnTo>
                    <a:pt x="1068323" y="21484"/>
                  </a:lnTo>
                  <a:close/>
                </a:path>
                <a:path w="1516379" h="767079">
                  <a:moveTo>
                    <a:pt x="1068323" y="201929"/>
                  </a:moveTo>
                  <a:lnTo>
                    <a:pt x="1068323" y="21484"/>
                  </a:lnTo>
                  <a:lnTo>
                    <a:pt x="1059941" y="14477"/>
                  </a:lnTo>
                  <a:lnTo>
                    <a:pt x="1059941" y="192023"/>
                  </a:lnTo>
                  <a:lnTo>
                    <a:pt x="1062989" y="192023"/>
                  </a:lnTo>
                  <a:lnTo>
                    <a:pt x="1062989" y="201929"/>
                  </a:lnTo>
                  <a:lnTo>
                    <a:pt x="1068323" y="201929"/>
                  </a:lnTo>
                  <a:close/>
                </a:path>
                <a:path w="1516379" h="767079">
                  <a:moveTo>
                    <a:pt x="1505711" y="392214"/>
                  </a:moveTo>
                  <a:lnTo>
                    <a:pt x="1505711" y="387095"/>
                  </a:lnTo>
                  <a:lnTo>
                    <a:pt x="1501609" y="383666"/>
                  </a:lnTo>
                  <a:lnTo>
                    <a:pt x="1059941" y="752855"/>
                  </a:lnTo>
                  <a:lnTo>
                    <a:pt x="1068323" y="756665"/>
                  </a:lnTo>
                  <a:lnTo>
                    <a:pt x="1068323" y="758281"/>
                  </a:lnTo>
                  <a:lnTo>
                    <a:pt x="1505711" y="392214"/>
                  </a:lnTo>
                  <a:close/>
                </a:path>
                <a:path w="1516379" h="767079">
                  <a:moveTo>
                    <a:pt x="1068323" y="758281"/>
                  </a:moveTo>
                  <a:lnTo>
                    <a:pt x="1068323" y="756665"/>
                  </a:lnTo>
                  <a:lnTo>
                    <a:pt x="1059941" y="752855"/>
                  </a:lnTo>
                  <a:lnTo>
                    <a:pt x="1059941" y="765296"/>
                  </a:lnTo>
                  <a:lnTo>
                    <a:pt x="1068323" y="758281"/>
                  </a:lnTo>
                  <a:close/>
                </a:path>
                <a:path w="1516379" h="767079">
                  <a:moveTo>
                    <a:pt x="1505711" y="387095"/>
                  </a:moveTo>
                  <a:lnTo>
                    <a:pt x="1505711" y="380237"/>
                  </a:lnTo>
                  <a:lnTo>
                    <a:pt x="1501609" y="383666"/>
                  </a:lnTo>
                  <a:lnTo>
                    <a:pt x="1505711" y="387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528047" y="3907535"/>
              <a:ext cx="1841500" cy="746125"/>
            </a:xfrm>
            <a:custGeom>
              <a:avLst/>
              <a:gdLst/>
              <a:ahLst/>
              <a:cxnLst/>
              <a:rect l="l" t="t" r="r" b="b"/>
              <a:pathLst>
                <a:path w="1841500" h="746125">
                  <a:moveTo>
                    <a:pt x="1553718" y="185928"/>
                  </a:moveTo>
                  <a:lnTo>
                    <a:pt x="460248" y="185928"/>
                  </a:lnTo>
                  <a:lnTo>
                    <a:pt x="460248" y="0"/>
                  </a:lnTo>
                  <a:lnTo>
                    <a:pt x="0" y="372618"/>
                  </a:lnTo>
                  <a:lnTo>
                    <a:pt x="460248" y="745998"/>
                  </a:lnTo>
                  <a:lnTo>
                    <a:pt x="460248" y="559308"/>
                  </a:lnTo>
                  <a:lnTo>
                    <a:pt x="1553718" y="559308"/>
                  </a:lnTo>
                  <a:lnTo>
                    <a:pt x="1553718" y="185928"/>
                  </a:lnTo>
                  <a:close/>
                </a:path>
                <a:path w="1841500" h="746125">
                  <a:moveTo>
                    <a:pt x="1725942" y="185928"/>
                  </a:moveTo>
                  <a:lnTo>
                    <a:pt x="1610880" y="185928"/>
                  </a:lnTo>
                  <a:lnTo>
                    <a:pt x="1610880" y="559308"/>
                  </a:lnTo>
                  <a:lnTo>
                    <a:pt x="1725942" y="559308"/>
                  </a:lnTo>
                  <a:lnTo>
                    <a:pt x="1725942" y="185928"/>
                  </a:lnTo>
                  <a:close/>
                </a:path>
                <a:path w="1841500" h="746125">
                  <a:moveTo>
                    <a:pt x="1841004" y="185928"/>
                  </a:moveTo>
                  <a:lnTo>
                    <a:pt x="1783854" y="185928"/>
                  </a:lnTo>
                  <a:lnTo>
                    <a:pt x="1783854" y="559308"/>
                  </a:lnTo>
                  <a:lnTo>
                    <a:pt x="1841004" y="559308"/>
                  </a:lnTo>
                  <a:lnTo>
                    <a:pt x="1841004" y="185928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520427" y="3896867"/>
              <a:ext cx="1854200" cy="767080"/>
            </a:xfrm>
            <a:custGeom>
              <a:avLst/>
              <a:gdLst/>
              <a:ahLst/>
              <a:cxnLst/>
              <a:rect l="l" t="t" r="r" b="b"/>
              <a:pathLst>
                <a:path w="1854200" h="767079">
                  <a:moveTo>
                    <a:pt x="1565910" y="192024"/>
                  </a:moveTo>
                  <a:lnTo>
                    <a:pt x="1556004" y="192024"/>
                  </a:lnTo>
                  <a:lnTo>
                    <a:pt x="1556004" y="201930"/>
                  </a:lnTo>
                  <a:lnTo>
                    <a:pt x="1556004" y="565404"/>
                  </a:lnTo>
                  <a:lnTo>
                    <a:pt x="463296" y="565404"/>
                  </a:lnTo>
                  <a:lnTo>
                    <a:pt x="463296" y="746683"/>
                  </a:lnTo>
                  <a:lnTo>
                    <a:pt x="15367" y="383286"/>
                  </a:lnTo>
                  <a:lnTo>
                    <a:pt x="463296" y="19900"/>
                  </a:lnTo>
                  <a:lnTo>
                    <a:pt x="463296" y="201930"/>
                  </a:lnTo>
                  <a:lnTo>
                    <a:pt x="467868" y="201930"/>
                  </a:lnTo>
                  <a:lnTo>
                    <a:pt x="472440" y="201930"/>
                  </a:lnTo>
                  <a:lnTo>
                    <a:pt x="1556004" y="201930"/>
                  </a:lnTo>
                  <a:lnTo>
                    <a:pt x="1556004" y="192024"/>
                  </a:lnTo>
                  <a:lnTo>
                    <a:pt x="472440" y="192024"/>
                  </a:lnTo>
                  <a:lnTo>
                    <a:pt x="472440" y="0"/>
                  </a:lnTo>
                  <a:lnTo>
                    <a:pt x="0" y="383286"/>
                  </a:lnTo>
                  <a:lnTo>
                    <a:pt x="10668" y="391947"/>
                  </a:lnTo>
                  <a:lnTo>
                    <a:pt x="463296" y="759155"/>
                  </a:lnTo>
                  <a:lnTo>
                    <a:pt x="470916" y="765340"/>
                  </a:lnTo>
                  <a:lnTo>
                    <a:pt x="472440" y="766572"/>
                  </a:lnTo>
                  <a:lnTo>
                    <a:pt x="472440" y="574548"/>
                  </a:lnTo>
                  <a:lnTo>
                    <a:pt x="1556004" y="574548"/>
                  </a:lnTo>
                  <a:lnTo>
                    <a:pt x="1561338" y="574548"/>
                  </a:lnTo>
                  <a:lnTo>
                    <a:pt x="1565910" y="574548"/>
                  </a:lnTo>
                  <a:lnTo>
                    <a:pt x="1565910" y="192024"/>
                  </a:lnTo>
                  <a:close/>
                </a:path>
                <a:path w="1854200" h="767079">
                  <a:moveTo>
                    <a:pt x="1738896" y="192024"/>
                  </a:moveTo>
                  <a:lnTo>
                    <a:pt x="1728990" y="192024"/>
                  </a:lnTo>
                  <a:lnTo>
                    <a:pt x="1728990" y="201930"/>
                  </a:lnTo>
                  <a:lnTo>
                    <a:pt x="1728990" y="565404"/>
                  </a:lnTo>
                  <a:lnTo>
                    <a:pt x="1623072" y="565404"/>
                  </a:lnTo>
                  <a:lnTo>
                    <a:pt x="1623072" y="201930"/>
                  </a:lnTo>
                  <a:lnTo>
                    <a:pt x="1728990" y="201930"/>
                  </a:lnTo>
                  <a:lnTo>
                    <a:pt x="1728990" y="192024"/>
                  </a:lnTo>
                  <a:lnTo>
                    <a:pt x="1613928" y="192024"/>
                  </a:lnTo>
                  <a:lnTo>
                    <a:pt x="1613928" y="574548"/>
                  </a:lnTo>
                  <a:lnTo>
                    <a:pt x="1618500" y="574548"/>
                  </a:lnTo>
                  <a:lnTo>
                    <a:pt x="1623072" y="574548"/>
                  </a:lnTo>
                  <a:lnTo>
                    <a:pt x="1728990" y="574548"/>
                  </a:lnTo>
                  <a:lnTo>
                    <a:pt x="1733562" y="574548"/>
                  </a:lnTo>
                  <a:lnTo>
                    <a:pt x="1738896" y="574548"/>
                  </a:lnTo>
                  <a:lnTo>
                    <a:pt x="1738896" y="192024"/>
                  </a:lnTo>
                  <a:close/>
                </a:path>
                <a:path w="1854200" h="767079">
                  <a:moveTo>
                    <a:pt x="1853958" y="192024"/>
                  </a:moveTo>
                  <a:lnTo>
                    <a:pt x="1844052" y="192024"/>
                  </a:lnTo>
                  <a:lnTo>
                    <a:pt x="1844052" y="201930"/>
                  </a:lnTo>
                  <a:lnTo>
                    <a:pt x="1844052" y="565404"/>
                  </a:lnTo>
                  <a:lnTo>
                    <a:pt x="1796046" y="565404"/>
                  </a:lnTo>
                  <a:lnTo>
                    <a:pt x="1796046" y="201930"/>
                  </a:lnTo>
                  <a:lnTo>
                    <a:pt x="1844052" y="201930"/>
                  </a:lnTo>
                  <a:lnTo>
                    <a:pt x="1844052" y="192024"/>
                  </a:lnTo>
                  <a:lnTo>
                    <a:pt x="1786902" y="192024"/>
                  </a:lnTo>
                  <a:lnTo>
                    <a:pt x="1786902" y="574548"/>
                  </a:lnTo>
                  <a:lnTo>
                    <a:pt x="1791474" y="574548"/>
                  </a:lnTo>
                  <a:lnTo>
                    <a:pt x="1796046" y="574548"/>
                  </a:lnTo>
                  <a:lnTo>
                    <a:pt x="1844052" y="574548"/>
                  </a:lnTo>
                  <a:lnTo>
                    <a:pt x="1848624" y="574548"/>
                  </a:lnTo>
                  <a:lnTo>
                    <a:pt x="1853958" y="574548"/>
                  </a:lnTo>
                  <a:lnTo>
                    <a:pt x="1853958" y="192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3712464" y="3387089"/>
            <a:ext cx="120650" cy="382905"/>
            <a:chOff x="3712464" y="3387089"/>
            <a:chExt cx="120650" cy="382905"/>
          </a:xfrm>
        </p:grpSpPr>
        <p:sp>
          <p:nvSpPr>
            <p:cNvPr id="25" name="object 25"/>
            <p:cNvSpPr/>
            <p:nvPr/>
          </p:nvSpPr>
          <p:spPr>
            <a:xfrm>
              <a:off x="3717036" y="3392423"/>
              <a:ext cx="111760" cy="372745"/>
            </a:xfrm>
            <a:custGeom>
              <a:avLst/>
              <a:gdLst/>
              <a:ahLst/>
              <a:cxnLst/>
              <a:rect l="l" t="t" r="r" b="b"/>
              <a:pathLst>
                <a:path w="111760" h="372745">
                  <a:moveTo>
                    <a:pt x="111251" y="372617"/>
                  </a:moveTo>
                  <a:lnTo>
                    <a:pt x="111251" y="0"/>
                  </a:lnTo>
                  <a:lnTo>
                    <a:pt x="0" y="0"/>
                  </a:lnTo>
                  <a:lnTo>
                    <a:pt x="0" y="372617"/>
                  </a:lnTo>
                  <a:lnTo>
                    <a:pt x="111251" y="372617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712464" y="3387089"/>
              <a:ext cx="120650" cy="382905"/>
            </a:xfrm>
            <a:custGeom>
              <a:avLst/>
              <a:gdLst/>
              <a:ahLst/>
              <a:cxnLst/>
              <a:rect l="l" t="t" r="r" b="b"/>
              <a:pathLst>
                <a:path w="120650" h="382904">
                  <a:moveTo>
                    <a:pt x="120396" y="382523"/>
                  </a:moveTo>
                  <a:lnTo>
                    <a:pt x="120396" y="0"/>
                  </a:lnTo>
                  <a:lnTo>
                    <a:pt x="0" y="0"/>
                  </a:lnTo>
                  <a:lnTo>
                    <a:pt x="0" y="382523"/>
                  </a:lnTo>
                  <a:lnTo>
                    <a:pt x="4572" y="382523"/>
                  </a:lnTo>
                  <a:lnTo>
                    <a:pt x="4572" y="9905"/>
                  </a:lnTo>
                  <a:lnTo>
                    <a:pt x="9144" y="5333"/>
                  </a:lnTo>
                  <a:lnTo>
                    <a:pt x="9144" y="9905"/>
                  </a:lnTo>
                  <a:lnTo>
                    <a:pt x="111252" y="9905"/>
                  </a:lnTo>
                  <a:lnTo>
                    <a:pt x="111252" y="5333"/>
                  </a:lnTo>
                  <a:lnTo>
                    <a:pt x="115824" y="9905"/>
                  </a:lnTo>
                  <a:lnTo>
                    <a:pt x="115824" y="382523"/>
                  </a:lnTo>
                  <a:lnTo>
                    <a:pt x="120396" y="382523"/>
                  </a:lnTo>
                  <a:close/>
                </a:path>
                <a:path w="120650" h="382904">
                  <a:moveTo>
                    <a:pt x="9144" y="9905"/>
                  </a:moveTo>
                  <a:lnTo>
                    <a:pt x="9144" y="5333"/>
                  </a:lnTo>
                  <a:lnTo>
                    <a:pt x="4572" y="9905"/>
                  </a:lnTo>
                  <a:lnTo>
                    <a:pt x="9144" y="9905"/>
                  </a:lnTo>
                  <a:close/>
                </a:path>
                <a:path w="120650" h="382904">
                  <a:moveTo>
                    <a:pt x="9144" y="373379"/>
                  </a:moveTo>
                  <a:lnTo>
                    <a:pt x="9144" y="9905"/>
                  </a:lnTo>
                  <a:lnTo>
                    <a:pt x="4572" y="9905"/>
                  </a:lnTo>
                  <a:lnTo>
                    <a:pt x="4572" y="373379"/>
                  </a:lnTo>
                  <a:lnTo>
                    <a:pt x="9144" y="373379"/>
                  </a:lnTo>
                  <a:close/>
                </a:path>
                <a:path w="120650" h="382904">
                  <a:moveTo>
                    <a:pt x="115824" y="373379"/>
                  </a:moveTo>
                  <a:lnTo>
                    <a:pt x="4572" y="373379"/>
                  </a:lnTo>
                  <a:lnTo>
                    <a:pt x="9144" y="377951"/>
                  </a:lnTo>
                  <a:lnTo>
                    <a:pt x="9144" y="382523"/>
                  </a:lnTo>
                  <a:lnTo>
                    <a:pt x="111252" y="382523"/>
                  </a:lnTo>
                  <a:lnTo>
                    <a:pt x="111252" y="377951"/>
                  </a:lnTo>
                  <a:lnTo>
                    <a:pt x="115824" y="373379"/>
                  </a:lnTo>
                  <a:close/>
                </a:path>
                <a:path w="120650" h="382904">
                  <a:moveTo>
                    <a:pt x="9144" y="382523"/>
                  </a:moveTo>
                  <a:lnTo>
                    <a:pt x="9144" y="377951"/>
                  </a:lnTo>
                  <a:lnTo>
                    <a:pt x="4572" y="373379"/>
                  </a:lnTo>
                  <a:lnTo>
                    <a:pt x="4572" y="382523"/>
                  </a:lnTo>
                  <a:lnTo>
                    <a:pt x="9144" y="382523"/>
                  </a:lnTo>
                  <a:close/>
                </a:path>
                <a:path w="120650" h="382904">
                  <a:moveTo>
                    <a:pt x="115824" y="9905"/>
                  </a:moveTo>
                  <a:lnTo>
                    <a:pt x="111252" y="5333"/>
                  </a:lnTo>
                  <a:lnTo>
                    <a:pt x="111252" y="9905"/>
                  </a:lnTo>
                  <a:lnTo>
                    <a:pt x="115824" y="9905"/>
                  </a:lnTo>
                  <a:close/>
                </a:path>
                <a:path w="120650" h="382904">
                  <a:moveTo>
                    <a:pt x="115824" y="373379"/>
                  </a:moveTo>
                  <a:lnTo>
                    <a:pt x="115824" y="9905"/>
                  </a:lnTo>
                  <a:lnTo>
                    <a:pt x="111252" y="9905"/>
                  </a:lnTo>
                  <a:lnTo>
                    <a:pt x="111252" y="373379"/>
                  </a:lnTo>
                  <a:lnTo>
                    <a:pt x="115824" y="373379"/>
                  </a:lnTo>
                  <a:close/>
                </a:path>
                <a:path w="120650" h="382904">
                  <a:moveTo>
                    <a:pt x="115824" y="382523"/>
                  </a:moveTo>
                  <a:lnTo>
                    <a:pt x="115824" y="373379"/>
                  </a:lnTo>
                  <a:lnTo>
                    <a:pt x="111252" y="377951"/>
                  </a:lnTo>
                  <a:lnTo>
                    <a:pt x="111252" y="382523"/>
                  </a:lnTo>
                  <a:lnTo>
                    <a:pt x="115824" y="382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3600450" y="3387089"/>
            <a:ext cx="66040" cy="382905"/>
            <a:chOff x="3600450" y="3387089"/>
            <a:chExt cx="66040" cy="382905"/>
          </a:xfrm>
        </p:grpSpPr>
        <p:sp>
          <p:nvSpPr>
            <p:cNvPr id="28" name="object 28"/>
            <p:cNvSpPr/>
            <p:nvPr/>
          </p:nvSpPr>
          <p:spPr>
            <a:xfrm>
              <a:off x="3605784" y="3392423"/>
              <a:ext cx="55880" cy="372745"/>
            </a:xfrm>
            <a:custGeom>
              <a:avLst/>
              <a:gdLst/>
              <a:ahLst/>
              <a:cxnLst/>
              <a:rect l="l" t="t" r="r" b="b"/>
              <a:pathLst>
                <a:path w="55879" h="372745">
                  <a:moveTo>
                    <a:pt x="55625" y="372617"/>
                  </a:moveTo>
                  <a:lnTo>
                    <a:pt x="55625" y="0"/>
                  </a:lnTo>
                  <a:lnTo>
                    <a:pt x="0" y="0"/>
                  </a:lnTo>
                  <a:lnTo>
                    <a:pt x="0" y="372617"/>
                  </a:lnTo>
                  <a:lnTo>
                    <a:pt x="55625" y="372617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00450" y="3387089"/>
              <a:ext cx="66040" cy="382905"/>
            </a:xfrm>
            <a:custGeom>
              <a:avLst/>
              <a:gdLst/>
              <a:ahLst/>
              <a:cxnLst/>
              <a:rect l="l" t="t" r="r" b="b"/>
              <a:pathLst>
                <a:path w="66039" h="382904">
                  <a:moveTo>
                    <a:pt x="65532" y="382523"/>
                  </a:moveTo>
                  <a:lnTo>
                    <a:pt x="65532" y="0"/>
                  </a:lnTo>
                  <a:lnTo>
                    <a:pt x="0" y="0"/>
                  </a:lnTo>
                  <a:lnTo>
                    <a:pt x="0" y="382523"/>
                  </a:lnTo>
                  <a:lnTo>
                    <a:pt x="5334" y="382523"/>
                  </a:lnTo>
                  <a:lnTo>
                    <a:pt x="5334" y="9905"/>
                  </a:lnTo>
                  <a:lnTo>
                    <a:pt x="9906" y="5333"/>
                  </a:lnTo>
                  <a:lnTo>
                    <a:pt x="9906" y="9905"/>
                  </a:lnTo>
                  <a:lnTo>
                    <a:pt x="56388" y="9905"/>
                  </a:lnTo>
                  <a:lnTo>
                    <a:pt x="56388" y="5333"/>
                  </a:lnTo>
                  <a:lnTo>
                    <a:pt x="60960" y="9905"/>
                  </a:lnTo>
                  <a:lnTo>
                    <a:pt x="60960" y="382523"/>
                  </a:lnTo>
                  <a:lnTo>
                    <a:pt x="65532" y="382523"/>
                  </a:lnTo>
                  <a:close/>
                </a:path>
                <a:path w="66039" h="382904">
                  <a:moveTo>
                    <a:pt x="9906" y="9905"/>
                  </a:moveTo>
                  <a:lnTo>
                    <a:pt x="9906" y="5333"/>
                  </a:lnTo>
                  <a:lnTo>
                    <a:pt x="5334" y="9905"/>
                  </a:lnTo>
                  <a:lnTo>
                    <a:pt x="9906" y="9905"/>
                  </a:lnTo>
                  <a:close/>
                </a:path>
                <a:path w="66039" h="382904">
                  <a:moveTo>
                    <a:pt x="9906" y="373379"/>
                  </a:moveTo>
                  <a:lnTo>
                    <a:pt x="9906" y="9905"/>
                  </a:lnTo>
                  <a:lnTo>
                    <a:pt x="5334" y="9905"/>
                  </a:lnTo>
                  <a:lnTo>
                    <a:pt x="5334" y="373379"/>
                  </a:lnTo>
                  <a:lnTo>
                    <a:pt x="9906" y="373379"/>
                  </a:lnTo>
                  <a:close/>
                </a:path>
                <a:path w="66039" h="382904">
                  <a:moveTo>
                    <a:pt x="60960" y="373379"/>
                  </a:moveTo>
                  <a:lnTo>
                    <a:pt x="5334" y="373379"/>
                  </a:lnTo>
                  <a:lnTo>
                    <a:pt x="9906" y="377951"/>
                  </a:lnTo>
                  <a:lnTo>
                    <a:pt x="9906" y="382523"/>
                  </a:lnTo>
                  <a:lnTo>
                    <a:pt x="56388" y="382523"/>
                  </a:lnTo>
                  <a:lnTo>
                    <a:pt x="56388" y="377951"/>
                  </a:lnTo>
                  <a:lnTo>
                    <a:pt x="60960" y="373379"/>
                  </a:lnTo>
                  <a:close/>
                </a:path>
                <a:path w="66039" h="382904">
                  <a:moveTo>
                    <a:pt x="9906" y="382523"/>
                  </a:moveTo>
                  <a:lnTo>
                    <a:pt x="9906" y="377951"/>
                  </a:lnTo>
                  <a:lnTo>
                    <a:pt x="5334" y="373379"/>
                  </a:lnTo>
                  <a:lnTo>
                    <a:pt x="5334" y="382523"/>
                  </a:lnTo>
                  <a:lnTo>
                    <a:pt x="9906" y="382523"/>
                  </a:lnTo>
                  <a:close/>
                </a:path>
                <a:path w="66039" h="382904">
                  <a:moveTo>
                    <a:pt x="60960" y="9905"/>
                  </a:moveTo>
                  <a:lnTo>
                    <a:pt x="56388" y="5333"/>
                  </a:lnTo>
                  <a:lnTo>
                    <a:pt x="56388" y="9905"/>
                  </a:lnTo>
                  <a:lnTo>
                    <a:pt x="60960" y="9905"/>
                  </a:lnTo>
                  <a:close/>
                </a:path>
                <a:path w="66039" h="382904">
                  <a:moveTo>
                    <a:pt x="60960" y="373379"/>
                  </a:moveTo>
                  <a:lnTo>
                    <a:pt x="60960" y="9905"/>
                  </a:lnTo>
                  <a:lnTo>
                    <a:pt x="56388" y="9905"/>
                  </a:lnTo>
                  <a:lnTo>
                    <a:pt x="56388" y="373379"/>
                  </a:lnTo>
                  <a:lnTo>
                    <a:pt x="60960" y="373379"/>
                  </a:lnTo>
                  <a:close/>
                </a:path>
                <a:path w="66039" h="382904">
                  <a:moveTo>
                    <a:pt x="60960" y="382523"/>
                  </a:moveTo>
                  <a:lnTo>
                    <a:pt x="60960" y="373379"/>
                  </a:lnTo>
                  <a:lnTo>
                    <a:pt x="56388" y="377951"/>
                  </a:lnTo>
                  <a:lnTo>
                    <a:pt x="56388" y="382523"/>
                  </a:lnTo>
                  <a:lnTo>
                    <a:pt x="60960" y="382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734053" y="4129532"/>
            <a:ext cx="1373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FF"/>
                </a:solidFill>
                <a:latin typeface="Tahoma"/>
                <a:cs typeface="Tahoma"/>
              </a:rPr>
              <a:t>AP233/XMI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dirty="0" spc="-5"/>
              <a:t>121</a:t>
            </a:fld>
          </a:p>
        </p:txBody>
      </p:sp>
      <p:sp>
        <p:nvSpPr>
          <p:cNvPr id="31" name="object 31"/>
          <p:cNvSpPr txBox="1"/>
          <p:nvPr/>
        </p:nvSpPr>
        <p:spPr>
          <a:xfrm>
            <a:off x="3711356" y="2475889"/>
            <a:ext cx="1597025" cy="1251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7305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latin typeface="Tahoma"/>
                <a:cs typeface="Tahoma"/>
              </a:rPr>
              <a:t>Model/Data </a:t>
            </a:r>
            <a:r>
              <a:rPr dirty="0" sz="2000" spc="-575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Interchange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Tahoma"/>
              <a:cs typeface="Tahoma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</a:pPr>
            <a:r>
              <a:rPr dirty="0" sz="1800" spc="-5" b="1">
                <a:solidFill>
                  <a:srgbClr val="FFFFFF"/>
                </a:solidFill>
                <a:latin typeface="Tahoma"/>
                <a:cs typeface="Tahoma"/>
              </a:rPr>
              <a:t>AP233/XMI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8547" y="1866392"/>
            <a:ext cx="233172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94080" marR="5080" indent="-882015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latin typeface="Tahoma"/>
                <a:cs typeface="Tahoma"/>
              </a:rPr>
              <a:t>Systems Modeling </a:t>
            </a:r>
            <a:r>
              <a:rPr dirty="0" sz="2000" spc="-575" b="1">
                <a:latin typeface="Tahoma"/>
                <a:cs typeface="Tahoma"/>
              </a:rPr>
              <a:t> </a:t>
            </a:r>
            <a:r>
              <a:rPr dirty="0" sz="2000" spc="-5" b="1">
                <a:latin typeface="Tahoma"/>
                <a:cs typeface="Tahoma"/>
              </a:rPr>
              <a:t>Tool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07431" y="1942515"/>
            <a:ext cx="234823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36294" marR="5080" indent="-824230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latin typeface="Tahoma"/>
                <a:cs typeface="Tahoma"/>
              </a:rPr>
              <a:t>Other Engineering </a:t>
            </a:r>
            <a:r>
              <a:rPr dirty="0" sz="2000" spc="-575" b="1">
                <a:latin typeface="Tahoma"/>
                <a:cs typeface="Tahoma"/>
              </a:rPr>
              <a:t> </a:t>
            </a:r>
            <a:r>
              <a:rPr dirty="0" sz="2000" spc="-5" b="1">
                <a:latin typeface="Tahoma"/>
                <a:cs typeface="Tahoma"/>
              </a:rPr>
              <a:t>Tools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25422" y="411734"/>
            <a:ext cx="538988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Participating</a:t>
            </a:r>
            <a:r>
              <a:rPr dirty="0" spc="-35"/>
              <a:t> </a:t>
            </a:r>
            <a:r>
              <a:rPr dirty="0"/>
              <a:t>SysML</a:t>
            </a:r>
            <a:r>
              <a:rPr dirty="0" spc="-30"/>
              <a:t> </a:t>
            </a:r>
            <a:r>
              <a:rPr dirty="0"/>
              <a:t>Tool</a:t>
            </a:r>
            <a:r>
              <a:rPr dirty="0" spc="-20"/>
              <a:t> </a:t>
            </a:r>
            <a:r>
              <a:rPr dirty="0"/>
              <a:t>Vendors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301" y="6500929"/>
            <a:ext cx="81470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10">
                <a:latin typeface="Arial MT"/>
                <a:cs typeface="Arial MT"/>
              </a:rPr>
              <a:t>4/15/2008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539" y="6500929"/>
            <a:ext cx="433451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">
                <a:latin typeface="Arial MT"/>
                <a:cs typeface="Arial MT"/>
              </a:rPr>
              <a:t>Copyright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©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2006-2008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by Object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Management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Group.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dirty="0" spc="-5"/>
              <a:t>121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64540" y="1419860"/>
            <a:ext cx="5364480" cy="34639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Artisan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(Studio)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EmbeddedPlus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(SysML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Toolkit)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90"/>
              </a:spcBef>
              <a:tabLst>
                <a:tab pos="755015" algn="l"/>
              </a:tabLst>
            </a:pPr>
            <a:r>
              <a:rPr dirty="0" sz="2000" spc="-5">
                <a:solidFill>
                  <a:srgbClr val="010000"/>
                </a:solidFill>
                <a:latin typeface="Arial MT"/>
                <a:cs typeface="Arial MT"/>
              </a:rPr>
              <a:t>–	</a:t>
            </a:r>
            <a:r>
              <a:rPr dirty="0" sz="2000" spc="-5">
                <a:latin typeface="Arial MT"/>
                <a:cs typeface="Arial MT"/>
              </a:rPr>
              <a:t>3rd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party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IBM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vendor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No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Magic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(Magic Draw)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Sparx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Systems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(Enterprise Architect)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IBM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(Tau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and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Rhapsody)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TopCased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Visio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SysML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template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236982"/>
            <a:ext cx="1433322" cy="895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7" y="300227"/>
            <a:ext cx="1334192" cy="855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48026" y="2981960"/>
            <a:ext cx="364934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Transitioning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SysML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9623" y="332486"/>
            <a:ext cx="4498975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18465" marR="5080" indent="-4064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-50"/>
              <a:t> </a:t>
            </a:r>
            <a:r>
              <a:rPr dirty="0"/>
              <a:t>Process</a:t>
            </a:r>
            <a:r>
              <a:rPr dirty="0" spc="-40"/>
              <a:t> </a:t>
            </a:r>
            <a:r>
              <a:rPr dirty="0"/>
              <a:t>Improvement </a:t>
            </a:r>
            <a:r>
              <a:rPr dirty="0" spc="-76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Transition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SysML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185" y="2979420"/>
            <a:ext cx="6829044" cy="24841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434078" y="2394966"/>
            <a:ext cx="493395" cy="174625"/>
          </a:xfrm>
          <a:custGeom>
            <a:avLst/>
            <a:gdLst/>
            <a:ahLst/>
            <a:cxnLst/>
            <a:rect l="l" t="t" r="r" b="b"/>
            <a:pathLst>
              <a:path w="493395" h="174625">
                <a:moveTo>
                  <a:pt x="145542" y="49530"/>
                </a:moveTo>
                <a:lnTo>
                  <a:pt x="145542" y="41148"/>
                </a:lnTo>
                <a:lnTo>
                  <a:pt x="143256" y="33528"/>
                </a:lnTo>
                <a:lnTo>
                  <a:pt x="139446" y="26669"/>
                </a:lnTo>
                <a:lnTo>
                  <a:pt x="135636" y="19050"/>
                </a:lnTo>
                <a:lnTo>
                  <a:pt x="100583" y="1523"/>
                </a:lnTo>
                <a:lnTo>
                  <a:pt x="0" y="0"/>
                </a:lnTo>
                <a:lnTo>
                  <a:pt x="0" y="171450"/>
                </a:lnTo>
                <a:lnTo>
                  <a:pt x="25146" y="171450"/>
                </a:lnTo>
                <a:lnTo>
                  <a:pt x="25145" y="20573"/>
                </a:lnTo>
                <a:lnTo>
                  <a:pt x="92963" y="20573"/>
                </a:lnTo>
                <a:lnTo>
                  <a:pt x="97535" y="22098"/>
                </a:lnTo>
                <a:lnTo>
                  <a:pt x="103632" y="23621"/>
                </a:lnTo>
                <a:lnTo>
                  <a:pt x="108966" y="26669"/>
                </a:lnTo>
                <a:lnTo>
                  <a:pt x="113538" y="32003"/>
                </a:lnTo>
                <a:lnTo>
                  <a:pt x="117348" y="37337"/>
                </a:lnTo>
                <a:lnTo>
                  <a:pt x="119634" y="43434"/>
                </a:lnTo>
                <a:lnTo>
                  <a:pt x="119634" y="93730"/>
                </a:lnTo>
                <a:lnTo>
                  <a:pt x="120419" y="93428"/>
                </a:lnTo>
                <a:lnTo>
                  <a:pt x="129539" y="86867"/>
                </a:lnTo>
                <a:lnTo>
                  <a:pt x="136540" y="78890"/>
                </a:lnTo>
                <a:lnTo>
                  <a:pt x="141541" y="69913"/>
                </a:lnTo>
                <a:lnTo>
                  <a:pt x="144541" y="60078"/>
                </a:lnTo>
                <a:lnTo>
                  <a:pt x="145542" y="49530"/>
                </a:lnTo>
                <a:close/>
              </a:path>
              <a:path w="493395" h="174625">
                <a:moveTo>
                  <a:pt x="119634" y="93730"/>
                </a:moveTo>
                <a:lnTo>
                  <a:pt x="119634" y="60198"/>
                </a:lnTo>
                <a:lnTo>
                  <a:pt x="115823" y="67818"/>
                </a:lnTo>
                <a:lnTo>
                  <a:pt x="108966" y="73151"/>
                </a:lnTo>
                <a:lnTo>
                  <a:pt x="102965" y="77033"/>
                </a:lnTo>
                <a:lnTo>
                  <a:pt x="95250" y="79629"/>
                </a:lnTo>
                <a:lnTo>
                  <a:pt x="85820" y="81081"/>
                </a:lnTo>
                <a:lnTo>
                  <a:pt x="74676" y="81534"/>
                </a:lnTo>
                <a:lnTo>
                  <a:pt x="25145" y="81534"/>
                </a:lnTo>
                <a:lnTo>
                  <a:pt x="25145" y="102107"/>
                </a:lnTo>
                <a:lnTo>
                  <a:pt x="74676" y="102067"/>
                </a:lnTo>
                <a:lnTo>
                  <a:pt x="92463" y="101119"/>
                </a:lnTo>
                <a:lnTo>
                  <a:pt x="108013" y="98202"/>
                </a:lnTo>
                <a:lnTo>
                  <a:pt x="119634" y="93730"/>
                </a:lnTo>
                <a:close/>
              </a:path>
              <a:path w="493395" h="174625">
                <a:moveTo>
                  <a:pt x="197358" y="171449"/>
                </a:moveTo>
                <a:lnTo>
                  <a:pt x="197358" y="0"/>
                </a:lnTo>
                <a:lnTo>
                  <a:pt x="173736" y="0"/>
                </a:lnTo>
                <a:lnTo>
                  <a:pt x="173736" y="171450"/>
                </a:lnTo>
                <a:lnTo>
                  <a:pt x="197358" y="171449"/>
                </a:lnTo>
                <a:close/>
              </a:path>
              <a:path w="493395" h="174625">
                <a:moveTo>
                  <a:pt x="321564" y="157352"/>
                </a:moveTo>
                <a:lnTo>
                  <a:pt x="321564" y="89915"/>
                </a:lnTo>
                <a:lnTo>
                  <a:pt x="320802" y="92963"/>
                </a:lnTo>
                <a:lnTo>
                  <a:pt x="313515" y="94785"/>
                </a:lnTo>
                <a:lnTo>
                  <a:pt x="304228" y="96678"/>
                </a:lnTo>
                <a:lnTo>
                  <a:pt x="292941" y="98428"/>
                </a:lnTo>
                <a:lnTo>
                  <a:pt x="279654" y="99821"/>
                </a:lnTo>
                <a:lnTo>
                  <a:pt x="270510" y="101346"/>
                </a:lnTo>
                <a:lnTo>
                  <a:pt x="242315" y="109727"/>
                </a:lnTo>
                <a:lnTo>
                  <a:pt x="236982" y="112775"/>
                </a:lnTo>
                <a:lnTo>
                  <a:pt x="233172" y="117347"/>
                </a:lnTo>
                <a:lnTo>
                  <a:pt x="230124" y="121920"/>
                </a:lnTo>
                <a:lnTo>
                  <a:pt x="227076" y="127254"/>
                </a:lnTo>
                <a:lnTo>
                  <a:pt x="225552" y="132588"/>
                </a:lnTo>
                <a:lnTo>
                  <a:pt x="225552" y="138683"/>
                </a:lnTo>
                <a:lnTo>
                  <a:pt x="249936" y="170906"/>
                </a:lnTo>
                <a:lnTo>
                  <a:pt x="249936" y="134874"/>
                </a:lnTo>
                <a:lnTo>
                  <a:pt x="251460" y="131063"/>
                </a:lnTo>
                <a:lnTo>
                  <a:pt x="253746" y="128015"/>
                </a:lnTo>
                <a:lnTo>
                  <a:pt x="255270" y="124967"/>
                </a:lnTo>
                <a:lnTo>
                  <a:pt x="258318" y="122681"/>
                </a:lnTo>
                <a:lnTo>
                  <a:pt x="262890" y="121157"/>
                </a:lnTo>
                <a:lnTo>
                  <a:pt x="266700" y="119633"/>
                </a:lnTo>
                <a:lnTo>
                  <a:pt x="273558" y="118109"/>
                </a:lnTo>
                <a:lnTo>
                  <a:pt x="314015" y="111163"/>
                </a:lnTo>
                <a:lnTo>
                  <a:pt x="320802" y="108965"/>
                </a:lnTo>
                <a:lnTo>
                  <a:pt x="320802" y="157924"/>
                </a:lnTo>
                <a:lnTo>
                  <a:pt x="321564" y="157352"/>
                </a:lnTo>
                <a:close/>
              </a:path>
              <a:path w="493395" h="174625">
                <a:moveTo>
                  <a:pt x="352044" y="171449"/>
                </a:moveTo>
                <a:lnTo>
                  <a:pt x="344554" y="132742"/>
                </a:lnTo>
                <a:lnTo>
                  <a:pt x="344424" y="119633"/>
                </a:lnTo>
                <a:lnTo>
                  <a:pt x="344424" y="75437"/>
                </a:lnTo>
                <a:lnTo>
                  <a:pt x="342138" y="66293"/>
                </a:lnTo>
                <a:lnTo>
                  <a:pt x="339852" y="61721"/>
                </a:lnTo>
                <a:lnTo>
                  <a:pt x="336042" y="57911"/>
                </a:lnTo>
                <a:lnTo>
                  <a:pt x="332994" y="54101"/>
                </a:lnTo>
                <a:lnTo>
                  <a:pt x="288036" y="45018"/>
                </a:lnTo>
                <a:lnTo>
                  <a:pt x="282666" y="45124"/>
                </a:lnTo>
                <a:lnTo>
                  <a:pt x="244602" y="56387"/>
                </a:lnTo>
                <a:lnTo>
                  <a:pt x="229361" y="83057"/>
                </a:lnTo>
                <a:lnTo>
                  <a:pt x="252222" y="85343"/>
                </a:lnTo>
                <a:lnTo>
                  <a:pt x="254508" y="76961"/>
                </a:lnTo>
                <a:lnTo>
                  <a:pt x="258318" y="70865"/>
                </a:lnTo>
                <a:lnTo>
                  <a:pt x="263652" y="67055"/>
                </a:lnTo>
                <a:lnTo>
                  <a:pt x="268986" y="64007"/>
                </a:lnTo>
                <a:lnTo>
                  <a:pt x="277368" y="61721"/>
                </a:lnTo>
                <a:lnTo>
                  <a:pt x="288036" y="61721"/>
                </a:lnTo>
                <a:lnTo>
                  <a:pt x="321564" y="78485"/>
                </a:lnTo>
                <a:lnTo>
                  <a:pt x="321564" y="157352"/>
                </a:lnTo>
                <a:lnTo>
                  <a:pt x="323088" y="156210"/>
                </a:lnTo>
                <a:lnTo>
                  <a:pt x="323850" y="162305"/>
                </a:lnTo>
                <a:lnTo>
                  <a:pt x="325374" y="166877"/>
                </a:lnTo>
                <a:lnTo>
                  <a:pt x="327660" y="171449"/>
                </a:lnTo>
                <a:lnTo>
                  <a:pt x="352044" y="171449"/>
                </a:lnTo>
                <a:close/>
              </a:path>
              <a:path w="493395" h="174625">
                <a:moveTo>
                  <a:pt x="320802" y="157924"/>
                </a:moveTo>
                <a:lnTo>
                  <a:pt x="320802" y="126491"/>
                </a:lnTo>
                <a:lnTo>
                  <a:pt x="320040" y="133349"/>
                </a:lnTo>
                <a:lnTo>
                  <a:pt x="316992" y="137922"/>
                </a:lnTo>
                <a:lnTo>
                  <a:pt x="313944" y="144017"/>
                </a:lnTo>
                <a:lnTo>
                  <a:pt x="308610" y="148590"/>
                </a:lnTo>
                <a:lnTo>
                  <a:pt x="294870" y="156214"/>
                </a:lnTo>
                <a:lnTo>
                  <a:pt x="287274" y="157733"/>
                </a:lnTo>
                <a:lnTo>
                  <a:pt x="268986" y="157733"/>
                </a:lnTo>
                <a:lnTo>
                  <a:pt x="262128" y="156210"/>
                </a:lnTo>
                <a:lnTo>
                  <a:pt x="257556" y="152399"/>
                </a:lnTo>
                <a:lnTo>
                  <a:pt x="252222" y="148590"/>
                </a:lnTo>
                <a:lnTo>
                  <a:pt x="249936" y="144017"/>
                </a:lnTo>
                <a:lnTo>
                  <a:pt x="249936" y="170906"/>
                </a:lnTo>
                <a:lnTo>
                  <a:pt x="252317" y="171831"/>
                </a:lnTo>
                <a:lnTo>
                  <a:pt x="261639" y="173807"/>
                </a:lnTo>
                <a:lnTo>
                  <a:pt x="270510" y="174396"/>
                </a:lnTo>
                <a:lnTo>
                  <a:pt x="277368" y="174274"/>
                </a:lnTo>
                <a:lnTo>
                  <a:pt x="316801" y="160924"/>
                </a:lnTo>
                <a:lnTo>
                  <a:pt x="320802" y="157924"/>
                </a:lnTo>
                <a:close/>
              </a:path>
              <a:path w="493395" h="174625">
                <a:moveTo>
                  <a:pt x="493014" y="171449"/>
                </a:moveTo>
                <a:lnTo>
                  <a:pt x="493014" y="85343"/>
                </a:lnTo>
                <a:lnTo>
                  <a:pt x="492252" y="78485"/>
                </a:lnTo>
                <a:lnTo>
                  <a:pt x="491490" y="74675"/>
                </a:lnTo>
                <a:lnTo>
                  <a:pt x="489966" y="68579"/>
                </a:lnTo>
                <a:lnTo>
                  <a:pt x="487680" y="63245"/>
                </a:lnTo>
                <a:lnTo>
                  <a:pt x="483870" y="59435"/>
                </a:lnTo>
                <a:lnTo>
                  <a:pt x="480822" y="54863"/>
                </a:lnTo>
                <a:lnTo>
                  <a:pt x="475488" y="51053"/>
                </a:lnTo>
                <a:lnTo>
                  <a:pt x="468630" y="48767"/>
                </a:lnTo>
                <a:lnTo>
                  <a:pt x="461772" y="45719"/>
                </a:lnTo>
                <a:lnTo>
                  <a:pt x="454152" y="44957"/>
                </a:lnTo>
                <a:lnTo>
                  <a:pt x="445770" y="44957"/>
                </a:lnTo>
                <a:lnTo>
                  <a:pt x="432327" y="46124"/>
                </a:lnTo>
                <a:lnTo>
                  <a:pt x="420528" y="49720"/>
                </a:lnTo>
                <a:lnTo>
                  <a:pt x="410289" y="55900"/>
                </a:lnTo>
                <a:lnTo>
                  <a:pt x="401574" y="64769"/>
                </a:lnTo>
                <a:lnTo>
                  <a:pt x="401574" y="47243"/>
                </a:lnTo>
                <a:lnTo>
                  <a:pt x="381000" y="47243"/>
                </a:lnTo>
                <a:lnTo>
                  <a:pt x="381000" y="171449"/>
                </a:lnTo>
                <a:lnTo>
                  <a:pt x="403860" y="171449"/>
                </a:lnTo>
                <a:lnTo>
                  <a:pt x="403860" y="103631"/>
                </a:lnTo>
                <a:lnTo>
                  <a:pt x="404574" y="92630"/>
                </a:lnTo>
                <a:lnTo>
                  <a:pt x="433292" y="63055"/>
                </a:lnTo>
                <a:lnTo>
                  <a:pt x="440436" y="62483"/>
                </a:lnTo>
                <a:lnTo>
                  <a:pt x="447294" y="62483"/>
                </a:lnTo>
                <a:lnTo>
                  <a:pt x="466344" y="76961"/>
                </a:lnTo>
                <a:lnTo>
                  <a:pt x="468630" y="80771"/>
                </a:lnTo>
                <a:lnTo>
                  <a:pt x="469392" y="87629"/>
                </a:lnTo>
                <a:lnTo>
                  <a:pt x="469392" y="171449"/>
                </a:lnTo>
                <a:lnTo>
                  <a:pt x="493014" y="1714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9634" y="2682239"/>
            <a:ext cx="1522476" cy="21869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29888" y="6500168"/>
            <a:ext cx="3733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126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14498" y="411734"/>
            <a:ext cx="350774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MBSE</a:t>
            </a:r>
            <a:r>
              <a:rPr dirty="0" spc="-50"/>
              <a:t> </a:t>
            </a:r>
            <a:r>
              <a:rPr dirty="0"/>
              <a:t>Transition</a:t>
            </a:r>
            <a:r>
              <a:rPr dirty="0" spc="-35"/>
              <a:t> </a:t>
            </a:r>
            <a:r>
              <a:rPr dirty="0"/>
              <a:t>Plan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29888" y="6500168"/>
            <a:ext cx="3733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126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986" y="1088389"/>
            <a:ext cx="6464300" cy="52927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2400" spc="-5">
                <a:latin typeface="Arial MT"/>
                <a:cs typeface="Arial MT"/>
              </a:rPr>
              <a:t>MBSE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Scope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2400">
                <a:latin typeface="Arial MT"/>
                <a:cs typeface="Arial MT"/>
              </a:rPr>
              <a:t>MBSE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Responsibilities/Staffing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2400" spc="-5">
                <a:latin typeface="Arial MT"/>
                <a:cs typeface="Arial MT"/>
              </a:rPr>
              <a:t>Process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guidance</a:t>
            </a:r>
            <a:endParaRPr sz="24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580"/>
              </a:spcBef>
              <a:buClr>
                <a:srgbClr val="010000"/>
              </a:buClr>
              <a:buChar char="–"/>
              <a:tabLst>
                <a:tab pos="756285" algn="l"/>
              </a:tabLst>
            </a:pPr>
            <a:r>
              <a:rPr dirty="0" sz="2400" spc="-5">
                <a:latin typeface="Arial MT"/>
                <a:cs typeface="Arial MT"/>
              </a:rPr>
              <a:t>High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level process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flow </a:t>
            </a:r>
            <a:r>
              <a:rPr dirty="0" sz="2400" spc="-5">
                <a:latin typeface="Arial MT"/>
                <a:cs typeface="Arial MT"/>
              </a:rPr>
              <a:t>(capture in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SEMP)</a:t>
            </a:r>
            <a:endParaRPr sz="24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–"/>
              <a:tabLst>
                <a:tab pos="756285" algn="l"/>
              </a:tabLst>
            </a:pPr>
            <a:r>
              <a:rPr dirty="0" sz="2400" spc="-5">
                <a:latin typeface="Arial MT"/>
                <a:cs typeface="Arial MT"/>
              </a:rPr>
              <a:t>Model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artifact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checklist</a:t>
            </a:r>
            <a:endParaRPr sz="24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–"/>
              <a:tabLst>
                <a:tab pos="756285" algn="l"/>
              </a:tabLst>
            </a:pPr>
            <a:r>
              <a:rPr dirty="0" sz="2400">
                <a:latin typeface="Arial MT"/>
                <a:cs typeface="Arial MT"/>
              </a:rPr>
              <a:t>Tool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specific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guidance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5600" algn="l"/>
                <a:tab pos="356235" algn="l"/>
              </a:tabLst>
            </a:pPr>
            <a:r>
              <a:rPr dirty="0" sz="2400" spc="-5">
                <a:latin typeface="Arial MT"/>
                <a:cs typeface="Arial MT"/>
              </a:rPr>
              <a:t>Tool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support</a:t>
            </a:r>
            <a:endParaRPr sz="24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–"/>
              <a:tabLst>
                <a:tab pos="756285" algn="l"/>
              </a:tabLst>
            </a:pPr>
            <a:r>
              <a:rPr dirty="0" sz="2400" spc="-5">
                <a:latin typeface="Arial MT"/>
                <a:cs typeface="Arial MT"/>
              </a:rPr>
              <a:t>Modeling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tool</a:t>
            </a:r>
            <a:endParaRPr sz="24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580"/>
              </a:spcBef>
              <a:buClr>
                <a:srgbClr val="010000"/>
              </a:buClr>
              <a:buChar char="–"/>
              <a:tabLst>
                <a:tab pos="756285" algn="l"/>
              </a:tabLst>
            </a:pPr>
            <a:r>
              <a:rPr dirty="0" sz="2400" spc="-5">
                <a:latin typeface="Arial MT"/>
                <a:cs typeface="Arial MT"/>
              </a:rPr>
              <a:t>Requirements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management</a:t>
            </a:r>
            <a:endParaRPr sz="2400">
              <a:latin typeface="Arial MT"/>
              <a:cs typeface="Arial MT"/>
            </a:endParaRPr>
          </a:p>
          <a:p>
            <a:pPr lvl="1" marL="755650" indent="-286385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–"/>
              <a:tabLst>
                <a:tab pos="756285" algn="l"/>
              </a:tabLst>
            </a:pPr>
            <a:r>
              <a:rPr dirty="0" sz="2400">
                <a:latin typeface="Arial MT"/>
                <a:cs typeface="Arial MT"/>
              </a:rPr>
              <a:t>CM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Training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Schedule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48105" y="1594103"/>
            <a:ext cx="7312659" cy="4359910"/>
            <a:chOff x="848105" y="1594103"/>
            <a:chExt cx="7312659" cy="4359910"/>
          </a:xfrm>
        </p:grpSpPr>
        <p:sp>
          <p:nvSpPr>
            <p:cNvPr id="4" name="object 4"/>
            <p:cNvSpPr/>
            <p:nvPr/>
          </p:nvSpPr>
          <p:spPr>
            <a:xfrm>
              <a:off x="854201" y="2366009"/>
              <a:ext cx="609600" cy="3581400"/>
            </a:xfrm>
            <a:custGeom>
              <a:avLst/>
              <a:gdLst/>
              <a:ahLst/>
              <a:cxnLst/>
              <a:rect l="l" t="t" r="r" b="b"/>
              <a:pathLst>
                <a:path w="609600" h="3581400">
                  <a:moveTo>
                    <a:pt x="609600" y="3581400"/>
                  </a:moveTo>
                  <a:lnTo>
                    <a:pt x="609599" y="0"/>
                  </a:lnTo>
                  <a:lnTo>
                    <a:pt x="0" y="0"/>
                  </a:lnTo>
                  <a:lnTo>
                    <a:pt x="0" y="3581400"/>
                  </a:lnTo>
                  <a:lnTo>
                    <a:pt x="609600" y="35814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48105" y="2359151"/>
              <a:ext cx="622935" cy="3594735"/>
            </a:xfrm>
            <a:custGeom>
              <a:avLst/>
              <a:gdLst/>
              <a:ahLst/>
              <a:cxnLst/>
              <a:rect l="l" t="t" r="r" b="b"/>
              <a:pathLst>
                <a:path w="622935" h="3594735">
                  <a:moveTo>
                    <a:pt x="622554" y="3594354"/>
                  </a:moveTo>
                  <a:lnTo>
                    <a:pt x="622554" y="0"/>
                  </a:lnTo>
                  <a:lnTo>
                    <a:pt x="0" y="0"/>
                  </a:lnTo>
                  <a:lnTo>
                    <a:pt x="0" y="3594354"/>
                  </a:lnTo>
                  <a:lnTo>
                    <a:pt x="6096" y="3594354"/>
                  </a:lnTo>
                  <a:lnTo>
                    <a:pt x="6096" y="12954"/>
                  </a:lnTo>
                  <a:lnTo>
                    <a:pt x="12953" y="6858"/>
                  </a:lnTo>
                  <a:lnTo>
                    <a:pt x="12953" y="12954"/>
                  </a:lnTo>
                  <a:lnTo>
                    <a:pt x="609599" y="12954"/>
                  </a:lnTo>
                  <a:lnTo>
                    <a:pt x="609599" y="6858"/>
                  </a:lnTo>
                  <a:lnTo>
                    <a:pt x="615695" y="12954"/>
                  </a:lnTo>
                  <a:lnTo>
                    <a:pt x="615696" y="3594354"/>
                  </a:lnTo>
                  <a:lnTo>
                    <a:pt x="622554" y="3594354"/>
                  </a:lnTo>
                  <a:close/>
                </a:path>
                <a:path w="622935" h="3594735">
                  <a:moveTo>
                    <a:pt x="12953" y="12954"/>
                  </a:moveTo>
                  <a:lnTo>
                    <a:pt x="12953" y="6858"/>
                  </a:lnTo>
                  <a:lnTo>
                    <a:pt x="6096" y="12954"/>
                  </a:lnTo>
                  <a:lnTo>
                    <a:pt x="12953" y="12954"/>
                  </a:lnTo>
                  <a:close/>
                </a:path>
                <a:path w="622935" h="3594735">
                  <a:moveTo>
                    <a:pt x="12954" y="3581400"/>
                  </a:moveTo>
                  <a:lnTo>
                    <a:pt x="12953" y="12954"/>
                  </a:lnTo>
                  <a:lnTo>
                    <a:pt x="6096" y="12954"/>
                  </a:lnTo>
                  <a:lnTo>
                    <a:pt x="6096" y="3581400"/>
                  </a:lnTo>
                  <a:lnTo>
                    <a:pt x="12954" y="3581400"/>
                  </a:lnTo>
                  <a:close/>
                </a:path>
                <a:path w="622935" h="3594735">
                  <a:moveTo>
                    <a:pt x="615696" y="3581400"/>
                  </a:moveTo>
                  <a:lnTo>
                    <a:pt x="6096" y="3581400"/>
                  </a:lnTo>
                  <a:lnTo>
                    <a:pt x="12954" y="3588258"/>
                  </a:lnTo>
                  <a:lnTo>
                    <a:pt x="12954" y="3594354"/>
                  </a:lnTo>
                  <a:lnTo>
                    <a:pt x="609600" y="3594354"/>
                  </a:lnTo>
                  <a:lnTo>
                    <a:pt x="609600" y="3588258"/>
                  </a:lnTo>
                  <a:lnTo>
                    <a:pt x="615696" y="3581400"/>
                  </a:lnTo>
                  <a:close/>
                </a:path>
                <a:path w="622935" h="3594735">
                  <a:moveTo>
                    <a:pt x="12954" y="3594354"/>
                  </a:moveTo>
                  <a:lnTo>
                    <a:pt x="12954" y="3588258"/>
                  </a:lnTo>
                  <a:lnTo>
                    <a:pt x="6096" y="3581400"/>
                  </a:lnTo>
                  <a:lnTo>
                    <a:pt x="6096" y="3594354"/>
                  </a:lnTo>
                  <a:lnTo>
                    <a:pt x="12954" y="3594354"/>
                  </a:lnTo>
                  <a:close/>
                </a:path>
                <a:path w="622935" h="3594735">
                  <a:moveTo>
                    <a:pt x="615695" y="12954"/>
                  </a:moveTo>
                  <a:lnTo>
                    <a:pt x="609599" y="6858"/>
                  </a:lnTo>
                  <a:lnTo>
                    <a:pt x="609599" y="12954"/>
                  </a:lnTo>
                  <a:lnTo>
                    <a:pt x="615695" y="12954"/>
                  </a:lnTo>
                  <a:close/>
                </a:path>
                <a:path w="622935" h="3594735">
                  <a:moveTo>
                    <a:pt x="615696" y="3581400"/>
                  </a:moveTo>
                  <a:lnTo>
                    <a:pt x="615695" y="12954"/>
                  </a:lnTo>
                  <a:lnTo>
                    <a:pt x="609599" y="12954"/>
                  </a:lnTo>
                  <a:lnTo>
                    <a:pt x="609600" y="3581400"/>
                  </a:lnTo>
                  <a:lnTo>
                    <a:pt x="615696" y="3581400"/>
                  </a:lnTo>
                  <a:close/>
                </a:path>
                <a:path w="622935" h="3594735">
                  <a:moveTo>
                    <a:pt x="615696" y="3594354"/>
                  </a:moveTo>
                  <a:lnTo>
                    <a:pt x="615696" y="3581400"/>
                  </a:lnTo>
                  <a:lnTo>
                    <a:pt x="609600" y="3588258"/>
                  </a:lnTo>
                  <a:lnTo>
                    <a:pt x="609600" y="3594354"/>
                  </a:lnTo>
                  <a:lnTo>
                    <a:pt x="615696" y="3594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59535" y="1600199"/>
              <a:ext cx="7294245" cy="762000"/>
            </a:xfrm>
            <a:custGeom>
              <a:avLst/>
              <a:gdLst/>
              <a:ahLst/>
              <a:cxnLst/>
              <a:rect l="l" t="t" r="r" b="b"/>
              <a:pathLst>
                <a:path w="7294245" h="762000">
                  <a:moveTo>
                    <a:pt x="7293863" y="761999"/>
                  </a:moveTo>
                  <a:lnTo>
                    <a:pt x="7293863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7293863" y="761999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52677" y="1594103"/>
              <a:ext cx="7307580" cy="775335"/>
            </a:xfrm>
            <a:custGeom>
              <a:avLst/>
              <a:gdLst/>
              <a:ahLst/>
              <a:cxnLst/>
              <a:rect l="l" t="t" r="r" b="b"/>
              <a:pathLst>
                <a:path w="7307580" h="775335">
                  <a:moveTo>
                    <a:pt x="7307580" y="774953"/>
                  </a:moveTo>
                  <a:lnTo>
                    <a:pt x="7307580" y="0"/>
                  </a:lnTo>
                  <a:lnTo>
                    <a:pt x="0" y="0"/>
                  </a:lnTo>
                  <a:lnTo>
                    <a:pt x="0" y="774954"/>
                  </a:lnTo>
                  <a:lnTo>
                    <a:pt x="6857" y="774954"/>
                  </a:lnTo>
                  <a:lnTo>
                    <a:pt x="6858" y="12954"/>
                  </a:lnTo>
                  <a:lnTo>
                    <a:pt x="12953" y="6096"/>
                  </a:lnTo>
                  <a:lnTo>
                    <a:pt x="12953" y="12954"/>
                  </a:lnTo>
                  <a:lnTo>
                    <a:pt x="7294626" y="12953"/>
                  </a:lnTo>
                  <a:lnTo>
                    <a:pt x="7294626" y="6095"/>
                  </a:lnTo>
                  <a:lnTo>
                    <a:pt x="7300722" y="12953"/>
                  </a:lnTo>
                  <a:lnTo>
                    <a:pt x="7300722" y="774953"/>
                  </a:lnTo>
                  <a:lnTo>
                    <a:pt x="7307580" y="774953"/>
                  </a:lnTo>
                  <a:close/>
                </a:path>
                <a:path w="7307580" h="775335">
                  <a:moveTo>
                    <a:pt x="12953" y="12954"/>
                  </a:moveTo>
                  <a:lnTo>
                    <a:pt x="12953" y="6096"/>
                  </a:lnTo>
                  <a:lnTo>
                    <a:pt x="6858" y="12954"/>
                  </a:lnTo>
                  <a:lnTo>
                    <a:pt x="12953" y="12954"/>
                  </a:lnTo>
                  <a:close/>
                </a:path>
                <a:path w="7307580" h="775335">
                  <a:moveTo>
                    <a:pt x="12953" y="762000"/>
                  </a:moveTo>
                  <a:lnTo>
                    <a:pt x="12953" y="12954"/>
                  </a:lnTo>
                  <a:lnTo>
                    <a:pt x="6858" y="12954"/>
                  </a:lnTo>
                  <a:lnTo>
                    <a:pt x="6858" y="762000"/>
                  </a:lnTo>
                  <a:lnTo>
                    <a:pt x="12953" y="762000"/>
                  </a:lnTo>
                  <a:close/>
                </a:path>
                <a:path w="7307580" h="775335">
                  <a:moveTo>
                    <a:pt x="7300722" y="762000"/>
                  </a:moveTo>
                  <a:lnTo>
                    <a:pt x="6858" y="762000"/>
                  </a:lnTo>
                  <a:lnTo>
                    <a:pt x="12953" y="768095"/>
                  </a:lnTo>
                  <a:lnTo>
                    <a:pt x="12954" y="774954"/>
                  </a:lnTo>
                  <a:lnTo>
                    <a:pt x="7294626" y="774953"/>
                  </a:lnTo>
                  <a:lnTo>
                    <a:pt x="7294626" y="768095"/>
                  </a:lnTo>
                  <a:lnTo>
                    <a:pt x="7300722" y="762000"/>
                  </a:lnTo>
                  <a:close/>
                </a:path>
                <a:path w="7307580" h="775335">
                  <a:moveTo>
                    <a:pt x="12954" y="774954"/>
                  </a:moveTo>
                  <a:lnTo>
                    <a:pt x="12953" y="768095"/>
                  </a:lnTo>
                  <a:lnTo>
                    <a:pt x="6858" y="762000"/>
                  </a:lnTo>
                  <a:lnTo>
                    <a:pt x="6857" y="774954"/>
                  </a:lnTo>
                  <a:lnTo>
                    <a:pt x="12954" y="774954"/>
                  </a:lnTo>
                  <a:close/>
                </a:path>
                <a:path w="7307580" h="775335">
                  <a:moveTo>
                    <a:pt x="7300722" y="12953"/>
                  </a:moveTo>
                  <a:lnTo>
                    <a:pt x="7294626" y="6095"/>
                  </a:lnTo>
                  <a:lnTo>
                    <a:pt x="7294626" y="12953"/>
                  </a:lnTo>
                  <a:lnTo>
                    <a:pt x="7300722" y="12953"/>
                  </a:lnTo>
                  <a:close/>
                </a:path>
                <a:path w="7307580" h="775335">
                  <a:moveTo>
                    <a:pt x="7300722" y="762000"/>
                  </a:moveTo>
                  <a:lnTo>
                    <a:pt x="7300722" y="12953"/>
                  </a:lnTo>
                  <a:lnTo>
                    <a:pt x="7294626" y="12953"/>
                  </a:lnTo>
                  <a:lnTo>
                    <a:pt x="7294626" y="762000"/>
                  </a:lnTo>
                  <a:lnTo>
                    <a:pt x="7300722" y="762000"/>
                  </a:lnTo>
                  <a:close/>
                </a:path>
                <a:path w="7307580" h="775335">
                  <a:moveTo>
                    <a:pt x="7300722" y="774953"/>
                  </a:moveTo>
                  <a:lnTo>
                    <a:pt x="7300722" y="762000"/>
                  </a:lnTo>
                  <a:lnTo>
                    <a:pt x="7294626" y="768095"/>
                  </a:lnTo>
                  <a:lnTo>
                    <a:pt x="7294626" y="774953"/>
                  </a:lnTo>
                  <a:lnTo>
                    <a:pt x="7300722" y="774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09114" y="58165"/>
            <a:ext cx="4153535" cy="10007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5990" marR="5080" indent="-923925">
              <a:lnSpc>
                <a:spcPct val="100000"/>
              </a:lnSpc>
              <a:spcBef>
                <a:spcPts val="95"/>
              </a:spcBef>
            </a:pPr>
            <a:r>
              <a:rPr dirty="0" sz="3200" spc="-10"/>
              <a:t>Typical Integrated Tool </a:t>
            </a:r>
            <a:r>
              <a:rPr dirty="0" sz="3200" spc="-875"/>
              <a:t> </a:t>
            </a:r>
            <a:r>
              <a:rPr dirty="0" sz="3200" spc="-10"/>
              <a:t>Environment</a:t>
            </a:r>
            <a:endParaRPr sz="3200"/>
          </a:p>
        </p:txBody>
      </p:sp>
      <p:sp>
        <p:nvSpPr>
          <p:cNvPr id="9" name="object 9"/>
          <p:cNvSpPr txBox="1"/>
          <p:nvPr/>
        </p:nvSpPr>
        <p:spPr>
          <a:xfrm>
            <a:off x="3500120" y="1840483"/>
            <a:ext cx="2012314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Project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Management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0110" y="2892551"/>
            <a:ext cx="581025" cy="2746375"/>
          </a:xfrm>
          <a:custGeom>
            <a:avLst/>
            <a:gdLst/>
            <a:ahLst/>
            <a:cxnLst/>
            <a:rect l="l" t="t" r="r" b="b"/>
            <a:pathLst>
              <a:path w="581025" h="2746375">
                <a:moveTo>
                  <a:pt x="580644" y="2746248"/>
                </a:moveTo>
                <a:lnTo>
                  <a:pt x="580644" y="0"/>
                </a:lnTo>
                <a:lnTo>
                  <a:pt x="0" y="0"/>
                </a:lnTo>
                <a:lnTo>
                  <a:pt x="0" y="2746248"/>
                </a:lnTo>
                <a:lnTo>
                  <a:pt x="580644" y="2746248"/>
                </a:lnTo>
                <a:close/>
              </a:path>
            </a:pathLst>
          </a:custGeom>
          <a:solidFill>
            <a:srgbClr val="66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25544" y="2973825"/>
            <a:ext cx="496570" cy="25863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5" b="1">
                <a:latin typeface="Arial"/>
                <a:cs typeface="Arial"/>
              </a:rPr>
              <a:t>CM/DM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5" b="1">
                <a:latin typeface="Arial"/>
                <a:cs typeface="Arial"/>
              </a:rPr>
              <a:t>Product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Data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Management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41703" y="2356104"/>
            <a:ext cx="622935" cy="3594735"/>
            <a:chOff x="1441703" y="2356104"/>
            <a:chExt cx="622935" cy="3594735"/>
          </a:xfrm>
        </p:grpSpPr>
        <p:sp>
          <p:nvSpPr>
            <p:cNvPr id="13" name="object 13"/>
            <p:cNvSpPr/>
            <p:nvPr/>
          </p:nvSpPr>
          <p:spPr>
            <a:xfrm>
              <a:off x="1447799" y="2362200"/>
              <a:ext cx="609600" cy="3581400"/>
            </a:xfrm>
            <a:custGeom>
              <a:avLst/>
              <a:gdLst/>
              <a:ahLst/>
              <a:cxnLst/>
              <a:rect l="l" t="t" r="r" b="b"/>
              <a:pathLst>
                <a:path w="609600" h="3581400">
                  <a:moveTo>
                    <a:pt x="609600" y="35814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581400"/>
                  </a:lnTo>
                  <a:lnTo>
                    <a:pt x="609600" y="35814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41703" y="2356104"/>
              <a:ext cx="622935" cy="3594735"/>
            </a:xfrm>
            <a:custGeom>
              <a:avLst/>
              <a:gdLst/>
              <a:ahLst/>
              <a:cxnLst/>
              <a:rect l="l" t="t" r="r" b="b"/>
              <a:pathLst>
                <a:path w="622935" h="3594735">
                  <a:moveTo>
                    <a:pt x="622554" y="3594354"/>
                  </a:moveTo>
                  <a:lnTo>
                    <a:pt x="622554" y="0"/>
                  </a:lnTo>
                  <a:lnTo>
                    <a:pt x="0" y="0"/>
                  </a:lnTo>
                  <a:lnTo>
                    <a:pt x="0" y="3594354"/>
                  </a:lnTo>
                  <a:lnTo>
                    <a:pt x="6096" y="3594354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5" y="12953"/>
                  </a:lnTo>
                  <a:lnTo>
                    <a:pt x="615696" y="3594354"/>
                  </a:lnTo>
                  <a:lnTo>
                    <a:pt x="622554" y="3594354"/>
                  </a:lnTo>
                  <a:close/>
                </a:path>
                <a:path w="622935" h="3594735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622935" h="3594735">
                  <a:moveTo>
                    <a:pt x="12954" y="3581399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6" y="3581399"/>
                  </a:lnTo>
                  <a:lnTo>
                    <a:pt x="12954" y="3581399"/>
                  </a:lnTo>
                  <a:close/>
                </a:path>
                <a:path w="622935" h="3594735">
                  <a:moveTo>
                    <a:pt x="615696" y="3581399"/>
                  </a:moveTo>
                  <a:lnTo>
                    <a:pt x="6096" y="3581399"/>
                  </a:lnTo>
                  <a:lnTo>
                    <a:pt x="12954" y="3587495"/>
                  </a:lnTo>
                  <a:lnTo>
                    <a:pt x="12954" y="3594354"/>
                  </a:lnTo>
                  <a:lnTo>
                    <a:pt x="609600" y="3594354"/>
                  </a:lnTo>
                  <a:lnTo>
                    <a:pt x="609600" y="3587495"/>
                  </a:lnTo>
                  <a:lnTo>
                    <a:pt x="615696" y="3581399"/>
                  </a:lnTo>
                  <a:close/>
                </a:path>
                <a:path w="622935" h="3594735">
                  <a:moveTo>
                    <a:pt x="12954" y="3594354"/>
                  </a:moveTo>
                  <a:lnTo>
                    <a:pt x="12954" y="3587495"/>
                  </a:lnTo>
                  <a:lnTo>
                    <a:pt x="6096" y="3581399"/>
                  </a:lnTo>
                  <a:lnTo>
                    <a:pt x="6096" y="3594354"/>
                  </a:lnTo>
                  <a:lnTo>
                    <a:pt x="12954" y="3594354"/>
                  </a:lnTo>
                  <a:close/>
                </a:path>
                <a:path w="622935" h="3594735">
                  <a:moveTo>
                    <a:pt x="615695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5" y="12953"/>
                  </a:lnTo>
                  <a:close/>
                </a:path>
                <a:path w="622935" h="3594735">
                  <a:moveTo>
                    <a:pt x="615696" y="3581399"/>
                  </a:moveTo>
                  <a:lnTo>
                    <a:pt x="615695" y="12953"/>
                  </a:lnTo>
                  <a:lnTo>
                    <a:pt x="609600" y="12953"/>
                  </a:lnTo>
                  <a:lnTo>
                    <a:pt x="609600" y="3581399"/>
                  </a:lnTo>
                  <a:lnTo>
                    <a:pt x="615696" y="3581399"/>
                  </a:lnTo>
                  <a:close/>
                </a:path>
                <a:path w="622935" h="3594735">
                  <a:moveTo>
                    <a:pt x="615696" y="3594354"/>
                  </a:moveTo>
                  <a:lnTo>
                    <a:pt x="615696" y="3581399"/>
                  </a:lnTo>
                  <a:lnTo>
                    <a:pt x="609600" y="3587495"/>
                  </a:lnTo>
                  <a:lnTo>
                    <a:pt x="609600" y="3594354"/>
                  </a:lnTo>
                  <a:lnTo>
                    <a:pt x="615696" y="3594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68957" y="2802636"/>
              <a:ext cx="336550" cy="2836545"/>
            </a:xfrm>
            <a:custGeom>
              <a:avLst/>
              <a:gdLst/>
              <a:ahLst/>
              <a:cxnLst/>
              <a:rect l="l" t="t" r="r" b="b"/>
              <a:pathLst>
                <a:path w="336550" h="2836545">
                  <a:moveTo>
                    <a:pt x="336042" y="2836164"/>
                  </a:moveTo>
                  <a:lnTo>
                    <a:pt x="336042" y="0"/>
                  </a:lnTo>
                  <a:lnTo>
                    <a:pt x="0" y="0"/>
                  </a:lnTo>
                  <a:lnTo>
                    <a:pt x="0" y="2836164"/>
                  </a:lnTo>
                  <a:lnTo>
                    <a:pt x="336042" y="2836164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614392" y="2883328"/>
            <a:ext cx="252729" cy="267716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5" b="1">
                <a:latin typeface="Arial"/>
                <a:cs typeface="Arial"/>
              </a:rPr>
              <a:t>Requirements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Management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51304" y="2356104"/>
            <a:ext cx="622935" cy="3594735"/>
            <a:chOff x="2051304" y="2356104"/>
            <a:chExt cx="622935" cy="3594735"/>
          </a:xfrm>
        </p:grpSpPr>
        <p:sp>
          <p:nvSpPr>
            <p:cNvPr id="18" name="object 18"/>
            <p:cNvSpPr/>
            <p:nvPr/>
          </p:nvSpPr>
          <p:spPr>
            <a:xfrm>
              <a:off x="2057400" y="2362200"/>
              <a:ext cx="609600" cy="3581400"/>
            </a:xfrm>
            <a:custGeom>
              <a:avLst/>
              <a:gdLst/>
              <a:ahLst/>
              <a:cxnLst/>
              <a:rect l="l" t="t" r="r" b="b"/>
              <a:pathLst>
                <a:path w="609600" h="3581400">
                  <a:moveTo>
                    <a:pt x="609600" y="35814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581400"/>
                  </a:lnTo>
                  <a:lnTo>
                    <a:pt x="609600" y="35814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051304" y="2356104"/>
              <a:ext cx="622935" cy="3594735"/>
            </a:xfrm>
            <a:custGeom>
              <a:avLst/>
              <a:gdLst/>
              <a:ahLst/>
              <a:cxnLst/>
              <a:rect l="l" t="t" r="r" b="b"/>
              <a:pathLst>
                <a:path w="622935" h="3594735">
                  <a:moveTo>
                    <a:pt x="622554" y="3594354"/>
                  </a:moveTo>
                  <a:lnTo>
                    <a:pt x="622554" y="0"/>
                  </a:lnTo>
                  <a:lnTo>
                    <a:pt x="0" y="0"/>
                  </a:lnTo>
                  <a:lnTo>
                    <a:pt x="0" y="3594354"/>
                  </a:lnTo>
                  <a:lnTo>
                    <a:pt x="6096" y="3594354"/>
                  </a:lnTo>
                  <a:lnTo>
                    <a:pt x="6095" y="12954"/>
                  </a:lnTo>
                  <a:lnTo>
                    <a:pt x="12953" y="6096"/>
                  </a:lnTo>
                  <a:lnTo>
                    <a:pt x="12953" y="12954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5" y="12953"/>
                  </a:lnTo>
                  <a:lnTo>
                    <a:pt x="615696" y="3594354"/>
                  </a:lnTo>
                  <a:lnTo>
                    <a:pt x="622554" y="3594354"/>
                  </a:lnTo>
                  <a:close/>
                </a:path>
                <a:path w="622935" h="3594735">
                  <a:moveTo>
                    <a:pt x="12953" y="12954"/>
                  </a:moveTo>
                  <a:lnTo>
                    <a:pt x="12953" y="6096"/>
                  </a:lnTo>
                  <a:lnTo>
                    <a:pt x="6095" y="12954"/>
                  </a:lnTo>
                  <a:lnTo>
                    <a:pt x="12953" y="12954"/>
                  </a:lnTo>
                  <a:close/>
                </a:path>
                <a:path w="622935" h="3594735">
                  <a:moveTo>
                    <a:pt x="12954" y="3581400"/>
                  </a:moveTo>
                  <a:lnTo>
                    <a:pt x="12953" y="12954"/>
                  </a:lnTo>
                  <a:lnTo>
                    <a:pt x="6095" y="12954"/>
                  </a:lnTo>
                  <a:lnTo>
                    <a:pt x="6096" y="3581400"/>
                  </a:lnTo>
                  <a:lnTo>
                    <a:pt x="12954" y="3581400"/>
                  </a:lnTo>
                  <a:close/>
                </a:path>
                <a:path w="622935" h="3594735">
                  <a:moveTo>
                    <a:pt x="615696" y="3581400"/>
                  </a:moveTo>
                  <a:lnTo>
                    <a:pt x="6096" y="3581400"/>
                  </a:lnTo>
                  <a:lnTo>
                    <a:pt x="12954" y="3587496"/>
                  </a:lnTo>
                  <a:lnTo>
                    <a:pt x="12954" y="3594354"/>
                  </a:lnTo>
                  <a:lnTo>
                    <a:pt x="609600" y="3594354"/>
                  </a:lnTo>
                  <a:lnTo>
                    <a:pt x="609600" y="3587496"/>
                  </a:lnTo>
                  <a:lnTo>
                    <a:pt x="615696" y="3581400"/>
                  </a:lnTo>
                  <a:close/>
                </a:path>
                <a:path w="622935" h="3594735">
                  <a:moveTo>
                    <a:pt x="12954" y="3594354"/>
                  </a:moveTo>
                  <a:lnTo>
                    <a:pt x="12954" y="3587496"/>
                  </a:lnTo>
                  <a:lnTo>
                    <a:pt x="6096" y="3581400"/>
                  </a:lnTo>
                  <a:lnTo>
                    <a:pt x="6096" y="3594354"/>
                  </a:lnTo>
                  <a:lnTo>
                    <a:pt x="12954" y="3594354"/>
                  </a:lnTo>
                  <a:close/>
                </a:path>
                <a:path w="622935" h="3594735">
                  <a:moveTo>
                    <a:pt x="615695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5" y="12953"/>
                  </a:lnTo>
                  <a:close/>
                </a:path>
                <a:path w="622935" h="3594735">
                  <a:moveTo>
                    <a:pt x="615696" y="3581400"/>
                  </a:moveTo>
                  <a:lnTo>
                    <a:pt x="615695" y="12953"/>
                  </a:lnTo>
                  <a:lnTo>
                    <a:pt x="609600" y="12953"/>
                  </a:lnTo>
                  <a:lnTo>
                    <a:pt x="609600" y="3581400"/>
                  </a:lnTo>
                  <a:lnTo>
                    <a:pt x="615696" y="3581400"/>
                  </a:lnTo>
                  <a:close/>
                </a:path>
                <a:path w="622935" h="3594735">
                  <a:moveTo>
                    <a:pt x="615696" y="3594354"/>
                  </a:moveTo>
                  <a:lnTo>
                    <a:pt x="615696" y="3581400"/>
                  </a:lnTo>
                  <a:lnTo>
                    <a:pt x="609600" y="3587496"/>
                  </a:lnTo>
                  <a:lnTo>
                    <a:pt x="609600" y="3594354"/>
                  </a:lnTo>
                  <a:lnTo>
                    <a:pt x="615696" y="3594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33600" y="3037332"/>
              <a:ext cx="337185" cy="2524125"/>
            </a:xfrm>
            <a:custGeom>
              <a:avLst/>
              <a:gdLst/>
              <a:ahLst/>
              <a:cxnLst/>
              <a:rect l="l" t="t" r="r" b="b"/>
              <a:pathLst>
                <a:path w="337185" h="2524125">
                  <a:moveTo>
                    <a:pt x="336804" y="2523743"/>
                  </a:moveTo>
                  <a:lnTo>
                    <a:pt x="336804" y="0"/>
                  </a:lnTo>
                  <a:lnTo>
                    <a:pt x="0" y="0"/>
                  </a:lnTo>
                  <a:lnTo>
                    <a:pt x="0" y="2523743"/>
                  </a:lnTo>
                  <a:lnTo>
                    <a:pt x="336804" y="2523743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179796" y="3140530"/>
            <a:ext cx="252729" cy="2341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5" b="1">
                <a:latin typeface="Arial"/>
                <a:cs typeface="Arial"/>
              </a:rPr>
              <a:t>Verification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&amp;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5" b="1">
                <a:latin typeface="Arial"/>
                <a:cs typeface="Arial"/>
              </a:rPr>
              <a:t>Validation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928104" y="2356104"/>
            <a:ext cx="622935" cy="3594735"/>
            <a:chOff x="6928104" y="2356104"/>
            <a:chExt cx="622935" cy="3594735"/>
          </a:xfrm>
        </p:grpSpPr>
        <p:sp>
          <p:nvSpPr>
            <p:cNvPr id="23" name="object 23"/>
            <p:cNvSpPr/>
            <p:nvPr/>
          </p:nvSpPr>
          <p:spPr>
            <a:xfrm>
              <a:off x="6934200" y="2362200"/>
              <a:ext cx="609600" cy="3581400"/>
            </a:xfrm>
            <a:custGeom>
              <a:avLst/>
              <a:gdLst/>
              <a:ahLst/>
              <a:cxnLst/>
              <a:rect l="l" t="t" r="r" b="b"/>
              <a:pathLst>
                <a:path w="609600" h="3581400">
                  <a:moveTo>
                    <a:pt x="609600" y="3581399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581399"/>
                  </a:lnTo>
                  <a:lnTo>
                    <a:pt x="609600" y="3581399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928104" y="2356104"/>
              <a:ext cx="622935" cy="3594735"/>
            </a:xfrm>
            <a:custGeom>
              <a:avLst/>
              <a:gdLst/>
              <a:ahLst/>
              <a:cxnLst/>
              <a:rect l="l" t="t" r="r" b="b"/>
              <a:pathLst>
                <a:path w="622934" h="3594735">
                  <a:moveTo>
                    <a:pt x="622553" y="3594354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3594354"/>
                  </a:lnTo>
                  <a:lnTo>
                    <a:pt x="6096" y="3594354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6" y="12953"/>
                  </a:lnTo>
                  <a:lnTo>
                    <a:pt x="615696" y="3594354"/>
                  </a:lnTo>
                  <a:lnTo>
                    <a:pt x="622553" y="3594354"/>
                  </a:lnTo>
                  <a:close/>
                </a:path>
                <a:path w="622934" h="3594735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622934" h="3594735">
                  <a:moveTo>
                    <a:pt x="12953" y="3581399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581399"/>
                  </a:lnTo>
                  <a:lnTo>
                    <a:pt x="12953" y="3581399"/>
                  </a:lnTo>
                  <a:close/>
                </a:path>
                <a:path w="622934" h="3594735">
                  <a:moveTo>
                    <a:pt x="615696" y="3581399"/>
                  </a:moveTo>
                  <a:lnTo>
                    <a:pt x="6096" y="3581399"/>
                  </a:lnTo>
                  <a:lnTo>
                    <a:pt x="12953" y="3587495"/>
                  </a:lnTo>
                  <a:lnTo>
                    <a:pt x="12953" y="3594354"/>
                  </a:lnTo>
                  <a:lnTo>
                    <a:pt x="609600" y="3594354"/>
                  </a:lnTo>
                  <a:lnTo>
                    <a:pt x="609600" y="3587495"/>
                  </a:lnTo>
                  <a:lnTo>
                    <a:pt x="615696" y="3581399"/>
                  </a:lnTo>
                  <a:close/>
                </a:path>
                <a:path w="622934" h="3594735">
                  <a:moveTo>
                    <a:pt x="12953" y="3594354"/>
                  </a:moveTo>
                  <a:lnTo>
                    <a:pt x="12953" y="3587495"/>
                  </a:lnTo>
                  <a:lnTo>
                    <a:pt x="6096" y="3581399"/>
                  </a:lnTo>
                  <a:lnTo>
                    <a:pt x="6096" y="3594354"/>
                  </a:lnTo>
                  <a:lnTo>
                    <a:pt x="12953" y="3594354"/>
                  </a:lnTo>
                  <a:close/>
                </a:path>
                <a:path w="622934" h="3594735">
                  <a:moveTo>
                    <a:pt x="615696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6" y="12953"/>
                  </a:lnTo>
                  <a:close/>
                </a:path>
                <a:path w="622934" h="3594735">
                  <a:moveTo>
                    <a:pt x="615696" y="3581399"/>
                  </a:moveTo>
                  <a:lnTo>
                    <a:pt x="615696" y="12953"/>
                  </a:lnTo>
                  <a:lnTo>
                    <a:pt x="609600" y="12953"/>
                  </a:lnTo>
                  <a:lnTo>
                    <a:pt x="609600" y="3581399"/>
                  </a:lnTo>
                  <a:lnTo>
                    <a:pt x="615696" y="3581399"/>
                  </a:lnTo>
                  <a:close/>
                </a:path>
                <a:path w="622934" h="3594735">
                  <a:moveTo>
                    <a:pt x="615696" y="3594354"/>
                  </a:moveTo>
                  <a:lnTo>
                    <a:pt x="615696" y="3581399"/>
                  </a:lnTo>
                  <a:lnTo>
                    <a:pt x="609600" y="3587495"/>
                  </a:lnTo>
                  <a:lnTo>
                    <a:pt x="609600" y="3594354"/>
                  </a:lnTo>
                  <a:lnTo>
                    <a:pt x="615696" y="3594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055358" y="2911602"/>
              <a:ext cx="336550" cy="2727325"/>
            </a:xfrm>
            <a:custGeom>
              <a:avLst/>
              <a:gdLst/>
              <a:ahLst/>
              <a:cxnLst/>
              <a:rect l="l" t="t" r="r" b="b"/>
              <a:pathLst>
                <a:path w="336550" h="2727325">
                  <a:moveTo>
                    <a:pt x="336042" y="2727198"/>
                  </a:moveTo>
                  <a:lnTo>
                    <a:pt x="336042" y="0"/>
                  </a:lnTo>
                  <a:lnTo>
                    <a:pt x="0" y="0"/>
                  </a:lnTo>
                  <a:lnTo>
                    <a:pt x="0" y="2727198"/>
                  </a:lnTo>
                  <a:lnTo>
                    <a:pt x="336042" y="2727198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7100792" y="2996652"/>
            <a:ext cx="252729" cy="25634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5" b="1">
                <a:latin typeface="Arial"/>
                <a:cs typeface="Arial"/>
              </a:rPr>
              <a:t>Simulation </a:t>
            </a:r>
            <a:r>
              <a:rPr dirty="0" sz="1600" b="1">
                <a:latin typeface="Arial"/>
                <a:cs typeface="Arial"/>
              </a:rPr>
              <a:t>&amp;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Visualization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660904" y="2356104"/>
            <a:ext cx="4280535" cy="1156335"/>
            <a:chOff x="2660904" y="2356104"/>
            <a:chExt cx="4280535" cy="1156335"/>
          </a:xfrm>
        </p:grpSpPr>
        <p:sp>
          <p:nvSpPr>
            <p:cNvPr id="28" name="object 28"/>
            <p:cNvSpPr/>
            <p:nvPr/>
          </p:nvSpPr>
          <p:spPr>
            <a:xfrm>
              <a:off x="2667000" y="2362200"/>
              <a:ext cx="4267200" cy="1143000"/>
            </a:xfrm>
            <a:custGeom>
              <a:avLst/>
              <a:gdLst/>
              <a:ahLst/>
              <a:cxnLst/>
              <a:rect l="l" t="t" r="r" b="b"/>
              <a:pathLst>
                <a:path w="4267200" h="1143000">
                  <a:moveTo>
                    <a:pt x="4267200" y="1142999"/>
                  </a:moveTo>
                  <a:lnTo>
                    <a:pt x="4267200" y="0"/>
                  </a:lnTo>
                  <a:lnTo>
                    <a:pt x="0" y="0"/>
                  </a:lnTo>
                  <a:lnTo>
                    <a:pt x="0" y="1143000"/>
                  </a:lnTo>
                  <a:lnTo>
                    <a:pt x="4267200" y="1142999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660904" y="2356104"/>
              <a:ext cx="4280535" cy="1156335"/>
            </a:xfrm>
            <a:custGeom>
              <a:avLst/>
              <a:gdLst/>
              <a:ahLst/>
              <a:cxnLst/>
              <a:rect l="l" t="t" r="r" b="b"/>
              <a:pathLst>
                <a:path w="4280534" h="1156335">
                  <a:moveTo>
                    <a:pt x="4280154" y="1155953"/>
                  </a:moveTo>
                  <a:lnTo>
                    <a:pt x="4280154" y="0"/>
                  </a:lnTo>
                  <a:lnTo>
                    <a:pt x="0" y="0"/>
                  </a:lnTo>
                  <a:lnTo>
                    <a:pt x="0" y="1155954"/>
                  </a:lnTo>
                  <a:lnTo>
                    <a:pt x="6096" y="1155954"/>
                  </a:lnTo>
                  <a:lnTo>
                    <a:pt x="6095" y="12953"/>
                  </a:lnTo>
                  <a:lnTo>
                    <a:pt x="12953" y="6096"/>
                  </a:lnTo>
                  <a:lnTo>
                    <a:pt x="12953" y="12953"/>
                  </a:lnTo>
                  <a:lnTo>
                    <a:pt x="4267200" y="12953"/>
                  </a:lnTo>
                  <a:lnTo>
                    <a:pt x="4267200" y="6095"/>
                  </a:lnTo>
                  <a:lnTo>
                    <a:pt x="4273296" y="12953"/>
                  </a:lnTo>
                  <a:lnTo>
                    <a:pt x="4273296" y="1155953"/>
                  </a:lnTo>
                  <a:lnTo>
                    <a:pt x="4280154" y="1155953"/>
                  </a:lnTo>
                  <a:close/>
                </a:path>
                <a:path w="4280534" h="1156335">
                  <a:moveTo>
                    <a:pt x="12953" y="12953"/>
                  </a:moveTo>
                  <a:lnTo>
                    <a:pt x="12953" y="6096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4280534" h="1156335">
                  <a:moveTo>
                    <a:pt x="12953" y="1143000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6" y="1143000"/>
                  </a:lnTo>
                  <a:lnTo>
                    <a:pt x="12953" y="1143000"/>
                  </a:lnTo>
                  <a:close/>
                </a:path>
                <a:path w="4280534" h="1156335">
                  <a:moveTo>
                    <a:pt x="4273296" y="1142999"/>
                  </a:moveTo>
                  <a:lnTo>
                    <a:pt x="6096" y="1143000"/>
                  </a:lnTo>
                  <a:lnTo>
                    <a:pt x="12953" y="1149096"/>
                  </a:lnTo>
                  <a:lnTo>
                    <a:pt x="12953" y="1155954"/>
                  </a:lnTo>
                  <a:lnTo>
                    <a:pt x="4267200" y="1155953"/>
                  </a:lnTo>
                  <a:lnTo>
                    <a:pt x="4267200" y="1149095"/>
                  </a:lnTo>
                  <a:lnTo>
                    <a:pt x="4273296" y="1142999"/>
                  </a:lnTo>
                  <a:close/>
                </a:path>
                <a:path w="4280534" h="1156335">
                  <a:moveTo>
                    <a:pt x="12953" y="1155954"/>
                  </a:moveTo>
                  <a:lnTo>
                    <a:pt x="12953" y="1149096"/>
                  </a:lnTo>
                  <a:lnTo>
                    <a:pt x="6096" y="1143000"/>
                  </a:lnTo>
                  <a:lnTo>
                    <a:pt x="6096" y="1155954"/>
                  </a:lnTo>
                  <a:lnTo>
                    <a:pt x="12953" y="1155954"/>
                  </a:lnTo>
                  <a:close/>
                </a:path>
                <a:path w="4280534" h="1156335">
                  <a:moveTo>
                    <a:pt x="4273296" y="12953"/>
                  </a:moveTo>
                  <a:lnTo>
                    <a:pt x="4267200" y="6095"/>
                  </a:lnTo>
                  <a:lnTo>
                    <a:pt x="4267200" y="12953"/>
                  </a:lnTo>
                  <a:lnTo>
                    <a:pt x="4273296" y="12953"/>
                  </a:lnTo>
                  <a:close/>
                </a:path>
                <a:path w="4280534" h="1156335">
                  <a:moveTo>
                    <a:pt x="4273296" y="1142999"/>
                  </a:moveTo>
                  <a:lnTo>
                    <a:pt x="4273296" y="12953"/>
                  </a:lnTo>
                  <a:lnTo>
                    <a:pt x="4267200" y="12953"/>
                  </a:lnTo>
                  <a:lnTo>
                    <a:pt x="4267200" y="1142999"/>
                  </a:lnTo>
                  <a:lnTo>
                    <a:pt x="4273296" y="1142999"/>
                  </a:lnTo>
                  <a:close/>
                </a:path>
                <a:path w="4280534" h="1156335">
                  <a:moveTo>
                    <a:pt x="4273296" y="1155953"/>
                  </a:moveTo>
                  <a:lnTo>
                    <a:pt x="4273296" y="1142999"/>
                  </a:lnTo>
                  <a:lnTo>
                    <a:pt x="4267200" y="1149095"/>
                  </a:lnTo>
                  <a:lnTo>
                    <a:pt x="4267200" y="1155953"/>
                  </a:lnTo>
                  <a:lnTo>
                    <a:pt x="4273296" y="11559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2757170" y="2792983"/>
            <a:ext cx="4084954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SoS/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DoDAF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 </a:t>
            </a:r>
            <a:r>
              <a:rPr dirty="0" sz="1600" spc="-5" b="1">
                <a:latin typeface="Arial"/>
                <a:cs typeface="Arial"/>
              </a:rPr>
              <a:t>Business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Process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Modeling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660904" y="3499103"/>
            <a:ext cx="4280535" cy="1232535"/>
            <a:chOff x="2660904" y="3499103"/>
            <a:chExt cx="4280535" cy="1232535"/>
          </a:xfrm>
        </p:grpSpPr>
        <p:sp>
          <p:nvSpPr>
            <p:cNvPr id="32" name="object 32"/>
            <p:cNvSpPr/>
            <p:nvPr/>
          </p:nvSpPr>
          <p:spPr>
            <a:xfrm>
              <a:off x="2667000" y="3505199"/>
              <a:ext cx="4267200" cy="1219200"/>
            </a:xfrm>
            <a:custGeom>
              <a:avLst/>
              <a:gdLst/>
              <a:ahLst/>
              <a:cxnLst/>
              <a:rect l="l" t="t" r="r" b="b"/>
              <a:pathLst>
                <a:path w="4267200" h="1219200">
                  <a:moveTo>
                    <a:pt x="4267200" y="1219200"/>
                  </a:moveTo>
                  <a:lnTo>
                    <a:pt x="4267200" y="0"/>
                  </a:lnTo>
                  <a:lnTo>
                    <a:pt x="0" y="0"/>
                  </a:lnTo>
                  <a:lnTo>
                    <a:pt x="0" y="1219200"/>
                  </a:lnTo>
                  <a:lnTo>
                    <a:pt x="4267200" y="12192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660904" y="3499103"/>
              <a:ext cx="4280535" cy="1232535"/>
            </a:xfrm>
            <a:custGeom>
              <a:avLst/>
              <a:gdLst/>
              <a:ahLst/>
              <a:cxnLst/>
              <a:rect l="l" t="t" r="r" b="b"/>
              <a:pathLst>
                <a:path w="4280534" h="1232535">
                  <a:moveTo>
                    <a:pt x="4280154" y="1232153"/>
                  </a:moveTo>
                  <a:lnTo>
                    <a:pt x="4280154" y="0"/>
                  </a:lnTo>
                  <a:lnTo>
                    <a:pt x="0" y="0"/>
                  </a:lnTo>
                  <a:lnTo>
                    <a:pt x="0" y="1232154"/>
                  </a:lnTo>
                  <a:lnTo>
                    <a:pt x="6096" y="1232154"/>
                  </a:lnTo>
                  <a:lnTo>
                    <a:pt x="6096" y="12954"/>
                  </a:lnTo>
                  <a:lnTo>
                    <a:pt x="12953" y="6096"/>
                  </a:lnTo>
                  <a:lnTo>
                    <a:pt x="12953" y="12954"/>
                  </a:lnTo>
                  <a:lnTo>
                    <a:pt x="4267200" y="12953"/>
                  </a:lnTo>
                  <a:lnTo>
                    <a:pt x="4267200" y="6095"/>
                  </a:lnTo>
                  <a:lnTo>
                    <a:pt x="4273296" y="12953"/>
                  </a:lnTo>
                  <a:lnTo>
                    <a:pt x="4273296" y="1232153"/>
                  </a:lnTo>
                  <a:lnTo>
                    <a:pt x="4280154" y="1232153"/>
                  </a:lnTo>
                  <a:close/>
                </a:path>
                <a:path w="4280534" h="1232535">
                  <a:moveTo>
                    <a:pt x="12953" y="12954"/>
                  </a:moveTo>
                  <a:lnTo>
                    <a:pt x="12953" y="6096"/>
                  </a:lnTo>
                  <a:lnTo>
                    <a:pt x="6096" y="12954"/>
                  </a:lnTo>
                  <a:lnTo>
                    <a:pt x="12953" y="12954"/>
                  </a:lnTo>
                  <a:close/>
                </a:path>
                <a:path w="4280534" h="1232535">
                  <a:moveTo>
                    <a:pt x="12953" y="1219200"/>
                  </a:moveTo>
                  <a:lnTo>
                    <a:pt x="12953" y="12954"/>
                  </a:lnTo>
                  <a:lnTo>
                    <a:pt x="6096" y="12954"/>
                  </a:lnTo>
                  <a:lnTo>
                    <a:pt x="6096" y="1219200"/>
                  </a:lnTo>
                  <a:lnTo>
                    <a:pt x="12953" y="1219200"/>
                  </a:lnTo>
                  <a:close/>
                </a:path>
                <a:path w="4280534" h="1232535">
                  <a:moveTo>
                    <a:pt x="4273296" y="1219199"/>
                  </a:moveTo>
                  <a:lnTo>
                    <a:pt x="6096" y="1219200"/>
                  </a:lnTo>
                  <a:lnTo>
                    <a:pt x="12953" y="1225296"/>
                  </a:lnTo>
                  <a:lnTo>
                    <a:pt x="12953" y="1232154"/>
                  </a:lnTo>
                  <a:lnTo>
                    <a:pt x="4267200" y="1232153"/>
                  </a:lnTo>
                  <a:lnTo>
                    <a:pt x="4267200" y="1225295"/>
                  </a:lnTo>
                  <a:lnTo>
                    <a:pt x="4273296" y="1219199"/>
                  </a:lnTo>
                  <a:close/>
                </a:path>
                <a:path w="4280534" h="1232535">
                  <a:moveTo>
                    <a:pt x="12953" y="1232154"/>
                  </a:moveTo>
                  <a:lnTo>
                    <a:pt x="12953" y="1225296"/>
                  </a:lnTo>
                  <a:lnTo>
                    <a:pt x="6096" y="1219200"/>
                  </a:lnTo>
                  <a:lnTo>
                    <a:pt x="6096" y="1232154"/>
                  </a:lnTo>
                  <a:lnTo>
                    <a:pt x="12953" y="1232154"/>
                  </a:lnTo>
                  <a:close/>
                </a:path>
                <a:path w="4280534" h="1232535">
                  <a:moveTo>
                    <a:pt x="4273296" y="12953"/>
                  </a:moveTo>
                  <a:lnTo>
                    <a:pt x="4267200" y="6095"/>
                  </a:lnTo>
                  <a:lnTo>
                    <a:pt x="4267200" y="12953"/>
                  </a:lnTo>
                  <a:lnTo>
                    <a:pt x="4273296" y="12953"/>
                  </a:lnTo>
                  <a:close/>
                </a:path>
                <a:path w="4280534" h="1232535">
                  <a:moveTo>
                    <a:pt x="4273296" y="1219199"/>
                  </a:moveTo>
                  <a:lnTo>
                    <a:pt x="4273296" y="12953"/>
                  </a:lnTo>
                  <a:lnTo>
                    <a:pt x="4267200" y="12953"/>
                  </a:lnTo>
                  <a:lnTo>
                    <a:pt x="4267200" y="1219199"/>
                  </a:lnTo>
                  <a:lnTo>
                    <a:pt x="4273296" y="1219199"/>
                  </a:lnTo>
                  <a:close/>
                </a:path>
                <a:path w="4280534" h="1232535">
                  <a:moveTo>
                    <a:pt x="4273296" y="1232153"/>
                  </a:moveTo>
                  <a:lnTo>
                    <a:pt x="4273296" y="1219199"/>
                  </a:lnTo>
                  <a:lnTo>
                    <a:pt x="4267200" y="1225295"/>
                  </a:lnTo>
                  <a:lnTo>
                    <a:pt x="4267200" y="1232153"/>
                  </a:lnTo>
                  <a:lnTo>
                    <a:pt x="4273296" y="12321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3952747" y="3852164"/>
            <a:ext cx="169608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065" marR="5080" indent="-5080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System</a:t>
            </a:r>
            <a:r>
              <a:rPr dirty="0" sz="1600" spc="-7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Modeling </a:t>
            </a:r>
            <a:r>
              <a:rPr dirty="0" sz="1600" spc="-43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SysML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660904" y="4718303"/>
            <a:ext cx="2146935" cy="1232535"/>
            <a:chOff x="2660904" y="4718303"/>
            <a:chExt cx="2146935" cy="1232535"/>
          </a:xfrm>
        </p:grpSpPr>
        <p:sp>
          <p:nvSpPr>
            <p:cNvPr id="36" name="object 36"/>
            <p:cNvSpPr/>
            <p:nvPr/>
          </p:nvSpPr>
          <p:spPr>
            <a:xfrm>
              <a:off x="2667000" y="4724399"/>
              <a:ext cx="2133600" cy="1219200"/>
            </a:xfrm>
            <a:custGeom>
              <a:avLst/>
              <a:gdLst/>
              <a:ahLst/>
              <a:cxnLst/>
              <a:rect l="l" t="t" r="r" b="b"/>
              <a:pathLst>
                <a:path w="2133600" h="1219200">
                  <a:moveTo>
                    <a:pt x="2133600" y="1219200"/>
                  </a:moveTo>
                  <a:lnTo>
                    <a:pt x="2133599" y="0"/>
                  </a:lnTo>
                  <a:lnTo>
                    <a:pt x="0" y="0"/>
                  </a:lnTo>
                  <a:lnTo>
                    <a:pt x="0" y="1219200"/>
                  </a:lnTo>
                  <a:lnTo>
                    <a:pt x="2133600" y="12192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660904" y="4718303"/>
              <a:ext cx="2146935" cy="1232535"/>
            </a:xfrm>
            <a:custGeom>
              <a:avLst/>
              <a:gdLst/>
              <a:ahLst/>
              <a:cxnLst/>
              <a:rect l="l" t="t" r="r" b="b"/>
              <a:pathLst>
                <a:path w="2146935" h="1232535">
                  <a:moveTo>
                    <a:pt x="2146554" y="1232153"/>
                  </a:moveTo>
                  <a:lnTo>
                    <a:pt x="2146554" y="0"/>
                  </a:lnTo>
                  <a:lnTo>
                    <a:pt x="0" y="0"/>
                  </a:lnTo>
                  <a:lnTo>
                    <a:pt x="0" y="1232153"/>
                  </a:lnTo>
                  <a:lnTo>
                    <a:pt x="6095" y="1232153"/>
                  </a:lnTo>
                  <a:lnTo>
                    <a:pt x="6095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2133599" y="12953"/>
                  </a:lnTo>
                  <a:lnTo>
                    <a:pt x="2133599" y="6095"/>
                  </a:lnTo>
                  <a:lnTo>
                    <a:pt x="2139695" y="12953"/>
                  </a:lnTo>
                  <a:lnTo>
                    <a:pt x="2139696" y="1232153"/>
                  </a:lnTo>
                  <a:lnTo>
                    <a:pt x="2146554" y="1232153"/>
                  </a:lnTo>
                  <a:close/>
                </a:path>
                <a:path w="2146935" h="1232535">
                  <a:moveTo>
                    <a:pt x="12953" y="12953"/>
                  </a:moveTo>
                  <a:lnTo>
                    <a:pt x="12953" y="6095"/>
                  </a:lnTo>
                  <a:lnTo>
                    <a:pt x="6095" y="12953"/>
                  </a:lnTo>
                  <a:lnTo>
                    <a:pt x="12953" y="12953"/>
                  </a:lnTo>
                  <a:close/>
                </a:path>
                <a:path w="2146935" h="1232535">
                  <a:moveTo>
                    <a:pt x="12953" y="1219199"/>
                  </a:moveTo>
                  <a:lnTo>
                    <a:pt x="12953" y="12953"/>
                  </a:lnTo>
                  <a:lnTo>
                    <a:pt x="6095" y="12953"/>
                  </a:lnTo>
                  <a:lnTo>
                    <a:pt x="6095" y="1219199"/>
                  </a:lnTo>
                  <a:lnTo>
                    <a:pt x="12953" y="1219199"/>
                  </a:lnTo>
                  <a:close/>
                </a:path>
                <a:path w="2146935" h="1232535">
                  <a:moveTo>
                    <a:pt x="2139696" y="1219199"/>
                  </a:moveTo>
                  <a:lnTo>
                    <a:pt x="6095" y="1219199"/>
                  </a:lnTo>
                  <a:lnTo>
                    <a:pt x="12953" y="1225295"/>
                  </a:lnTo>
                  <a:lnTo>
                    <a:pt x="12953" y="1232153"/>
                  </a:lnTo>
                  <a:lnTo>
                    <a:pt x="2133600" y="1232153"/>
                  </a:lnTo>
                  <a:lnTo>
                    <a:pt x="2133600" y="1225295"/>
                  </a:lnTo>
                  <a:lnTo>
                    <a:pt x="2139696" y="1219199"/>
                  </a:lnTo>
                  <a:close/>
                </a:path>
                <a:path w="2146935" h="1232535">
                  <a:moveTo>
                    <a:pt x="12953" y="1232153"/>
                  </a:moveTo>
                  <a:lnTo>
                    <a:pt x="12953" y="1225295"/>
                  </a:lnTo>
                  <a:lnTo>
                    <a:pt x="6095" y="1219199"/>
                  </a:lnTo>
                  <a:lnTo>
                    <a:pt x="6095" y="1232153"/>
                  </a:lnTo>
                  <a:lnTo>
                    <a:pt x="12953" y="1232153"/>
                  </a:lnTo>
                  <a:close/>
                </a:path>
                <a:path w="2146935" h="1232535">
                  <a:moveTo>
                    <a:pt x="2139695" y="12953"/>
                  </a:moveTo>
                  <a:lnTo>
                    <a:pt x="2133599" y="6095"/>
                  </a:lnTo>
                  <a:lnTo>
                    <a:pt x="2133599" y="12953"/>
                  </a:lnTo>
                  <a:lnTo>
                    <a:pt x="2139695" y="12953"/>
                  </a:lnTo>
                  <a:close/>
                </a:path>
                <a:path w="2146935" h="1232535">
                  <a:moveTo>
                    <a:pt x="2139696" y="1219199"/>
                  </a:moveTo>
                  <a:lnTo>
                    <a:pt x="2139695" y="12953"/>
                  </a:lnTo>
                  <a:lnTo>
                    <a:pt x="2133599" y="12953"/>
                  </a:lnTo>
                  <a:lnTo>
                    <a:pt x="2133600" y="1219199"/>
                  </a:lnTo>
                  <a:lnTo>
                    <a:pt x="2139696" y="1219199"/>
                  </a:lnTo>
                  <a:close/>
                </a:path>
                <a:path w="2146935" h="1232535">
                  <a:moveTo>
                    <a:pt x="2139696" y="1232153"/>
                  </a:moveTo>
                  <a:lnTo>
                    <a:pt x="2139696" y="1219199"/>
                  </a:lnTo>
                  <a:lnTo>
                    <a:pt x="2133600" y="1225295"/>
                  </a:lnTo>
                  <a:lnTo>
                    <a:pt x="2133600" y="1232153"/>
                  </a:lnTo>
                  <a:lnTo>
                    <a:pt x="2139696" y="12321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817367" y="5071364"/>
            <a:ext cx="18326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8955" marR="5080" indent="-51689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Software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Modeling </a:t>
            </a:r>
            <a:r>
              <a:rPr dirty="0" sz="1600" spc="-43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UML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2.0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794503" y="4718303"/>
            <a:ext cx="2146935" cy="1232535"/>
            <a:chOff x="4794503" y="4718303"/>
            <a:chExt cx="2146935" cy="1232535"/>
          </a:xfrm>
        </p:grpSpPr>
        <p:sp>
          <p:nvSpPr>
            <p:cNvPr id="40" name="object 40"/>
            <p:cNvSpPr/>
            <p:nvPr/>
          </p:nvSpPr>
          <p:spPr>
            <a:xfrm>
              <a:off x="4800599" y="4724399"/>
              <a:ext cx="2133600" cy="1219200"/>
            </a:xfrm>
            <a:custGeom>
              <a:avLst/>
              <a:gdLst/>
              <a:ahLst/>
              <a:cxnLst/>
              <a:rect l="l" t="t" r="r" b="b"/>
              <a:pathLst>
                <a:path w="2133600" h="1219200">
                  <a:moveTo>
                    <a:pt x="2133600" y="1219200"/>
                  </a:moveTo>
                  <a:lnTo>
                    <a:pt x="2133600" y="0"/>
                  </a:lnTo>
                  <a:lnTo>
                    <a:pt x="0" y="0"/>
                  </a:lnTo>
                  <a:lnTo>
                    <a:pt x="0" y="1219200"/>
                  </a:lnTo>
                  <a:lnTo>
                    <a:pt x="2133600" y="12192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794503" y="4718303"/>
              <a:ext cx="2146935" cy="1232535"/>
            </a:xfrm>
            <a:custGeom>
              <a:avLst/>
              <a:gdLst/>
              <a:ahLst/>
              <a:cxnLst/>
              <a:rect l="l" t="t" r="r" b="b"/>
              <a:pathLst>
                <a:path w="2146934" h="1232535">
                  <a:moveTo>
                    <a:pt x="2146554" y="1232153"/>
                  </a:moveTo>
                  <a:lnTo>
                    <a:pt x="2146554" y="0"/>
                  </a:lnTo>
                  <a:lnTo>
                    <a:pt x="0" y="0"/>
                  </a:lnTo>
                  <a:lnTo>
                    <a:pt x="0" y="1232154"/>
                  </a:lnTo>
                  <a:lnTo>
                    <a:pt x="6096" y="1232154"/>
                  </a:lnTo>
                  <a:lnTo>
                    <a:pt x="6096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2133600" y="12953"/>
                  </a:lnTo>
                  <a:lnTo>
                    <a:pt x="2133600" y="6095"/>
                  </a:lnTo>
                  <a:lnTo>
                    <a:pt x="2139696" y="12953"/>
                  </a:lnTo>
                  <a:lnTo>
                    <a:pt x="2139696" y="1232153"/>
                  </a:lnTo>
                  <a:lnTo>
                    <a:pt x="2146554" y="1232153"/>
                  </a:lnTo>
                  <a:close/>
                </a:path>
                <a:path w="2146934" h="1232535">
                  <a:moveTo>
                    <a:pt x="12954" y="12954"/>
                  </a:moveTo>
                  <a:lnTo>
                    <a:pt x="12954" y="6096"/>
                  </a:lnTo>
                  <a:lnTo>
                    <a:pt x="6096" y="12954"/>
                  </a:lnTo>
                  <a:lnTo>
                    <a:pt x="12954" y="12954"/>
                  </a:lnTo>
                  <a:close/>
                </a:path>
                <a:path w="2146934" h="1232535">
                  <a:moveTo>
                    <a:pt x="12954" y="1219200"/>
                  </a:moveTo>
                  <a:lnTo>
                    <a:pt x="12954" y="12954"/>
                  </a:lnTo>
                  <a:lnTo>
                    <a:pt x="6096" y="12954"/>
                  </a:lnTo>
                  <a:lnTo>
                    <a:pt x="6096" y="1219200"/>
                  </a:lnTo>
                  <a:lnTo>
                    <a:pt x="12954" y="1219200"/>
                  </a:lnTo>
                  <a:close/>
                </a:path>
                <a:path w="2146934" h="1232535">
                  <a:moveTo>
                    <a:pt x="2139696" y="1219199"/>
                  </a:moveTo>
                  <a:lnTo>
                    <a:pt x="6096" y="1219200"/>
                  </a:lnTo>
                  <a:lnTo>
                    <a:pt x="12954" y="1225296"/>
                  </a:lnTo>
                  <a:lnTo>
                    <a:pt x="12954" y="1232154"/>
                  </a:lnTo>
                  <a:lnTo>
                    <a:pt x="2133600" y="1232153"/>
                  </a:lnTo>
                  <a:lnTo>
                    <a:pt x="2133600" y="1225295"/>
                  </a:lnTo>
                  <a:lnTo>
                    <a:pt x="2139696" y="1219199"/>
                  </a:lnTo>
                  <a:close/>
                </a:path>
                <a:path w="2146934" h="1232535">
                  <a:moveTo>
                    <a:pt x="12954" y="1232154"/>
                  </a:moveTo>
                  <a:lnTo>
                    <a:pt x="12954" y="1225296"/>
                  </a:lnTo>
                  <a:lnTo>
                    <a:pt x="6096" y="1219200"/>
                  </a:lnTo>
                  <a:lnTo>
                    <a:pt x="6096" y="1232154"/>
                  </a:lnTo>
                  <a:lnTo>
                    <a:pt x="12954" y="1232154"/>
                  </a:lnTo>
                  <a:close/>
                </a:path>
                <a:path w="2146934" h="1232535">
                  <a:moveTo>
                    <a:pt x="2139696" y="12953"/>
                  </a:moveTo>
                  <a:lnTo>
                    <a:pt x="2133600" y="6095"/>
                  </a:lnTo>
                  <a:lnTo>
                    <a:pt x="2133600" y="12953"/>
                  </a:lnTo>
                  <a:lnTo>
                    <a:pt x="2139696" y="12953"/>
                  </a:lnTo>
                  <a:close/>
                </a:path>
                <a:path w="2146934" h="1232535">
                  <a:moveTo>
                    <a:pt x="2139696" y="1219199"/>
                  </a:moveTo>
                  <a:lnTo>
                    <a:pt x="2139696" y="12953"/>
                  </a:lnTo>
                  <a:lnTo>
                    <a:pt x="2133600" y="12953"/>
                  </a:lnTo>
                  <a:lnTo>
                    <a:pt x="2133600" y="1219199"/>
                  </a:lnTo>
                  <a:lnTo>
                    <a:pt x="2139696" y="1219199"/>
                  </a:lnTo>
                  <a:close/>
                </a:path>
                <a:path w="2146934" h="1232535">
                  <a:moveTo>
                    <a:pt x="2139696" y="1232153"/>
                  </a:moveTo>
                  <a:lnTo>
                    <a:pt x="2139696" y="1219199"/>
                  </a:lnTo>
                  <a:lnTo>
                    <a:pt x="2133600" y="1225295"/>
                  </a:lnTo>
                  <a:lnTo>
                    <a:pt x="2133600" y="1232153"/>
                  </a:lnTo>
                  <a:lnTo>
                    <a:pt x="2139696" y="12321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4917440" y="5071364"/>
            <a:ext cx="189865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Hardware</a:t>
            </a:r>
            <a:r>
              <a:rPr dirty="0" sz="1600" spc="-8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Modeling </a:t>
            </a:r>
            <a:r>
              <a:rPr dirty="0" sz="1600" spc="-43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VHDL,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CAD,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..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537704" y="2356104"/>
            <a:ext cx="622935" cy="3594735"/>
            <a:chOff x="7537704" y="2356104"/>
            <a:chExt cx="622935" cy="3594735"/>
          </a:xfrm>
        </p:grpSpPr>
        <p:sp>
          <p:nvSpPr>
            <p:cNvPr id="44" name="object 44"/>
            <p:cNvSpPr/>
            <p:nvPr/>
          </p:nvSpPr>
          <p:spPr>
            <a:xfrm>
              <a:off x="7543800" y="2362200"/>
              <a:ext cx="609600" cy="3581400"/>
            </a:xfrm>
            <a:custGeom>
              <a:avLst/>
              <a:gdLst/>
              <a:ahLst/>
              <a:cxnLst/>
              <a:rect l="l" t="t" r="r" b="b"/>
              <a:pathLst>
                <a:path w="609600" h="3581400">
                  <a:moveTo>
                    <a:pt x="609600" y="3581399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3581399"/>
                  </a:lnTo>
                  <a:lnTo>
                    <a:pt x="609600" y="3581399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537704" y="2356104"/>
              <a:ext cx="622935" cy="3594735"/>
            </a:xfrm>
            <a:custGeom>
              <a:avLst/>
              <a:gdLst/>
              <a:ahLst/>
              <a:cxnLst/>
              <a:rect l="l" t="t" r="r" b="b"/>
              <a:pathLst>
                <a:path w="622934" h="3594735">
                  <a:moveTo>
                    <a:pt x="622553" y="3594354"/>
                  </a:moveTo>
                  <a:lnTo>
                    <a:pt x="622553" y="0"/>
                  </a:lnTo>
                  <a:lnTo>
                    <a:pt x="0" y="0"/>
                  </a:lnTo>
                  <a:lnTo>
                    <a:pt x="0" y="3594354"/>
                  </a:lnTo>
                  <a:lnTo>
                    <a:pt x="6096" y="3594354"/>
                  </a:lnTo>
                  <a:lnTo>
                    <a:pt x="6096" y="12953"/>
                  </a:lnTo>
                  <a:lnTo>
                    <a:pt x="12953" y="6095"/>
                  </a:lnTo>
                  <a:lnTo>
                    <a:pt x="12953" y="12953"/>
                  </a:lnTo>
                  <a:lnTo>
                    <a:pt x="609600" y="12953"/>
                  </a:lnTo>
                  <a:lnTo>
                    <a:pt x="609600" y="6095"/>
                  </a:lnTo>
                  <a:lnTo>
                    <a:pt x="615696" y="12953"/>
                  </a:lnTo>
                  <a:lnTo>
                    <a:pt x="615696" y="3594354"/>
                  </a:lnTo>
                  <a:lnTo>
                    <a:pt x="622553" y="3594354"/>
                  </a:lnTo>
                  <a:close/>
                </a:path>
                <a:path w="622934" h="3594735">
                  <a:moveTo>
                    <a:pt x="12953" y="12953"/>
                  </a:moveTo>
                  <a:lnTo>
                    <a:pt x="12953" y="6095"/>
                  </a:lnTo>
                  <a:lnTo>
                    <a:pt x="6096" y="12953"/>
                  </a:lnTo>
                  <a:lnTo>
                    <a:pt x="12953" y="12953"/>
                  </a:lnTo>
                  <a:close/>
                </a:path>
                <a:path w="622934" h="3594735">
                  <a:moveTo>
                    <a:pt x="12953" y="3581399"/>
                  </a:moveTo>
                  <a:lnTo>
                    <a:pt x="12953" y="12953"/>
                  </a:lnTo>
                  <a:lnTo>
                    <a:pt x="6096" y="12953"/>
                  </a:lnTo>
                  <a:lnTo>
                    <a:pt x="6096" y="3581399"/>
                  </a:lnTo>
                  <a:lnTo>
                    <a:pt x="12953" y="3581399"/>
                  </a:lnTo>
                  <a:close/>
                </a:path>
                <a:path w="622934" h="3594735">
                  <a:moveTo>
                    <a:pt x="615696" y="3581399"/>
                  </a:moveTo>
                  <a:lnTo>
                    <a:pt x="6096" y="3581399"/>
                  </a:lnTo>
                  <a:lnTo>
                    <a:pt x="12953" y="3587495"/>
                  </a:lnTo>
                  <a:lnTo>
                    <a:pt x="12953" y="3594354"/>
                  </a:lnTo>
                  <a:lnTo>
                    <a:pt x="609600" y="3594354"/>
                  </a:lnTo>
                  <a:lnTo>
                    <a:pt x="609600" y="3587495"/>
                  </a:lnTo>
                  <a:lnTo>
                    <a:pt x="615696" y="3581399"/>
                  </a:lnTo>
                  <a:close/>
                </a:path>
                <a:path w="622934" h="3594735">
                  <a:moveTo>
                    <a:pt x="12953" y="3594354"/>
                  </a:moveTo>
                  <a:lnTo>
                    <a:pt x="12953" y="3587495"/>
                  </a:lnTo>
                  <a:lnTo>
                    <a:pt x="6096" y="3581399"/>
                  </a:lnTo>
                  <a:lnTo>
                    <a:pt x="6096" y="3594354"/>
                  </a:lnTo>
                  <a:lnTo>
                    <a:pt x="12953" y="3594354"/>
                  </a:lnTo>
                  <a:close/>
                </a:path>
                <a:path w="622934" h="3594735">
                  <a:moveTo>
                    <a:pt x="615696" y="12953"/>
                  </a:moveTo>
                  <a:lnTo>
                    <a:pt x="609600" y="6095"/>
                  </a:lnTo>
                  <a:lnTo>
                    <a:pt x="609600" y="12953"/>
                  </a:lnTo>
                  <a:lnTo>
                    <a:pt x="615696" y="12953"/>
                  </a:lnTo>
                  <a:close/>
                </a:path>
                <a:path w="622934" h="3594735">
                  <a:moveTo>
                    <a:pt x="615696" y="3581399"/>
                  </a:moveTo>
                  <a:lnTo>
                    <a:pt x="615696" y="12953"/>
                  </a:lnTo>
                  <a:lnTo>
                    <a:pt x="609600" y="12953"/>
                  </a:lnTo>
                  <a:lnTo>
                    <a:pt x="609600" y="3581399"/>
                  </a:lnTo>
                  <a:lnTo>
                    <a:pt x="615696" y="3581399"/>
                  </a:lnTo>
                  <a:close/>
                </a:path>
                <a:path w="622934" h="3594735">
                  <a:moveTo>
                    <a:pt x="615696" y="3594354"/>
                  </a:moveTo>
                  <a:lnTo>
                    <a:pt x="615696" y="3581399"/>
                  </a:lnTo>
                  <a:lnTo>
                    <a:pt x="609600" y="3587495"/>
                  </a:lnTo>
                  <a:lnTo>
                    <a:pt x="609600" y="3594354"/>
                  </a:lnTo>
                  <a:lnTo>
                    <a:pt x="615696" y="3594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664958" y="3389376"/>
              <a:ext cx="336550" cy="2249805"/>
            </a:xfrm>
            <a:custGeom>
              <a:avLst/>
              <a:gdLst/>
              <a:ahLst/>
              <a:cxnLst/>
              <a:rect l="l" t="t" r="r" b="b"/>
              <a:pathLst>
                <a:path w="336550" h="2249804">
                  <a:moveTo>
                    <a:pt x="336042" y="2249424"/>
                  </a:moveTo>
                  <a:lnTo>
                    <a:pt x="336042" y="0"/>
                  </a:lnTo>
                  <a:lnTo>
                    <a:pt x="0" y="0"/>
                  </a:lnTo>
                  <a:lnTo>
                    <a:pt x="0" y="2249424"/>
                  </a:lnTo>
                  <a:lnTo>
                    <a:pt x="336042" y="2249424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7710392" y="3476763"/>
            <a:ext cx="252729" cy="208343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5" b="1">
                <a:latin typeface="Arial"/>
                <a:cs typeface="Arial"/>
              </a:rPr>
              <a:t>Engineerin</a:t>
            </a:r>
            <a:r>
              <a:rPr dirty="0" sz="1600" b="1">
                <a:latin typeface="Arial"/>
                <a:cs typeface="Arial"/>
              </a:rPr>
              <a:t>g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8029888" y="6500168"/>
            <a:ext cx="3733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126</a:t>
            </a:fld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236982"/>
            <a:ext cx="1433322" cy="895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2057" y="300227"/>
            <a:ext cx="1334192" cy="855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8976" y="2981960"/>
            <a:ext cx="368617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Wrap</a:t>
            </a:r>
            <a:r>
              <a:rPr dirty="0" spc="-25"/>
              <a:t> </a:t>
            </a:r>
            <a:r>
              <a:rPr dirty="0"/>
              <a:t>up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4900" y="411734"/>
            <a:ext cx="154876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29888" y="6500168"/>
            <a:ext cx="3733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130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464056"/>
            <a:ext cx="7703184" cy="422846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54965" marR="559435" indent="-342900">
              <a:lnSpc>
                <a:spcPts val="2160"/>
              </a:lnSpc>
              <a:spcBef>
                <a:spcPts val="37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SysML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sponsored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by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INCOSE/OMG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with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broad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industry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and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vendor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participation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adopted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in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2006</a:t>
            </a:r>
            <a:endParaRPr sz="2000">
              <a:latin typeface="Arial MT"/>
              <a:cs typeface="Arial MT"/>
            </a:endParaRPr>
          </a:p>
          <a:p>
            <a:pPr marL="354965" marR="5080" indent="-342900">
              <a:lnSpc>
                <a:spcPts val="2160"/>
              </a:lnSpc>
              <a:spcBef>
                <a:spcPts val="480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SysML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provides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general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purpose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modeling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language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support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specification,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analysis,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design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verification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of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complex 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systems</a:t>
            </a:r>
            <a:endParaRPr sz="20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19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Subset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UML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with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extensions</a:t>
            </a:r>
            <a:endParaRPr sz="1800">
              <a:latin typeface="Arial MT"/>
              <a:cs typeface="Arial MT"/>
            </a:endParaRPr>
          </a:p>
          <a:p>
            <a:pPr lvl="1" marL="755650" marR="615950" indent="-285750">
              <a:lnSpc>
                <a:spcPts val="1939"/>
              </a:lnSpc>
              <a:spcBef>
                <a:spcPts val="46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800">
                <a:latin typeface="Arial MT"/>
                <a:cs typeface="Arial MT"/>
              </a:rPr>
              <a:t>4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Pillars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SysML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include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requirements,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behavior, </a:t>
            </a:r>
            <a:r>
              <a:rPr dirty="0" sz="1800" spc="-48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structure,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parametrics</a:t>
            </a:r>
            <a:endParaRPr sz="18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04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Multiple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vendor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implementations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available</a:t>
            </a:r>
            <a:endParaRPr sz="2000">
              <a:latin typeface="Arial MT"/>
              <a:cs typeface="Arial MT"/>
            </a:endParaRPr>
          </a:p>
          <a:p>
            <a:pPr marL="354965" marR="64769" indent="-342900">
              <a:lnSpc>
                <a:spcPts val="2160"/>
              </a:lnSpc>
              <a:spcBef>
                <a:spcPts val="515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Standards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based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modeling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approach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for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expected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improve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communications,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tool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interoperability,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design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quality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204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Plan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SysML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transition as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part of </a:t>
            </a:r>
            <a:r>
              <a:rPr dirty="0" sz="2000" spc="-10">
                <a:latin typeface="Arial MT"/>
                <a:cs typeface="Arial MT"/>
              </a:rPr>
              <a:t>overall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MBSE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approach</a:t>
            </a:r>
            <a:endParaRPr sz="2000">
              <a:latin typeface="Arial MT"/>
              <a:cs typeface="Arial MT"/>
            </a:endParaRPr>
          </a:p>
          <a:p>
            <a:pPr marL="354965" marR="586740" indent="-342900">
              <a:lnSpc>
                <a:spcPts val="2160"/>
              </a:lnSpc>
              <a:spcBef>
                <a:spcPts val="509"/>
              </a:spcBef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Continue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evolve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SysML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based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user/vendor/researcher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feedback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and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lessons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learned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95547" y="117601"/>
            <a:ext cx="1847214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29888" y="6500168"/>
            <a:ext cx="3733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130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841" y="677671"/>
            <a:ext cx="6421120" cy="5786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10000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1200" b="1">
                <a:latin typeface="Arial"/>
                <a:cs typeface="Arial"/>
              </a:rPr>
              <a:t>OMG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SysML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website</a:t>
            </a:r>
            <a:endParaRPr sz="1200">
              <a:latin typeface="Arial"/>
              <a:cs typeface="Arial"/>
            </a:endParaRPr>
          </a:p>
          <a:p>
            <a:pPr lvl="1" marL="755015" indent="-285750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u="sng" sz="1000" spc="-5">
                <a:solidFill>
                  <a:srgbClr val="009A9A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http://www.omgsysml.org</a:t>
            </a:r>
            <a:endParaRPr sz="1000">
              <a:latin typeface="Arial MT"/>
              <a:cs typeface="Arial MT"/>
            </a:endParaRPr>
          </a:p>
          <a:p>
            <a:pPr lvl="1" marL="755015" indent="-285750">
              <a:lnSpc>
                <a:spcPts val="1195"/>
              </a:lnSpc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000">
                <a:latin typeface="Arial MT"/>
                <a:cs typeface="Arial MT"/>
              </a:rPr>
              <a:t>Refer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current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version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SysML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specification,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vendor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links,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tutorial,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papers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5">
                <a:latin typeface="Arial MT"/>
                <a:cs typeface="Arial MT"/>
              </a:rPr>
              <a:t> Practical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 to SysML (Morgan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Kaufmann)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Friedenthal,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Moore,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Steiner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ts val="1195"/>
              </a:lnSpc>
              <a:spcBef>
                <a:spcPts val="1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u="sng" sz="1000" spc="-10">
                <a:solidFill>
                  <a:srgbClr val="009A9A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4"/>
              </a:rPr>
              <a:t>http://www.elsevierconnect.com/companion.jsp?ISBN=9780123743794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UML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Engineering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RFP</a:t>
            </a:r>
            <a:endParaRPr sz="1200">
              <a:latin typeface="Arial MT"/>
              <a:cs typeface="Arial MT"/>
            </a:endParaRPr>
          </a:p>
          <a:p>
            <a:pPr marL="469900">
              <a:lnSpc>
                <a:spcPts val="1195"/>
              </a:lnSpc>
              <a:spcBef>
                <a:spcPts val="10"/>
              </a:spcBef>
              <a:tabLst>
                <a:tab pos="755015" algn="l"/>
              </a:tabLst>
            </a:pPr>
            <a:r>
              <a:rPr dirty="0" sz="1000">
                <a:solidFill>
                  <a:srgbClr val="010000"/>
                </a:solidFill>
                <a:latin typeface="Arial MT"/>
                <a:cs typeface="Arial MT"/>
              </a:rPr>
              <a:t>–	</a:t>
            </a:r>
            <a:r>
              <a:rPr dirty="0" sz="1000" spc="-5">
                <a:latin typeface="Arial MT"/>
                <a:cs typeface="Arial MT"/>
              </a:rPr>
              <a:t>OMG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doc#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ad/03-03-41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UML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2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Superstructure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v2.1.2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ts val="1195"/>
              </a:lnSpc>
              <a:spcBef>
                <a:spcPts val="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000" spc="-5">
                <a:latin typeface="Arial MT"/>
                <a:cs typeface="Arial MT"/>
              </a:rPr>
              <a:t>OMG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doc#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formal/2007-11-02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>
                <a:latin typeface="Arial MT"/>
                <a:cs typeface="Arial MT"/>
              </a:rPr>
              <a:t>UML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2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Infrastructure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v2.1.2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ts val="1195"/>
              </a:lnSpc>
              <a:spcBef>
                <a:spcPts val="1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000" spc="-5">
                <a:latin typeface="Arial MT"/>
                <a:cs typeface="Arial MT"/>
              </a:rPr>
              <a:t>OMG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doc#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formal/2007-11-04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>
                <a:latin typeface="Arial MT"/>
                <a:cs typeface="Arial MT"/>
              </a:rPr>
              <a:t>OMG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SysML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Information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Days Presentations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(Dec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8-11,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2008)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u="sng" sz="1000" spc="-5">
                <a:solidFill>
                  <a:srgbClr val="009A9A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5"/>
              </a:rPr>
              <a:t>http://www.omg.org/news/meetings/tc/santa_clara/special-events/SysML_Agenda.htm</a:t>
            </a:r>
            <a:endParaRPr sz="1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010000"/>
              </a:buClr>
              <a:buFont typeface="Arial MT"/>
              <a:buChar char="–"/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Arial"/>
                <a:cs typeface="Arial"/>
              </a:rPr>
              <a:t>PAPERS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Integrating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Simulations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Continous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Dynamics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SysML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ts val="1195"/>
              </a:lnSpc>
              <a:spcBef>
                <a:spcPts val="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000">
                <a:latin typeface="Arial MT"/>
                <a:cs typeface="Arial MT"/>
              </a:rPr>
              <a:t>Thomas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Johnson,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Christiaan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Paredis,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Roger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Burkhart,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Jan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‘2008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Simulation-Based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Design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SysML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- </a:t>
            </a:r>
            <a:r>
              <a:rPr dirty="0" sz="1200" spc="-5">
                <a:latin typeface="Arial MT"/>
                <a:cs typeface="Arial MT"/>
              </a:rPr>
              <a:t>Part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1: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Parametrics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Primer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ts val="1195"/>
              </a:lnSpc>
              <a:spcBef>
                <a:spcPts val="1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000" spc="-5">
                <a:latin typeface="Arial MT"/>
                <a:cs typeface="Arial MT"/>
              </a:rPr>
              <a:t>RS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Peak,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RM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Burkhart,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Friedenthal,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MW</a:t>
            </a:r>
            <a:r>
              <a:rPr dirty="0" sz="1000">
                <a:latin typeface="Arial MT"/>
                <a:cs typeface="Arial MT"/>
              </a:rPr>
              <a:t> Wilson,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Bajaj,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Kim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Simulation-Based Design Using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SysML </a:t>
            </a:r>
            <a:r>
              <a:rPr dirty="0" sz="1200">
                <a:latin typeface="Arial MT"/>
                <a:cs typeface="Arial MT"/>
              </a:rPr>
              <a:t>- </a:t>
            </a:r>
            <a:r>
              <a:rPr dirty="0" sz="1200" spc="-5">
                <a:latin typeface="Arial MT"/>
                <a:cs typeface="Arial MT"/>
              </a:rPr>
              <a:t>Part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2: Celebrating Diversity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 Example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ts val="1195"/>
              </a:lnSpc>
              <a:spcBef>
                <a:spcPts val="1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000" spc="-5">
                <a:latin typeface="Arial MT"/>
                <a:cs typeface="Arial MT"/>
              </a:rPr>
              <a:t>RS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Peak,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RM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Burkhart,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Friedenthal,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MW</a:t>
            </a:r>
            <a:r>
              <a:rPr dirty="0" sz="1000">
                <a:latin typeface="Arial MT"/>
                <a:cs typeface="Arial MT"/>
              </a:rPr>
              <a:t> Wilson,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Bajaj,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Kim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SysML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UML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2.0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Activity Modeling,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ts val="1195"/>
              </a:lnSpc>
              <a:spcBef>
                <a:spcPts val="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000" spc="-5">
                <a:latin typeface="Arial MT"/>
                <a:cs typeface="Arial MT"/>
              </a:rPr>
              <a:t>Bock.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C.,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vol. </a:t>
            </a:r>
            <a:r>
              <a:rPr dirty="0" sz="1000">
                <a:latin typeface="Arial MT"/>
                <a:cs typeface="Arial MT"/>
              </a:rPr>
              <a:t>9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no.2,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pp.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160-186,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Journal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of International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Council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Systems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Engineering,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2006.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Language,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ts val="1195"/>
              </a:lnSpc>
              <a:spcBef>
                <a:spcPts val="1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000" spc="-5">
                <a:latin typeface="Arial MT"/>
                <a:cs typeface="Arial MT"/>
              </a:rPr>
              <a:t>Matthew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Hause,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Alan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Moore,</a:t>
            </a:r>
            <a:r>
              <a:rPr dirty="0" sz="1000" spc="2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June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'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2006.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Overview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Systems Modellng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Products 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Development,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ts val="1195"/>
              </a:lnSpc>
              <a:spcBef>
                <a:spcPts val="5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000" spc="-5">
                <a:latin typeface="Arial MT"/>
                <a:cs typeface="Arial MT"/>
              </a:rPr>
              <a:t>Laurent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Balmelli,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Oct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'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2006.</a:t>
            </a:r>
            <a:endParaRPr sz="1000">
              <a:latin typeface="Arial MT"/>
              <a:cs typeface="Arial MT"/>
            </a:endParaRPr>
          </a:p>
          <a:p>
            <a:pPr marL="355600" indent="-342900">
              <a:lnSpc>
                <a:spcPts val="1435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Model-driven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systems</a:t>
            </a:r>
            <a:r>
              <a:rPr dirty="0" sz="1200" spc="-10">
                <a:latin typeface="Arial MT"/>
                <a:cs typeface="Arial MT"/>
              </a:rPr>
              <a:t> development,</a:t>
            </a:r>
            <a:endParaRPr sz="1200">
              <a:latin typeface="Arial MT"/>
              <a:cs typeface="Arial MT"/>
            </a:endParaRPr>
          </a:p>
          <a:p>
            <a:pPr lvl="1" marL="755015" indent="-285750">
              <a:lnSpc>
                <a:spcPct val="100000"/>
              </a:lnSpc>
              <a:spcBef>
                <a:spcPts val="10"/>
              </a:spcBef>
              <a:buClr>
                <a:srgbClr val="010000"/>
              </a:buClr>
              <a:buChar char="–"/>
              <a:tabLst>
                <a:tab pos="755015" algn="l"/>
                <a:tab pos="755650" algn="l"/>
              </a:tabLst>
            </a:pPr>
            <a:r>
              <a:rPr dirty="0" sz="1000" spc="-5">
                <a:latin typeface="Arial MT"/>
                <a:cs typeface="Arial MT"/>
              </a:rPr>
              <a:t>L.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Balmelli,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D. Brown,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M.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Cantor,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M. Mott,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July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'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2006.</a:t>
            </a:r>
            <a:endParaRPr sz="1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010000"/>
              </a:buClr>
              <a:buFont typeface="Arial MT"/>
              <a:buChar char="–"/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TUTORIAL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AUTHORS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Sanford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Friedenthal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(sanford.friedenthal@lmco.com)</a:t>
            </a:r>
            <a:endParaRPr sz="1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Alan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Moore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(alan.moore@mathworks.co.uk)</a:t>
            </a:r>
            <a:endParaRPr sz="1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1200" spc="-5">
                <a:latin typeface="Arial MT"/>
                <a:cs typeface="Arial MT"/>
              </a:rPr>
              <a:t>Rick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Steiner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(fsteiner@raytheon.com)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7535" y="38100"/>
            <a:ext cx="1325117" cy="827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4261" y="0"/>
            <a:ext cx="3369310" cy="13061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1270">
              <a:lnSpc>
                <a:spcPct val="100000"/>
              </a:lnSpc>
              <a:spcBef>
                <a:spcPts val="100"/>
              </a:spcBef>
            </a:pPr>
            <a:r>
              <a:rPr dirty="0"/>
              <a:t>Class Exercise </a:t>
            </a:r>
            <a:r>
              <a:rPr dirty="0" spc="5"/>
              <a:t> </a:t>
            </a:r>
            <a:r>
              <a:rPr dirty="0"/>
              <a:t>Dishwasher</a:t>
            </a:r>
            <a:r>
              <a:rPr dirty="0" spc="-80"/>
              <a:t> </a:t>
            </a:r>
            <a:r>
              <a:rPr dirty="0"/>
              <a:t>Example </a:t>
            </a:r>
            <a:r>
              <a:rPr dirty="0" spc="-765"/>
              <a:t> </a:t>
            </a:r>
            <a:r>
              <a:rPr dirty="0"/>
              <a:t>Sample</a:t>
            </a:r>
            <a:r>
              <a:rPr dirty="0" spc="-10"/>
              <a:t> </a:t>
            </a:r>
            <a:r>
              <a:rPr dirty="0"/>
              <a:t>Artifacts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10"/>
              <a:t>4/15/2008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pc="-5"/>
              <a:t>Copyright</a:t>
            </a:r>
            <a:r>
              <a:rPr dirty="0" spc="-20"/>
              <a:t> </a:t>
            </a:r>
            <a:r>
              <a:rPr dirty="0" spc="-5"/>
              <a:t>©</a:t>
            </a:r>
            <a:r>
              <a:rPr dirty="0" spc="15"/>
              <a:t> </a:t>
            </a:r>
            <a:r>
              <a:rPr dirty="0" spc="-5"/>
              <a:t>2006-2008</a:t>
            </a:r>
            <a:r>
              <a:rPr dirty="0" spc="-15"/>
              <a:t> </a:t>
            </a:r>
            <a:r>
              <a:rPr dirty="0" spc="-5"/>
              <a:t>by Object</a:t>
            </a:r>
            <a:r>
              <a:rPr dirty="0"/>
              <a:t> </a:t>
            </a: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Group.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29888" y="6500168"/>
            <a:ext cx="373380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 sz="1400" spc="-5">
                <a:latin typeface="Arial MT"/>
                <a:cs typeface="Arial MT"/>
              </a:rPr>
              <a:t>130</a:t>
            </a:fld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7295" y="1377950"/>
            <a:ext cx="5881370" cy="4901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>
                <a:latin typeface="Arial MT"/>
                <a:cs typeface="Arial MT"/>
              </a:rPr>
              <a:t>Primary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Requirement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–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dishwasher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spec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Block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definition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–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top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level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Internal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block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– </a:t>
            </a:r>
            <a:r>
              <a:rPr dirty="0" sz="2000" spc="-10">
                <a:latin typeface="Arial MT"/>
                <a:cs typeface="Arial MT"/>
              </a:rPr>
              <a:t>dishwasher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black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box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Use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case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Activity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diagram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– black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box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scenario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Block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definition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–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input/output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definitions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Block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definition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–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dishwasher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hierarchy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Internal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block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–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dishwasher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white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box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Activity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diagram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– white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box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scenario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Requirement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-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traceability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10000"/>
              </a:buClr>
              <a:buFont typeface="Arial MT"/>
              <a:buChar char="•"/>
            </a:pPr>
            <a:endParaRPr sz="2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latin typeface="Arial MT"/>
                <a:cs typeface="Arial MT"/>
              </a:rPr>
              <a:t>Optional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Parametric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 MT"/>
                <a:cs typeface="Arial MT"/>
              </a:rPr>
              <a:t>State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endParaRPr sz="20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buClr>
                <a:srgbClr val="010000"/>
              </a:buClr>
              <a:buChar char="•"/>
              <a:tabLst>
                <a:tab pos="354965" algn="l"/>
                <a:tab pos="355600" algn="l"/>
              </a:tabLst>
            </a:pPr>
            <a:r>
              <a:rPr dirty="0" sz="2000" spc="-10">
                <a:latin typeface="Arial MT"/>
                <a:cs typeface="Arial MT"/>
              </a:rPr>
              <a:t>Sequence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diagram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SFriedenthal</dc:creator>
  <dc:title>Systems Modeling Language (SysML) Tutorial</dc:title>
  <dcterms:created xsi:type="dcterms:W3CDTF">2024-09-25T23:35:36Z</dcterms:created>
  <dcterms:modified xsi:type="dcterms:W3CDTF">2024-09-25T23:35:36Z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2009-09-21T00:00:00Z</vt:filetime>
  </property>
  <property fmtid="{D5CDD505-2E9C-101B-9397-08002B2CF9AE}" pid="3" name="Creator">
    <vt:lpwstr>Acrobat PDFMaker 8.1 for PowerPoint</vt:lpwstr>
  </property>
  <property fmtid="{D5CDD505-2E9C-101B-9397-08002B2CF9AE}" pid="4" name="LastSaved">
    <vt:filetime>2024-09-25T00:00:00Z</vt:filetime>
  </property>
</Properties>
</file>